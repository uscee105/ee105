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ppt/ink/ink2289.xml" ContentType="application/inkml+xml"/>
  <Override PartName="/ppt/ink/ink2290.xml" ContentType="application/inkml+xml"/>
  <Override PartName="/ppt/ink/ink2291.xml" ContentType="application/inkml+xml"/>
  <Override PartName="/ppt/ink/ink2292.xml" ContentType="application/inkml+xml"/>
  <Override PartName="/ppt/ink/ink2293.xml" ContentType="application/inkml+xml"/>
  <Override PartName="/ppt/ink/ink2294.xml" ContentType="application/inkml+xml"/>
  <Override PartName="/ppt/ink/ink2295.xml" ContentType="application/inkml+xml"/>
  <Override PartName="/ppt/ink/ink2296.xml" ContentType="application/inkml+xml"/>
  <Override PartName="/ppt/ink/ink2297.xml" ContentType="application/inkml+xml"/>
  <Override PartName="/ppt/ink/ink2298.xml" ContentType="application/inkml+xml"/>
  <Override PartName="/ppt/ink/ink2299.xml" ContentType="application/inkml+xml"/>
  <Override PartName="/ppt/ink/ink2300.xml" ContentType="application/inkml+xml"/>
  <Override PartName="/ppt/ink/ink2301.xml" ContentType="application/inkml+xml"/>
  <Override PartName="/ppt/ink/ink2302.xml" ContentType="application/inkml+xml"/>
  <Override PartName="/ppt/ink/ink2303.xml" ContentType="application/inkml+xml"/>
  <Override PartName="/ppt/ink/ink2304.xml" ContentType="application/inkml+xml"/>
  <Override PartName="/ppt/ink/ink2305.xml" ContentType="application/inkml+xml"/>
  <Override PartName="/ppt/ink/ink2306.xml" ContentType="application/inkml+xml"/>
  <Override PartName="/ppt/ink/ink2307.xml" ContentType="application/inkml+xml"/>
  <Override PartName="/ppt/ink/ink2308.xml" ContentType="application/inkml+xml"/>
  <Override PartName="/ppt/ink/ink2309.xml" ContentType="application/inkml+xml"/>
  <Override PartName="/ppt/ink/ink2310.xml" ContentType="application/inkml+xml"/>
  <Override PartName="/ppt/ink/ink2311.xml" ContentType="application/inkml+xml"/>
  <Override PartName="/ppt/ink/ink2312.xml" ContentType="application/inkml+xml"/>
  <Override PartName="/ppt/ink/ink2313.xml" ContentType="application/inkml+xml"/>
  <Override PartName="/ppt/ink/ink2314.xml" ContentType="application/inkml+xml"/>
  <Override PartName="/ppt/ink/ink2315.xml" ContentType="application/inkml+xml"/>
  <Override PartName="/ppt/ink/ink2316.xml" ContentType="application/inkml+xml"/>
  <Override PartName="/ppt/ink/ink2317.xml" ContentType="application/inkml+xml"/>
  <Override PartName="/ppt/ink/ink2318.xml" ContentType="application/inkml+xml"/>
  <Override PartName="/ppt/ink/ink2319.xml" ContentType="application/inkml+xml"/>
  <Override PartName="/ppt/ink/ink2320.xml" ContentType="application/inkml+xml"/>
  <Override PartName="/ppt/ink/ink2321.xml" ContentType="application/inkml+xml"/>
  <Override PartName="/ppt/ink/ink2322.xml" ContentType="application/inkml+xml"/>
  <Override PartName="/ppt/ink/ink2323.xml" ContentType="application/inkml+xml"/>
  <Override PartName="/ppt/ink/ink2324.xml" ContentType="application/inkml+xml"/>
  <Override PartName="/ppt/ink/ink2325.xml" ContentType="application/inkml+xml"/>
  <Override PartName="/ppt/ink/ink2326.xml" ContentType="application/inkml+xml"/>
  <Override PartName="/ppt/ink/ink2327.xml" ContentType="application/inkml+xml"/>
  <Override PartName="/ppt/ink/ink2328.xml" ContentType="application/inkml+xml"/>
  <Override PartName="/ppt/ink/ink2329.xml" ContentType="application/inkml+xml"/>
  <Override PartName="/ppt/ink/ink2330.xml" ContentType="application/inkml+xml"/>
  <Override PartName="/ppt/ink/ink2331.xml" ContentType="application/inkml+xml"/>
  <Override PartName="/ppt/ink/ink2332.xml" ContentType="application/inkml+xml"/>
  <Override PartName="/ppt/ink/ink2333.xml" ContentType="application/inkml+xml"/>
  <Override PartName="/ppt/ink/ink2334.xml" ContentType="application/inkml+xml"/>
  <Override PartName="/ppt/ink/ink2335.xml" ContentType="application/inkml+xml"/>
  <Override PartName="/ppt/ink/ink2336.xml" ContentType="application/inkml+xml"/>
  <Override PartName="/ppt/ink/ink2337.xml" ContentType="application/inkml+xml"/>
  <Override PartName="/ppt/ink/ink2338.xml" ContentType="application/inkml+xml"/>
  <Override PartName="/ppt/ink/ink2339.xml" ContentType="application/inkml+xml"/>
  <Override PartName="/ppt/ink/ink2340.xml" ContentType="application/inkml+xml"/>
  <Override PartName="/ppt/ink/ink2341.xml" ContentType="application/inkml+xml"/>
  <Override PartName="/ppt/ink/ink2342.xml" ContentType="application/inkml+xml"/>
  <Override PartName="/ppt/ink/ink2343.xml" ContentType="application/inkml+xml"/>
  <Override PartName="/ppt/ink/ink2344.xml" ContentType="application/inkml+xml"/>
  <Override PartName="/ppt/ink/ink2345.xml" ContentType="application/inkml+xml"/>
  <Override PartName="/ppt/ink/ink2346.xml" ContentType="application/inkml+xml"/>
  <Override PartName="/ppt/ink/ink2347.xml" ContentType="application/inkml+xml"/>
  <Override PartName="/ppt/ink/ink2348.xml" ContentType="application/inkml+xml"/>
  <Override PartName="/ppt/ink/ink2349.xml" ContentType="application/inkml+xml"/>
  <Override PartName="/ppt/ink/ink2350.xml" ContentType="application/inkml+xml"/>
  <Override PartName="/ppt/ink/ink2351.xml" ContentType="application/inkml+xml"/>
  <Override PartName="/ppt/ink/ink2352.xml" ContentType="application/inkml+xml"/>
  <Override PartName="/ppt/ink/ink2353.xml" ContentType="application/inkml+xml"/>
  <Override PartName="/ppt/ink/ink2354.xml" ContentType="application/inkml+xml"/>
  <Override PartName="/ppt/ink/ink2355.xml" ContentType="application/inkml+xml"/>
  <Override PartName="/ppt/ink/ink2356.xml" ContentType="application/inkml+xml"/>
  <Override PartName="/ppt/ink/ink2357.xml" ContentType="application/inkml+xml"/>
  <Override PartName="/ppt/ink/ink2358.xml" ContentType="application/inkml+xml"/>
  <Override PartName="/ppt/ink/ink2359.xml" ContentType="application/inkml+xml"/>
  <Override PartName="/ppt/ink/ink2360.xml" ContentType="application/inkml+xml"/>
  <Override PartName="/ppt/ink/ink2361.xml" ContentType="application/inkml+xml"/>
  <Override PartName="/ppt/ink/ink2362.xml" ContentType="application/inkml+xml"/>
  <Override PartName="/ppt/ink/ink2363.xml" ContentType="application/inkml+xml"/>
  <Override PartName="/ppt/ink/ink2364.xml" ContentType="application/inkml+xml"/>
  <Override PartName="/ppt/ink/ink2365.xml" ContentType="application/inkml+xml"/>
  <Override PartName="/ppt/ink/ink2366.xml" ContentType="application/inkml+xml"/>
  <Override PartName="/ppt/ink/ink2367.xml" ContentType="application/inkml+xml"/>
  <Override PartName="/ppt/ink/ink2368.xml" ContentType="application/inkml+xml"/>
  <Override PartName="/ppt/ink/ink2369.xml" ContentType="application/inkml+xml"/>
  <Override PartName="/ppt/ink/ink2370.xml" ContentType="application/inkml+xml"/>
  <Override PartName="/ppt/ink/ink2371.xml" ContentType="application/inkml+xml"/>
  <Override PartName="/ppt/ink/ink2372.xml" ContentType="application/inkml+xml"/>
  <Override PartName="/ppt/ink/ink2373.xml" ContentType="application/inkml+xml"/>
  <Override PartName="/ppt/ink/ink2374.xml" ContentType="application/inkml+xml"/>
  <Override PartName="/ppt/ink/ink2375.xml" ContentType="application/inkml+xml"/>
  <Override PartName="/ppt/ink/ink2376.xml" ContentType="application/inkml+xml"/>
  <Override PartName="/ppt/ink/ink2377.xml" ContentType="application/inkml+xml"/>
  <Override PartName="/ppt/ink/ink2378.xml" ContentType="application/inkml+xml"/>
  <Override PartName="/ppt/ink/ink2379.xml" ContentType="application/inkml+xml"/>
  <Override PartName="/ppt/ink/ink2380.xml" ContentType="application/inkml+xml"/>
  <Override PartName="/ppt/ink/ink2381.xml" ContentType="application/inkml+xml"/>
  <Override PartName="/ppt/ink/ink2382.xml" ContentType="application/inkml+xml"/>
  <Override PartName="/ppt/ink/ink2383.xml" ContentType="application/inkml+xml"/>
  <Override PartName="/ppt/ink/ink2384.xml" ContentType="application/inkml+xml"/>
  <Override PartName="/ppt/ink/ink2385.xml" ContentType="application/inkml+xml"/>
  <Override PartName="/ppt/ink/ink2386.xml" ContentType="application/inkml+xml"/>
  <Override PartName="/ppt/ink/ink2387.xml" ContentType="application/inkml+xml"/>
  <Override PartName="/ppt/ink/ink2388.xml" ContentType="application/inkml+xml"/>
  <Override PartName="/ppt/ink/ink2389.xml" ContentType="application/inkml+xml"/>
  <Override PartName="/ppt/ink/ink2390.xml" ContentType="application/inkml+xml"/>
  <Override PartName="/ppt/ink/ink2391.xml" ContentType="application/inkml+xml"/>
  <Override PartName="/ppt/ink/ink2392.xml" ContentType="application/inkml+xml"/>
  <Override PartName="/ppt/ink/ink2393.xml" ContentType="application/inkml+xml"/>
  <Override PartName="/ppt/ink/ink2394.xml" ContentType="application/inkml+xml"/>
  <Override PartName="/ppt/ink/ink2395.xml" ContentType="application/inkml+xml"/>
  <Override PartName="/ppt/ink/ink2396.xml" ContentType="application/inkml+xml"/>
  <Override PartName="/ppt/ink/ink2397.xml" ContentType="application/inkml+xml"/>
  <Override PartName="/ppt/ink/ink2398.xml" ContentType="application/inkml+xml"/>
  <Override PartName="/ppt/ink/ink2399.xml" ContentType="application/inkml+xml"/>
  <Override PartName="/ppt/ink/ink2400.xml" ContentType="application/inkml+xml"/>
  <Override PartName="/ppt/ink/ink2401.xml" ContentType="application/inkml+xml"/>
  <Override PartName="/ppt/ink/ink2402.xml" ContentType="application/inkml+xml"/>
  <Override PartName="/ppt/ink/ink2403.xml" ContentType="application/inkml+xml"/>
  <Override PartName="/ppt/ink/ink2404.xml" ContentType="application/inkml+xml"/>
  <Override PartName="/ppt/ink/ink2405.xml" ContentType="application/inkml+xml"/>
  <Override PartName="/ppt/ink/ink2406.xml" ContentType="application/inkml+xml"/>
  <Override PartName="/ppt/ink/ink2407.xml" ContentType="application/inkml+xml"/>
  <Override PartName="/ppt/ink/ink2408.xml" ContentType="application/inkml+xml"/>
  <Override PartName="/ppt/ink/ink2409.xml" ContentType="application/inkml+xml"/>
  <Override PartName="/ppt/ink/ink2410.xml" ContentType="application/inkml+xml"/>
  <Override PartName="/ppt/ink/ink2411.xml" ContentType="application/inkml+xml"/>
  <Override PartName="/ppt/ink/ink2412.xml" ContentType="application/inkml+xml"/>
  <Override PartName="/ppt/ink/ink2413.xml" ContentType="application/inkml+xml"/>
  <Override PartName="/ppt/ink/ink2414.xml" ContentType="application/inkml+xml"/>
  <Override PartName="/ppt/ink/ink2415.xml" ContentType="application/inkml+xml"/>
  <Override PartName="/ppt/ink/ink2416.xml" ContentType="application/inkml+xml"/>
  <Override PartName="/ppt/ink/ink2417.xml" ContentType="application/inkml+xml"/>
  <Override PartName="/ppt/ink/ink2418.xml" ContentType="application/inkml+xml"/>
  <Override PartName="/ppt/ink/ink2419.xml" ContentType="application/inkml+xml"/>
  <Override PartName="/ppt/ink/ink2420.xml" ContentType="application/inkml+xml"/>
  <Override PartName="/ppt/ink/ink2421.xml" ContentType="application/inkml+xml"/>
  <Override PartName="/ppt/ink/ink2422.xml" ContentType="application/inkml+xml"/>
  <Override PartName="/ppt/ink/ink2423.xml" ContentType="application/inkml+xml"/>
  <Override PartName="/ppt/ink/ink2424.xml" ContentType="application/inkml+xml"/>
  <Override PartName="/ppt/ink/ink2425.xml" ContentType="application/inkml+xml"/>
  <Override PartName="/ppt/ink/ink2426.xml" ContentType="application/inkml+xml"/>
  <Override PartName="/ppt/ink/ink2427.xml" ContentType="application/inkml+xml"/>
  <Override PartName="/ppt/ink/ink2428.xml" ContentType="application/inkml+xml"/>
  <Override PartName="/ppt/ink/ink2429.xml" ContentType="application/inkml+xml"/>
  <Override PartName="/ppt/ink/ink2430.xml" ContentType="application/inkml+xml"/>
  <Override PartName="/ppt/ink/ink2431.xml" ContentType="application/inkml+xml"/>
  <Override PartName="/ppt/ink/ink2432.xml" ContentType="application/inkml+xml"/>
  <Override PartName="/ppt/ink/ink2433.xml" ContentType="application/inkml+xml"/>
  <Override PartName="/ppt/ink/ink2434.xml" ContentType="application/inkml+xml"/>
  <Override PartName="/ppt/ink/ink2435.xml" ContentType="application/inkml+xml"/>
  <Override PartName="/ppt/ink/ink2436.xml" ContentType="application/inkml+xml"/>
  <Override PartName="/ppt/ink/ink2437.xml" ContentType="application/inkml+xml"/>
  <Override PartName="/ppt/ink/ink2438.xml" ContentType="application/inkml+xml"/>
  <Override PartName="/ppt/ink/ink2439.xml" ContentType="application/inkml+xml"/>
  <Override PartName="/ppt/ink/ink2440.xml" ContentType="application/inkml+xml"/>
  <Override PartName="/ppt/ink/ink2441.xml" ContentType="application/inkml+xml"/>
  <Override PartName="/ppt/ink/ink2442.xml" ContentType="application/inkml+xml"/>
  <Override PartName="/ppt/ink/ink2443.xml" ContentType="application/inkml+xml"/>
  <Override PartName="/ppt/ink/ink2444.xml" ContentType="application/inkml+xml"/>
  <Override PartName="/ppt/ink/ink2445.xml" ContentType="application/inkml+xml"/>
  <Override PartName="/ppt/ink/ink2446.xml" ContentType="application/inkml+xml"/>
  <Override PartName="/ppt/ink/ink2447.xml" ContentType="application/inkml+xml"/>
  <Override PartName="/ppt/ink/ink2448.xml" ContentType="application/inkml+xml"/>
  <Override PartName="/ppt/ink/ink2449.xml" ContentType="application/inkml+xml"/>
  <Override PartName="/ppt/ink/ink2450.xml" ContentType="application/inkml+xml"/>
  <Override PartName="/ppt/ink/ink2451.xml" ContentType="application/inkml+xml"/>
  <Override PartName="/ppt/ink/ink2452.xml" ContentType="application/inkml+xml"/>
  <Override PartName="/ppt/ink/ink2453.xml" ContentType="application/inkml+xml"/>
  <Override PartName="/ppt/ink/ink2454.xml" ContentType="application/inkml+xml"/>
  <Override PartName="/ppt/ink/ink2455.xml" ContentType="application/inkml+xml"/>
  <Override PartName="/ppt/ink/ink2456.xml" ContentType="application/inkml+xml"/>
  <Override PartName="/ppt/ink/ink2457.xml" ContentType="application/inkml+xml"/>
  <Override PartName="/ppt/ink/ink2458.xml" ContentType="application/inkml+xml"/>
  <Override PartName="/ppt/ink/ink2459.xml" ContentType="application/inkml+xml"/>
  <Override PartName="/ppt/ink/ink2460.xml" ContentType="application/inkml+xml"/>
  <Override PartName="/ppt/ink/ink2461.xml" ContentType="application/inkml+xml"/>
  <Override PartName="/ppt/ink/ink2462.xml" ContentType="application/inkml+xml"/>
  <Override PartName="/ppt/ink/ink2463.xml" ContentType="application/inkml+xml"/>
  <Override PartName="/ppt/ink/ink2464.xml" ContentType="application/inkml+xml"/>
  <Override PartName="/ppt/ink/ink2465.xml" ContentType="application/inkml+xml"/>
  <Override PartName="/ppt/ink/ink2466.xml" ContentType="application/inkml+xml"/>
  <Override PartName="/ppt/ink/ink2467.xml" ContentType="application/inkml+xml"/>
  <Override PartName="/ppt/ink/ink2468.xml" ContentType="application/inkml+xml"/>
  <Override PartName="/ppt/ink/ink2469.xml" ContentType="application/inkml+xml"/>
  <Override PartName="/ppt/ink/ink2470.xml" ContentType="application/inkml+xml"/>
  <Override PartName="/ppt/ink/ink2471.xml" ContentType="application/inkml+xml"/>
  <Override PartName="/ppt/ink/ink2472.xml" ContentType="application/inkml+xml"/>
  <Override PartName="/ppt/ink/ink2473.xml" ContentType="application/inkml+xml"/>
  <Override PartName="/ppt/ink/ink2474.xml" ContentType="application/inkml+xml"/>
  <Override PartName="/ppt/ink/ink2475.xml" ContentType="application/inkml+xml"/>
  <Override PartName="/ppt/ink/ink2476.xml" ContentType="application/inkml+xml"/>
  <Override PartName="/ppt/ink/ink2477.xml" ContentType="application/inkml+xml"/>
  <Override PartName="/ppt/ink/ink2478.xml" ContentType="application/inkml+xml"/>
  <Override PartName="/ppt/ink/ink2479.xml" ContentType="application/inkml+xml"/>
  <Override PartName="/ppt/ink/ink2480.xml" ContentType="application/inkml+xml"/>
  <Override PartName="/ppt/ink/ink2481.xml" ContentType="application/inkml+xml"/>
  <Override PartName="/ppt/ink/ink2482.xml" ContentType="application/inkml+xml"/>
  <Override PartName="/ppt/ink/ink2483.xml" ContentType="application/inkml+xml"/>
  <Override PartName="/ppt/ink/ink2484.xml" ContentType="application/inkml+xml"/>
  <Override PartName="/ppt/ink/ink2485.xml" ContentType="application/inkml+xml"/>
  <Override PartName="/ppt/ink/ink2486.xml" ContentType="application/inkml+xml"/>
  <Override PartName="/ppt/ink/ink2487.xml" ContentType="application/inkml+xml"/>
  <Override PartName="/ppt/ink/ink2488.xml" ContentType="application/inkml+xml"/>
  <Override PartName="/ppt/ink/ink2489.xml" ContentType="application/inkml+xml"/>
  <Override PartName="/ppt/ink/ink2490.xml" ContentType="application/inkml+xml"/>
  <Override PartName="/ppt/ink/ink2491.xml" ContentType="application/inkml+xml"/>
  <Override PartName="/ppt/ink/ink2492.xml" ContentType="application/inkml+xml"/>
  <Override PartName="/ppt/ink/ink2493.xml" ContentType="application/inkml+xml"/>
  <Override PartName="/ppt/ink/ink2494.xml" ContentType="application/inkml+xml"/>
  <Override PartName="/ppt/ink/ink2495.xml" ContentType="application/inkml+xml"/>
  <Override PartName="/ppt/ink/ink2496.xml" ContentType="application/inkml+xml"/>
  <Override PartName="/ppt/ink/ink2497.xml" ContentType="application/inkml+xml"/>
  <Override PartName="/ppt/ink/ink2498.xml" ContentType="application/inkml+xml"/>
  <Override PartName="/ppt/ink/ink2499.xml" ContentType="application/inkml+xml"/>
  <Override PartName="/ppt/ink/ink2500.xml" ContentType="application/inkml+xml"/>
  <Override PartName="/ppt/ink/ink2501.xml" ContentType="application/inkml+xml"/>
  <Override PartName="/ppt/ink/ink2502.xml" ContentType="application/inkml+xml"/>
  <Override PartName="/ppt/ink/ink2503.xml" ContentType="application/inkml+xml"/>
  <Override PartName="/ppt/ink/ink2504.xml" ContentType="application/inkml+xml"/>
  <Override PartName="/ppt/ink/ink2505.xml" ContentType="application/inkml+xml"/>
  <Override PartName="/ppt/ink/ink2506.xml" ContentType="application/inkml+xml"/>
  <Override PartName="/ppt/ink/ink2507.xml" ContentType="application/inkml+xml"/>
  <Override PartName="/ppt/ink/ink2508.xml" ContentType="application/inkml+xml"/>
  <Override PartName="/ppt/ink/ink2509.xml" ContentType="application/inkml+xml"/>
  <Override PartName="/ppt/ink/ink2510.xml" ContentType="application/inkml+xml"/>
  <Override PartName="/ppt/ink/ink2511.xml" ContentType="application/inkml+xml"/>
  <Override PartName="/ppt/ink/ink2512.xml" ContentType="application/inkml+xml"/>
  <Override PartName="/ppt/ink/ink2513.xml" ContentType="application/inkml+xml"/>
  <Override PartName="/ppt/ink/ink2514.xml" ContentType="application/inkml+xml"/>
  <Override PartName="/ppt/ink/ink2515.xml" ContentType="application/inkml+xml"/>
  <Override PartName="/ppt/ink/ink2516.xml" ContentType="application/inkml+xml"/>
  <Override PartName="/ppt/ink/ink2517.xml" ContentType="application/inkml+xml"/>
  <Override PartName="/ppt/ink/ink2518.xml" ContentType="application/inkml+xml"/>
  <Override PartName="/ppt/ink/ink2519.xml" ContentType="application/inkml+xml"/>
  <Override PartName="/ppt/ink/ink2520.xml" ContentType="application/inkml+xml"/>
  <Override PartName="/ppt/ink/ink2521.xml" ContentType="application/inkml+xml"/>
  <Override PartName="/ppt/ink/ink2522.xml" ContentType="application/inkml+xml"/>
  <Override PartName="/ppt/ink/ink2523.xml" ContentType="application/inkml+xml"/>
  <Override PartName="/ppt/ink/ink2524.xml" ContentType="application/inkml+xml"/>
  <Override PartName="/ppt/ink/ink2525.xml" ContentType="application/inkml+xml"/>
  <Override PartName="/ppt/ink/ink2526.xml" ContentType="application/inkml+xml"/>
  <Override PartName="/ppt/ink/ink2527.xml" ContentType="application/inkml+xml"/>
  <Override PartName="/ppt/ink/ink2528.xml" ContentType="application/inkml+xml"/>
  <Override PartName="/ppt/ink/ink2529.xml" ContentType="application/inkml+xml"/>
  <Override PartName="/ppt/ink/ink2530.xml" ContentType="application/inkml+xml"/>
  <Override PartName="/ppt/ink/ink2531.xml" ContentType="application/inkml+xml"/>
  <Override PartName="/ppt/ink/ink2532.xml" ContentType="application/inkml+xml"/>
  <Override PartName="/ppt/ink/ink2533.xml" ContentType="application/inkml+xml"/>
  <Override PartName="/ppt/ink/ink2534.xml" ContentType="application/inkml+xml"/>
  <Override PartName="/ppt/ink/ink2535.xml" ContentType="application/inkml+xml"/>
  <Override PartName="/ppt/ink/ink2536.xml" ContentType="application/inkml+xml"/>
  <Override PartName="/ppt/ink/ink2537.xml" ContentType="application/inkml+xml"/>
  <Override PartName="/ppt/ink/ink2538.xml" ContentType="application/inkml+xml"/>
  <Override PartName="/ppt/ink/ink2539.xml" ContentType="application/inkml+xml"/>
  <Override PartName="/ppt/ink/ink2540.xml" ContentType="application/inkml+xml"/>
  <Override PartName="/ppt/ink/ink2541.xml" ContentType="application/inkml+xml"/>
  <Override PartName="/ppt/ink/ink2542.xml" ContentType="application/inkml+xml"/>
  <Override PartName="/ppt/ink/ink2543.xml" ContentType="application/inkml+xml"/>
  <Override PartName="/ppt/ink/ink2544.xml" ContentType="application/inkml+xml"/>
  <Override PartName="/ppt/ink/ink2545.xml" ContentType="application/inkml+xml"/>
  <Override PartName="/ppt/ink/ink2546.xml" ContentType="application/inkml+xml"/>
  <Override PartName="/ppt/ink/ink2547.xml" ContentType="application/inkml+xml"/>
  <Override PartName="/ppt/ink/ink2548.xml" ContentType="application/inkml+xml"/>
  <Override PartName="/ppt/ink/ink2549.xml" ContentType="application/inkml+xml"/>
  <Override PartName="/ppt/ink/ink2550.xml" ContentType="application/inkml+xml"/>
  <Override PartName="/ppt/ink/ink2551.xml" ContentType="application/inkml+xml"/>
  <Override PartName="/ppt/ink/ink2552.xml" ContentType="application/inkml+xml"/>
  <Override PartName="/ppt/ink/ink2553.xml" ContentType="application/inkml+xml"/>
  <Override PartName="/ppt/ink/ink2554.xml" ContentType="application/inkml+xml"/>
  <Override PartName="/ppt/ink/ink2555.xml" ContentType="application/inkml+xml"/>
  <Override PartName="/ppt/ink/ink2556.xml" ContentType="application/inkml+xml"/>
  <Override PartName="/ppt/ink/ink2557.xml" ContentType="application/inkml+xml"/>
  <Override PartName="/ppt/ink/ink2558.xml" ContentType="application/inkml+xml"/>
  <Override PartName="/ppt/ink/ink2559.xml" ContentType="application/inkml+xml"/>
  <Override PartName="/ppt/ink/ink2560.xml" ContentType="application/inkml+xml"/>
  <Override PartName="/ppt/ink/ink2561.xml" ContentType="application/inkml+xml"/>
  <Override PartName="/ppt/ink/ink2562.xml" ContentType="application/inkml+xml"/>
  <Override PartName="/ppt/ink/ink2563.xml" ContentType="application/inkml+xml"/>
  <Override PartName="/ppt/ink/ink2564.xml" ContentType="application/inkml+xml"/>
  <Override PartName="/ppt/ink/ink2565.xml" ContentType="application/inkml+xml"/>
  <Override PartName="/ppt/ink/ink2566.xml" ContentType="application/inkml+xml"/>
  <Override PartName="/ppt/ink/ink2567.xml" ContentType="application/inkml+xml"/>
  <Override PartName="/ppt/ink/ink2568.xml" ContentType="application/inkml+xml"/>
  <Override PartName="/ppt/ink/ink2569.xml" ContentType="application/inkml+xml"/>
  <Override PartName="/ppt/ink/ink2570.xml" ContentType="application/inkml+xml"/>
  <Override PartName="/ppt/ink/ink2571.xml" ContentType="application/inkml+xml"/>
  <Override PartName="/ppt/ink/ink2572.xml" ContentType="application/inkml+xml"/>
  <Override PartName="/ppt/ink/ink2573.xml" ContentType="application/inkml+xml"/>
  <Override PartName="/ppt/ink/ink2574.xml" ContentType="application/inkml+xml"/>
  <Override PartName="/ppt/ink/ink2575.xml" ContentType="application/inkml+xml"/>
  <Override PartName="/ppt/ink/ink2576.xml" ContentType="application/inkml+xml"/>
  <Override PartName="/ppt/ink/ink2577.xml" ContentType="application/inkml+xml"/>
  <Override PartName="/ppt/ink/ink2578.xml" ContentType="application/inkml+xml"/>
  <Override PartName="/ppt/ink/ink2579.xml" ContentType="application/inkml+xml"/>
  <Override PartName="/ppt/ink/ink2580.xml" ContentType="application/inkml+xml"/>
  <Override PartName="/ppt/ink/ink2581.xml" ContentType="application/inkml+xml"/>
  <Override PartName="/ppt/ink/ink2582.xml" ContentType="application/inkml+xml"/>
  <Override PartName="/ppt/ink/ink2583.xml" ContentType="application/inkml+xml"/>
  <Override PartName="/ppt/ink/ink2584.xml" ContentType="application/inkml+xml"/>
  <Override PartName="/ppt/ink/ink2585.xml" ContentType="application/inkml+xml"/>
  <Override PartName="/ppt/ink/ink2586.xml" ContentType="application/inkml+xml"/>
  <Override PartName="/ppt/ink/ink2587.xml" ContentType="application/inkml+xml"/>
  <Override PartName="/ppt/ink/ink2588.xml" ContentType="application/inkml+xml"/>
  <Override PartName="/ppt/ink/ink2589.xml" ContentType="application/inkml+xml"/>
  <Override PartName="/ppt/ink/ink2590.xml" ContentType="application/inkml+xml"/>
  <Override PartName="/ppt/ink/ink2591.xml" ContentType="application/inkml+xml"/>
  <Override PartName="/ppt/ink/ink2592.xml" ContentType="application/inkml+xml"/>
  <Override PartName="/ppt/ink/ink2593.xml" ContentType="application/inkml+xml"/>
  <Override PartName="/ppt/ink/ink2594.xml" ContentType="application/inkml+xml"/>
  <Override PartName="/ppt/ink/ink2595.xml" ContentType="application/inkml+xml"/>
  <Override PartName="/ppt/ink/ink2596.xml" ContentType="application/inkml+xml"/>
  <Override PartName="/ppt/ink/ink2597.xml" ContentType="application/inkml+xml"/>
  <Override PartName="/ppt/ink/ink2598.xml" ContentType="application/inkml+xml"/>
  <Override PartName="/ppt/ink/ink2599.xml" ContentType="application/inkml+xml"/>
  <Override PartName="/ppt/ink/ink2600.xml" ContentType="application/inkml+xml"/>
  <Override PartName="/ppt/ink/ink2601.xml" ContentType="application/inkml+xml"/>
  <Override PartName="/ppt/ink/ink2602.xml" ContentType="application/inkml+xml"/>
  <Override PartName="/ppt/ink/ink2603.xml" ContentType="application/inkml+xml"/>
  <Override PartName="/ppt/ink/ink2604.xml" ContentType="application/inkml+xml"/>
  <Override PartName="/ppt/ink/ink2605.xml" ContentType="application/inkml+xml"/>
  <Override PartName="/ppt/ink/ink2606.xml" ContentType="application/inkml+xml"/>
  <Override PartName="/ppt/ink/ink2607.xml" ContentType="application/inkml+xml"/>
  <Override PartName="/ppt/ink/ink2608.xml" ContentType="application/inkml+xml"/>
  <Override PartName="/ppt/ink/ink2609.xml" ContentType="application/inkml+xml"/>
  <Override PartName="/ppt/ink/ink2610.xml" ContentType="application/inkml+xml"/>
  <Override PartName="/ppt/ink/ink2611.xml" ContentType="application/inkml+xml"/>
  <Override PartName="/ppt/ink/ink2612.xml" ContentType="application/inkml+xml"/>
  <Override PartName="/ppt/ink/ink2613.xml" ContentType="application/inkml+xml"/>
  <Override PartName="/ppt/ink/ink2614.xml" ContentType="application/inkml+xml"/>
  <Override PartName="/ppt/ink/ink2615.xml" ContentType="application/inkml+xml"/>
  <Override PartName="/ppt/ink/ink2616.xml" ContentType="application/inkml+xml"/>
  <Override PartName="/ppt/ink/ink2617.xml" ContentType="application/inkml+xml"/>
  <Override PartName="/ppt/ink/ink2618.xml" ContentType="application/inkml+xml"/>
  <Override PartName="/ppt/ink/ink2619.xml" ContentType="application/inkml+xml"/>
  <Override PartName="/ppt/ink/ink2620.xml" ContentType="application/inkml+xml"/>
  <Override PartName="/ppt/ink/ink2621.xml" ContentType="application/inkml+xml"/>
  <Override PartName="/ppt/ink/ink2622.xml" ContentType="application/inkml+xml"/>
  <Override PartName="/ppt/ink/ink2623.xml" ContentType="application/inkml+xml"/>
  <Override PartName="/ppt/ink/ink2624.xml" ContentType="application/inkml+xml"/>
  <Override PartName="/ppt/ink/ink2625.xml" ContentType="application/inkml+xml"/>
  <Override PartName="/ppt/ink/ink2626.xml" ContentType="application/inkml+xml"/>
  <Override PartName="/ppt/ink/ink2627.xml" ContentType="application/inkml+xml"/>
  <Override PartName="/ppt/ink/ink2628.xml" ContentType="application/inkml+xml"/>
  <Override PartName="/ppt/ink/ink2629.xml" ContentType="application/inkml+xml"/>
  <Override PartName="/ppt/ink/ink2630.xml" ContentType="application/inkml+xml"/>
  <Override PartName="/ppt/ink/ink2631.xml" ContentType="application/inkml+xml"/>
  <Override PartName="/ppt/ink/ink2632.xml" ContentType="application/inkml+xml"/>
  <Override PartName="/ppt/ink/ink2633.xml" ContentType="application/inkml+xml"/>
  <Override PartName="/ppt/ink/ink2634.xml" ContentType="application/inkml+xml"/>
  <Override PartName="/ppt/ink/ink2635.xml" ContentType="application/inkml+xml"/>
  <Override PartName="/ppt/ink/ink2636.xml" ContentType="application/inkml+xml"/>
  <Override PartName="/ppt/ink/ink2637.xml" ContentType="application/inkml+xml"/>
  <Override PartName="/ppt/ink/ink2638.xml" ContentType="application/inkml+xml"/>
  <Override PartName="/ppt/ink/ink2639.xml" ContentType="application/inkml+xml"/>
  <Override PartName="/ppt/ink/ink2640.xml" ContentType="application/inkml+xml"/>
  <Override PartName="/ppt/ink/ink2641.xml" ContentType="application/inkml+xml"/>
  <Override PartName="/ppt/ink/ink2642.xml" ContentType="application/inkml+xml"/>
  <Override PartName="/ppt/ink/ink2643.xml" ContentType="application/inkml+xml"/>
  <Override PartName="/ppt/ink/ink2644.xml" ContentType="application/inkml+xml"/>
  <Override PartName="/ppt/ink/ink2645.xml" ContentType="application/inkml+xml"/>
  <Override PartName="/ppt/ink/ink2646.xml" ContentType="application/inkml+xml"/>
  <Override PartName="/ppt/ink/ink2647.xml" ContentType="application/inkml+xml"/>
  <Override PartName="/ppt/ink/ink2648.xml" ContentType="application/inkml+xml"/>
  <Override PartName="/ppt/ink/ink2649.xml" ContentType="application/inkml+xml"/>
  <Override PartName="/ppt/ink/ink2650.xml" ContentType="application/inkml+xml"/>
  <Override PartName="/ppt/ink/ink2651.xml" ContentType="application/inkml+xml"/>
  <Override PartName="/ppt/ink/ink2652.xml" ContentType="application/inkml+xml"/>
  <Override PartName="/ppt/ink/ink2653.xml" ContentType="application/inkml+xml"/>
  <Override PartName="/ppt/ink/ink2654.xml" ContentType="application/inkml+xml"/>
  <Override PartName="/ppt/ink/ink2655.xml" ContentType="application/inkml+xml"/>
  <Override PartName="/ppt/ink/ink2656.xml" ContentType="application/inkml+xml"/>
  <Override PartName="/ppt/ink/ink2657.xml" ContentType="application/inkml+xml"/>
  <Override PartName="/ppt/ink/ink2658.xml" ContentType="application/inkml+xml"/>
  <Override PartName="/ppt/ink/ink2659.xml" ContentType="application/inkml+xml"/>
  <Override PartName="/ppt/ink/ink2660.xml" ContentType="application/inkml+xml"/>
  <Override PartName="/ppt/ink/ink2661.xml" ContentType="application/inkml+xml"/>
  <Override PartName="/ppt/ink/ink2662.xml" ContentType="application/inkml+xml"/>
  <Override PartName="/ppt/ink/ink2663.xml" ContentType="application/inkml+xml"/>
  <Override PartName="/ppt/ink/ink2664.xml" ContentType="application/inkml+xml"/>
  <Override PartName="/ppt/ink/ink2665.xml" ContentType="application/inkml+xml"/>
  <Override PartName="/ppt/ink/ink2666.xml" ContentType="application/inkml+xml"/>
  <Override PartName="/ppt/ink/ink2667.xml" ContentType="application/inkml+xml"/>
  <Override PartName="/ppt/ink/ink2668.xml" ContentType="application/inkml+xml"/>
  <Override PartName="/ppt/ink/ink2669.xml" ContentType="application/inkml+xml"/>
  <Override PartName="/ppt/ink/ink2670.xml" ContentType="application/inkml+xml"/>
  <Override PartName="/ppt/ink/ink2671.xml" ContentType="application/inkml+xml"/>
  <Override PartName="/ppt/ink/ink2672.xml" ContentType="application/inkml+xml"/>
  <Override PartName="/ppt/ink/ink2673.xml" ContentType="application/inkml+xml"/>
  <Override PartName="/ppt/ink/ink2674.xml" ContentType="application/inkml+xml"/>
  <Override PartName="/ppt/ink/ink2675.xml" ContentType="application/inkml+xml"/>
  <Override PartName="/ppt/ink/ink2676.xml" ContentType="application/inkml+xml"/>
  <Override PartName="/ppt/ink/ink2677.xml" ContentType="application/inkml+xml"/>
  <Override PartName="/ppt/ink/ink2678.xml" ContentType="application/inkml+xml"/>
  <Override PartName="/ppt/ink/ink2679.xml" ContentType="application/inkml+xml"/>
  <Override PartName="/ppt/ink/ink2680.xml" ContentType="application/inkml+xml"/>
  <Override PartName="/ppt/ink/ink2681.xml" ContentType="application/inkml+xml"/>
  <Override PartName="/ppt/ink/ink2682.xml" ContentType="application/inkml+xml"/>
  <Override PartName="/ppt/ink/ink2683.xml" ContentType="application/inkml+xml"/>
  <Override PartName="/ppt/ink/ink2684.xml" ContentType="application/inkml+xml"/>
  <Override PartName="/ppt/ink/ink2685.xml" ContentType="application/inkml+xml"/>
  <Override PartName="/ppt/ink/ink2686.xml" ContentType="application/inkml+xml"/>
  <Override PartName="/ppt/ink/ink2687.xml" ContentType="application/inkml+xml"/>
  <Override PartName="/ppt/ink/ink2688.xml" ContentType="application/inkml+xml"/>
  <Override PartName="/ppt/ink/ink2689.xml" ContentType="application/inkml+xml"/>
  <Override PartName="/ppt/ink/ink2690.xml" ContentType="application/inkml+xml"/>
  <Override PartName="/ppt/ink/ink2691.xml" ContentType="application/inkml+xml"/>
  <Override PartName="/ppt/ink/ink2692.xml" ContentType="application/inkml+xml"/>
  <Override PartName="/ppt/ink/ink2693.xml" ContentType="application/inkml+xml"/>
  <Override PartName="/ppt/ink/ink2694.xml" ContentType="application/inkml+xml"/>
  <Override PartName="/ppt/ink/ink2695.xml" ContentType="application/inkml+xml"/>
  <Override PartName="/ppt/ink/ink2696.xml" ContentType="application/inkml+xml"/>
  <Override PartName="/ppt/ink/ink2697.xml" ContentType="application/inkml+xml"/>
  <Override PartName="/ppt/ink/ink2698.xml" ContentType="application/inkml+xml"/>
  <Override PartName="/ppt/ink/ink2699.xml" ContentType="application/inkml+xml"/>
  <Override PartName="/ppt/ink/ink2700.xml" ContentType="application/inkml+xml"/>
  <Override PartName="/ppt/ink/ink2701.xml" ContentType="application/inkml+xml"/>
  <Override PartName="/ppt/ink/ink2702.xml" ContentType="application/inkml+xml"/>
  <Override PartName="/ppt/ink/ink2703.xml" ContentType="application/inkml+xml"/>
  <Override PartName="/ppt/ink/ink2704.xml" ContentType="application/inkml+xml"/>
  <Override PartName="/ppt/ink/ink2705.xml" ContentType="application/inkml+xml"/>
  <Override PartName="/ppt/ink/ink2706.xml" ContentType="application/inkml+xml"/>
  <Override PartName="/ppt/ink/ink2707.xml" ContentType="application/inkml+xml"/>
  <Override PartName="/ppt/ink/ink2708.xml" ContentType="application/inkml+xml"/>
  <Override PartName="/ppt/ink/ink2709.xml" ContentType="application/inkml+xml"/>
  <Override PartName="/ppt/ink/ink2710.xml" ContentType="application/inkml+xml"/>
  <Override PartName="/ppt/ink/ink2711.xml" ContentType="application/inkml+xml"/>
  <Override PartName="/ppt/ink/ink2712.xml" ContentType="application/inkml+xml"/>
  <Override PartName="/ppt/ink/ink2713.xml" ContentType="application/inkml+xml"/>
  <Override PartName="/ppt/ink/ink2714.xml" ContentType="application/inkml+xml"/>
  <Override PartName="/ppt/ink/ink2715.xml" ContentType="application/inkml+xml"/>
  <Override PartName="/ppt/ink/ink2716.xml" ContentType="application/inkml+xml"/>
  <Override PartName="/ppt/ink/ink2717.xml" ContentType="application/inkml+xml"/>
  <Override PartName="/ppt/ink/ink2718.xml" ContentType="application/inkml+xml"/>
  <Override PartName="/ppt/ink/ink2719.xml" ContentType="application/inkml+xml"/>
  <Override PartName="/ppt/ink/ink2720.xml" ContentType="application/inkml+xml"/>
  <Override PartName="/ppt/ink/ink2721.xml" ContentType="application/inkml+xml"/>
  <Override PartName="/ppt/ink/ink2722.xml" ContentType="application/inkml+xml"/>
  <Override PartName="/ppt/ink/ink2723.xml" ContentType="application/inkml+xml"/>
  <Override PartName="/ppt/ink/ink2724.xml" ContentType="application/inkml+xml"/>
  <Override PartName="/ppt/ink/ink2725.xml" ContentType="application/inkml+xml"/>
  <Override PartName="/ppt/ink/ink2726.xml" ContentType="application/inkml+xml"/>
  <Override PartName="/ppt/ink/ink2727.xml" ContentType="application/inkml+xml"/>
  <Override PartName="/ppt/ink/ink2728.xml" ContentType="application/inkml+xml"/>
  <Override PartName="/ppt/ink/ink2729.xml" ContentType="application/inkml+xml"/>
  <Override PartName="/ppt/ink/ink2730.xml" ContentType="application/inkml+xml"/>
  <Override PartName="/ppt/ink/ink2731.xml" ContentType="application/inkml+xml"/>
  <Override PartName="/ppt/ink/ink2732.xml" ContentType="application/inkml+xml"/>
  <Override PartName="/ppt/ink/ink2733.xml" ContentType="application/inkml+xml"/>
  <Override PartName="/ppt/ink/ink2734.xml" ContentType="application/inkml+xml"/>
  <Override PartName="/ppt/ink/ink2735.xml" ContentType="application/inkml+xml"/>
  <Override PartName="/ppt/ink/ink2736.xml" ContentType="application/inkml+xml"/>
  <Override PartName="/ppt/ink/ink2737.xml" ContentType="application/inkml+xml"/>
  <Override PartName="/ppt/ink/ink2738.xml" ContentType="application/inkml+xml"/>
  <Override PartName="/ppt/ink/ink2739.xml" ContentType="application/inkml+xml"/>
  <Override PartName="/ppt/ink/ink2740.xml" ContentType="application/inkml+xml"/>
  <Override PartName="/ppt/ink/ink2741.xml" ContentType="application/inkml+xml"/>
  <Override PartName="/ppt/ink/ink2742.xml" ContentType="application/inkml+xml"/>
  <Override PartName="/ppt/ink/ink2743.xml" ContentType="application/inkml+xml"/>
  <Override PartName="/ppt/ink/ink2744.xml" ContentType="application/inkml+xml"/>
  <Override PartName="/ppt/ink/ink2745.xml" ContentType="application/inkml+xml"/>
  <Override PartName="/ppt/ink/ink2746.xml" ContentType="application/inkml+xml"/>
  <Override PartName="/ppt/ink/ink2747.xml" ContentType="application/inkml+xml"/>
  <Override PartName="/ppt/ink/ink2748.xml" ContentType="application/inkml+xml"/>
  <Override PartName="/ppt/ink/ink2749.xml" ContentType="application/inkml+xml"/>
  <Override PartName="/ppt/ink/ink2750.xml" ContentType="application/inkml+xml"/>
  <Override PartName="/ppt/ink/ink2751.xml" ContentType="application/inkml+xml"/>
  <Override PartName="/ppt/ink/ink2752.xml" ContentType="application/inkml+xml"/>
  <Override PartName="/ppt/ink/ink2753.xml" ContentType="application/inkml+xml"/>
  <Override PartName="/ppt/ink/ink2754.xml" ContentType="application/inkml+xml"/>
  <Override PartName="/ppt/ink/ink2755.xml" ContentType="application/inkml+xml"/>
  <Override PartName="/ppt/ink/ink2756.xml" ContentType="application/inkml+xml"/>
  <Override PartName="/ppt/ink/ink2757.xml" ContentType="application/inkml+xml"/>
  <Override PartName="/ppt/ink/ink2758.xml" ContentType="application/inkml+xml"/>
  <Override PartName="/ppt/ink/ink2759.xml" ContentType="application/inkml+xml"/>
  <Override PartName="/ppt/ink/ink2760.xml" ContentType="application/inkml+xml"/>
  <Override PartName="/ppt/ink/ink2761.xml" ContentType="application/inkml+xml"/>
  <Override PartName="/ppt/ink/ink2762.xml" ContentType="application/inkml+xml"/>
  <Override PartName="/ppt/ink/ink2763.xml" ContentType="application/inkml+xml"/>
  <Override PartName="/ppt/ink/ink2764.xml" ContentType="application/inkml+xml"/>
  <Override PartName="/ppt/ink/ink2765.xml" ContentType="application/inkml+xml"/>
  <Override PartName="/ppt/ink/ink2766.xml" ContentType="application/inkml+xml"/>
  <Override PartName="/ppt/ink/ink2767.xml" ContentType="application/inkml+xml"/>
  <Override PartName="/ppt/ink/ink2768.xml" ContentType="application/inkml+xml"/>
  <Override PartName="/ppt/ink/ink2769.xml" ContentType="application/inkml+xml"/>
  <Override PartName="/ppt/ink/ink2770.xml" ContentType="application/inkml+xml"/>
  <Override PartName="/ppt/ink/ink2771.xml" ContentType="application/inkml+xml"/>
  <Override PartName="/ppt/ink/ink2772.xml" ContentType="application/inkml+xml"/>
  <Override PartName="/ppt/ink/ink2773.xml" ContentType="application/inkml+xml"/>
  <Override PartName="/ppt/ink/ink2774.xml" ContentType="application/inkml+xml"/>
  <Override PartName="/ppt/ink/ink2775.xml" ContentType="application/inkml+xml"/>
  <Override PartName="/ppt/ink/ink2776.xml" ContentType="application/inkml+xml"/>
  <Override PartName="/ppt/ink/ink2777.xml" ContentType="application/inkml+xml"/>
  <Override PartName="/ppt/ink/ink2778.xml" ContentType="application/inkml+xml"/>
  <Override PartName="/ppt/ink/ink2779.xml" ContentType="application/inkml+xml"/>
  <Override PartName="/ppt/ink/ink2780.xml" ContentType="application/inkml+xml"/>
  <Override PartName="/ppt/ink/ink2781.xml" ContentType="application/inkml+xml"/>
  <Override PartName="/ppt/ink/ink2782.xml" ContentType="application/inkml+xml"/>
  <Override PartName="/ppt/ink/ink2783.xml" ContentType="application/inkml+xml"/>
  <Override PartName="/ppt/ink/ink2784.xml" ContentType="application/inkml+xml"/>
  <Override PartName="/ppt/ink/ink2785.xml" ContentType="application/inkml+xml"/>
  <Override PartName="/ppt/ink/ink2786.xml" ContentType="application/inkml+xml"/>
  <Override PartName="/ppt/ink/ink2787.xml" ContentType="application/inkml+xml"/>
  <Override PartName="/ppt/ink/ink2788.xml" ContentType="application/inkml+xml"/>
  <Override PartName="/ppt/ink/ink2789.xml" ContentType="application/inkml+xml"/>
  <Override PartName="/ppt/ink/ink2790.xml" ContentType="application/inkml+xml"/>
  <Override PartName="/ppt/ink/ink2791.xml" ContentType="application/inkml+xml"/>
  <Override PartName="/ppt/ink/ink2792.xml" ContentType="application/inkml+xml"/>
  <Override PartName="/ppt/ink/ink2793.xml" ContentType="application/inkml+xml"/>
  <Override PartName="/ppt/ink/ink2794.xml" ContentType="application/inkml+xml"/>
  <Override PartName="/ppt/ink/ink2795.xml" ContentType="application/inkml+xml"/>
  <Override PartName="/ppt/ink/ink2796.xml" ContentType="application/inkml+xml"/>
  <Override PartName="/ppt/ink/ink2797.xml" ContentType="application/inkml+xml"/>
  <Override PartName="/ppt/ink/ink2798.xml" ContentType="application/inkml+xml"/>
  <Override PartName="/ppt/ink/ink2799.xml" ContentType="application/inkml+xml"/>
  <Override PartName="/ppt/ink/ink2800.xml" ContentType="application/inkml+xml"/>
  <Override PartName="/ppt/ink/ink2801.xml" ContentType="application/inkml+xml"/>
  <Override PartName="/ppt/ink/ink2802.xml" ContentType="application/inkml+xml"/>
  <Override PartName="/ppt/ink/ink2803.xml" ContentType="application/inkml+xml"/>
  <Override PartName="/ppt/ink/ink2804.xml" ContentType="application/inkml+xml"/>
  <Override PartName="/ppt/ink/ink2805.xml" ContentType="application/inkml+xml"/>
  <Override PartName="/ppt/ink/ink2806.xml" ContentType="application/inkml+xml"/>
  <Override PartName="/ppt/ink/ink2807.xml" ContentType="application/inkml+xml"/>
  <Override PartName="/ppt/ink/ink2808.xml" ContentType="application/inkml+xml"/>
  <Override PartName="/ppt/ink/ink2809.xml" ContentType="application/inkml+xml"/>
  <Override PartName="/ppt/ink/ink2810.xml" ContentType="application/inkml+xml"/>
  <Override PartName="/ppt/ink/ink2811.xml" ContentType="application/inkml+xml"/>
  <Override PartName="/ppt/ink/ink2812.xml" ContentType="application/inkml+xml"/>
  <Override PartName="/ppt/ink/ink2813.xml" ContentType="application/inkml+xml"/>
  <Override PartName="/ppt/ink/ink2814.xml" ContentType="application/inkml+xml"/>
  <Override PartName="/ppt/ink/ink2815.xml" ContentType="application/inkml+xml"/>
  <Override PartName="/ppt/ink/ink2816.xml" ContentType="application/inkml+xml"/>
  <Override PartName="/ppt/ink/ink2817.xml" ContentType="application/inkml+xml"/>
  <Override PartName="/ppt/ink/ink2818.xml" ContentType="application/inkml+xml"/>
  <Override PartName="/ppt/ink/ink2819.xml" ContentType="application/inkml+xml"/>
  <Override PartName="/ppt/ink/ink2820.xml" ContentType="application/inkml+xml"/>
  <Override PartName="/ppt/ink/ink2821.xml" ContentType="application/inkml+xml"/>
  <Override PartName="/ppt/ink/ink2822.xml" ContentType="application/inkml+xml"/>
  <Override PartName="/ppt/ink/ink2823.xml" ContentType="application/inkml+xml"/>
  <Override PartName="/ppt/ink/ink2824.xml" ContentType="application/inkml+xml"/>
  <Override PartName="/ppt/ink/ink2825.xml" ContentType="application/inkml+xml"/>
  <Override PartName="/ppt/ink/ink2826.xml" ContentType="application/inkml+xml"/>
  <Override PartName="/ppt/ink/ink2827.xml" ContentType="application/inkml+xml"/>
  <Override PartName="/ppt/ink/ink2828.xml" ContentType="application/inkml+xml"/>
  <Override PartName="/ppt/ink/ink2829.xml" ContentType="application/inkml+xml"/>
  <Override PartName="/ppt/ink/ink2830.xml" ContentType="application/inkml+xml"/>
  <Override PartName="/ppt/ink/ink2831.xml" ContentType="application/inkml+xml"/>
  <Override PartName="/ppt/ink/ink2832.xml" ContentType="application/inkml+xml"/>
  <Override PartName="/ppt/ink/ink2833.xml" ContentType="application/inkml+xml"/>
  <Override PartName="/ppt/ink/ink2834.xml" ContentType="application/inkml+xml"/>
  <Override PartName="/ppt/ink/ink2835.xml" ContentType="application/inkml+xml"/>
  <Override PartName="/ppt/ink/ink2836.xml" ContentType="application/inkml+xml"/>
  <Override PartName="/ppt/ink/ink2837.xml" ContentType="application/inkml+xml"/>
  <Override PartName="/ppt/ink/ink2838.xml" ContentType="application/inkml+xml"/>
  <Override PartName="/ppt/ink/ink2839.xml" ContentType="application/inkml+xml"/>
  <Override PartName="/ppt/ink/ink2840.xml" ContentType="application/inkml+xml"/>
  <Override PartName="/ppt/ink/ink2841.xml" ContentType="application/inkml+xml"/>
  <Override PartName="/ppt/ink/ink2842.xml" ContentType="application/inkml+xml"/>
  <Override PartName="/ppt/ink/ink2843.xml" ContentType="application/inkml+xml"/>
  <Override PartName="/ppt/ink/ink2844.xml" ContentType="application/inkml+xml"/>
  <Override PartName="/ppt/ink/ink2845.xml" ContentType="application/inkml+xml"/>
  <Override PartName="/ppt/ink/ink2846.xml" ContentType="application/inkml+xml"/>
  <Override PartName="/ppt/ink/ink2847.xml" ContentType="application/inkml+xml"/>
  <Override PartName="/ppt/ink/ink2848.xml" ContentType="application/inkml+xml"/>
  <Override PartName="/ppt/ink/ink2849.xml" ContentType="application/inkml+xml"/>
  <Override PartName="/ppt/ink/ink2850.xml" ContentType="application/inkml+xml"/>
  <Override PartName="/ppt/ink/ink2851.xml" ContentType="application/inkml+xml"/>
  <Override PartName="/ppt/ink/ink2852.xml" ContentType="application/inkml+xml"/>
  <Override PartName="/ppt/ink/ink2853.xml" ContentType="application/inkml+xml"/>
  <Override PartName="/ppt/ink/ink2854.xml" ContentType="application/inkml+xml"/>
  <Override PartName="/ppt/ink/ink2855.xml" ContentType="application/inkml+xml"/>
  <Override PartName="/ppt/ink/ink2856.xml" ContentType="application/inkml+xml"/>
  <Override PartName="/ppt/ink/ink2857.xml" ContentType="application/inkml+xml"/>
  <Override PartName="/ppt/ink/ink2858.xml" ContentType="application/inkml+xml"/>
  <Override PartName="/ppt/ink/ink2859.xml" ContentType="application/inkml+xml"/>
  <Override PartName="/ppt/ink/ink2860.xml" ContentType="application/inkml+xml"/>
  <Override PartName="/ppt/ink/ink2861.xml" ContentType="application/inkml+xml"/>
  <Override PartName="/ppt/ink/ink2862.xml" ContentType="application/inkml+xml"/>
  <Override PartName="/ppt/ink/ink2863.xml" ContentType="application/inkml+xml"/>
  <Override PartName="/ppt/ink/ink2864.xml" ContentType="application/inkml+xml"/>
  <Override PartName="/ppt/ink/ink2865.xml" ContentType="application/inkml+xml"/>
  <Override PartName="/ppt/ink/ink2866.xml" ContentType="application/inkml+xml"/>
  <Override PartName="/ppt/ink/ink2867.xml" ContentType="application/inkml+xml"/>
  <Override PartName="/ppt/ink/ink2868.xml" ContentType="application/inkml+xml"/>
  <Override PartName="/ppt/ink/ink2869.xml" ContentType="application/inkml+xml"/>
  <Override PartName="/ppt/ink/ink2870.xml" ContentType="application/inkml+xml"/>
  <Override PartName="/ppt/ink/ink2871.xml" ContentType="application/inkml+xml"/>
  <Override PartName="/ppt/ink/ink2872.xml" ContentType="application/inkml+xml"/>
  <Override PartName="/ppt/ink/ink2873.xml" ContentType="application/inkml+xml"/>
  <Override PartName="/ppt/ink/ink2874.xml" ContentType="application/inkml+xml"/>
  <Override PartName="/ppt/ink/ink2875.xml" ContentType="application/inkml+xml"/>
  <Override PartName="/ppt/ink/ink2876.xml" ContentType="application/inkml+xml"/>
  <Override PartName="/ppt/ink/ink2877.xml" ContentType="application/inkml+xml"/>
  <Override PartName="/ppt/ink/ink2878.xml" ContentType="application/inkml+xml"/>
  <Override PartName="/ppt/ink/ink2879.xml" ContentType="application/inkml+xml"/>
  <Override PartName="/ppt/ink/ink2880.xml" ContentType="application/inkml+xml"/>
  <Override PartName="/ppt/ink/ink2881.xml" ContentType="application/inkml+xml"/>
  <Override PartName="/ppt/ink/ink2882.xml" ContentType="application/inkml+xml"/>
  <Override PartName="/ppt/ink/ink2883.xml" ContentType="application/inkml+xml"/>
  <Override PartName="/ppt/ink/ink2884.xml" ContentType="application/inkml+xml"/>
  <Override PartName="/ppt/ink/ink2885.xml" ContentType="application/inkml+xml"/>
  <Override PartName="/ppt/ink/ink2886.xml" ContentType="application/inkml+xml"/>
  <Override PartName="/ppt/ink/ink2887.xml" ContentType="application/inkml+xml"/>
  <Override PartName="/ppt/ink/ink2888.xml" ContentType="application/inkml+xml"/>
  <Override PartName="/ppt/ink/ink2889.xml" ContentType="application/inkml+xml"/>
  <Override PartName="/ppt/ink/ink2890.xml" ContentType="application/inkml+xml"/>
  <Override PartName="/ppt/ink/ink2891.xml" ContentType="application/inkml+xml"/>
  <Override PartName="/ppt/ink/ink2892.xml" ContentType="application/inkml+xml"/>
  <Override PartName="/ppt/ink/ink2893.xml" ContentType="application/inkml+xml"/>
  <Override PartName="/ppt/ink/ink2894.xml" ContentType="application/inkml+xml"/>
  <Override PartName="/ppt/ink/ink2895.xml" ContentType="application/inkml+xml"/>
  <Override PartName="/ppt/ink/ink2896.xml" ContentType="application/inkml+xml"/>
  <Override PartName="/ppt/ink/ink2897.xml" ContentType="application/inkml+xml"/>
  <Override PartName="/ppt/ink/ink2898.xml" ContentType="application/inkml+xml"/>
  <Override PartName="/ppt/ink/ink2899.xml" ContentType="application/inkml+xml"/>
  <Override PartName="/ppt/ink/ink2900.xml" ContentType="application/inkml+xml"/>
  <Override PartName="/ppt/ink/ink2901.xml" ContentType="application/inkml+xml"/>
  <Override PartName="/ppt/ink/ink2902.xml" ContentType="application/inkml+xml"/>
  <Override PartName="/ppt/ink/ink2903.xml" ContentType="application/inkml+xml"/>
  <Override PartName="/ppt/ink/ink2904.xml" ContentType="application/inkml+xml"/>
  <Override PartName="/ppt/ink/ink2905.xml" ContentType="application/inkml+xml"/>
  <Override PartName="/ppt/ink/ink2906.xml" ContentType="application/inkml+xml"/>
  <Override PartName="/ppt/ink/ink2907.xml" ContentType="application/inkml+xml"/>
  <Override PartName="/ppt/ink/ink2908.xml" ContentType="application/inkml+xml"/>
  <Override PartName="/ppt/ink/ink2909.xml" ContentType="application/inkml+xml"/>
  <Override PartName="/ppt/ink/ink2910.xml" ContentType="application/inkml+xml"/>
  <Override PartName="/ppt/ink/ink2911.xml" ContentType="application/inkml+xml"/>
  <Override PartName="/ppt/ink/ink2912.xml" ContentType="application/inkml+xml"/>
  <Override PartName="/ppt/ink/ink2913.xml" ContentType="application/inkml+xml"/>
  <Override PartName="/ppt/ink/ink2914.xml" ContentType="application/inkml+xml"/>
  <Override PartName="/ppt/ink/ink2915.xml" ContentType="application/inkml+xml"/>
  <Override PartName="/ppt/ink/ink2916.xml" ContentType="application/inkml+xml"/>
  <Override PartName="/ppt/ink/ink2917.xml" ContentType="application/inkml+xml"/>
  <Override PartName="/ppt/ink/ink2918.xml" ContentType="application/inkml+xml"/>
  <Override PartName="/ppt/ink/ink2919.xml" ContentType="application/inkml+xml"/>
  <Override PartName="/ppt/ink/ink2920.xml" ContentType="application/inkml+xml"/>
  <Override PartName="/ppt/ink/ink2921.xml" ContentType="application/inkml+xml"/>
  <Override PartName="/ppt/ink/ink2922.xml" ContentType="application/inkml+xml"/>
  <Override PartName="/ppt/ink/ink2923.xml" ContentType="application/inkml+xml"/>
  <Override PartName="/ppt/ink/ink2924.xml" ContentType="application/inkml+xml"/>
  <Override PartName="/ppt/ink/ink2925.xml" ContentType="application/inkml+xml"/>
  <Override PartName="/ppt/ink/ink2926.xml" ContentType="application/inkml+xml"/>
  <Override PartName="/ppt/ink/ink2927.xml" ContentType="application/inkml+xml"/>
  <Override PartName="/ppt/ink/ink2928.xml" ContentType="application/inkml+xml"/>
  <Override PartName="/ppt/ink/ink2929.xml" ContentType="application/inkml+xml"/>
  <Override PartName="/ppt/ink/ink2930.xml" ContentType="application/inkml+xml"/>
  <Override PartName="/ppt/ink/ink2931.xml" ContentType="application/inkml+xml"/>
  <Override PartName="/ppt/ink/ink2932.xml" ContentType="application/inkml+xml"/>
  <Override PartName="/ppt/ink/ink2933.xml" ContentType="application/inkml+xml"/>
  <Override PartName="/ppt/ink/ink2934.xml" ContentType="application/inkml+xml"/>
  <Override PartName="/ppt/ink/ink2935.xml" ContentType="application/inkml+xml"/>
  <Override PartName="/ppt/ink/ink2936.xml" ContentType="application/inkml+xml"/>
  <Override PartName="/ppt/ink/ink2937.xml" ContentType="application/inkml+xml"/>
  <Override PartName="/ppt/ink/ink2938.xml" ContentType="application/inkml+xml"/>
  <Override PartName="/ppt/ink/ink2939.xml" ContentType="application/inkml+xml"/>
  <Override PartName="/ppt/ink/ink2940.xml" ContentType="application/inkml+xml"/>
  <Override PartName="/ppt/ink/ink2941.xml" ContentType="application/inkml+xml"/>
  <Override PartName="/ppt/ink/ink2942.xml" ContentType="application/inkml+xml"/>
  <Override PartName="/ppt/ink/ink2943.xml" ContentType="application/inkml+xml"/>
  <Override PartName="/ppt/ink/ink2944.xml" ContentType="application/inkml+xml"/>
  <Override PartName="/ppt/ink/ink2945.xml" ContentType="application/inkml+xml"/>
  <Override PartName="/ppt/ink/ink2946.xml" ContentType="application/inkml+xml"/>
  <Override PartName="/ppt/ink/ink2947.xml" ContentType="application/inkml+xml"/>
  <Override PartName="/ppt/ink/ink2948.xml" ContentType="application/inkml+xml"/>
  <Override PartName="/ppt/ink/ink2949.xml" ContentType="application/inkml+xml"/>
  <Override PartName="/ppt/ink/ink2950.xml" ContentType="application/inkml+xml"/>
  <Override PartName="/ppt/ink/ink2951.xml" ContentType="application/inkml+xml"/>
  <Override PartName="/ppt/ink/ink2952.xml" ContentType="application/inkml+xml"/>
  <Override PartName="/ppt/ink/ink2953.xml" ContentType="application/inkml+xml"/>
  <Override PartName="/ppt/ink/ink2954.xml" ContentType="application/inkml+xml"/>
  <Override PartName="/ppt/ink/ink2955.xml" ContentType="application/inkml+xml"/>
  <Override PartName="/ppt/ink/ink2956.xml" ContentType="application/inkml+xml"/>
  <Override PartName="/ppt/ink/ink2957.xml" ContentType="application/inkml+xml"/>
  <Override PartName="/ppt/ink/ink2958.xml" ContentType="application/inkml+xml"/>
  <Override PartName="/ppt/ink/ink2959.xml" ContentType="application/inkml+xml"/>
  <Override PartName="/ppt/ink/ink2960.xml" ContentType="application/inkml+xml"/>
  <Override PartName="/ppt/ink/ink2961.xml" ContentType="application/inkml+xml"/>
  <Override PartName="/ppt/ink/ink2962.xml" ContentType="application/inkml+xml"/>
  <Override PartName="/ppt/ink/ink2963.xml" ContentType="application/inkml+xml"/>
  <Override PartName="/ppt/ink/ink2964.xml" ContentType="application/inkml+xml"/>
  <Override PartName="/ppt/ink/ink2965.xml" ContentType="application/inkml+xml"/>
  <Override PartName="/ppt/ink/ink2966.xml" ContentType="application/inkml+xml"/>
  <Override PartName="/ppt/ink/ink2967.xml" ContentType="application/inkml+xml"/>
  <Override PartName="/ppt/ink/ink2968.xml" ContentType="application/inkml+xml"/>
  <Override PartName="/ppt/ink/ink2969.xml" ContentType="application/inkml+xml"/>
  <Override PartName="/ppt/ink/ink2970.xml" ContentType="application/inkml+xml"/>
  <Override PartName="/ppt/ink/ink2971.xml" ContentType="application/inkml+xml"/>
  <Override PartName="/ppt/ink/ink2972.xml" ContentType="application/inkml+xml"/>
  <Override PartName="/ppt/ink/ink2973.xml" ContentType="application/inkml+xml"/>
  <Override PartName="/ppt/ink/ink2974.xml" ContentType="application/inkml+xml"/>
  <Override PartName="/ppt/ink/ink2975.xml" ContentType="application/inkml+xml"/>
  <Override PartName="/ppt/ink/ink2976.xml" ContentType="application/inkml+xml"/>
  <Override PartName="/ppt/ink/ink2977.xml" ContentType="application/inkml+xml"/>
  <Override PartName="/ppt/ink/ink2978.xml" ContentType="application/inkml+xml"/>
  <Override PartName="/ppt/ink/ink2979.xml" ContentType="application/inkml+xml"/>
  <Override PartName="/ppt/ink/ink2980.xml" ContentType="application/inkml+xml"/>
  <Override PartName="/ppt/ink/ink2981.xml" ContentType="application/inkml+xml"/>
  <Override PartName="/ppt/ink/ink2982.xml" ContentType="application/inkml+xml"/>
  <Override PartName="/ppt/ink/ink2983.xml" ContentType="application/inkml+xml"/>
  <Override PartName="/ppt/ink/ink2984.xml" ContentType="application/inkml+xml"/>
  <Override PartName="/ppt/ink/ink2985.xml" ContentType="application/inkml+xml"/>
  <Override PartName="/ppt/ink/ink2986.xml" ContentType="application/inkml+xml"/>
  <Override PartName="/ppt/ink/ink2987.xml" ContentType="application/inkml+xml"/>
  <Override PartName="/ppt/ink/ink2988.xml" ContentType="application/inkml+xml"/>
  <Override PartName="/ppt/ink/ink2989.xml" ContentType="application/inkml+xml"/>
  <Override PartName="/ppt/ink/ink2990.xml" ContentType="application/inkml+xml"/>
  <Override PartName="/ppt/ink/ink2991.xml" ContentType="application/inkml+xml"/>
  <Override PartName="/ppt/ink/ink2992.xml" ContentType="application/inkml+xml"/>
  <Override PartName="/ppt/ink/ink2993.xml" ContentType="application/inkml+xml"/>
  <Override PartName="/ppt/ink/ink2994.xml" ContentType="application/inkml+xml"/>
  <Override PartName="/ppt/ink/ink2995.xml" ContentType="application/inkml+xml"/>
  <Override PartName="/ppt/ink/ink2996.xml" ContentType="application/inkml+xml"/>
  <Override PartName="/ppt/ink/ink2997.xml" ContentType="application/inkml+xml"/>
  <Override PartName="/ppt/ink/ink2998.xml" ContentType="application/inkml+xml"/>
  <Override PartName="/ppt/ink/ink2999.xml" ContentType="application/inkml+xml"/>
  <Override PartName="/ppt/ink/ink3000.xml" ContentType="application/inkml+xml"/>
  <Override PartName="/ppt/ink/ink3001.xml" ContentType="application/inkml+xml"/>
  <Override PartName="/ppt/ink/ink3002.xml" ContentType="application/inkml+xml"/>
  <Override PartName="/ppt/ink/ink3003.xml" ContentType="application/inkml+xml"/>
  <Override PartName="/ppt/ink/ink3004.xml" ContentType="application/inkml+xml"/>
  <Override PartName="/ppt/ink/ink3005.xml" ContentType="application/inkml+xml"/>
  <Override PartName="/ppt/ink/ink3006.xml" ContentType="application/inkml+xml"/>
  <Override PartName="/ppt/ink/ink3007.xml" ContentType="application/inkml+xml"/>
  <Override PartName="/ppt/ink/ink3008.xml" ContentType="application/inkml+xml"/>
  <Override PartName="/ppt/ink/ink3009.xml" ContentType="application/inkml+xml"/>
  <Override PartName="/ppt/ink/ink3010.xml" ContentType="application/inkml+xml"/>
  <Override PartName="/ppt/ink/ink3011.xml" ContentType="application/inkml+xml"/>
  <Override PartName="/ppt/ink/ink3012.xml" ContentType="application/inkml+xml"/>
  <Override PartName="/ppt/ink/ink3013.xml" ContentType="application/inkml+xml"/>
  <Override PartName="/ppt/ink/ink3014.xml" ContentType="application/inkml+xml"/>
  <Override PartName="/ppt/ink/ink3015.xml" ContentType="application/inkml+xml"/>
  <Override PartName="/ppt/ink/ink3016.xml" ContentType="application/inkml+xml"/>
  <Override PartName="/ppt/ink/ink3017.xml" ContentType="application/inkml+xml"/>
  <Override PartName="/ppt/ink/ink3018.xml" ContentType="application/inkml+xml"/>
  <Override PartName="/ppt/ink/ink3019.xml" ContentType="application/inkml+xml"/>
  <Override PartName="/ppt/ink/ink3020.xml" ContentType="application/inkml+xml"/>
  <Override PartName="/ppt/ink/ink3021.xml" ContentType="application/inkml+xml"/>
  <Override PartName="/ppt/ink/ink3022.xml" ContentType="application/inkml+xml"/>
  <Override PartName="/ppt/ink/ink3023.xml" ContentType="application/inkml+xml"/>
  <Override PartName="/ppt/ink/ink3024.xml" ContentType="application/inkml+xml"/>
  <Override PartName="/ppt/ink/ink3025.xml" ContentType="application/inkml+xml"/>
  <Override PartName="/ppt/ink/ink3026.xml" ContentType="application/inkml+xml"/>
  <Override PartName="/ppt/ink/ink3027.xml" ContentType="application/inkml+xml"/>
  <Override PartName="/ppt/ink/ink3028.xml" ContentType="application/inkml+xml"/>
  <Override PartName="/ppt/ink/ink3029.xml" ContentType="application/inkml+xml"/>
  <Override PartName="/ppt/ink/ink3030.xml" ContentType="application/inkml+xml"/>
  <Override PartName="/ppt/ink/ink3031.xml" ContentType="application/inkml+xml"/>
  <Override PartName="/ppt/ink/ink3032.xml" ContentType="application/inkml+xml"/>
  <Override PartName="/ppt/ink/ink3033.xml" ContentType="application/inkml+xml"/>
  <Override PartName="/ppt/ink/ink3034.xml" ContentType="application/inkml+xml"/>
  <Override PartName="/ppt/ink/ink3035.xml" ContentType="application/inkml+xml"/>
  <Override PartName="/ppt/ink/ink3036.xml" ContentType="application/inkml+xml"/>
  <Override PartName="/ppt/ink/ink3037.xml" ContentType="application/inkml+xml"/>
  <Override PartName="/ppt/ink/ink3038.xml" ContentType="application/inkml+xml"/>
  <Override PartName="/ppt/ink/ink3039.xml" ContentType="application/inkml+xml"/>
  <Override PartName="/ppt/ink/ink3040.xml" ContentType="application/inkml+xml"/>
  <Override PartName="/ppt/ink/ink3041.xml" ContentType="application/inkml+xml"/>
  <Override PartName="/ppt/ink/ink3042.xml" ContentType="application/inkml+xml"/>
  <Override PartName="/ppt/ink/ink3043.xml" ContentType="application/inkml+xml"/>
  <Override PartName="/ppt/ink/ink3044.xml" ContentType="application/inkml+xml"/>
  <Override PartName="/ppt/ink/ink304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4"/>
  </p:notesMasterIdLst>
  <p:handoutMasterIdLst>
    <p:handoutMasterId r:id="rId45"/>
  </p:handoutMasterIdLst>
  <p:sldIdLst>
    <p:sldId id="794" r:id="rId2"/>
    <p:sldId id="830" r:id="rId3"/>
    <p:sldId id="838" r:id="rId4"/>
    <p:sldId id="823" r:id="rId5"/>
    <p:sldId id="839" r:id="rId6"/>
    <p:sldId id="831" r:id="rId7"/>
    <p:sldId id="832" r:id="rId8"/>
    <p:sldId id="840" r:id="rId9"/>
    <p:sldId id="833" r:id="rId10"/>
    <p:sldId id="825" r:id="rId11"/>
    <p:sldId id="826" r:id="rId12"/>
    <p:sldId id="834" r:id="rId13"/>
    <p:sldId id="841" r:id="rId14"/>
    <p:sldId id="828" r:id="rId15"/>
    <p:sldId id="795" r:id="rId16"/>
    <p:sldId id="835" r:id="rId17"/>
    <p:sldId id="837" r:id="rId18"/>
    <p:sldId id="842" r:id="rId19"/>
    <p:sldId id="802" r:id="rId20"/>
    <p:sldId id="803" r:id="rId21"/>
    <p:sldId id="804" r:id="rId22"/>
    <p:sldId id="805" r:id="rId23"/>
    <p:sldId id="806" r:id="rId24"/>
    <p:sldId id="807" r:id="rId25"/>
    <p:sldId id="808" r:id="rId26"/>
    <p:sldId id="809" r:id="rId27"/>
    <p:sldId id="810" r:id="rId28"/>
    <p:sldId id="811" r:id="rId29"/>
    <p:sldId id="812" r:id="rId30"/>
    <p:sldId id="813" r:id="rId31"/>
    <p:sldId id="814" r:id="rId32"/>
    <p:sldId id="817" r:id="rId33"/>
    <p:sldId id="829" r:id="rId34"/>
    <p:sldId id="827" r:id="rId35"/>
    <p:sldId id="818" r:id="rId36"/>
    <p:sldId id="820" r:id="rId37"/>
    <p:sldId id="821" r:id="rId38"/>
    <p:sldId id="822" r:id="rId39"/>
    <p:sldId id="798" r:id="rId40"/>
    <p:sldId id="799" r:id="rId41"/>
    <p:sldId id="800" r:id="rId42"/>
    <p:sldId id="801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sser Khan" initials="Y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1B1E"/>
    <a:srgbClr val="8C1515"/>
    <a:srgbClr val="AFEBFF"/>
    <a:srgbClr val="FFAAAA"/>
    <a:srgbClr val="E3B7F1"/>
    <a:srgbClr val="C6D4FF"/>
    <a:srgbClr val="C5FFC5"/>
    <a:srgbClr val="05274E"/>
    <a:srgbClr val="B0C3FF"/>
    <a:srgbClr val="FFFF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49" autoAdjust="0"/>
    <p:restoredTop sz="92763" autoAdjust="0"/>
  </p:normalViewPr>
  <p:slideViewPr>
    <p:cSldViewPr snapToGrid="0">
      <p:cViewPr>
        <p:scale>
          <a:sx n="122" d="100"/>
          <a:sy n="122" d="100"/>
        </p:scale>
        <p:origin x="86" y="1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-2856"/>
    </p:cViewPr>
  </p:sorterViewPr>
  <p:notesViewPr>
    <p:cSldViewPr snapToGrid="0">
      <p:cViewPr varScale="1">
        <p:scale>
          <a:sx n="65" d="100"/>
          <a:sy n="65" d="100"/>
        </p:scale>
        <p:origin x="2578" y="5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9E6E90-D057-4D0D-B992-091951C9891F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CD6554-DBE6-4CB7-8C9A-72353E7B6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987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4:30.1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25 322 5065 0 0,'-8'-33'1232'0'0,"2"-1"1"0"0,1-1-1 0 0,2 1 0 0 0,1 0 0 0 0,2-1 1 0 0,7-59-1 0 0,-3 71 903 0 0,1 32-163 0 0,1 36-546 0 0,26 419-392 0 0,15 162 353 0 0,-41-564-2229 0 0,26 107 0 0 0,-24-140 453 0 0,1 0 0 0 0,2-2 0 0 0,0 1-1 0 0,2-1 1 0 0,30 47 0 0 0,-37-64-914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4:30.7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197 255 3225 0 0,'-34'9'1917'0'0,"-56"24"1"0"0,17-6 3902 0 0,108-39-2658 0 0,145-41-1 0 0,466-57-1712 0 0,51 10-656 0 0,-687 98-920 0 0,44-13 257 0 0,-50 14-457 0 0,0-1 0 0 0,0 1 0 0 0,0-1 1 0 0,0 0-1 0 0,0 0 0 0 0,-1-1 0 0 0,1 1 0 0 0,-1-1 1 0 0,1 0-1 0 0,3-4 0 0 0,-6 3-1275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4:31.1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67 3225 0 0,'0'0'72'0'0,"0"0"0"0"0,-1 0 0 0 0,1 0 0 0 0,0 0 0 0 0,0-1 0 0 0,-1 1 0 0 0,1 0 0 0 0,0 0 1 0 0,0 0-1 0 0,-1 0 0 0 0,1 0 0 0 0,0 0 0 0 0,0 0 0 0 0,0 0 0 0 0,-1-1 0 0 0,1 1 0 0 0,0 0 0 0 0,0 0 0 0 0,0 0 1 0 0,-1 0-1 0 0,1-1 0 0 0,0 1 0 0 0,0 0 0 0 0,0 0 0 0 0,0-1 0 0 0,0 1 0 0 0,0 0 0 0 0,-1 0 0 0 0,1 0 0 0 0,0-1 1 0 0,0 1-1 0 0,0 0 0 0 0,0 0 0 0 0,0-1 0 0 0,0 1 0 0 0,0 0 0 0 0,0 0 0 0 0,0-1 0 0 0,0 1 0 0 0,0 0 0 0 0,0 0 1 0 0,0-1-1 0 0,0 1 0 0 0,1 0 0 0 0,-1 0 0 0 0,0-1 0 0 0,0 1 0 0 0,0 0 0 0 0,0 0 0 0 0,0-1 0 0 0,16-11 3010 0 0,23-7 378 0 0,-12 12-2859 0 0,0 1 0 0 0,0 1 0 0 0,1 1 0 0 0,-1 2 0 0 0,1 0 0 0 0,31 3 0 0 0,-28 2-2543 0 0,-1 1 1 0 0,57 15-1 0 0,-68-13-3146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4:31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 2617 0 0,'-1'2'174'0'0,"0"0"0"0"0,0 0 0 0 0,0 0 1 0 0,1 0-1 0 0,-1 0 0 0 0,0 0 1 0 0,1 0-1 0 0,-1 0 0 0 0,1 0 0 0 0,0 0 1 0 0,0 0-1 0 0,0 1 0 0 0,0-1 1 0 0,0 4-1 0 0,6 39 2718 0 0,-3-30-2286 0 0,58 453 7052 0 0,26 195-4762 0 0,-37-328-1959 0 0,24 295-530 0 0,-73-600-2158 0 0,0-25 855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4:32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 5985 0 0,'21'2'4144'0'0,"45"0"-3761"0"0,-17-1 33 0 0,700 38 2243 0 0,-189-30-1866 0 0,-121-4-469 0 0,638 1 3109 0 0,-763-19-3405 0 0,150-2-93 0 0,-363 15 65 0 0,-9 0 6 0 0,121-14-1 0 0,-140 3-103 0 0,20-3-560 0 0,-31 8-5661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4:32.9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0 6913 0 0,'0'1'216'0'0,"-1"-1"0"0"0,1 1 0 0 0,-1-1 0 0 0,1 1 0 0 0,-1 0 0 0 0,1-1 0 0 0,0 1 0 0 0,-1-1 0 0 0,1 1 0 0 0,0 0 0 0 0,0-1 0 0 0,0 1 0 0 0,-1 0 0 0 0,1 0 0 0 0,0-1 0 0 0,0 1-1 0 0,0 0 1 0 0,0-1 0 0 0,0 1 0 0 0,0 0 0 0 0,0-1 0 0 0,0 1 0 0 0,1 0 0 0 0,-1 0 0 0 0,2 24 829 0 0,-1-22-604 0 0,38 253 3533 0 0,-26-70-2867 0 0,14 101 170 0 0,-20-255-1215 0 0,0-1 0 0 0,18 44 0 0 0,-1-19-2560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4:33.8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209 8 3225 0 0,'-6'-2'449'0'0,"-1"0"1"0"0,1 1-1 0 0,0 0 1 0 0,0 0-1 0 0,-1 1 1 0 0,1 0-1 0 0,-1 0 1 0 0,1 0-1 0 0,0 1 1 0 0,-1 0-1 0 0,1 0 0 0 0,0 0 1 0 0,0 1-1 0 0,0 0 1 0 0,0 0-1 0 0,0 1 1 0 0,-6 3-1 0 0,4-1-263 0 0,0 0 0 0 0,0 1 0 0 0,1 0 0 0 0,-1 0 0 0 0,1 0 0 0 0,1 1 0 0 0,-1 0 0 0 0,1 1 0 0 0,1-1 0 0 0,-1 1 0 0 0,-4 9 0 0 0,10-16-138 0 0,-1 0-1 0 0,0 0 1 0 0,1 0 0 0 0,-1 0 0 0 0,1 1-1 0 0,0-1 1 0 0,-1 0 0 0 0,1 0 0 0 0,0 1-1 0 0,0-1 1 0 0,-1 0 0 0 0,1 0 0 0 0,0 1-1 0 0,0-1 1 0 0,0 0 0 0 0,1 0 0 0 0,-1 1-1 0 0,0-1 1 0 0,0 0 0 0 0,1 0 0 0 0,-1 0-1 0 0,1 1 1 0 0,0 0 0 0 0,0 0 12 0 0,1 0 1 0 0,-1-1-1 0 0,1 1 1 0 0,0 0-1 0 0,-1-1 0 0 0,1 1 1 0 0,0-1-1 0 0,0 0 1 0 0,0 0-1 0 0,0 0 1 0 0,4 2-1 0 0,7 1-43 0 0,-1 0 0 0 0,1-1 1 0 0,21 2-1 0 0,-25-3-197 0 0,62 7-324 0 0,100 1 0 0 0,-170-10 501 0 0,1 0 1 0 0,-1 0-1 0 0,1 0 0 0 0,-1 0 1 0 0,1 0-1 0 0,-1 0 0 0 0,1 0 1 0 0,0 0-1 0 0,-1 1 0 0 0,1-1 0 0 0,-1 1 1 0 0,0-1-1 0 0,1 1 0 0 0,-1-1 1 0 0,1 1-1 0 0,-1 0 0 0 0,0 0 1 0 0,0 0-1 0 0,1 0 0 0 0,1 2 0 0 0,-3-2 2 0 0,1 0-1 0 0,-1 0 1 0 0,0 0-1 0 0,0 1 1 0 0,1-1-1 0 0,-1 0 1 0 0,0 0-1 0 0,0 0 1 0 0,0 0-1 0 0,0 1 0 0 0,-1-1 1 0 0,1 0-1 0 0,0 0 1 0 0,0 0-1 0 0,-1 0 1 0 0,1 0-1 0 0,-1 0 1 0 0,1 1-1 0 0,-1-1 1 0 0,1 0-1 0 0,-2 1 0 0 0,-5 9-25 0 0,-1-1 0 0 0,-1 1 0 0 0,-17 15 0 0 0,17-16-26 0 0,-35 33-531 0 0,26-27 552 0 0,1 1-1 0 0,1 0 1 0 0,1 1 0 0 0,-18 28 0 0 0,32-45 62 0 0,1-1 1 0 0,-1 1 0 0 0,1-1 0 0 0,0 1-1 0 0,0 0 1 0 0,0 0 0 0 0,-1-1 0 0 0,1 1-1 0 0,0 0 1 0 0,0-1 0 0 0,0 1 0 0 0,0 0 0 0 0,0-1-1 0 0,0 1 1 0 0,0 0 0 0 0,0 0 0 0 0,0-1-1 0 0,1 1 1 0 0,-1 0 0 0 0,0-1 0 0 0,0 1-1 0 0,1 0 1 0 0,-1-1 0 0 0,0 1 0 0 0,1 0 0 0 0,-1-1-1 0 0,0 1 1 0 0,1-1 0 0 0,-1 1 0 0 0,1-1-1 0 0,-1 1 1 0 0,1-1 0 0 0,-1 1 0 0 0,1-1-1 0 0,0 0 1 0 0,-1 1 0 0 0,1-1 0 0 0,0 1 0 0 0,-1-1-1 0 0,1 0 1 0 0,0 0 0 0 0,-1 0 0 0 0,1 1-1 0 0,0-1 1 0 0,-1 0 0 0 0,2 0 0 0 0,44 8 514 0 0,-30-7-555 0 0,100 13 35 0 0,-16-4 653 0 0,-99-10-668 0 0,-1 0-1 0 0,1 0 1 0 0,-1 0 0 0 0,1 0 0 0 0,0 0-1 0 0,-1 0 1 0 0,1 0 0 0 0,-1 1-1 0 0,1-1 1 0 0,-1 0 0 0 0,1 0-1 0 0,0 1 1 0 0,-1-1 0 0 0,1 0 0 0 0,-1 1-1 0 0,0-1 1 0 0,1 0 0 0 0,-1 1-1 0 0,1-1 1 0 0,-1 1 0 0 0,1-1 0 0 0,-1 1-1 0 0,0-1 1 0 0,1 1 0 0 0,-1-1-1 0 0,0 1 1 0 0,0-1 0 0 0,1 1-1 0 0,-1 0 1 0 0,0 1-7 0 0,0-1-1 0 0,0 0 1 0 0,-1 1 0 0 0,1-1-1 0 0,0 0 1 0 0,-1 1 0 0 0,1-1-1 0 0,-1 0 1 0 0,1 0 0 0 0,-1 0-1 0 0,1 1 1 0 0,-1-1 0 0 0,-1 1-1 0 0,-31 34 73 0 0,30-33 2 0 0,-71 59 67 0 0,55-49-251 0 0,0 2-1 0 0,2 0 1 0 0,-1 1 0 0 0,2 1-1 0 0,-20 26 1 0 0,19-5-3042 0 0,16-37 2947 0 0,1 0 0 0 0,-1 0-1 0 0,1 0 1 0 0,-1 1 0 0 0,1-1 0 0 0,0 0 0 0 0,0 0 0 0 0,-1 1 0 0 0,1-1 0 0 0,0 0 0 0 0,0 0-1 0 0,0 1 1 0 0,0-1 0 0 0,1 0 0 0 0,-1 0 0 0 0,0 1 0 0 0,0-1 0 0 0,1 0 0 0 0,-1 0 0 0 0,1 0-1 0 0,-1 1 1 0 0,1-1 0 0 0,-1 0 0 0 0,1 0 0 0 0,0 0 0 0 0,0 0 0 0 0,-1 0 0 0 0,1 0 0 0 0,2 1-1 0 0,1-1-853 0 0,1-2 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4:34.1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10138 0 0,'0'2'127'0'0,"0"0"0"0"0,0 0 1 0 0,0 0-1 0 0,1 0 0 0 0,-1 0 0 0 0,1 0 0 0 0,0 0 0 0 0,-1-1 0 0 0,1 1 1 0 0,0 0-1 0 0,0 0 0 0 0,0-1 0 0 0,0 1 0 0 0,0 0 0 0 0,2 1 1 0 0,7 14 1941 0 0,-3 7-1106 0 0,0 1 0 0 0,-2 0 0 0 0,5 42 1 0 0,-5 80 334 0 0,2 2-71 0 0,14-29-521 0 0,-2-26-969 0 0,-15-48-2001 0 0,-4-34 925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4:35.2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1 2304 0 0,'-8'1'973'0'0,"0"0"-1"0"0,1 1 0 0 0,0 0 0 0 0,-1 0 1 0 0,1 1-1 0 0,0 0 0 0 0,0 0 0 0 0,0 1 0 0 0,-11 7 1 0 0,18-11-909 0 0,0 1-1 0 0,0-1 1 0 0,0 0 0 0 0,0 0 0 0 0,-1 0 0 0 0,1 0 0 0 0,0 0 0 0 0,0 1 0 0 0,0-1 0 0 0,0 0 0 0 0,0 0 0 0 0,0 0 0 0 0,-1 0 0 0 0,1 1 0 0 0,0-1 0 0 0,0 0 0 0 0,0 0 0 0 0,0 0-1 0 0,0 1 1 0 0,0-1 0 0 0,0 0 0 0 0,0 0 0 0 0,0 0 0 0 0,0 1 0 0 0,0-1 0 0 0,0 0 0 0 0,0 0 0 0 0,0 0 0 0 0,0 1 0 0 0,0-1 0 0 0,0 0 0 0 0,0 0 0 0 0,0 0 0 0 0,0 1 0 0 0,1-1-1 0 0,-1 0 1 0 0,0 0 0 0 0,0 0 0 0 0,0 0 0 0 0,0 1 0 0 0,0-1 0 0 0,0 0 0 0 0,1 0 0 0 0,-1 0 0 0 0,13 8 957 0 0,15 0-598 0 0,17-2-179 0 0,65 14 222 0 0,-98-17-505 0 0,-1 1 1 0 0,1-1-1 0 0,-1 2 0 0 0,0 0 0 0 0,0 0 0 0 0,19 13 0 0 0,-29-17 33 0 0,0 0 0 0 0,1 0 0 0 0,-1 0-1 0 0,0 0 1 0 0,0 1 0 0 0,0-1 0 0 0,0 0 0 0 0,0 0-1 0 0,0 1 1 0 0,0-1 0 0 0,-1 1 0 0 0,1-1 0 0 0,0 0-1 0 0,-1 1 1 0 0,1 0 0 0 0,-1-1 0 0 0,0 1 0 0 0,1-1-1 0 0,-1 1 1 0 0,0-1 0 0 0,0 1 0 0 0,0 0 0 0 0,0-1-1 0 0,0 1 1 0 0,0-1 0 0 0,-1 1 0 0 0,1 0-1 0 0,0-1 1 0 0,-1 1 0 0 0,1-1 0 0 0,-1 1 0 0 0,0-1-1 0 0,1 1 1 0 0,-1-1 0 0 0,0 0 0 0 0,0 1 0 0 0,0-1-1 0 0,0 0 1 0 0,-1 2 0 0 0,-7 7-71 0 0,0-1-1 0 0,0 1 1 0 0,-22 15 0 0 0,12-9 35 0 0,-15 14 135 0 0,18-17 1 0 0,0 0 1 0 0,1 1-1 0 0,1 1 0 0 0,-15 20 1 0 0,29-35-96 0 0,0 0 1 0 0,0 1 0 0 0,0-1 0 0 0,-1 0 0 0 0,1 0 0 0 0,0 1 0 0 0,0-1 0 0 0,0 0 0 0 0,0 1 0 0 0,0-1 0 0 0,-1 0 0 0 0,1 1-1 0 0,0-1 1 0 0,0 1 0 0 0,0-1 0 0 0,0 0 0 0 0,0 1 0 0 0,0-1 0 0 0,0 0 0 0 0,0 1 0 0 0,0-1 0 0 0,1 0 0 0 0,-1 1 0 0 0,0-1-1 0 0,0 0 1 0 0,0 1 0 0 0,0-1 0 0 0,0 0 0 0 0,0 1 0 0 0,1-1 0 0 0,-1 0 0 0 0,0 0 0 0 0,0 1 0 0 0,1-1 0 0 0,-1 0 0 0 0,0 0-1 0 0,0 1 1 0 0,1-1 0 0 0,-1 0 0 0 0,19 7-46 0 0,22-6-34 0 0,-28-2 143 0 0,1-2-1 0 0,0 0 0 0 0,18-6 1 0 0,-22 6-17 0 0,0 0 1 0 0,0 0-1 0 0,0 1 1 0 0,0 0-1 0 0,1 1 1 0 0,-1 0-1 0 0,14 0 1 0 0,-22 1-55 0 0,-1 0 1 0 0,1 1-1 0 0,-1-1 1 0 0,1 0-1 0 0,-1 0 1 0 0,0 0-1 0 0,1 1 1 0 0,-1-1-1 0 0,0 1 1 0 0,1-1-1 0 0,-1 1 1 0 0,0 0-1 0 0,0-1 1 0 0,1 1-1 0 0,-1 0 1 0 0,0 0-1 0 0,0 0 1 0 0,0 0-1 0 0,0 0 1 0 0,0 0-1 0 0,0 0 1 0 0,0 0-1 0 0,-1 0 1 0 0,1 0-1 0 0,1 2 1 0 0,-2-1-19 0 0,0 0 0 0 0,0 0-1 0 0,0 0 1 0 0,0 0 0 0 0,0 0 0 0 0,0 0-1 0 0,0 0 1 0 0,-1 0 0 0 0,1 0 0 0 0,-1 0-1 0 0,0 0 1 0 0,1 0 0 0 0,-1 0 0 0 0,0 0-1 0 0,-1 2 1 0 0,-6 8-172 0 0,0 0-1 0 0,-1-1 1 0 0,-16 18-1 0 0,-13 8-190 0 0,21-22 338 0 0,1 1-1 0 0,1 1 0 0 0,0 0 0 0 0,-23 38 0 0 0,36-53 48 0 0,1 0 0 0 0,0 1 0 0 0,0-1 0 0 0,0 0 0 0 0,0 1 0 0 0,0-1 0 0 0,1 1 0 0 0,-1 0 0 0 0,1-1 0 0 0,-1 1 0 0 0,1-1 0 0 0,0 1 0 0 0,0 0 0 0 0,0-1 0 0 0,0 1 0 0 0,1 0 0 0 0,-1-1 0 0 0,1 1 0 0 0,-1-1 0 0 0,1 1-1 0 0,0-1 1 0 0,0 1 0 0 0,0-1 0 0 0,0 0 0 0 0,1 1 0 0 0,-1-1 0 0 0,1 0 0 0 0,-1 0 0 0 0,3 2 0 0 0,0 0-73 0 0,-1-1 0 0 0,1 0 0 0 0,0-1 0 0 0,1 1 0 0 0,-1-1 0 0 0,0 1 0 0 0,1-1 0 0 0,-1-1 0 0 0,1 1 0 0 0,0-1 0 0 0,0 1 0 0 0,-1-1 0 0 0,1-1 0 0 0,7 1 0 0 0,17 0-692 0 0,-15-1 120 0 0,-1 1 1 0 0,1 0-1 0 0,-1 1 1 0 0,17 4-1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4:35.5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 3681 0 0,'-8'20'9144'0'0,"6"21"-6639"0"0,2-30-1629 0 0,6 257 3165 0 0,1-13-3183 0 0,-12-143-754 0 0,0 139 610 0 0,6-199-1402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4:36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 40 3225 0 0,'-5'-5'128'0'0,"-1"1"-1"0"0,0 0 1 0 0,0 0 0 0 0,0 1 0 0 0,0-1 0 0 0,0 1 0 0 0,-1 1 0 0 0,1-1-1 0 0,-1 1 1 0 0,0 1 0 0 0,0-1 0 0 0,0 1 0 0 0,0 0 0 0 0,0 0 0 0 0,-9 1-1 0 0,9 0 373 0 0,0 0 0 0 0,1 1-1 0 0,-1 0 1 0 0,0 0-1 0 0,1 0 1 0 0,-1 0-1 0 0,1 1 1 0 0,0 1-1 0 0,-1-1 1 0 0,1 1 0 0 0,0 0-1 0 0,1 0 1 0 0,-1 0-1 0 0,0 1 1 0 0,1 0-1 0 0,-7 6 1 0 0,9-6-273 0 0,1-1 0 0 0,0 1 0 0 0,0-1 0 0 0,0 1 0 0 0,0 0 0 0 0,1-1 1 0 0,0 1-1 0 0,-1 0 0 0 0,1 0 0 0 0,0 0 0 0 0,1 0 0 0 0,-1 8 0 0 0,2 54 586 0 0,1-45-600 0 0,0 14-36 0 0,1 0 1 0 0,10 37-1 0 0,-10-56-476 0 0,2 1 0 0 0,0-1 0 0 0,1-1 0 0 0,1 1 1 0 0,0-1-1 0 0,15 21 0 0 0,-12-20-5544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4:36.6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13 210 3225 0 0,'-12'-1'1684'0'0,"18"-2"-589"0"0,24-5-171 0 0,0 2 0 0 0,0 2-1 0 0,0 0 1 0 0,57 2 0 0 0,0-2-682 0 0,472-13 538 0 0,-1 26 359 0 0,-269-2-912 0 0,207-6 981 0 0,493-48 565 0 0,-632 21-1548 0 0,-315 23-223 0 0,151-14-110 0 0,-164 13 152 0 0,-1-2 0 0 0,-1-1 0 0 0,1-1 0 0 0,45-20 0 0 0,-68 25-164 0 0,1 0-1 0 0,0 0 0 0 0,-1-1 1 0 0,1 0-1 0 0,6-6 0 0 0,-9 6-571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4:38.2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94 384 6913 0 0,'-13'-5'97'0'0,"-1"0"-1"0"0,1-1 1 0 0,-14-9-1 0 0,1-3 3871 0 0,50 37-1668 0 0,32 34-1 0 0,55 73-1378 0 0,9 11-899 0 0,-113-130-19 0 0,32 29-8 0 0,-36-34 9 0 0,-1 1 0 0 0,1-1 0 0 0,0-1 0 0 0,0 1 0 0 0,0 0 0 0 0,0-1 0 0 0,0 1 0 0 0,0-1 0 0 0,0 0-1 0 0,1 0 1 0 0,-1 0 0 0 0,5 0 0 0 0,-7-1 42 0 0,0-1 0 0 0,0 1 0 0 0,0 0 1 0 0,1-1-1 0 0,-1 1 0 0 0,0-1 0 0 0,0 1 0 0 0,0-1 0 0 0,0 0 0 0 0,0 1 0 0 0,0-1 0 0 0,0 0 0 0 0,0 0 0 0 0,0 0 0 0 0,-1 0 0 0 0,1 0 0 0 0,0 0 0 0 0,-1 0 1 0 0,1 0-1 0 0,0 0 0 0 0,-1 0 0 0 0,1 0 0 0 0,-1 0 0 0 0,1 0 0 0 0,-1 0 0 0 0,0-1 0 0 0,0 1 0 0 0,1 0 0 0 0,-1 0 0 0 0,0 0 0 0 0,0-3 0 0 0,0-41 1178 0 0,0 44-1184 0 0,-15-164 1520 0 0,-4-74-475 0 0,18 203-1948 0 0,2 1 0 0 0,2 0 0 0 0,1 0 0 0 0,16-60 0 0 0,-15 78-5703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4:38.5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10594 0 0,'0'0'819'0'0,"8"18"224"0"0,46 82 3031 0 0,-3 2-6193 0 0,-41-84 164 0 0,-6-11 629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4:38.7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6 7370 0 0,'-8'-5'4463'0'0,"20"24"-7020"0"0,1 2 1269 0 0,-4-2 1174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4:39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0 111 10594 0 0,'0'-1'36'0'0,"0"1"-1"0"0,0-1 0 0 0,0 1 1 0 0,0-1-1 0 0,0 1 0 0 0,0-1 1 0 0,0 1-1 0 0,1-1 0 0 0,-1 1 0 0 0,0-1 1 0 0,0 1-1 0 0,0-1 0 0 0,0 1 1 0 0,1-1-1 0 0,-1 1 0 0 0,0 0 1 0 0,1-1-1 0 0,-1 1 0 0 0,0-1 1 0 0,1 1-1 0 0,-1 0 0 0 0,0-1 1 0 0,1 1-1 0 0,-1 0 0 0 0,1-1 1 0 0,-1 1-1 0 0,0 0 0 0 0,1 0 1 0 0,-1-1-1 0 0,1 1 0 0 0,-1 0 1 0 0,2 0-1 0 0,19 2 581 0 0,19 18 756 0 0,-31-13-1183 0 0,-1 0 0 0 0,1 1-1 0 0,-1 0 1 0 0,0 0 0 0 0,-1 1-1 0 0,10 14 1 0 0,31 62-108 0 0,-10-17-129 0 0,-22-49 0 0 0,-11-21 17 0 0,-5-14 21 0 0,-4-24-631 0 0,1-69 1 0 0,4 88 573 0 0,1 0-1 0 0,1-1 1 0 0,0 2-1 0 0,14-42 1 0 0,-16 59 66 0 0,0 0 0 0 0,0-1 0 0 0,1 1 0 0 0,-1 0 0 0 0,1 0 0 0 0,0 0 0 0 0,0 0 1 0 0,0 0-1 0 0,0 0 0 0 0,0 1 0 0 0,1-1 0 0 0,-1 1 0 0 0,1 0 0 0 0,3-3 0 0 0,-4 5 9 0 0,-1-1-1 0 0,1 0 1 0 0,0 1 0 0 0,0-1-1 0 0,0 1 1 0 0,0 0-1 0 0,0 0 1 0 0,0-1 0 0 0,0 1-1 0 0,0 0 1 0 0,0 1-1 0 0,-1-1 1 0 0,1 0 0 0 0,0 1-1 0 0,0-1 1 0 0,0 1-1 0 0,0-1 1 0 0,0 1 0 0 0,-1 0-1 0 0,1 0 1 0 0,0 0-1 0 0,0 0 1 0 0,-1 0 0 0 0,1 0-1 0 0,2 2 1 0 0,28 24 671 0 0,0 2 0 0 0,-2 1 0 0 0,46 59 0 0 0,-37-29-2061 0 0,-20-27-3985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4:40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0 6913 0 0,'-1'1'161'0'0,"-1"0"0"0"0,1 0 0 0 0,-1 0 0 0 0,1 1 0 0 0,0-1 0 0 0,-1 0-1 0 0,1 0 1 0 0,0 1 0 0 0,0-1 0 0 0,0 1 0 0 0,0-1 0 0 0,0 1 0 0 0,0-1-1 0 0,1 1 1 0 0,-1 0 0 0 0,0-1 0 0 0,1 1 0 0 0,-1 0 0 0 0,1 0-1 0 0,0 3 1 0 0,0 0 446 0 0,0 1 0 0 0,1 0-1 0 0,0 0 1 0 0,0-1-1 0 0,3 9 1 0 0,5 12 868 0 0,2-1-1 0 0,25 45 1 0 0,9 23-651 0 0,27 104-1175 0 0,-46-112-4283 0 0,-23-71-678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4:40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52 2304 0 0,'0'-1'62'0'0,"0"1"-1"0"0,0-1 0 0 0,-1 1 0 0 0,1-1 1 0 0,0 1-1 0 0,0-1 0 0 0,-1 1 0 0 0,1-1 1 0 0,0 0-1 0 0,0 1 0 0 0,0-1 0 0 0,0 1 1 0 0,0-1-1 0 0,0 0 0 0 0,0 1 0 0 0,0-1 1 0 0,0 1-1 0 0,0-1 0 0 0,1 0 0 0 0,-1 1 1 0 0,0-1-1 0 0,0 1 0 0 0,0-1 0 0 0,1 1 1 0 0,-1-1-1 0 0,0 1 0 0 0,1-1 0 0 0,-1 1 1 0 0,0-1-1 0 0,1 1 0 0 0,-1-1 0 0 0,1 1 1 0 0,-1-1-1 0 0,1 1 0 0 0,-1 0 0 0 0,1-1 1 0 0,-1 1-1 0 0,1 0 0 0 0,-1-1 0 0 0,1 1 1 0 0,-1 0-1 0 0,1 0 0 0 0,1-1 0 0 0,28-13 980 0 0,-28 13-833 0 0,8-2 124 0 0,1 0-1 0 0,-1 0 1 0 0,0 1-1 0 0,1 1 1 0 0,-1-1-1 0 0,1 2 1 0 0,-1-1-1 0 0,1 1 1 0 0,17 3-1 0 0,-24-2-298 0 0,0 0-1 0 0,-1 0 1 0 0,1 0-1 0 0,0 0 1 0 0,0 0-1 0 0,-1 1 1 0 0,1 0-1 0 0,-1 0 1 0 0,0 0-1 0 0,1 0 0 0 0,-1 0 1 0 0,5 5-1 0 0,-6-4-31 0 0,-1-1 0 0 0,1 0 0 0 0,-1 1 0 0 0,1-1 0 0 0,-1 1 0 0 0,0 0 0 0 0,0-1 0 0 0,0 1 0 0 0,0 0 0 0 0,0 0 0 0 0,-1-1 0 0 0,1 1 0 0 0,-1 0 0 0 0,0 0 0 0 0,0 0 0 0 0,0 0 0 0 0,0 0 0 0 0,0 0 0 0 0,-1 3 0 0 0,-3 7 270 0 0,0-1 1 0 0,0 0 0 0 0,-1 1-1 0 0,-1-2 1 0 0,0 1 0 0 0,0-1-1 0 0,-1 0 1 0 0,-14 17 0 0 0,11-14 404 0 0,-1 1 0 0 0,2 1 1 0 0,-11 23-1 0 0,19-39-615 0 0,1 1-1 0 0,0-1 0 0 0,0 0 1 0 0,-1 1-1 0 0,1-1 0 0 0,0 1 1 0 0,0-1-1 0 0,0 1 0 0 0,0-1 1 0 0,0 1-1 0 0,0-1 1 0 0,0 1-1 0 0,0-1 0 0 0,0 1 1 0 0,0-1-1 0 0,0 1 0 0 0,0-1 1 0 0,0 1-1 0 0,0-1 0 0 0,0 1 1 0 0,0-1-1 0 0,0 1 0 0 0,1-1 1 0 0,-1 0-1 0 0,0 1 1 0 0,0-1-1 0 0,1 1 0 0 0,-1-1 1 0 0,0 0-1 0 0,1 1 0 0 0,-1 0 1 0 0,17 1 1179 0 0,19-11-120 0 0,-22 3-932 0 0,147-50-2158 0 0,-126 46-2823 0 0,41-5 1 0 0,-59 12 2521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4:41.1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 7370 0 0,'-3'15'6300'0'0,"9"17"-3807"0"0,-4-23-1706 0 0,5 21 173 0 0,2 1 0 0 0,0-1 1 0 0,15 29-1 0 0,-10-29-4179 0 0,22 33-1 0 0,-25-45-2954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4:41.7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45 3225 0 0,'-10'-11'1258'0'0,"8"9"-601"0"0,0 0 0 0 0,0 0 0 0 0,0 0 0 0 0,0 0 0 0 0,1 0 0 0 0,-1-1 0 0 0,1 1 0 0 0,-1 0 0 0 0,1-1 0 0 0,0 1 0 0 0,0-1 0 0 0,-1-3 0 0 0,19 28 3997 0 0,-7-6-4228 0 0,-1 1 0 0 0,-1 0 0 0 0,0 1 0 0 0,8 32 0 0 0,12 76 1355 0 0,-20-70-3062 0 0,-2 0 1 0 0,-2 0 0 0 0,-3 1 0 0 0,-7 63-1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4:42.1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82 456 0 0,'-1'-3'283'0'0,"0"1"-1"0"0,1 0 1 0 0,-1 0-1 0 0,1 0 1 0 0,0-1-1 0 0,0 1 1 0 0,0 0 0 0 0,0 0-1 0 0,0-1 1 0 0,0 1-1 0 0,0 0 1 0 0,1 0-1 0 0,-1 0 1 0 0,1-1-1 0 0,0 1 1 0 0,0 0 0 0 0,0 0-1 0 0,0 0 1 0 0,0 0-1 0 0,0 0 1 0 0,2-3-1 0 0,-1 3 18 0 0,0 0-1 0 0,-1-1 1 0 0,1 1-1 0 0,0 0 0 0 0,0 0 1 0 0,1 0-1 0 0,-1 0 1 0 0,0 0-1 0 0,1 0 1 0 0,-1 1-1 0 0,1-1 0 0 0,-1 1 1 0 0,1 0-1 0 0,0 0 1 0 0,-1 0-1 0 0,5-1 1 0 0,-6 2-245 0 0,1-1 1 0 0,-1 1-1 0 0,1 0 1 0 0,-1 0-1 0 0,1 0 1 0 0,-1 1-1 0 0,1-1 1 0 0,-1 0-1 0 0,1 0 1 0 0,-1 1-1 0 0,1-1 1 0 0,-1 1-1 0 0,1-1 1 0 0,-1 1-1 0 0,0 0 1 0 0,1-1-1 0 0,-1 1 1 0 0,0 0-1 0 0,0 0 1 0 0,1 0 0 0 0,-1 0-1 0 0,0 0 1 0 0,1 2-1 0 0,0 0-22 0 0,0 0 0 0 0,-1 0 0 0 0,0 0 0 0 0,1 0 0 0 0,-1 0 0 0 0,0 1 0 0 0,-1-1 0 0 0,1 0 0 0 0,-1 0 0 0 0,1 6-1 0 0,-1 6-121 0 0,-1 0 0 0 0,0 1-1 0 0,-6 23 1 0 0,-2-5-65 0 0,6-26 439 0 0,1 0 0 0 0,-1 0 0 0 0,2 0 0 0 0,-1 1 1 0 0,1-1-1 0 0,0 14 0 0 0,2-21-158 0 0,-1 0 1 0 0,0 0-1 0 0,1 0 0 0 0,-1-1 0 0 0,1 1 1 0 0,-1 0-1 0 0,1 0 0 0 0,-1-1 1 0 0,1 1-1 0 0,0 0 0 0 0,-1-1 1 0 0,1 1-1 0 0,0 0 0 0 0,0-1 1 0 0,-1 1-1 0 0,1-1 0 0 0,0 1 1 0 0,0-1-1 0 0,0 0 0 0 0,0 1 1 0 0,0-1-1 0 0,0 0 0 0 0,-1 0 1 0 0,1 0-1 0 0,0 1 0 0 0,0-1 1 0 0,0 0-1 0 0,0 0 0 0 0,0 0 1 0 0,0 0-1 0 0,0-1 0 0 0,0 1 1 0 0,0 0-1 0 0,0 0 0 0 0,0 0 1 0 0,-1-1-1 0 0,3 0 0 0 0,42-13 727 0 0,-36 11-626 0 0,28-12-105 0 0,-28 11-354 0 0,-1 1 0 0 0,0-1 0 0 0,1 1 1 0 0,-1 1-1 0 0,1 0 0 0 0,0 0 0 0 0,0 0 1 0 0,-1 1-1 0 0,1 1 0 0 0,10 0 1 0 0,-5 2-1181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4:42.9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1 145 2761 0 0,'1'-8'609'0'0,"0"1"1"0"0,0-1 0 0 0,1 0-1 0 0,0 1 1 0 0,0-1 0 0 0,1 1 0 0 0,0 0-1 0 0,1 0 1 0 0,-1 0 0 0 0,1 0-1 0 0,0 1 1 0 0,1-1 0 0 0,0 1-1 0 0,8-8 1 0 0,-10 11-362 0 0,0 0-1 0 0,0 0 1 0 0,1 0-1 0 0,-1 1 1 0 0,1-1-1 0 0,0 1 1 0 0,0 0-1 0 0,0 0 1 0 0,0 0-1 0 0,0 1 0 0 0,8-3 1 0 0,-9 4-202 0 0,0 0-1 0 0,0 0 1 0 0,0 0-1 0 0,0 0 1 0 0,0 0-1 0 0,0 0 1 0 0,0 1 0 0 0,0-1-1 0 0,-1 1 1 0 0,1 0-1 0 0,0 0 1 0 0,0 0 0 0 0,0 0-1 0 0,-1 1 1 0 0,1-1-1 0 0,-1 1 1 0 0,1-1-1 0 0,3 5 1 0 0,-3-4-67 0 0,-1 1 0 0 0,1 0 0 0 0,-1 0-1 0 0,0 0 1 0 0,0 0 0 0 0,-1 0 0 0 0,1 0 0 0 0,-1 0 0 0 0,1 1-1 0 0,-1-1 1 0 0,0 1 0 0 0,0-1 0 0 0,0 1 0 0 0,-1-1 0 0 0,1 1-1 0 0,-1-1 1 0 0,0 1 0 0 0,0-1 0 0 0,0 1 0 0 0,-1 0 0 0 0,0 4-1 0 0,-3 11-262 0 0,0-1-1 0 0,-13 34 0 0 0,7-24 1 0 0,1-4 102 0 0,-10 33-390 0 0,19-55 641 0 0,-1 0-1 0 0,1 0 0 0 0,-1 0 1 0 0,1 0-1 0 0,0 1 0 0 0,0-1 0 0 0,0 0 1 0 0,0 0-1 0 0,0 0 0 0 0,1 0 1 0 0,-1 0-1 0 0,1 0 0 0 0,-1 0 1 0 0,1 0-1 0 0,0 0 0 0 0,-1 0 0 0 0,1 0 1 0 0,0 0-1 0 0,0 0 0 0 0,1-1 1 0 0,-1 1-1 0 0,2 2 0 0 0,-1-3 41 0 0,0 0 0 0 0,-1 0 0 0 0,1 0 0 0 0,0 0-1 0 0,0-1 1 0 0,0 1 0 0 0,0-1 0 0 0,1 1 0 0 0,-1-1 0 0 0,0 0-1 0 0,0 1 1 0 0,0-1 0 0 0,0 0 0 0 0,0 0 0 0 0,1-1 0 0 0,-1 1-1 0 0,0 0 1 0 0,0-1 0 0 0,0 1 0 0 0,0-1 0 0 0,3-1 0 0 0,44-22 640 0 0,-42 20-632 0 0,120-71-1840 0 0,-108 63-4248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07.29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52 458 5529 0 0,'-4'-13'959'0'0,"0"-1"1"0"0,0 0-1 0 0,-1-22 0 0 0,4 26-192 0 0,0 1 0 0 0,0 0 0 0 0,-1-1-1 0 0,-1 1 1 0 0,1 0 0 0 0,-2 0 0 0 0,1 0 0 0 0,-1 0 0 0 0,-9-15-1 0 0,39 65 14 0 0,-1 2 0 0 0,-2 0-1 0 0,18 52 1 0 0,37 71-1166 0 0,-64-140 408 0 0,1-1-1 0 0,1-1 1 0 0,1 0 0 0 0,25 25 0 0 0,-31-37-20 0 0,-6-6 0 0 0,0 0 0 0 0,1 0-1 0 0,-1-1 1 0 0,1 0 0 0 0,0 0 0 0 0,0-1 0 0 0,1 1 0 0 0,6 3 0 0 0,-12-9 12 0 0,-1 1-1 0 0,1 0 1 0 0,-1 0 0 0 0,0-1-1 0 0,1 1 1 0 0,-1 0 0 0 0,0 0-1 0 0,0-1 1 0 0,1 1 0 0 0,-1 0-1 0 0,0-1 1 0 0,0 1 0 0 0,1 0-1 0 0,-1-1 1 0 0,0 1 0 0 0,0-1-1 0 0,0 1 1 0 0,0 0 0 0 0,0-1-1 0 0,1 1 1 0 0,-1-1 0 0 0,0 1 0 0 0,0 0-1 0 0,0-1 1 0 0,0 1 0 0 0,0-1-1 0 0,0 1 1 0 0,0 0 0 0 0,0-1-1 0 0,-1 1 1 0 0,1-1 0 0 0,0-22 491 0 0,0 18-281 0 0,8-585 1799 0 0,-8 560-2026 0 0,4-69-46 0 0,-2 87 31 0 0,-1 0-1 0 0,2 0 1 0 0,-1 1-1 0 0,2-1 1 0 0,8-21-1 0 0,-1 17-163 0 0,-11 15 146 0 0,1 1 0 0 0,-1 0 0 0 0,0-1-1 0 0,0 1 1 0 0,1 0 0 0 0,-1-1 0 0 0,0 1 0 0 0,1 0 0 0 0,-1 0-1 0 0,0-1 1 0 0,1 1 0 0 0,-1 0 0 0 0,0 0 0 0 0,1 0-1 0 0,-1 0 1 0 0,1-1 0 0 0,-1 1 0 0 0,0 0 0 0 0,1 0 0 0 0,-1 0-1 0 0,1 0 1 0 0,-1 0 0 0 0,0 0 0 0 0,1 0 0 0 0,-1 0-1 0 0,1 0 1 0 0,-1 0 0 0 0,0 0 0 0 0,1 0 0 0 0,-1 1 0 0 0,1-1-1 0 0,-1 0 1 0 0,0 0 0 0 0,1 0 0 0 0,-1 0 0 0 0,0 1-1 0 0,1-1 1 0 0,-1 0 0 0 0,0 0 0 0 0,1 1 0 0 0,-1-1 0 0 0,4 6-1253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07.80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 7370 0 0,'9'0'10282'0'0,"-3"12"-10017"0"0,-1 0-1 0 0,0 1 1 0 0,-1 0 0 0 0,0 0 0 0 0,-1 0-1 0 0,-1 0 1 0 0,0 1 0 0 0,0 13 0 0 0,4 17-121 0 0,6 24 39 0 0,31 98 1 0 0,-33-135-475 0 0,2 0 1 0 0,1 0 0 0 0,2-2 0 0 0,0 0 0 0 0,26 35 0 0 0,-33-53-786 0 0,-1-3-241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08.29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8 200 920 0 0,'-1'-1'196'0'0,"0"-1"0"0"0,0 0 0 0 0,0 0 0 0 0,0 0 0 0 0,1 0 0 0 0,-1 0 0 0 0,1 0 0 0 0,-1 0 0 0 0,1 0 0 0 0,0 0 0 0 0,-1 0 0 0 0,1 0 0 0 0,0 0-1 0 0,0 0 1 0 0,1 0 0 0 0,-1 0 0 0 0,0 0 0 0 0,1 0 0 0 0,-1 0 0 0 0,1 0 0 0 0,1-3 0 0 0,1-2 428 0 0,-1 0 0 0 0,2 0 0 0 0,-1 0 0 0 0,8-10 0 0 0,-5 9-128 0 0,0 1 0 0 0,1 1 0 0 0,0-1 0 0 0,1 1-1 0 0,0 0 1 0 0,-1 0 0 0 0,2 1 0 0 0,-1 1 0 0 0,10-5 0 0 0,7-2 1571 0 0,52-14 0 0 0,-69 22-1857 0 0,1 1 0 0 0,0 1 0 0 0,-1-1 0 0 0,1 2 0 0 0,0-1 0 0 0,0 1 1 0 0,0 0-1 0 0,14 3 0 0 0,-20-2-221 0 0,-1-1 0 0 0,0 1 0 0 0,1 0 0 0 0,-1-1 0 0 0,0 1 0 0 0,0 0 0 0 0,1 0 0 0 0,-1 1 0 0 0,0-1-1 0 0,0 0 1 0 0,0 1 0 0 0,-1-1 0 0 0,1 1 0 0 0,0 0 0 0 0,0-1 0 0 0,-1 1 0 0 0,1 0 0 0 0,-1 0 0 0 0,0 0 0 0 0,1 0 0 0 0,-1 0 0 0 0,0 1 0 0 0,0-1 0 0 0,-1 0 0 0 0,1 0 0 0 0,0 1 0 0 0,-1-1 0 0 0,1 0 0 0 0,-1 1 0 0 0,0-1 0 0 0,0 1 0 0 0,0-1 0 0 0,0 0 0 0 0,0 1 0 0 0,0-1 0 0 0,-1 3 0 0 0,-2 11-361 0 0,0-1 0 0 0,-1 0 0 0 0,-1 0-1 0 0,0-1 1 0 0,-1 0 0 0 0,-10 20 0 0 0,-56 79-357 0 0,11-18 1298 0 0,60-94-544 0 0,0 0 0 0 0,1-1 0 0 0,-1 1 0 0 0,0 0 0 0 0,1 0 0 0 0,-1 0 0 0 0,1-1 0 0 0,-1 1 1 0 0,1 0-1 0 0,0 0 0 0 0,-1 0 0 0 0,1 0 0 0 0,0 0 0 0 0,0 0 0 0 0,0 0 0 0 0,0 0 0 0 0,0 0 0 0 0,0 0 0 0 0,0 0 0 0 0,0 0 0 0 0,0 0 0 0 0,0 0 0 0 0,0 0 0 0 0,0 0 0 0 0,1 0 0 0 0,-1 0 0 0 0,0 0 0 0 0,1 1 0 0 0,1-1 35 0 0,-1-1-1 0 0,0 1 1 0 0,1-1-1 0 0,-1 0 0 0 0,0 1 1 0 0,1-1-1 0 0,-1 0 0 0 0,1 0 1 0 0,-1 0-1 0 0,0 0 0 0 0,1 0 1 0 0,-1 0-1 0 0,1 0 0 0 0,-1-1 1 0 0,0 1-1 0 0,3-1 0 0 0,9-3 441 0 0,0-1 0 0 0,24-12-1 0 0,-35 16-552 0 0,19-10 364 0 0,0 0 1 0 0,23-7-1 0 0,-36 15-1392 0 0,0 1-1 0 0,0 0 1 0 0,0 0-1 0 0,0 1 1 0 0,13 0-1 0 0,-3 1-4848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08.89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 1 4145 0 0,'-6'-1'13989'0'0,"6"2"-13719"0"0,6 8 118 0 0,0 0 0 0 0,-1 0 0 0 0,0 0 0 0 0,0 1 1 0 0,-1 0-1 0 0,-1 0 0 0 0,1 0 0 0 0,-2 1 0 0 0,4 18 0 0 0,2 8-176 0 0,22 100-475 0 0,-15 1-3587 0 0,-14-119 3814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09.52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 28 2304 0 0,'-2'0'963'0'0,"36"-4"6827"0"0,-1-6-3904 0 0,-24 7-3962 0 0,0 0 0 0 0,0 1-1 0 0,1 0 1 0 0,-1 0 0 0 0,11 0 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09.73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1 101 3681 0 0,'0'0'392'0'0,"1"-1"-392"0"0,7-3 2472 0 0,-4 1-1095 0 0,2-2 15 0 0,6-3-16 0 0,2-2-7 0 0,5-2-1 0 0,-2-1 0 0 0,0 2-1216 0 0,-2 1-248 0 0,0 1-40 0 0,3 1-3809 0 0,-2 2-760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11.72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0 4353 0 0,'1'0'384'0'0,"1"0"-304"0"0,-1 0-80 0 0,0 0 0 0 0,1 0-128 0 0,-1 0 32 0 0,3 0 24 0 0,0 2 0 0 0,0-1 0 0 0,1 0 0 0 0,0 0 72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12.48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0 170 1840 0 0,'5'-6'280'0'0,"1"0"-1"0"0,-2-1 1 0 0,1 1-1 0 0,-1-1 0 0 0,0 0 1 0 0,0 0-1 0 0,-1 0 1 0 0,4-11-1 0 0,13-63 4580 0 0,-13 63 1303 0 0,-7 18-6112 0 0,7 13 935 0 0,2 14-551 0 0,1 27-22 0 0,2 67-1 0 0,-8-75-830 0 0,1-1 0 0 0,18 78 1 0 0,-11-76-2480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12.97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26 42 1952 0 0,'-1'9'3023'0'0,"-3"5"-2531"0"0,1 0 1 0 0,0 0 0 0 0,0 14-1 0 0,4-14-117 0 0,-2 30 356 0 0,1-41-606 0 0,0-1 0 0 0,0 1 0 0 0,-1-1 0 0 0,1 1-1 0 0,-1-1 1 0 0,1 0 0 0 0,-1 1 0 0 0,0-1 0 0 0,0 1 0 0 0,0-1-1 0 0,0 0 1 0 0,-4 4 164 0 0,6-12 145 0 0,0-1-1 0 0,-1 1 1 0 0,2-1-1 0 0,3-11 1 0 0,1-2-129 0 0,-4 9 0 0 0,2 0-1 0 0,-1-1 1 0 0,2 1 0 0 0,-1 0 0 0 0,2 1 0 0 0,-1 0 0 0 0,1-1 0 0 0,1 2 0 0 0,0-1-1 0 0,0 1 1 0 0,1 0 0 0 0,15-14 0 0 0,-22 23-231 0 0,1-1 0 0 0,-1 1 0 0 0,0 0-1 0 0,0-1 1 0 0,0 1 0 0 0,0 0 0 0 0,1 0 0 0 0,-1 0 0 0 0,0 0-1 0 0,0 0 1 0 0,0 0 0 0 0,1 0 0 0 0,-1 0 0 0 0,0 1 0 0 0,0-1-1 0 0,0 0 1 0 0,0 1 0 0 0,1-1 0 0 0,-1 0 0 0 0,0 1 0 0 0,0 0-1 0 0,0-1 1 0 0,0 1 0 0 0,0 0 0 0 0,0-1 0 0 0,0 1 0 0 0,-1 0-1 0 0,1 0 1 0 0,0 0 0 0 0,0 0 0 0 0,1 1 0 0 0,27 36-9 0 0,-26-34-18 0 0,11 17-506 0 0,-1 0 0 0 0,11 25 0 0 0,-11-15-726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13.57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 1 8754 0 0,'-2'2'8505'0'0,"8"26"-7021"0"0,11 42-2051 0 0,69 284 747 0 0,-37-115-2985 0 0,-44-216 2225 0 0,1-12-1820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13.93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1 137 6913 0 0,'0'0'733'0'0,"30"-1"2920"0"0,-23 0-2761 0 0,0 1-1 0 0,1 0 0 0 0,-1 0 1 0 0,13 3-1 0 0,-16-2-804 0 0,0 0-1 0 0,-1 0 0 0 0,1 1 0 0 0,-1 0 0 0 0,0 0 0 0 0,1 0 0 0 0,-1 0 0 0 0,0 0 0 0 0,0 0 0 0 0,0 1 0 0 0,-1-1 1 0 0,5 5-1 0 0,1 4-60 0 0,0 0 1 0 0,-1 1 0 0 0,0 0-1 0 0,9 23 1 0 0,-11-24-21 0 0,-1-1 1 0 0,2 0-1 0 0,-1 0 0 0 0,1 0 1 0 0,1-1-1 0 0,-1 1 0 0 0,12 10 1 0 0,-18-20-1 0 0,1 1 1 0 0,-1-1 0 0 0,1 1 0 0 0,-1-1-1 0 0,1 0 1 0 0,0 1 0 0 0,-1-1 0 0 0,1 0 0 0 0,-1 1-1 0 0,1-1 1 0 0,0 0 0 0 0,-1 0 0 0 0,1 0-1 0 0,0 1 1 0 0,0-1 0 0 0,-1 0 0 0 0,1 0-1 0 0,0 0 1 0 0,-1 0 0 0 0,1 0 0 0 0,0 0 0 0 0,-1-1-1 0 0,1 1 1 0 0,0 0 0 0 0,-1 0 0 0 0,1 0-1 0 0,1-1 1 0 0,15-16 443 0 0,7-32 513 0 0,-23 45-890 0 0,44-127 1570 0 0,-8 18-1470 0 0,-25 86-600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15.88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153 312 4145 0 0,'-15'1'1073'0'0,"0"1"0"0"0,0 0 0 0 0,-16 5 0 0 0,16-4 153 0 0,0 0-1 0 0,1 0 0 0 0,-18 0 876 0 0,46-3 1064 0 0,50-3-2549 0 0,651-41-503 0 0,-181 21-461 0 0,171-74 1818 0 0,-77 6 22 0 0,-573 86-1466 0 0,457-42 86 0 0,-382 31-111 0 0,-60 7-266 0 0,-62 8-624 0 0,-6 1-38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17.64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18 7834 0 0,'0'-1'202'0'0,"0"1"1"0"0,-1-1-1 0 0,1 1 1 0 0,0-1-1 0 0,6-12 5469 0 0,-5 13-5469 0 0,-1 0 1 0 0,1 0-1 0 0,0-1 1 0 0,0 1-68 0 0,0 0-1 0 0,0 0 1 0 0,-1 0 0 0 0,1 0 0 0 0,0 0 0 0 0,0 0 0 0 0,-1 0-1 0 0,1 0 1 0 0,0 0 0 0 0,0 0 0 0 0,0 1 0 0 0,-1-1 0 0 0,1 0-1 0 0,0 1 1 0 0,-1-1 0 0 0,1 0 0 0 0,0 1 0 0 0,-1-1 0 0 0,1 1 0 0 0,0-1-1 0 0,-1 1 1 0 0,1 0 0 0 0,-1-1 0 0 0,1 1 0 0 0,-1-1 0 0 0,1 1-1 0 0,-1 0 1 0 0,1-1 0 0 0,-1 1 0 0 0,1 1 0 0 0,7 20 214 0 0,-1 0 1 0 0,-1 0 0 0 0,0 1-1 0 0,-2 0 1 0 0,-1 0-1 0 0,1 40 1 0 0,-1-17-203 0 0,6 82-375 0 0,8 77 598 0 0,-12-169-4088 0 0,19 61-1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18.03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0 122 3225 0 0,'8'-9'829'0'0,"1"0"0"0"0,0 1 0 0 0,1 0 0 0 0,-1 1 0 0 0,1 0 0 0 0,21-11 1 0 0,-20 12-64 0 0,5-4 284 0 0,1 1-1 0 0,0 1 0 0 0,20-6 0 0 0,-33 12-874 0 0,0 1 0 0 0,1-1 0 0 0,-1 1-1 0 0,0 0 1 0 0,1 0 0 0 0,-1 1 0 0 0,1-1-1 0 0,0 1 1 0 0,-1 0 0 0 0,1 0 0 0 0,-1 1 0 0 0,1-1-1 0 0,-1 1 1 0 0,1 0 0 0 0,-1 0 0 0 0,0 1-1 0 0,1-1 1 0 0,6 4 0 0 0,-8-2-155 0 0,-1 0-1 0 0,1 0 1 0 0,-1 0 0 0 0,0 0-1 0 0,0 0 1 0 0,0 0 0 0 0,0 0-1 0 0,0 1 1 0 0,-1-1 0 0 0,1 1-1 0 0,-1-1 1 0 0,0 1-1 0 0,0-1 1 0 0,-1 1 0 0 0,1 0-1 0 0,-1 0 1 0 0,0-1 0 0 0,0 1-1 0 0,0 0 1 0 0,0-1 0 0 0,-1 6-1 0 0,-2 9-66 0 0,0 0 0 0 0,0-1-1 0 0,-7 18 1 0 0,-3-2 67 0 0,-2 0 0 0 0,-1-1 0 0 0,-1-1 0 0 0,-21 29 0 0 0,30-48 172 0 0,8-11-144 0 0,-1-1 0 0 0,1 0 0 0 0,0 1-1 0 0,-1-1 1 0 0,1 0 0 0 0,0 1 0 0 0,0-1 0 0 0,-1 1 0 0 0,1-1 0 0 0,0 1 0 0 0,0-1 0 0 0,0 0 0 0 0,-1 1 0 0 0,1-1 0 0 0,0 1-1 0 0,0-1 1 0 0,0 1 0 0 0,0-1 0 0 0,0 1 0 0 0,0-1 0 0 0,0 1 0 0 0,0-1 0 0 0,0 1 0 0 0,0-1 0 0 0,0 1 0 0 0,1-1 0 0 0,-1 1-1 0 0,0-1 1 0 0,0 0 0 0 0,0 1 0 0 0,1-1 0 0 0,-1 1 0 0 0,0-1 0 0 0,0 1 0 0 0,1-1 0 0 0,-1 0 0 0 0,1 1 0 0 0,21 3 980 0 0,31-12-263 0 0,-51 7-722 0 0,16-2-459 0 0,0 0 0 0 0,1 2 0 0 0,-1 0 0 0 0,30 2 0 0 0,-30 1-6590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18.34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 6913 0 0,'13'13'3141'0'0,"-2"0"0"0"0,20 28 0 0 0,-23-28-2046 0 0,-1 0 1 0 0,0 1-1 0 0,7 18 0 0 0,-8-13-1321 0 0,-1-1 0 0 0,-1 1-1 0 0,0 0 1 0 0,-2 0 0 0 0,0 1 0 0 0,-1 32-1 0 0,-2-29-6695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18.68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97 11979 0 0,'7'-5'693'0'0,"0"0"0"0"0,1 1 0 0 0,-1 0 0 0 0,1 0 0 0 0,0 0 0 0 0,0 1 0 0 0,12-2 0 0 0,8-5 412 0 0,7-5 464 0 0,47-12 1 0 0,-70 24-1970 0 0,0 0 0 0 0,0 1-1 0 0,0 1 1 0 0,0 0 0 0 0,0 0 0 0 0,0 1 0 0 0,1 1-1 0 0,14 2 1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18.94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 6449 0 0,'19'14'11158'0'0,"-18"-11"-10673"0"0,10 37 3328 0 0,-8-16-3503 0 0,1 40 0 0 0,-4-16-452 0 0,3 145 567 0 0,8-65-3774 0 0,-7-101-3731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19.29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 13363 0 0,'6'2'310'0'0,"0"1"0"0"0,0 0 0 0 0,0 0 0 0 0,0 1 1 0 0,-1-1-1 0 0,1 1 0 0 0,-1 0 0 0 0,0 1 0 0 0,0 0 0 0 0,-1-1 0 0 0,1 1 0 0 0,-1 1 1 0 0,0-1-1 0 0,-1 1 0 0 0,1-1 0 0 0,-1 1 0 0 0,0 0 0 0 0,-1 0 0 0 0,1 1 1 0 0,-1-1-1 0 0,0 0 0 0 0,1 10 0 0 0,2 14-367 0 0,-1 1 0 0 0,-1 0 1 0 0,-3 49-1 0 0,-1-45 2 0 0,0-6-617 0 0,0-9-4783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19.66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9 156 3225 0 0,'-2'-4'217'0'0,"0"-1"1"0"0,1 1-1 0 0,0 0 1 0 0,0-1-1 0 0,0 1 1 0 0,1-1-1 0 0,0 1 1 0 0,0-1 0 0 0,0 1-1 0 0,0-1 1 0 0,0 1-1 0 0,1-1 1 0 0,0 1-1 0 0,0-1 1 0 0,0 1-1 0 0,1 0 1 0 0,-1-1-1 0 0,1 1 1 0 0,4-7 0 0 0,-2 6 154 0 0,-1 1 0 0 0,1-1 0 0 0,0 1 0 0 0,0 0-1 0 0,0 0 1 0 0,0 0 0 0 0,1 1 0 0 0,0-1 0 0 0,0 1 0 0 0,0 0 0 0 0,0 1 0 0 0,0-1 0 0 0,11-3 0 0 0,-10 5-136 0 0,-1-1 0 0 0,0 1-1 0 0,1 0 1 0 0,0 0 0 0 0,-1 1-1 0 0,1 0 1 0 0,-1 0 0 0 0,1 0-1 0 0,0 0 1 0 0,-1 1 0 0 0,1 0 0 0 0,-1 0-1 0 0,0 1 1 0 0,8 2 0 0 0,-9-2-270 0 0,0 1 1 0 0,0-1-1 0 0,0 0 1 0 0,0 1 0 0 0,-1 0-1 0 0,1 0 1 0 0,-1 0 0 0 0,0 0-1 0 0,0 1 1 0 0,0-1 0 0 0,0 1-1 0 0,-1 0 1 0 0,0 0 0 0 0,1 0-1 0 0,-1 0 1 0 0,0 0-1 0 0,-1 0 1 0 0,1 0 0 0 0,1 10-1 0 0,-2-10 39 0 0,-1 0 0 0 0,1 1-1 0 0,-1-1 1 0 0,0 1 0 0 0,0 0-1 0 0,0-1 1 0 0,-1 1-1 0 0,1-1 1 0 0,-1 0 0 0 0,0 1-1 0 0,-1-1 1 0 0,1 0 0 0 0,-1 1-1 0 0,-2 3 1 0 0,-3 5 144 0 0,-2 0 0 0 0,-17 23 0 0 0,19-29 212 0 0,1 1 1 0 0,0 0-1 0 0,0 1 1 0 0,1 0-1 0 0,0-1 1 0 0,1 2 0 0 0,-8 18-1 0 0,12-28-307 0 0,0 0 0 0 0,0 0 1 0 0,0 1-1 0 0,0-1 0 0 0,0 0 0 0 0,0 1 0 0 0,0-1 1 0 0,0 0-1 0 0,0 1 0 0 0,0-1 0 0 0,0 0 0 0 0,0 1 0 0 0,0-1 1 0 0,0 0-1 0 0,1 1 0 0 0,-1-1 0 0 0,0 0 0 0 0,0 1 1 0 0,0-1-1 0 0,0 0 0 0 0,1 1 0 0 0,-1-1 0 0 0,0 0 1 0 0,0 0-1 0 0,0 1 0 0 0,1-1 0 0 0,-1 0 0 0 0,0 0 0 0 0,0 0 1 0 0,1 1-1 0 0,-1-1 0 0 0,0 0 0 0 0,1 0 0 0 0,15 2 882 0 0,25-9-488 0 0,-30 4-321 0 0,1 2-312 0 0,1 0 0 0 0,-1 0 0 0 0,0 1 0 0 0,1 0 0 0 0,-1 2 0 0 0,0-1 0 0 0,16 5-1 0 0,-9 0-1030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20.17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4 104 6913 0 0,'-1'-2'248'0'0,"0"-1"0"0"0,1 1 0 0 0,-1-1 0 0 0,1 1 0 0 0,0-1 0 0 0,0 0-1 0 0,0 1 1 0 0,0-1 0 0 0,0 1 0 0 0,0-1 0 0 0,1 0 0 0 0,-1 1-1 0 0,1-1 1 0 0,0 1 0 0 0,-1-1 0 0 0,1 1 0 0 0,1 0 0 0 0,-1-1-1 0 0,0 1 1 0 0,0 0 0 0 0,1 0 0 0 0,-1-1 0 0 0,1 1 0 0 0,3-3-1 0 0,-1 1 115 0 0,-1 1 0 0 0,0 0 0 0 0,1-1 0 0 0,0 1 0 0 0,-1 0 0 0 0,1 1 0 0 0,1-1 0 0 0,-1 1 0 0 0,0 0 0 0 0,0 0 0 0 0,1 0 0 0 0,-1 0 0 0 0,6 0 0 0 0,-8 1-305 0 0,1 1-1 0 0,-1-1 1 0 0,0 1-1 0 0,1 0 1 0 0,-1 0-1 0 0,0 0 1 0 0,1 0-1 0 0,-1 0 1 0 0,0 0-1 0 0,1 1 1 0 0,-1-1-1 0 0,0 1 1 0 0,1 0-1 0 0,-1 0 1 0 0,0 0-1 0 0,0 0 1 0 0,0 0-1 0 0,0 0 1 0 0,0 0-1 0 0,0 1 1 0 0,0-1-1 0 0,0 1 0 0 0,0-1 1 0 0,-1 1-1 0 0,1 0 1 0 0,-1 0-1 0 0,1-1 1 0 0,-1 1-1 0 0,0 0 1 0 0,0 0-1 0 0,0 1 1 0 0,0-1-1 0 0,0 0 1 0 0,0 0-1 0 0,0 0 1 0 0,-1 1-1 0 0,1-1 1 0 0,-1 0-1 0 0,0 1 1 0 0,1 2-1 0 0,-1 4-68 0 0,0 0-1 0 0,0 0 1 0 0,-1 0-1 0 0,0 0 1 0 0,-1 0-1 0 0,0 0 1 0 0,0 0-1 0 0,-1 0 1 0 0,-5 10-1 0 0,-12 18-57 0 0,15-29 191 0 0,0 0 0 0 0,1 1 0 0 0,-1 0 0 0 0,2 0 1 0 0,-1 0-1 0 0,-3 14 0 0 0,8-22-90 0 0,-1-1 1 0 0,0 1 0 0 0,0 0-1 0 0,0-1 1 0 0,0 1-1 0 0,0-1 1 0 0,1 1-1 0 0,-1 0 1 0 0,0-1-1 0 0,1 1 1 0 0,-1-1 0 0 0,0 1-1 0 0,1-1 1 0 0,-1 1-1 0 0,1-1 1 0 0,-1 1-1 0 0,0-1 1 0 0,1 0-1 0 0,-1 1 1 0 0,1-1 0 0 0,0 0-1 0 0,-1 1 1 0 0,1-1-1 0 0,-1 0 1 0 0,1 0-1 0 0,-1 1 1 0 0,1-1-1 0 0,0 0 1 0 0,-1 0 0 0 0,1 0-1 0 0,-1 0 1 0 0,1 0-1 0 0,0 0 1 0 0,-1 0-1 0 0,1 0 1 0 0,0 0-1 0 0,-1 0 1 0 0,1 0 0 0 0,-1 0-1 0 0,1 0 1 0 0,1-1-1 0 0,35-5 149 0 0,-29 4-98 0 0,23-2-13 0 0,0 1-1 0 0,43 2 1 0 0,-15 4-6563 0 0,-38-2-573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23.23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1191 257 920 0 0,'0'-2'157'0'0,"0"-9"866"0"0,0-1 0 0 0,-1 0 1 0 0,0 0-1 0 0,-4-16 1 0 0,4 24-664 0 0,-1-1 0 0 0,0 1 0 0 0,0 0 0 0 0,0-1 0 0 0,-1 1 0 0 0,1 0 0 0 0,-1 1 0 0 0,0-1 0 0 0,0 0 0 0 0,0 1 0 0 0,-1 0 0 0 0,1-1 0 0 0,-1 1 0 0 0,-5-3 0 0 0,-40-33 2284 0 0,41 31-2335 0 0,-1 0 0 0 0,-1 0 1 0 0,1 1-1 0 0,-1 1 0 0 0,0 0 0 0 0,-1 0 1 0 0,0 0-1 0 0,1 2 0 0 0,-17-6 0 0 0,-1 6-22 0 0,0 0-1 0 0,0 2 1 0 0,0 1-1 0 0,0 1 1 0 0,-51 7-1 0 0,56-3-291 0 0,1 1 0 0 0,-1 0 0 0 0,1 2 0 0 0,1 0 0 0 0,-1 2-1 0 0,-25 13 1 0 0,-116 79-82 0 0,60-35 61 0 0,79-50 20 0 0,0 1-1 0 0,1 1 1 0 0,1 1-1 0 0,1 0 1 0 0,0 2 0 0 0,2 1-1 0 0,0 0 1 0 0,2 1-1 0 0,-15 26 1 0 0,16-25-17 0 0,0 2 1 0 0,-21 50-1 0 0,33-67 15 0 0,1 1-1 0 0,0-1 1 0 0,1 1 0 0 0,0 0-1 0 0,1 0 1 0 0,0 0 0 0 0,0 0 0 0 0,1 0-1 0 0,0 0 1 0 0,1 0 0 0 0,0 0-1 0 0,4 13 1 0 0,4 13 32 0 0,1-1 0 0 0,2 0 0 0 0,2-1 0 0 0,23 43 0 0 0,-23-53-24 0 0,0 0 0 0 0,2 0 0 0 0,24 27 0 0 0,-32-42 0 0 0,1-1 0 0 0,1 1 0 0 0,-1-1 0 0 0,1-1 0 0 0,1 0 0 0 0,-1 0 0 0 0,1-1 0 0 0,0-1 0 0 0,23 9 0 0 0,96 40-70 0 0,0 1 76 0 0,-112-48-66 0 0,0-2 1 0 0,1 0-1 0 0,-1-1 1 0 0,1-1-1 0 0,0 0 1 0 0,0-2-1 0 0,0 0 0 0 0,34-4 1 0 0,18-4 11 0 0,123 4 0 0 0,-184 3 47 0 0,0 0 0 0 0,0-1 0 0 0,0-1 1 0 0,0 0-1 0 0,0 0 0 0 0,0 0 0 0 0,17-8 0 0 0,66-37 227 0 0,-20 9-2 0 0,-8 11-204 0 0,-27 11-86 0 0,69-37 0 0 0,-77 35 72 0 0,-2-1 0 0 0,28-24 0 0 0,-46 34-2 0 0,-1 0-1 0 0,-1 0 1 0 0,0-1-1 0 0,0 0 1 0 0,-1 0-1 0 0,0-1 1 0 0,-1 0-1 0 0,0 0 0 0 0,4-13 1 0 0,-7 16 4 0 0,0 0 0 0 0,-1 0 0 0 0,-1 0 0 0 0,1-1 0 0 0,-2 1 0 0 0,1-1-1 0 0,-1 1 1 0 0,-1-17 0 0 0,-3-3 63 0 0,-11-38 0 0 0,-3-16 27 0 0,15 56 242 0 0,-2 0 1 0 0,-14-49-1 0 0,15 65-324 0 0,-1-1-1 0 0,0 1 0 0 0,0-1 0 0 0,-1 1 0 0 0,0 1 1 0 0,0-1-1 0 0,-1 1 0 0 0,-1 0 0 0 0,-9-9 0 0 0,4 5 145 0 0,2 0-1 0 0,-1-1 1 0 0,-15-27 0 0 0,18 26-9 0 0,-1 0 1 0 0,-1 1-1 0 0,-20-22 1 0 0,25 32-135 0 0,1 0 0 0 0,-1 0 0 0 0,0 0 0 0 0,0 1 0 0 0,0-1 0 0 0,-1 2 0 0 0,1-1 0 0 0,-1 1 1 0 0,-11-3-1 0 0,-69-8 263 0 0,37 7-203 0 0,1-5-226 0 0,36 7-10 0 0,0 1 1 0 0,0 0 0 0 0,0 1-1 0 0,-1 1 1 0 0,-15-1 0 0 0,20 3-888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24.46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 1591 456 0 0,'-1'-7'5274'0'0,"7"-12"-3447"0"0,8-13-722 0 0,16-22-542 0 0,3 2 1 0 0,1 1-1 0 0,44-49 1 0 0,88-116 246 0 0,-7 8-685 0 0,-131 178-126 0 0,0 1 1 0 0,60-46 0 0 0,76-40 2 0 0,-67 48 7 0 0,-5 5 47 0 0,3 4-1 0 0,2 4 1 0 0,2 4-1 0 0,171-59 1 0 0,158-6 136 0 0,-69 63 501 0 0,-288 44-636 0 0,621-19 89 0 0,-49 77-146 0 0,-551-38 0 0 0,285 45 0 0 0,-269-42 0 0 0,-65-11-5 0 0,1 3-1 0 0,43 12 1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25.27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32 128 3921 0 0,'2'-3'121'0'0,"0"0"0"0"0,0 0-1 0 0,-1-1 1 0 0,1 1 0 0 0,-1 0 0 0 0,1-1 0 0 0,-1 0 0 0 0,0 1 0 0 0,0-1 0 0 0,-1 0 0 0 0,1 1-1 0 0,-1-1 1 0 0,0 0 0 0 0,0-7 0 0 0,-1 7 369 0 0,0 0 0 0 0,0 1 1 0 0,-1-1-1 0 0,1 0 0 0 0,-1 0 0 0 0,0 1 1 0 0,0-1-1 0 0,0 1 0 0 0,0 0 0 0 0,0-1 1 0 0,-1 1-1 0 0,0 0 0 0 0,1 1 0 0 0,-1-1 0 0 0,0 0 1 0 0,0 1-1 0 0,-9-9 4579 0 0,13 11-5079 0 0,1-1 0 0 0,-1 1 0 0 0,1 0-1 0 0,0 0 1 0 0,-1 0 0 0 0,1 0-1 0 0,-1 1 1 0 0,1-1 0 0 0,0 0 0 0 0,-1 1-1 0 0,1-1 1 0 0,-1 1 0 0 0,1-1-1 0 0,-1 1 1 0 0,1 0 0 0 0,-1 0 0 0 0,1 0-1 0 0,-1 0 1 0 0,0 0 0 0 0,2 1-1 0 0,34 43-109 0 0,-23-25 108 0 0,2-2-1 0 0,0 0 0 0 0,32 27 1 0 0,-27-30-4 0 0,31 26-22 0 0,-50-38 36 0 0,1-1 1 0 0,-1 0 0 0 0,0 1-1 0 0,0-1 1 0 0,0 1 0 0 0,0 0 0 0 0,0-1-1 0 0,-1 1 1 0 0,1 0 0 0 0,-1 0-1 0 0,0 0 1 0 0,0 0 0 0 0,0 1 0 0 0,0-1-1 0 0,1 6 1 0 0,-3-6 22 0 0,1 1-1 0 0,-1-1 1 0 0,0 0-1 0 0,0 0 1 0 0,0 0-1 0 0,0 0 1 0 0,-1 0 0 0 0,1 0-1 0 0,-1 0 1 0 0,1 0-1 0 0,-1-1 1 0 0,0 1-1 0 0,0 0 1 0 0,-1-1 0 0 0,1 0-1 0 0,0 1 1 0 0,-1-1-1 0 0,1 0 1 0 0,-1 0 0 0 0,-3 1-1 0 0,-7 5 140 0 0,0-1 0 0 0,-27 12 0 0 0,-20 4-565 0 0,36-13-278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27.20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 3225 0 0,'4'18'10628'0'0,"-3"15"-7834"0"0,-3 36-2460 0 0,2-23-186 0 0,2-1 0 0 0,2 0 0 0 0,2 0 0 0 0,13 51 0 0 0,-2-10-201 0 0,-15-78-185 0 0,-1 0 1 0 0,0 1 0 0 0,0-1-1 0 0,-1 0 1 0 0,0 0-1 0 0,-1 0 1 0 0,-2 14 0 0 0,1-15-889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27.79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7 210 4145 0 0,'-2'-5'380'0'0,"1"0"0"0"0,-1 0 0 0 0,2-1 0 0 0,-1 1 0 0 0,0 0 0 0 0,1-1 0 0 0,0 1 1 0 0,0-1-1 0 0,1 1 0 0 0,-1 0 0 0 0,1-1 0 0 0,1 1 0 0 0,2-9 0 0 0,-2 7-32 0 0,0 1 0 0 0,0 0 0 0 0,1 0 1 0 0,0 0-1 0 0,0 0 0 0 0,1 0 0 0 0,-1 1 0 0 0,1-1 0 0 0,0 1 1 0 0,1 0-1 0 0,-1 0 0 0 0,1 0 0 0 0,0 1 0 0 0,0 0 0 0 0,1 0 1 0 0,6-4-1 0 0,-3 3-160 0 0,1 0-1 0 0,1 1 1 0 0,-1 0 0 0 0,0 1 0 0 0,1 0 0 0 0,0 0 0 0 0,0 1 0 0 0,0 1 0 0 0,12-1 0 0 0,-19 2-190 0 0,-1 0 1 0 0,1 0-1 0 0,0 0 1 0 0,-1 0-1 0 0,1 0 0 0 0,0 1 1 0 0,-1-1-1 0 0,1 1 1 0 0,0 0-1 0 0,-1 0 1 0 0,0 1-1 0 0,1-1 1 0 0,-1 1-1 0 0,0-1 1 0 0,5 4-1 0 0,-6-3-38 0 0,-1 0 1 0 0,1 0-1 0 0,-1 1 0 0 0,1-1 1 0 0,-1 0-1 0 0,0 0 0 0 0,0 1 1 0 0,0-1-1 0 0,0 1 0 0 0,0-1 1 0 0,-1 1-1 0 0,1-1 0 0 0,-1 1 0 0 0,0-1 1 0 0,0 1-1 0 0,0 0 0 0 0,0-1 1 0 0,0 1-1 0 0,0-1 0 0 0,-1 1 1 0 0,1 0-1 0 0,-2 3 0 0 0,-1 7-296 0 0,-1 1 1 0 0,0-1-1 0 0,-1-1 0 0 0,0 1 0 0 0,-1-1 0 0 0,-1 0 1 0 0,-10 16-1 0 0,-7 3-173 0 0,-32 35 1 0 0,0-2 1728 0 0,56-64-1197 0 0,-1 0 1 0 0,1 0-1 0 0,0 0 1 0 0,0 1-1 0 0,0-1 1 0 0,0 0-1 0 0,0 0 0 0 0,0 0 1 0 0,0 0-1 0 0,-1 1 1 0 0,1-1-1 0 0,0 0 1 0 0,0 0-1 0 0,0 0 0 0 0,0 0 1 0 0,0 1-1 0 0,0-1 1 0 0,0 0-1 0 0,0 0 1 0 0,0 0-1 0 0,0 1 1 0 0,0-1-1 0 0,0 0 0 0 0,0 0 1 0 0,0 0-1 0 0,0 1 1 0 0,0-1-1 0 0,0 0 1 0 0,0 0-1 0 0,0 0 0 0 0,0 0 1 0 0,1 1-1 0 0,-1-1 1 0 0,0 0-1 0 0,0 0 1 0 0,0 0-1 0 0,0 0 1 0 0,0 1-1 0 0,0-1 0 0 0,1 0 1 0 0,10 3 539 0 0,23-1-32 0 0,-17-2-154 0 0,15 4 47 0 0,7 0 11 0 0,51 12 0 0 0,-77-12-461 0 0,0 0 1 0 0,0 0-1 0 0,-1 1 0 0 0,0 1 1 0 0,0 0-1 0 0,0 1 0 0 0,19 14 1 0 0,1 4-966 0 0,-26-19 373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28.11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16 6681 0 0,'0'-1'72'0'0,"0"0"-1"0"0,0 1 1 0 0,0-1-1 0 0,0 1 1 0 0,0-1-1 0 0,0 0 1 0 0,0 1-1 0 0,0-1 1 0 0,0 1-1 0 0,0-1 1 0 0,1 0-1 0 0,-1 1 1 0 0,0-1-1 0 0,0 1 0 0 0,1-1 1 0 0,-1 1-1 0 0,0-1 1 0 0,1 1-1 0 0,-1-1 1 0 0,1 1-1 0 0,-1 0 1 0 0,1-1-1 0 0,-1 1 1 0 0,1-1-1 0 0,-1 1 1 0 0,1 0-1 0 0,-1-1 1 0 0,2 1-1 0 0,19 1 4563 0 0,-18 0-4068 0 0,0 0 0 0 0,0 0 0 0 0,0 1 0 0 0,0-1 0 0 0,0 1 0 0 0,0-1 0 0 0,-1 1 0 0 0,1 0 0 0 0,0 0 0 0 0,-1 1 0 0 0,4 3 0 0 0,2 10-206 0 0,-1 0 0 0 0,-1 1 0 0 0,0-1 0 0 0,-1 1 0 0 0,-1 0 0 0 0,-1 1 0 0 0,1 18 0 0 0,14 54-374 0 0,-7-55-854 0 0,-3-12-4825 0 0,0-3-1390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29.42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7 6913 0 0,'10'-6'7922'0'0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35.39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1000 218 10138 0 0,'-10'-6'55'0'0,"0"1"1"0"0,0 0-1 0 0,-1 1 0 0 0,0 0 1 0 0,0 0-1 0 0,0 1 0 0 0,0 1 0 0 0,0 0 1 0 0,-1 1-1 0 0,-17-1 0 0 0,8 2-83 0 0,1 1-1 0 0,-1 1 1 0 0,1 0 0 0 0,-1 2-1 0 0,1 0 1 0 0,0 2-1 0 0,1 0 1 0 0,-1 1 0 0 0,1 1-1 0 0,1 1 1 0 0,-1 0-1 0 0,-23 17 1 0 0,1 2-336 0 0,1 2-1 0 0,1 1 1 0 0,1 2 0 0 0,2 2-1 0 0,2 1 1 0 0,1 2 0 0 0,2 1-1 0 0,1 1 1 0 0,2 2 0 0 0,-40 83-1 0 0,30-41 1226 0 0,5 1-1 0 0,-26 98 1 0 0,48-137-495 0 0,2 1 0 0 0,2 0 0 0 0,2 0 0 0 0,2 0 1 0 0,7 92-1 0 0,3-81-150 0 0,3 1-1 0 0,3-2 1 0 0,2 0 0 0 0,2 0 0 0 0,3-2 0 0 0,29 58-1 0 0,-13-42-198 0 0,4-2 0 0 0,2-2-1 0 0,4-2 1 0 0,54 60-1 0 0,-55-75-412 0 0,3-3 0 0 0,82 64-1 0 0,123 62-1670 0 0,-123-96 1170 0 0,223 95 1 0 0,-262-136 1064 0 0,1-5 1 0 0,1-3-1 0 0,154 25 1 0 0,-197-46-4 0 0,-1-3 1 0 0,1-2 0 0 0,0-2-1 0 0,0-2 1 0 0,51-9 0 0 0,-68 6-5 0 0,-1-2 0 0 0,-1-2 1 0 0,1 0-1 0 0,-2-3 0 0 0,1 0 1 0 0,-2-2-1 0 0,0-1 0 0 0,48-32 1 0 0,-61 34 38 0 0,-1 0 0 0 0,0-1 0 0 0,0 0 0 0 0,-2-1 0 0 0,0-1 1 0 0,0 0-1 0 0,-2-1 0 0 0,14-25 0 0 0,-12 15 116 0 0,-1 0 0 0 0,-1-1 0 0 0,-2 0 0 0 0,-1 0 0 0 0,6-36 0 0 0,-6 1 135 0 0,-3 1 0 0 0,-3-1 0 0 0,-2 0 0 0 0,-17-114 0 0 0,-10 10 134 0 0,-63-215 1 0 0,-83-151 763 0 0,126 401-610 0 0,-102-199-1 0 0,115 270-478 0 0,-2 1-1 0 0,-3 1 0 0 0,-3 2 0 0 0,-2 2 1 0 0,-56-53-1 0 0,69 77-129 0 0,-2 2 1 0 0,0 1 0 0 0,-2 2 0 0 0,-73-41-1 0 0,92 58-360 0 0,-1 2-1 0 0,0 0 0 0 0,0 1 0 0 0,0 1 0 0 0,0 0 1 0 0,-1 1-1 0 0,0 1 0 0 0,0 1 0 0 0,0 0 0 0 0,0 2 0 0 0,0 0 1 0 0,0 1-1 0 0,0 0 0 0 0,-28 7 0 0 0,7 3-6858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36.79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93 325 3225 0 0,'-24'-20'548'0'0,"15"11"1250"0"0,1-1 1 0 0,0 0-1 0 0,1 0 0 0 0,0-1 1 0 0,-7-13-1 0 0,0-11 420 0 0,13 29-1727 0 0,7 15 321 0 0,14 26 717 0 0,-14-26-1330 0 0,9 16-185 0 0,2-2-1 0 0,1 0 1 0 0,0-1 0 0 0,2-1-1 0 0,0-1 1 0 0,1 0-1 0 0,2-2 1 0 0,0 0 0 0 0,36 21-1 0 0,-14-8-13 0 0,72 67 0 0 0,-116-97 16 0 0,-1 0 0 0 0,1 0 0 0 0,0 0 0 0 0,0 0 0 0 0,0-1 0 0 0,0 1 0 0 0,0 0 0 0 0,0-1 0 0 0,0 1 0 0 0,0-1 0 0 0,0 1 0 0 0,0-1 0 0 0,0 1 0 0 0,0-1 0 0 0,1 0 0 0 0,-1 0 0 0 0,0 1 0 0 0,0-1-1 0 0,0 0 1 0 0,0 0 0 0 0,1 0 0 0 0,-1 0 0 0 0,0-1 0 0 0,0 1 0 0 0,0 0 0 0 0,0 0 0 0 0,1-1 0 0 0,-1 1 0 0 0,0 0 0 0 0,0-1 0 0 0,0 1 0 0 0,0-1 0 0 0,0 0 0 0 0,0 1 0 0 0,0-1 0 0 0,0 0 0 0 0,0 1 0 0 0,0-1 0 0 0,-1 0 0 0 0,1 0 0 0 0,0 0 0 0 0,0 0-1 0 0,-1 0 1 0 0,1 0 0 0 0,-1 0 0 0 0,1 0 0 0 0,-1 0 0 0 0,1-2 0 0 0,4-8 262 0 0,0 0 0 0 0,-1-1 1 0 0,6-22-1 0 0,-6 19-158 0 0,89-405-61 0 0,-88 368-1830 0 0,-5 30-3862 0 0,-1 7-671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37.14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7834 0 0,'8'8'2125'0'0,"-4"-4"-1558"0"0,0-1 0 0 0,-1 1 1 0 0,1 0-1 0 0,-1 0 0 0 0,0 0 0 0 0,0 0 0 0 0,0 1 1 0 0,0 0-1 0 0,-1-1 0 0 0,4 10 0 0 0,-2 3-493 0 0,0 0-1 0 0,-1 0 0 0 0,-1 1 1 0 0,1 29-1 0 0,-5 32-3936 0 0,2-75 3480 0 0,0 12-4222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37.36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94 8754 0 0,'0'-6'306'0'0,"0"0"0"0"0,0 0 0 0 0,0 0 0 0 0,1 0 0 0 0,0 0-1 0 0,0 0 1 0 0,1 0 0 0 0,0 0 0 0 0,0 0 0 0 0,0 1 0 0 0,1-1 0 0 0,-1 1 0 0 0,1 0 0 0 0,6-8 0 0 0,-9 13-345 0 0,1 0 0 0 0,0 1 0 0 0,-1-1 1 0 0,1 0-1 0 0,-1 0 0 0 0,1 1 0 0 0,0-1 0 0 0,-1 1 0 0 0,1-1 1 0 0,-1 0-1 0 0,1 1 0 0 0,-1-1 0 0 0,1 1 0 0 0,-1-1 1 0 0,1 1-1 0 0,-1-1 0 0 0,0 1 0 0 0,1-1 0 0 0,-1 1 0 0 0,0 0 1 0 0,1-1-1 0 0,-1 1 0 0 0,0 0 0 0 0,0-1 0 0 0,0 1 1 0 0,1 1-1 0 0,0 0 3 0 0,2 5 36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37.88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 26 920 0 0,'-1'28'3824'0'0,"1"-20"-3609"0"0,1 0 1 0 0,1 0 0 0 0,-1 0-1 0 0,2 0 1 0 0,-1 0 0 0 0,1 0-1 0 0,7 14 1 0 0,-6-14 89 0 0,0 0 0 0 0,-1 1-1 0 0,0 0 1 0 0,0 0 0 0 0,2 16 0 0 0,-5-24-312 0 0,0 0 0 0 0,0 0 0 0 0,0 0 0 0 0,0 0 0 0 0,0 0 0 0 0,0 0 0 0 0,0 0 0 0 0,1 0 0 0 0,-1 0 0 0 0,0 0 0 0 0,1 0 0 0 0,-1 0 0 0 0,1 0 0 0 0,-1 0 0 0 0,1 0 0 0 0,-1 0 0 0 0,1 0 0 0 0,0 0 0 0 0,-1-1 0 0 0,1 1 0 0 0,0 0 0 0 0,0 0 0 0 0,0 0 0 0 0,0-1 5 0 0,0 0-1 0 0,0 0 0 0 0,0 0 0 0 0,0 0 0 0 0,0 0 0 0 0,0 0 0 0 0,0 0 1 0 0,0 0-1 0 0,0-1 0 0 0,0 1 0 0 0,0 0 0 0 0,0 0 0 0 0,0-1 1 0 0,-1 1-1 0 0,1-1 0 0 0,0 1 0 0 0,0-1 0 0 0,0 1 0 0 0,1-2 0 0 0,3-2-11 0 0,-1-1 0 0 0,1 1 0 0 0,-1-1 0 0 0,0 0 0 0 0,0 0 0 0 0,4-8 0 0 0,10-24-54 0 0,-12 23 502 0 0,0 1 0 0 0,1 0 0 0 0,0 0 0 0 0,1 1 0 0 0,0 0 0 0 0,1 0 0 0 0,0 1 0 0 0,20-19 0 0 0,-28 29-310 0 0,0 1-1 0 0,0-1 1 0 0,0 0-1 0 0,1 0 1 0 0,-1 0-1 0 0,0 1 1 0 0,1-1-1 0 0,-1 1 0 0 0,0-1 1 0 0,1 1-1 0 0,-1-1 1 0 0,1 1-1 0 0,-1 0 1 0 0,1 0-1 0 0,-1 0 1 0 0,1-1-1 0 0,-1 2 1 0 0,1-1-1 0 0,-1 0 1 0 0,1 0-1 0 0,-1 0 1 0 0,1 1-1 0 0,-1-1 1 0 0,3 2-1 0 0,-1-1 23 0 0,-1 1 0 0 0,0 0 0 0 0,1 0 0 0 0,-1 0 0 0 0,0 0 0 0 0,0 0 0 0 0,0 1-1 0 0,0-1 1 0 0,-1 0 0 0 0,1 1 0 0 0,2 4 0 0 0,1 4 81 0 0,-1 1 0 0 0,0-1-1 0 0,0 1 1 0 0,-1 0 0 0 0,1 13 0 0 0,-1 8 81 0 0,1 2-705 0 0,0-12-4370 0 0,-1-10-891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39.27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1769 5065 0 0,'0'-14'137'0'0,"1"0"1"0"0,0 0-1 0 0,1 0 0 0 0,0 0 1 0 0,2 0-1 0 0,-1 1 0 0 0,1-1 1 0 0,1 1-1 0 0,1 0 1 0 0,0 0-1 0 0,10-16 0 0 0,3-2-117 0 0,2 0 0 0 0,1 1 0 0 0,30-30 0 0 0,-23 30-58 0 0,3 1-1 0 0,0 2 0 0 0,2 1 0 0 0,41-25 0 0 0,156-76 7 0 0,-139 79 314 0 0,35-15 417 0 0,197-69-1 0 0,148-7-500 0 0,156-31 8 0 0,1067-258 306 0 0,-1341 364 37 0 0,2 15-1 0 0,481-5 1 0 0,228 73-501 0 0,-470-2 38 0 0,-418-14-160 0 0,724 25 158 0 0,-6 74 1209 0 0,125 145 1017 0 0,120 10-427 0 0,-578-174 987 0 0,-561-83-2875 0 0,36 7 74 0 0,65 2 1 0 0,-93-9-193 0 0,1 0-1 0 0,-1 0 1 0 0,1-1 0 0 0,-1-1 0 0 0,1 1-1 0 0,-1-1 1 0 0,0-1 0 0 0,0 0 0 0 0,0 0 0 0 0,0-1-1 0 0,-1 0 1 0 0,12-7 0 0 0,-8-1-1730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39.79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0 10594 0 0,'2'37'-1469'0'0,"-2"-21"1648"0"0,1 1 0 0 0,0-1 0 0 0,4 18 0 0 0,1-16 121 0 0,2 0 0 0 0,0-1 0 0 0,0-1 0 0 0,2 1 0 0 0,0-1-1 0 0,1-1 1 0 0,0 0 0 0 0,1 0 0 0 0,1-2 0 0 0,0 1 0 0 0,27 19 0 0 0,-28-23-295 0 0,-8-7 8 0 0,1 0-1 0 0,-1 0 1 0 0,0 0 0 0 0,0 0-1 0 0,-1 1 1 0 0,1 0 0 0 0,-1 0 0 0 0,1 0-1 0 0,-1 0 1 0 0,-1 1 0 0 0,6 8 0 0 0,-8-12 12 0 0,-1 0 1 0 0,1 0 0 0 0,0 0 0 0 0,0 0 0 0 0,-1 0-1 0 0,1 0 1 0 0,0 0 0 0 0,-1 0 0 0 0,1 0 0 0 0,-1 0-1 0 0,1 0 1 0 0,-1 0 0 0 0,0 0 0 0 0,1-1 0 0 0,-1 1-1 0 0,0 0 1 0 0,0 0 0 0 0,1-1 0 0 0,-1 1 0 0 0,0 0-1 0 0,0-1 1 0 0,0 1 0 0 0,0-1 0 0 0,0 1 0 0 0,0-1-1 0 0,-1 1 1 0 0,-32 11 1525 0 0,24-9-1074 0 0,-121 44 150 0 0,102-36-6654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6:02.09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80 415 4145 0 0,'-27'-59'3872'0'0,"0"-2"1007"0"0,1 26 1725 0 0,38 53-3286 0 0,3 19-3135 0 0,-5-13-67 0 0,76 177 7 0 0,-40-89 3 0 0,76 136 1 0 0,-119-243-127 0 0,23 35 0 0 0,-24-37 0 0 0,0-1 0 0 0,0 0 0 0 0,0 0 0 0 0,0 0 0 0 0,0 0 0 0 0,0 0 0 0 0,0 0 0 0 0,1 0 0 0 0,-1-1 0 0 0,1 1 0 0 0,-1-1 0 0 0,1 0 0 0 0,4 2 0 0 0,-6-3 1 0 0,1 0-1 0 0,-1-1 1 0 0,0 1-1 0 0,0 0 1 0 0,0-1-1 0 0,1 1 1 0 0,-1 0-1 0 0,0-1 1 0 0,0 0-1 0 0,0 1 1 0 0,0-1-1 0 0,0 0 1 0 0,0 1-1 0 0,0-1 1 0 0,0 0-1 0 0,0 0 1 0 0,0 0-1 0 0,-1 0 1 0 0,1 0-1 0 0,0 0 1 0 0,0 0-1 0 0,-1 0 1 0 0,1 0-1 0 0,-1 0 1 0 0,1 0-1 0 0,-1 0 1 0 0,1 0-1 0 0,-1-1 1 0 0,0 1-1 0 0,1-1 1 0 0,9-43 44 0 0,-9 40-35 0 0,34-309 351 0 0,-27 206-551 0 0,43-208 0 0 0,-45 296 60 0 0,0 0 0 0 0,14-28 1 0 0,-17 42-228 0 0,0-1 0 0 0,1 0 1 0 0,0 1-1 0 0,0 0 1 0 0,1 0-1 0 0,-1 0 1 0 0,1 1-1 0 0,1-1 1 0 0,-1 1-1 0 0,9-6 0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6:02.49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 1 11979 0 0,'-6'3'3859'0'0,"6"-3"-3764"0"0,0 14 2036 0 0,8 22-570 0 0,-6-26-984 0 0,19 93 516 0 0,13 186 1 0 0,-33-251-1435 0 0,-1-21-211 0 0,1 0 0 0 0,0 0 0 0 0,1 1 0 0 0,1-2 0 0 0,10 34 0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6:02.87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0 132 4609 0 0,'1'-6'471'0'0,"0"-1"1"0"0,0 1-1 0 0,0 0 1 0 0,1 0-1 0 0,0 0 1 0 0,0 0-1 0 0,1 0 0 0 0,0 1 1 0 0,-1-1-1 0 0,2 1 1 0 0,-1-1-1 0 0,1 1 0 0 0,0 0 1 0 0,0 0-1 0 0,0 1 1 0 0,1-1-1 0 0,-1 1 1 0 0,1 0-1 0 0,6-4 0 0 0,-8 6-324 0 0,1-1-1 0 0,-1 1 1 0 0,1 0-1 0 0,0 0 1 0 0,-1 0-1 0 0,1 1 1 0 0,0-1-1 0 0,0 1 0 0 0,0 0 1 0 0,0 0-1 0 0,0 1 1 0 0,0-1-1 0 0,0 1 1 0 0,0-1-1 0 0,1 1 1 0 0,-1 1-1 0 0,0-1 0 0 0,0 0 1 0 0,0 1-1 0 0,0 0 1 0 0,0 0-1 0 0,0 0 1 0 0,0 1-1 0 0,0-1 1 0 0,-1 1-1 0 0,1 0 1 0 0,0 0-1 0 0,-1 0 0 0 0,1 1 1 0 0,3 3-1 0 0,-5-4-158 0 0,0 0 0 0 0,0 0 0 0 0,-1 1 0 0 0,1-1 0 0 0,-1 1 0 0 0,0-1 0 0 0,0 1 0 0 0,0-1 0 0 0,0 1 0 0 0,0 0 0 0 0,0-1 0 0 0,-1 1 0 0 0,1 0 0 0 0,-1 0 0 0 0,0-1 0 0 0,0 1 0 0 0,0 0 0 0 0,0 0 0 0 0,0-1 0 0 0,-1 1 0 0 0,1 0 0 0 0,-1 0 0 0 0,0-1 0 0 0,0 1 0 0 0,0 0 0 0 0,0-1 0 0 0,-2 5 0 0 0,-5 9-180 0 0,-1-1 0 0 0,0-1 0 0 0,-15 19-1 0 0,15-21 182 0 0,-28 40 1263 0 0,-63 67 1 0 0,147-118 1104 0 0,307-19-3069 0 0,-336 17-624 0 0,-1 0-375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6:03.67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59 5529 0 0,'0'-2'224'0'0,"0"1"0"0"0,0-1 0 0 0,-1 0 0 0 0,2 1 0 0 0,-1-1 0 0 0,0 0 0 0 0,0 1 0 0 0,0-1 0 0 0,1 0 0 0 0,-1 1 0 0 0,1-1 0 0 0,0 1 0 0 0,-1-1 0 0 0,1 1 0 0 0,0-1 0 0 0,0 1 0 0 0,0-1-1 0 0,0 1 1 0 0,0 0 0 0 0,0 0 0 0 0,0-1 0 0 0,0 1 0 0 0,0 0 0 0 0,1 0 0 0 0,-1 0 0 0 0,0 0 0 0 0,1 0 0 0 0,-1 1 0 0 0,1-1 0 0 0,-1 0 0 0 0,1 1 0 0 0,-1-1 0 0 0,3 0 0 0 0,4-2 254 0 0,0 0 0 0 0,0 1 0 0 0,0 0 0 0 0,1 0 0 0 0,10-1-1 0 0,-17 3-406 0 0,0 0-1 0 0,0 0 0 0 0,0 0 0 0 0,0 0 0 0 0,0 0 0 0 0,0 1 0 0 0,0-1 0 0 0,0 1 1 0 0,0-1-1 0 0,0 1 0 0 0,0 0 0 0 0,0 0 0 0 0,-1-1 0 0 0,1 1 0 0 0,0 1 0 0 0,0-1 1 0 0,-1 0-1 0 0,1 0 0 0 0,-1 1 0 0 0,1-1 0 0 0,-1 0 0 0 0,2 3 0 0 0,-1-1-43 0 0,0 1-1 0 0,0-1 0 0 0,0 1 1 0 0,-1 0-1 0 0,1 0 0 0 0,-1 0 1 0 0,0 0-1 0 0,0 0 0 0 0,-1 0 1 0 0,1 6-1 0 0,0 6-117 0 0,-2 0 0 0 0,0 0 0 0 0,-1 0 1 0 0,-5 24-1 0 0,-1-13 75 0 0,-2 0 1 0 0,0 0-1 0 0,-2-1 1 0 0,0 0-1 0 0,-22 31 1 0 0,10-17 1100 0 0,24-39-1036 0 0,-1-1 1 0 0,1 0-1 0 0,0 0 1 0 0,0 0-1 0 0,0 0 0 0 0,0 0 1 0 0,0 1-1 0 0,-1-1 1 0 0,1 0-1 0 0,0 0 1 0 0,0 0-1 0 0,0 0 0 0 0,0 1 1 0 0,0-1-1 0 0,0 0 1 0 0,0 0-1 0 0,0 0 1 0 0,0 1-1 0 0,0-1 0 0 0,0 0 1 0 0,0 0-1 0 0,0 0 1 0 0,-1 1-1 0 0,2-1 1 0 0,-1 0-1 0 0,0 0 0 0 0,0 0 1 0 0,0 1-1 0 0,0-1 1 0 0,0 0-1 0 0,0 0 0 0 0,0 0 1 0 0,0 1-1 0 0,0-1 1 0 0,0 0-1 0 0,0 0 1 0 0,0 0-1 0 0,0 0 0 0 0,1 1 1 0 0,-1-1-1 0 0,0 0 1 0 0,0 0-1 0 0,0 0 1 0 0,0 0-1 0 0,1 0 0 0 0,-1 1 1 0 0,0-1-1 0 0,0 0 1 0 0,16-3 1076 0 0,34-20-895 0 0,-20 10-16 0 0,1 3-1011 0 0,45-8 0 0 0,-54 13-430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6:03.97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33 10594 0 0,'2'-1'5619'0'0,"8"-4"-3401"0"0,30-12-3592 0 0,-34 15 778 0 0,0 0 0 0 0,0 0 0 0 0,1 1 0 0 0,-1 0 0 0 0,9 0 1 0 0,-6 1 564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6:04.12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11 5985 0 0,'0'1'3089'0'0,"2"-2"-2209"0"0,2 1-416 0 0,1-1-80 0 0,3 1-24 0 0,6-3-2280 0 0,-1 0-465 0 0,2-1-87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6:04.71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53 318 10594 0 0,'-8'3'943'0'0,"1"-1"0"0"0,-1 1 0 0 0,1 1 0 0 0,0-1 0 0 0,-8 7-1 0 0,19-9-574 0 0,0-1 0 0 0,1 1 0 0 0,-1-1 0 0 0,0 0 0 0 0,1 0 0 0 0,7-2 0 0 0,16-3 115 0 0,581-82 2496 0 0,148 34-2731 0 0,-476 39-204 0 0,764-83-44 0 0,-337 13 44 0 0,-661 81-1722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6:05.34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 67 4609 0 0,'-7'-32'4356'0'0,"6"30"-3917"0"0,1 0 0 0 0,0 1 0 0 0,0-1 0 0 0,0 0 0 0 0,0 1 0 0 0,0-1 0 0 0,0 0 0 0 0,0 1 0 0 0,1-1 0 0 0,-1 0 0 0 0,1 1 0 0 0,-1-1 0 0 0,1 0 0 0 0,-1 1 0 0 0,1-1 0 0 0,0 1 1 0 0,1-3-1 0 0,-1 4-298 0 0,-1 0 1 0 0,1-1 0 0 0,-1 1-1 0 0,1 0 1 0 0,-1 0 0 0 0,1-1 0 0 0,-1 1-1 0 0,1 0 1 0 0,-1 0 0 0 0,1 0-1 0 0,-1 0 1 0 0,1 0 0 0 0,-1 0 0 0 0,1 0-1 0 0,-1 0 1 0 0,1 0 0 0 0,-1 0-1 0 0,1 0 1 0 0,-1 0 0 0 0,1 0 0 0 0,-1 0-1 0 0,1 0 1 0 0,-1 1 0 0 0,1-1-1 0 0,-1 0 1 0 0,1 0 0 0 0,-1 1 0 0 0,2-1-1 0 0,9 17 1322 0 0,1 20-767 0 0,-4 24-271 0 0,-2 0 1 0 0,-5 107 0 0 0,-3-100-421 0 0,15 132 1 0 0,-11-173-548 0 0,-6-22-560 0 0,-7-15-863 0 0,-10-24-6433 0 0,13 20 2998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6:05.68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1 299 1984 0 0,'0'-13'58'0'0,"-1"-14"214"0"0,2-1 1 0 0,1 1-1 0 0,1 0 0 0 0,8-33 1 0 0,-10 53-11 0 0,1 1 0 0 0,-1 0 0 0 0,2 1 0 0 0,-1-1 0 0 0,1 0 0 0 0,0 1 0 0 0,0-1 0 0 0,0 1 0 0 0,1 0 0 0 0,0 0 1 0 0,0 0-1 0 0,0 1 0 0 0,0-1 0 0 0,1 1 0 0 0,0 0 0 0 0,0 0 0 0 0,0 1 0 0 0,0-1 0 0 0,1 1 0 0 0,-1 0 0 0 0,1 1 0 0 0,0 0 0 0 0,-1-1 0 0 0,10-1 0 0 0,-6 3 290 0 0,0-1 0 0 0,-1 1-1 0 0,1 0 1 0 0,0 1 0 0 0,0 0-1 0 0,0 1 1 0 0,-1 0 0 0 0,1 0-1 0 0,0 0 1 0 0,-1 1 0 0 0,12 5-1 0 0,-17-6-460 0 0,0 0 0 0 0,0 1 0 0 0,-1-1 0 0 0,1 1 0 0 0,0 0 0 0 0,-1 0 0 0 0,1 0 0 0 0,-1 0 0 0 0,0 0 0 0 0,1 0 0 0 0,-1 1 0 0 0,0-1 0 0 0,0 1 0 0 0,-1-1 0 0 0,1 1 0 0 0,-1 0 0 0 0,1 0 0 0 0,-1 0 0 0 0,0 0 0 0 0,0 0 0 0 0,0 0 0 0 0,0 0 0 0 0,-1 0 0 0 0,1 0-1 0 0,-1 0 1 0 0,0 1 0 0 0,0-1 0 0 0,0 0 0 0 0,0 0 0 0 0,0 0 0 0 0,-1 1 0 0 0,1-1 0 0 0,-3 5 0 0 0,-2 8 12 0 0,-1 0 1 0 0,0 0-1 0 0,-1-1 0 0 0,-1 0 1 0 0,0 0-1 0 0,-1-1 0 0 0,-1 0 1 0 0,-14 16-1 0 0,-99 97 1147 0 0,113-118-1101 0 0,3-3-150 0 0,5-5 59 0 0,1 1-1 0 0,-1-1 1 0 0,1 1 0 0 0,-1-1-1 0 0,1 1 1 0 0,-1-1-1 0 0,1 1 1 0 0,0 0-1 0 0,0-1 1 0 0,-2 5 0 0 0,3-5-40 0 0,1 0 0 0 0,-1 0 0 0 0,0-1 0 0 0,1 1 0 0 0,-1 0 0 0 0,1 0 0 0 0,-1 0 0 0 0,1-1 0 0 0,0 1 0 0 0,-1 0 0 0 0,1-1 0 0 0,0 1 0 0 0,-1 0 0 0 0,1-1 0 0 0,0 1 0 0 0,0-1 0 0 0,-1 1 0 0 0,1-1 0 0 0,0 1 0 0 0,0-1 0 0 0,0 0 0 0 0,0 1 0 0 0,0-1 0 0 0,0 0 0 0 0,-1 0 0 0 0,1 0 0 0 0,0 1 0 0 0,2-1 0 0 0,142 35 351 0 0,0 1-2787 0 0,-123-29-5178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6:05.95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6 0 10594 0 0,'-5'14'7760'0'0,"5"-13"-7493"0"0,4 26 2287 0 0,-3-16-2126 0 0,7 105 1828 0 0,3 37-1740 0 0,-7-127-1072 0 0,0 0-1 0 0,2-1 0 0 0,15 42 1 0 0,-13-51-4875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6:06.20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0 108 2304 0 0,'5'0'8596'0'0,"9"-1"-3698"0"0,89-9-144 0 0,-34-6-3616 0 0,77-27-1 0 0,-45 11-8341 0 0,-81 27 479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6:06.47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10594 0 0,'0'3'436'0'0,"1"0"-1"0"0,0 1 1 0 0,-1-1-1 0 0,1 1 1 0 0,1-1-1 0 0,-1 0 1 0 0,0 0-1 0 0,1 0 1 0 0,-1 0-1 0 0,4 5 1 0 0,5 11 1220 0 0,-3 6-118 0 0,0-1 0 0 0,-2 2 0 0 0,3 41 0 0 0,-3 82-500 0 0,-3-58-261 0 0,0-18-589 0 0,0-5-1082 0 0,0-22-5648 0 0,0-24-1088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6:06.77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 16131 0 0,'1'3'401'0'0,"0"0"0"0"0,1 0 0 0 0,-1-1 0 0 0,1 1 0 0 0,-1 0-1 0 0,1 0 1 0 0,0-1 0 0 0,3 4 0 0 0,4 5 368 0 0,-3 1-490 0 0,0-1-1 0 0,-1 1 1 0 0,-1 0-1 0 0,0 1 1 0 0,0-1-1 0 0,-2 1 1 0 0,1 0-1 0 0,-1-1 1 0 0,0 25-1 0 0,-3 9-87 0 0,-10 66 1 0 0,1-10-15 0 0,10-94-182 0 0,-1 51-159 0 0,2-55 33 0 0,-1 1-1 0 0,1-1 1 0 0,0 1 0 0 0,0-1-1 0 0,0 1 1 0 0,0-1 0 0 0,1 0-1 0 0,0 0 1 0 0,-1 1 0 0 0,4 3-1 0 0,6-1-2553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6:07.10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1 107 4145 0 0,'0'-1'51'0'0,"-1"0"1"0"0,1-1-1 0 0,0 1 1 0 0,0 0-1 0 0,0 0 1 0 0,0 0-1 0 0,0-1 1 0 0,0 1-1 0 0,1 0 1 0 0,-1 0-1 0 0,0 0 1 0 0,1 0-1 0 0,-1 0 1 0 0,0 0-1 0 0,1-1 1 0 0,-1 1-1 0 0,1 0 1 0 0,0 0-1 0 0,-1 0 1 0 0,1 0-1 0 0,0 1 1 0 0,0-1-1 0 0,-1 0 1 0 0,1 0-1 0 0,0 0 1 0 0,0 1-1 0 0,2-2 1 0 0,32-26 1933 0 0,-28 23-1578 0 0,0 0 32 0 0,0 0 0 0 0,0 0 0 0 0,1 1 0 0 0,0 0 0 0 0,0 0 0 0 0,0 1 0 0 0,0 0 0 0 0,0 0 0 0 0,1 1 0 0 0,-1 0 0 0 0,1 1 0 0 0,0 0 1 0 0,-1 0-1 0 0,1 0 0 0 0,0 1 0 0 0,-1 1 0 0 0,1 0 0 0 0,0 0 0 0 0,-1 0 0 0 0,1 1 0 0 0,-1 0 0 0 0,1 1 0 0 0,12 6 0 0 0,-20-9-412 0 0,0 1 0 0 0,1 0 0 0 0,-1-1 0 0 0,0 1 0 0 0,0 0-1 0 0,0 0 1 0 0,0 0 0 0 0,0 0 0 0 0,0 0 0 0 0,0 0 0 0 0,0 0 0 0 0,0 0 0 0 0,0 0 0 0 0,-1 0 0 0 0,1 1 0 0 0,0-1-1 0 0,-1 0 1 0 0,1 1 0 0 0,-1-1 0 0 0,0 0 0 0 0,1 1 0 0 0,-1 1 0 0 0,0 0-5 0 0,0-1 0 0 0,0 1 0 0 0,-1-1-1 0 0,1 1 1 0 0,-1-1 0 0 0,1 1 0 0 0,-1-1 0 0 0,0 1 0 0 0,0-1-1 0 0,0 0 1 0 0,-3 4 0 0 0,-3 5 15 0 0,-2 0 1 0 0,1 0-1 0 0,-18 16 0 0 0,20-22 8 0 0,-25 25 110 0 0,20-21 126 0 0,0 1 1 0 0,0 0 0 0 0,1 1-1 0 0,1 0 1 0 0,0 0 0 0 0,0 1 0 0 0,-6 14-1 0 0,15-26-262 0 0,0 1 0 0 0,0 0 0 0 0,-1 0-1 0 0,1 0 1 0 0,0 0 0 0 0,1 0-1 0 0,-1 0 1 0 0,0 0 0 0 0,0 0 0 0 0,0 0-1 0 0,0-1 1 0 0,1 1 0 0 0,-1 0 0 0 0,0 0-1 0 0,1 0 1 0 0,-1 0 0 0 0,1-1 0 0 0,-1 1-1 0 0,1 0 1 0 0,-1 0 0 0 0,1-1-1 0 0,0 1 1 0 0,-1 0 0 0 0,1-1 0 0 0,0 1-1 0 0,-1-1 1 0 0,1 1 0 0 0,0-1 0 0 0,0 1-1 0 0,-1-1 1 0 0,1 0 0 0 0,0 1-1 0 0,0-1 1 0 0,1 1 0 0 0,42 14 805 0 0,-28-10-674 0 0,16 6-669 0 0,1-2 0 0 0,36 5 0 0 0,-61-12 45 0 0,19 3-7281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6:07.59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44 65 8754 0 0,'-7'-5'84'0'0,"-21"-17"1858"0"0,28 22-1785 0 0,-1-1-1 0 0,0 1 0 0 0,1-1 1 0 0,-1 0-1 0 0,0 1 0 0 0,1-1 1 0 0,-1 0-1 0 0,1 0 0 0 0,-1 1 1 0 0,1-1-1 0 0,-1 0 1 0 0,1 0-1 0 0,0 0 0 0 0,-1 1 1 0 0,1-1-1 0 0,0 0 0 0 0,0 0 1 0 0,0 0-1 0 0,0 0 0 0 0,0 0 1 0 0,-1 0-1 0 0,2 0 0 0 0,-1 0 1 0 0,0 0-1 0 0,0 1 1 0 0,0-1-1 0 0,0 0 0 0 0,0 0 1 0 0,1 0-1 0 0,0-1 0 0 0,0 0 7 0 0,1 1 0 0 0,-1 0-1 0 0,1 0 1 0 0,-1 0 0 0 0,1 0 0 0 0,-1 1-1 0 0,1-1 1 0 0,0 0 0 0 0,-1 1-1 0 0,1-1 1 0 0,0 1 0 0 0,0-1 0 0 0,-1 1-1 0 0,1 0 1 0 0,0 0 0 0 0,0 0-1 0 0,0 0 1 0 0,-1 0 0 0 0,1 0 0 0 0,0 0-1 0 0,0 1 1 0 0,0-1 0 0 0,-1 1-1 0 0,4 1 1 0 0,2-1 171 0 0,-1 1 0 0 0,0 1 0 0 0,0-1-1 0 0,0 1 1 0 0,9 5 0 0 0,-13-6-296 0 0,1 1 1 0 0,-1-1-1 0 0,1 0 0 0 0,-1 1 1 0 0,0-1-1 0 0,0 1 0 0 0,0 0 1 0 0,0 0-1 0 0,0 0 0 0 0,-1 0 1 0 0,1 0-1 0 0,-1 0 0 0 0,0 0 1 0 0,0 0-1 0 0,1 5 0 0 0,-1-1-23 0 0,0 0-1 0 0,-1 0 1 0 0,1-1-1 0 0,-2 1 1 0 0,1 0 0 0 0,-1 0-1 0 0,-2 8 1 0 0,-3 7 60 0 0,-1 0 1 0 0,-1 0-1 0 0,-15 28 1 0 0,23-50-73 0 0,-2 6 57 0 0,-12 26 109 0 0,13-31-139 0 0,1 0 0 0 0,-1 1 0 0 0,1-1 0 0 0,0 0 0 0 0,-1 1 1 0 0,1-1-1 0 0,0 1 0 0 0,0-1 0 0 0,0 0 0 0 0,0 1 0 0 0,0-1 1 0 0,0 1-1 0 0,0-1 0 0 0,0 1 0 0 0,1-1 0 0 0,-1 0 1 0 0,1 1-1 0 0,-1-1 0 0 0,1 2 0 0 0,0-3-17 0 0,0 1 1 0 0,0-1-1 0 0,0 1 0 0 0,0-1 1 0 0,0 0-1 0 0,0 1 0 0 0,1-1 1 0 0,-1 0-1 0 0,0 0 0 0 0,0 1 1 0 0,0-1-1 0 0,0 0 0 0 0,0 0 1 0 0,0 0-1 0 0,0-1 0 0 0,0 1 1 0 0,0 0-1 0 0,1 0 0 0 0,-1 0 1 0 0,0-1-1 0 0,0 1 0 0 0,2-2 1 0 0,30-12 20 0 0,-24 10-4 0 0,131-46-2096 0 0,-107 41-5793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6:08.88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17 7834 0 0,'0'-1'355'0'0,"1"0"1"0"0,-1 0-1 0 0,7-11 4978 0 0,-5 10-4978 0 0,3 6 1467 0 0,-5-4-1639 0 0,0 1-1 0 0,1-1 0 0 0,-1 0 0 0 0,0 1 0 0 0,0-1 1 0 0,1 1-1 0 0,-1-1 0 0 0,0 1 0 0 0,0-1 1 0 0,0 1-1 0 0,0-1 0 0 0,0 1 0 0 0,1 0 0 0 0,5 44 2218 0 0,0 48-2313 0 0,3 1-1 0 0,5-1 1 0 0,4-1 0 0 0,32 96 0 0 0,-43-169-1326 0 0,-2 0-361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6:09.30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1 116 2761 0 0,'3'-6'561'0'0,"1"0"1"0"0,0 0 0 0 0,1 1 0 0 0,0 0 0 0 0,-1 0 0 0 0,2 0 0 0 0,-1 1-1 0 0,12-8 1 0 0,49-26 3251 0 0,-55 33-3304 0 0,-1 1 0 0 0,1 1 0 0 0,-1 0 0 0 0,1 0 0 0 0,0 1 0 0 0,0 0 0 0 0,0 1 0 0 0,0 0 0 0 0,22 2 0 0 0,-30-1-459 0 0,0 0 1 0 0,0 1 0 0 0,0-1 0 0 0,0 1-1 0 0,1-1 1 0 0,-1 1 0 0 0,0 0 0 0 0,-1 0 0 0 0,1 0-1 0 0,0 1 1 0 0,0-1 0 0 0,0 1 0 0 0,-1 0-1 0 0,1-1 1 0 0,-1 1 0 0 0,1 0 0 0 0,-1 0 0 0 0,0 1-1 0 0,0-1 1 0 0,0 0 0 0 0,0 1 0 0 0,0 0-1 0 0,0-1 1 0 0,-1 1 0 0 0,1 0 0 0 0,-1 0 0 0 0,0 0-1 0 0,0-1 1 0 0,0 1 0 0 0,0 1 0 0 0,0-1 0 0 0,-1 0-1 0 0,0 0 1 0 0,1 0 0 0 0,-1 0 0 0 0,0 0-1 0 0,0 0 1 0 0,-2 6 0 0 0,0 3-125 0 0,0-1 1 0 0,-1 1-1 0 0,-1-1 0 0 0,0 0 1 0 0,-1 0-1 0 0,0 0 0 0 0,0-1 0 0 0,-1 1 1 0 0,-1-1-1 0 0,-7 10 0 0 0,-14 13 392 0 0,-43 42 0 0 0,58-63 156 0 0,42-16 2976 0 0,38-6-3135 0 0,-23 12-306 0 0,0 2 1 0 0,-1 1 0 0 0,1 3 0 0 0,46 13 0 0 0,-51-7-3720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6:09.73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4 102 2761 0 0,'0'-1'157'0'0,"-1"0"1"0"0,1 0-1 0 0,-1-1 1 0 0,1 1-1 0 0,0 0 1 0 0,-1 0-1 0 0,1-1 1 0 0,0 1-1 0 0,0 0 1 0 0,0 0-1 0 0,-1-1 1 0 0,2 1-1 0 0,-1 0 1 0 0,0-1-1 0 0,0 1 1 0 0,0 0-1 0 0,0 0 1 0 0,1-1-1 0 0,-1 1 1 0 0,1 0-1 0 0,0-3 1 0 0,1 1 309 0 0,1-1 0 0 0,-1 1 0 0 0,1 0 0 0 0,-1 0 0 0 0,1-1 0 0 0,0 2 0 0 0,4-4 1 0 0,0 0 508 0 0,1 0 0 0 0,1 0 0 0 0,-1 1 0 0 0,1 1 0 0 0,14-7 0 0 0,-21 10-856 0 0,1 0-1 0 0,-1 0 0 0 0,1 0 1 0 0,-1 1-1 0 0,1-1 0 0 0,-1 1 0 0 0,1-1 1 0 0,0 1-1 0 0,-1 0 0 0 0,1 0 1 0 0,-1 0-1 0 0,1 0 0 0 0,0 1 0 0 0,-1-1 1 0 0,1 1-1 0 0,-1 0 0 0 0,1-1 1 0 0,-1 1-1 0 0,1 0 0 0 0,-1 0 0 0 0,0 1 1 0 0,1-1-1 0 0,-1 0 0 0 0,0 1 1 0 0,0-1-1 0 0,0 1 0 0 0,0 0 0 0 0,0 0 1 0 0,0 0-1 0 0,-1 0 0 0 0,1 0 1 0 0,-1 0-1 0 0,1 0 0 0 0,-1 0 0 0 0,0 1 1 0 0,0-1-1 0 0,0 1 0 0 0,0-1 1 0 0,0 1-1 0 0,0-1 0 0 0,0 4 0 0 0,1 5-117 0 0,0 0 1 0 0,-1 0-1 0 0,0 0 0 0 0,-1 0 0 0 0,0 0 0 0 0,0 0 0 0 0,-1 0 0 0 0,-4 16 0 0 0,-15 38-272 0 0,14-47 271 0 0,0 1 0 0 0,1 0 0 0 0,-4 31 0 0 0,8-49 32 0 0,1-1 1 0 0,0 1-1 0 0,0 0 1 0 0,0 0 0 0 0,0-1-1 0 0,0 1 1 0 0,0 0-1 0 0,0 0 1 0 0,1 0-1 0 0,-1-1 1 0 0,0 1-1 0 0,0 0 1 0 0,0-1 0 0 0,1 1-1 0 0,-1 0 1 0 0,1-1-1 0 0,-1 1 1 0 0,0 0-1 0 0,1-1 1 0 0,-1 1-1 0 0,1 0 1 0 0,-1-1 0 0 0,1 1-1 0 0,-1-1 1 0 0,1 1-1 0 0,1 0 1 0 0,-1-1 17 0 0,1 1 0 0 0,0-1 0 0 0,-1 1 0 0 0,1-1 0 0 0,0 0 0 0 0,-1 0 0 0 0,1 1 0 0 0,0-1 0 0 0,0 0 0 0 0,-1-1 0 0 0,4 1 0 0 0,8-3 137 0 0,-1-1 1 0 0,21-8-1 0 0,-18 6-132 0 0,27-7-1258 0 0,53-10-1 0 0,-71 19-6134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6:10.17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5 10138 0 0,'0'-5'6858'0'0,"5"6"-5641"0"0,7 4-727 0 0,0 0 0 0 0,-1 1 0 0 0,1 0-1 0 0,-1 0 1 0 0,0 1 0 0 0,-1 1 0 0 0,0 0-1 0 0,0 0 1 0 0,10 12 0 0 0,81 99-307 0 0,-39-42-128 0 0,-55-68-185 0 0,-1-2-692 0 0,0 0 0 0 0,1-1 0 0 0,14 12 0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6:10.34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271 1 1840 0 0,'-38'1'12068'0'0,"28"11"-11166"0"0,10-12-981 0 0,-89 124 6779 0 0,-33 71-5345 0 0,110-175-1600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6:15.07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63 349 8754 0 0,'-13'-14'746'0'0,"6"9"-428"0"0,1-1 0 0 0,0 0 0 0 0,0-1 0 0 0,0 1 0 0 0,1-1 0 0 0,-7-13 1 0 0,12 20-288 0 0,0 0 0 0 0,0 0 0 0 0,0 0 0 0 0,0 0 0 0 0,-1 0 0 0 0,1-1 0 0 0,0 1 0 0 0,0 0 0 0 0,0 0 0 0 0,0 0 0 0 0,0 0 0 0 0,0-1 0 0 0,0 1 0 0 0,0 0 0 0 0,0 0 0 0 0,0 0 0 0 0,0 0 0 0 0,0 0 0 0 0,0-1 0 0 0,0 1 0 0 0,0 0 0 0 0,0 0 0 0 0,0 0 0 0 0,0 0 0 0 0,0-1 0 0 0,0 1 0 0 0,0 0 0 0 0,0 0 0 0 0,0 0 0 0 0,0 0 0 0 0,0-1 0 0 0,1 1 0 0 0,-1 0 0 0 0,0 0 0 0 0,0 0 0 0 0,0 0 0 0 0,0 0 0 0 0,0 0 0 0 0,0-1 0 0 0,0 1 0 0 0,1 0 0 0 0,-1 0 0 0 0,0 0 0 0 0,0 0 0 0 0,0 0 0 0 0,0 0 0 0 0,0 0 0 0 0,1 0 0 0 0,-1 0 0 0 0,0 0 0 0 0,0 0 0 0 0,13 3 558 0 0,11 8-535 0 0,-8 3-73 0 0,0 0 1 0 0,-1 0-1 0 0,-1 1 1 0 0,0 1-1 0 0,21 34 1 0 0,-21-30 1 0 0,3 3-131 0 0,250 368-2217 0 0,-162-227 2003 0 0,180 216 0 0 0,157 122-554 0 0,-267-308 801 0 0,-114-126 70 0 0,151 162-565 0 0,20-17-11 0 0,-130-137-20 0 0,3-5 1 0 0,3-5-1 0 0,161 73 1 0 0,364 118 349 0 0,-602-245 331 0 0,236 79 251 0 0,-214-77-162 0 0,-1-3 0 0 0,2-1 1 0 0,64 2-1 0 0,-12-11 160 0 0,-1-4-1 0 0,0-6 0 0 0,154-31 1 0 0,303-105 886 0 0,-474 116-1018 0 0,-1-4 0 0 0,-1-3 0 0 0,-2-5 0 0 0,-2-2 0 0 0,-2-5 0 0 0,-2-2 0 0 0,108-93 0 0 0,59-57 431 0 0,28-24 586 0 0,165-104 1505 0 0,-267 209-2033 0 0,117-84-144 0 0,321-240-443 0 0,54-36 1008 0 0,-293 267-208 0 0,14 27 16 0 0,-254 124-465 0 0,-16 10-294 0 0,1 4-1 0 0,3 6 1 0 0,1 5-1 0 0,1 5 0 0 0,2 6 1 0 0,1 5-1 0 0,0 5 1 0 0,140 1-1 0 0,290 34-1507 0 0,-506-18 1348 0 0,1-2-1 0 0,49-5 1 0 0,-58 1 619 0 0,1 2 1 0 0,0 2-1 0 0,68 8 0 0 0,-59 0-506 0 0,-1 2 0 0 0,1 2-1 0 0,-2 2 1 0 0,0 2-1 0 0,-1 3 1 0 0,69 37-1 0 0,-105-50-95 0 0,1 0 0 0 0,-1 0 0 0 0,1-1 0 0 0,0-1 0 0 0,1 0 0 0 0,-1-1 0 0 0,1 0 0 0 0,0 0 0 0 0,0-1 0 0 0,0-1 0 0 0,0 0 0 0 0,0 0 0 0 0,0-2 0 0 0,0 1 0 0 0,13-3 0 0 0,44-8-104 0 0,-35 5-224 0 0,65-3 0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6:15.54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157 85 6913 0 0,'-12'-5'-420'0'0,"2"0"-1"0"0,-1-1 1 0 0,-14-10-1 0 0,23 14 563 0 0,-1 1 1 0 0,1-1-1 0 0,-1 0 1 0 0,1-1-1 0 0,0 1 1 0 0,-1 0-1 0 0,1 0 1 0 0,1-1-1 0 0,-1 0 1 0 0,0 1-1 0 0,1-1 0 0 0,-1 0 1 0 0,1 0-1 0 0,0 0 1 0 0,-1 1-1 0 0,2-1 1 0 0,-1-1-1 0 0,-1-3 1 0 0,14 9 4081 0 0,13 11-3167 0 0,7 9 61 0 0,0 1 0 0 0,-2 1 0 0 0,47 49 1 0 0,15 12-276 0 0,-87-81-814 0 0,3 3 12 0 0,0 0 0 0 0,0 0 0 0 0,0 0 0 0 0,-1 1 0 0 0,12 16 0 0 0,-18-21-18 0 0,0-1-1 0 0,0 0 1 0 0,0 1 0 0 0,0-1-1 0 0,0 0 1 0 0,0 1-1 0 0,-1-1 1 0 0,1 1-1 0 0,-1 0 1 0 0,0-1-1 0 0,0 1 1 0 0,0-1-1 0 0,0 1 1 0 0,0-1 0 0 0,0 1-1 0 0,-1-1 1 0 0,1 1-1 0 0,-1-1 1 0 0,0 1-1 0 0,0-1 1 0 0,0 1-1 0 0,0-1 1 0 0,0 0 0 0 0,0 0-1 0 0,-1 0 1 0 0,1 1-1 0 0,-1-1 1 0 0,1 0-1 0 0,-4 2 1 0 0,-20 20 214 0 0,-1-1-1 0 0,0-2 1 0 0,-2 0 0 0 0,0-2-1 0 0,-32 15 1 0 0,-26 19-218 0 0,-25 22-1314 0 0,84-55 356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6:16.85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18 270 8754 0 0,'-18'-12'9352'0'0,"33"30"-8446"0"0,9 16-494 0 0,-3 1 1 0 0,-1 0-1 0 0,22 53 0 0 0,21 40 284 0 0,-61-125-685 0 0,-1 0 1 0 0,1 1-1 0 0,1-1 1 0 0,-1 0-1 0 0,0-1 1 0 0,1 1-1 0 0,0 0 1 0 0,-1-1-1 0 0,1 1 1 0 0,5 2-1 0 0,-7-4-4 0 0,0-1-1 0 0,1 1 1 0 0,-1-1 0 0 0,0 0-1 0 0,0 0 1 0 0,1 1-1 0 0,-1-1 1 0 0,0 0 0 0 0,0 0-1 0 0,1 0 1 0 0,-1 0-1 0 0,0-1 1 0 0,0 1 0 0 0,1 0-1 0 0,-1 0 1 0 0,0-1-1 0 0,0 1 1 0 0,0-1-1 0 0,1 1 1 0 0,-1-1 0 0 0,0 0-1 0 0,0 1 1 0 0,0-1-1 0 0,0 0 1 0 0,0 1 0 0 0,0-1-1 0 0,0 0 1 0 0,-1 0-1 0 0,1 0 1 0 0,0 0 0 0 0,0 0-1 0 0,-1 0 1 0 0,1 0-1 0 0,0-2 1 0 0,22-32 206 0 0,-1-2-1 0 0,-3 0 1 0 0,-1-1 0 0 0,-1-1 0 0 0,14-51-1 0 0,39-208-1941 0 0,-67 280 1464 0 0,2 0-1583 0 0,-4 13 448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6:17.07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9674 0 0,'20'49'3037'0'0,"-6"-17"-2234"0"0,-1-1 0 0 0,-2 2 0 0 0,12 58 0 0 0,-23-88-860 0 0,2 11-909 0 0,1 0 1 0 0,6 22-1 0 0,-4-24-3801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6:17.27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43 3 9674 0 0,'-1'0'101'0'0,"-1"-1"0"0"0,1 1 0 0 0,-1-1-1 0 0,1 1 1 0 0,-1 0 0 0 0,1 0 0 0 0,-1 0 0 0 0,1 0 0 0 0,-1 0-1 0 0,0 0 1 0 0,1 1 0 0 0,-1-1 0 0 0,1 0 0 0 0,-1 1 0 0 0,1-1-1 0 0,-1 1 1 0 0,1-1 0 0 0,0 1 0 0 0,-1 0 0 0 0,1 0 0 0 0,0 0-1 0 0,-3 2 1 0 0,3-2-70 0 0,0 1-1 0 0,0-1 1 0 0,1 1 0 0 0,-1-1-1 0 0,0 1 1 0 0,1 0-1 0 0,0-1 1 0 0,-1 1 0 0 0,1 0-1 0 0,0-1 1 0 0,-1 1 0 0 0,1 0-1 0 0,0 0 1 0 0,0-1-1 0 0,1 1 1 0 0,-1 0 0 0 0,0 0-1 0 0,1-1 1 0 0,-1 1-1 0 0,1 0 1 0 0,0 2 0 0 0,12 21-91 0 0,-9-17 48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6:17.76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41 2761 0 0,'2'-1'388'0'0,"-1"-1"0"0"0,1 0 0 0 0,0 1 0 0 0,0-1 1 0 0,0 1-1 0 0,0-1 0 0 0,0 1 0 0 0,0 0 0 0 0,0 0 1 0 0,0 0-1 0 0,0 0 0 0 0,0 0 0 0 0,1 0 1 0 0,-1 1-1 0 0,4-1 0 0 0,-4 1-235 0 0,-1 0 0 0 0,1 1 0 0 0,-1-1 0 0 0,1 1-1 0 0,-1-1 1 0 0,1 1 0 0 0,-1 0 0 0 0,0-1 0 0 0,1 1 0 0 0,-1 0 0 0 0,0 0 0 0 0,1 0 0 0 0,-1 0 0 0 0,0 0 0 0 0,0 1 0 0 0,0-1-1 0 0,0 0 1 0 0,0 0 0 0 0,0 1 0 0 0,0-1 0 0 0,-1 0 0 0 0,1 1 0 0 0,0-1 0 0 0,0 3 0 0 0,15 29 1581 0 0,-5-11-1045 0 0,-1 0 0 0 0,13 41 0 0 0,-10-102-1294 0 0,-9 26 201 0 0,0-2 275 0 0,1 0-1 0 0,0 0 0 0 0,1 1 1 0 0,1-1-1 0 0,9-13 0 0 0,-15 26 198 0 0,1-1-1 0 0,-1 1 1 0 0,1 0-1 0 0,0-1 1 0 0,0 1-1 0 0,0 0 1 0 0,0 1-1 0 0,0-1 1 0 0,0 0-1 0 0,1 0 0 0 0,-1 1 1 0 0,1 0-1 0 0,-1-1 1 0 0,1 1-1 0 0,-1 0 1 0 0,1 0-1 0 0,-1 0 1 0 0,1 1-1 0 0,0-1 1 0 0,0 0-1 0 0,0 1 1 0 0,-1 0-1 0 0,1 0 1 0 0,0 0-1 0 0,0 0 1 0 0,0 0-1 0 0,-1 1 1 0 0,1-1-1 0 0,0 1 1 0 0,0-1-1 0 0,-1 1 0 0 0,1 0 1 0 0,-1 0-1 0 0,1 1 1 0 0,4 2-1 0 0,-4-2 80 0 0,0 0 1 0 0,0 1-1 0 0,0-1 0 0 0,0 1 0 0 0,0 0 0 0 0,0 0 0 0 0,-1 0 0 0 0,0 0 1 0 0,1 1-1 0 0,-1-1 0 0 0,-1 1 0 0 0,1-1 0 0 0,2 7 0 0 0,15 58 1138 0 0,-9-32-1018 0 0,-9-31-524 0 0,0 0 1 0 0,1-1 0 0 0,0 1-1 0 0,0-1 1 0 0,1 1 0 0 0,-1-1-1 0 0,1 0 1 0 0,6 8 0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26.83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1 139 10594 0 0,'1'-14'726'0'0,"0"-1"-1"0"0,1 1 1 0 0,1 0-1 0 0,0 0 1 0 0,1 0-1 0 0,0 1 1 0 0,8-15-1 0 0,-12 27-661 0 0,0 1 0 0 0,0-1-1 0 0,1 0 1 0 0,-1 1 0 0 0,0-1-1 0 0,1 0 1 0 0,-1 1 0 0 0,1-1-1 0 0,-1 0 1 0 0,1 1 0 0 0,-1-1-1 0 0,1 1 1 0 0,-1-1 0 0 0,1 1-1 0 0,0-1 1 0 0,-1 1 0 0 0,1 0-1 0 0,0-1 1 0 0,-1 1 0 0 0,1 0-1 0 0,0-1 1 0 0,-1 1 0 0 0,1 0 0 0 0,0 0-1 0 0,0 0 1 0 0,-1 0 0 0 0,1 0-1 0 0,1 0 1 0 0,0 0 10 0 0,-1 1 1 0 0,1-1-1 0 0,0 1 0 0 0,-1 0 1 0 0,1-1-1 0 0,-1 1 0 0 0,0 0 1 0 0,1 0-1 0 0,-1 0 0 0 0,0 0 1 0 0,0 0-1 0 0,2 3 0 0 0,3 3 122 0 0,0 0-1 0 0,-1 0 1 0 0,8 16 0 0 0,1 9 4 0 0,-1 2 1 0 0,-1-1 0 0 0,-2 1-1 0 0,-1 1 1 0 0,6 53 0 0 0,4 183 115 0 0,-16-186-233 0 0,3 17-3 0 0,5 0 0 0 0,44 185 0 0 0,-47-259-265 0 0,27 130 500 0 0,-32-139-1011 0 0,-1-1-1 0 0,-1 0 0 0 0,-1 1 0 0 0,0-1 1 0 0,-1 1-1 0 0,-6 29 0 0 0,-8-13-3876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27.19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357 163 4145 0 0,'-56'28'446'0'0,"-12"8"3696"0"0,-142 51 0 0 0,209-87-3939 0 0,0 1-1 0 0,0-1 1 0 0,-1 1 0 0 0,1-1 0 0 0,0 1 0 0 0,0-1 0 0 0,0 0 0 0 0,0 0 0 0 0,0 1-1 0 0,-1-1 1 0 0,1 0 0 0 0,0 0 0 0 0,0 0 0 0 0,0 0 0 0 0,-1-1 0 0 0,1 1-1 0 0,-2-1 1 0 0,14-11 2102 0 0,32-17-989 0 0,323-144-214 0 0,-312 152-1113 0 0,0 3 0 0 0,2 1 0 0 0,-1 4 0 0 0,2 1 0 0 0,0 3 0 0 0,113-3 1 0 0,-104 18-569 0 0,-25 6-3126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27.49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7 127 5985 0 0,'0'0'93'0'0,"0"0"0"0"0,-1 0-1 0 0,1 0 1 0 0,0 0 0 0 0,-1-1-1 0 0,1 1 1 0 0,0 0 0 0 0,-1 0 0 0 0,1 0-1 0 0,0 0 1 0 0,-1-1 0 0 0,1 1-1 0 0,0 0 1 0 0,0 0 0 0 0,-1 0-1 0 0,1-1 1 0 0,0 1 0 0 0,0 0-1 0 0,0-1 1 0 0,-1 1 0 0 0,1 0 0 0 0,0 0-1 0 0,0-1 1 0 0,0 1 0 0 0,0 0-1 0 0,0-1 1 0 0,-1 1 0 0 0,1 0-1 0 0,0-1 1 0 0,0 1 0 0 0,0 0-1 0 0,0-1 1 0 0,0 1 0 0 0,0 0 0 0 0,0-1-1 0 0,0 1 1 0 0,0-1 0 0 0,0 1-1 0 0,1 0 1 0 0,-1-1 0 0 0,0 1-1 0 0,12-19 2087 0 0,20-13-84 0 0,-22 24-1653 0 0,1 2 0 0 0,-1-1 0 0 0,1 1 0 0 0,0 1 1 0 0,20-8-1 0 0,-13 8-897 0 0,0 1 0 0 0,0 0 0 0 0,22-1 0 0 0,-20 3-4936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27.86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 1 6913 0 0,'0'0'133'0'0,"-1"0"-1"0"0,1 0 0 0 0,-1 0 0 0 0,1 1 0 0 0,-1-1 0 0 0,1 0 0 0 0,-1 0 0 0 0,1 0 0 0 0,-1 1 0 0 0,1-1 0 0 0,-1 0 0 0 0,1 1 0 0 0,-1-1 0 0 0,1 1 0 0 0,0-1 0 0 0,-1 0 0 0 0,1 1 0 0 0,0-1 0 0 0,-1 1 0 0 0,1-1 0 0 0,0 1 0 0 0,0-1 0 0 0,-1 1 0 0 0,1-1 0 0 0,0 1 0 0 0,0-1 0 0 0,0 1 0 0 0,0-1 0 0 0,0 1 0 0 0,-1-1 0 0 0,1 1 0 0 0,0-1 0 0 0,0 1 1 0 0,0 0-1 0 0,1-1 0 0 0,-1 1 0 0 0,0-1 0 0 0,0 1 0 0 0,0-1 0 0 0,0 1 0 0 0,0-1 0 0 0,1 2 0 0 0,20 17 6761 0 0,-1-1-5407 0 0,-9 4-1100 0 0,-1 1-1 0 0,-1-1 1 0 0,10 41 0 0 0,11 76-287 0 0,-23-100-10 0 0,29 166 87 0 0,51 228-112 0 0,-84-425-127 0 0,52 245 42 0 0,-47-142-2818 0 0,-8-83-4416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28.35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32 4 9218 0 0,'-2'-1'378'0'0,"1"1"0"0"0,0-1 0 0 0,-1 1 0 0 0,1-1 0 0 0,-1 1 0 0 0,1 0 0 0 0,-1 0 0 0 0,1 0 0 0 0,-1 0 0 0 0,1 0 0 0 0,-1 0 0 0 0,1 0 0 0 0,0 0 0 0 0,-1 0 0 0 0,1 1 0 0 0,-4 0 0 0 0,5 0-269 0 0,0-1 0 0 0,-1 1 0 0 0,1-1 0 0 0,0 1-1 0 0,-1-1 1 0 0,1 1 0 0 0,0 0 0 0 0,0-1 0 0 0,-1 1 0 0 0,1-1 0 0 0,0 1 0 0 0,0 0 0 0 0,0-1 0 0 0,0 1 0 0 0,0 0 0 0 0,0-1 0 0 0,0 1 0 0 0,0 0 0 0 0,0-1 0 0 0,0 1 0 0 0,0-1 0 0 0,0 1 0 0 0,0 0 0 0 0,1-1-1 0 0,-1 1 1 0 0,0 0 0 0 0,0-1 0 0 0,1 1 0 0 0,-1-1 0 0 0,1 1 0 0 0,-1-1 0 0 0,0 1 0 0 0,1-1 0 0 0,-1 1 0 0 0,1-1 0 0 0,0 1 0 0 0,16 24 235 0 0,-2 0 0 0 0,-1 0 0 0 0,0 1 0 0 0,-2 1 0 0 0,10 34 0 0 0,31 146-19 0 0,-5-14-3140 0 0,-38-164-4159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28.58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10594 0 0,'10'13'4466'0'0,"17"22"-3239"0"0,-12-13-760 0 0,0 0 0 0 0,-1 1-1 0 0,-2 1 1 0 0,14 34-1 0 0,30 105-1740 0 0,-36-98-2549 0 0,-6-21-1986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2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13 390 10594 0 0,'-1'-1'147'0'0,"1"1"0"0"0,-1 0 0 0 0,1 0 0 0 0,0 0 0 0 0,-1 0 0 0 0,1 0 0 0 0,-1 0 0 0 0,1 0 0 0 0,-1 1 0 0 0,1-1 1 0 0,-1 0-1 0 0,1 0 0 0 0,0 0 0 0 0,-1 0 0 0 0,1 0 0 0 0,-1 1 0 0 0,-1 1 1029 0 0,1-2-1029 0 0,1 1 0 0 0,0-1 0 0 0,0 0 0 0 0,0 1 0 0 0,-1-1 0 0 0,1 1 0 0 0,3 14 1896 0 0,-1-11-1877 0 0,0-1 0 0 0,1 1 0 0 0,-1-1 0 0 0,1 0 0 0 0,-1 0 0 0 0,7 5 0 0 0,5 1-50 0 0,0-2 1 0 0,1 0-1 0 0,0 0 0 0 0,1-2 1 0 0,-1 0-1 0 0,1 0 0 0 0,0-1 0 0 0,0-2 1 0 0,1 1-1 0 0,-1-2 0 0 0,0 0 1 0 0,1-1-1 0 0,16-2 0 0 0,-31 2-81 0 0,1 0 0 0 0,0-1-1 0 0,0 1 1 0 0,-1-1-1 0 0,1 1 1 0 0,0-1 0 0 0,-1 0-1 0 0,1 0 1 0 0,-1-1-1 0 0,1 1 1 0 0,-1 0 0 0 0,0-1-1 0 0,0 1 1 0 0,1-1-1 0 0,-1 0 1 0 0,0 0 0 0 0,0 0-1 0 0,-1 0 1 0 0,1 0-1 0 0,0 0 1 0 0,-1 0 0 0 0,1-1-1 0 0,-1 1 1 0 0,0-1-1 0 0,0 1 1 0 0,0-1 0 0 0,0 1-1 0 0,0-1 1 0 0,0 0-1 0 0,-1 1 1 0 0,1-5 0 0 0,0-7 149 0 0,-1 0 1 0 0,0 0 0 0 0,-1 0-1 0 0,-1 0 1 0 0,-3-15-1 0 0,0 4-18 0 0,-19-122 967 0 0,13 85-2305 0 0,1-1-4548 0 0,5 25-1464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29.57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13 404 3225 0 0,'-11'10'1264'0'0,"10"-5"312"0"0,11-5 733 0 0,22-9-1101 0 0,0-1 1 0 0,50-24-1 0 0,-1 0-204 0 0,107-26 1030 0 0,310-58-1 0 0,-433 105-1949 0 0,446-75 71 0 0,-375 64-258 0 0,-84 13-5 0 0,72-6-1 0 0,-91 16-295 0 0,-12 2-4145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29.88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 35 4145 0 0,'-1'-26'469'0'0,"-1"17"378"0"0,2 18 1966 0 0,0-4-2237 0 0,31 286 5567 0 0,11-97-6453 0 0,-32-155-4923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30.53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82 5 2761 0 0,'-35'9'1973'0'0,"30"-7"-1243"0"0,1 0 0 0 0,0 0 0 0 0,0 0-1 0 0,0 0 1 0 0,0 0 0 0 0,0 1-1 0 0,1 0 1 0 0,-1 0 0 0 0,1 0 0 0 0,-5 5-1 0 0,9-8-633 0 0,-1 0 0 0 0,0 1 0 0 0,0-1 0 0 0,1 0-1 0 0,-1 0 1 0 0,0 1 0 0 0,1-1 0 0 0,-1 0 0 0 0,1 0-1 0 0,-1 0 1 0 0,0 0 0 0 0,1 1 0 0 0,-1-1 0 0 0,0 0-1 0 0,1 0 1 0 0,-1 0 0 0 0,1 0 0 0 0,-1 0 0 0 0,0 0 0 0 0,1 0-1 0 0,-1 0 1 0 0,1 0 0 0 0,-1 0 0 0 0,0 0 0 0 0,1 0-1 0 0,-1 0 1 0 0,1-1 0 0 0,-1 1 0 0 0,0 0 0 0 0,1 0-1 0 0,-1 0 1 0 0,0 0 0 0 0,1-1 0 0 0,19-3 590 0 0,30-9 468 0 0,-12 3-937 0 0,41-6 0 0 0,-68 15-390 0 0,1 0 1 0 0,-1 0-1 0 0,1 1 1 0 0,-1 0-1 0 0,0 1 0 0 0,0 1 1 0 0,1 0-1 0 0,13 4 1 0 0,-23-6 126 0 0,-1 1 1 0 0,0-1-1 0 0,0 1 1 0 0,0-1 0 0 0,0 1-1 0 0,0 0 1 0 0,0-1-1 0 0,0 1 1 0 0,0 0 0 0 0,-1-1-1 0 0,1 1 1 0 0,0 0-1 0 0,0 0 1 0 0,-1 0 0 0 0,1 0-1 0 0,0 0 1 0 0,-1 0 0 0 0,1 0-1 0 0,-1 0 1 0 0,1 0-1 0 0,-1 0 1 0 0,0 0 0 0 0,1 0-1 0 0,-1 1 1 0 0,0-1-1 0 0,0 0 1 0 0,0 0 0 0 0,0 0-1 0 0,0 0 1 0 0,0 1-1 0 0,0-1 1 0 0,0 0 0 0 0,0 0-1 0 0,0 0 1 0 0,-1 0-1 0 0,1 0 1 0 0,0 1 0 0 0,-1-1-1 0 0,1 0 1 0 0,-1 0-1 0 0,0 0 1 0 0,1 0 0 0 0,-1 0-1 0 0,0 1 1 0 0,-5 8-330 0 0,-1-1-1 0 0,0 1 1 0 0,-11 12 0 0 0,11-14 204 0 0,-58 60-634 0 0,46-50 713 0 0,1 0 0 0 0,-30 41 0 0 0,47-58 81 0 0,0 0 0 0 0,0 0 0 0 0,0 0-1 0 0,1 0 1 0 0,-1 0 0 0 0,1 0 0 0 0,-1 0 0 0 0,1 0 0 0 0,-1 1 0 0 0,1-1 0 0 0,-1 0-1 0 0,1 0 1 0 0,0 1 0 0 0,0-1 0 0 0,0 0 0 0 0,0 0 0 0 0,0 1 0 0 0,0-1 0 0 0,0 0 0 0 0,0 0-1 0 0,1 3 1 0 0,-1-3 8 0 0,1 0-1 0 0,0-1 0 0 0,-1 1 0 0 0,1 0 0 0 0,0 0 0 0 0,0 0 1 0 0,0-1-1 0 0,0 1 0 0 0,0-1 0 0 0,0 1 0 0 0,0 0 1 0 0,0-1-1 0 0,0 0 0 0 0,0 1 0 0 0,0-1 0 0 0,0 1 0 0 0,0-1 1 0 0,0 0-1 0 0,2 0 0 0 0,3 1 13 0 0,1-1 0 0 0,0 0 0 0 0,-1 0 0 0 0,1 0-1 0 0,0-1 1 0 0,11-3 0 0 0,46-21 1088 0 0,12-5-44 0 0,-71 29-976 0 0,1-1-1 0 0,0 1 1 0 0,-1 0 0 0 0,1 0 0 0 0,0 1 0 0 0,-1 0-1 0 0,1 0 1 0 0,0 0 0 0 0,0 1 0 0 0,-1 0 0 0 0,7 1-1 0 0,-11-1-48 0 0,1 0-1 0 0,-1-1 0 0 0,1 1 0 0 0,0 0 0 0 0,-1 0 1 0 0,0 0-1 0 0,1 0 0 0 0,-1 1 0 0 0,0-1 0 0 0,1 0 0 0 0,-1 0 1 0 0,0 1-1 0 0,0-1 0 0 0,0 1 0 0 0,0-1 0 0 0,0 1 1 0 0,0 0-1 0 0,-1-1 0 0 0,1 1 0 0 0,-1 0 0 0 0,1-1 1 0 0,-1 1-1 0 0,1 0 0 0 0,-1 0 0 0 0,0-1 0 0 0,0 1 0 0 0,0 0 1 0 0,0 0-1 0 0,0-1 0 0 0,0 1 0 0 0,-1 0 0 0 0,1 0 1 0 0,0-1-1 0 0,-1 1 0 0 0,0 2 0 0 0,-2 7 429 0 0,-1-1 0 0 0,1 0 0 0 0,-2 1 0 0 0,-6 10 0 0 0,-13 17 432 0 0,18-30-801 0 0,1 0 0 0 0,0 0 0 0 0,0 1-1 0 0,0-1 1 0 0,1 1 0 0 0,0 0 0 0 0,1 0-1 0 0,0 0 1 0 0,-2 12 0 0 0,5-19-316 0 0,0-1 0 0 0,0 1-1 0 0,1 0 1 0 0,-1-1 0 0 0,0 1 0 0 0,1-1 0 0 0,-1 1 0 0 0,0-1 0 0 0,1 1 0 0 0,0-1-1 0 0,-1 1 1 0 0,1-1 0 0 0,0 1 0 0 0,0-1 0 0 0,1 2 0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30.86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18 1 1376 0 0,'-1'0'156'0'0,"1"0"0"0"0,-1 0-1 0 0,1 0 1 0 0,-1 0-1 0 0,0 0 1 0 0,1 0 0 0 0,-1 0-1 0 0,1 0 1 0 0,-1 0 0 0 0,0 0-1 0 0,1 0 1 0 0,-1 1 0 0 0,1-1-1 0 0,-1 0 1 0 0,1 0-1 0 0,-1 1 1 0 0,0-1 0 0 0,1 0-1 0 0,-1 0 1 0 0,1 1 0 0 0,-1-1-1 0 0,1 1 1 0 0,0-1 0 0 0,-1 0-1 0 0,1 1 1 0 0,-1-1-1 0 0,1 1 1 0 0,0-1 0 0 0,-1 1-1 0 0,1-1 1 0 0,0 1 0 0 0,0 0-1 0 0,-1-1 1 0 0,1 1 0 0 0,0-1-1 0 0,0 1 1 0 0,0-1-1 0 0,0 1 1 0 0,0 0 0 0 0,0-1-1 0 0,0 1 1 0 0,0-1 0 0 0,0 1-1 0 0,0 0 1 0 0,0-1 0 0 0,0 1-1 0 0,0-1 1 0 0,0 1-1 0 0,0 0 1 0 0,1 0 0 0 0,17 35 5107 0 0,-10-21-4377 0 0,14 54 475 0 0,-3 0 0 0 0,13 98 0 0 0,-6-25-800 0 0,19 69 454 0 0,20 253 0 0 0,-48-330-1372 0 0,-8-77-5145 0 0,-6-42-638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31.55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151 1 11058 0 0,'-22'7'817'0'0,"0"1"-1"0"0,0 1 0 0 0,1 1 0 0 0,0 1 0 0 0,-22 15 0 0 0,43-26-793 0 0,0 0 0 0 0,0 0 0 0 0,1 0-1 0 0,-1 0 1 0 0,0 0 0 0 0,0 0 0 0 0,0 0-1 0 0,0 0 1 0 0,0 0 0 0 0,0 0 0 0 0,0 0 0 0 0,1 0-1 0 0,-1 0 1 0 0,0 0 0 0 0,0 0 0 0 0,0 0-1 0 0,0 0 1 0 0,0 0 0 0 0,0 0 0 0 0,0 0-1 0 0,0 1 1 0 0,1-1 0 0 0,-1 0 0 0 0,0 0-1 0 0,0 0 1 0 0,0 0 0 0 0,0 0 0 0 0,0 0-1 0 0,0 0 1 0 0,0 0 0 0 0,0 0 0 0 0,0 0 0 0 0,0 1-1 0 0,0-1 1 0 0,0 0 0 0 0,0 0 0 0 0,0 0-1 0 0,0 0 1 0 0,1 0 0 0 0,-1 0 0 0 0,0 0-1 0 0,0 1 1 0 0,0-1 0 0 0,0 0 0 0 0,0 0-1 0 0,0 0 1 0 0,0 0 0 0 0,-1 0 0 0 0,1 0-1 0 0,0 0 1 0 0,0 0 0 0 0,0 1 0 0 0,0-1-1 0 0,0 0 1 0 0,0 0 0 0 0,0 0 0 0 0,0 0 0 0 0,0 0-1 0 0,0 0 1 0 0,0 0 0 0 0,0 0 0 0 0,0 0-1 0 0,0 1 1 0 0,0-1 0 0 0,-1 0 0 0 0,1 0-1 0 0,0 0 1 0 0,0 0 0 0 0,0 0 0 0 0,16 2 666 0 0,20-2-240 0 0,268-19-324 0 0,-299 18-199 0 0,-1 1 0 0 0,1 0 0 0 0,0 0 0 0 0,-1 1 0 0 0,1-1 0 0 0,7 3 0 0 0,-12-3 42 0 0,1 0 0 0 0,-1 0 0 0 0,1 1 0 0 0,-1-1 0 0 0,0 0 0 0 0,1 1 0 0 0,-1-1 0 0 0,1 0 0 0 0,-1 1 0 0 0,1-1 0 0 0,-1 0-1 0 0,0 1 1 0 0,1-1 0 0 0,-1 1 0 0 0,0-1 0 0 0,1 1 0 0 0,-1-1 0 0 0,0 0 0 0 0,0 1 0 0 0,1-1 0 0 0,-1 1 0 0 0,0 0 0 0 0,0 0 0 0 0,0 0-31 0 0,0 0 1 0 0,0 1-1 0 0,0-1 0 0 0,-1 0 1 0 0,1 1-1 0 0,0-1 1 0 0,-1 0-1 0 0,1 1 1 0 0,-1-1-1 0 0,1 0 1 0 0,-1 0-1 0 0,0 0 0 0 0,-1 2 1 0 0,-19 25-1035 0 0,-1-2 1 0 0,-46 42-1 0 0,40-43 1536 0 0,2 2 0 0 0,-24 31 0 0 0,49-57-386 0 0,0 1 0 0 0,-1-1 0 0 0,1 1 0 0 0,0-1 0 0 0,0 1 0 0 0,0-1 0 0 0,0 1-1 0 0,1 0 1 0 0,-1-1 0 0 0,0 1 0 0 0,1 0 0 0 0,-1 0 0 0 0,1 0 0 0 0,-1 0-1 0 0,1-1 1 0 0,0 1 0 0 0,0 0 0 0 0,0 0 0 0 0,0 0 0 0 0,0 0 0 0 0,0 0 0 0 0,1 0-1 0 0,-1-1 1 0 0,0 1 0 0 0,1 0 0 0 0,0 0 0 0 0,-1 0 0 0 0,3 2 0 0 0,-2-2-41 0 0,1-1 1 0 0,0 1 0 0 0,0 0 0 0 0,0-1 0 0 0,1 0-1 0 0,-1 1 1 0 0,0-1 0 0 0,1 0 0 0 0,-1 0-1 0 0,0 0 1 0 0,1-1 0 0 0,-1 1 0 0 0,1-1 0 0 0,-1 1-1 0 0,1-1 1 0 0,0 0 0 0 0,-1 0 0 0 0,1 0 0 0 0,-1 0-1 0 0,5-1 1 0 0,7-1-37 0 0,0-1-1 0 0,26-8 0 0 0,-31 7 44 0 0,-1 1-1 0 0,1 0 0 0 0,0 1 1 0 0,0 0-1 0 0,1 1 0 0 0,-1 0 1 0 0,0 0-1 0 0,0 1 0 0 0,13 1 1 0 0,-21-1-17 0 0,0 0 1 0 0,-1 1 0 0 0,1-1 0 0 0,0 1 0 0 0,-1-1 0 0 0,1 1 0 0 0,0-1 0 0 0,-1 1-1 0 0,1-1 1 0 0,-1 1 0 0 0,1-1 0 0 0,-1 1 0 0 0,1 0 0 0 0,-1-1 0 0 0,1 1-1 0 0,-1 0 1 0 0,0-1 0 0 0,1 1 0 0 0,-1 0 0 0 0,0 0 0 0 0,0-1 0 0 0,1 1 0 0 0,-1 0-1 0 0,0 0 1 0 0,0 0 0 0 0,0-1 0 0 0,0 1 0 0 0,0 0 0 0 0,0 0 0 0 0,0 0 0 0 0,-1-1-1 0 0,1 1 1 0 0,0 0 0 0 0,0 0 0 0 0,0-1 0 0 0,-1 1 0 0 0,1 0 0 0 0,0 0 0 0 0,-1 0-1 0 0,-16 37 352 0 0,14-33-232 0 0,-36 63 537 0 0,28-53-775 0 0,2 0 0 0 0,0 0-1 0 0,1 1 1 0 0,1 0-1 0 0,0 1 1 0 0,1 0 0 0 0,-6 28-1 0 0,11-35-3989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31.86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 0 5529 0 0,'-2'9'5684'0'0,"2"14"-3617"0"0,0-21-1395 0 0,2 24 16 0 0,1 0 0 0 0,1 0 0 0 0,2-1-1 0 0,14 42 1 0 0,-7-24-291 0 0,57 173 1337 0 0,-29-94-757 0 0,-33-93-1105 0 0,-1 1 1 0 0,5 51-1 0 0,-12-80 26 0 0,0-1 0 0 0,0 1 0 0 0,0-1 1 0 0,0 0-1 0 0,1 1 0 0 0,-1-1 0 0 0,0 1 0 0 0,0-1 0 0 0,0 0 0 0 0,0 1 0 0 0,0-1 0 0 0,0 1 0 0 0,1-1 0 0 0,-1 0 0 0 0,0 1 0 0 0,0-1 0 0 0,1 0 0 0 0,-1 1 0 0 0,0-1 0 0 0,0 0 1 0 0,1 0-1 0 0,-1 1 0 0 0,0-1 0 0 0,1 0 0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32.21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1908 0 7370 0 0,'0'1'762'0'0,"0"0"-640"0"0,-2 0 320 0 0,0 1 0 0 0,0 0 1 0 0,0-1-1 0 0,0 1 0 0 0,-1-1 1 0 0,1 1-1 0 0,-1-1 0 0 0,-4 2 1 0 0,5-2-66 0 0,-38 15 1474 0 0,-1-2 1 0 0,0-1-1 0 0,-81 13 0 0 0,-134 3 405 0 0,63-10-1671 0 0,-64 17-489 0 0,-245 30-101 0 0,231-29-26 0 0,157-11-6467 0 0,70-14-560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32.72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34 60 9218 0 0,'-5'-7'1024'0'0,"0"-1"1"0"0,0 1-1 0 0,1-1 1 0 0,-5-9-1 0 0,4 5 2785 0 0,17 39-2505 0 0,-1 0 1 0 0,9 33-1 0 0,20 123-498 0 0,8 22-1767 0 0,-46-198 687 0 0,19 56-1022 0 0,-5-22-6240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33.06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23 382 456 0 0,'-5'-15'432'0'0,"0"-1"-1"0"0,2 1 1 0 0,-1-1-1 0 0,2 0 0 0 0,0 0 1 0 0,1 0-1 0 0,0 0 1 0 0,2 0-1 0 0,0 0 1 0 0,0 0-1 0 0,2 1 1 0 0,7-28-1 0 0,-8 34-93 0 0,0-1 0 0 0,1 1-1 0 0,0 0 1 0 0,1 0 0 0 0,0 0 0 0 0,0 0-1 0 0,1 0 1 0 0,12-15 0 0 0,-13 19-69 0 0,1 1 0 0 0,0-1 0 0 0,0 1 0 0 0,0 0 1 0 0,0 1-1 0 0,1-1 0 0 0,-1 1 0 0 0,1 0 1 0 0,0 0-1 0 0,0 1 0 0 0,0-1 0 0 0,0 1 0 0 0,0 1 1 0 0,10-2-1 0 0,-7 1-11 0 0,-1 1 1 0 0,1 0-1 0 0,-1 1 1 0 0,1 0-1 0 0,0 0 1 0 0,-1 1-1 0 0,1 0 1 0 0,-1 1-1 0 0,1 0 0 0 0,-1 0 1 0 0,10 4-1 0 0,-14-4-246 0 0,0 0 0 0 0,-1 0 0 0 0,1 0 0 0 0,-1 1 0 0 0,1-1 1 0 0,-1 1-1 0 0,0 0 0 0 0,0 0 0 0 0,-1 0 0 0 0,1 0 0 0 0,0 0 0 0 0,-1 1 0 0 0,0-1 0 0 0,0 1 0 0 0,0-1 0 0 0,0 1 0 0 0,0 0 0 0 0,-1 0 0 0 0,0 0 0 0 0,0 0 0 0 0,0 0 0 0 0,0 0 0 0 0,-1 0 0 0 0,1 0 0 0 0,-1 6 0 0 0,-1 15-206 0 0,0 1 0 0 0,-1 0 1 0 0,-2-1-1 0 0,-10 37 0 0 0,-39 96 978 0 0,32-98 900 0 0,18-42-337 0 0,3-18-1300 0 0,0 0 0 0 0,1 1 0 0 0,-1-1 0 0 0,0 0 0 0 0,0 0 0 0 0,0 1 0 0 0,1-1 0 0 0,-1 0 0 0 0,0 0 0 0 0,0 1 0 0 0,1-1 0 0 0,-1 0 0 0 0,0 0 0 0 0,0 0 0 0 0,1 1-1 0 0,-1-1 1 0 0,0 0 0 0 0,1 0 0 0 0,-1 0 0 0 0,0 0 0 0 0,1 0 0 0 0,-1 0 0 0 0,0 1 0 0 0,1-1 0 0 0,-1 0 0 0 0,0 0 0 0 0,1 0 0 0 0,-1 0 0 0 0,32-11 1345 0 0,-28 10-1447 0 0,72-34 734 0 0,-42 18-1639 0 0,2 1 0 0 0,71-20 1 0 0,-73 28-1409 0 0,4 1-4156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33.57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26 1 11522 0 0,'-1'0'148'0'0,"0"0"-1"0"0,1 0 1 0 0,-1 0-1 0 0,0 1 1 0 0,1-1-1 0 0,-1 0 1 0 0,1 0-1 0 0,-1 1 1 0 0,0-1-1 0 0,1 0 1 0 0,-1 1-1 0 0,1-1 1 0 0,-1 1-1 0 0,1-1 1 0 0,-1 1-1 0 0,1-1 1 0 0,-1 1-1 0 0,1-1 1 0 0,-1 1-1 0 0,1-1 1 0 0,0 1-1 0 0,-1 0 1 0 0,1-1-1 0 0,0 1 1 0 0,0 0-1 0 0,-1-1 1 0 0,1 1-1 0 0,0 0 1 0 0,0 0-1 0 0,-7 22 1473 0 0,7-23-1615 0 0,-2 11 414 0 0,1 0 1 0 0,0 0 0 0 0,1 0-1 0 0,0 0 1 0 0,0 0 0 0 0,4 19-1 0 0,19 69 137 0 0,-10-50-288 0 0,52 206-739 0 0,-54-215-251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33.90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28 222 10594 0 0,'0'0'63'0'0,"-1"-1"-1"0"0,0 1 0 0 0,1 0 0 0 0,-1 0 1 0 0,1 0-1 0 0,-1 0 0 0 0,0 0 0 0 0,1 0 1 0 0,-1 0-1 0 0,0 0 0 0 0,1 1 0 0 0,-1-1 1 0 0,0 0-1 0 0,1 0 0 0 0,-1 0 0 0 0,1 1 1 0 0,-1-1-1 0 0,0 0 0 0 0,1 1 0 0 0,-1-1 1 0 0,1 0-1 0 0,-1 1 0 0 0,1-1 0 0 0,-1 1 1 0 0,1-1-1 0 0,0 1 0 0 0,-1-1 0 0 0,1 1 1 0 0,0-1-1 0 0,-1 1 0 0 0,1 0 0 0 0,0-1 1 0 0,-1 1-1 0 0,1-1 0 0 0,0 1 0 0 0,0 0 1 0 0,0-1-1 0 0,0 1 0 0 0,0 0 0 0 0,-1-1 1 0 0,1 1-1 0 0,0-1 0 0 0,0 1 0 0 0,1 0 1 0 0,-1-1-1 0 0,0 1 0 0 0,0 0 0 0 0,0-1 1 0 0,1 2-1 0 0,-1 2 207 0 0,0 0 0 0 0,1 0 0 0 0,-1 0 0 0 0,1 0 0 0 0,0 0 0 0 0,3 8 0 0 0,2-4-173 0 0,-1 0 1 0 0,2-1-1 0 0,-1 0 0 0 0,1 0 1 0 0,0 0-1 0 0,0-1 0 0 0,0 0 0 0 0,1 0 1 0 0,0 0-1 0 0,0-1 0 0 0,16 6 1 0 0,-18-8-10 0 0,0 0 1 0 0,0 0-1 0 0,0-1 1 0 0,1 0 0 0 0,-1 0-1 0 0,1-1 1 0 0,0 0-1 0 0,-1 0 1 0 0,1 0 0 0 0,0-1-1 0 0,0 0 1 0 0,-1-1 0 0 0,1 1-1 0 0,0-1 1 0 0,-1 0-1 0 0,1-1 1 0 0,9-3 0 0 0,-13 3-1 0 0,1 0 1 0 0,-1-1-1 0 0,0 1 1 0 0,0-1 0 0 0,0 0-1 0 0,0 0 1 0 0,-1 0-1 0 0,1-1 1 0 0,-1 1 0 0 0,1-1-1 0 0,-1 1 1 0 0,0-1-1 0 0,-1 1 1 0 0,1-1 0 0 0,-1 0-1 0 0,1 0 1 0 0,-1 0-1 0 0,0 0 1 0 0,-1 0 0 0 0,1 0-1 0 0,-1 0 1 0 0,0-1-1 0 0,0 1 1 0 0,0 0 0 0 0,-1-4-1 0 0,0-9 215 0 0,-1 0 0 0 0,-1 0-1 0 0,0 1 1 0 0,-10-30 0 0 0,7 29-177 0 0,0-1 1 0 0,-1 1 0 0 0,-1 1-1 0 0,0 0 1 0 0,-17-24 0 0 0,23 37-246 0 0,-1 0 1 0 0,1 0-1 0 0,-1 0 0 0 0,0 1 1 0 0,0-1-1 0 0,0 1 1 0 0,0-1-1 0 0,0 1 0 0 0,-1 0 1 0 0,1 0-1 0 0,0 0 1 0 0,-1 1-1 0 0,0-1 0 0 0,1 1 1 0 0,-1 0-1 0 0,0 0 1 0 0,0 0-1 0 0,0 1 0 0 0,1-1 1 0 0,-1 1-1 0 0,0 0 1 0 0,0 0-1 0 0,0 0 0 0 0,0 1 1 0 0,0-1-1 0 0,0 1 1 0 0,1 0-1 0 0,-1 0 0 0 0,0 0 1 0 0,0 1-1 0 0,1-1 1 0 0,-6 4-1 0 0,2-1-244 0 0,0 0 0 0 0,1 1-1 0 0,-1-1 1 0 0,1 2 0 0 0,0-1 0 0 0,0 1 0 0 0,1 0-1 0 0,-1 0 1 0 0,1 0 0 0 0,-8 14 0 0 0,1 2 345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34.22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22 10 10594 0 0,'-10'-9'5584'0'0,"9"9"-5290"0"0,1 0-1 0 0,-1 0 1 0 0,0 0 0 0 0,1-1 0 0 0,-1 1 0 0 0,0 0 0 0 0,0 0 0 0 0,1 0 0 0 0,-2 1-1 0 0,1 0-115 0 0,1 0 0 0 0,-1 0 0 0 0,1-1-1 0 0,0 1 1 0 0,-1 0 0 0 0,1 0-1 0 0,0 0 1 0 0,0 0 0 0 0,0 0 0 0 0,-1 0-1 0 0,1 1 1 0 0,0-1 0 0 0,0 0-1 0 0,1 0 1 0 0,-1 0 0 0 0,0 1-1 0 0,10 46 245 0 0,-9-47-305 0 0,44 139 89 0 0,-25-83-277 0 0,-1 2 0 0 0,15 90 0 0 0,-34-144-365 0 0,1 0 1 0 0,-1 0-1 0 0,0 0 0 0 0,0 0 1 0 0,0 0-1 0 0,-1 0 1 0 0,-1 6-1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34.49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1 315 2304 0 0,'2'-15'441'0'0,"0"0"-1"0"0,1 0 0 0 0,1 0 0 0 0,0 0 0 0 0,1 1 0 0 0,1 0 0 0 0,0 0 0 0 0,1 0 0 0 0,0 0 0 0 0,1 1 1 0 0,1 1-1 0 0,10-13 0 0 0,-7 9 212 0 0,1 1 1 0 0,1 0-1 0 0,0 1 1 0 0,21-16 0 0 0,-32 26-462 0 0,1 1 1 0 0,0 0 0 0 0,0 1 0 0 0,1-1 0 0 0,-1 1 0 0 0,0 0-1 0 0,1 0 1 0 0,0 0 0 0 0,-1 0 0 0 0,1 1 0 0 0,0 0 0 0 0,0 0-1 0 0,0 0 1 0 0,-1 1 0 0 0,1-1 0 0 0,0 1 0 0 0,0 1 0 0 0,0-1-1 0 0,0 0 1 0 0,0 1 0 0 0,0 0 0 0 0,9 4 0 0 0,-11-4-138 0 0,0 1 0 0 0,0 1 1 0 0,0-1-1 0 0,-1 0 1 0 0,1 1-1 0 0,-1-1 1 0 0,1 1-1 0 0,-1 0 0 0 0,0 0 1 0 0,0 0-1 0 0,0 0 1 0 0,0 0-1 0 0,-1 0 0 0 0,0 1 1 0 0,1-1-1 0 0,-1 0 1 0 0,0 1-1 0 0,0-1 0 0 0,-1 1 1 0 0,1-1-1 0 0,-1 1 1 0 0,0-1-1 0 0,0 1 0 0 0,0 6 1 0 0,-1 10 114 0 0,-1 0 0 0 0,-1-1 0 0 0,-5 22 0 0 0,7-37-118 0 0,-24 84 562 0 0,16-63-124 0 0,2 1 0 0 0,1 0 1 0 0,-7 52-1 0 0,13-77-455 0 0,0 0 0 0 0,-1 0 0 0 0,1 0 1 0 0,0 0-1 0 0,0 0 0 0 0,0 1 1 0 0,0-1-1 0 0,0 0 0 0 0,0 0 0 0 0,0 0 1 0 0,0 0-1 0 0,1 0 0 0 0,-1 0 0 0 0,0 1 1 0 0,1-1-1 0 0,-1 0 0 0 0,1 0 1 0 0,-1 0-1 0 0,1 0 0 0 0,-1 0 0 0 0,1 0 1 0 0,0 0-1 0 0,-1-1 0 0 0,1 1 0 0 0,0 0 1 0 0,0 0-1 0 0,-1 0 0 0 0,1-1 0 0 0,0 1 1 0 0,0 0-1 0 0,0-1 0 0 0,0 1 1 0 0,0-1-1 0 0,0 1 0 0 0,0-1 0 0 0,0 0 1 0 0,1 1-1 0 0,-1-1 0 0 0,0 0 0 0 0,0 0 1 0 0,0 0-1 0 0,0 1 0 0 0,0-1 0 0 0,0-1 1 0 0,1 1-1 0 0,-1 0 0 0 0,0 0 1 0 0,0 0-1 0 0,0 0 0 0 0,0-1 0 0 0,0 1 1 0 0,0-1-1 0 0,2 0 0 0 0,8-3 35 0 0,-1-1 0 0 0,0 0 0 0 0,0-1 0 0 0,11-7 0 0 0,-15 9-41 0 0,171-102-818 0 0,-132 84-101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38.9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72 511 3225 0 0,'-28'-18'2506'0'0,"-16"-20"5210"0"0,44 38-7663 0 0,1 0-1 0 0,10-3 1152 0 0,14 3-437 0 0,-9 3-571 0 0,-1 1 1 0 0,0 1-1 0 0,0 1 0 0 0,0 0 0 0 0,0 1 0 0 0,-1 0 0 0 0,23 17 1 0 0,88 75 86 0 0,-100-77-106 0 0,18 19-158 0 0,23 19-20 0 0,-59-55 3 0 0,-1 0-1 0 0,2 0 0 0 0,-1 0 1 0 0,0-1-1 0 0,1-1 1 0 0,0 1-1 0 0,14 3 0 0 0,-21-6 28 0 0,0-1 0 0 0,0 0-1 0 0,0 1 1 0 0,1-1-1 0 0,-1 0 1 0 0,0 0 0 0 0,0 0-1 0 0,0 0 1 0 0,1 0-1 0 0,-1 0 1 0 0,0-1 0 0 0,0 1-1 0 0,0 0 1 0 0,1-1 0 0 0,-1 1-1 0 0,0-1 1 0 0,0 1-1 0 0,0-1 1 0 0,0 1 0 0 0,0-1-1 0 0,0 0 1 0 0,0 1-1 0 0,0-1 1 0 0,0 0 0 0 0,0 0-1 0 0,-1 0 1 0 0,1 0-1 0 0,0 0 1 0 0,0 0 0 0 0,-1 0-1 0 0,1 0 1 0 0,-1 0-1 0 0,1 0 1 0 0,-1 0 0 0 0,1 0-1 0 0,-1 0 1 0 0,1 0-1 0 0,-1-1 1 0 0,0 1 0 0 0,0 0-1 0 0,0 0 1 0 0,0 0-1 0 0,0-2 1 0 0,1-8 374 0 0,-1 0 0 0 0,0 0 0 0 0,-4-21 0 0 0,2 16-82 0 0,-10-97 823 0 0,4 42-1471 0 0,0-138-1 0 0,24 57-1450 0 0,-11 128 448 0 0,1 0 0 0 0,10-26 0 0 0,-7 28-4419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39.27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 30 5529 0 0,'-1'-2'388'0'0,"1"1"0"0"0,0-1 0 0 0,-1 1 0 0 0,1-1 0 0 0,0 1 0 0 0,0-1 0 0 0,0 0-1 0 0,0 1 1 0 0,10-15 6256 0 0,-9 16-6538 0 0,7 15 1536 0 0,46 147 1399 0 0,-3-10-3642 0 0,-47-135 42 0 0,-4-10-744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39.56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27 366 3225 0 0,'-7'-26'972'0'0,"1"-1"1"0"0,1 0-1 0 0,1 0 0 0 0,1 0 1 0 0,2-32-1 0 0,1 47-382 0 0,1 1-1 0 0,1-1 1 0 0,0 1-1 0 0,1 0 1 0 0,0 0 0 0 0,7-17-1 0 0,-7 22-270 0 0,0 0-1 0 0,0 0 1 0 0,1 0-1 0 0,0 0 1 0 0,0 1 0 0 0,0 0-1 0 0,1 0 1 0 0,0 0-1 0 0,0 0 1 0 0,0 1-1 0 0,11-8 1 0 0,-15 12-278 0 0,-1-1-1 0 0,1 1 1 0 0,0-1 0 0 0,0 1-1 0 0,-1-1 1 0 0,1 1 0 0 0,0-1-1 0 0,0 1 1 0 0,0 0-1 0 0,-1-1 1 0 0,1 1 0 0 0,0 0-1 0 0,0 0 1 0 0,0 0 0 0 0,0 0-1 0 0,0 0 1 0 0,-1 0 0 0 0,1 0-1 0 0,0 0 1 0 0,0 0 0 0 0,0 0-1 0 0,0 0 1 0 0,0 1 0 0 0,-1-1-1 0 0,1 0 1 0 0,0 0 0 0 0,0 1-1 0 0,0-1 1 0 0,-1 1 0 0 0,1-1-1 0 0,1 1 1 0 0,-1 1 2 0 0,0 0-1 0 0,1 0 1 0 0,-1 0 0 0 0,0 0 0 0 0,0 0-1 0 0,-1 0 1 0 0,1 0 0 0 0,0 0 0 0 0,-1 1-1 0 0,1-1 1 0 0,0 4 0 0 0,0 7 14 0 0,-1-1 1 0 0,0 0-1 0 0,-2 18 0 0 0,-5 7-208 0 0,-22 66 0 0 0,17-63 92 0 0,12-40 78 0 0,0 1 1 0 0,-1-1 0 0 0,1 1-1 0 0,0-1 1 0 0,0 1-1 0 0,0-1 1 0 0,0 1 0 0 0,0-1-1 0 0,0 1 1 0 0,0-1 0 0 0,1 1-1 0 0,-1-1 1 0 0,0 1-1 0 0,0-1 1 0 0,0 1 0 0 0,0-1-1 0 0,1 1 1 0 0,-1-1 0 0 0,0 1-1 0 0,1-1 1 0 0,-1 1-1 0 0,0-1 1 0 0,1 0 0 0 0,-1 1-1 0 0,0-1 1 0 0,1 1 0 0 0,-1-1-1 0 0,1 0 1 0 0,-1 0-1 0 0,1 1 1 0 0,-1-1 0 0 0,1 0-1 0 0,-1 0 1 0 0,1 1 0 0 0,-1-1-1 0 0,1 0 1 0 0,-1 0-1 0 0,1 0 1 0 0,-1 0 0 0 0,1 0-1 0 0,-1 0 1 0 0,1 0 0 0 0,-1 0-1 0 0,1 0 1 0 0,-1 0-1 0 0,1 0 1 0 0,-1 0 0 0 0,1 0-1 0 0,35-4 985 0 0,-27 2-793 0 0,141-6-967 0 0,-78 6-2570 0 0,-44 0 1904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39.72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5065 0 0,'2'8'4469'0'0,"3"14"-2754"0"0,3 30 577 0 0,-4-25-1334 0 0,11 42 0 0 0,-12-60-1123 0 0,0 0 0 0 0,1 0-1 0 0,-1-1 1 0 0,2 0 0 0 0,-1 0 0 0 0,1 0-1 0 0,1 0 1 0 0,9 11 0 0 0,-3-7-4859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39.96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3 120 3225 0 0,'-1'-4'411'0'0,"0"1"-1"0"0,1-1 1 0 0,0 1 0 0 0,-1-1 0 0 0,1 1 0 0 0,1-1 0 0 0,-1 0-1 0 0,0 1 1 0 0,1-1 0 0 0,0 1 0 0 0,0-1 0 0 0,0 1 0 0 0,0 0 0 0 0,0-1-1 0 0,1 1 1 0 0,0 0 0 0 0,-1 0 0 0 0,1 0 0 0 0,5-5 0 0 0,-5 4-340 0 0,1 0 1 0 0,0 0 0 0 0,0 1 0 0 0,1-1 0 0 0,-1 1 0 0 0,1 0-1 0 0,0 0 1 0 0,0 0 0 0 0,0 0 0 0 0,0 1 0 0 0,0 0-1 0 0,0 0 1 0 0,1 0 0 0 0,-1 0 0 0 0,6-1 0 0 0,-8 4-104 0 0,0-1 0 0 0,0 0 0 0 0,0 1 1 0 0,0-1-1 0 0,0 1 0 0 0,-1 0 0 0 0,1 0 1 0 0,0 0-1 0 0,0 0 0 0 0,0 0 0 0 0,-1 0 1 0 0,1 0-1 0 0,-1 0 0 0 0,1 1 0 0 0,-1-1 1 0 0,1 1-1 0 0,-1-1 0 0 0,0 1 0 0 0,0-1 0 0 0,1 1 1 0 0,-1 0-1 0 0,0 0 0 0 0,-1-1 0 0 0,1 1 1 0 0,0 0-1 0 0,0 2 0 0 0,5 12 86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40.1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1 175 7834 0 0,'0'1'64'0'0,"1"-1"0"0"0,-1 0 0 0 0,1 0 0 0 0,-1 0 0 0 0,1 1 0 0 0,-1-1 0 0 0,1 0 0 0 0,0 0 0 0 0,-1 0 0 0 0,1 0 0 0 0,-1 0 0 0 0,1 0 0 0 0,-1 0 0 0 0,1 0 0 0 0,-1 0 0 0 0,1 0 0 0 0,0-1 0 0 0,-1 1 1 0 0,1 0-1 0 0,-1 0 0 0 0,1 0 0 0 0,-1-1 0 0 0,1 1 0 0 0,-1 0 0 0 0,1 0 0 0 0,-1-1 0 0 0,0 1 0 0 0,1-1 0 0 0,-1 1 0 0 0,1 0 0 0 0,-1-1 0 0 0,22-17 1614 0 0,-18 15-1542 0 0,69-60 718 0 0,-4-5-4502 0 0,-52 49 3227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40.40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13 139 3225 0 0,'-1'-1'54'0'0,"0"1"0"0"0,1-1-1 0 0,-1 1 1 0 0,0-1 0 0 0,0 0 0 0 0,0 1 0 0 0,1-1 0 0 0,-1 0 0 0 0,0 0 0 0 0,1 1 0 0 0,-1-1 0 0 0,1 0 0 0 0,-1 0-1 0 0,1 0 1 0 0,-1 0 0 0 0,1 0 0 0 0,0 1 0 0 0,-1-1 0 0 0,1 0 0 0 0,0 0 0 0 0,0 0 0 0 0,0 0 0 0 0,-1-2 0 0 0,1 0 251 0 0,1 0 1 0 0,-1 0 0 0 0,0 0-1 0 0,1 0 1 0 0,0 0 0 0 0,-1 0-1 0 0,3-5 1 0 0,0 1 490 0 0,1 0 0 0 0,-1 1-1 0 0,1-1 1 0 0,0 1 0 0 0,0 0 0 0 0,6-6 0 0 0,-6 8-374 0 0,0 0 1 0 0,1 0-1 0 0,0 0 1 0 0,-1 1-1 0 0,1 0 1 0 0,0 0-1 0 0,1 0 1 0 0,-1 0-1 0 0,9-3 1 0 0,-12 6-378 0 0,0 0 0 0 0,-1-1 0 0 0,1 1 0 0 0,0 0-1 0 0,0 0 1 0 0,-1 0 0 0 0,1 0 0 0 0,0 0 0 0 0,0 1 0 0 0,-1-1 0 0 0,1 0 0 0 0,0 1 0 0 0,-1 0 0 0 0,1-1-1 0 0,-1 1 1 0 0,1 0 0 0 0,0-1 0 0 0,-1 1 0 0 0,0 0 0 0 0,1 0 0 0 0,-1 0 0 0 0,1 1 0 0 0,-1-1 0 0 0,0 0-1 0 0,0 0 1 0 0,0 1 0 0 0,0-1 0 0 0,0 1 0 0 0,0-1 0 0 0,0 1 0 0 0,0-1 0 0 0,-1 1 0 0 0,1-1 0 0 0,0 1-1 0 0,-1 0 1 0 0,1 2 0 0 0,4 14 16 0 0,0 0 0 0 0,-1 0 0 0 0,-1 0 0 0 0,-1 1 1 0 0,0 35-1 0 0,-15 93-339 0 0,8-115 215 0 0,1 0 0 0 0,2 1 0 0 0,1-1 0 0 0,1 1 0 0 0,9 58 0 0 0,-7-85 81 0 0,-1 0 0 0 0,1 1-1 0 0,0-1 1 0 0,1 0 0 0 0,-1-1 0 0 0,7 11 0 0 0,-7-13-135 0 0,0-1 0 0 0,0 1 0 0 0,0-1 0 0 0,0 0 0 0 0,0 0 0 0 0,0 0 0 0 0,1 0 0 0 0,-1-1 0 0 0,1 1 0 0 0,-1 0 0 0 0,1-1 0 0 0,-1 0 0 0 0,1 0 0 0 0,0 0 0 0 0,0 0 0 0 0,5 1-1 0 0,7 0-5755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40.54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20 11522 0 0,'2'-1'1025'0'0,"1"0"-825"0"0,-1-1-200 0 0,0 1 0 0 0,0 1 176 0 0,0-1-8 0 0,2-2 0 0 0,2 1 0 0 0,3-2-352 0 0,0 1-72 0 0,-1 2-8 0 0,-1 1-8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41.27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33 395 5985 0 0,'-10'-14'1063'0'0,"7"11"-188"0"0,1-1 1 0 0,-1 1-1 0 0,1-1 1 0 0,-1 0-1 0 0,1 0 0 0 0,0 0 1 0 0,1-1-1 0 0,-1 1 1 0 0,-1-5-1 0 0,3 8-779 0 0,1 1 0 0 0,-1 0 0 0 0,0-1-1 0 0,1 1 1 0 0,-1 0 0 0 0,0 0 0 0 0,1-1 0 0 0,-1 1 0 0 0,0 0-1 0 0,1 0 1 0 0,-1-1 0 0 0,1 1 0 0 0,-1 0 0 0 0,0 0 0 0 0,1 0-1 0 0,-1 0 1 0 0,1 0 0 0 0,-1 0 0 0 0,0-1 0 0 0,1 1 0 0 0,-1 0-1 0 0,1 0 1 0 0,-1 0 0 0 0,1 0 0 0 0,-1 1 0 0 0,0-1 0 0 0,1 0-1 0 0,-1 0 1 0 0,1 0 0 0 0,-1 0 0 0 0,1 0 0 0 0,-1 0 0 0 0,0 1-1 0 0,1-1 1 0 0,-1 0 0 0 0,0 0 0 0 0,1 1 0 0 0,-1-1 0 0 0,0 0-1 0 0,1 1 1 0 0,-1-1 0 0 0,0 0 0 0 0,1 1 0 0 0,18 11 565 0 0,1 9-324 0 0,0 1-1 0 0,26 40 1 0 0,-25-33-223 0 0,32 35 0 0 0,-26-36-92 0 0,1-1 0 0 0,52 38 0 0 0,-70-58-5 0 0,1 0 0 0 0,-1-1 0 0 0,1 0 0 0 0,1 0 0 0 0,-1-1 1 0 0,1 0-1 0 0,0-1 0 0 0,0-1 0 0 0,0 0 0 0 0,1-1 0 0 0,-1 0 0 0 0,17 0 0 0 0,-24-2-26 0 0,-1 0-1 0 0,1 0 0 0 0,0-1 1 0 0,0 0-1 0 0,-1 0 1 0 0,1 0-1 0 0,0 0 1 0 0,-1-1-1 0 0,1 0 1 0 0,-1 0-1 0 0,0 0 1 0 0,0-1-1 0 0,1 1 1 0 0,-1-1-1 0 0,-1 0 0 0 0,1 0 1 0 0,3-4-1 0 0,-2 1 16 0 0,-1 1 0 0 0,0-1 0 0 0,0-1 0 0 0,-1 1 0 0 0,0 0 0 0 0,0-1 0 0 0,0 0 0 0 0,-1 1 0 0 0,0-1 0 0 0,2-10 0 0 0,-1-12 37 0 0,0 0 1 0 0,-2-1 0 0 0,-2 1 0 0 0,-4-41-1 0 0,4 65-44 0 0,-3-39-32 0 0,-9-129 82 0 0,12 137-963 0 0,2 1-1 0 0,10-67 1 0 0,-4 77-1490 0 0,-4 21 1173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41.52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3681 0 0,'13'34'5490'0'0,"19"34"1"0"0,7 18-1704 0 0,2 12-2731 0 0,-22-59-1432 0 0,-3 1-1 0 0,13 46 1 0 0,-25-69-4100 0 0,-2-1-1502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41.82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47 9674 0 0,'0'-2'82'0'0,"1"0"0"0"0,-1-1 0 0 0,1 1 0 0 0,0 0 0 0 0,0-1 0 0 0,0 1 0 0 0,0 0 0 0 0,0 0 0 0 0,1 0 0 0 0,-1 0 0 0 0,1 0 0 0 0,-1 0 0 0 0,1 0 0 0 0,0 1 0 0 0,-1-1 0 0 0,1 0 0 0 0,0 1 0 0 0,0-1 0 0 0,4-1 0 0 0,-5 2-9 0 0,0 1 0 0 0,0-1-1 0 0,0 1 1 0 0,0-1 0 0 0,0 1-1 0 0,0-1 1 0 0,0 1 0 0 0,0 0-1 0 0,0-1 1 0 0,0 1 0 0 0,0 0-1 0 0,0 0 1 0 0,0 0 0 0 0,0 0-1 0 0,0 0 1 0 0,0 0 0 0 0,0 0-1 0 0,0 0 1 0 0,0 0 0 0 0,0 0-1 0 0,0 0 1 0 0,0 1 0 0 0,0-1-1 0 0,0 0 1 0 0,0 1 0 0 0,0-1-1 0 0,0 1 1 0 0,0-1 0 0 0,0 1-1 0 0,0 0 1 0 0,0-1 0 0 0,-1 1-1 0 0,1 0 1 0 0,0 0 0 0 0,0-1-1 0 0,-1 1 1 0 0,1 0 0 0 0,-1 0-1 0 0,1 0 1 0 0,-1 0 0 0 0,1 0-1 0 0,-1 0 1 0 0,1 0 0 0 0,-1 0-1 0 0,0 0 1 0 0,1 2 0 0 0,1 8 122 0 0,-1 0-1 0 0,-1 1 1 0 0,1-1 0 0 0,-2 1-1 0 0,0-1 1 0 0,0 0 0 0 0,-1 1-1 0 0,0-1 1 0 0,-6 17 0 0 0,3-10 353 0 0,1 1 1 0 0,-2 22 0 0 0,6-40-481 0 0,0 0 0 0 0,-1 0 1 0 0,1-1-1 0 0,0 1 0 0 0,0 0 0 0 0,0 0 1 0 0,0 0-1 0 0,0 0 0 0 0,0 0 1 0 0,0 0-1 0 0,1 0 0 0 0,-1 0 1 0 0,0-1-1 0 0,0 1 0 0 0,1 0 1 0 0,-1 0-1 0 0,1 0 0 0 0,-1 0 1 0 0,0-1-1 0 0,1 1 0 0 0,0 0 1 0 0,-1 0-1 0 0,1-1 0 0 0,-1 1 1 0 0,1 0-1 0 0,0-1 0 0 0,-1 1 0 0 0,2 0 1 0 0,-1-1 5 0 0,1 0 1 0 0,-1 1-1 0 0,1-1 1 0 0,-1 0 0 0 0,1 0-1 0 0,-1-1 1 0 0,1 1-1 0 0,-1 0 1 0 0,1 0-1 0 0,-1-1 1 0 0,1 1 0 0 0,-1-1-1 0 0,0 1 1 0 0,1-1-1 0 0,1-1 1 0 0,6-3 119 0 0,1-1 0 0 0,-1 0 0 0 0,11-10 0 0 0,-7 4-167 0 0,-1 1-256 0 0,0 0 0 0 0,1 0 0 0 0,1 2 0 0 0,-1-1 0 0 0,1 2 0 0 0,1 0 0 0 0,0 0 0 0 0,18-6 0 0 0,-13 10-1094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42.13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40 5985 0 0,'4'-5'946'0'0,"1"1"0"0"0,-1 0 0 0 0,1 0 1 0 0,0 1-1 0 0,1-1 0 0 0,-1 1 0 0 0,0 0 0 0 0,1 1 0 0 0,6-3 0 0 0,-11 5-862 0 0,1-1-1 0 0,0 1 1 0 0,-1-1-1 0 0,1 1 1 0 0,0 0 0 0 0,-1 0-1 0 0,1 0 1 0 0,-1 0 0 0 0,1 0-1 0 0,0 0 1 0 0,-1 1-1 0 0,1-1 1 0 0,0 0 0 0 0,-1 1-1 0 0,1-1 1 0 0,-1 1 0 0 0,1 0-1 0 0,-1-1 1 0 0,1 1-1 0 0,-1 0 1 0 0,1 0 0 0 0,-1 0-1 0 0,0 0 1 0 0,1 0 0 0 0,-1 0-1 0 0,0 0 1 0 0,0 1-1 0 0,0-1 1 0 0,0 0 0 0 0,0 1-1 0 0,0-1 1 0 0,0 1-1 0 0,-1-1 1 0 0,1 1 0 0 0,-1-1-1 0 0,2 4 1 0 0,2 9-53 0 0,-1 0-1 0 0,0 0 1 0 0,1 21 0 0 0,-4-25-32 0 0,1 0-1 0 0,0-1 1 0 0,0 1 0 0 0,1 0 0 0 0,1-1 0 0 0,0 0 0 0 0,0 1 0 0 0,1-1 0 0 0,5 11 0 0 0,-8-20 2 0 0,-1 1-1 0 0,0 0 1 0 0,0-1 0 0 0,1 1-1 0 0,-1-1 1 0 0,1 1 0 0 0,-1-1-1 0 0,0 1 1 0 0,1-1 0 0 0,-1 1-1 0 0,1-1 1 0 0,-1 1 0 0 0,1-1-1 0 0,-1 0 1 0 0,1 1 0 0 0,-1-1-1 0 0,1 0 1 0 0,0 0 0 0 0,-1 1-1 0 0,1-1 1 0 0,-1 0 0 0 0,1 0-1 0 0,0 0 1 0 0,-1 0 0 0 0,1 0-1 0 0,0 1 1 0 0,-1-1 0 0 0,1 0-1 0 0,0-1 1 0 0,-1 1 0 0 0,1 0-1 0 0,0 0 1 0 0,-1 0 0 0 0,2-1-1 0 0,15-16-397 0 0,-14 13 142 0 0,8-10-428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42.33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37 92 9674 0 0,'-2'0'280'0'0,"0"0"0"0"0,0 0 0 0 0,0 0 0 0 0,0 0 0 0 0,0 0 0 0 0,0 0 0 0 0,0-1 0 0 0,0 1-1 0 0,0-1 1 0 0,0 1 0 0 0,0-1 0 0 0,0 0 0 0 0,0 0 0 0 0,1 0 0 0 0,-4-2 0 0 0,5 2-138 0 0,-1 0 0 0 0,1 0 1 0 0,0 0-1 0 0,-1 0 0 0 0,1 0 0 0 0,0 0 1 0 0,0-1-1 0 0,0 1 0 0 0,0 0 0 0 0,0 0 1 0 0,0 0-1 0 0,0 0 0 0 0,0 0 0 0 0,0 0 0 0 0,1 0 1 0 0,-1-1-1 0 0,0 1 0 0 0,1 0 0 0 0,-1 0 1 0 0,1 0-1 0 0,-1 0 0 0 0,1 0 0 0 0,-1 0 1 0 0,1 0-1 0 0,0 1 0 0 0,-1-1 0 0 0,1 0 0 0 0,0 0 1 0 0,1-1-1 0 0,4-4-541 0 0,-1-1 0 0 0,1 1 0 0 0,1 0 0 0 0,-1 1 0 0 0,12-9 0 0 0,-7 8-496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42.48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0 143 8754 0 0,'1'0'140'0'0,"0"0"0"0"0,0 0 0 0 0,0 0 1 0 0,-1 0-1 0 0,1 0 0 0 0,0-1 0 0 0,0 1 1 0 0,0 0-1 0 0,0 0 0 0 0,0-1 0 0 0,-1 1 0 0 0,1 0 1 0 0,0-1-1 0 0,0 1 0 0 0,0-1 0 0 0,-1 1 0 0 0,1-1 1 0 0,0 1-1 0 0,-1-1 0 0 0,1 1 0 0 0,1-2 0 0 0,21-15 869 0 0,24-25-1812 0 0,-28 24 112 0 0,1 1-1 0 0,24-16 1 0 0,-32 25 691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42.7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5 4609 0 0,'4'1'496'0'0,"0"-1"1"0"0,-1 0-1 0 0,1 0 1 0 0,0 0-1 0 0,0 0 1 0 0,-1-1-1 0 0,1 1 1 0 0,4-2-1 0 0,3 0 121 0 0,-5 2-383 0 0,-1 0 1 0 0,1 0-1 0 0,0 1 0 0 0,0-1 0 0 0,0 2 1 0 0,0-1-1 0 0,-1 0 0 0 0,1 1 1 0 0,-1 0-1 0 0,1 0 0 0 0,-1 1 0 0 0,0 0 1 0 0,0 0-1 0 0,0 0 0 0 0,0 0 1 0 0,0 1-1 0 0,-1-1 0 0 0,8 10 0 0 0,5 5 59 0 0,-2 1 0 0 0,0 1-1 0 0,14 27 1 0 0,-13-21 242 0 0,-8-15-533 0 0,-1 1 0 0 0,-1 0-1 0 0,0 0 1 0 0,8 23-1 0 0,-10-16-5610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42.84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9218 0 0,'3'4'816'0'0,"-2"-1"-656"0"0,1 1-160 0 0,5-3-1784 0 0,-2-2-393 0 0,0-2-71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38.9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72 511 3225 0 0,'-28'-18'2506'0'0,"-16"-20"5210"0"0,44 38-7663 0 0,1 0-1 0 0,10-3 1152 0 0,14 3-437 0 0,-9 3-571 0 0,-1 1 1 0 0,0 1-1 0 0,0 1 0 0 0,0 0 0 0 0,0 1 0 0 0,-1 0 0 0 0,23 17 1 0 0,88 75 86 0 0,-100-77-106 0 0,18 19-158 0 0,23 19-20 0 0,-59-55 3 0 0,-1 0-1 0 0,2 0 0 0 0,-1 0 1 0 0,0-1-1 0 0,1-1 1 0 0,0 1-1 0 0,14 3 0 0 0,-21-6 28 0 0,0-1 0 0 0,0 0-1 0 0,0 1 1 0 0,1-1-1 0 0,-1 0 1 0 0,0 0 0 0 0,0 0-1 0 0,0 0 1 0 0,1 0-1 0 0,-1 0 1 0 0,0-1 0 0 0,0 1-1 0 0,0 0 1 0 0,1-1 0 0 0,-1 1-1 0 0,0-1 1 0 0,0 1-1 0 0,0-1 1 0 0,0 1 0 0 0,0-1-1 0 0,0 0 1 0 0,0 1-1 0 0,0-1 1 0 0,0 0 0 0 0,0 0-1 0 0,-1 0 1 0 0,1 0-1 0 0,0 0 1 0 0,0 0 0 0 0,-1 0-1 0 0,1 0 1 0 0,-1 0-1 0 0,1 0 1 0 0,-1 0 0 0 0,1 0-1 0 0,-1 0 1 0 0,1 0-1 0 0,-1-1 1 0 0,0 1 0 0 0,0 0-1 0 0,0 0 1 0 0,0 0-1 0 0,0-2 1 0 0,1-8 374 0 0,-1 0 0 0 0,0 0 0 0 0,-4-21 0 0 0,2 16-82 0 0,-10-97 823 0 0,4 42-1471 0 0,0-138-1 0 0,24 57-1450 0 0,-11 128 448 0 0,1 0 0 0 0,10-26 0 0 0,-7 28-4419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39.27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 30 5529 0 0,'-1'-2'388'0'0,"1"1"0"0"0,0-1 0 0 0,-1 1 0 0 0,1-1 0 0 0,0 1 0 0 0,0-1 0 0 0,0 0-1 0 0,0 1 1 0 0,10-15 6256 0 0,-9 16-6538 0 0,7 15 1536 0 0,46 147 1399 0 0,-3-10-3642 0 0,-47-135 42 0 0,-4-10-744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39.56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27 366 3225 0 0,'-7'-26'972'0'0,"1"-1"1"0"0,1 0-1 0 0,1 0 0 0 0,1 0 1 0 0,2-32-1 0 0,1 47-382 0 0,1 1-1 0 0,1-1 1 0 0,0 1-1 0 0,1 0 1 0 0,0 0 0 0 0,7-17-1 0 0,-7 22-270 0 0,0 0-1 0 0,0 0 1 0 0,1 0-1 0 0,0 0 1 0 0,0 1 0 0 0,0 0-1 0 0,1 0 1 0 0,0 0-1 0 0,0 0 1 0 0,0 1-1 0 0,11-8 1 0 0,-15 12-278 0 0,-1-1-1 0 0,1 1 1 0 0,0-1 0 0 0,0 1-1 0 0,-1-1 1 0 0,1 1 0 0 0,0-1-1 0 0,0 1 1 0 0,0 0-1 0 0,-1-1 1 0 0,1 1 0 0 0,0 0-1 0 0,0 0 1 0 0,0 0 0 0 0,0 0-1 0 0,0 0 1 0 0,-1 0 0 0 0,1 0-1 0 0,0 0 1 0 0,0 0 0 0 0,0 0-1 0 0,0 0 1 0 0,0 1 0 0 0,-1-1-1 0 0,1 0 1 0 0,0 0 0 0 0,0 1-1 0 0,0-1 1 0 0,-1 1 0 0 0,1-1-1 0 0,1 1 1 0 0,-1 1 2 0 0,0 0-1 0 0,1 0 1 0 0,-1 0 0 0 0,0 0 0 0 0,0 0-1 0 0,-1 0 1 0 0,1 0 0 0 0,0 0 0 0 0,-1 1-1 0 0,1-1 1 0 0,0 4 0 0 0,0 7 14 0 0,-1-1 1 0 0,0 0-1 0 0,-2 18 0 0 0,-5 7-208 0 0,-22 66 0 0 0,17-63 92 0 0,12-40 78 0 0,0 1 1 0 0,-1-1 0 0 0,1 1-1 0 0,0-1 1 0 0,0 1-1 0 0,0-1 1 0 0,0 1 0 0 0,0-1-1 0 0,0 1 1 0 0,0-1 0 0 0,1 1-1 0 0,-1-1 1 0 0,0 1-1 0 0,0-1 1 0 0,0 1 0 0 0,0-1-1 0 0,1 1 1 0 0,-1-1 0 0 0,0 1-1 0 0,1-1 1 0 0,-1 1-1 0 0,0-1 1 0 0,1 0 0 0 0,-1 1-1 0 0,0-1 1 0 0,1 1 0 0 0,-1-1-1 0 0,1 0 1 0 0,-1 0-1 0 0,1 1 1 0 0,-1-1 0 0 0,1 0-1 0 0,-1 0 1 0 0,1 1 0 0 0,-1-1-1 0 0,1 0 1 0 0,-1 0-1 0 0,1 0 1 0 0,-1 0 0 0 0,1 0-1 0 0,-1 0 1 0 0,1 0 0 0 0,-1 0-1 0 0,1 0 1 0 0,-1 0-1 0 0,1 0 1 0 0,-1 0 0 0 0,1 0-1 0 0,35-4 985 0 0,-27 2-793 0 0,141-6-967 0 0,-78 6-2570 0 0,-44 0 1904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39.72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5065 0 0,'2'8'4469'0'0,"3"14"-2754"0"0,3 30 577 0 0,-4-25-1334 0 0,11 42 0 0 0,-12-60-1123 0 0,0 0 0 0 0,1 0-1 0 0,-1-1 1 0 0,2 0 0 0 0,-1 0 0 0 0,1 0-1 0 0,1 0 1 0 0,9 11 0 0 0,-3-7-4859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39.96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3 120 3225 0 0,'-1'-4'411'0'0,"0"1"-1"0"0,1-1 1 0 0,0 1 0 0 0,-1-1 0 0 0,1 1 0 0 0,1-1 0 0 0,-1 0-1 0 0,0 1 1 0 0,1-1 0 0 0,0 1 0 0 0,0-1 0 0 0,0 1 0 0 0,0 0 0 0 0,0-1-1 0 0,1 1 1 0 0,0 0 0 0 0,-1 0 0 0 0,1 0 0 0 0,5-5 0 0 0,-5 4-340 0 0,1 0 1 0 0,0 0 0 0 0,0 1 0 0 0,1-1 0 0 0,-1 1 0 0 0,1 0-1 0 0,0 0 1 0 0,0 0 0 0 0,0 0 0 0 0,0 1 0 0 0,0 0-1 0 0,0 0 1 0 0,1 0 0 0 0,-1 0 0 0 0,6-1 0 0 0,-8 4-104 0 0,0-1 0 0 0,0 0 0 0 0,0 1 1 0 0,0-1-1 0 0,0 1 0 0 0,-1 0 0 0 0,1 0 1 0 0,0 0-1 0 0,0 0 0 0 0,0 0 0 0 0,-1 0 1 0 0,1 0-1 0 0,-1 0 0 0 0,1 1 0 0 0,-1-1 1 0 0,1 1-1 0 0,-1-1 0 0 0,0 1 0 0 0,0-1 0 0 0,1 1 1 0 0,-1 0-1 0 0,0 0 0 0 0,-1-1 0 0 0,1 1 1 0 0,0 0-1 0 0,0 2 0 0 0,5 12 86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40.1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1 175 7834 0 0,'0'1'64'0'0,"1"-1"0"0"0,-1 0 0 0 0,1 0 0 0 0,-1 0 0 0 0,1 1 0 0 0,-1-1 0 0 0,1 0 0 0 0,0 0 0 0 0,-1 0 0 0 0,1 0 0 0 0,-1 0 0 0 0,1 0 0 0 0,-1 0 0 0 0,1 0 0 0 0,-1 0 0 0 0,1 0 0 0 0,0-1 0 0 0,-1 1 1 0 0,1 0-1 0 0,-1 0 0 0 0,1 0 0 0 0,-1-1 0 0 0,1 1 0 0 0,-1 0 0 0 0,1 0 0 0 0,-1-1 0 0 0,0 1 0 0 0,1-1 0 0 0,-1 1 0 0 0,1 0 0 0 0,-1-1 0 0 0,22-17 1614 0 0,-18 15-1542 0 0,69-60 718 0 0,-4-5-4502 0 0,-52 49 3227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40.40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13 139 3225 0 0,'-1'-1'54'0'0,"0"1"0"0"0,1-1-1 0 0,-1 1 1 0 0,0-1 0 0 0,0 0 0 0 0,0 1 0 0 0,1-1 0 0 0,-1 0 0 0 0,0 0 0 0 0,1 1 0 0 0,-1-1 0 0 0,1 0 0 0 0,-1 0-1 0 0,1 0 1 0 0,-1 0 0 0 0,1 0 0 0 0,0 1 0 0 0,-1-1 0 0 0,1 0 0 0 0,0 0 0 0 0,0 0 0 0 0,0 0 0 0 0,-1-2 0 0 0,1 0 251 0 0,1 0 1 0 0,-1 0 0 0 0,0 0-1 0 0,1 0 1 0 0,0 0 0 0 0,-1 0-1 0 0,3-5 1 0 0,0 1 490 0 0,1 0 0 0 0,-1 1-1 0 0,1-1 1 0 0,0 1 0 0 0,0 0 0 0 0,6-6 0 0 0,-6 8-374 0 0,0 0 1 0 0,1 0-1 0 0,0 0 1 0 0,-1 1-1 0 0,1 0 1 0 0,0 0-1 0 0,1 0 1 0 0,-1 0-1 0 0,9-3 1 0 0,-12 6-378 0 0,0 0 0 0 0,-1-1 0 0 0,1 1 0 0 0,0 0-1 0 0,0 0 1 0 0,-1 0 0 0 0,1 0 0 0 0,0 0 0 0 0,0 1 0 0 0,-1-1 0 0 0,1 0 0 0 0,0 1 0 0 0,-1 0 0 0 0,1-1-1 0 0,-1 1 1 0 0,1 0 0 0 0,0-1 0 0 0,-1 1 0 0 0,0 0 0 0 0,1 0 0 0 0,-1 0 0 0 0,1 1 0 0 0,-1-1 0 0 0,0 0-1 0 0,0 0 1 0 0,0 1 0 0 0,0-1 0 0 0,0 1 0 0 0,0-1 0 0 0,0 1 0 0 0,0-1 0 0 0,-1 1 0 0 0,1-1 0 0 0,0 1-1 0 0,-1 0 1 0 0,1 2 0 0 0,4 14 16 0 0,0 0 0 0 0,-1 0 0 0 0,-1 0 0 0 0,-1 1 1 0 0,0 35-1 0 0,-15 93-339 0 0,8-115 215 0 0,1 0 0 0 0,2 1 0 0 0,1-1 0 0 0,1 1 0 0 0,9 58 0 0 0,-7-85 81 0 0,-1 0 0 0 0,1 1-1 0 0,0-1 1 0 0,1 0 0 0 0,-1-1 0 0 0,7 11 0 0 0,-7-13-135 0 0,0-1 0 0 0,0 1 0 0 0,0-1 0 0 0,0 0 0 0 0,0 0 0 0 0,0 0 0 0 0,1 0 0 0 0,-1-1 0 0 0,1 1 0 0 0,-1 0 0 0 0,1-1 0 0 0,-1 0 0 0 0,1 0 0 0 0,0 0 0 0 0,0 0 0 0 0,5 1-1 0 0,7 0-5755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40.54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20 11522 0 0,'2'-1'1025'0'0,"1"0"-825"0"0,-1-1-200 0 0,0 1 0 0 0,0 1 176 0 0,0-1-8 0 0,2-2 0 0 0,2 1 0 0 0,3-2-352 0 0,0 1-72 0 0,-1 2-8 0 0,-1 1-8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41.27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33 395 5985 0 0,'-10'-14'1063'0'0,"7"11"-188"0"0,1-1 1 0 0,-1 1-1 0 0,1-1 1 0 0,-1 0-1 0 0,1 0 0 0 0,0 0 1 0 0,1-1-1 0 0,-1 1 1 0 0,-1-5-1 0 0,3 8-779 0 0,1 1 0 0 0,-1 0 0 0 0,0-1-1 0 0,1 1 1 0 0,-1 0 0 0 0,0 0 0 0 0,1-1 0 0 0,-1 1 0 0 0,0 0-1 0 0,1 0 1 0 0,-1-1 0 0 0,1 1 0 0 0,-1 0 0 0 0,0 0 0 0 0,1 0-1 0 0,-1 0 1 0 0,1 0 0 0 0,-1 0 0 0 0,0-1 0 0 0,1 1 0 0 0,-1 0-1 0 0,1 0 1 0 0,-1 0 0 0 0,1 0 0 0 0,-1 1 0 0 0,0-1 0 0 0,1 0-1 0 0,-1 0 1 0 0,1 0 0 0 0,-1 0 0 0 0,1 0 0 0 0,-1 0 0 0 0,0 1-1 0 0,1-1 1 0 0,-1 0 0 0 0,0 0 0 0 0,1 1 0 0 0,-1-1 0 0 0,0 0-1 0 0,1 1 1 0 0,-1-1 0 0 0,0 0 0 0 0,1 1 0 0 0,18 11 565 0 0,1 9-324 0 0,0 1-1 0 0,26 40 1 0 0,-25-33-223 0 0,32 35 0 0 0,-26-36-92 0 0,1-1 0 0 0,52 38 0 0 0,-70-58-5 0 0,1 0 0 0 0,-1-1 0 0 0,1 0 0 0 0,1 0 0 0 0,-1-1 1 0 0,1 0-1 0 0,0-1 0 0 0,0-1 0 0 0,0 0 0 0 0,1-1 0 0 0,-1 0 0 0 0,17 0 0 0 0,-24-2-26 0 0,-1 0-1 0 0,1 0 0 0 0,0-1 1 0 0,0 0-1 0 0,-1 0 1 0 0,1 0-1 0 0,0 0 1 0 0,-1-1-1 0 0,1 0 1 0 0,-1 0-1 0 0,0 0 1 0 0,0-1-1 0 0,1 1 1 0 0,-1-1-1 0 0,-1 0 0 0 0,1 0 1 0 0,3-4-1 0 0,-2 1 16 0 0,-1 1 0 0 0,0-1 0 0 0,0-1 0 0 0,-1 1 0 0 0,0 0 0 0 0,0-1 0 0 0,0 0 0 0 0,-1 1 0 0 0,0-1 0 0 0,2-10 0 0 0,-1-12 37 0 0,0 0 1 0 0,-2-1 0 0 0,-2 1 0 0 0,-4-41-1 0 0,4 65-44 0 0,-3-39-32 0 0,-9-129 82 0 0,12 137-963 0 0,2 1-1 0 0,10-67 1 0 0,-4 77-1490 0 0,-4 21 1173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41.52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3681 0 0,'13'34'5490'0'0,"19"34"1"0"0,7 18-1704 0 0,2 12-2731 0 0,-22-59-1432 0 0,-3 1-1 0 0,13 46 1 0 0,-25-69-4100 0 0,-2-1-1502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41.82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47 9674 0 0,'0'-2'82'0'0,"1"0"0"0"0,-1-1 0 0 0,1 1 0 0 0,0 0 0 0 0,0-1 0 0 0,0 1 0 0 0,0 0 0 0 0,0 0 0 0 0,1 0 0 0 0,-1 0 0 0 0,1 0 0 0 0,-1 0 0 0 0,1 0 0 0 0,0 1 0 0 0,-1-1 0 0 0,1 0 0 0 0,0 1 0 0 0,0-1 0 0 0,4-1 0 0 0,-5 2-9 0 0,0 1 0 0 0,0-1-1 0 0,0 1 1 0 0,0-1 0 0 0,0 1-1 0 0,0-1 1 0 0,0 1 0 0 0,0 0-1 0 0,0-1 1 0 0,0 1 0 0 0,0 0-1 0 0,0 0 1 0 0,0 0 0 0 0,0 0-1 0 0,0 0 1 0 0,0 0 0 0 0,0 0-1 0 0,0 0 1 0 0,0 0 0 0 0,0 0-1 0 0,0 0 1 0 0,0 1 0 0 0,0-1-1 0 0,0 0 1 0 0,0 1 0 0 0,0-1-1 0 0,0 1 1 0 0,0-1 0 0 0,0 1-1 0 0,0 0 1 0 0,0-1 0 0 0,-1 1-1 0 0,1 0 1 0 0,0 0 0 0 0,0-1-1 0 0,-1 1 1 0 0,1 0 0 0 0,-1 0-1 0 0,1 0 1 0 0,-1 0 0 0 0,1 0-1 0 0,-1 0 1 0 0,1 0 0 0 0,-1 0-1 0 0,0 0 1 0 0,1 2 0 0 0,1 8 122 0 0,-1 0-1 0 0,-1 1 1 0 0,1-1 0 0 0,-2 1-1 0 0,0-1 1 0 0,0 0 0 0 0,-1 1-1 0 0,0-1 1 0 0,-6 17 0 0 0,3-10 353 0 0,1 1 1 0 0,-2 22 0 0 0,6-40-481 0 0,0 0 0 0 0,-1 0 1 0 0,1-1-1 0 0,0 1 0 0 0,0 0 0 0 0,0 0 1 0 0,0 0-1 0 0,0 0 0 0 0,0 0 1 0 0,0 0-1 0 0,1 0 0 0 0,-1 0 1 0 0,0-1-1 0 0,0 1 0 0 0,1 0 1 0 0,-1 0-1 0 0,1 0 0 0 0,-1 0 1 0 0,0-1-1 0 0,1 1 0 0 0,0 0 1 0 0,-1 0-1 0 0,1-1 0 0 0,-1 1 1 0 0,1 0-1 0 0,0-1 0 0 0,-1 1 0 0 0,2 0 1 0 0,-1-1 5 0 0,1 0 1 0 0,-1 1-1 0 0,1-1 1 0 0,-1 0 0 0 0,1 0-1 0 0,-1-1 1 0 0,1 1-1 0 0,-1 0 1 0 0,1 0-1 0 0,-1-1 1 0 0,1 1 0 0 0,-1-1-1 0 0,0 1 1 0 0,1-1-1 0 0,1-1 1 0 0,6-3 119 0 0,1-1 0 0 0,-1 0 0 0 0,11-10 0 0 0,-7 4-167 0 0,-1 1-256 0 0,0 0 0 0 0,1 0 0 0 0,1 2 0 0 0,-1-1 0 0 0,1 2 0 0 0,1 0 0 0 0,0 0 0 0 0,18-6 0 0 0,-13 10-1094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42.13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40 5985 0 0,'4'-5'946'0'0,"1"1"0"0"0,-1 0 0 0 0,1 0 1 0 0,0 1-1 0 0,1-1 0 0 0,-1 1 0 0 0,0 0 0 0 0,1 1 0 0 0,6-3 0 0 0,-11 5-862 0 0,1-1-1 0 0,0 1 1 0 0,-1-1-1 0 0,1 1 1 0 0,0 0 0 0 0,-1 0-1 0 0,1 0 1 0 0,-1 0 0 0 0,1 0-1 0 0,0 0 1 0 0,-1 1-1 0 0,1-1 1 0 0,0 0 0 0 0,-1 1-1 0 0,1-1 1 0 0,-1 1 0 0 0,1 0-1 0 0,-1-1 1 0 0,1 1-1 0 0,-1 0 1 0 0,1 0 0 0 0,-1 0-1 0 0,0 0 1 0 0,1 0 0 0 0,-1 0-1 0 0,0 0 1 0 0,0 1-1 0 0,0-1 1 0 0,0 0 0 0 0,0 1-1 0 0,0-1 1 0 0,0 1-1 0 0,-1-1 1 0 0,1 1 0 0 0,-1-1-1 0 0,2 4 1 0 0,2 9-53 0 0,-1 0-1 0 0,0 0 1 0 0,1 21 0 0 0,-4-25-32 0 0,1 0-1 0 0,0-1 1 0 0,0 1 0 0 0,1 0 0 0 0,1-1 0 0 0,0 0 0 0 0,0 1 0 0 0,1-1 0 0 0,5 11 0 0 0,-8-20 2 0 0,-1 1-1 0 0,0 0 1 0 0,0-1 0 0 0,1 1-1 0 0,-1-1 1 0 0,1 1 0 0 0,-1-1-1 0 0,0 1 1 0 0,1-1 0 0 0,-1 1-1 0 0,1-1 1 0 0,-1 1 0 0 0,1-1-1 0 0,-1 0 1 0 0,1 1 0 0 0,-1-1-1 0 0,1 0 1 0 0,0 0 0 0 0,-1 1-1 0 0,1-1 1 0 0,-1 0 0 0 0,1 0-1 0 0,0 0 1 0 0,-1 0 0 0 0,1 0-1 0 0,0 1 1 0 0,-1-1 0 0 0,1 0-1 0 0,0-1 1 0 0,-1 1 0 0 0,1 0-1 0 0,0 0 1 0 0,-1 0 0 0 0,2-1-1 0 0,15-16-397 0 0,-14 13 142 0 0,8-10-428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42.33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37 92 9674 0 0,'-2'0'280'0'0,"0"0"0"0"0,0 0 0 0 0,0 0 0 0 0,0 0 0 0 0,0 0 0 0 0,0 0 0 0 0,0-1 0 0 0,0 1-1 0 0,0-1 1 0 0,0 1 0 0 0,0-1 0 0 0,0 0 0 0 0,0 0 0 0 0,1 0 0 0 0,-4-2 0 0 0,5 2-138 0 0,-1 0 0 0 0,1 0 1 0 0,0 0-1 0 0,-1 0 0 0 0,1 0 0 0 0,0 0 1 0 0,0-1-1 0 0,0 1 0 0 0,0 0 0 0 0,0 0 1 0 0,0 0-1 0 0,0 0 0 0 0,0 0 0 0 0,0 0 0 0 0,1 0 1 0 0,-1-1-1 0 0,0 1 0 0 0,1 0 0 0 0,-1 0 1 0 0,1 0-1 0 0,-1 0 0 0 0,1 0 0 0 0,-1 0 1 0 0,1 0-1 0 0,0 1 0 0 0,-1-1 0 0 0,1 0 0 0 0,0 0 1 0 0,1-1-1 0 0,4-4-541 0 0,-1-1 0 0 0,1 1 0 0 0,1 0 0 0 0,-1 1 0 0 0,12-9 0 0 0,-7 8-496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42.48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0 143 8754 0 0,'1'0'140'0'0,"0"0"0"0"0,0 0 0 0 0,0 0 1 0 0,-1 0-1 0 0,1 0 0 0 0,0-1 0 0 0,0 1 1 0 0,0 0-1 0 0,0 0 0 0 0,0-1 0 0 0,-1 1 0 0 0,1 0 1 0 0,0-1-1 0 0,0 1 0 0 0,0-1 0 0 0,-1 1 0 0 0,1-1 1 0 0,0 1-1 0 0,-1-1 0 0 0,1 1 0 0 0,1-2 0 0 0,21-15 869 0 0,24-25-1812 0 0,-28 24 112 0 0,1 1-1 0 0,24-16 1 0 0,-32 25 691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42.7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5 4609 0 0,'4'1'496'0'0,"0"-1"1"0"0,-1 0-1 0 0,1 0 1 0 0,0 0-1 0 0,0 0 1 0 0,-1-1-1 0 0,1 1 1 0 0,4-2-1 0 0,3 0 121 0 0,-5 2-383 0 0,-1 0 1 0 0,1 0-1 0 0,0 1 0 0 0,0-1 0 0 0,0 2 1 0 0,0-1-1 0 0,-1 0 0 0 0,1 1 1 0 0,-1 0-1 0 0,1 0 0 0 0,-1 1 0 0 0,0 0 1 0 0,0 0-1 0 0,0 0 0 0 0,0 0 1 0 0,0 1-1 0 0,-1-1 0 0 0,8 10 0 0 0,5 5 59 0 0,-2 1 0 0 0,0 1-1 0 0,14 27 1 0 0,-13-21 242 0 0,-8-15-533 0 0,-1 1 0 0 0,-1 0-1 0 0,0 0 1 0 0,8 23-1 0 0,-10-16-5610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42.84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9218 0 0,'3'4'816'0'0,"-2"-1"-656"0"0,1 1-160 0 0,5-3-1784 0 0,-2-2-393 0 0,0-2-71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8:59.7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81 128 4145 0 0,'-6'-39'922'0'0,"6"31"-123"0"0,-1 0 0 0 0,0 0 0 0 0,0 1 0 0 0,-1-1 0 0 0,0 0 0 0 0,0 1 0 0 0,-1-1-1 0 0,-6-12 1 0 0,9 19-690 0 0,-1 1-1 0 0,1 0 1 0 0,0-1-1 0 0,0 1 1 0 0,0 0-1 0 0,-1-1 0 0 0,1 1 1 0 0,0 0-1 0 0,0-1 1 0 0,-1 1-1 0 0,1 0 1 0 0,0 0-1 0 0,-1-1 1 0 0,1 1-1 0 0,0 0 1 0 0,-1 0-1 0 0,1 0 0 0 0,0 0 1 0 0,-1-1-1 0 0,1 1 1 0 0,0 0-1 0 0,-1 0 1 0 0,1 0-1 0 0,0 0 1 0 0,-1 0-1 0 0,1 0 1 0 0,-1 0-1 0 0,1 0 0 0 0,0 0 1 0 0,-1 0-1 0 0,1 0 1 0 0,-1 0-1 0 0,1 0 1 0 0,0 0-1 0 0,-1 1 1 0 0,1-1-1 0 0,0 0 1 0 0,-1 0-1 0 0,1 0 0 0 0,0 0 1 0 0,-1 1-1 0 0,1-1 1 0 0,0 0-1 0 0,-1 0 1 0 0,1 1-1 0 0,0-1 1 0 0,0 0-1 0 0,-1 1 1 0 0,1-1-1 0 0,0 0 0 0 0,0 1 1 0 0,0-1-1 0 0,-1 0 1 0 0,1 1-1 0 0,0-1 1 0 0,0 0-1 0 0,0 1 1 0 0,0-1-1 0 0,0 0 1 0 0,0 1-1 0 0,0-1 1 0 0,0 1-1 0 0,0-1 0 0 0,0 0 1 0 0,0 1-1 0 0,-8 35 550 0 0,6-27-201 0 0,-7 40-39 0 0,1 1 0 0 0,3 1 0 0 0,0 61 0 0 0,19 153-207 0 0,52 392-195 0 0,-48-526 127 0 0,19 189 498 0 0,-33-218-287 0 0,-4 1 0 0 0,-5-1 0 0 0,-31 179 0 0 0,32-270-559 0 0,0-1-976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9:01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3 120 5529 0 0,'-3'-6'5328'0'0,"13"8"-1479"0"0,0 0-4156 0 0,29 1 1650 0 0,-1-2 0 0 0,1-2 0 0 0,70-9 0 0 0,-28 1-671 0 0,749-17 1506 0 0,-710 24-2117 0 0,0-5 1 0 0,0-6-1 0 0,147-34 0 0 0,-229 41-1132 0 0,-30 5 88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9:01.5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47 8754 0 0,'-8'5'-11'0'0,"-8"8"3351"0"0,29-16-2476 0 0,194-35 5354 0 0,-143 32-4986 0 0,84 2 0 0 0,-141 5-1309 0 0,80-3 3 0 0,-77 1-701 0 0,-1-1-1 0 0,1 0 0 0 0,16-5 1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9:01.9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0 7546 0 0,'-6'15'1021'0'0,"0"0"0"0"0,1 0 0 0 0,1 1 0 0 0,0-1 0 0 0,2 1 1 0 0,-1 0-1 0 0,2 0 0 0 0,0 0 0 0 0,1 0 0 0 0,2 17 0 0 0,5 28 950 0 0,19 76-1 0 0,-18-99-2076 0 0,132 549 1386 0 0,-95-433-1315 0 0,32 209 1 0 0,-63-273-1580 0 0,-13-88 1017 0 0,1-5-4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9:02.6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35 9218 0 0,'3'1'2098'0'0,"73"10"2793"0"0,376 6-1817 0 0,228-16-2680 0 0,36 1-334 0 0,522-9 1652 0 0,-1175 6-1629 0 0,413-3 538 0 0,410-14 401 0 0,-690 4-942 0 0,100-4-24 0 0,-271 16-88 0 0,-15 1-42 0 0,0 0 0 0 0,0 1 1 0 0,0 0-1 0 0,0 0 0 0 0,0 1 0 0 0,1 0 0 0 0,-1 1 1 0 0,14 4-1 0 0,-36-6-1882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9:02.9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10594 0 0,'0'0'964'0'0,"17"19"738"0"0,-13-11-857 0 0,0 1 1 0 0,0-1-1 0 0,-1 1 0 0 0,0-1 0 0 0,0 1 1 0 0,-1 0-1 0 0,0 0 0 0 0,1 12 0 0 0,0 78 353 0 0,-3-62-834 0 0,1 49-189 0 0,1 84 95 0 0,30 222 1 0 0,-30-378-374 0 0,1 0 0 0 0,0-1 1 0 0,1 0-1 0 0,8 19 0 0 0,8-2-3091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9:03.6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0 6913 0 0,'-43'29'4329'0'0,"40"-27"-3853"0"0,0 1 0 0 0,0-1 0 0 0,0 0 0 0 0,1 1 0 0 0,-1 0 0 0 0,1 0 0 0 0,-1-1-1 0 0,1 2 1 0 0,0-1 0 0 0,0 0 0 0 0,-1 4 0 0 0,3-6-384 0 0,0-1 0 0 0,0 1 0 0 0,0 0-1 0 0,0-1 1 0 0,1 1 0 0 0,-1 0 0 0 0,0-1 0 0 0,0 1 0 0 0,1-1-1 0 0,-1 1 1 0 0,0-1 0 0 0,1 1 0 0 0,-1 0 0 0 0,1-1 0 0 0,-1 1 0 0 0,1-1-1 0 0,-1 0 1 0 0,1 1 0 0 0,-1-1 0 0 0,1 1 0 0 0,-1-1 0 0 0,1 0-1 0 0,-1 1 1 0 0,1-1 0 0 0,0 0 0 0 0,-1 0 0 0 0,1 0 0 0 0,-1 1 0 0 0,1-1-1 0 0,0 0 1 0 0,-1 0 0 0 0,1 0 0 0 0,0 0 0 0 0,-1 0 0 0 0,2 0-1 0 0,29 3 554 0 0,-26-3-523 0 0,117 2 585 0 0,9 0-576 0 0,-113 0-205 0 0,1 0 0 0 0,0 1 0 0 0,-1 1 0 0 0,31 11 0 0 0,-47-14 58 0 0,0-1 1 0 0,-1 1-1 0 0,1-1 1 0 0,-1 1-1 0 0,1 0 1 0 0,-1 0-1 0 0,1 0 1 0 0,-1 0-1 0 0,0 0 1 0 0,1 0-1 0 0,-1 0 1 0 0,2 3-1 0 0,-3-4 5 0 0,0 1 1 0 0,1-1-1 0 0,-1 1 0 0 0,0-1 0 0 0,0 1 0 0 0,0-1 0 0 0,0 1 0 0 0,0-1 0 0 0,0 1 0 0 0,0-1 0 0 0,0 1 0 0 0,0 0 0 0 0,0-1 0 0 0,0 1 0 0 0,0-1 0 0 0,0 1 0 0 0,0-1 0 0 0,0 1 0 0 0,0-1 0 0 0,-1 1 0 0 0,1-1 0 0 0,0 1 0 0 0,0-1 0 0 0,-1 1 0 0 0,0 0 0 0 0,-2 3-59 0 0,-1-1-1 0 0,0 1 1 0 0,0-1-1 0 0,0 0 1 0 0,0 0-1 0 0,-9 3 1 0 0,-122 63-1062 0 0,82-45 54 0 0,-84 53 0 0 0,136-77 1080 0 0,1 1-1 0 0,-1-1 1 0 0,1 0-1 0 0,-1 0 1 0 0,1 1-1 0 0,-1-1 0 0 0,1 0 1 0 0,0 0-1 0 0,-1 1 1 0 0,1-1-1 0 0,-1 1 1 0 0,1-1-1 0 0,0 0 0 0 0,-1 1 1 0 0,1-1-1 0 0,0 1 1 0 0,0-1-1 0 0,-1 1 1 0 0,1-1-1 0 0,0 1 0 0 0,0-1 1 0 0,0 1-1 0 0,-1-1 1 0 0,1 1-1 0 0,0-1 1 0 0,0 1-1 0 0,0-1 0 0 0,0 1 1 0 0,0-1-1 0 0,0 1 1 0 0,0-1-1 0 0,0 2 1 0 0,17 7-454 0 0,35-3-322 0 0,-47-5 868 0 0,347 28 3782 0 0,-346-29-3826 0 0,29 4 102 0 0,-33-3-148 0 0,-1-1-1 0 0,1 0 0 0 0,-1 0 1 0 0,1 1-1 0 0,-1-1 1 0 0,0 0-1 0 0,1 1 0 0 0,-1-1 1 0 0,0 1-1 0 0,1 0 0 0 0,-1 0 1 0 0,0-1-1 0 0,0 1 0 0 0,0 0 1 0 0,0 0-1 0 0,0 0 1 0 0,0 0-1 0 0,1 2 0 0 0,-2-3-3 0 0,1 1 1 0 0,-2 0-1 0 0,1 0 0 0 0,0 0 0 0 0,0-1 0 0 0,0 1 0 0 0,0 0 0 0 0,0 0 0 0 0,-1 0 1 0 0,1-1-1 0 0,0 1 0 0 0,-1 0 0 0 0,1-1 0 0 0,-1 1 0 0 0,1 0 0 0 0,-1-1 0 0 0,1 1 1 0 0,-1 0-1 0 0,1-1 0 0 0,-1 1 0 0 0,1-1 0 0 0,-2 1 0 0 0,-17 15-6 0 0,14-12-3 0 0,-43 30-42 0 0,-1-2 0 0 0,-73 35-1 0 0,75-43 12 0 0,2 1-1 0 0,0 3 1 0 0,-60 49-1 0 0,100-73-30 0 0,0 1-1 0 0,0-1 1 0 0,1 1 0 0 0,-1 1-1 0 0,1-1 1 0 0,1 0-1 0 0,-1 1 1 0 0,1 0 0 0 0,-4 9-1 0 0,6-13 52 0 0,1 0 1 0 0,-1-1-1 0 0,1 1 1 0 0,0 0-1 0 0,-1 0 0 0 0,1 0 1 0 0,0 0-1 0 0,0 0 0 0 0,1-1 1 0 0,-1 1-1 0 0,0 0 0 0 0,1 0 1 0 0,-1 0-1 0 0,1-1 0 0 0,-1 1 1 0 0,1 0-1 0 0,0 0 0 0 0,0-1 1 0 0,-1 1-1 0 0,1-1 1 0 0,1 1-1 0 0,-1-1 0 0 0,0 1 1 0 0,0-1-1 0 0,0 0 0 0 0,1 1 1 0 0,-1-1-1 0 0,1 0 0 0 0,-1 0 1 0 0,1 0-1 0 0,-1 0 0 0 0,1 0 1 0 0,0 0-1 0 0,-1-1 1 0 0,1 1-1 0 0,0 0 0 0 0,0-1 1 0 0,2 1-1 0 0,9 3 48 0 0,1-1 1 0 0,0 0-1 0 0,0-1 1 0 0,0 0-1 0 0,0-2 1 0 0,0 1-1 0 0,0-2 1 0 0,15-1-1 0 0,17-5 241 0 0,48-12-1 0 0,-64 10-413 0 0,-23 7-94 0 0,1-1 0 0 0,0 1 0 0 0,-1 0-1 0 0,1 1 1 0 0,0 0 0 0 0,0 0 0 0 0,10 0-1 0 0,-18 1 186 0 0,0 0-1 0 0,0 0 0 0 0,1 0 0 0 0,-1 0 0 0 0,0 0 1 0 0,1 0-1 0 0,-1 0 0 0 0,0 0 0 0 0,0 1 0 0 0,1-1 1 0 0,-1 0-1 0 0,0 0 0 0 0,0 0 0 0 0,1 0 0 0 0,-1 0 1 0 0,0 0-1 0 0,0 1 0 0 0,1-1 0 0 0,-1 0 0 0 0,0 0 1 0 0,0 0-1 0 0,0 0 0 0 0,1 1 0 0 0,-1-1 1 0 0,0 0-1 0 0,0 0 0 0 0,0 1 0 0 0,0-1 0 0 0,1 0 1 0 0,-1 0-1 0 0,0 1 0 0 0,0-1 0 0 0,0 0 0 0 0,0 1 1 0 0,0-1-1 0 0,0 0 0 0 0,0 0 0 0 0,0 1 0 0 0,-7 12-1509 0 0,-16 11-565 0 0,22-22 1943 0 0,-8 4-494 0 0,0 1 0 0 0,0-1 0 0 0,0 0 0 0 0,-1-1-1 0 0,-15 6 1 0 0,-1 1-736 0 0,43-21-3066 0 0,1-2 4467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9:03.8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10594 0 0,'0'5'299'0'0,"0"-1"0"0"0,1 0-1 0 0,-1 0 1 0 0,1 0 0 0 0,0 0 0 0 0,0 0-1 0 0,1 0 1 0 0,-1 0 0 0 0,1 0-1 0 0,0 0 1 0 0,0-1 0 0 0,0 1 0 0 0,1-1-1 0 0,3 5 1 0 0,7 15 2198 0 0,-2 4-1455 0 0,-1 0 0 0 0,-1 2 0 0 0,-1-1 0 0 0,5 42 0 0 0,5 120-722 0 0,-5-35-145 0 0,7-46 131 0 0,4-1 0 0 0,45 121 0 0 0,-57-189-176 0 0,-9-24-268 0 0,6 13-2662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9:05.0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365 1 10138 0 0,'-27'12'3074'0'0,"-44"13"1"0"0,51-19-2132 0 0,0 0 0 0 0,1 2 1 0 0,-1 0-1 0 0,-35 23 0 0 0,55-31-937 0 0,0 0 1 0 0,-1 0-1 0 0,1 0 0 0 0,0 0 0 0 0,-1 0 1 0 0,1 1-1 0 0,0-1 0 0 0,0 0 0 0 0,0 0 1 0 0,-1 0-1 0 0,1 1 0 0 0,0-1 1 0 0,0 0-1 0 0,0 0 0 0 0,-1 1 0 0 0,1-1 1 0 0,0 0-1 0 0,0 0 0 0 0,0 1 0 0 0,0-1 1 0 0,0 0-1 0 0,0 1 0 0 0,0-1 0 0 0,0 0 1 0 0,0 0-1 0 0,0 1 0 0 0,0-1 0 0 0,0 0 1 0 0,0 1-1 0 0,0-1 0 0 0,0 0 0 0 0,0 0 1 0 0,0 1-1 0 0,0-1 0 0 0,0 0 1 0 0,0 1-1 0 0,0-1 0 0 0,0 0 0 0 0,0 0 1 0 0,1 1-1 0 0,-1-1 0 0 0,0 0 0 0 0,0 0 1 0 0,0 1-1 0 0,1-1 0 0 0,17 10-291 0 0,25 2-509 0 0,24-3 482 0 0,-41-7 336 0 0,-1 2 0 0 0,0 0 0 0 0,33 12 0 0 0,-56-16-23 0 0,-1 0-1 0 0,1 1 0 0 0,-1-1 0 0 0,1 1 1 0 0,-1-1-1 0 0,1 1 0 0 0,-1 0 1 0 0,0 0-1 0 0,0 0 0 0 0,1 0 1 0 0,-1 0-1 0 0,0 0 0 0 0,0 0 1 0 0,0 0-1 0 0,0 0 0 0 0,0 0 0 0 0,0 1 1 0 0,0-1-1 0 0,0 0 0 0 0,-1 1 1 0 0,1-1-1 0 0,0 0 0 0 0,0 3 1 0 0,-1-1-24 0 0,0-1 1 0 0,0 0 0 0 0,-1 0 0 0 0,1 0 0 0 0,-1 0 0 0 0,1 0 0 0 0,-1 0 0 0 0,1 0 0 0 0,-1-1 0 0 0,0 1 0 0 0,0 0 0 0 0,0 0-1 0 0,0 0 1 0 0,0-1 0 0 0,-3 3 0 0 0,-6 7-76 0 0,0 0-1 0 0,-1-1 0 0 0,-23 16 1 0 0,30-23 158 0 0,-47 31-46 0 0,32-22-4 0 0,1 0 0 0 0,0 1-1 0 0,1 1 1 0 0,1 0 0 0 0,-18 20-1 0 0,33-33-3 0 0,1 0 0 0 0,-1 0 0 0 0,0 0 0 0 0,1 0 0 0 0,-1 0 0 0 0,0 0-1 0 0,1 0 1 0 0,-1 0 0 0 0,1 0 0 0 0,-1 0 0 0 0,1 1 0 0 0,0-1 0 0 0,0 0 0 0 0,-1 0 0 0 0,1 0 0 0 0,0 1-1 0 0,0-1 1 0 0,0 0 0 0 0,0 0 0 0 0,0 0 0 0 0,0 0 0 0 0,1 1 0 0 0,-1-1 0 0 0,0 0 0 0 0,1 0 0 0 0,0 2-1 0 0,0-1 26 0 0,1 0-1 0 0,-1 0 0 0 0,1 0 1 0 0,0-1-1 0 0,-1 1 0 0 0,1 0 1 0 0,0-1-1 0 0,0 1 0 0 0,0-1 1 0 0,1 0-1 0 0,3 3 0 0 0,5 0 102 0 0,0 0-1 0 0,0-1 1 0 0,0 0-1 0 0,16 2 0 0 0,16-2 598 0 0,-32-4-661 0 0,-1 2 0 0 0,1 0 0 0 0,-1 0 0 0 0,17 4 0 0 0,-56 19-319 0 0,-34 19-653 0 0,-86 68-1397 0 0,132-96 2403 0 0,1 0-1 0 0,1 1 1 0 0,0 0 0 0 0,1 2 0 0 0,1-1 0 0 0,-15 28-1 0 0,27-43-10 0 0,-1 0 0 0 0,1 1 0 0 0,0-1 0 0 0,0 0 0 0 0,0 1 0 0 0,0-1 0 0 0,0 0 0 0 0,1 1 0 0 0,-1-1 0 0 0,1 1 0 0 0,-1 0 0 0 0,1-1 0 0 0,0 1 0 0 0,0-1 0 0 0,0 1 0 0 0,1-1 0 0 0,-1 1 0 0 0,0-1 0 0 0,1 1 0 0 0,0-1 0 0 0,0 1 0 0 0,-1-1 0 0 0,1 0 0 0 0,2 4 0 0 0,0-3-3 0 0,0 1 1 0 0,1-1-1 0 0,-1 0 0 0 0,1 0 0 0 0,0 0 1 0 0,-1-1-1 0 0,1 1 0 0 0,1-1 0 0 0,-1 0 1 0 0,0 0-1 0 0,0 0 0 0 0,7 1 0 0 0,10 4 36 0 0,1-1 0 0 0,44 7 0 0 0,-55-12-261 0 0,-1 0 0 0 0,0-1 0 0 0,0 0-1 0 0,0 0 1 0 0,1-1 0 0 0,-1-1 0 0 0,0 1 0 0 0,19-7 0 0 0,-29 7-74 0 0,1 1 0 0 0,-1 0 0 0 0,1-1 0 0 0,0 1 0 0 0,-1-1 0 0 0,1 1 1 0 0,-1-1-1 0 0,1 1 0 0 0,-1-1 0 0 0,1 1 0 0 0,-1-1 0 0 0,0 1 1 0 0,1-1-1 0 0,-1 0 0 0 0,0 1 0 0 0,1-1 0 0 0,-1 0 0 0 0,0 1 0 0 0,0-1 1 0 0,0 0-1 0 0,1 1 0 0 0,-1-1 0 0 0,0 0 0 0 0,0 1 0 0 0,0-1 1 0 0,0 0-1 0 0,0 0 0 0 0,0 1 0 0 0,0-1 0 0 0,-1 0 0 0 0,1 1 0 0 0,0-1 1 0 0,0 0-1 0 0,0 1 0 0 0,-1-1 0 0 0,1 0 0 0 0,0 1 0 0 0,-1-1 0 0 0,1 0 1 0 0,-1 1-1 0 0,1-1 0 0 0,-1 1 0 0 0,1-1 0 0 0,-1 1 0 0 0,1-1 1 0 0,-1 1-1 0 0,1-1 0 0 0,-1 1 0 0 0,1 0 0 0 0,-1-1 0 0 0,0 1 0 0 0,1 0 1 0 0,-1 0-1 0 0,0-1 0 0 0,1 1 0 0 0,-1 0 0 0 0,0 0 0 0 0,0 0 0 0 0,1 0 1 0 0,-1 0-1 0 0,0 0 0 0 0,-1 0 0 0 0,2 0 192 0 0,-1 0 1 0 0,0 1-1 0 0,0-1 1 0 0,1 0-1 0 0,-1 1 0 0 0,0-1 1 0 0,1 1-1 0 0,-1-1 1 0 0,0 1-1 0 0,1 0 0 0 0,-1-1 1 0 0,1 1-1 0 0,-1-1 1 0 0,1 1-1 0 0,-1 0 0 0 0,1 0 1 0 0,0-1-1 0 0,-1 1 1 0 0,1 0-1 0 0,0 0 0 0 0,-1-1 1 0 0,1 1-1 0 0,0 0 1 0 0,0 0-1 0 0,0 0 0 0 0,0-1 1 0 0,0 1-1 0 0,0 0 1 0 0,0 1-1 0 0,0 3 971 0 0,0 0 0 0 0,0-1 0 0 0,0 1 1 0 0,1 0-1 0 0,0 0 0 0 0,0 0 0 0 0,0-1 0 0 0,4 9 0 0 0,21 40 3534 0 0,-7-15-3093 0 0,14 50-415 0 0,-3 1 0 0 0,31 162-1 0 0,4 191-1082 0 0,-63-424 127 0 0,30 186-543 0 0,-20-132-669 0 0,-7-43-1760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9:05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5121 1 6449 0 0,'6'1'963'0'0,"0"1"0"0"0,0-1 0 0 0,0-1 0 0 0,0 1 0 0 0,0-1 0 0 0,0 0 0 0 0,1-1 0 0 0,5 0 0 0 0,10-1 1990 0 0,-14 2-2037 0 0,16 3 2953 0 0,-25 2-2728 0 0,-11 7-1038 0 0,-10 3-170 0 0,0-1 0 0 0,0-1 0 0 0,-2-2 0 0 0,1 0 0 0 0,-2-1 0 0 0,1-1-1 0 0,-1-1 1 0 0,0-2 0 0 0,-1 0 0 0 0,0-2 0 0 0,-26 2 0 0 0,-38-2-1124 0 0,-162-13 1 0 0,246 9 1154 0 0,-815-13-760 0 0,292 26 2810 0 0,187-18-1254 0 0,181 2-657 0 0,-12-2-85 0 0,-162 0-20 0 0,-310-17 495 0 0,240-16-242 0 0,370 35-257 0 0,-272-14-373 0 0,0 26 28 0 0,-89 42 1027 0 0,390-50-868 0 0,0-1 0 0 0,0 1 0 0 0,0-1 0 0 0,0 0 0 0 0,0-1 0 0 0,0 1 0 0 0,0-1 0 0 0,0 0 0 0 0,0-1 1 0 0,0 0-1 0 0,0 0 0 0 0,0 0 0 0 0,1 0 0 0 0,-6-4 0 0 0,2-1-1038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9:06.3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8290 0 0,'6'9'9757'0'0,"-5"10"-8015"0"0,-1-19-1711 0 0,22 169 3535 0 0,1 4-2899 0 0,-15-64-1047 0 0,4-1-1 0 0,48 188 1 0 0,-49-261 680 0 0,-2 1 1 0 0,-1 0-1 0 0,-2 0 1 0 0,-2 1-1 0 0,0 70 1 0 0,-11-82-30 0 0,7-25-350 0 0,0 1 1 0 0,0 0-1 0 0,0 0 1 0 0,0-1-1 0 0,0 1 0 0 0,0 0 1 0 0,-1-1-1 0 0,1 1 0 0 0,0-1 1 0 0,0 1-1 0 0,-1 0 1 0 0,1-1-1 0 0,-1 1 0 0 0,1-1 1 0 0,0 1-1 0 0,-1-1 1 0 0,1 1-1 0 0,-1-1 0 0 0,1 1 1 0 0,-1-1-1 0 0,0 1 0 0 0,1-1 1 0 0,-1 0-1 0 0,1 1 1 0 0,-1-1-1 0 0,0 0 0 0 0,1 0 1 0 0,-1 1-1 0 0,-1-1 1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9:08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58 597 17972 0 0,'-23'-33'2691'0'0,"20"29"-2441"0"0,1-1 0 0 0,-1 0 0 0 0,-1 1 0 0 0,1 0 0 0 0,0 0 0 0 0,-1 0 0 0 0,0 0 0 0 0,-4-3 0 0 0,31 43 239 0 0,-12-18-414 0 0,50 75-191 0 0,85 97 0 0 0,-123-163 84 0 0,1-1 0 0 0,2-1 0 0 0,0-1 0 0 0,2-2 0 0 0,0-1 0 0 0,2-1 0 0 0,57 30 0 0 0,-85-49 39 0 0,0 0-1 0 0,0 0 1 0 0,0 0 0 0 0,0 0 0 0 0,0-1 0 0 0,0 1-1 0 0,0 0 1 0 0,0-1 0 0 0,0 1 0 0 0,0-1 0 0 0,0 0-1 0 0,0 0 1 0 0,0 0 0 0 0,1 0 0 0 0,-1 0-1 0 0,0 0 1 0 0,0-1 0 0 0,0 1 0 0 0,0-1 0 0 0,0 1-1 0 0,0-1 1 0 0,4-2 0 0 0,-5 2 3 0 0,0-1 0 0 0,1 0 0 0 0,-1 0 0 0 0,0 0 0 0 0,0 0 0 0 0,0 0 0 0 0,0 0 0 0 0,0-1 0 0 0,-1 1 0 0 0,1 0 0 0 0,-1 0 0 0 0,1-1 0 0 0,-1 1 0 0 0,0 0 0 0 0,0 0 0 0 0,0-1 0 0 0,0 1 0 0 0,0 0 0 0 0,-1-1 0 0 0,1 1 0 0 0,-1-2 0 0 0,-43-244 459 0 0,-11-95 198 0 0,38-11-757 0 0,17 351-214 0 0,3-41 874 0 0,4 24-2030 0 0,5 4-4824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9:08.7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5 5985 0 0,'-1'-1'233'0'0,"-1"1"-1"0"0,1-1 0 0 0,0 1 0 0 0,0-1 1 0 0,-1 1-1 0 0,1-1 0 0 0,0 1 0 0 0,-1 0 1 0 0,1 0-1 0 0,-1-1 0 0 0,1 1 0 0 0,0 0 1 0 0,-1 0-1 0 0,1 0 0 0 0,-1 1 1 0 0,1-1-1 0 0,0 0 0 0 0,-1 0 0 0 0,1 1 1 0 0,0-1-1 0 0,-1 1 0 0 0,1-1 0 0 0,0 1 1 0 0,0 0-1 0 0,-1-1 0 0 0,1 1 0 0 0,0 0 1 0 0,-1 1-1 0 0,-35 28 798 0 0,34-28-793 0 0,-10 11-33 0 0,0 0 0 0 0,1 1-1 0 0,-19 29 1 0 0,26-37-192 0 0,2 0 0 0 0,-1 1 0 0 0,1-1 0 0 0,0 1 0 0 0,0 0 0 0 0,0 0 0 0 0,1 0 0 0 0,0 0 0 0 0,1 0 0 0 0,0 1 0 0 0,0-1 0 0 0,0 12 0 0 0,2-15-6 0 0,0 0 0 0 0,0-1-1 0 0,0 1 1 0 0,1 0 0 0 0,0 0 0 0 0,0-1-1 0 0,0 1 1 0 0,0-1 0 0 0,0 1 0 0 0,0-1-1 0 0,1 0 1 0 0,0 0 0 0 0,0 0-1 0 0,0-1 1 0 0,0 1 0 0 0,0 0 0 0 0,0-1-1 0 0,0 0 1 0 0,1 0 0 0 0,0 0 0 0 0,-1 0-1 0 0,1-1 1 0 0,0 1 0 0 0,4 0-1 0 0,13 5 22 0 0,0-2 0 0 0,0 0 0 0 0,25 1 0 0 0,-39-5-18 0 0,80 7 187 0 0,-62-8-47 0 0,0 2 1 0 0,0 1-1 0 0,-1 1 1 0 0,1 1-1 0 0,42 14 0 0 0,-65-18-91 0 0,1 0 0 0 0,-1 0 0 0 0,0 0 0 0 0,1 0 0 0 0,-1 1 0 0 0,0-1-1 0 0,0 1 1 0 0,0-1 0 0 0,0 1 0 0 0,0 0 0 0 0,0 0 0 0 0,0 0 0 0 0,-1 0-1 0 0,1 0 1 0 0,-1 0 0 0 0,1 0 0 0 0,-1 1 0 0 0,0-1 0 0 0,0 0 0 0 0,0 1-1 0 0,1 4 1 0 0,-1-3 93 0 0,-1 0-1 0 0,0 1 0 0 0,-1-1 0 0 0,1 0 1 0 0,-1 0-1 0 0,1 0 0 0 0,-1 0 1 0 0,0 0-1 0 0,-1 0 0 0 0,1 0 0 0 0,-1 0 1 0 0,-3 5-1 0 0,-3 5 289 0 0,-1 0 1 0 0,-1-1-1 0 0,0-1 0 0 0,0 0 0 0 0,-1 0 1 0 0,-16 12-1 0 0,0-4-147 0 0,-1-2 1 0 0,0 0-1 0 0,-46 20 0 0 0,46-25-454 0 0,16-6-62 0 0,3 2-7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9:10.3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44 5985 0 0,'-11'-15'1684'0'0,"9"12"-946"0"0,1 0 1 0 0,-1 1-1 0 0,0-1 1 0 0,-23-15 10025 0 0,37 39-9618 0 0,2 5-991 0 0,0 2-1 0 0,-2 0 1 0 0,0 0 0 0 0,-2 1 0 0 0,8 39 0 0 0,16 151-211 0 0,-18-94-289 0 0,-16-123-35 0 0,5 22 919 0 0,0-13-2049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9:10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28 347 4145 0 0,'-4'-8'671'0'0,"0"0"1"0"0,0 0 0 0 0,1-1-1 0 0,0 1 1 0 0,1-1-1 0 0,-1 1 1 0 0,1-1-1 0 0,1 0 1 0 0,0 0-1 0 0,0 0 1 0 0,1 0-1 0 0,0 0 1 0 0,1 0 0 0 0,0 0-1 0 0,0 1 1 0 0,1-1-1 0 0,4-15 1 0 0,-3 15-407 0 0,1 0 1 0 0,-1 0 0 0 0,2 1-1 0 0,-1-1 1 0 0,1 1 0 0 0,0 0-1 0 0,1 1 1 0 0,0-1-1 0 0,0 1 1 0 0,10-9 0 0 0,-4 6-121 0 0,1 0 0 0 0,1 1 1 0 0,-1 0-1 0 0,1 1 0 0 0,0 1 0 0 0,28-10 1 0 0,-37 15-95 0 0,0 1 1 0 0,0-1-1 0 0,0 1 1 0 0,0 1 0 0 0,1-1-1 0 0,-1 1 1 0 0,0 0-1 0 0,0 0 1 0 0,1 0 0 0 0,8 3-1 0 0,-10-2-23 0 0,-1 0 0 0 0,0 0-1 0 0,0 0 1 0 0,0 1 0 0 0,-1 0-1 0 0,1-1 1 0 0,0 1 0 0 0,-1 0 0 0 0,1 0-1 0 0,-1 1 1 0 0,1-1 0 0 0,-1 0 0 0 0,0 1-1 0 0,0-1 1 0 0,0 1 0 0 0,0 0-1 0 0,-1 0 1 0 0,3 5 0 0 0,-2-2-49 0 0,-1-1-1 0 0,1 1 1 0 0,-1-1 0 0 0,-1 1 0 0 0,1-1-1 0 0,-1 1 1 0 0,0-1 0 0 0,0 1-1 0 0,-1 0 1 0 0,0-1 0 0 0,0 1 0 0 0,0-1-1 0 0,0 1 1 0 0,-1-1 0 0 0,0 0 0 0 0,0 0-1 0 0,-1 0 1 0 0,-2 5 0 0 0,-5 8-262 0 0,-1 0 0 0 0,0-1 0 0 0,-22 24 0 0 0,-92 93-1722 0 0,23-27 2427 0 0,101-107-337 0 0,1 0 0 0 0,-1 1 0 0 0,1-1 0 0 0,-1 1 1 0 0,1-1-1 0 0,0 1 0 0 0,-1-1 0 0 0,1 1 0 0 0,0-1 1 0 0,-1 1-1 0 0,1-1 0 0 0,0 1 0 0 0,0 0 0 0 0,-1-1 1 0 0,1 1-1 0 0,0-1 0 0 0,0 1 0 0 0,0 0 0 0 0,0-1 1 0 0,0 1-1 0 0,0 0 0 0 0,0-1 0 0 0,0 1 0 0 0,0-1 1 0 0,0 1-1 0 0,0 0 0 0 0,0-1 0 0 0,1 1 0 0 0,-1 0 1 0 0,1 0-1 0 0,0 0 12 0 0,0 1 0 0 0,0-1-1 0 0,0 0 1 0 0,1 0 0 0 0,-1 0 0 0 0,0 0 0 0 0,1-1 0 0 0,-1 1 0 0 0,1 0-1 0 0,-1 0 1 0 0,1-1 0 0 0,1 1 0 0 0,54 9 441 0 0,-49-9-443 0 0,16 2 7 0 0,228 37 329 0 0,-244-38-446 0 0,0 0 1 0 0,0 1-1 0 0,0 0 1 0 0,-1 0-1 0 0,1 1 0 0 0,-1 0 1 0 0,0 0-1 0 0,0 1 0 0 0,0 0 1 0 0,-1 0-1 0 0,1 0 1 0 0,-1 1-1 0 0,-1 0 0 0 0,1 0 1 0 0,5 9-1 0 0,-4-4-797 0 0,0-1 0 0 0,-1 1 0 0 0,5 12 0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9:11.1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 4609 0 0,'1'-37'13799'0'0,"0"37"-13491"0"0,0 0-160 0 0,0 0 1 0 0,0 0-1 0 0,-1 0 0 0 0,1 0 0 0 0,0 1 1 0 0,0-1-1 0 0,-1 0 0 0 0,1 1 1 0 0,0-1-1 0 0,-1 0 0 0 0,1 1 0 0 0,0-1 1 0 0,-1 1-1 0 0,1-1 0 0 0,-1 1 1 0 0,1-1-1 0 0,-1 1 0 0 0,1-1 0 0 0,-1 1 1 0 0,1 0-1 0 0,-1-1 0 0 0,0 1 1 0 0,1 0-1 0 0,-1-1 0 0 0,0 1 0 0 0,1 0 1 0 0,-1-1-1 0 0,0 2 0 0 0,8 24 421 0 0,-8-23-397 0 0,27 146 1271 0 0,-18-91-1509 0 0,2-1 0 0 0,26 82-1 0 0,-26-114-401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9:11.8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34 6449 0 0,'-1'-1'260'0'0,"1"0"-1"0"0,0 0 0 0 0,-1 0 0 0 0,1 0 1 0 0,0 0-1 0 0,0 0 0 0 0,0-1 0 0 0,0 1 1 0 0,-1 0-1 0 0,1 0 0 0 0,1 0 0 0 0,-1 0 0 0 0,0 0 1 0 0,0 0-1 0 0,0 0 0 0 0,1 0 0 0 0,-1 0 1 0 0,0 0-1 0 0,1 0 0 0 0,-1 0 0 0 0,1 0 1 0 0,-1 0-1 0 0,1 0 0 0 0,-1 0 0 0 0,1 1 1 0 0,0-1-1 0 0,0 0 0 0 0,-1 0 0 0 0,1 1 0 0 0,1-2 1 0 0,-1 2-90 0 0,0-1-1 0 0,1 1 1 0 0,-1-1 0 0 0,0 1 0 0 0,0 0-1 0 0,0 0 1 0 0,0 0 0 0 0,1 0 0 0 0,-1 0-1 0 0,0 0 1 0 0,0 0 0 0 0,0 0 0 0 0,1 0 0 0 0,-1 1-1 0 0,0-1 1 0 0,0 0 0 0 0,0 1 0 0 0,0-1-1 0 0,0 1 1 0 0,0-1 0 0 0,0 1 0 0 0,0 0-1 0 0,0-1 1 0 0,0 1 0 0 0,0 0 0 0 0,0 0 0 0 0,0-1-1 0 0,0 1 1 0 0,0 1 0 0 0,7 8 159 0 0,-1 0 0 0 0,0 0 0 0 0,-1 1 0 0 0,0-1-1 0 0,0 1 1 0 0,-1 1 0 0 0,-1-1 0 0 0,0 1 0 0 0,4 17 0 0 0,0 8-54 0 0,4 67-1 0 0,-12 47-228 0 0,-2-103-398 0 0,8 92 1 0 0,-5-138 180 0 0,3 24 21 0 0,-4-25 20 0 0,0 0 0 0 0,1 0-1 0 0,-1 0 1 0 0,0 0 0 0 0,0 0 0 0 0,0 0 0 0 0,1 0-1 0 0,-1 0 1 0 0,0 0 0 0 0,1-1 0 0 0,-1 1-1 0 0,1 0 1 0 0,-1 0 0 0 0,1 0 0 0 0,0-1-1 0 0,-1 1 1 0 0,1 0 0 0 0,0 0 0 0 0,-1-1-1 0 0,3 2 1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9:12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0 226 1840 0 0,'0'-9'953'0'0,"1"0"-1"0"0,0 0 1 0 0,0 0-1 0 0,1 0 1 0 0,0 1-1 0 0,1-1 1 0 0,0 1-1 0 0,0 0 1 0 0,8-15 0 0 0,-6 13-710 0 0,0-1 349 0 0,0 1 0 0 0,1 0 0 0 0,0 0 0 0 0,0 0-1 0 0,1 1 1 0 0,0 0 0 0 0,1 1 0 0 0,11-11 0 0 0,-17 17-475 0 0,0 1 0 0 0,1-1-1 0 0,-1 0 1 0 0,0 0 0 0 0,1 1 0 0 0,-1 0 0 0 0,1-1 0 0 0,0 1-1 0 0,-1 0 1 0 0,1 0 0 0 0,0 0 0 0 0,0 1 0 0 0,-1-1 0 0 0,1 1-1 0 0,0 0 1 0 0,0-1 0 0 0,0 1 0 0 0,0 0 0 0 0,0 1 0 0 0,-1-1 0 0 0,1 0-1 0 0,0 1 1 0 0,0 0 0 0 0,0-1 0 0 0,-1 1 0 0 0,1 0 0 0 0,0 1-1 0 0,-1-1 1 0 0,1 0 0 0 0,-1 1 0 0 0,1-1 0 0 0,-1 1 0 0 0,0 0-1 0 0,0 0 1 0 0,0 0 0 0 0,0 0 0 0 0,0 0 0 0 0,2 3 0 0 0,-1 0-172 0 0,0 0 0 0 0,0 0 1 0 0,0 0-1 0 0,-1 0 1 0 0,0 0-1 0 0,0 1 1 0 0,0-1-1 0 0,0 1 0 0 0,-1-1 1 0 0,0 1-1 0 0,0 0 1 0 0,-1-1-1 0 0,0 1 1 0 0,0 0-1 0 0,0-1 1 0 0,-1 1-1 0 0,-1 10 0 0 0,-2 3-241 0 0,-1 1-1 0 0,-1-1 1 0 0,-13 32-1 0 0,5-22 2 0 0,-24 35 0 0 0,23-39 998 0 0,-24 51 0 0 0,39-75-637 0 0,-1 0-1 0 0,1 0 1 0 0,0 0-1 0 0,-1 0 0 0 0,1 0 1 0 0,0 0-1 0 0,0 0 1 0 0,0 0-1 0 0,0 0 1 0 0,0 0-1 0 0,0 0 0 0 0,0 0 1 0 0,0 0-1 0 0,0 0 1 0 0,0 0-1 0 0,1 0 1 0 0,-1 0-1 0 0,0 0 0 0 0,1 0 1 0 0,-1 0-1 0 0,1 0 1 0 0,-1-1-1 0 0,2 3 1 0 0,0-1 6 0 0,-1-1 1 0 0,1 1 0 0 0,0-1-1 0 0,0 1 1 0 0,0-1 0 0 0,0 0-1 0 0,0 1 1 0 0,1-1 0 0 0,3 1 0 0 0,8 2 26 0 0,-1-1 0 0 0,27 4 1 0 0,-28-6-7 0 0,86 8 66 0 0,20 3-366 0 0,-104-9-586 0 0,0 0 0 0 0,0 1 0 0 0,18 8 1 0 0,-12-2-6351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9:12.6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42 134 7834 0 0,'-3'-2'365'0'0,"0"0"-1"0"0,1 0 1 0 0,-1 0 0 0 0,0 0 0 0 0,1 0 0 0 0,-1-1 0 0 0,1 1 0 0 0,0-1-1 0 0,-1 0 1 0 0,1 0 0 0 0,1 1 0 0 0,-1-1 0 0 0,0 0 0 0 0,1-1 0 0 0,-1 1-1 0 0,1 0 1 0 0,0 0 0 0 0,0 0 0 0 0,1-1 0 0 0,-1 1 0 0 0,0-1 0 0 0,1 1-1 0 0,0 0 1 0 0,0-1 0 0 0,1-6 0 0 0,-1 8-97 0 0,1-1-1 0 0,-1 0 1 0 0,1 1 0 0 0,0-1-1 0 0,0 1 1 0 0,0 0-1 0 0,0-1 1 0 0,1 1 0 0 0,-1 0-1 0 0,1 0 1 0 0,-1-1 0 0 0,1 1-1 0 0,0 0 1 0 0,0 1-1 0 0,0-1 1 0 0,0 0 0 0 0,0 0-1 0 0,2 0 1 0 0,-1 0-237 0 0,0 0 0 0 0,0 1 0 0 0,1 0 1 0 0,-1 0-1 0 0,0 0 0 0 0,0 0 0 0 0,1 0 0 0 0,-1 1 0 0 0,0-1 0 0 0,6 1 1 0 0,-6 0-19 0 0,-1 0 1 0 0,0 1 0 0 0,1-1 0 0 0,-1 0 0 0 0,0 1-1 0 0,1 0 1 0 0,-1-1 0 0 0,0 1 0 0 0,1 0 0 0 0,-1 0-1 0 0,0 0 1 0 0,0 1 0 0 0,0-1 0 0 0,0 0 0 0 0,0 1 0 0 0,0-1-1 0 0,1 3 1 0 0,0 0-10 0 0,1 0 0 0 0,-1 0-1 0 0,-1 1 1 0 0,1-1 0 0 0,-1 0 0 0 0,1 1-1 0 0,2 8 1 0 0,-1 2-56 0 0,-1-1 0 0 0,0 1-1 0 0,-1 0 1 0 0,1 24 0 0 0,-4-17-143 0 0,0 0 0 0 0,-2-1-1 0 0,-8 37 1 0 0,-4 22-192 0 0,15-79 398 0 0,0 0 0 0 0,-1 0 1 0 0,1 0-1 0 0,0 0 0 0 0,0 0 1 0 0,0 0-1 0 0,0 0 0 0 0,0 0 1 0 0,0 0-1 0 0,0 0 0 0 0,1 0 1 0 0,-1 0-1 0 0,0 0 0 0 0,1 0 1 0 0,-1 0-1 0 0,0 0 0 0 0,1 0 1 0 0,-1 0-1 0 0,1 0 0 0 0,1 2 1 0 0,-1-3 13 0 0,-1 0 1 0 0,1 1-1 0 0,0-1 1 0 0,0 0-1 0 0,-1 0 1 0 0,1 0 0 0 0,0 0-1 0 0,0 1 1 0 0,0-1-1 0 0,-1-1 1 0 0,1 1-1 0 0,0 0 1 0 0,0 0-1 0 0,0 0 1 0 0,-1 0-1 0 0,1 0 1 0 0,0-1 0 0 0,0 1-1 0 0,-1 0 1 0 0,1-1-1 0 0,1 0 1 0 0,7-4 269 0 0,-1-1 1 0 0,1 0 0 0 0,11-10-1 0 0,-11 7-133 0 0,-3 5-168 0 0,9-8 313 0 0,32-19 1 0 0,-41 27-555 0 0,0 1-1 0 0,1 1 1 0 0,-1-1 0 0 0,1 1 0 0 0,0 0-1 0 0,0 1 1 0 0,-1-1 0 0 0,15 0 0 0 0,2 3-7699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9:18.99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269 96 2216 0 0,'-8'-3'21'0'0,"0"-1"-1"0"0,0 1 0 0 0,0 0 0 0 0,0 1 1 0 0,0 0-1 0 0,-1 0 0 0 0,1 1 0 0 0,-17-1 0 0 0,-6-2-9 0 0,-4-4-29 0 0,26 5 173 0 0,-1 1 0 0 0,1 0 0 0 0,-19-2 0 0 0,26 4 287 0 0,0 1-1 0 0,0-1 0 0 0,0 1 1 0 0,0 0-1 0 0,0 0 1 0 0,0 0-1 0 0,0 0 0 0 0,0 0 1 0 0,0 0-1 0 0,0 0 0 0 0,0 0 1 0 0,1 1-1 0 0,-1-1 1 0 0,1 1-1 0 0,-1-1 0 0 0,1 1 1 0 0,-1 0-1 0 0,1 0 1 0 0,0-1-1 0 0,0 1 0 0 0,-1 2 1 0 0,-12 27 5418 0 0,10-12-5649 0 0,4-19-210 0 0,0 1-1 0 0,0-1 0 0 0,0 1 1 0 0,0-1-1 0 0,0 0 0 0 0,0 1 1 0 0,0-1-1 0 0,0 1 1 0 0,0-1-1 0 0,0 1 0 0 0,0-1 1 0 0,0 1-1 0 0,0-1 0 0 0,1 1 1 0 0,-1-1-1 0 0,0 0 0 0 0,0 1 1 0 0,1-1-1 0 0,-1 1 0 0 0,0-1 1 0 0,0 0-1 0 0,1 1 0 0 0,-1-1 1 0 0,1 0-1 0 0,-1 1 0 0 0,0-1 1 0 0,1 0-1 0 0,-1 0 1 0 0,0 1-1 0 0,2-1 0 0 0,17 3-43 0 0,18-10-42 0 0,-26 3 226 0 0,-1-1 0 0 0,0 0 0 0 0,15-10 0 0 0,-22 14-104 0 0,0-1-1 0 0,-1 0 1 0 0,1 0-1 0 0,-1 0 1 0 0,1 0-1 0 0,-1-1 0 0 0,0 1 1 0 0,0-1-1 0 0,0 0 1 0 0,0 1-1 0 0,0-1 1 0 0,-1 0-1 0 0,1 0 1 0 0,-1 0-1 0 0,0 0 1 0 0,2-6-1 0 0,-3 7-20 0 0,0 0-1 0 0,-1 0 1 0 0,1 0 0 0 0,-1 0-1 0 0,1 0 1 0 0,-1 0-1 0 0,1 0 1 0 0,-1 0 0 0 0,0 1-1 0 0,0-1 1 0 0,0 0-1 0 0,0 1 1 0 0,0-1-1 0 0,0 0 1 0 0,-1 1 0 0 0,1-1-1 0 0,-1 1 1 0 0,1 0-1 0 0,-1 0 1 0 0,1-1 0 0 0,-1 1-1 0 0,1 0 1 0 0,-1 0-1 0 0,0 0 1 0 0,0 1 0 0 0,0-1-1 0 0,-2 0 1 0 0,0-2-133 0 0,-1 2 1 0 0,0-1-1 0 0,0 0 1 0 0,0 1-1 0 0,0 0 1 0 0,0 0-1 0 0,0 1 1 0 0,0-1 0 0 0,-8 1-1 0 0,11 1 47 0 0,0-1 0 0 0,0 0 0 0 0,-1 1 0 0 0,1-1 0 0 0,0 1 0 0 0,0-1 0 0 0,0 1 0 0 0,0 0 0 0 0,0 0 0 0 0,0 0 0 0 0,0 0 0 0 0,0 1 0 0 0,0-1 0 0 0,1 0 0 0 0,-1 1 0 0 0,0-1 0 0 0,1 1 0 0 0,-1 0 0 0 0,1-1 0 0 0,0 1 0 0 0,-1 0 0 0 0,1 0 0 0 0,0 0-1 0 0,0 0 1 0 0,0 0 0 0 0,0 0 0 0 0,1 0 0 0 0,-1 0 0 0 0,0 0 0 0 0,1 3 0 0 0,0-2 77 0 0,0-1-1 0 0,0 1 1 0 0,0 0-1 0 0,0 0 0 0 0,1 0 1 0 0,0 0-1 0 0,-1-1 1 0 0,1 1-1 0 0,0 0 1 0 0,0-1-1 0 0,1 1 0 0 0,-1-1 1 0 0,0 1-1 0 0,1-1 1 0 0,0 0-1 0 0,-1 1 1 0 0,1-1-1 0 0,0 0 0 0 0,0 0 1 0 0,0 0-1 0 0,0 0 1 0 0,1-1-1 0 0,2 3 1 0 0,-3-3 29 0 0,0 1 1 0 0,0-1-1 0 0,0 0 1 0 0,0 0 0 0 0,0 0-1 0 0,0 0 1 0 0,1 0-1 0 0,-1-1 1 0 0,0 1-1 0 0,0-1 1 0 0,1 1 0 0 0,-1-1-1 0 0,1 0 1 0 0,-1 0-1 0 0,0 0 1 0 0,1 0 0 0 0,-1 0-1 0 0,0-1 1 0 0,1 1-1 0 0,-1-1 1 0 0,0 1-1 0 0,0-1 1 0 0,1 0 0 0 0,-1 0-1 0 0,0 0 1 0 0,4-2-1 0 0,-4 1-58 0 0,1-1 0 0 0,-1 1 0 0 0,1-1 0 0 0,-1 0 0 0 0,0 0 1 0 0,0 1-1 0 0,0-1 0 0 0,0-1 0 0 0,-1 1 0 0 0,1 0 0 0 0,-1 0 0 0 0,0 0 0 0 0,0-1 0 0 0,0 1 0 0 0,0-1 0 0 0,-1 1 0 0 0,1-8 0 0 0,-1 9-19 0 0,1 1 1 0 0,-1-1-1 0 0,0 0 1 0 0,0 0-1 0 0,0 0 1 0 0,0 0-1 0 0,0 0 1 0 0,-1 0-1 0 0,1 0 1 0 0,-1 0-1 0 0,1 0 1 0 0,-1 1-1 0 0,0-1 1 0 0,1 0-1 0 0,-1 0 1 0 0,0 1-1 0 0,0-1 1 0 0,0 0-1 0 0,-1 1 1 0 0,1-1-1 0 0,0 1 1 0 0,0 0-1 0 0,-1-1 1 0 0,1 1-1 0 0,-1 0 1 0 0,1 0-1 0 0,-1 0 1 0 0,0 0-1 0 0,0 0 1 0 0,-2-1-1 0 0,2 1 10 0 0,0 1-1 0 0,-1 0 1 0 0,1 0-1 0 0,-1 0 1 0 0,1 0-1 0 0,0 0 1 0 0,-1 1-1 0 0,1-1 0 0 0,-1 1 1 0 0,1-1-1 0 0,0 1 1 0 0,-1 0-1 0 0,1 0 1 0 0,0 0-1 0 0,0 0 0 0 0,0 0 1 0 0,0 0-1 0 0,0 1 1 0 0,0-1-1 0 0,0 1 1 0 0,0 0-1 0 0,1-1 0 0 0,-1 1 1 0 0,-2 3-1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9:19.67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42 141 4609 0 0,'-23'14'606'0'0,"5"-2"3027"0"0,39-19-1373 0 0,7-2-1549 0 0,-1 1 0 0 0,2 1 1 0 0,-1 1-1 0 0,1 1 1 0 0,31 0-1 0 0,149 7 837 0 0,-50 1-660 0 0,408-38 127 0 0,-360 23 401 0 0,92-12 58 0 0,-61-1-1030 0 0,263 7 0 0 0,-94 8-60 0 0,-381 11-290 0 0,1 2-1 0 0,-1 0 1 0 0,37 11 0 0 0,-11-3-126 0 0,-49-10-471 0 0,-1-1-145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9:20.52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141 137 4609 0 0,'-28'12'663'0'0,"13"-7"-195"0"0,1 1 1 0 0,0 0 0 0 0,1 2 0 0 0,-1-1 0 0 0,1 2 0 0 0,-16 13 0 0 0,29-18 477 0 0,9-2-453 0 0,9-1 77 0 0,-17-1-563 0 0,118-10 3058 0 0,-21 0-1697 0 0,-77 9-1202 0 0,894-70 3381 0 0,-397 3-2443 0 0,-19 15 1077 0 0,-463 50-2064 0 0,-1 1 1 0 0,1 1 0 0 0,0 2-1 0 0,40 7 1 0 0,-69-4-489 0 0,-15 4-816 0 0,-24 8-3103 0 0,17-9 853 0 0,1 0 983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9:21.05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11058 0 0,'3'2'517'0'0,"-1"1"0"0"0,0 0 0 0 0,0 0 0 0 0,-1 0 0 0 0,1 0 0 0 0,-1 0 0 0 0,1 0 0 0 0,1 6 0 0 0,8 52 2055 0 0,-8-43-1868 0 0,11 69 851 0 0,61 349-100 0 0,54 125-1317 0 0,-98-420-150 0 0,-29-123-653 0 0,0-1 0 0 0,-1 1 0 0 0,0 0 0 0 0,-2 0 1 0 0,0-1-1 0 0,-4 19 0 0 0,2-24-649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9:21.58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153 16 3169 0 0,'-14'4'6786'0'0,"-3"48"-5744"0"0,-3-2 0 0 0,-2 0 0 0 0,-55 90 0 0 0,74-137-860 0 0,5-8 300 0 0,10-19 993 0 0,20-34 810 0 0,-6 19-1391 0 0,36-43 0 0 0,-48 66-480 0 0,0 1 0 0 0,1 1 0 0 0,1 0-1 0 0,0 1 1 0 0,23-14 0 0 0,-37 26-390 0 0,0 0-1 0 0,1 0 0 0 0,-1 0 1 0 0,1 0-1 0 0,-1 0 1 0 0,1 1-1 0 0,-1-1 0 0 0,1 1 1 0 0,-1 0-1 0 0,1-1 0 0 0,-1 1 1 0 0,1 0-1 0 0,-1 1 1 0 0,1-1-1 0 0,0 0 0 0 0,-1 1 1 0 0,1-1-1 0 0,-1 1 1 0 0,0 0-1 0 0,1 0 0 0 0,-1 0 1 0 0,1 0-1 0 0,-1 0 0 0 0,0 1 1 0 0,0-1-1 0 0,0 1 1 0 0,0-1-1 0 0,0 1 0 0 0,0 0 1 0 0,0 0-1 0 0,1 2 1 0 0,8 8-37 0 0,0 1 0 0 0,-2 1 0 0 0,16 26 0 0 0,-11-17-17 0 0,26 39-75 0 0,-26-41-1716 0 0,1 1-3297 0 0,-2-3-1953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9:22.17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22 14 7370 0 0,'-1'0'314'0'0,"0"0"0"0"0,0 0 0 0 0,0 0 0 0 0,0 0 0 0 0,0 0 0 0 0,0 0 0 0 0,0 1 0 0 0,0-1 1 0 0,0 0-1 0 0,0 1 0 0 0,0-1 0 0 0,0 1 0 0 0,0-1 0 0 0,0 1 0 0 0,0-1 0 0 0,0 1 0 0 0,-1 1 0 0 0,2-2-249 0 0,-1 1 0 0 0,1 0 0 0 0,0 0-1 0 0,0 0 1 0 0,-1-1 0 0 0,1 1 0 0 0,0 0-1 0 0,0 0 1 0 0,0 0 0 0 0,0 0 0 0 0,0-1-1 0 0,0 1 1 0 0,0 0 0 0 0,0 0 0 0 0,0 0-1 0 0,0 0 1 0 0,0-1 0 0 0,0 1 0 0 0,1 0-1 0 0,-1 0 1 0 0,0 0 0 0 0,1-1-1 0 0,-1 1 1 0 0,0 0 0 0 0,1 0 0 0 0,-1-1-1 0 0,1 1 1 0 0,-1 0 0 0 0,1-1 0 0 0,0 1-1 0 0,-1-1 1 0 0,1 1 0 0 0,0-1 0 0 0,-1 1-1 0 0,1-1 1 0 0,0 1 0 0 0,-1-1 0 0 0,1 0-1 0 0,0 1 1 0 0,0-1 0 0 0,0 0 0 0 0,-1 1-1 0 0,1-1 1 0 0,1 0 0 0 0,-1 0 237 0 0,1 1-1 0 0,-1-1 1 0 0,0 0 0 0 0,0 1 0 0 0,1-1 0 0 0,-1 0-1 0 0,0 0 1 0 0,1 0 0 0 0,-1 0 0 0 0,0 0 0 0 0,0 0 0 0 0,1-1-1 0 0,-1 1 1 0 0,0 0 0 0 0,0-1 0 0 0,1 1 0 0 0,-1-1-1 0 0,2 0 1 0 0,-1-1-263 0 0,-1 0-1 0 0,1 1 1 0 0,-1-1-1 0 0,1 0 0 0 0,-1 0 1 0 0,0 0-1 0 0,1 0 1 0 0,-1 0-1 0 0,-1 0 1 0 0,3-5-1 0 0,3-14-364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9:22.80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 28 3681 0 0,'-2'-27'16718'0'0,"14"34"-15074"0"0,-1 4-1596 0 0,-1 1 0 0 0,-1 0 0 0 0,0 1-1 0 0,-1 0 1 0 0,9 17 0 0 0,28 76 242 0 0,-5-14-177 0 0,-21-53-131 0 0,45 66 1 0 0,-53-90 15 0 0,0-1 0 0 0,1 0 0 0 0,0-1 0 0 0,1 0 0 0 0,1-1 0 0 0,0-1 0 0 0,18 12 0 0 0,-30-22 26 0 0,1 1 1 0 0,-1-1-1 0 0,1 1 0 0 0,-1-1 1 0 0,1 0-1 0 0,0 0 0 0 0,0-1 1 0 0,0 1-1 0 0,0 0 0 0 0,-1-1 0 0 0,1 0 1 0 0,0 0-1 0 0,0 1 0 0 0,0-2 1 0 0,0 1-1 0 0,0 0 0 0 0,0-1 0 0 0,0 1 1 0 0,3-2-1 0 0,-2 0 9 0 0,1 0-1 0 0,-1 0 1 0 0,0-1-1 0 0,0 0 1 0 0,0 1-1 0 0,-1-1 1 0 0,1-1-1 0 0,-1 1 1 0 0,1 0-1 0 0,4-8 1 0 0,3-5 23 0 0,-2 0 0 0 0,0-1-1 0 0,0 0 1 0 0,10-33 0 0 0,14-49-512 0 0,26-138 0 0 0,-57 230-115 0 0,-2 0 0 0 0,1 0-1 0 0,-1 0 1 0 0,0 0 0 0 0,-1 0 0 0 0,-1-8 0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9:23.63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75 339 8290 0 0,'-5'-3'689'0'0,"1"0"1"0"0,-1-1-1 0 0,1 1 1 0 0,0-1 0 0 0,0 0-1 0 0,1 0 1 0 0,-1-1-1 0 0,1 1 1 0 0,0-1-1 0 0,0 1 1 0 0,1-1-1 0 0,-4-7 1 0 0,-5-7 1196 0 0,1-4 355 0 0,7 11-1123 0 0,3 12-1108 0 0,0 0 1 0 0,0 0-1 0 0,0 0 1 0 0,0 0-1 0 0,0 0 1 0 0,0 0-1 0 0,0-1 0 0 0,0 1 1 0 0,0 0-1 0 0,0 0 1 0 0,0 0-1 0 0,0 0 1 0 0,0 0-1 0 0,0-1 1 0 0,0 1-1 0 0,0 0 1 0 0,0 0-1 0 0,0 0 0 0 0,0 0 1 0 0,1 0-1 0 0,-1 0 1 0 0,0 0-1 0 0,0-1 1 0 0,0 1-1 0 0,0 0 1 0 0,0 0-1 0 0,0 0 1 0 0,0 0-1 0 0,1 0 0 0 0,-1 0 1 0 0,0 0-1 0 0,0 0 1 0 0,0 0-1 0 0,0 0 1 0 0,0 0-1 0 0,0 0 1 0 0,1 0-1 0 0,-1 0 1 0 0,0 0-1 0 0,0 0 0 0 0,0 0 1 0 0,0 0-1 0 0,0 0 1 0 0,0 0-1 0 0,1 0 1 0 0,-1 0-1 0 0,0 0 1 0 0,0 0-1 0 0,0 0 1 0 0,0 0-1 0 0,0 0 0 0 0,1 0 1 0 0,1 3 2 0 0,1-1 0 0 0,-1 1 0 0 0,1 0 0 0 0,-1 0 0 0 0,0 0 0 0 0,0 0 0 0 0,0 0 0 0 0,-1 0 0 0 0,1 1-1 0 0,-1-1 1 0 0,0 1 0 0 0,1 3 0 0 0,3 6 11 0 0,7 10-24 0 0,0-1 0 0 0,2 1 0 0 0,0-2 0 0 0,2 0 0 0 0,0-1 0 0 0,1-1 0 0 0,1 0 0 0 0,1-1 0 0 0,1-1 0 0 0,22 15 0 0 0,3 6 0 0 0,-34-27 0 0 0,1 0 0 0 0,1-2 0 0 0,13 10 0 0 0,-25-19 0 0 0,0 1 0 0 0,0-1 0 0 0,0 1 0 0 0,1-1 0 0 0,-1 1 0 0 0,0-1 0 0 0,0 0-1 0 0,1 1 1 0 0,-1-1 0 0 0,0 0 0 0 0,1 0 0 0 0,-1 0 0 0 0,0 0 0 0 0,1 0 0 0 0,-1 0 0 0 0,0-1 0 0 0,0 1 0 0 0,1 0 0 0 0,-1-1 0 0 0,2 0 0 0 0,0-1 11 0 0,0 0 1 0 0,0 1 0 0 0,0-1 0 0 0,-1 0 0 0 0,1-1-1 0 0,-1 1 1 0 0,1 0 0 0 0,1-4 0 0 0,5-6 74 0 0,0 0 1 0 0,12-26-1 0 0,-18 31-66 0 0,15-29 88 0 0,-2-1 1 0 0,-2 0-1 0 0,13-56 0 0 0,17-121 79 0 0,-43 209-180 0 0,2-11-134 0 0,-1 10-116 0 0,0 0 0 0 0,-1 0 0 0 0,0 0 0 0 0,0 0 0 0 0,-1 0 0 0 0,1-1-1 0 0,-1 1 1 0 0,-1 0 0 0 0,-1-12 0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9:24.06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 61 7370 0 0,'-8'-30'3220'0'0,"8"28"-2766"0"0,0 0-1 0 0,0 1 0 0 0,-1-1 1 0 0,2 0-1 0 0,-1 1 0 0 0,0-1 1 0 0,0 0-1 0 0,0 1 0 0 0,1-1 1 0 0,-1 0-1 0 0,1 1 1 0 0,-1-1-1 0 0,1 0 0 0 0,0 1 1 0 0,0-1-1 0 0,1-1 0 0 0,-2 3-344 0 0,1 0 0 0 0,-1 0 0 0 0,1 0-1 0 0,-1 0 1 0 0,1 1 0 0 0,-1-1 0 0 0,1 0 0 0 0,-1 0 0 0 0,1 1-1 0 0,-1-1 1 0 0,1 0 0 0 0,-1 0 0 0 0,1 1 0 0 0,-1-1-1 0 0,0 1 1 0 0,1-1 0 0 0,-1 0 0 0 0,0 1 0 0 0,1-1-1 0 0,-1 1 1 0 0,0-1 0 0 0,1 1 0 0 0,-1-1 0 0 0,0 0-1 0 0,0 1 1 0 0,0-1 0 0 0,1 1 0 0 0,-1 0 0 0 0,0-1 0 0 0,0 1-1 0 0,0-1 1 0 0,0 1 0 0 0,0-1 0 0 0,0 1 0 0 0,7 24 582 0 0,-6-24-572 0 0,21 91 221 0 0,-5 2 1 0 0,11 170-1 0 0,-27-251-2258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9:24.59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27 3225 0 0,'2'-7'12873'0'0,"44"-1"-9349"0"0,-28 4-3253 0 0,0 1-1 0 0,1 1 1 0 0,31 0-1 0 0,-35 7-3066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9:24.79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49 3681 0 0,'0'0'284'0'0,"25"-6"7209"0"0,25-13-3437 0 0,9-3-7266 0 0,-49 21 2877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9:26.49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56 134 920 0 0,'-5'-4'1715'0'0,"0"1"-1"0"0,0 0 1 0 0,0 0-1 0 0,-1 1 0 0 0,1 0 1 0 0,0-1-1 0 0,-1 2 1 0 0,-8-3 698 0 0,19 4-2236 0 0,81 2 40 0 0,95-12 0 0 0,91-22 472 0 0,-6 1-338 0 0,986-7-598 0 0,-673 47 2114 0 0,9 0 226 0 0,-543-6-3644 0 0,-47-3 549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9:27.92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80 525 5065 0 0,'-35'-24'3987'0'0,"30"21"-2937"0"0,-1 0 0 0 0,1 0 0 0 0,0-1-1 0 0,1 1 1 0 0,-1-1 0 0 0,-6-7 0 0 0,8 3 1378 0 0,7 6-726 0 0,-3 2-1653 0 0,-1 0 0 0 0,1 1 0 0 0,0-1 1 0 0,0 0-1 0 0,0 1 0 0 0,0-1 1 0 0,-1 0-1 0 0,1 1 0 0 0,0-1 1 0 0,-1 1-1 0 0,1-1 0 0 0,0 1 0 0 0,-1 0 1 0 0,1-1-1 0 0,0 1 0 0 0,-1 0 1 0 0,1-1-1 0 0,0 3 0 0 0,9 16 53 0 0,2 1 0 0 0,0-2 0 0 0,1 1 0 0 0,0-2 0 0 0,29 28 0 0 0,-32-35-96 0 0,1 0 0 0 0,0-1 0 0 0,1 0 0 0 0,0-1 1 0 0,1 0-1 0 0,-1-1 0 0 0,2-1 0 0 0,-1 0 1 0 0,25 7-1 0 0,-36-12 26 0 0,0-1 1 0 0,0 0-1 0 0,0 0 1 0 0,0 0-1 0 0,0 0 1 0 0,0 0 0 0 0,0 0-1 0 0,0-1 1 0 0,0 1-1 0 0,0 0 1 0 0,0-1-1 0 0,0 0 1 0 0,-1 1-1 0 0,1-1 1 0 0,0 0-1 0 0,0 0 1 0 0,-1 0-1 0 0,1 0 1 0 0,0-1 0 0 0,-1 1-1 0 0,1 0 1 0 0,-1-1-1 0 0,0 1 1 0 0,1-1-1 0 0,-1 1 1 0 0,0-1-1 0 0,0 1 1 0 0,0-1-1 0 0,0 0 1 0 0,0 0-1 0 0,1-3 1 0 0,3-8 199 0 0,0-1-1 0 0,0 1 1 0 0,3-23 0 0 0,-3 13 10 0 0,36-140 538 0 0,-21 72-1031 0 0,45-119 0 0 0,-60 198-120 0 0,-1 0-1 0 0,2 1 1 0 0,0 0 0 0 0,0 0-1 0 0,15-19 1 0 0,-8 17-737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9:28.37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158 37 3225 0 0,'-10'-13'1540'0'0,"-7"-8"2761"0"0,16 21-4158 0 0,0-1 1 0 0,0 1-1 0 0,0-1 1 0 0,0 1-1 0 0,0 0 0 0 0,0 0 1 0 0,0-1-1 0 0,0 1 1 0 0,0 0-1 0 0,0 0 0 0 0,0 0 1 0 0,0 0-1 0 0,0 0 1 0 0,0 0-1 0 0,0 1 1 0 0,0-1-1 0 0,0 0 0 0 0,0 0 1 0 0,0 1-1 0 0,0-1 1 0 0,1 1-1 0 0,-1-1 0 0 0,0 1 1 0 0,0-1-1 0 0,0 1 1 0 0,0-1-1 0 0,-1 2 0 0 0,-7 5 820 0 0,0 1 0 0 0,1 0 0 0 0,-16 18 0 0 0,17-16-958 0 0,-1 0-1 0 0,1 1 0 0 0,1 0 0 0 0,0 0 0 0 0,0 1 0 0 0,-5 17 0 0 0,10-25-203 0 0,1-1 0 0 0,-1 1 0 0 0,1 0 0 0 0,0 0-1 0 0,0 0 1 0 0,1 0 0 0 0,-1 0 0 0 0,1 0 0 0 0,0 0 0 0 0,0 0-1 0 0,0 0 1 0 0,0-1 0 0 0,1 1 0 0 0,0 0 0 0 0,-1-1 0 0 0,1 1-1 0 0,1-1 1 0 0,-1 0 0 0 0,0 0 0 0 0,1 0 0 0 0,5 5 0 0 0,6 7-808 0 0,1-2 1 0 0,32 23 0 0 0,-41-31 927 0 0,42 25-549 0 0,-36-23 723 0 0,0 0 0 0 0,0 0 0 0 0,-1 1 0 0 0,0 1 0 0 0,0 0 0 0 0,-1 1 0 0 0,10 10 0 0 0,-20-19 29 0 0,1 0 0 0 0,0 0 0 0 0,0 0-1 0 0,-1 0 1 0 0,1 1 0 0 0,-1-1-1 0 0,1 0 1 0 0,-1 0 0 0 0,1 0 0 0 0,-1 1-1 0 0,0-1 1 0 0,1 0 0 0 0,-1 1 0 0 0,0-1-1 0 0,0 0 1 0 0,0 1 0 0 0,0-1 0 0 0,0 0-1 0 0,0 0 1 0 0,-1 1 0 0 0,1-1-1 0 0,0 0 1 0 0,-1 1 0 0 0,1-1 0 0 0,-1 1-1 0 0,-1 1 89 0 0,0-1 1 0 0,1 0-1 0 0,-1 1 0 0 0,0-1 0 0 0,0 0 0 0 0,-1 0 0 0 0,1 0 0 0 0,0-1 0 0 0,-1 1 0 0 0,-4 2 0 0 0,-6 2 624 0 0,0 0 0 0 0,0-1-1 0 0,-21 5 1 0 0,24-8-581 0 0,0 0 0 0 0,0-1-1 0 0,0 0 1 0 0,0 0 0 0 0,0-1 0 0 0,0-1-1 0 0,0 1 1 0 0,0-2 0 0 0,-13-2 0 0 0,-24-11-6102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9:30.36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79 46 1840 0 0,'-1'-2'371'0'0,"1"0"0"0"0,-1 0 0 0 0,0 0 0 0 0,1 0-1 0 0,-1 0 1 0 0,0 0 0 0 0,0 0 0 0 0,-1 0 0 0 0,1 1-1 0 0,0-1 1 0 0,-1 0 0 0 0,1 1 0 0 0,-1-1 0 0 0,1 1-1 0 0,-1 0 1 0 0,0-1 0 0 0,1 1 0 0 0,-1 0 0 0 0,0 0 0 0 0,-2-1-1 0 0,1 1 203 0 0,1-1-1 0 0,-1 1 0 0 0,1 0 0 0 0,-1-1 0 0 0,1 2 1 0 0,-1-1-1 0 0,0 0 0 0 0,0 0 0 0 0,1 1 0 0 0,-1-1 1 0 0,0 1-1 0 0,0 0 0 0 0,0 0 0 0 0,-4 1 1 0 0,7-1-414 0 0,-1 1 0 0 0,1 0 0 0 0,-1-1 1 0 0,1 1-1 0 0,-1 0 0 0 0,1 0 1 0 0,0-1-1 0 0,0 1 0 0 0,-1 0 1 0 0,1 0-1 0 0,0 0 0 0 0,0 0 0 0 0,0-1 1 0 0,0 1-1 0 0,0 0 0 0 0,0 0 1 0 0,0 0-1 0 0,0-1 0 0 0,0 1 1 0 0,0 0-1 0 0,0 0 0 0 0,1 0 1 0 0,-1 0-1 0 0,1 0 0 0 0,7 27 88 0 0,-7-25-29 0 0,26 92 35 0 0,-4 1 0 0 0,-4 1 0 0 0,-5 1 0 0 0,3 132-1 0 0,-17-227-450 0 0,-1 46 147 0 0,-6-25-1695 0 0,-6-4-4474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9:30.79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8 142 920 0 0,'-1'-1'180'0'0,"0"-1"1"0"0,0 1-1 0 0,0-1 0 0 0,0 1 0 0 0,1-1 1 0 0,-1 0-1 0 0,1 1 0 0 0,-1-1 0 0 0,1 1 1 0 0,0-1-1 0 0,-1 0 0 0 0,1 0 0 0 0,0 1 1 0 0,0-1-1 0 0,0 0 0 0 0,0 1 0 0 0,1-1 1 0 0,-1 0-1 0 0,0 1 0 0 0,1-1 0 0 0,-1 0 1 0 0,1 1-1 0 0,-1-1 0 0 0,1 1 0 0 0,0-1 1 0 0,0 1-1 0 0,0-1 0 0 0,0 1 0 0 0,0-1 0 0 0,1 0 1 0 0,3-5 479 0 0,1 0 1 0 0,-1 0-1 0 0,1 1 1 0 0,12-10-1 0 0,-9 10-144 0 0,0 0 0 0 0,0 0-1 0 0,0 1 1 0 0,1 1 0 0 0,0 0 0 0 0,0 0-1 0 0,0 1 1 0 0,14-3 0 0 0,-20 5-303 0 0,1 0 0 0 0,0 0 0 0 0,0 0 0 0 0,-1 1-1 0 0,1 0 1 0 0,0 0 0 0 0,0 0 0 0 0,0 0 0 0 0,-1 1 0 0 0,1 0 0 0 0,0 0 0 0 0,0 0 0 0 0,-1 1-1 0 0,1 0 1 0 0,-1-1 0 0 0,1 1 0 0 0,-1 1 0 0 0,0-1 0 0 0,0 1 0 0 0,5 4 0 0 0,-7-6-197 0 0,-1 1 1 0 0,0 0 0 0 0,0 0-1 0 0,0 0 1 0 0,0 0 0 0 0,0 0-1 0 0,0 0 1 0 0,0 0 0 0 0,0 0-1 0 0,-1 0 1 0 0,1 0-1 0 0,-1 0 1 0 0,0 0 0 0 0,0 0-1 0 0,0 1 1 0 0,0-1 0 0 0,0 0-1 0 0,0 0 1 0 0,0 0 0 0 0,-1 0-1 0 0,1 0 1 0 0,-1 1 0 0 0,1-1-1 0 0,-1 0 1 0 0,0 0-1 0 0,0 0 1 0 0,0 0 0 0 0,0-1-1 0 0,-2 4 1 0 0,-4 6-113 0 0,-1 1 0 0 0,0-1 0 0 0,-15 15 0 0 0,14-16-21 0 0,-47 46-503 0 0,41-44 743 0 0,2 1-1 0 0,-1 1 0 0 0,2 0 0 0 0,0 0 0 0 0,1 2 0 0 0,-10 16 0 0 0,20-31-29 0 0,1 1-1 0 0,-1 0 0 0 0,1-1 1 0 0,-1 1-1 0 0,1 0 1 0 0,0-1-1 0 0,0 1 1 0 0,0 0-1 0 0,0 0 1 0 0,0-1-1 0 0,0 1 1 0 0,0 0-1 0 0,1-1 1 0 0,-1 1-1 0 0,1 0 0 0 0,-1-1 1 0 0,1 1-1 0 0,-1 0 1 0 0,1-1-1 0 0,0 1 1 0 0,0-1-1 0 0,0 1 1 0 0,0-1-1 0 0,0 0 1 0 0,0 1-1 0 0,0-1 1 0 0,1 0-1 0 0,-1 0 0 0 0,0 1 1 0 0,1-1-1 0 0,-1 0 1 0 0,0-1-1 0 0,1 1 1 0 0,2 1-1 0 0,9 5-10 0 0,0 0 0 0 0,0-1 0 0 0,18 5-1 0 0,-12-4 65 0 0,91 34 553 0 0,-67-26-2456 0 0,0 1-4699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9:31.07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 37 4609 0 0,'-2'-36'15078'0'0,"3"36"-14824"0"0,0 0-1 0 0,-1 0 0 0 0,1 0 1 0 0,-1 0-1 0 0,1 0 1 0 0,0 0-1 0 0,-1 0 1 0 0,1 0-1 0 0,-1 0 1 0 0,1 0-1 0 0,0 0 1 0 0,-1 1-1 0 0,1-1 1 0 0,12 13-168 0 0,-7 5 112 0 0,-1-1 0 0 0,0 1 0 0 0,-1 0 0 0 0,-1 0 0 0 0,-1 0 0 0 0,0 0-1 0 0,-2 31 1 0 0,2 4 30 0 0,0-20-442 0 0,1 0-1 0 0,1 0 0 0 0,3-1 1 0 0,15 51-1 0 0,-14-62-256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9:31.35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0 115 6449 0 0,'1'-4'5117'0'0,"15"-5"-1339"0"0,18-8-86 0 0,5 0-2307 0 0,96-34 1504 0 0,-65 37-4290 0 0,-58 13 220 0 0,-1 0 1 0 0,1 1 0 0 0,22 3 0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9:31.60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9218 0 0,'20'22'7812'0'0,"-12"-12"-7164"0"0,0-1-1 0 0,-1 1 1 0 0,-1 1-1 0 0,0-1 1 0 0,0 1-1 0 0,-1 0 1 0 0,0 0-1 0 0,-1 1 1 0 0,0-1-1 0 0,-1 1 1 0 0,2 14-1 0 0,0 14-356 0 0,-2 0-1 0 0,-2 44 1 0 0,-1-43-806 0 0,8 75 1 0 0,5-57-2183 0 0,-5-27-5270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9:31.90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 6 6913 0 0,'0'0'203'0'0,"0"0"-153"0"0,-1-1 1 0 0,1 1 0 0 0,0 0-1 0 0,0 0 1 0 0,0 0-1 0 0,0 0 1 0 0,0 0 0 0 0,0 0-1 0 0,0-1 1 0 0,0 1-1 0 0,0 0 1 0 0,0 0 0 0 0,0 0-1 0 0,0 0 1 0 0,0 0-1 0 0,0-1 1 0 0,0 1 0 0 0,0 0-1 0 0,0 0 1 0 0,0 0-1 0 0,1-2 760 0 0,-1 2-760 0 0,0 0 1 0 0,1 0 0 0 0,-1 0-1 0 0,0 0 1 0 0,0 0-1 0 0,0-1 1 0 0,0 1 0 0 0,0 0-1 0 0,1 0 1 0 0,10 2 3564 0 0,-9-1-3123 0 0,0 0 0 0 0,0 0 0 0 0,0 0 0 0 0,0 0 0 0 0,0 0 0 0 0,0 0 0 0 0,0 1 0 0 0,-1-1 0 0 0,1 0 0 0 0,0 1 0 0 0,1 2 0 0 0,4 9 677 0 0,0 1 0 0 0,7 25 0 0 0,13 70-433 0 0,-13-45-428 0 0,58 296-2045 0 0,-69-339 499 0 0,1 1-3985 0 0,-1-6-1389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9:32.25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0 118 9674 0 0,'0'-2'153'0'0,"1"0"0"0"0,-1 0-1 0 0,0 0 1 0 0,1 1 0 0 0,0-1-1 0 0,-1 0 1 0 0,1 0 0 0 0,0 1 0 0 0,0-1-1 0 0,0 0 1 0 0,0 1 0 0 0,0-1 0 0 0,0 1-1 0 0,1-1 1 0 0,-1 1 0 0 0,0 0-1 0 0,1-1 1 0 0,-1 1 0 0 0,1 0 0 0 0,-1 0-1 0 0,1 0 1 0 0,3-1 0 0 0,42-25 3279 0 0,-44 26-3382 0 0,5-3 401 0 0,17-8 1391 0 0,47-16 1 0 0,-66 26-1726 0 0,1 0 1 0 0,-1 0-1 0 0,1 1 1 0 0,0 0-1 0 0,-1 0 0 0 0,1 1 1 0 0,0 0-1 0 0,0 0 1 0 0,-1 0-1 0 0,1 1 1 0 0,0 0-1 0 0,-1 0 0 0 0,8 3 1 0 0,-12-3-117 0 0,0 1 1 0 0,0-1-1 0 0,0 1 1 0 0,0-1-1 0 0,0 1 1 0 0,0 0-1 0 0,-1 0 1 0 0,1 0-1 0 0,-1 0 1 0 0,1 0-1 0 0,-1 0 1 0 0,0 1-1 0 0,0-1 1 0 0,0 0-1 0 0,0 1 1 0 0,0-1-1 0 0,-1 0 1 0 0,1 1-1 0 0,-1-1 1 0 0,1 1-1 0 0,-1-1 1 0 0,0 1-1 0 0,0-1 1 0 0,0 1-1 0 0,0-1 1 0 0,0 1-1 0 0,-2 3 1 0 0,1 7-69 0 0,-2 0 0 0 0,1 0 0 0 0,-2-1 0 0 0,-4 13 1 0 0,-7 9-228 0 0,-34 57 1 0 0,0 0 160 0 0,48-90 149 0 0,1 0 0 0 0,0-1 1 0 0,-1 1-1 0 0,1 0 0 0 0,-1 0 1 0 0,1 0-1 0 0,0-1 1 0 0,0 1-1 0 0,-1 0 0 0 0,1 0 1 0 0,0 0-1 0 0,0 0 0 0 0,0 0 1 0 0,0 0-1 0 0,0 0 1 0 0,0-1-1 0 0,0 1 0 0 0,1 0 1 0 0,-1 0-1 0 0,0 0 0 0 0,0 0 1 0 0,1 0-1 0 0,-1 0 1 0 0,0-1-1 0 0,1 1 0 0 0,-1 0 1 0 0,2 1-1 0 0,-1-1 29 0 0,1 0-1 0 0,-1 0 1 0 0,1 0-1 0 0,-1 0 1 0 0,1-1 0 0 0,0 1-1 0 0,-1 0 1 0 0,1-1-1 0 0,0 1 1 0 0,-1-1 0 0 0,1 0-1 0 0,0 0 1 0 0,2 0-1 0 0,9 0 161 0 0,-1 0-1 0 0,1-1 1 0 0,13-3 0 0 0,-20 3-218 0 0,55-3-160 0 0,-36 6-6429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9:32.68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11 104 5065 0 0,'-1'-4'551'0'0,"-1"1"0"0"0,1 0 0 0 0,-1-1 0 0 0,1 1 0 0 0,0-1 0 0 0,0 1 0 0 0,0-1 0 0 0,1 1 0 0 0,0-1 0 0 0,-1 0 0 0 0,1 1 0 0 0,0-1 0 0 0,1 0 0 0 0,-1 1 0 0 0,1-1 0 0 0,-1 1 0 0 0,3-7 0 0 0,-3 9-378 0 0,1-1 1 0 0,0 0-1 0 0,-1 0 1 0 0,1 0-1 0 0,0 1 1 0 0,0-1-1 0 0,0 0 1 0 0,0 1-1 0 0,0-1 1 0 0,0 1-1 0 0,1-1 1 0 0,-1 1-1 0 0,1 0 1 0 0,-1-1-1 0 0,1 1 1 0 0,-1 0-1 0 0,1 0 1 0 0,-1 0-1 0 0,1 0 1 0 0,0 0-1 0 0,0 1 1 0 0,-1-1-1 0 0,1 0 1 0 0,0 1-1 0 0,0-1 1 0 0,0 1-1 0 0,0 0 1 0 0,0 0-1 0 0,0-1 1 0 0,-1 1-1 0 0,1 1 1 0 0,0-1-1 0 0,0 0 1 0 0,3 1-1 0 0,0 0-90 0 0,-1 0 0 0 0,0 0-1 0 0,1 1 1 0 0,-1 0 0 0 0,0-1-1 0 0,0 1 1 0 0,0 1 0 0 0,0-1 0 0 0,0 1-1 0 0,0-1 1 0 0,-1 1 0 0 0,0 0 0 0 0,1 0-1 0 0,-1 1 1 0 0,0-1 0 0 0,0 1-1 0 0,3 5 1 0 0,-3-2-75 0 0,0-1-1 0 0,0 1 1 0 0,-1-1 0 0 0,0 1-1 0 0,-1 0 1 0 0,1-1 0 0 0,-1 1-1 0 0,0 0 1 0 0,-1 0-1 0 0,0 11 1 0 0,-2 2-220 0 0,-1 1-1 0 0,0-1 1 0 0,-2 0-1 0 0,0 0 1 0 0,-1 0-1 0 0,-16 33 1 0 0,6-20 48 0 0,8-19 447 0 0,0 1-1 0 0,2 0 0 0 0,-9 27 0 0 0,15-41-252 0 0,0-1-1 0 0,-1 0 0 0 0,1 1 1 0 0,0-1-1 0 0,0 0 1 0 0,0 1-1 0 0,0-1 1 0 0,0 1-1 0 0,0-1 1 0 0,0 0-1 0 0,0 1 0 0 0,0-1 1 0 0,0 0-1 0 0,0 1 1 0 0,0-1-1 0 0,0 0 1 0 0,1 1-1 0 0,-1-1 1 0 0,0 0-1 0 0,0 1 0 0 0,0-1 1 0 0,0 0-1 0 0,0 1 1 0 0,1-1-1 0 0,-1 0 1 0 0,0 0-1 0 0,0 1 1 0 0,1-1-1 0 0,-1 0 1 0 0,0 0-1 0 0,0 1 0 0 0,1-1 1 0 0,-1 0-1 0 0,0 0 1 0 0,1 0-1 0 0,-1 1 1 0 0,1-1-1 0 0,16-2 585 0 0,17-12-23 0 0,-34 14-578 0 0,53-26 326 0 0,113-52-1011 0 0,-126 64 271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9:36.17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37 139 456 0 0,'-24'-83'12965'0'0,"13"43"-8121"0"0,11 40-4770 0 0,0-1-1 0 0,-1 1 1 0 0,1 0-1 0 0,0-1 1 0 0,0 1-1 0 0,0 0 1 0 0,0-1-1 0 0,-1 1 1 0 0,1-1-1 0 0,0 1 1 0 0,0-1 0 0 0,0 1-1 0 0,0 0 1 0 0,0-1-1 0 0,0 1 1 0 0,0-1-1 0 0,0 1 1 0 0,0-1-1 0 0,0 1 1 0 0,0 0-1 0 0,1-1 1 0 0,-1 1-1 0 0,0-1 1 0 0,0 1-1 0 0,0 0 1 0 0,0-1-1 0 0,1 1 1 0 0,-1 0-1 0 0,0-1 1 0 0,0 1-1 0 0,1 0 1 0 0,-1-1 0 0 0,0 1-1 0 0,1 0 1 0 0,-1-1-1 0 0,0 1 1 0 0,1 0-1 0 0,-1 0 1 0 0,0-1-1 0 0,1 1 1 0 0,-1 0-1 0 0,0 0 1 0 0,1 0-1 0 0,-1 0 1 0 0,1 0-1 0 0,-1-1 1 0 0,1 1-1 0 0,-1 0 1 0 0,0 0-1 0 0,2 0 1 0 0,-1 1-32 0 0,0-1 1 0 0,0 0-1 0 0,0 0 0 0 0,0 1 1 0 0,0-1-1 0 0,0 1 0 0 0,-1-1 1 0 0,1 1-1 0 0,0-1 0 0 0,0 1 1 0 0,0 0-1 0 0,0-1 0 0 0,-1 1 1 0 0,1 0-1 0 0,0 0 0 0 0,0 0 1 0 0,-1-1-1 0 0,1 1 1 0 0,-1 0-1 0 0,1 0 0 0 0,-1 0 1 0 0,1 2-1 0 0,4 13 115 0 0,-1 2 0 0 0,-1-1 0 0 0,-1 0 0 0 0,0 34 0 0 0,2 7 2 0 0,1-24-178 0 0,1-1-1 0 0,2 1 1 0 0,2-2-1 0 0,0 1 1 0 0,3-1-1 0 0,0-1 1 0 0,2-1-1 0 0,1 0 1 0 0,38 53-1 0 0,-53-83-9 0 0,28 50-211 0 0,-27-47 42 0 0,-1 0 0 0 0,1 0 0 0 0,-1 0 0 0 0,0 1 0 0 0,0-1 0 0 0,-1 1 0 0 0,1-1 0 0 0,-1 0 0 0 0,0 1 0 0 0,1-1 0 0 0,-2 1 0 0 0,1-1 0 0 0,0 1 0 0 0,-2 4 0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9:36.93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49 196 2761 0 0,'-17'-50'5173'0'0,"15"40"-4300"0"0,0 1-1 0 0,-1-1 1 0 0,-1 1 0 0 0,-5-12-1 0 0,7 19-627 0 0,1 0 0 0 0,0 0 0 0 0,0 0 0 0 0,0 0 0 0 0,0 0 0 0 0,0 0 0 0 0,0 0 0 0 0,0 0 0 0 0,1 0 0 0 0,-1 0 0 0 0,1 0 0 0 0,0 0 0 0 0,-1 0 0 0 0,1-1 0 0 0,0 1 0 0 0,0 0 0 0 0,1 0 0 0 0,-1-4 0 0 0,2 4-30 0 0,0 0 0 0 0,-1-1 0 0 0,1 1 1 0 0,0 0-1 0 0,0 1 0 0 0,0-1 0 0 0,0 0 1 0 0,0 0-1 0 0,1 1 0 0 0,-1-1 0 0 0,1 1 1 0 0,-1 0-1 0 0,0 0 0 0 0,6-2 0 0 0,-5 2-39 0 0,33-12 729 0 0,-34 12-894 0 0,0 1-1 0 0,0-1 1 0 0,0 1-1 0 0,0 0 1 0 0,-1-1 0 0 0,1 1-1 0 0,0 0 1 0 0,0 0-1 0 0,0 1 1 0 0,0-1-1 0 0,0 0 1 0 0,0 0-1 0 0,0 1 1 0 0,0 0-1 0 0,0-1 1 0 0,2 2 0 0 0,-4-2-36 0 0,0 1 1 0 0,1-1 0 0 0,-1 1 0 0 0,0-1-1 0 0,0 1 1 0 0,0-1 0 0 0,0 1-1 0 0,0-1 1 0 0,1 1 0 0 0,-1-1 0 0 0,0 1-1 0 0,0-1 1 0 0,0 1 0 0 0,0-1 0 0 0,0 1-1 0 0,0-1 1 0 0,-1 1 0 0 0,1-1 0 0 0,0 1-1 0 0,0-1 1 0 0,0 1 0 0 0,0-1 0 0 0,-1 1-1 0 0,1-1 1 0 0,0 1 0 0 0,0-1-1 0 0,-1 0 1 0 0,1 1 0 0 0,-1 0 0 0 0,-3 10-200 0 0,4-10 230 0 0,0-1 0 0 0,0 0 0 0 0,1 1 1 0 0,-1-1-1 0 0,0 0 0 0 0,0 1 0 0 0,0-1 0 0 0,1 0 0 0 0,-1 1 0 0 0,0-1 0 0 0,1 0 0 0 0,-1 0 0 0 0,0 1 0 0 0,1-1 1 0 0,-1 0-1 0 0,0 0 0 0 0,1 0 0 0 0,-1 1 0 0 0,0-1 0 0 0,1 0 0 0 0,-1 0 0 0 0,0 0 0 0 0,1 0 0 0 0,-1 0 1 0 0,0 0-1 0 0,1 0 0 0 0,-1 0 0 0 0,1 0 0 0 0,-1 0 0 0 0,0 0 0 0 0,1 0 0 0 0,-1 0 0 0 0,2 0 469 0 0,0 2-423 0 0,0 0 1 0 0,1 0-1 0 0,-1 0 1 0 0,1-1 0 0 0,0 1-1 0 0,-1-1 1 0 0,1 1 0 0 0,5 1-1 0 0,10 6 119 0 0,-5 0-146 0 0,-1 0 1 0 0,0 2-1 0 0,-1-1 1 0 0,-1 1-1 0 0,1 0 1 0 0,16 26-1 0 0,-25-33-46 0 0,1 0 1 0 0,-1 0-1 0 0,0 1 0 0 0,-1-1 0 0 0,1 1 0 0 0,-1-1 0 0 0,0 1 0 0 0,0-1 1 0 0,0 1-1 0 0,0 0 0 0 0,-1 0 0 0 0,0-1 0 0 0,0 1 0 0 0,0 0 1 0 0,-1 0-1 0 0,0-1 0 0 0,0 1 0 0 0,0 0 0 0 0,0-1 0 0 0,-1 1 1 0 0,1-1-1 0 0,-1 0 0 0 0,0 1 0 0 0,-1-1 0 0 0,1 0 0 0 0,-4 5 1 0 0,-13 14-38 0 0,-34 35 0 0 0,38-44 41 0 0,0 1-1 0 0,1 0 1 0 0,1 1-1 0 0,1 1 1 0 0,-13 23 0 0 0,23-38 49 0 0,1 0 1 0 0,0-1 0 0 0,0 1 0 0 0,0 0 0 0 0,1 0 0 0 0,-1 0 0 0 0,0 0-1 0 0,1 0 1 0 0,-1 0 0 0 0,1 0 0 0 0,0 0 0 0 0,-1 0 0 0 0,1 0 0 0 0,0 0-1 0 0,0 0 1 0 0,1 0 0 0 0,-1 0 0 0 0,0 0 0 0 0,1 0 0 0 0,-1 0 0 0 0,1 0-1 0 0,0 0 1 0 0,-1 0 0 0 0,2 2 0 0 0,0-2 21 0 0,1 0 0 0 0,-1 0 0 0 0,0 0-1 0 0,1 0 1 0 0,0-1 0 0 0,-1 1 0 0 0,1-1 0 0 0,0 0 0 0 0,-1 0-1 0 0,1 0 1 0 0,0 0 0 0 0,0 0 0 0 0,0 0 0 0 0,0-1 0 0 0,4 1 0 0 0,301 25 955 0 0,-207-21-985 0 0,-49-3 97 0 0,-15-1-1946 0 0,-12 1-3855 0 0,-7 0-1439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9:37.66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26 51 10594 0 0,'-3'-4'451'0'0,"0"1"0"0"0,0-1 0 0 0,0 0 0 0 0,0 0 0 0 0,1 0 0 0 0,-1 0 0 0 0,-3-19 8236 0 0,15 39-7755 0 0,-8-13-913 0 0,1 2 49 0 0,0-1 0 0 0,1 1 0 0 0,-1-1 0 0 0,1 0 1 0 0,-1 0-1 0 0,1 0 0 0 0,0 0 0 0 0,1-1 0 0 0,6 7 0 0 0,16 21 323 0 0,-16-13-275 0 0,-2-1 0 0 0,0 2-1 0 0,-1-1 1 0 0,-1 1 0 0 0,-1 0-1 0 0,0 1 1 0 0,-1-1 0 0 0,-2 1-1 0 0,0 0 1 0 0,-1 24-1 0 0,-1-37-193 0 0,0 2 95 0 0,0 0 1 0 0,1 1-1 0 0,0-1 0 0 0,3 16 1 0 0,-3-23-161 0 0,-1 0 0 0 0,1 0 1 0 0,0 0-1 0 0,0 1 0 0 0,0-1 1 0 0,0 0-1 0 0,1 0 1 0 0,-1 0-1 0 0,0-1 0 0 0,1 1 1 0 0,-1 0-1 0 0,1 0 0 0 0,0-1 1 0 0,0 1-1 0 0,0-1 0 0 0,0 0 1 0 0,0 1-1 0 0,0-1 0 0 0,0 0 1 0 0,0 0-1 0 0,0 0 0 0 0,0-1 1 0 0,4 2-1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9:39.83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863 571 1840 0 0,'3'-12'486'0'0,"0"0"-1"0"0,-2-1 0 0 0,1 1 1 0 0,-2 0-1 0 0,0-1 0 0 0,0 1 1 0 0,-1-1-1 0 0,0 1 0 0 0,-1 0 1 0 0,-1 0-1 0 0,0 0 0 0 0,-1 0 1 0 0,0 0-1 0 0,0 0 0 0 0,-1 1 1 0 0,-1 0-1 0 0,0 0 0 0 0,-1 0 1 0 0,0 1-1 0 0,0 0 0 0 0,-1 1 0 0 0,0-1 1 0 0,-1 1-1 0 0,0 1 0 0 0,0 0 1 0 0,-1 0-1 0 0,0 1 0 0 0,-1 0 1 0 0,1 1-1 0 0,-1 0 0 0 0,-1 0 1 0 0,1 1-1 0 0,-1 1 0 0 0,-20-5 1 0 0,8 4-351 0 0,1 2 0 0 0,0 1 0 0 0,-1 0 1 0 0,1 2-1 0 0,-1 1 0 0 0,1 1 1 0 0,0 0-1 0 0,-1 2 0 0 0,2 1 0 0 0,-1 1 1 0 0,0 1-1 0 0,1 0 0 0 0,-37 20 0 0 0,58-27-134 0 0,-34 17 45 0 0,2 2-1 0 0,0 0 1 0 0,-48 39-1 0 0,72-50-45 0 0,1 0-1 0 0,-1 0 1 0 0,1 1-1 0 0,1 1 1 0 0,0-1-1 0 0,0 1 1 0 0,1 1-1 0 0,0-1 1 0 0,1 1-1 0 0,0 0 1 0 0,0 0-1 0 0,1 0 1 0 0,1 1-1 0 0,0-1 1 0 0,-2 22-1 0 0,-2 73-98 0 0,5 1 1 0 0,13 125-1 0 0,-7-195-122 0 0,1 1-1 0 0,3-1 1 0 0,0-1 0 0 0,3 1 0 0 0,28 67-1 0 0,-16-57-25 0 0,3-1 1 0 0,1-1-1 0 0,55 70 0 0 0,-71-101 224 0 0,38 49-6 0 0,98 96 0 0 0,-128-142-20 0 0,1 0 0 0 0,0-2 1 0 0,2 0-1 0 0,-1-1 0 0 0,2-1 1 0 0,0-1-1 0 0,0-2 0 0 0,1 0 0 0 0,35 9 1 0 0,-23-11-66 0 0,0-2 0 0 0,0-2 1 0 0,0-2-1 0 0,1-1 1 0 0,-1-1-1 0 0,45-7 0 0 0,15-8 925 0 0,103-29-1 0 0,-153 31-501 0 0,-1-2-1 0 0,-1-1 0 0 0,-1-3 1 0 0,0-2-1 0 0,64-42 0 0 0,-58 28-124 0 0,-1-1 0 0 0,-1-3 0 0 0,80-87 0 0 0,-109 105-37 0 0,0-1-1 0 0,-2 0 0 0 0,0-2 1 0 0,-2 1-1 0 0,19-41 1 0 0,-28 50-77 0 0,1 0 1 0 0,-2 0-1 0 0,0-1 1 0 0,-1 0 0 0 0,0 1-1 0 0,-1-1 1 0 0,-1 0-1 0 0,0 0 1 0 0,-1 0 0 0 0,-1 0-1 0 0,-5-29 1 0 0,-28-105 378 0 0,-10-45-159 0 0,44 192-288 0 0,-10-50 84 0 0,-29-96 1 0 0,33 132-74 0 0,0 0 1 0 0,-2 0-1 0 0,0 1 0 0 0,0 0 1 0 0,-2 0-1 0 0,0 1 1 0 0,0 0-1 0 0,-2 0 1 0 0,-22-20-1 0 0,-34-19 71 0 0,-3 4 0 0 0,-116-63-1 0 0,43 29-22 0 0,102 56-287 0 0,14 8-578 0 0,-50-25-1 0 0,69 40 671 0 0,1 1-1 0 0,0 0 1 0 0,-1 0-1 0 0,1 0 1 0 0,-1 1-1 0 0,0 1 1 0 0,0-1-1 0 0,0 2 1 0 0,0-1-1 0 0,1 1 1 0 0,-12 1-1 0 0,-3 5-1121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9:41.55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6019 321 5985 0 0,'2'-4'556'0'0,"-1"0"-1"0"0,0 0 1 0 0,0 0-1 0 0,0 0 1 0 0,0 0-1 0 0,-1 0 1 0 0,0 0-1 0 0,0-1 1 0 0,0 1-1 0 0,0 0 1 0 0,-1 0-1 0 0,1 0 0 0 0,-1 0 1 0 0,0 0-1 0 0,-2-5 1 0 0,0 3-159 0 0,0 1 1 0 0,-1-1-1 0 0,1 1 1 0 0,-1-1-1 0 0,-1 1 1 0 0,1 1-1 0 0,-1-1 1 0 0,0 1 0 0 0,-5-5-1 0 0,-15-10-144 0 0,-1 2 0 0 0,0 1 1 0 0,-1 1-1 0 0,0 1 0 0 0,-1 1 0 0 0,-1 2 0 0 0,0 1 1 0 0,-1 1-1 0 0,-41-7 0 0 0,-32 1-239 0 0,-149-4 0 0 0,157 14 148 0 0,-462-12-77 0 0,419 22-126 0 0,-208 33 0 0 0,232-20-63 0 0,-7 1-200 0 0,-151 42-1 0 0,25 4 449 0 0,-114 38 113 0 0,-265 158 460 0 0,589-244-645 0 0,-10 4-60 0 0,1 1-1 0 0,-70 48 1 0 0,-23 36-15 0 0,70-51 24 0 0,-120 74 1 0 0,124-88-22 0 0,1 2 0 0 0,2 3 0 0 0,-75 74 0 0 0,3-10-36 0 0,-2 2 0 0 0,124-101 36 0 0,-347 305 0 0 0,-32 16 0 0 0,353-296 106 0 0,-2-2 0 0 0,-1-2 0 0 0,-87 51 0 0 0,80-52-70 0 0,38-23 26 0 0,-1 0 1 0 0,0-1 0 0 0,-1 0-1 0 0,0-1 1 0 0,0 0 0 0 0,-20 6 0 0 0,31-11-64 0 0,0-1 1 0 0,1 0 0 0 0,-1 0 0 0 0,0 0 0 0 0,0 0 0 0 0,0 1 0 0 0,1-1 0 0 0,-1 0 0 0 0,0 0 0 0 0,0-1 0 0 0,0 1 0 0 0,1 0 0 0 0,-1 0 0 0 0,0 0 0 0 0,0 0 0 0 0,0-1-1 0 0,1 1 1 0 0,-1 0 0 0 0,0-1 0 0 0,0 1 0 0 0,1-1 0 0 0,-1 1 0 0 0,0 0 0 0 0,1-1 0 0 0,-1 0 0 0 0,1 1 0 0 0,-1-1 0 0 0,1 1 0 0 0,-1-1 0 0 0,1 0 0 0 0,-1 1-1 0 0,1-1 1 0 0,-1 0 0 0 0,1 0 0 0 0,0 1 0 0 0,-1-1 0 0 0,1 0 0 0 0,0 0 0 0 0,0 1 0 0 0,0-1 0 0 0,-1 0 0 0 0,1 0 0 0 0,0 0 0 0 0,0 1 0 0 0,0-1 0 0 0,0 0-1 0 0,1 0 1 0 0,-1-1 0 0 0,1-8-75 0 0,0 1 0 0 0,1-1 0 0 0,4-14-1 0 0,-1 2-86 0 0,-2-37-488 0 0,-4 49 180 0 0,1-1 0 0 0,1 0 1 0 0,-1 1-1 0 0,2-1 0 0 0,-1 1 1 0 0,2-1-1 0 0,4-13 0 0 0,22-58-308 0 0,-21 56 1498 0 0,2 0 1 0 0,21-42-1 0 0,-27 55 1337 0 0,-4 18-857 0 0,0-1-1121 0 0,-15 310-16 0 0,11-251-61 0 0,2-31 7 0 0,-1-9 13 0 0,2 0 0 0 0,2 27 0 0 0,-1-48-8 0 0,1 1 1 0 0,0-1 0 0 0,0 1 0 0 0,0-1 0 0 0,0 1-1 0 0,0-1 1 0 0,1 0 0 0 0,-1 0 0 0 0,1 1-1 0 0,-1-1 1 0 0,1 0 0 0 0,0 0 0 0 0,0-1 0 0 0,0 1-1 0 0,0 0 1 0 0,0-1 0 0 0,0 1 0 0 0,1-1 0 0 0,-1 1-1 0 0,0-1 1 0 0,1 0 0 0 0,-1 0 0 0 0,4 1 0 0 0,9 3 89 0 0,1 0 0 0 0,27 3 0 0 0,-24-4-30 0 0,1 2-8 0 0,1 0 1 0 0,-2 1-1 0 0,32 16 0 0 0,-25-11-235 0 0,8-4-655 0 0,-16-8 160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9:57.9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123 248 3225 0 0,'-9'-29'2548'0'0,"-4"-34"0"0"0,10 43-1166 0 0,-1 1 1 0 0,-1 0 0 0 0,-1 0 0 0 0,-15-36 0 0 0,20 53-1179 0 0,0 0 0 0 0,0 1 0 0 0,0-1 0 0 0,0 0 0 0 0,0 0 0 0 0,-1 1 0 0 0,1-1-1 0 0,-1 0 1 0 0,1 1 0 0 0,-1 0 0 0 0,-3-3 0 0 0,4 4-97 0 0,1 0 0 0 0,-1-1 0 0 0,0 1 0 0 0,1 0-1 0 0,-1 0 1 0 0,0-1 0 0 0,1 1 0 0 0,-1 0 0 0 0,0 0 0 0 0,0 0 0 0 0,1 0 0 0 0,-1 0 0 0 0,0 0-1 0 0,0 0 1 0 0,1 1 0 0 0,-1-1 0 0 0,0 0 0 0 0,1 0 0 0 0,-1 0 0 0 0,0 1 0 0 0,1-1 0 0 0,-1 0-1 0 0,0 1 1 0 0,-1 1 19 0 0,0 0-1 0 0,0 0 1 0 0,0 0-1 0 0,0 0 0 0 0,1 1 1 0 0,-1-1-1 0 0,1 0 1 0 0,0 1-1 0 0,0-1 1 0 0,0 1-1 0 0,0-1 0 0 0,0 1 1 0 0,0 0-1 0 0,1-1 1 0 0,-1 1-1 0 0,1 4 0 0 0,-4 54 56 0 0,3 1-1 0 0,9 69 0 0 0,-2-23-99 0 0,-5-78-78 0 0,40 835 142 0 0,-23-484-108 0 0,-19-259-33 0 0,-17 136 0 0 0,16-243-217 0 0,0 0 0 0 0,-7 21 0 0 0,5-34-913 0 0,0-10-17 0 0,-2-13-1801 0 0,2 1-3508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9:58.4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242 72 3073 0 0,'-5'-1'412'0'0,"0"-1"0"0"0,0 1 1 0 0,0 0-1 0 0,0 1 1 0 0,0-1-1 0 0,0 1 0 0 0,0 0 1 0 0,0 0-1 0 0,0 1 0 0 0,0-1 1 0 0,0 1-1 0 0,0 0 1 0 0,-8 3-1 0 0,5 0 164 0 0,0-1 1 0 0,0 1-1 0 0,1 1 0 0 0,0-1 0 0 0,0 1 1 0 0,0 0-1 0 0,-9 10 0 0 0,-1 3 449 0 0,0 2-1 0 0,1 0 1 0 0,1 1-1 0 0,-15 32 1509 0 0,30-52-2475 0 0,10-12 297 0 0,13-18-531 0 0,-2-7 255 0 0,15-39 0 0 0,3-5 758 0 0,-38 79-796 0 0,0 0 0 0 0,-1-1 0 0 0,1 1 0 0 0,0 0 0 0 0,0 0 0 0 0,0 0 0 0 0,0 0 0 0 0,0 0 0 0 0,0 0-1 0 0,0 0 1 0 0,1 0 0 0 0,-1 0 0 0 0,0 0 0 0 0,0 0 0 0 0,1 1 0 0 0,-1-1 0 0 0,0 1 0 0 0,1-1 0 0 0,-1 1 0 0 0,1-1 0 0 0,-1 1 0 0 0,3 0-1 0 0,0 0-8 0 0,-1 0 0 0 0,0 0 0 0 0,0 1 0 0 0,1 0 0 0 0,-1-1 0 0 0,0 1-1 0 0,0 0 1 0 0,0 1 0 0 0,0-1 0 0 0,3 3 0 0 0,8 4-15 0 0,-1 1 0 0 0,0 1 0 0 0,15 16 0 0 0,-24-22 9 0 0,203 202-405 0 0,-187-187-1099 0 0,33 42 1 0 0,-31-31 366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9:58.9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38 337 7370 0 0,'-2'0'208'0'0,"0"0"1"0"0,0-1 0 0 0,0 0-1 0 0,1 1 1 0 0,-1-1-1 0 0,0 0 1 0 0,0 0 0 0 0,1 0-1 0 0,-1 0 1 0 0,0 0 0 0 0,1 0-1 0 0,-1-1 1 0 0,1 1 0 0 0,0 0-1 0 0,-1-1 1 0 0,1 1 0 0 0,0-1-1 0 0,0 0 1 0 0,0 1-1 0 0,0-1 1 0 0,0 0 0 0 0,0 0-1 0 0,1 1 1 0 0,-1-1 0 0 0,0 0-1 0 0,1 0 1 0 0,-1 0 0 0 0,1 0-1 0 0,0 0 1 0 0,0 0 0 0 0,0 0-1 0 0,0 0 1 0 0,0 0 0 0 0,0 0-1 0 0,0 0 1 0 0,1 1-1 0 0,-1-1 1 0 0,2-3 0 0 0,-2 3-60 0 0,1 0 0 0 0,-1 0 0 0 0,1 0 0 0 0,0 0 0 0 0,0 0 0 0 0,0 0 0 0 0,0 1 0 0 0,0-1-1 0 0,0 0 1 0 0,0 1 0 0 0,0-1 0 0 0,1 0 0 0 0,-1 1 0 0 0,1-1 0 0 0,-1 1 0 0 0,1 0 0 0 0,0 0 0 0 0,-1-1 0 0 0,1 1 0 0 0,0 0 0 0 0,0 1 0 0 0,0-1 0 0 0,0 0 0 0 0,0 0 0 0 0,0 1 0 0 0,0-1 0 0 0,0 1 0 0 0,0 0 0 0 0,0-1 0 0 0,0 1 0 0 0,0 0 0 0 0,0 0 0 0 0,0 0 0 0 0,0 1 0 0 0,0-1 0 0 0,0 0 0 0 0,0 1 0 0 0,4 1 0 0 0,7 4 5 0 0,-1 1 1 0 0,0 0 0 0 0,0 1 0 0 0,0 0 0 0 0,-1 1 0 0 0,0 0-1 0 0,13 14 1 0 0,37 30 3 0 0,-48-44-91 0 0,-1 0-2 0 0,1-1 1 0 0,-1 0 0 0 0,2-1 0 0 0,23 10 0 0 0,-34-15-46 0 0,0-1 0 0 0,0-1-1 0 0,0 1 1 0 0,0 0 0 0 0,0-1 0 0 0,0 1 0 0 0,0-1 0 0 0,0 0 0 0 0,0 0 0 0 0,0 0 0 0 0,0-1 0 0 0,0 1 0 0 0,0-1 0 0 0,0 1 0 0 0,-1-1 0 0 0,1 0 0 0 0,0 0 0 0 0,0 0 0 0 0,0-1 0 0 0,-1 1 0 0 0,1-1 0 0 0,-1 1 0 0 0,1-1 0 0 0,-1 0 0 0 0,0 0 0 0 0,1 0 0 0 0,-1 0 0 0 0,0 0 0 0 0,-1-1 0 0 0,3-2 0 0 0,3-6-30 0 0,0-1 0 0 0,-1 0 0 0 0,-1-1 1 0 0,0 1-1 0 0,0-1 0 0 0,-2 0 0 0 0,5-24 1 0 0,5-101-441 0 0,-10 87 58 0 0,2-14-2057 0 0,-3 38-4931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09:59.4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17 276 6449 0 0,'-1'0'238'0'0,"0"1"-1"0"0,0-1 0 0 0,1 0 1 0 0,-1 1-1 0 0,0-1 0 0 0,0 1 1 0 0,0-1-1 0 0,0 1 0 0 0,1-1 1 0 0,-1 1-1 0 0,0 0 0 0 0,0-1 1 0 0,1 1-1 0 0,-1 0 0 0 0,1 0 0 0 0,-1-1 1 0 0,1 1-1 0 0,-1 0 0 0 0,1 0 1 0 0,-1 0-1 0 0,1 0 0 0 0,0-1 1 0 0,-1 1-1 0 0,1 1 0 0 0,0-1-94 0 0,1 0 0 0 0,0-1 0 0 0,0 1 0 0 0,0-1 0 0 0,-1 1 0 0 0,1-1 0 0 0,0 1 0 0 0,0-1 0 0 0,0 1-1 0 0,0-1 1 0 0,0 0 0 0 0,0 0 0 0 0,0 0 0 0 0,0 1 0 0 0,0-1 0 0 0,0 0 0 0 0,0 0 0 0 0,1 0 0 0 0,60-3 1067 0 0,-57 3-1016 0 0,333-39 1381 0 0,-81 7-1131 0 0,978-144 1113 0 0,-1143 159-1594 0 0,24-4-277 0 0,-39 12-5219 0 0,-44 7-571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0:00.1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67 280 5065 0 0,'-8'-6'1320'0'0,"1"-1"1"0"0,1 1-1 0 0,-1-2 1 0 0,1 1-1 0 0,0 0 1 0 0,1-1-1 0 0,-1 0 0 0 0,2 0 1 0 0,-7-15-1 0 0,11 23-1270 0 0,0 0-1 0 0,0-1 1 0 0,0 1 0 0 0,0 0-1 0 0,1 0 1 0 0,-1 0-1 0 0,0 0 1 0 0,0-1 0 0 0,0 1-1 0 0,0 0 1 0 0,1 0-1 0 0,-1 0 1 0 0,0 0 0 0 0,0 0-1 0 0,0 0 1 0 0,1-1-1 0 0,-1 1 1 0 0,0 0 0 0 0,0 0-1 0 0,0 0 1 0 0,1 0-1 0 0,-1 0 1 0 0,0 0-1 0 0,0 0 1 0 0,0 0 0 0 0,1 0-1 0 0,-1 0 1 0 0,0 0-1 0 0,0 0 1 0 0,1 0 0 0 0,-1 0-1 0 0,0 0 1 0 0,0 1-1 0 0,0-1 1 0 0,1 0 0 0 0,-1 0-1 0 0,0 0 1 0 0,0 0-1 0 0,0 0 1 0 0,0 0 0 0 0,1 0-1 0 0,-1 1 1 0 0,0-1-1 0 0,0 0 1 0 0,0 0 0 0 0,0 0-1 0 0,0 0 1 0 0,1 1-1 0 0,-1-1 1 0 0,0 0 0 0 0,0 1-1 0 0,13 6 241 0 0,149 149 527 0 0,-110-103-657 0 0,106 87 0 0 0,-128-117-45 0 0,-8-6 38 0 0,1-1 1 0 0,30 16-1 0 0,-52-32-146 0 0,-1 1 1 0 0,1-1-1 0 0,0 0 0 0 0,-1 0 0 0 0,1 1 0 0 0,0-1 1 0 0,-1 0-1 0 0,1 0 0 0 0,0 0 0 0 0,-1 0 1 0 0,1 0-1 0 0,0 0 0 0 0,0 0 0 0 0,-1 0 0 0 0,1 0 1 0 0,0 0-1 0 0,-1-1 0 0 0,1 1 0 0 0,0 0 0 0 0,-1 0 1 0 0,1-1-1 0 0,0 1 0 0 0,-1 0 0 0 0,1-1 0 0 0,-1 1 1 0 0,1-1-1 0 0,-1 1 0 0 0,1-1 0 0 0,-1 1 0 0 0,1-1 1 0 0,-1 1-1 0 0,1-1 0 0 0,-1 1 0 0 0,1-1 1 0 0,-1 1-1 0 0,0-1 0 0 0,1 0 0 0 0,-1 1 0 0 0,0-1 1 0 0,0 0-1 0 0,1 1 0 0 0,-1-1 0 0 0,0 0 0 0 0,0 0 1 0 0,0 1-1 0 0,0-1 0 0 0,0 0 0 0 0,0 1 0 0 0,0-1 1 0 0,0-1-1 0 0,0-43 222 0 0,-1 40-198 0 0,-4-70 253 0 0,-3-68-78 0 0,9 120-230 0 0,0-1 1 0 0,2 1-1 0 0,0 0 1 0 0,9-28-1 0 0,-1 7-669 0 0,21-59 535 0 0,-28 92-1605 0 0,1 0 0 0 0,0 0-1 0 0,12-16 1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0:00.6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16 189 1376 0 0,'-2'-4'835'0'0,"0"-1"-1"0"0,-1 0 0 0 0,1-1 0 0 0,1 1 0 0 0,-1 0 1 0 0,1-1-1 0 0,0 1 0 0 0,0 0 0 0 0,1-1 0 0 0,0 1 1 0 0,0-1-1 0 0,1-10 0 0 0,-1 10-456 0 0,1 1 1 0 0,0-1-1 0 0,0 0 0 0 0,1 1 1 0 0,-1-1-1 0 0,1 1 0 0 0,0-1 1 0 0,1 1-1 0 0,0 0 0 0 0,-1 0 1 0 0,8-9-1 0 0,-7 10-304 0 0,0 1 1 0 0,0 0-1 0 0,0 0 1 0 0,1 1-1 0 0,-1-1 1 0 0,1 1-1 0 0,0 0 1 0 0,-1 0 0 0 0,1 0-1 0 0,0 0 1 0 0,0 0-1 0 0,0 1 1 0 0,1 0-1 0 0,-1 0 1 0 0,0 0-1 0 0,0 0 1 0 0,1 1-1 0 0,-1 0 1 0 0,0 0-1 0 0,1 0 1 0 0,-1 0-1 0 0,0 1 1 0 0,0-1-1 0 0,1 1 1 0 0,-1 0-1 0 0,0 0 1 0 0,0 1-1 0 0,0-1 1 0 0,0 1-1 0 0,0 0 1 0 0,0 0-1 0 0,-1 0 1 0 0,1 1-1 0 0,-1-1 1 0 0,1 1-1 0 0,-1 0 1 0 0,0 0-1 0 0,0 0 1 0 0,0 0-1 0 0,-1 1 1 0 0,1-1-1 0 0,-1 1 1 0 0,1 0-1 0 0,-1-1 1 0 0,-1 1-1 0 0,3 6 1 0 0,-1 1-169 0 0,0 0 0 0 0,-1 1 0 0 0,-1-1 1 0 0,0 1-1 0 0,0-1 0 0 0,-1 1 0 0 0,-1 0 0 0 0,0-1 0 0 0,-3 14 0 0 0,-4 11-708 0 0,-21 54 0 0 0,-1 9 320 0 0,29-98 537 0 0,1 0 0 0 0,0 0-1 0 0,-1-1 1 0 0,1 1 0 0 0,0 0 0 0 0,0 0-1 0 0,0 0 1 0 0,0-1 0 0 0,0 1 0 0 0,0 0-1 0 0,0 0 1 0 0,0 0 0 0 0,0 0-1 0 0,0-1 1 0 0,0 1 0 0 0,0 0 0 0 0,1 0-1 0 0,-1 0 1 0 0,0-1 0 0 0,0 1-1 0 0,1 0 1 0 0,-1 0 0 0 0,1-1 0 0 0,-1 1-1 0 0,1 0 1 0 0,-1-1 0 0 0,1 1-1 0 0,-1 0 1 0 0,1-1 0 0 0,0 1 0 0 0,-1-1-1 0 0,1 1 1 0 0,0-1 0 0 0,-1 0-1 0 0,1 1 1 0 0,0-1 0 0 0,0 1 0 0 0,-1-1-1 0 0,1 0 1 0 0,0 0 0 0 0,0 1-1 0 0,0-1 1 0 0,-1 0 0 0 0,1 0 0 0 0,0 0-1 0 0,0 0 1 0 0,0 0 0 0 0,0 0-1 0 0,-1 0 1 0 0,1 0 0 0 0,1-1 0 0 0,8 0 342 0 0,0-1 0 0 0,-1-1 1 0 0,18-5-1 0 0,-11 3-300 0 0,61-21 471 0 0,-53 17-1242 0 0,1 1 0 0 0,0 1 0 0 0,28-4 0 0 0,-37 9-6453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0:01.1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92 3225 0 0,'-4'-2'5142'0'0,"12"-12"-842"0"0,13-17 85 0 0,-16 27-4277 0 0,-1 0 0 0 0,1 0 0 0 0,-1 0 0 0 0,1 0 0 0 0,0 1 0 0 0,0 0 0 0 0,1 0 1 0 0,-1 1-1 0 0,1-1 0 0 0,-1 1 0 0 0,1 0 0 0 0,11-2 0 0 0,-13 3-358 0 0,-1 1-1 0 0,0-1 0 0 0,0 1 1 0 0,1 0-1 0 0,-1 0 1 0 0,0 0-1 0 0,1 0 1 0 0,-1 1-1 0 0,0-1 1 0 0,0 1-1 0 0,0 0 0 0 0,1 0 1 0 0,-1 0-1 0 0,0 0 1 0 0,0 1-1 0 0,0-1 1 0 0,0 1-1 0 0,-1-1 0 0 0,1 1 1 0 0,0 0-1 0 0,-1 0 1 0 0,1 1-1 0 0,-1-1 1 0 0,0 0-1 0 0,3 4 1 0 0,-1 2 214 0 0,-2-1 36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0:01.2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49 1376 0 0,'8'1'2107'0'0,"23"-11"9486"0"0,-22 6-10846 0 0,35-11 4240 0 0,21-5-5014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0:02.3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79 12443 0 0,'0'-1'135'0'0,"0"0"0"0"0,1 0-1 0 0,-1 0 1 0 0,1 0 0 0 0,-1 1 0 0 0,0-1 0 0 0,1 0 0 0 0,0 0 0 0 0,-1 0 0 0 0,1 0 0 0 0,0 1 0 0 0,-1-1 0 0 0,1 0 0 0 0,0 1 0 0 0,0-1 0 0 0,-1 0-1 0 0,1 1 1 0 0,0-1 0 0 0,0 1 0 0 0,0-1 0 0 0,0 1 0 0 0,0 0 0 0 0,1-1 0 0 0,27-12 1708 0 0,-27 12-1725 0 0,4-2 150 0 0,0 1-1 0 0,1 0 1 0 0,-1 0-1 0 0,1 0 1 0 0,-1 1-1 0 0,1 0 0 0 0,0 0 1 0 0,0 1-1 0 0,-1 0 1 0 0,1 0-1 0 0,0 1 0 0 0,-1-1 1 0 0,1 1-1 0 0,9 3 1 0 0,-7 0-132 0 0,0-1 1 0 0,0 1-1 0 0,0 1 1 0 0,-1 0-1 0 0,0 0 0 0 0,0 0 1 0 0,-1 1-1 0 0,1 1 1 0 0,7 7-1 0 0,8 13-111 0 0,-1 2 0 0 0,-1 0 0 0 0,-1 1 0 0 0,20 42 0 0 0,-37-65 16 0 0,48 96-34 0 0,-36-69-10 0 0,2 0 0 0 0,0-1 0 0 0,3 0 0 0 0,1-2 0 0 0,31 38 0 0 0,-50-67 6 0 0,0 1 1 0 0,1-1-1 0 0,0 1 1 0 0,-1-1-1 0 0,1 0 1 0 0,0 0-1 0 0,0 0 1 0 0,0 0-1 0 0,0-1 1 0 0,0 1-1 0 0,0-1 1 0 0,1 0-1 0 0,-1 0 1 0 0,1 0-1 0 0,-1 0 1 0 0,5 0-1 0 0,-5-1 3 0 0,0 0 0 0 0,-1-1 0 0 0,1 0-1 0 0,0 1 1 0 0,-1-1 0 0 0,1 0 0 0 0,-1 0 0 0 0,1 0 0 0 0,-1-1 0 0 0,0 1-1 0 0,1 0 1 0 0,-1-1 0 0 0,0 0 0 0 0,0 1 0 0 0,0-1 0 0 0,0 0 0 0 0,0 0 0 0 0,0 0-1 0 0,-1-1 1 0 0,1 1 0 0 0,1-3 0 0 0,9-18 154 0 0,0-1 0 0 0,-2 0 1 0 0,-1-1-1 0 0,0 0 0 0 0,-2 0 0 0 0,4-29 0 0 0,-3 19-93 0 0,23-151 337 0 0,3-8-1928 0 0,-34 194 1455 0 0,0-1 0 0 0,0 1-1 0 0,0-1 1 0 0,0 1 0 0 0,0 0 0 0 0,0-1 0 0 0,0 1 0 0 0,0-1-1 0 0,0 1 1 0 0,1 0 0 0 0,-1-1 0 0 0,0 1 0 0 0,0 0 0 0 0,0-1-1 0 0,0 1 1 0 0,1 0 0 0 0,-1-1 0 0 0,0 1 0 0 0,0 0-1 0 0,1 0 1 0 0,-1-1 0 0 0,0 1 0 0 0,1 0 0 0 0,-1 0 0 0 0,0-1-1 0 0,1 1 1 0 0,-1 0 0 0 0,0 0 0 0 0,1 0 0 0 0,-1-1-1 0 0,0 1 1 0 0,1 0 0 0 0,-1 0 0 0 0,1 0 0 0 0,10 10-1771 0 0,5 22 713 0 0,-9-6 1090 0 0,-2 4 37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0:02.8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110 91 1840 0 0,'0'-1'-136'0'0,"13"-22"1453"0"0,-10 19-428 0 0,-1 0 1 0 0,0 0 0 0 0,0-1-1 0 0,0 1 1 0 0,0-1-1 0 0,-1 1 1 0 0,0-1 0 0 0,0 0-1 0 0,0 1 1 0 0,0-1 0 0 0,-1-6-1 0 0,0 11-815 0 0,0 0 1 0 0,0 0-1 0 0,0-1 0 0 0,0 1 0 0 0,0 0 0 0 0,0-1 1 0 0,0 1-1 0 0,0 0 0 0 0,-1 0 0 0 0,1-1 0 0 0,0 1 0 0 0,0 0 1 0 0,0 0-1 0 0,0-1 0 0 0,-1 1 0 0 0,1 0 0 0 0,0 0 0 0 0,0 0 1 0 0,0-1-1 0 0,-1 1 0 0 0,1 0 0 0 0,0 0 0 0 0,0 0 1 0 0,-1 0-1 0 0,1-1 0 0 0,0 1 0 0 0,0 0 0 0 0,-1 0 0 0 0,1 0 1 0 0,0 0-1 0 0,-1 0 0 0 0,1 0 0 0 0,0 0 0 0 0,0 0 1 0 0,-1 0-1 0 0,1 0 0 0 0,-1 0 0 0 0,-13 5 1386 0 0,-11 13-290 0 0,12-4-821 0 0,0-1-1 0 0,1 2 1 0 0,-12 16-1 0 0,20-25-313 0 0,0 0 0 0 0,1 0 0 0 0,-1 1 0 0 0,1-1 0 0 0,0 1 0 0 0,1 0 0 0 0,0 0 0 0 0,0 0 0 0 0,0 0 0 0 0,1 0 0 0 0,-1 7 0 0 0,3-10-49 0 0,-1 0-1 0 0,1-1 0 0 0,0 1 1 0 0,0-1-1 0 0,1 1 0 0 0,-1-1 1 0 0,1 1-1 0 0,0-1 1 0 0,0 0-1 0 0,0 0 0 0 0,0 0 1 0 0,0 0-1 0 0,1 0 1 0 0,-1-1-1 0 0,1 1 0 0 0,0-1 1 0 0,0 1-1 0 0,0-1 0 0 0,6 3 1 0 0,7 5-175 0 0,0-1 0 0 0,25 11 0 0 0,-20-12 123 0 0,36 17-149 0 0,-53-23 213 0 0,-1 0-1 0 0,0 0 1 0 0,0 0-1 0 0,0 0 1 0 0,0 1-1 0 0,-1-1 1 0 0,1 1-1 0 0,-1-1 1 0 0,1 1-1 0 0,-1 0 1 0 0,0 0-1 0 0,0 0 1 0 0,3 6-1 0 0,-5-6 48 0 0,1 0 0 0 0,-1-1 0 0 0,0 1 0 0 0,0 0 0 0 0,0 0 0 0 0,0 0 0 0 0,0-1 0 0 0,-1 1 0 0 0,1 0 0 0 0,-1-1 0 0 0,0 1 0 0 0,0 0 0 0 0,0-1 0 0 0,0 1 0 0 0,0-1 0 0 0,0 1 0 0 0,-1-1 0 0 0,1 0 0 0 0,-1 1 1 0 0,0-1-1 0 0,1 0 0 0 0,-1 0 0 0 0,0 0 0 0 0,0 0 0 0 0,-1-1 0 0 0,1 1 0 0 0,-5 2 0 0 0,-4 4 221 0 0,0-1 1 0 0,-1-1 0 0 0,0 1-1 0 0,-17 5 1 0 0,29-12-279 0 0,-49 14 862 0 0,22-13-1778 0 0,26-1 547 0 0,0-1 1 0 0,-1 1-1 0 0,1 0 1 0 0,0-1-1 0 0,0 1 1 0 0,0-1-1 0 0,-1 1 1 0 0,1-1-1 0 0,0 1 1 0 0,0-1-1 0 0,0 0 0 0 0,0 0 1 0 0,0 0-1 0 0,0 1 1 0 0,-1-3-1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0:03.2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 14 7834 0 0,'-42'-13'12333'0'0,"42"13"-12128"0"0,-1 20 1752 0 0,12 27-1151 0 0,17 49 1 0 0,6 22-300 0 0,-18-28-807 0 0,-4 0 0 0 0,0 181 0 0 0,-9-215-1173 0 0,4-34-4808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0:03.6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1 242 4609 0 0,'3'-12'441'0'0,"1"0"-1"0"0,1 0 1 0 0,0 1-1 0 0,0-1 1 0 0,2 1-1 0 0,-1 1 1 0 0,12-16-1 0 0,3 0 2427 0 0,39-36 0 0 0,-53 55-2226 0 0,0 1 0 0 0,1 1 0 0 0,-1 0 0 0 0,1 0 0 0 0,0 0 0 0 0,9-3 0 0 0,-15 7-564 0 0,-1 0 0 0 0,1 0 0 0 0,-1 0 0 0 0,1 1 0 0 0,-1-1 0 0 0,1 1 0 0 0,0-1 0 0 0,-1 1 0 0 0,1 0 0 0 0,0-1 0 0 0,-1 1 0 0 0,1 0 0 0 0,0 0 0 0 0,-1 0 0 0 0,1 0 0 0 0,0 1 0 0 0,-1-1 0 0 0,1 0 0 0 0,0 1 0 0 0,-1-1 0 0 0,1 1 0 0 0,-1-1 0 0 0,1 1 0 0 0,0 0 0 0 0,-1 0 0 0 0,0 0 0 0 0,1 0 0 0 0,-1 0 0 0 0,0 0 0 0 0,1 0 0 0 0,-1 0 0 0 0,0 0 0 0 0,0 1 0 0 0,0-1 0 0 0,0 1 0 0 0,0-1 0 0 0,0 0 0 0 0,0 1 0 0 0,-1-1 0 0 0,2 4 0 0 0,-1-1-61 0 0,-1 0-1 0 0,1 0 1 0 0,-1 0 0 0 0,0 0-1 0 0,0 0 1 0 0,0 0 0 0 0,-1 0-1 0 0,0 0 1 0 0,1 0-1 0 0,-1 0 1 0 0,-1-1 0 0 0,1 1-1 0 0,-4 7 1 0 0,-29 51-90 0 0,24-45 24 0 0,-16 26-88 0 0,14-26 151 0 0,1 1 0 0 0,1-1 0 0 0,1 2 0 0 0,1 0 0 0 0,0 0 0 0 0,-5 22 0 0 0,12-38 34 0 0,1-1 0 0 0,0 1 0 0 0,0 0-1 0 0,0-1 1 0 0,0 1 0 0 0,0 0 0 0 0,0 0-1 0 0,1-1 1 0 0,-1 1 0 0 0,1 0 0 0 0,0-1-1 0 0,0 1 1 0 0,0-1 0 0 0,0 1 0 0 0,1-1-1 0 0,-1 0 1 0 0,0 1 0 0 0,1-1 0 0 0,0 0-1 0 0,-1 0 1 0 0,1 0 0 0 0,0 0 0 0 0,0 0 0 0 0,0 0-1 0 0,1-1 1 0 0,-1 1 0 0 0,0-1 0 0 0,5 3-1 0 0,7 3 152 0 0,0-1 1 0 0,1 0-1 0 0,29 7 0 0 0,-16-5-28 0 0,60 14 443 0 0,-47-13-1941 0 0,0 2-4927 0 0,-23-5-1011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0:04.0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66 6449 0 0,'4'-6'1185'0'0,"0"0"-1"0"0,1 0 1 0 0,0 1-1 0 0,0-1 1 0 0,0 1-1 0 0,0 0 1 0 0,1 1-1 0 0,0-1 1 0 0,0 1-1 0 0,10-5 1 0 0,-15 8-1086 0 0,1 0 1 0 0,0 1-1 0 0,0-1 0 0 0,0 1 1 0 0,0-1-1 0 0,0 1 1 0 0,0 0-1 0 0,0 0 1 0 0,0 0-1 0 0,0 0 0 0 0,0 0 1 0 0,0 1-1 0 0,0-1 1 0 0,0 0-1 0 0,0 1 0 0 0,0 0 1 0 0,0-1-1 0 0,0 1 1 0 0,0 0-1 0 0,0 0 1 0 0,0 0-1 0 0,-1 0 0 0 0,1 0 1 0 0,0 1-1 0 0,-1-1 1 0 0,1 0-1 0 0,-1 1 0 0 0,0-1 1 0 0,1 1-1 0 0,-1-1 1 0 0,0 1-1 0 0,1 2 0 0 0,2 2-75 0 0,-1 0 0 0 0,1 0 1 0 0,-1 0-1 0 0,-1 0 0 0 0,0 1 0 0 0,1-1 0 0 0,-2 1 0 0 0,2 8 0 0 0,-2 1-55 0 0,-1-1 1 0 0,0 1-1 0 0,-1-1 1 0 0,-5 21 0 0 0,3-23 31 0 0,1 0 0 0 0,1 0 0 0 0,0 0 0 0 0,1 1 0 0 0,0-1 0 0 0,3 20 1 0 0,-3-31 26 0 0,1-1 0 0 0,-1 1 0 0 0,0-1 0 0 0,1 1 0 0 0,0-1 1 0 0,-1 1-1 0 0,1-1 0 0 0,0 1 0 0 0,0-1 0 0 0,-1 1 0 0 0,1-1 1 0 0,0 0-1 0 0,1 1 0 0 0,-1-1 0 0 0,0 0 0 0 0,0 0 0 0 0,0 0 1 0 0,1 0-1 0 0,-1 0 0 0 0,0 0 0 0 0,1 0 0 0 0,1 0 0 0 0,0 0 19 0 0,0-1-1 0 0,0 1 1 0 0,-1-1-1 0 0,1 1 0 0 0,0-1 1 0 0,0 0-1 0 0,0-1 0 0 0,0 1 1 0 0,-1 0-1 0 0,1-1 0 0 0,5-1 1 0 0,6-3 76 0 0,0-1 1 0 0,-1 0 0 0 0,25-15 0 0 0,-33 18-140 0 0,46-29 117 0 0,4-2-948 0 0,-18 12-5510 0 0,-14 10-1133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0:04.5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0 386 9218 0 0,'13'-5'967'0'0,"-1"2"0"0"0,1-1-1 0 0,-1 2 1 0 0,1-1 0 0 0,0 2 0 0 0,0 0 0 0 0,19 1-1 0 0,8-2 693 0 0,443-55 2938 0 0,-206 21-4056 0 0,620-81 650 0 0,-234 29-1111 0 0,-271 31-1282 0 0,-388 55 685 0 0,-16-2 226 0 0,-19 1-301 0 0,1 3 3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0:04.9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0 16131 0 0,'-1'1'89'0'0,"1"0"0"0"0,-1-1 0 0 0,1 1-1 0 0,-1-1 1 0 0,1 1 0 0 0,0 0 0 0 0,0-1-1 0 0,-1 1 1 0 0,1-1 0 0 0,0 1-1 0 0,0 0 1 0 0,0-1 0 0 0,-1 1 0 0 0,1 0-1 0 0,0 0 1 0 0,0-1 0 0 0,0 1 0 0 0,0 0-1 0 0,0-1 1 0 0,1 1 0 0 0,-1 0-1 0 0,0-1 1 0 0,0 1 0 0 0,0 0 0 0 0,1-1-1 0 0,-1 1 1 0 0,0 0 0 0 0,0-1 0 0 0,1 1-1 0 0,-1-1 1 0 0,1 1 0 0 0,0 0-1 0 0,19 32 1541 0 0,-10-18-1180 0 0,13 29 119 0 0,-2 2 1 0 0,-2 0 0 0 0,-2 1 0 0 0,-2 0 0 0 0,-3 2-1 0 0,9 59 1 0 0,-9-4-49 0 0,-2 200 0 0 0,-11-270-490 0 0,-1-17-169 0 0,2 0 0 0 0,0 0 0 0 0,0 0-1 0 0,2 0 1 0 0,0 0 0 0 0,1 0 0 0 0,9 30 0 0 0,-12-47 103 0 0,0 0 0 0 0,0 0 1 0 0,0 1-1 0 0,0-1 0 0 0,0 0 0 0 0,0 0 1 0 0,0 1-1 0 0,0-1 0 0 0,0 0 0 0 0,0 0 1 0 0,1 1-1 0 0,-1-1 0 0 0,0 0 1 0 0,0 0-1 0 0,0 1 0 0 0,0-1 0 0 0,0 0 1 0 0,1 0-1 0 0,-1 0 0 0 0,0 0 1 0 0,0 1-1 0 0,0-1 0 0 0,1 0 0 0 0,-1 0 1 0 0,0 0-1 0 0,0 0 0 0 0,0 0 0 0 0,1 1 1 0 0,-1-1-1 0 0,0 0 0 0 0,0 0 1 0 0,1 0-1 0 0,-1 0 0 0 0,0 0 0 0 0,0 0 1 0 0,1 0-1 0 0,-1 0 0 0 0,0 0 1 0 0,0 0-1 0 0,1 0 0 0 0,-1 0 0 0 0,0 0 1 0 0,1 0-1 0 0,2-13-1414 0 0,-1-2 730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0:05.2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0 120 4609 0 0,'2'-5'253'0'0,"0"1"0"0"0,1 0 0 0 0,-1 0 0 0 0,1 1 0 0 0,0-1 0 0 0,0 0 0 0 0,0 1 0 0 0,1 0 0 0 0,-1 0 0 0 0,1 0 0 0 0,0 0 0 0 0,-1 0 0 0 0,1 1 0 0 0,0 0 0 0 0,7-3 0 0 0,9-3 1711 0 0,-1 0-1 0 0,25-5 1 0 0,-22 7-1619 0 0,9-2 1066 0 0,1 1 1 0 0,0 1 0 0 0,37-2 0 0 0,-49 7-1063 0 0,1 1 0 0 0,-1 1 0 0 0,1 0 0 0 0,-1 2 0 0 0,0 0 1 0 0,23 7-1 0 0,-40-9-338 0 0,0 0 0 0 0,0 0 1 0 0,0 0-1 0 0,0 0 0 0 0,0 0 1 0 0,0 1-1 0 0,0-1 0 0 0,0 1 1 0 0,-1 0-1 0 0,1 0 0 0 0,-1 0 1 0 0,0 0-1 0 0,1 0 0 0 0,-1 1 1 0 0,0-1-1 0 0,0 1 0 0 0,0-1 1 0 0,-1 1-1 0 0,3 4 0 0 0,-3-4-2 0 0,-1 1 0 0 0,1-1 1 0 0,-1 1-1 0 0,1 0 0 0 0,-1-1 0 0 0,0 1 0 0 0,-1-1 0 0 0,1 1 0 0 0,-1 0 0 0 0,0-1 0 0 0,1 1 0 0 0,-1-1 1 0 0,-1 1-1 0 0,1-1 0 0 0,0 0 0 0 0,-5 7 0 0 0,-17 29-73 0 0,-2 0 0 0 0,-42 48 0 0 0,-2 4-16 0 0,60-78 105 0 0,-3 1 181 0 0,2 2 0 0 0,0-1 0 0 0,1 1 0 0 0,-12 30 0 0 0,20-43-173 0 0,0 1 0 0 0,0-1 1 0 0,0 1-1 0 0,0 0 0 0 0,0 0 0 0 0,1-1 1 0 0,0 1-1 0 0,-1 0 0 0 0,2 0 0 0 0,-1 0 1 0 0,0-1-1 0 0,1 1 0 0 0,-1 0 0 0 0,1 0 1 0 0,0-1-1 0 0,1 1 0 0 0,-1 0 0 0 0,0-1 1 0 0,1 0-1 0 0,0 1 0 0 0,0-1 0 0 0,0 0 1 0 0,0 0-1 0 0,1 0 0 0 0,-1 0 0 0 0,1 0 1 0 0,-1 0-1 0 0,6 3 0 0 0,6 4 75 0 0,0-1 1 0 0,1-1-1 0 0,-1 0 0 0 0,1-1 0 0 0,1-1 1 0 0,19 5-1 0 0,5 0-646 0 0,54 7-1 0 0,-72-15-1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0:05.5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 13827 0 0,'-1'1'362'0'0,"1"0"0"0"0,0 0 0 0 0,0 1 0 0 0,0-1 0 0 0,-1 0 0 0 0,1 0-1 0 0,0 1 1 0 0,0-1 0 0 0,1 0 0 0 0,-1 0 0 0 0,0 0 0 0 0,0 1 0 0 0,1-1 0 0 0,-1 0 0 0 0,0 0 0 0 0,2 2 0 0 0,10 30 1949 0 0,-9-23-2007 0 0,16 45 492 0 0,-3 1 0 0 0,-2 1 0 0 0,11 107 0 0 0,-25-155-859 0 0,1 3-108 0 0,0-1-1 0 0,1 1 1 0 0,0 0-1 0 0,0-1 1 0 0,2 1-1 0 0,7 20 1 0 0,-3-20-332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0:05.7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48 14283 0 0,'4'1'413'0'0,"0"0"0"0"0,1 0 1 0 0,-1 0-1 0 0,0 0 0 0 0,0 0 0 0 0,1-1 0 0 0,-1 0 0 0 0,0 0 0 0 0,8-1 1 0 0,1 1 250 0 0,145-1 3195 0 0,-139-1-4001 0 0,0-1 0 0 0,-1 0 1 0 0,1-1-1 0 0,-1-1 0 0 0,0-1 1 0 0,24-10-1 0 0,-20 4-888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0:05.9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9674 0 0,'21'60'8526'0'0,"-1"-5"-4691"0"0,-5 16-1182 0 0,10 131 0 0 0,-15-17-2401 0 0,-9-169-1895 0 0,1 0-4791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0:06.2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9674 0 0,'5'2'452'0'0,"0"0"-1"0"0,-1 0 1 0 0,1 0 0 0 0,-1 1-1 0 0,0 0 1 0 0,1-1 0 0 0,-1 2-1 0 0,-1-1 1 0 0,1 0 0 0 0,0 1 0 0 0,-1-1-1 0 0,0 1 1 0 0,0 0 0 0 0,0 0-1 0 0,0 0 1 0 0,0 1 0 0 0,-1-1-1 0 0,0 1 1 0 0,0-1 0 0 0,0 1-1 0 0,1 6 1 0 0,1 4 26 0 0,0 0 0 0 0,-1 0 0 0 0,-1 1 0 0 0,0-1 0 0 0,-1 26 0 0 0,-3-10-133 0 0,-2 1 0 0 0,-13 52 0 0 0,5-33-2054 0 0,4 0-3926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0:06.5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0 148 8290 0 0,'2'-6'356'0'0,"-1"0"1"0"0,1 0-1 0 0,0 0 1 0 0,1 0-1 0 0,0 0 0 0 0,0 1 1 0 0,0-1-1 0 0,0 1 1 0 0,1 0-1 0 0,0 0 1 0 0,0 0-1 0 0,0 0 1 0 0,1 1-1 0 0,-1 0 1 0 0,1 0-1 0 0,0 0 0 0 0,1 0 1 0 0,6-3-1 0 0,1-1 424 0 0,0 1 1 0 0,1 1-1 0 0,0 0 0 0 0,-1 1 0 0 0,2 0 0 0 0,26-4 0 0 0,-36 8-661 0 0,0 0 0 0 0,-1 1 0 0 0,1 0 0 0 0,0 0-1 0 0,0 0 1 0 0,0 0 0 0 0,0 1 0 0 0,-1 0 0 0 0,1 0 0 0 0,0 0 0 0 0,-1 0 0 0 0,1 1 0 0 0,-1 0-1 0 0,1 0 1 0 0,-1 0 0 0 0,0 0 0 0 0,0 1 0 0 0,7 5 0 0 0,-9-5-102 0 0,1 0 1 0 0,0 0-1 0 0,-1 0 1 0 0,0 0-1 0 0,0 1 1 0 0,0-1-1 0 0,0 1 1 0 0,0 0-1 0 0,-1-1 1 0 0,0 1-1 0 0,1 0 0 0 0,-2 0 1 0 0,1 0-1 0 0,0 0 1 0 0,-1 0-1 0 0,1 0 1 0 0,-1 0-1 0 0,0 0 1 0 0,-1 0-1 0 0,1 0 1 0 0,-1 0-1 0 0,-1 7 1 0 0,-4 5-73 0 0,1 0 0 0 0,-2-1 1 0 0,0 0-1 0 0,-1 0 0 0 0,0-1 0 0 0,-2 0 1 0 0,1 0-1 0 0,-21 22 0 0 0,13-16 4 0 0,1 0 0 0 0,-19 34 0 0 0,34-53 87 0 0,0 1 0 0 0,1-1 0 0 0,-1 1 1 0 0,0 0-1 0 0,1-1 0 0 0,-1 1 0 0 0,1 0 0 0 0,-1-1 0 0 0,1 1 0 0 0,0 0 0 0 0,0 0 0 0 0,0-1 0 0 0,0 1 0 0 0,0 0 0 0 0,0 0 1 0 0,0-1-1 0 0,1 1 0 0 0,-1 0 0 0 0,1 0 0 0 0,-1-1 0 0 0,1 1 0 0 0,0 2 0 0 0,1-2 40 0 0,0 1 0 0 0,0-1 0 0 0,0 1 0 0 0,0-1-1 0 0,1 0 1 0 0,-1 0 0 0 0,1 0 0 0 0,-1 0 0 0 0,1 0 0 0 0,0-1-1 0 0,4 3 1 0 0,2 0 36 0 0,0-1-1 0 0,0 0 0 0 0,0 0 1 0 0,1-1-1 0 0,-1 0 1 0 0,1-1-1 0 0,11 1 0 0 0,0-3-717 0 0,41-8 0 0 0,-39 6-1230 0 0,-1 0-6154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0:06.9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 10138 0 0,'5'-1'561'0'0,"0"1"-1"0"0,0-1 0 0 0,0 1 1 0 0,0 0-1 0 0,0 0 0 0 0,-1 0 1 0 0,1 1-1 0 0,0 0 0 0 0,0 0 1 0 0,0 0-1 0 0,-1 0 1 0 0,1 1-1 0 0,-1-1 0 0 0,1 1 1 0 0,-1 1-1 0 0,1-1 0 0 0,-1 1 1 0 0,5 3-1 0 0,-5-3-399 0 0,0 0 1 0 0,-1 1-1 0 0,1-1 1 0 0,0 1-1 0 0,-1 0 1 0 0,0 0-1 0 0,0 0 0 0 0,0 0 1 0 0,-1 0-1 0 0,1 1 1 0 0,-1-1-1 0 0,0 1 0 0 0,0 0 1 0 0,-1 0-1 0 0,1 0 1 0 0,-1-1-1 0 0,1 8 0 0 0,-3 5-99 0 0,0 0 0 0 0,0 0-1 0 0,-2 0 1 0 0,0 0-1 0 0,-1 0 1 0 0,-1 0 0 0 0,-8 19-1 0 0,7-19 21 0 0,0 0 0 0 0,1 0-1 0 0,1 0 1 0 0,1 0-1 0 0,0 1 1 0 0,-1 29 0 0 0,4-45-42 0 0,0 0-1 0 0,1 0 1 0 0,-1 0 0 0 0,0 0 0 0 0,0 0 0 0 0,1 0 0 0 0,-1 0 0 0 0,1 0 0 0 0,0 0 0 0 0,0 0 0 0 0,-1-1 0 0 0,1 1 0 0 0,0 0 0 0 0,0 0-1 0 0,1-1 1 0 0,-1 1 0 0 0,0-1 0 0 0,1 1 0 0 0,-1-1 0 0 0,1 1 0 0 0,2 1 0 0 0,-2-2-5 0 0,1 0 0 0 0,0 0-1 0 0,0 0 1 0 0,-1 0 0 0 0,1 0 0 0 0,0-1-1 0 0,0 0 1 0 0,0 1 0 0 0,0-1 0 0 0,0 0 0 0 0,0 0-1 0 0,0 0 1 0 0,3-1 0 0 0,8-2-27 0 0,-1-1 1 0 0,1 0-1 0 0,-1-1 1 0 0,0 0-1 0 0,12-8 1 0 0,68-38-1192 0 0,-56 33 728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0:07.8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756 100 9674 0 0,'-44'-31'1098'0'0,"30"19"-268"0"0,-1 2 0 0 0,0 0 0 0 0,-29-14 0 0 0,38 21-597 0 0,0 1 0 0 0,0 0 1 0 0,-1 1-1 0 0,1-1 1 0 0,0 1-1 0 0,-1 0 1 0 0,1 1-1 0 0,0 0 0 0 0,-1 0 1 0 0,1 0-1 0 0,-1 1 1 0 0,1-1-1 0 0,0 2 1 0 0,-11 2-1 0 0,2 2 92 0 0,0 0 0 0 0,0 2 0 0 0,1-1 0 0 0,0 2 0 0 0,0 0-1 0 0,1 0 1 0 0,0 1 0 0 0,-15 16 0 0 0,-3 6-95 0 0,-49 66-1 0 0,46-50-755 0 0,2 1-1 0 0,2 2 0 0 0,3 1 0 0 0,1 2 0 0 0,4 0 0 0 0,1 1 0 0 0,3 1 0 0 0,2 1 1 0 0,3 1-1 0 0,3 0 0 0 0,2 0 0 0 0,-1 83 0 0 0,10-105 419 0 0,2-1 1 0 0,1 0-1 0 0,2 1 1 0 0,2-2-1 0 0,1 1 0 0 0,1-1 1 0 0,2-1-1 0 0,1 0 0 0 0,2 0 1 0 0,1-1-1 0 0,25 36 1 0 0,-9-22 383 0 0,2-2 1 0 0,2-1 0 0 0,2-2-1 0 0,1-2 1 0 0,2-1 0 0 0,68 48-1 0 0,-77-65-79 0 0,1-1-1 0 0,0-2 0 0 0,1-2 0 0 0,1-1 1 0 0,1-1-1 0 0,0-2 0 0 0,1-2 0 0 0,69 11 1 0 0,-37-13 121 0 0,1-3 0 0 0,-1-3 0 0 0,136-14-1 0 0,-151 4-2 0 0,-1-2 0 0 0,0-3 0 0 0,-1-2 0 0 0,0-2 0 0 0,67-33 0 0 0,-47 15 596 0 0,-1-4 1 0 0,127-95-1 0 0,-175 117-844 0 0,-1-2-1 0 0,0 0 0 0 0,-2-1 1 0 0,0-1-1 0 0,-2-1 0 0 0,19-27 1 0 0,-30 38-65 0 0,-1-1 0 0 0,1 0 0 0 0,-2 0 0 0 0,0-1 0 0 0,0 0 0 0 0,-2 1 0 0 0,1-2 0 0 0,-1 1 0 0 0,-1 0-1 0 0,-1 0 1 0 0,0-1 0 0 0,0 1 0 0 0,-1-1 0 0 0,-1 1 0 0 0,-3-17 0 0 0,-2 0 112 0 0,-2 0 1 0 0,-2 1-1 0 0,0-1 0 0 0,-2 2 0 0 0,-28-51 1 0 0,-97-127 628 0 0,107 164-618 0 0,-26-38 58 0 0,-4 3 1 0 0,-3 3-1 0 0,-74-69 0 0 0,106 116-220 0 0,0 1 0 0 0,-1 1 0 0 0,-2 1 0 0 0,0 3-1 0 0,-2 0 1 0 0,0 3 0 0 0,-1 0 0 0 0,-1 3 0 0 0,-78-21-1 0 0,68 26-253 0 0,-1 3 0 0 0,1 2 0 0 0,-1 3 1 0 0,0 1-1 0 0,-53 7 0 0 0,44-1-308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0:08.6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4668 1131 5985 0 0,'7'-1'265'0'0,"5"0"612"0"0,0-1-1 0 0,0 0 0 0 0,0-1 0 0 0,-1 0 1 0 0,0-1-1 0 0,1-1 0 0 0,-2 1 0 0 0,16-10 0 0 0,-26 14-670 0 0,1-1-1 0 0,0 0 1 0 0,-1 0 0 0 0,0 0-1 0 0,1 0 1 0 0,-1 0-1 0 0,0 1 1 0 0,1-1-1 0 0,-1 0 1 0 0,0 0-1 0 0,0 0 1 0 0,0 0-1 0 0,0 0 1 0 0,0 0 0 0 0,0 0-1 0 0,0 0 1 0 0,0 0-1 0 0,0 0 1 0 0,0 0-1 0 0,-1 0 1 0 0,1 0-1 0 0,0 0 1 0 0,-1 0-1 0 0,1 0 1 0 0,0 1 0 0 0,-1-1-1 0 0,0-1 1 0 0,-19-30 2086 0 0,13 21-1977 0 0,-27-41 338 0 0,-79-97-1 0 0,-57-36-600 0 0,145 160 41 0 0,-24-24 16 0 0,-3 2 0 0 0,-2 3 1 0 0,-117-74-1 0 0,90 71-160 0 0,-2 4 1 0 0,-130-47 0 0 0,105 54-53 0 0,-216-41 1 0 0,-120 23 53 0 0,336 48-58 0 0,0 5-1 0 0,0 5 1 0 0,0 4-1 0 0,0 5 1 0 0,2 4-1 0 0,-208 63 1 0 0,-6 33 58 0 0,124-42 26 0 0,-193 75-201 0 0,-7 19-205 0 0,16 34 346 0 0,196-85 280 0 0,180-111-240 0 0,-10 7 390 0 0,12-2-2981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0:09.9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1156 1 6913 0 0,'3'11'13002'0'0,"-24"-10"-12773"0"0,9 1-226 0 0,0 1 0 0 0,1 0 0 0 0,-1 1-1 0 0,1 0 1 0 0,0 1 0 0 0,-16 9 0 0 0,-9 3-3 0 0,-448 220 891 0 0,238-122-2819 0 0,115-57 2124 0 0,117-52-85 0 0,1 1 1 0 0,-1-2-1 0 0,-1 0 1 0 0,1-1-1 0 0,-1-1 1 0 0,-28 4-1 0 0,43-7-206 0 0,-1 0 1 0 0,1 0 0 0 0,-1 1-1 0 0,1-1 1 0 0,-1 0-1 0 0,1 0 1 0 0,-1 0-1 0 0,1 0 1 0 0,-1 0-1 0 0,1 0 1 0 0,-1 0-1 0 0,0 0 1 0 0,1 0-1 0 0,-1-1 1 0 0,1 1-1 0 0,-1 0 1 0 0,1 0-1 0 0,-1 0 1 0 0,1-1-1 0 0,0 1 1 0 0,-1 0-1 0 0,1 0 1 0 0,-1-1-1 0 0,1 1 1 0 0,-1-1-1 0 0,1 1 1 0 0,0 0-1 0 0,-1-1 1 0 0,1 1-1 0 0,0-1 1 0 0,-1 1-1 0 0,1 0 1 0 0,0-1-1 0 0,0 1 1 0 0,0-1-1 0 0,-1 1 1 0 0,1-1-1 0 0,0 1 1 0 0,0-1-1 0 0,0 1 1 0 0,0-1-1 0 0,0 0 1 0 0,0 1 0 0 0,0-1-1 0 0,0 1 1 0 0,0-1-1 0 0,0 1 1 0 0,0-1-1 0 0,0 1 1 0 0,0-1-1 0 0,0 1 1 0 0,0-1-1 0 0,1 1 1 0 0,-1-1-1 0 0,0 1 1 0 0,0-1-1 0 0,1 1 1 0 0,-1-1-1 0 0,0 1 1 0 0,1 0-1 0 0,-1-1 1 0 0,0 1-1 0 0,1 0 1 0 0,0-1-1 0 0,32-38-6312 0 0,-19 25 5298 0 0,13-26 558 0 0,42-81-1 0 0,-16 25 3022 0 0,-42 74-840 0 0,0-1-1 0 0,9-27 1 0 0,-8 19 2647 0 0,-30 58-3084 0 0,10-15-771 0 0,0 0 1 0 0,1 0-1 0 0,-8 16 0 0 0,0 14 152 0 0,1 0 0 0 0,-10 60 0 0 0,21-86-415 0 0,1 0-1 0 0,0 0 1 0 0,1 0-1 0 0,1 0 1 0 0,1 0 0 0 0,0 0-1 0 0,1 0 1 0 0,0 0-1 0 0,2 0 1 0 0,5 15-1 0 0,-8-27-264 0 0,1 1-1 0 0,1-1 0 0 0,-1 0 0 0 0,0 0 0 0 0,1-1 1 0 0,0 1-1 0 0,0-1 0 0 0,0 1 0 0 0,0-1 0 0 0,1 0 1 0 0,-1 0-1 0 0,1 0 0 0 0,0-1 0 0 0,-1 1 1 0 0,1-1-1 0 0,1 0 0 0 0,-1 0 0 0 0,0 0 0 0 0,0-1 1 0 0,1 1-1 0 0,-1-1 0 0 0,1 0 0 0 0,-1 0 1 0 0,1-1-1 0 0,-1 1 0 0 0,1-1 0 0 0,0 0 0 0 0,6-1 1 0 0,19-1-7233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14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0 270 3681 0 0,'16'-110'3445'0'0,"3"-36"2840"0"0,-15 132-4040 0 0,1 23-796 0 0,3 22-506 0 0,0 282 1124 0 0,-7-85-1832 0 0,34 220-169 0 0,0-2-54 0 0,-27-294-12 0 0,49 263 0 0 0,-56-410-8 0 0,27 151 120 0 0,-25-133-15 0 0,-1 1-1 0 0,-2-1 1 0 0,0 0 0 0 0,-6 42-1 0 0,5-64-53 0 0,-6 30-543 0 0,7-30 457 0 0,-1 1 0 0 0,1-1 0 0 0,0 0 0 0 0,-1 0 0 0 0,1 1 0 0 0,-1-1 0 0 0,1 0 0 0 0,-1 0 0 0 0,0 0-1 0 0,1 0 1 0 0,-1 0 0 0 0,0 0 0 0 0,0 0 0 0 0,0 0 0 0 0,0 0 0 0 0,0 0 0 0 0,0 0 0 0 0,0-1 0 0 0,0 1 0 0 0,-1 0 0 0 0,-3-1-31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14.8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3045 111 5529 0 0,'6'-11'-15'0'0,"-2"4"751"0"0,-1 1 0 0 0,1-1 0 0 0,-1 0 0 0 0,-1 0 0 0 0,3-11 0 0 0,-5 17-594 0 0,1-1 0 0 0,-1 1 0 0 0,0 0 0 0 0,0-1 0 0 0,0 1 0 0 0,0 0 0 0 0,0-1-1 0 0,-1 1 1 0 0,1 0 0 0 0,0-1 0 0 0,0 1 0 0 0,-1 0 0 0 0,1 0 0 0 0,-1-1 0 0 0,0 1 0 0 0,1 0-1 0 0,-1 0 1 0 0,0 0 0 0 0,1 0 0 0 0,-1 0 0 0 0,0 0 0 0 0,0 0 0 0 0,0 0 0 0 0,0 0-1 0 0,0 0 1 0 0,0 0 0 0 0,0 1 0 0 0,0-1 0 0 0,-1 0 0 0 0,1 1 0 0 0,0-1 0 0 0,0 1 0 0 0,0-1-1 0 0,-1 1 1 0 0,1-1 0 0 0,0 1 0 0 0,-2 0 0 0 0,-26-5 677 0 0,-1 2-1 0 0,1 1 1 0 0,-55 2-1 0 0,15 2-394 0 0,-741 26 2091 0 0,-339 45-2349 0 0,1058-68-173 0 0,-351 29-274 0 0,367-22-1751 0 0,-125 39 1 0 0,164-39-4325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15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16 10594 0 0,'-5'-14'1042'0'0,"10"13"538"0"0,-3 3-1326 0 0,0-1 0 0 0,0 1 1 0 0,0 0-1 0 0,-1 0 1 0 0,1 0-1 0 0,0 0 0 0 0,-1 0 1 0 0,0 0-1 0 0,2 3 0 0 0,12 31 717 0 0,-1-1-1 0 0,14 61 0 0 0,8 80 26 0 0,-21-96-627 0 0,34 209 540 0 0,42 184 352 0 0,-88-461-1294 0 0,61 280-1628 0 0,-61-268-5703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15.8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316 3 6913 0 0,'-12'-1'748'0'0,"0"0"0"0"0,-1 0-1 0 0,1 1 1 0 0,0 1-1 0 0,-1 0 1 0 0,1 0-1 0 0,0 1 1 0 0,0 1-1 0 0,0 0 1 0 0,0 1 0 0 0,-21 9-1 0 0,19-5-298 0 0,0-1 0 0 0,1 2 0 0 0,0 0 0 0 0,0 0 0 0 0,1 1 0 0 0,0 1-1 0 0,1 0 1 0 0,-19 23 0 0 0,29-33-418 0 0,0 0 0 0 0,0 0-1 0 0,1 0 1 0 0,-1 0 0 0 0,0 0 0 0 0,1 0-1 0 0,-1 0 1 0 0,0 0 0 0 0,1 0-1 0 0,0 0 1 0 0,-1 1 0 0 0,1-1 0 0 0,0 0-1 0 0,-1 0 1 0 0,1 0 0 0 0,0 1-1 0 0,0-1 1 0 0,0 0 0 0 0,0 0 0 0 0,0 0-1 0 0,0 1 1 0 0,0-1 0 0 0,1 0-1 0 0,-1 0 1 0 0,1 2 0 0 0,0-2-15 0 0,0 1 1 0 0,1-1 0 0 0,-1 1-1 0 0,0-1 1 0 0,1 0-1 0 0,-1 1 1 0 0,1-1 0 0 0,-1 0-1 0 0,1 0 1 0 0,0 0 0 0 0,-1 0-1 0 0,1 0 1 0 0,0-1-1 0 0,2 2 1 0 0,10 1 3 0 0,-1 0-1 0 0,1 0 1 0 0,21 0 0 0 0,-28-2 62 0 0,9 0-61 0 0,0-1-33 0 0,-1 1 0 0 0,1 1 1 0 0,0 1-1 0 0,-1 0 0 0 0,1 1 1 0 0,-1 0-1 0 0,28 13 1 0 0,-42-16-26 0 0,0 0 0 0 0,1 0 0 0 0,-1 0 0 0 0,0 0 0 0 0,0 0 1 0 0,0 0-1 0 0,0 0 0 0 0,0 1 0 0 0,-1-1 0 0 0,1 0 1 0 0,0 0-1 0 0,0 1 0 0 0,-1-1 0 0 0,1 1 0 0 0,-1-1 1 0 0,1 1-1 0 0,-1-1 0 0 0,0 1 0 0 0,0-1 0 0 0,1 1 1 0 0,-1-1-1 0 0,0 1 0 0 0,0-1 0 0 0,0 1 0 0 0,-1-1 1 0 0,1 1-1 0 0,0-1 0 0 0,-1 1 0 0 0,1-1 0 0 0,-1 0 1 0 0,1 1-1 0 0,-1-1 0 0 0,1 1 0 0 0,-1-1 0 0 0,0 0 1 0 0,-1 2-1 0 0,-4 7-201 0 0,-1 1 0 0 0,0-1 1 0 0,-14 13-1 0 0,12-12 54 0 0,-85 89-248 0 0,60-67 384 0 0,-51 65 0 0 0,80-92 60 0 0,1 0 0 0 0,0 1 0 0 0,0-1 1 0 0,0 1-1 0 0,-4 14 0 0 0,8-20-16 0 0,-1 0 1 0 0,1 0-1 0 0,0 1 0 0 0,-1-1 1 0 0,1 0-1 0 0,0 0 0 0 0,0 1 1 0 0,0-1-1 0 0,0 0 0 0 0,0 0 1 0 0,1 1-1 0 0,-1-1 0 0 0,0 0 1 0 0,1 0-1 0 0,-1 0 0 0 0,0 1 1 0 0,1-1-1 0 0,-1 0 0 0 0,1 0 1 0 0,0 0-1 0 0,-1 0 0 0 0,1 0 1 0 0,0 0-1 0 0,0 0 0 0 0,0 0 1 0 0,0 0-1 0 0,-1-1 0 0 0,1 1 1 0 0,0 0-1 0 0,0 0 0 0 0,1-1 1 0 0,-1 1-1 0 0,0-1 0 0 0,0 1 1 0 0,0-1-1 0 0,0 1 0 0 0,0-1 1 0 0,1 0-1 0 0,-1 1 0 0 0,0-1 1 0 0,0 0-1 0 0,1 0 1 0 0,1 0-1 0 0,16 2-282 0 0,-1-1 0 0 0,29-2 0 0 0,-31 0 47 0 0,0 1 1 0 0,1 0-1 0 0,-1 1 0 0 0,17 4 1 0 0,-29-5 151 0 0,-1 1 0 0 0,1 0 0 0 0,-1 0 1 0 0,1 0-1 0 0,-1 1 0 0 0,1-1 0 0 0,-1 1 1 0 0,0-1-1 0 0,1 1 0 0 0,-1 0 0 0 0,0 1 1 0 0,0-1-1 0 0,-1 0 0 0 0,1 1 0 0 0,0 0 1 0 0,-1-1-1 0 0,4 6 0 0 0,-5-5 38 0 0,1 1 1 0 0,-1 0-1 0 0,0-1 0 0 0,0 1 0 0 0,0 0 1 0 0,-1 0-1 0 0,1 0 0 0 0,-1 0 1 0 0,0 0-1 0 0,0 0 0 0 0,0 0 0 0 0,0 0 1 0 0,-1-1-1 0 0,0 1 0 0 0,0 0 1 0 0,-1 5-1 0 0,-6 12 262 0 0,0-1 0 0 0,-1 0 0 0 0,-20 32 1 0 0,18-35-839 0 0,1 1 1 0 0,1 0 0 0 0,1 1 0 0 0,-8 26-1 0 0,16-44 521 0 0,-1-1-21 0 0,1 0 1 0 0,0 1 0 0 0,0-1-1 0 0,0 1 1 0 0,-1-1 0 0 0,1 0-1 0 0,0 1 1 0 0,0-1-1 0 0,0 0 1 0 0,0 1 0 0 0,0-1-1 0 0,0 1 1 0 0,0-1 0 0 0,0 0-1 0 0,0 1 1 0 0,0-1 0 0 0,0 1-1 0 0,0-1 1 0 0,0 1 0 0 0,0-1-1 0 0,0 0 1 0 0,0 1-1 0 0,0-1 1 0 0,1 0 0 0 0,-1 1-1 0 0,0-1 1 0 0,0 0 0 0 0,0 1-1 0 0,1-1 1 0 0,-1 0 0 0 0,0 1-1 0 0,1-1 1 0 0,-1 0-1 0 0,0 1 1 0 0,0-1 0 0 0,1 0-1 0 0,0 1 1 0 0,3-2-923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16.0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3225 0 0,'10'19'1443'0'0,"0"1"1"0"0,-2 0-1 0 0,0 0 0 0 0,-2 0 1 0 0,0 1-1 0 0,3 23 1 0 0,2 5-143 0 0,87 414 5760 0 0,-58-257-5887 0 0,-18-97-1724 0 0,12 196 1 0 0,-32-267-7262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16.7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61 5065 0 0,'-6'0'209'0'0,"0"1"0"0"0,0 0 0 0 0,-1 1 0 0 0,1-1 0 0 0,0 1 0 0 0,0 1 0 0 0,1-1 0 0 0,-11 6-1 0 0,42-8 1305 0 0,466-67 1102 0 0,-219 54-918 0 0,512 43 0 0 0,-615-12-1131 0 0,382 48-148 0 0,-8 46-962 0 0,-474-92-904 0 0,-39-12-3417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17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2 9218 0 0,'-12'-2'6743'0'0,"11"3"-6600"0"0,-3 19 1673 0 0,7 30-680 0 0,45 206 1247 0 0,18 128-1513 0 0,-10 17-538 0 0,-10-86-312 0 0,-43-290-61 0 0,-1 1 1 0 0,-1 0 0 0 0,-5 48-1 0 0,-9-10-6759 0 0,5-43 47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17.8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280 2 6913 0 0,'-10'-1'5998'0'0,"-24"5"-5023"0"0,22-2 173 0 0,-6 1-561 0 0,0 1 1 0 0,1 1-1 0 0,-1 1 1 0 0,1 0-1 0 0,0 1 1 0 0,1 1-1 0 0,0 0 1 0 0,0 2-1 0 0,1-1 0 0 0,0 2 1 0 0,-19 18-1 0 0,33-29-580 0 0,1 1-1 0 0,-1-1 0 0 0,1 1 0 0 0,-1-1 0 0 0,1 1 1 0 0,-1-1-1 0 0,1 1 0 0 0,-1 0 0 0 0,1-1 0 0 0,0 1 1 0 0,-1 0-1 0 0,1-1 0 0 0,0 1 0 0 0,0 0 0 0 0,0-1 1 0 0,-1 1-1 0 0,1 0 0 0 0,0 0 0 0 0,0-1 1 0 0,0 1-1 0 0,0 0 0 0 0,0 0 0 0 0,0-1 0 0 0,1 1 1 0 0,-1 0-1 0 0,0-1 0 0 0,0 1 0 0 0,0 0 0 0 0,1 0 1 0 0,-1 0-1 0 0,2 1 6 0 0,-1 0 0 0 0,1 0 0 0 0,-1 0 0 0 0,1 0 0 0 0,0-1-1 0 0,0 1 1 0 0,0 0 0 0 0,0-1 0 0 0,3 2 0 0 0,5 3-62 0 0,0-1 0 0 0,0-1 0 0 0,13 4 0 0 0,70 12-405 0 0,-74-17 414 0 0,0 0 1 0 0,-1 1-1 0 0,1 1 0 0 0,-1 0 1 0 0,0 2-1 0 0,28 13 0 0 0,-45-19 41 0 0,1 0 0 0 0,-1 0-1 0 0,0 0 1 0 0,0 0-1 0 0,0 1 1 0 0,0-1 0 0 0,0 0-1 0 0,0 0 1 0 0,0 1 0 0 0,0-1-1 0 0,0 1 1 0 0,-1-1 0 0 0,1 1-1 0 0,-1-1 1 0 0,1 1-1 0 0,-1-1 1 0 0,1 1 0 0 0,-1-1-1 0 0,0 1 1 0 0,0-1 0 0 0,0 1-1 0 0,0 0 1 0 0,0-1 0 0 0,0 1-1 0 0,0-1 1 0 0,-1 1-1 0 0,1 0 1 0 0,0-1 0 0 0,-1 1-1 0 0,1-1 1 0 0,-1 1 0 0 0,0-1-1 0 0,1 1 1 0 0,-2 1 0 0 0,-4 7 2 0 0,0 0 1 0 0,-1 0-1 0 0,-12 15 1 0 0,12-17 3 0 0,-9 11 93 0 0,-1-2 1 0 0,-23 20-1 0 0,26-26-34 0 0,1 1 0 0 0,0 0 0 0 0,1 0 0 0 0,0 2 0 0 0,1-1 1 0 0,-11 20-1 0 0,21-32-70 0 0,1 0-1 0 0,-1 0 1 0 0,0 0 0 0 0,1 0 0 0 0,-1 0 0 0 0,1 0-1 0 0,-1 0 1 0 0,1 0 0 0 0,0 0 0 0 0,0 1 0 0 0,-1-1 0 0 0,1 0-1 0 0,0 0 1 0 0,0 0 0 0 0,0 1 0 0 0,0-1 0 0 0,0 0-1 0 0,0 0 1 0 0,1 0 0 0 0,-1 1 0 0 0,0-1 0 0 0,1 0 0 0 0,-1 0-1 0 0,1 0 1 0 0,0 2 0 0 0,0-2-14 0 0,0 0 0 0 0,1 0-1 0 0,-1 0 1 0 0,1 0 0 0 0,-1 0 0 0 0,1 0 0 0 0,-1 0-1 0 0,1 0 1 0 0,0-1 0 0 0,-1 1 0 0 0,1-1-1 0 0,0 1 1 0 0,-1-1 0 0 0,1 0 0 0 0,2 1 0 0 0,5 0-73 0 0,0-1 0 0 0,0 0 1 0 0,0-1-1 0 0,0 0 0 0 0,13-2 1 0 0,1-4-232 0 0,-17 5 196 0 0,0 0 0 0 0,0 0-1 0 0,0 1 1 0 0,0 0-1 0 0,0 0 1 0 0,1 1-1 0 0,9-1 1 0 0,-16 1 121 0 0,1 0-1 0 0,-1 0 1 0 0,0 0 0 0 0,0 0 0 0 0,0 1 0 0 0,1-1-1 0 0,-1 0 1 0 0,0 0 0 0 0,0 0 0 0 0,1 0-1 0 0,-1 0 1 0 0,0 0 0 0 0,0 0 0 0 0,0 0-1 0 0,0 1 1 0 0,1-1 0 0 0,-1 0 0 0 0,0 0-1 0 0,0 0 1 0 0,0 0 0 0 0,0 1 0 0 0,1-1 0 0 0,-1 0-1 0 0,0 0 1 0 0,0 0 0 0 0,0 1 0 0 0,0-1-1 0 0,0 0 1 0 0,0 0 0 0 0,0 0 0 0 0,0 1-1 0 0,0-1 1 0 0,0 0 0 0 0,0 0 0 0 0,0 0-1 0 0,0 1 1 0 0,0-1 0 0 0,0 1 0 0 0,-5 11-47 0 0,-10 9 144 0 0,14-20-90 0 0,-31 34 235 0 0,-17 22 276 0 0,44-51-822 0 0,1 0 1 0 0,0 0-1 0 0,1 0 1 0 0,-1 1-1 0 0,1 0 1 0 0,1-1-1 0 0,-4 13 1 0 0,4-2-3088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18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0 7370 0 0,'-1'6'246'0'0,"0"1"0"0"0,0-1 1 0 0,0 0-1 0 0,1 1 1 0 0,0-1-1 0 0,1 0 1 0 0,-1 1-1 0 0,4 10 1 0 0,16 54 2676 0 0,-10-40-1996 0 0,45 176 4121 0 0,0 109-2323 0 0,-35-176-2154 0 0,6-1 1 0 0,58 180-1 0 0,-24-108-251 0 0,-58-202-429 0 0,-1-5 213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19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5546 0 10138 0 0,'0'1'317'0'0,"0"1"-1"0"0,-1-1 1 0 0,1 0-1 0 0,0 0 1 0 0,0 0-1 0 0,-1 1 1 0 0,1-1 0 0 0,0 0-1 0 0,-1 0 1 0 0,1 0-1 0 0,-1 0 1 0 0,1 0-1 0 0,-1 0 1 0 0,0 0-1 0 0,1 0 1 0 0,-1 0 0 0 0,0 0-1 0 0,0 0 1 0 0,0 0-1 0 0,0-1 1 0 0,0 1-1 0 0,0 0 1 0 0,0-1-1 0 0,0 1 1 0 0,0 0-1 0 0,0-1 1 0 0,0 1 0 0 0,0-1-1 0 0,0 0 1 0 0,-2 1-1 0 0,-42 3 1657 0 0,25-3-1820 0 0,-345 38 1007 0 0,115-10-1120 0 0,-296 2-139 0 0,-35 7-21 0 0,136-6 51 0 0,-389-41-27 0 0,806 8 92 0 0,-354 8-431 0 0,143 2 499 0 0,49-3 215 0 0,-69 0-123 0 0,62 1-166 0 0,64-1-120 0 0,-4-12 204 0 0,89 2 93 0 0,-60 3 0 0 0,57 2-243 0 0,35-1 84 0 0,1 0 0 0 0,-1 1 0 0 0,0 1-1 0 0,0 0 1 0 0,1 1 0 0 0,-23 8 0 0 0,8-2 16 0 0,-1-2 0 0 0,1 0 1 0 0,-1-2-1 0 0,-35 1 1 0 0,-49 9 277 0 0,43 2-164 0 0,51-10-461 0 0,-1-1 1 0 0,0-2 0 0 0,-1 0 0 0 0,1-1 0 0 0,-26-1 0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20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106 147 3225 0 0,'-27'-33'917'0'0,"-30"-26"4904"0"0,35 37 2268 0 0,25 24-7812 0 0,-1 0 0 0 0,1 0 0 0 0,-1 0 0 0 0,0 0 0 0 0,0 0 0 0 0,0 1 0 0 0,0-1 0 0 0,2 4 0 0 0,-1-2-186 0 0,136 145-11 0 0,-120-124-70 0 0,0 0 0 0 0,-1 2-1 0 0,-2 0 1 0 0,18 40-1 0 0,-25-44-3 0 0,-7-16 1 0 0,1 1 0 0 0,0-1 0 0 0,0 0-1 0 0,1 0 1 0 0,0 0 0 0 0,9 11 0 0 0,-13-17-2 0 0,0-1 1 0 0,1 0 0 0 0,-1 0-1 0 0,0 0 1 0 0,1 0-1 0 0,-1 0 1 0 0,1 1 0 0 0,-1-1-1 0 0,0 0 1 0 0,1 0 0 0 0,-1 0-1 0 0,1 0 1 0 0,-1 0-1 0 0,0 0 1 0 0,1 0 0 0 0,-1 0-1 0 0,1-1 1 0 0,-1 1 0 0 0,0 0-1 0 0,1 0 1 0 0,-1 0-1 0 0,0 0 1 0 0,1 0 0 0 0,-1-1-1 0 0,1 1 1 0 0,-1 0-1 0 0,0 0 1 0 0,0-1 0 0 0,1 1-1 0 0,-1 0 1 0 0,0 0 0 0 0,1-1-1 0 0,-1 1 1 0 0,0 0-1 0 0,0-1 1 0 0,0 1 0 0 0,1 0-1 0 0,-1-1 1 0 0,0 1-1 0 0,0-1 1 0 0,0 1 0 0 0,0 0-1 0 0,0-1 1 0 0,1 1 0 0 0,-1 0-1 0 0,0-1 1 0 0,0 1-1 0 0,0-1 1 0 0,0 1 0 0 0,-1-1-1 0 0,9-28 347 0 0,-7 23-230 0 0,0 1-34 0 0,12-44 491 0 0,21-53 0 0 0,-27 86-625 0 0,1-1-1 0 0,0 2 1 0 0,1-1 0 0 0,1 1-1 0 0,0 0 1 0 0,23-24-1 0 0,81-69-4552 0 0,-91 86-2019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20.4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25 11058 0 0,'-13'-24'9540'0'0,"17"32"-9355"0"0,-2 1 1 0 0,1-1 0 0 0,-1 1 0 0 0,-1 0-1 0 0,1 10 1 0 0,2 6-21 0 0,15 68-19 0 0,5-2 1 0 0,53 136 0 0 0,-3-60-7721 0 0,-67-152 1225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20.6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11 6913 0 0,'-14'-10'5482'0'0,"14"10"-5448"0"0,0 0 1 0 0,0 0 0 0 0,0 0 0 0 0,0 0-1 0 0,0 0 1 0 0,-1 0 0 0 0,1 0 0 0 0,0 0-1 0 0,0 0 1 0 0,0 0 0 0 0,0 0 0 0 0,0 0-1 0 0,-1 0 1 0 0,1 0 0 0 0,0 0-1 0 0,0 0 1 0 0,0 0 0 0 0,0 1 0 0 0,0-1-1 0 0,-1 0 1 0 0,1 0 0 0 0,0 0 0 0 0,0 0-1 0 0,0 0 1 0 0,0 0 0 0 0,0 0 0 0 0,0 0-1 0 0,0 1 1 0 0,0-1 0 0 0,0 0-1 0 0,-1 0 1 0 0,1 0 0 0 0,0 0 0 0 0,0 0-1 0 0,0 1 1 0 0,0-1 0 0 0,0 0 0 0 0,0 0-1 0 0,0 0 1 0 0,0 0 0 0 0,0 1 0 0 0,0-1-1 0 0,0 0 1 0 0,0 0 0 0 0,0 0-1 0 0,0 0 1 0 0,7 30-3124 0 0,-4-19 1382 0 0,0 1 54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21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86 2761 0 0,'-14'2'1736'0'0,"1"-1"1740"0"0,27-11-1015 0 0,12-3-723 0 0,1 1-1 0 0,55-16 1 0 0,-51 20-3049 0 0,0 1-1 0 0,51-3 1 0 0,-62 9 184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22.1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1 108 5529 0 0,'0'0'423'0'0,"19"-10"2339"0"0,68-22-469 0 0,48-23-3322 0 0,-114 45 1029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22.3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2 7834 0 0,'0'0'47'0'0,"-1"0"0"0"0,1 0 0 0 0,0 0 0 0 0,0-1 0 0 0,-1 1 0 0 0,1 0 0 0 0,0 0 0 0 0,-1 0 0 0 0,1 0 0 0 0,0 0 0 0 0,0 0 0 0 0,-1 0 0 0 0,1 0 0 0 0,0 0 0 0 0,-1 0 0 0 0,1 0 0 0 0,0 0 0 0 0,-1 0-1 0 0,1 0 1 0 0,0 0 0 0 0,-1 0 0 0 0,1 0 0 0 0,0 0 0 0 0,0 1 0 0 0,-1-1 0 0 0,1 0 0 0 0,0 0 0 0 0,-1 0 0 0 0,1 0 0 0 0,0 1 0 0 0,0-1 0 0 0,0 0 0 0 0,-1 0 0 0 0,1 1 0 0 0,0-1 0 0 0,0 0 0 0 0,0 0 0 0 0,-1 1 0 0 0,1-1 0 0 0,0 1 0 0 0,0 18 1560 0 0,13 31 904 0 0,-10-40-1802 0 0,24 94 1703 0 0,-12-35-4460 0 0,-11-50-3381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22.5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13 10594 0 0,'-5'-9'1062'0'0,"5"9"-1039"0"0,0 0 0 0 0,1 0-1 0 0,-1 0 1 0 0,0 0 0 0 0,0 0 0 0 0,0 0 0 0 0,0 0 0 0 0,0 0 0 0 0,0 0 0 0 0,0 0 0 0 0,0 0-1 0 0,0 0 1 0 0,1 0 0 0 0,-1 0 0 0 0,0 0 0 0 0,0 0 0 0 0,0 0 0 0 0,0 0 0 0 0,0 0 0 0 0,0 0-1 0 0,0 0 1 0 0,0 0 0 0 0,0 0 0 0 0,0-1 0 0 0,0 1 0 0 0,1 0 0 0 0,-1 0 0 0 0,0 0-1 0 0,0 0 1 0 0,0 0 0 0 0,0 0 0 0 0,0 0 0 0 0,0 0 0 0 0,0 0 0 0 0,0 0 0 0 0,0-1 0 0 0,0 1-1 0 0,0 0 1 0 0,0 0 0 0 0,0 0 0 0 0,0 0 0 0 0,0 0 0 0 0,0 0 0 0 0,0 0 0 0 0,0 0 0 0 0,0-1-1 0 0,0 1 1 0 0,0 0 0 0 0,0 0 0 0 0,0 0 0 0 0,0 0 0 0 0,-1 0 0 0 0,1 0 0 0 0,0 0 0 0 0,0 0-1 0 0,2 1-62 0 0,25 26-4143 0 0,-21-17 2615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22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54 4609 0 0,'41'20'3211'0'0,"-32"-14"-2600"0"0,0 0-1 0 0,-1 1 0 0 0,0 0 0 0 0,0 0 1 0 0,0 1-1 0 0,12 17 0 0 0,-4 0 218 0 0,16 33-1 0 0,-25-45-760 0 0,-6-10-63 0 0,1-1 1 0 0,-1 1 0 0 0,1-1-1 0 0,-1 0 1 0 0,1 1 0 0 0,0-1-1 0 0,0 0 1 0 0,0 0 0 0 0,0 0-1 0 0,4 2 1 0 0,-6-4-5 0 0,0 1 0 0 0,1-1 0 0 0,-1 0 0 0 0,0 0 1 0 0,1 0-1 0 0,-1 0 0 0 0,1 0 0 0 0,-1 0 0 0 0,0 1 0 0 0,1-1 0 0 0,-1 0 0 0 0,1 0 1 0 0,-1 0-1 0 0,0 0 0 0 0,1-1 0 0 0,-1 1 0 0 0,1 0 0 0 0,-1 0 0 0 0,0 0 0 0 0,1 0 1 0 0,-1 0-1 0 0,0 0 0 0 0,1-1 0 0 0,-1 1 0 0 0,0 0 0 0 0,1 0 0 0 0,0-1 0 0 0,7-18 70 0 0,-5-3 119 0 0,1-38 1 0 0,-4 47-112 0 0,0 1-1 0 0,0-1 1 0 0,1 1 0 0 0,1 0-1 0 0,0 0 1 0 0,1 0 0 0 0,1 0-1 0 0,-1 0 1 0 0,2 0 0 0 0,7-14-1 0 0,-12 25-34 0 0,0 0 0 0 0,1 1 0 0 0,-1-1 0 0 0,0 0 0 0 0,1 1-1 0 0,-1-1 1 0 0,1 1 0 0 0,-1-1 0 0 0,1 0 0 0 0,-1 1 0 0 0,1-1 0 0 0,-1 1 0 0 0,1-1-1 0 0,0 1 1 0 0,-1-1 0 0 0,1 1 0 0 0,0 0 0 0 0,-1-1 0 0 0,1 1 0 0 0,0 0-1 0 0,-1 0 1 0 0,1-1 0 0 0,0 1 0 0 0,0 0 0 0 0,-1 0 0 0 0,1 0 0 0 0,0 0 0 0 0,1 0-1 0 0,-1 1 19 0 0,0-1-1 0 0,0 1 1 0 0,1 0-1 0 0,-1 0 1 0 0,0 0-1 0 0,0-1 1 0 0,-1 1-1 0 0,1 0 1 0 0,0 0-1 0 0,0 0 1 0 0,0 1-1 0 0,-1-1 0 0 0,1 0 1 0 0,0 0-1 0 0,0 2 1 0 0,3 8 388 0 0,1 1 1 0 0,4 21-1 0 0,-8-26-231 0 0,3 8 9 0 0,0 0-1 0 0,1-1 1 0 0,1 0-1 0 0,0 0 1 0 0,14 22-1 0 0,-13-26-597 0 0,0-1 0 0 0,1 0 0 0 0,0 0 0 0 0,15 13 0 0 0,-2-6-6262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24.6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17 11634 0 0,'-27'-16'7378'0'0,"27"16"-7318"0"0,7 13 774 0 0,6 11-542 0 0,0-1 0 0 0,-2 2 0 0 0,0 0 1 0 0,-2 0-1 0 0,7 29 0 0 0,21 132-78 0 0,-35-170-222 0 0,4 16-442 0 0,14 87 318 0 0,-1-41-6521 0 0,-11-51 353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24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 5985 0 0,'6'-2'617'0'0,"-1"0"1"0"0,1 0-1 0 0,-1 0 0 0 0,1 1 0 0 0,-1 0 0 0 0,1 0 1 0 0,8 0-1 0 0,-5 0-10 0 0,1 0-277 0 0,0-1 0 0 0,0 2 0 0 0,1 0 0 0 0,-1 0 0 0 0,0 0-1 0 0,0 2 1 0 0,17 3 0 0 0,-24-4-331 0 0,0 0-1 0 0,0 0 1 0 0,0 0 0 0 0,0 1-1 0 0,0-1 1 0 0,-1 1 0 0 0,1 0 0 0 0,0 0-1 0 0,-1 0 1 0 0,1 0 0 0 0,-1 0-1 0 0,0 1 1 0 0,0-1 0 0 0,0 1-1 0 0,0-1 1 0 0,0 1 0 0 0,-1 0-1 0 0,1 0 1 0 0,-1 0 0 0 0,1 0 0 0 0,-1 0-1 0 0,0 0 1 0 0,0 0 0 0 0,-1 0-1 0 0,1 0 1 0 0,-1 0 0 0 0,1 0-1 0 0,-1 4 1 0 0,1 15-24 0 0,-2 1 1 0 0,0-1-1 0 0,-2 0 1 0 0,-8 37-1 0 0,-31 84 3748 0 0,35-122-2426 0 0,7-20-1224 0 0,0-1 1 0 0,0 0-1 0 0,0 1 0 0 0,1-1 1 0 0,-1 0-1 0 0,0 1 0 0 0,1-1 1 0 0,-1 0-1 0 0,0 0 0 0 0,1 1 1 0 0,-1-1-1 0 0,0 0 0 0 0,1 0 0 0 0,-1 1 1 0 0,0-1-1 0 0,1 0 0 0 0,-1 0 1 0 0,1 0-1 0 0,-1 0 0 0 0,1 0 1 0 0,-1 0-1 0 0,0 0 0 0 0,1 0 1 0 0,-1 0-1 0 0,1 0 0 0 0,-1 0 1 0 0,1 0-1 0 0,-1 0 0 0 0,0 0 1 0 0,1 0-1 0 0,-1 0 0 0 0,1 0 1 0 0,-1 0-1 0 0,0 0 0 0 0,1-1 0 0 0,-1 1 1 0 0,0 0-1 0 0,1 0 0 0 0,0-1 1 0 0,25-6 257 0 0,-23 6-204 0 0,10-3-69 0 0,1 0 0 0 0,0 1 0 0 0,0 1 0 0 0,26-2 0 0 0,-35 4-841 0 0,1 1 0 0 0,-1-1 0 0 0,0 1 0 0 0,0 0 0 0 0,9 3 0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25.3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0 14283 0 0,'-2'4'3109'0'0,"6"10"-1355"0"0,12 26-504 0 0,-5-16-537 0 0,4 23-712 0 0,-3 2 1 0 0,-1 0-1 0 0,7 81 1 0 0,-15-103-799 0 0,4 25-6518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26.1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9 4145 0 0,'-3'-5'2361'0'0,"11"2"744"0"0,14 3 359 0 0,-16 3-3063 0 0,1 0 1 0 0,-1 0-1 0 0,0 1 1 0 0,0 0-1 0 0,0 0 1 0 0,-1 1-1 0 0,1-1 1 0 0,-1 1-1 0 0,0 0 1 0 0,0 1-1 0 0,-1-1 0 0 0,0 1 1 0 0,0 0-1 0 0,0 0 1 0 0,-1 0-1 0 0,6 13 1 0 0,1 4 4 0 0,-2 1 0 0 0,0 0 0 0 0,5 35 1 0 0,12 106-26 0 0,-19-113-2696 0 0,1 0-3426 0 0,-3-31-243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26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1 123 1840 0 0,'13'-22'996'0'0,"-11"20"-975"0"0,0 0-1 0 0,-1 0 0 0 0,1 0 0 0 0,-1-1 0 0 0,1 1 0 0 0,-1-1 0 0 0,0 1 0 0 0,0-1 1 0 0,0 0-1 0 0,0 1 0 0 0,0-4 0 0 0,-20 8 3711 0 0,18-3-3523 0 0,0 0-1 0 0,0 0 0 0 0,1 0 0 0 0,-1 0 1 0 0,0 0-1 0 0,0 0 0 0 0,1 0 0 0 0,-1 0 0 0 0,0-1 1 0 0,1 1-1 0 0,-1 0 0 0 0,1 0 0 0 0,0-1 0 0 0,0 1 1 0 0,-1 0-1 0 0,1-1 0 0 0,0 1 0 0 0,0 0 0 0 0,0-1 1 0 0,0 1-1 0 0,0 0 0 0 0,0-1 0 0 0,1 1 1 0 0,-1 0-1 0 0,0-1 0 0 0,1 1 0 0 0,-1 0 0 0 0,1 0 1 0 0,-1-1-1 0 0,1 1 0 0 0,0 0 0 0 0,-1 0 0 0 0,1 0 1 0 0,0 0-1 0 0,0 0 0 0 0,0 0 0 0 0,0 0 0 0 0,0 0 1 0 0,0 0-1 0 0,0 0 0 0 0,0 1 0 0 0,0-1 1 0 0,0 0-1 0 0,1 1 0 0 0,-1-1 0 0 0,0 1 0 0 0,2-1 1 0 0,3-2 49 0 0,0 1-95 0 0,0-1 0 0 0,-1 1-1 0 0,1 0 1 0 0,0 0 0 0 0,1 1 0 0 0,-1-1 0 0 0,0 2 0 0 0,0-1 0 0 0,1 0 0 0 0,-1 1-1 0 0,0 1 1 0 0,1-1 0 0 0,-1 1 0 0 0,0 0 0 0 0,8 2 0 0 0,-4 0-118 0 0,-1 0 1 0 0,1 1-1 0 0,-1 0 0 0 0,0 1 1 0 0,0 0-1 0 0,-1 0 0 0 0,10 8 1 0 0,-16-11-40 0 0,1 0 0 0 0,-1 0 0 0 0,0 0 0 0 0,0 1 0 0 0,0-1 0 0 0,0 0 0 0 0,-1 1 0 0 0,1-1 0 0 0,-1 1 0 0 0,1 0 0 0 0,-1 0 0 0 0,0 0 0 0 0,0-1 0 0 0,0 1 0 0 0,-1 0 0 0 0,1 0 0 0 0,0 0 0 0 0,-1 0 0 0 0,0 0 0 0 0,0 0 0 0 0,0 0 0 0 0,0 0 0 0 0,-1 0 0 0 0,1 0 0 0 0,-1 0 0 0 0,1 0 0 0 0,-3 5 0 0 0,-3 6-26 0 0,-1-1 1 0 0,0 0-1 0 0,-1 0 1 0 0,-15 19-1 0 0,15-23 17 0 0,1 1 0 0 0,0 0 0 0 0,0 0-1 0 0,1 1 1 0 0,0 0 0 0 0,1 0 0 0 0,-6 19 0 0 0,11-30 24 0 0,0 1 1 0 0,0-1-1 0 0,0 0 0 0 0,0 1 1 0 0,0-1-1 0 0,0 1 1 0 0,0-1-1 0 0,0 0 1 0 0,0 1-1 0 0,0-1 1 0 0,0 1-1 0 0,0-1 1 0 0,0 1-1 0 0,0-1 1 0 0,0 0-1 0 0,0 1 0 0 0,0-1 1 0 0,1 0-1 0 0,-1 1 1 0 0,0-1-1 0 0,0 1 1 0 0,0-1-1 0 0,1 0 1 0 0,-1 1-1 0 0,0-1 1 0 0,0 0-1 0 0,1 0 1 0 0,-1 1-1 0 0,0-1 1 0 0,1 0-1 0 0,-1 0 0 0 0,0 1 1 0 0,1-1-1 0 0,0 0 1 0 0,18 1 417 0 0,19-11 100 0 0,-11-1-217 0 0,-2-2 1 0 0,48-29-1 0 0,8-5-2599 0 0,-67 40 846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27.1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32 7370 0 0,'-19'-7'1321'0'0,"19"7"-1235"0"0,-1 0-1 0 0,1 0 1 0 0,0-1 0 0 0,0 1 0 0 0,0 0-1 0 0,0 0 1 0 0,0-1 0 0 0,-1 1-1 0 0,1 0 1 0 0,0 0 0 0 0,0-1-1 0 0,0 1 1 0 0,0 0 0 0 0,0 0-1 0 0,0-1 1 0 0,0 1 0 0 0,0 0-1 0 0,0-1 1 0 0,0 1 0 0 0,0 0-1 0 0,0 0 1 0 0,0-1 0 0 0,0 1 0 0 0,0 0-1 0 0,1 0 1 0 0,-1-1 0 0 0,0 1-1 0 0,0 0 1 0 0,0 0 0 0 0,0-1-1 0 0,0 1 1 0 0,1 0 0 0 0,1-2 209 0 0,0 0 1 0 0,0 1 0 0 0,0-1 0 0 0,0 1-1 0 0,0 0 1 0 0,1 0 0 0 0,-1 0 0 0 0,0 0-1 0 0,1 0 1 0 0,-1 0 0 0 0,1 0 0 0 0,2 0-1 0 0,-3 1-253 0 0,0 0 0 0 0,0-1-1 0 0,0 1 1 0 0,0 0 0 0 0,0 0-1 0 0,0 0 1 0 0,0 0 0 0 0,0 1-1 0 0,0-1 1 0 0,1 1 0 0 0,-1-1-1 0 0,0 1 1 0 0,-1-1 0 0 0,1 1-1 0 0,0 0 1 0 0,0 0 0 0 0,0 0-1 0 0,0 0 1 0 0,-1 0 0 0 0,1 1-1 0 0,0-1 1 0 0,-1 1 0 0 0,1-1-1 0 0,-1 1 1 0 0,0-1 0 0 0,1 1-1 0 0,-1 0 1 0 0,0-1 0 0 0,0 1-1 0 0,0 0 1 0 0,0 0 0 0 0,-1 0-1 0 0,1 0 1 0 0,0 0 0 0 0,-1 0-1 0 0,1 0 1 0 0,-1 2-1 0 0,3 11 316 0 0,0 1 0 0 0,-2-1 0 0 0,0 1-1 0 0,-1 16 1 0 0,0-10-211 0 0,0 1-85 0 0,1 30 272 0 0,-1-50-307 0 0,1 1-1 0 0,-1-1 1 0 0,1 0-1 0 0,0 0 1 0 0,0 0 0 0 0,0 0-1 0 0,0 0 1 0 0,0 0-1 0 0,1 0 1 0 0,-1 0 0 0 0,1-1-1 0 0,3 6 1 0 0,-3-8 41 0 0,-1 1 0 0 0,1 0 0 0 0,-1 0 1 0 0,0-1-1 0 0,1 1 0 0 0,-1-1 0 0 0,1 1 1 0 0,0-1-1 0 0,-1 0 0 0 0,1 1 0 0 0,-1-1 0 0 0,1 0 1 0 0,-1 0-1 0 0,1 0 0 0 0,0 0 0 0 0,-1 0 0 0 0,1-1 1 0 0,-1 1-1 0 0,1 0 0 0 0,-1-1 0 0 0,1 1 0 0 0,-1-1 1 0 0,1 0-1 0 0,-1 1 0 0 0,1-1 0 0 0,-1 0 0 0 0,2-1 1 0 0,40-28 474 0 0,-37 25-444 0 0,28-22-273 0 0,31-23-882 0 0,-20 21-2560 0 0,-27 19-2785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29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20 1376 0 0,'-1'-20'12446'0'0,"11"33"-10174"0"0,1 20-402 0 0,7 35 0 0 0,9 91-1099 0 0,-20-112-461 0 0,27 427 324 0 0,-20-184-565 0 0,-5-194 32 0 0,21 97 1 0 0,-7-84 380 0 0,55 159 1 0 0,-58-208-455 0 0,-14-38-16 0 0,2 1-1 0 0,0-1 1 0 0,20 36 0 0 0,-27-56-47 0 0,1 0 1 0 0,-1 0-1 0 0,1 0 0 0 0,0 0 1 0 0,0 0-1 0 0,-1-1 0 0 0,1 1 1 0 0,0 0-1 0 0,0-1 0 0 0,0 0 1 0 0,1 1-1 0 0,2 1 0 0 0,-3-3-65 0 0,-1 0-1 0 0,0 1 0 0 0,0-1 0 0 0,0 0 0 0 0,1 0 0 0 0,-1 0 0 0 0,0 1 0 0 0,0-1 0 0 0,1-1 0 0 0,-1 1 0 0 0,0 0 0 0 0,0 0 0 0 0,1 0 1 0 0,-1-1-1 0 0,0 1 0 0 0,0 0 0 0 0,0-1 0 0 0,0 1 0 0 0,1-1 0 0 0,-1 1 0 0 0,0-1 0 0 0,0 0 0 0 0,0 0 0 0 0,0 1 0 0 0,0-1 0 0 0,1-2 1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31.2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99 283 1840 0 0,'-10'-12'894'0'0,"1"0"-1"0"0,-15-24 1 0 0,6 9 522 0 0,18 26-1345 0 0,-5-5 705 0 0,1 0 0 0 0,0 0 1 0 0,0 0-1 0 0,0 0 0 0 0,1-1 1 0 0,0 1-1 0 0,1-1 0 0 0,-1 0 1 0 0,1 0-1 0 0,-2-13 0 0 0,9 24-164 0 0,0 0-1 0 0,0 0 0 0 0,-1 1 1 0 0,1-1-1 0 0,3 6 1 0 0,-8-10-547 0 0,16 17 47 0 0,0-1 0 0 0,1 0-1 0 0,1-2 1 0 0,0 0 0 0 0,1-1 0 0 0,36 19-1 0 0,-41-25-45 0 0,0-1 0 0 0,0 0 0 0 0,1-1 0 0 0,0-1 0 0 0,-1 0-1 0 0,2-1 1 0 0,-1 0 0 0 0,0-2 0 0 0,0 1 0 0 0,1-2 0 0 0,15-1 0 0 0,-28 0 38 0 0,1 1 0 0 0,-1-1 1 0 0,0 0-1 0 0,1-1 1 0 0,-1 1-1 0 0,0 0 0 0 0,0-1 1 0 0,0 0-1 0 0,0 0 0 0 0,0 0 1 0 0,0 0-1 0 0,0 0 1 0 0,-1-1-1 0 0,1 1 0 0 0,-1-1 1 0 0,0 1-1 0 0,1-1 1 0 0,-1 0-1 0 0,-1 0 0 0 0,1 0 1 0 0,0 0-1 0 0,-1 0 0 0 0,2-4 1 0 0,3-10 31 0 0,-1-1-1 0 0,0 1 1 0 0,3-26 0 0 0,0 3-108 0 0,5-11-709 0 0,-1 17-4927 0 0,0 4-1535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31.6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71 7834 0 0,'-4'-7'1240'0'0,"2"0"1"0"0,-1 0 0 0 0,1-1 0 0 0,0 1 0 0 0,0-1-1 0 0,1 1 1 0 0,0-12 0 0 0,22 64 1994 0 0,2 36-2706 0 0,-4 1 0 0 0,17 164 0 0 0,-25-144-1519 0 0,34 133 0 0 0,-10-136-4237 0 0,-31-84-466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31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25 103 6913 0 0,'-1'1'115'0'0,"1"-1"-1"0"0,-1 1 0 0 0,0-1 0 0 0,0 0 1 0 0,0 1-1 0 0,0-1 0 0 0,0 0 0 0 0,0 1 0 0 0,0-1 1 0 0,0 0-1 0 0,0 0 0 0 0,0 0 0 0 0,0 0 0 0 0,-1 0 1 0 0,1 0-1 0 0,0 0 0 0 0,0-1 0 0 0,0 1 0 0 0,0 0 1 0 0,0 0-1 0 0,0-1 0 0 0,0 1 0 0 0,-1-1 0 0 0,2 0 137 0 0,0 0-1 0 0,1 0 1 0 0,-1 0-1 0 0,0 0 0 0 0,0 0 1 0 0,1 0-1 0 0,-1 0 1 0 0,0 0-1 0 0,1 0 1 0 0,-1 0-1 0 0,1 0 0 0 0,0 0 1 0 0,-1 1-1 0 0,1-1 1 0 0,-1 0-1 0 0,1 0 0 0 0,0 1 1 0 0,1-2-1 0 0,27-25 4108 0 0,-14 15-4552 0 0,-7 6 158 0 0,0 0 0 0 0,0 1 1 0 0,0 0-1 0 0,1 1 0 0 0,0 0 1 0 0,0 0-1 0 0,0 1 0 0 0,0 0 0 0 0,16-2 1 0 0,-10 3-588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32.3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56 4609 0 0,'-8'12'4138'0'0,"1"17"-2035"0"0,5-16-1927 0 0,0 0-1 0 0,1 1 1 0 0,1-1-1 0 0,1 0 1 0 0,0 1-1 0 0,0-1 1 0 0,1 0-1 0 0,1 0 1 0 0,0 0-1 0 0,1 0 1 0 0,0 0-1 0 0,1-1 1 0 0,1 0-1 0 0,0 0 1 0 0,9 14-1 0 0,-11-20-162 0 0,0 0 0 0 0,1 0-1 0 0,-1 0 1 0 0,1-1 0 0 0,1 0-1 0 0,-1 0 1 0 0,1 0 0 0 0,-1 0-1 0 0,2-1 1 0 0,-1 0 0 0 0,0 0-1 0 0,1-1 1 0 0,-1 0 0 0 0,1 0-1 0 0,0 0 1 0 0,0-1 0 0 0,0 0-1 0 0,0-1 1 0 0,1 1 0 0 0,-1-1-1 0 0,0-1 1 0 0,1 1 0 0 0,-1-1-1 0 0,0-1 1 0 0,1 1 0 0 0,-1-1-1 0 0,0 0 1 0 0,13-5 0 0 0,-13 4 26 0 0,-1 0 1 0 0,0-1 0 0 0,0 1-1 0 0,0-2 1 0 0,0 1-1 0 0,-1-1 1 0 0,0 1 0 0 0,1-2-1 0 0,-1 1 1 0 0,0 0 0 0 0,-1-1-1 0 0,1 0 1 0 0,-1 0-1 0 0,0 0 1 0 0,6-12 0 0 0,-6 9 109 0 0,0-1 1 0 0,0 0 0 0 0,-1-1-1 0 0,0 1 1 0 0,0-1 0 0 0,-1 1-1 0 0,0-1 1 0 0,-1 0 0 0 0,0 1-1 0 0,-1-14 1 0 0,-1 13 4 0 0,1-1 0 0 0,-2 1-1 0 0,0 0 1 0 0,0 0 0 0 0,0 0 0 0 0,-1 1 0 0 0,-1-1 0 0 0,0 1 0 0 0,-9-18 0 0 0,9 21-135 0 0,0 1 0 0 0,0-1 1 0 0,0 1-1 0 0,-1 0 1 0 0,0 0-1 0 0,0 0 1 0 0,0 1-1 0 0,0-1 1 0 0,-1 1-1 0 0,1 1 1 0 0,-1-1-1 0 0,0 1 0 0 0,-1 0 1 0 0,1 0-1 0 0,-8-2 1 0 0,5 2-431 0 0,-1 0 0 0 0,1 1 0 0 0,0 0 0 0 0,-1 1 0 0 0,1 0 0 0 0,-1 0 0 0 0,1 1 0 0 0,-1 0 0 0 0,-11 2 0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32.7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6913 0 0,'0'12'7526'0'0,"4"21"-5469"0"0,1-11-1731 0 0,2-1 1 0 0,0 0 0 0 0,1 0-1 0 0,1-1 1 0 0,14 23 0 0 0,-15-31-394 0 0,0 1 0 0 0,1-1 0 0 0,0-1 0 0 0,0 1 0 0 0,2-2 0 0 0,-1 1 0 0 0,1-1 0 0 0,22 14 0 0 0,-33-23-18 0 0,1 0 0 0 0,0-1-1 0 0,0 1 1 0 0,0-1 0 0 0,0 1-1 0 0,-1 0 1 0 0,1-1 0 0 0,0 1-1 0 0,0-1 1 0 0,0 0 0 0 0,0 1 0 0 0,0-1-1 0 0,0 0 1 0 0,0 0 0 0 0,0 0-1 0 0,0 1 1 0 0,0-1 0 0 0,0 0 0 0 0,0 0-1 0 0,0 0 1 0 0,0-1 0 0 0,1 1-1 0 0,-1 0 1 0 0,0 0 0 0 0,0-1-1 0 0,0 1 1 0 0,-1 0 0 0 0,1-1 0 0 0,0 1-1 0 0,0-1 1 0 0,0 1 0 0 0,0-1-1 0 0,0 1 1 0 0,0-1 0 0 0,-1 0 0 0 0,1 0-1 0 0,0 1 1 0 0,0-1 0 0 0,-1 0-1 0 0,1 0 1 0 0,-1 0 0 0 0,1 0-1 0 0,-1 1 1 0 0,1-1 0 0 0,-1 0 0 0 0,1 0-1 0 0,-1 0 1 0 0,0 0 0 0 0,0 0-1 0 0,1 0 1 0 0,-1 0 0 0 0,0 0 0 0 0,0 0-1 0 0,0 0 1 0 0,0-2 0 0 0,1-10-550 0 0,-1 1 1 0 0,0 0 0 0 0,-2-21 0 0 0,1 25 1020 0 0,1 5-325 0 0,-2-39 963 0 0,2 41-921 0 0,0 0 0 0 0,0 0 1 0 0,0-1-1 0 0,0 1 1 0 0,0 0-1 0 0,0 0 0 0 0,0-1 1 0 0,1 1-1 0 0,-1 0 0 0 0,0 0 1 0 0,1-1-1 0 0,-1 1 1 0 0,1 0-1 0 0,-1 0 0 0 0,1 0 1 0 0,0 0-1 0 0,-1 0 0 0 0,1 0 1 0 0,0 0-1 0 0,0 0 1 0 0,-1 0-1 0 0,1 0 0 0 0,0 0 1 0 0,0 0-1 0 0,0 1 0 0 0,2-2 1 0 0,-2 2-24 0 0,0 0 1 0 0,0 1 0 0 0,1-1-1 0 0,-1 0 1 0 0,0 1 0 0 0,0-1-1 0 0,1 1 1 0 0,-1-1-1 0 0,0 1 1 0 0,0-1 0 0 0,0 1-1 0 0,0 0 1 0 0,0 0 0 0 0,0-1-1 0 0,0 1 1 0 0,0 0-1 0 0,0 0 1 0 0,0 0 0 0 0,0 0-1 0 0,-1 0 1 0 0,1 0 0 0 0,0 0-1 0 0,0 2 1 0 0,16 31 562 0 0,-15-29-459 0 0,5 10-10 0 0,0-1 0 0 0,1 0 0 0 0,10 14 0 0 0,-16-24-341 0 0,0-1 0 0 0,1 0 1 0 0,0 0-1 0 0,-1 0 0 0 0,1 0 0 0 0,0-1 1 0 0,0 1-1 0 0,1-1 0 0 0,-1 0 1 0 0,0 0-1 0 0,1 0 0 0 0,0 0 1 0 0,-1-1-1 0 0,1 1 0 0 0,0-1 1 0 0,0 0-1 0 0,-1 0 0 0 0,6 0 1 0 0,3 0-1332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32.9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4145 0 0,'1'7'7821'0'0,"1"11"-3323"0"0,22 115-636 0 0,25 19-3038 0 0,-12-52-4213 0 0,-29-78-3098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33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1 163 9674 0 0,'0'-1'101'0'0,"0"0"-1"0"0,0 1 1 0 0,0-1 0 0 0,0 0-1 0 0,0 1 1 0 0,0-1 0 0 0,0 1-1 0 0,1-1 1 0 0,-1 0 0 0 0,0 1-1 0 0,0-1 1 0 0,1 1 0 0 0,-1-1-1 0 0,0 1 1 0 0,1-1 0 0 0,-1 1-1 0 0,1-1 1 0 0,-1 1 0 0 0,1-1-1 0 0,-1 1 1 0 0,0 0 0 0 0,1-1-1 0 0,0 1 1 0 0,-1 0 0 0 0,2-1-1 0 0,15-16 1364 0 0,22-12-532 0 0,2 2-1 0 0,64-34 1 0 0,-76 47-958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34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11522 0 0,'0'0'887'0'0,"1"7"-422"0"0,0-1 1 0 0,0 0-1 0 0,1 1 0 0 0,-1-1 0 0 0,2 0 0 0 0,-1 0 0 0 0,4 6 1 0 0,3 11 536 0 0,50 139 2223 0 0,-18-53-2241 0 0,44 188-1 0 0,-51-73-990 0 0,-3-12-2003 0 0,-24-176 698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34.8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0 197 8290 0 0,'39'-33'3326'0'0,"74"-45"341"0"0,4 5-6873 0 0,-96 60 2876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35.2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0 13363 0 0,'-5'1'290'0'0,"0"0"1"0"0,0 0 0 0 0,0 0-1 0 0,0 1 1 0 0,1 0-1 0 0,-1 0 1 0 0,0 0 0 0 0,1 0-1 0 0,0 1 1 0 0,-1 0-1 0 0,1 0 1 0 0,0 0 0 0 0,0 0-1 0 0,1 1 1 0 0,-1-1-1 0 0,1 1 1 0 0,-1 0-1 0 0,-2 5 1 0 0,0 0-76 0 0,0-1 0 0 0,1 0 0 0 0,0 1-1 0 0,0 0 1 0 0,1 0 0 0 0,0 1 0 0 0,1-1 0 0 0,-4 16 0 0 0,7-18-215 0 0,0-1 1 0 0,0 1 0 0 0,0 0-1 0 0,1-1 1 0 0,0 1 0 0 0,0-1-1 0 0,1 1 1 0 0,-1-1-1 0 0,2 0 1 0 0,-1 0 0 0 0,1 0-1 0 0,-1 0 1 0 0,2 0 0 0 0,-1 0-1 0 0,1-1 1 0 0,-1 1-1 0 0,2-1 1 0 0,-1 0 0 0 0,0 0-1 0 0,1-1 1 0 0,0 1 0 0 0,0-1-1 0 0,1 0 1 0 0,-1 0-1 0 0,1-1 1 0 0,6 4 0 0 0,-6-4-112 0 0,-1 0 0 0 0,0-1 0 0 0,1 1 0 0 0,-1-1-1 0 0,1 0 1 0 0,0-1 0 0 0,-1 1 0 0 0,1-1 0 0 0,0 0 0 0 0,0-1 0 0 0,0 1 0 0 0,0-1 0 0 0,0 0 0 0 0,0-1 0 0 0,0 0 0 0 0,0 1 0 0 0,-1-2 0 0 0,1 1 0 0 0,0-1 0 0 0,-1 0 0 0 0,1 0 0 0 0,-1 0 0 0 0,1-1 0 0 0,-1 0 0 0 0,0 0 0 0 0,0 0 0 0 0,0-1 0 0 0,-1 0 0 0 0,6-5 0 0 0,-8 7 55 0 0,0 0 1 0 0,0-1 0 0 0,0 0-1 0 0,0 1 1 0 0,-1-1 0 0 0,1 0-1 0 0,-1 0 1 0 0,0 0 0 0 0,0 0-1 0 0,0 0 1 0 0,0 0 0 0 0,0 0-1 0 0,-1 0 1 0 0,1 0 0 0 0,-1-1-1 0 0,0 1 1 0 0,0 0 0 0 0,0 0-1 0 0,-1-5 1 0 0,0 3 49 0 0,-1-1 0 0 0,0 0 0 0 0,0 1 0 0 0,0-1 0 0 0,-1 1 1 0 0,1 0-1 0 0,-1 0 0 0 0,-1 0 0 0 0,1 0 0 0 0,-5-5 0 0 0,1 2 100 0 0,0 0 0 0 0,-1 1 0 0 0,0 0 1 0 0,-1 0-1 0 0,1 1 0 0 0,-1 0 0 0 0,0 0 0 0 0,-1 1 0 0 0,1 0 0 0 0,-1 1 0 0 0,-16-5 0 0 0,-5 4-1894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35.6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4145 0 0,'3'1'432'0'0,"-1"1"0"0"0,1 0 0 0 0,0 0 1 0 0,-1 0-1 0 0,1 0 0 0 0,-1 0 0 0 0,0 0 0 0 0,0 0 1 0 0,0 1-1 0 0,0-1 0 0 0,0 1 0 0 0,0 0 0 0 0,-1 0 0 0 0,3 3 1 0 0,19 50 3391 0 0,-17-39-3397 0 0,11 31 4 0 0,-13-33-291 0 0,0-1 1 0 0,1 0-1 0 0,1 0 0 0 0,1 0 0 0 0,0-1 0 0 0,12 18 0 0 0,-19-30-147 0 0,1 0-1 0 0,-1-1 1 0 0,0 1-1 0 0,1-1 1 0 0,-1 1-1 0 0,1-1 1 0 0,-1 1-1 0 0,1-1 1 0 0,-1 1-1 0 0,1-1 1 0 0,-1 0-1 0 0,1 1 1 0 0,-1-1-1 0 0,1 0 1 0 0,-1 1-1 0 0,1-1 1 0 0,0 0-1 0 0,-1 0 1 0 0,1 1-1 0 0,0-1 1 0 0,-1 0-1 0 0,1 0 1 0 0,0 0-1 0 0,-1 0 1 0 0,1 0-1 0 0,0 0 1 0 0,-1 0-1 0 0,2 0 1 0 0,-1-1-26 0 0,0 0 1 0 0,0 1-1 0 0,0-1 1 0 0,0 0 0 0 0,-1 0-1 0 0,1 0 1 0 0,0 0-1 0 0,-1 0 1 0 0,1 0 0 0 0,0 0-1 0 0,-1 0 1 0 0,1 0-1 0 0,-1 0 1 0 0,1 0 0 0 0,-1-2-1 0 0,11-52-1095 0 0,-10 44 952 0 0,1 0 31 0 0,2-14-21 0 0,11-37 0 0 0,-14 57 225 0 0,1-1 0 0 0,0 0 0 0 0,0 1 0 0 0,1 0 1 0 0,0 0-1 0 0,0-1 0 0 0,0 2 0 0 0,0-1 0 0 0,1 0 0 0 0,0 1 0 0 0,-1-1 0 0 0,8-5 0 0 0,-10 10-14 0 0,0-1 1 0 0,-1 0-1 0 0,1 1 1 0 0,0-1-1 0 0,0 1 1 0 0,0-1-1 0 0,-1 1 1 0 0,1-1-1 0 0,0 1 1 0 0,0-1-1 0 0,0 1 1 0 0,0 0-1 0 0,0 0 1 0 0,0 0 0 0 0,0-1-1 0 0,0 1 1 0 0,0 0-1 0 0,0 0 1 0 0,0 0-1 0 0,-1 0 1 0 0,1 0-1 0 0,0 1 1 0 0,0-1-1 0 0,0 0 1 0 0,0 0-1 0 0,0 1 1 0 0,0-1-1 0 0,0 0 1 0 0,0 1-1 0 0,0-1 1 0 0,-1 1-1 0 0,1-1 1 0 0,0 1-1 0 0,0 0 1 0 0,-1-1-1 0 0,1 1 1 0 0,0 0-1 0 0,-1-1 1 0 0,1 1-1 0 0,-1 0 1 0 0,1 0-1 0 0,-1-1 1 0 0,1 2-1 0 0,3 6 338 0 0,-1-1-1 0 0,-1 0 0 0 0,1 1 1 0 0,1 13-1 0 0,5 10 75 0 0,-7-27-626 0 0,0 0-1 0 0,0 0 1 0 0,1 0-1 0 0,0 0 1 0 0,0-1 0 0 0,0 1-1 0 0,0-1 1 0 0,0 0-1 0 0,1 0 1 0 0,-1 0-1 0 0,1 0 1 0 0,5 2-1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35.8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40 8754 0 0,'0'-6'452'0'0,"0"4"-246"0"0,-1 0 0 0 0,1 0 0 0 0,0 0 0 0 0,0 0 0 0 0,0 0-1 0 0,0 0 1 0 0,0 1 0 0 0,1-1 0 0 0,-1 0 0 0 0,0 0 0 0 0,1 0 0 0 0,0 0-1 0 0,-1 1 1 0 0,1-1 0 0 0,2-3 0 0 0,2 37 5917 0 0,8 122-2613 0 0,-8-114-3484 0 0,3 0 1 0 0,2 0 0 0 0,23 62-1 0 0,-3-23-1066 0 0,-3-6-4972 0 0,-20-56 203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36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22 114 7834 0 0,'-19'-8'1107'0'0,"18"8"-1042"0"0,1 0 0 0 0,0 0 0 0 0,0-1 0 0 0,0 1 0 0 0,0 0 0 0 0,0 0 0 0 0,-1-1 0 0 0,1 1 0 0 0,0 0 0 0 0,0 0 0 0 0,0-1 0 0 0,0 1 0 0 0,0 0 0 0 0,0 0 0 0 0,0-1 0 0 0,0 1 0 0 0,0 0 0 0 0,0-1 0 0 0,0 1 0 0 0,0 0 0 0 0,0 0 0 0 0,0-1 0 0 0,0 1 0 0 0,0 0 0 0 0,0 0 0 0 0,0-1 0 0 0,1 1 0 0 0,-1 0 0 0 0,0 0 0 0 0,0-1 0 0 0,0 1 0 0 0,0 0 0 0 0,0 0 0 0 0,1 0 0 0 0,-1-1 0 0 0,0 1 0 0 0,34-20 2757 0 0,-32 19-2940 0 0,137-61-1452 0 0,-110 49 1549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36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85 11979 0 0,'4'-1'1064'0'0,"-1"0"-848"0"0,0 0-216 0 0,0-1 0 0 0,1 0 0 0 0,1-1 0 0 0,4-1 0 0 0,6-4-88 0 0,6-2-184 0 0,2-1-40 0 0,1 1-8 0 0,-4 0 0 0 0,0 2-1089 0 0,-3 1-223 0 0,-1 3-48 0 0,-5 2-9 0 0,-2 2 1321 0 0,-2 0 264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36.6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84 6913 0 0,'2'2'609'0'0,"-1"-1"-481"0"0,2 0-128 0 0,-1-1 0 0 0,1 0 560 0 0,-1 0 88 0 0,4-1 24 0 0,0 0 0 0 0,6-1 72 0 0,5-3 25 0 0,1 0-1 0 0,2-4 0 0 0,1-2-1064 0 0,-2-1-216 0 0,1 1-32 0 0,-1-1-17 0 0,0 2 425 0 0,-4 2 136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37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67 7370 0 0,'2'-2'155'0'0,"-1"0"-1"0"0,1 0 1 0 0,-1 0 0 0 0,1 1 0 0 0,0-1 0 0 0,-1 0 0 0 0,1 1 0 0 0,0-1 0 0 0,0 1 0 0 0,0-1 0 0 0,0 1 0 0 0,5-2 0 0 0,29-13 1610 0 0,-34 15-1637 0 0,12-4 495 0 0,0 0-1 0 0,0 1 0 0 0,1 0 1 0 0,27-3-1 0 0,-39 7-597 0 0,0-1 0 0 0,0 1-1 0 0,0 0 1 0 0,0 0 0 0 0,0 0 0 0 0,0 0-1 0 0,0 0 1 0 0,0 1 0 0 0,0 0-1 0 0,0-1 1 0 0,0 1 0 0 0,0 0 0 0 0,0 0-1 0 0,-1 1 1 0 0,1-1 0 0 0,0 1-1 0 0,-1-1 1 0 0,1 1 0 0 0,-1 0-1 0 0,1 0 1 0 0,-1 0 0 0 0,0 0 0 0 0,0 0-1 0 0,0 0 1 0 0,0 1 0 0 0,0-1-1 0 0,-1 1 1 0 0,1 0 0 0 0,-1-1 0 0 0,2 5-1 0 0,2 9 100 0 0,-2 0 1 0 0,0 0-1 0 0,0 0 0 0 0,-2 1 0 0 0,0-1 0 0 0,-2 30 1 0 0,-20 103 188 0 0,6-56-227 0 0,12-68 29 0 0,1 0 0 0 0,1 0 1 0 0,1 0-1 0 0,1 0 1 0 0,2-1-1 0 0,7 39 1 0 0,-6-52-368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38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11058 0 0,'1'8'488'0'0,"-1"-3"105"0"0,1 2-473 0 0,1-3-120 0 0,-1-2 0 0 0,0-2 0 0 0,1 2 112 0 0,-1 0 0 0 0,3 2 0 0 0,0-3 0 0 0,2-1-112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24.1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6 106 9674 0 0,'0'-27'3117'0'0,"-5"-35"0"0"0,5 45 2762 0 0,58 435-5233 0 0,-34 3-93 0 0,-23-392-550 0 0,2 17-134 0 0,-1 88-1037 0 0,-4-116 346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24.3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0 210 10594 0 0,'2'-3'160'0'0,"0"0"0"0"0,0 0 0 0 0,0 1 0 0 0,1-1 0 0 0,-1 0-1 0 0,0 1 1 0 0,1 0 0 0 0,0-1 0 0 0,0 1 0 0 0,3-2 0 0 0,3-3 118 0 0,20-17 1087 0 0,1 1-1 0 0,0 2 1 0 0,45-23 0 0 0,-36 24-2527 0 0,44-14 0 0 0,-66 27-4586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24.6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 1 7834 0 0,'0'0'82'0'0,"-2"0"507"0"0,1 0 0 0 0,-1 0 0 0 0,1 0 0 0 0,-1 0 0 0 0,1 0 1 0 0,-1 0-1 0 0,1 0 0 0 0,0 0 0 0 0,-1 1 0 0 0,1-1 0 0 0,-1 1 0 0 0,1-1 0 0 0,-2 2 0 0 0,2-1-333 0 0,0 0-1 0 0,1 1 0 0 0,-1-1 1 0 0,0 1-1 0 0,1-1 0 0 0,0 1 1 0 0,-1-1-1 0 0,1 1 0 0 0,0 0 1 0 0,0-1-1 0 0,0 1 1 0 0,0-1-1 0 0,0 1 0 0 0,0 1 1 0 0,13 226 2610 0 0,-2-98-2830 0 0,-5-31-941 0 0,-4-69 71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25.0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48 37 13363 0 0,'-8'4'610'0'0,"5"-3"-479"0"0,0 1 0 0 0,0-1 0 0 0,0 0 0 0 0,1 1-1 0 0,-1 0 1 0 0,0 0 0 0 0,1 0 0 0 0,-1 0 0 0 0,1 0 0 0 0,0 0 0 0 0,0 0 0 0 0,0 1 0 0 0,0-1 0 0 0,-3 6 0 0 0,8-9 257 0 0,1 0 1 0 0,-1 0 0 0 0,0-1-1 0 0,0 1 1 0 0,0 0 0 0 0,0-1-1 0 0,0 0 1 0 0,4-3 0 0 0,14-10-18 0 0,-10 8-362 0 0,0-1 0 0 0,0 1 0 0 0,13-5 0 0 0,-19 10-578 0 0,-1 0 0 0 0,1 1 0 0 0,0-1-1 0 0,0 1 1 0 0,-1 1 0 0 0,1-1 0 0 0,6 0 0 0 0,2 1-1117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25.2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0 219 6913 0 0,'4'-3'609'0'0,"0"-1"-481"0"0,-1 0-128 0 0,1 2 0 0 0,-1-2 808 0 0,4-1 144 0 0,3-4 24 0 0,7-7 8 0 0,6-5-784 0 0,1-4-200 0 0,1 0 0 0 0,-3 2 64 0 0,-1 2 0 0 0,-3 2 1 0 0,1 0-1 0 0,-4 1 0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26.8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185 196 3225 0 0,'-12'3'131'0'0,"-1"0"-1"0"0,0-1 1 0 0,-25 1 0 0 0,28-3-308 0 0,1 0 0 0 0,-1 1 0 0 0,0 0 0 0 0,0 1 0 0 0,1 0 0 0 0,-1 1 0 0 0,1 0 0 0 0,-11 4 0 0 0,19-6 233 0 0,1-1-1 0 0,-1 0 1 0 0,1 0-1 0 0,-1 0 1 0 0,0 0 0 0 0,1 1-1 0 0,-1-1 1 0 0,1 0-1 0 0,-1 0 1 0 0,1 1-1 0 0,-1-1 1 0 0,1 1-1 0 0,-1-1 1 0 0,1 0 0 0 0,0 1-1 0 0,-1-1 1 0 0,1 1-1 0 0,0-1 1 0 0,-1 1-1 0 0,1-1 1 0 0,0 1 0 0 0,-1-1-1 0 0,1 1 1 0 0,0-1-1 0 0,0 1 1 0 0,0-1-1 0 0,-1 1 1 0 0,1 0-1 0 0,0 0 1 0 0,15 4 2273 0 0,29-6 266 0 0,416-29 3281 0 0,-73 6-3849 0 0,286-57 2036 0 0,-370 40-3193 0 0,-60 18-626 0 0,13-2 155 0 0,-184 16-543 0 0,-1 3 1 0 0,1 3-1 0 0,-1 3 1 0 0,78 10-1 0 0,-112-2-1280 0 0,-23-2 233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27.2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13827 0 0,'1'3'331'0'0,"0"-1"1"0"0,1 1-1 0 0,-1-1 1 0 0,1 1-1 0 0,0-1 1 0 0,0 1-1 0 0,0-1 0 0 0,2 2 1 0 0,5 7 230 0 0,10 19 43 0 0,-1 1 1 0 0,-2 1-1 0 0,-1 0 1 0 0,-1 1-1 0 0,9 39 1 0 0,37 178 186 0 0,-50-199-604 0 0,5 16-150 0 0,25 154-539 0 0,-38-193-1810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27.6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2 9218 0 0,'12'-1'2218'0'0,"-11"1"-2151"0"0,0 0 0 0 0,0-1 0 0 0,-1 1 0 0 0,1 0 0 0 0,0 0 0 0 0,0 0-1 0 0,0 0 1 0 0,0 0 0 0 0,0 0 0 0 0,0 0 0 0 0,-1 1 0 0 0,1-1 0 0 0,0 0 0 0 0,0 0 0 0 0,0 1-1 0 0,0-1 1 0 0,-1 0 0 0 0,1 1 0 0 0,0-1 0 0 0,0 1 0 0 0,-1-1 0 0 0,1 1 0 0 0,0 0 0 0 0,-1-1-1 0 0,1 1 1 0 0,-1-1 0 0 0,1 1 0 0 0,-1 0 0 0 0,1 0 0 0 0,-1-1 0 0 0,1 1 0 0 0,-1 0 0 0 0,0 0-1 0 0,1 0 1 0 0,-1-1 0 0 0,0 1 0 0 0,1 0 0 0 0,-1 0 0 0 0,0 0 0 0 0,0 0 0 0 0,0 0 0 0 0,0 1-1 0 0,3 8-3 0 0,-1 0 0 0 0,0 1 0 0 0,-1-1 0 0 0,0 1 0 0 0,-1-1 0 0 0,0 1 0 0 0,-1 0 0 0 0,-2 17-1 0 0,-5 8 53 0 0,-14 41 0 0 0,6-25 1189 0 0,16-52-1212 0 0,0 1 0 0 0,0-1 0 0 0,0 1 0 0 0,0-1 0 0 0,0 1 0 0 0,0-1 0 0 0,0 1 0 0 0,0-1 0 0 0,0 1 0 0 0,0-1 1 0 0,0 1-1 0 0,0-1 0 0 0,0 1 0 0 0,0-1 0 0 0,0 1 0 0 0,0-1 0 0 0,1 1 0 0 0,-1-1 0 0 0,0 1 0 0 0,0-1 1 0 0,1 0-1 0 0,-1 1 0 0 0,0-1 0 0 0,0 1 0 0 0,1-1 0 0 0,-1 0 0 0 0,1 1 0 0 0,-1-1 0 0 0,0 0 0 0 0,2 1 1 0 0,17 3 1127 0 0,23-8-393 0 0,54-18-44 0 0,35-6-72 0 0,-115 26-1105 0 0,0 1 0 0 0,0 1 0 0 0,0 0 0 0 0,0 1 0 0 0,0 0 0 0 0,22 6 0 0 0,-20-2-1188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27.8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6913 0 0,'-1'3'376'0'0,"1"0"-1"0"0,0 0 0 0 0,0 0 1 0 0,0 0-1 0 0,1 0 0 0 0,-1 0 0 0 0,1-1 1 0 0,-1 1-1 0 0,1 0 0 0 0,0 0 0 0 0,2 4 1 0 0,18 36 2721 0 0,-6-14-1448 0 0,39 120 3072 0 0,2 5-5718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28.1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0 119 15667 0 0,'83'-20'5209'0'0,"-34"12"-5330"0"0,78-24 0 0 0,-70 10-3535 0 0,-4-5-4043 0 0,-37 18 6718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28.3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 0 11058 0 0,'-3'5'228'0'0,"1"-1"1"0"0,0 1-1 0 0,0-1 0 0 0,0 1 0 0 0,1 0 0 0 0,-1 0 0 0 0,1 0 0 0 0,0 0 0 0 0,1 0 0 0 0,-1 0 0 0 0,1 0 1 0 0,0 8-1 0 0,11 68 2954 0 0,-6-52-1912 0 0,1 15-219 0 0,1 5-1131 0 0,13 48 1 0 0,-13-71-6862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28.6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1840 0 0,'24'12'9608'0'0,"-1"-2"-5622"0"0,-16-6-3493 0 0,0 0 1 0 0,-1 0-1 0 0,1 0 1 0 0,-1 1-1 0 0,9 9 1 0 0,-4-2-105 0 0,0 0 1 0 0,-2 1 0 0 0,1 1 0 0 0,-2 0 0 0 0,0 0-1 0 0,0 1 1 0 0,-2 0 0 0 0,1 0 0 0 0,-2 0 0 0 0,6 26-1 0 0,0 14-1315 0 0,6 96-1 0 0,-15-121-203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28.9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2 100 920 0 0,'-1'-3'253'0'0,"1"1"0"0"0,-1 0 0 0 0,1 0-1 0 0,0 0 1 0 0,0 0 0 0 0,0 0 0 0 0,0 0 0 0 0,1-1-1 0 0,-1 1 1 0 0,0 0 0 0 0,1 0 0 0 0,0 0 0 0 0,-1 0-1 0 0,1 0 1 0 0,0 0 0 0 0,0 0 0 0 0,0 0 0 0 0,0 1-1 0 0,0-1 1 0 0,1 0 0 0 0,-1 0 0 0 0,0 1 0 0 0,1-1-1 0 0,-1 1 1 0 0,1 0 0 0 0,0-1 0 0 0,3-1 0 0 0,3-4 563 0 0,0 1 1 0 0,0 1-1 0 0,1-1 1 0 0,16-6-1 0 0,-23 10-652 0 0,1 1 0 0 0,0 0 0 0 0,0 0 0 0 0,0 0 1 0 0,1 0-1 0 0,-1 0 0 0 0,0 1 0 0 0,0 0 0 0 0,0-1 0 0 0,1 1 0 0 0,-1 0 0 0 0,0 1 0 0 0,0-1 0 0 0,0 0 0 0 0,0 1 0 0 0,1 0 0 0 0,-1 0 0 0 0,0 0 0 0 0,0 0 0 0 0,0 0 0 0 0,0 1 0 0 0,-1-1 1 0 0,6 4-1 0 0,-5-2-31 0 0,0 1-1 0 0,0-1 1 0 0,0 0 0 0 0,-1 1 0 0 0,1 0 0 0 0,-1-1 0 0 0,0 1 0 0 0,0 0 0 0 0,0 0 0 0 0,-1 0 0 0 0,1 1 0 0 0,-1-1 0 0 0,0 0 0 0 0,0 1 0 0 0,-1-1 0 0 0,1 0 0 0 0,-1 6 0 0 0,-3 41 1281 0 0,1-43-1120 0 0,1 0 1 0 0,0 1 0 0 0,1-1-1 0 0,0 0 1 0 0,0 1 0 0 0,0-1 0 0 0,1 0-1 0 0,1 1 1 0 0,2 10 0 0 0,-3-17-281 0 0,0-1 1 0 0,0 0 0 0 0,0 0-1 0 0,0 0 1 0 0,0 0-1 0 0,0 0 1 0 0,0 0-1 0 0,1 0 1 0 0,-1 0 0 0 0,0 0-1 0 0,0 0 1 0 0,1 0-1 0 0,-1-1 1 0 0,1 1-1 0 0,-1-1 1 0 0,0 1 0 0 0,1-1-1 0 0,-1 1 1 0 0,1-1-1 0 0,-1 0 1 0 0,1 0-1 0 0,-1 0 1 0 0,1 0 0 0 0,2 0-1 0 0,44-5-72 0 0,-27 1 45 0 0,-11 4-284 0 0,0-1 0 0 0,0 2 0 0 0,0-1-1 0 0,0 1 1 0 0,-1 1 0 0 0,15 3 0 0 0,-6 0-909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29.2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4 1376 0 0,'-7'3'11444'0'0,"11"-3"-10424"0"0,0-1-777 0 0,0 1 1 0 0,0 0-1 0 0,0 0 0 0 0,0 0 0 0 0,0 0 1 0 0,0 1-1 0 0,0 0 0 0 0,0-1 0 0 0,0 2 0 0 0,0-1 1 0 0,0 0-1 0 0,0 1 0 0 0,-1-1 0 0 0,1 1 0 0 0,0 0 1 0 0,-1 1-1 0 0,0-1 0 0 0,0 0 0 0 0,1 1 0 0 0,-1 0 1 0 0,-1 0-1 0 0,1 0 0 0 0,0 0 0 0 0,-1 0 0 0 0,1 0 1 0 0,-1 1-1 0 0,0-1 0 0 0,0 1 0 0 0,-1 0 0 0 0,1-1 1 0 0,-1 1-1 0 0,2 4 0 0 0,2 8-5 0 0,-1 1 1 0 0,-1 0-1 0 0,2 21 1 0 0,4 18 691 0 0,-9-55-900 0 0,0-1 0 0 0,0 1-1 0 0,0 0 1 0 0,0-1 0 0 0,1 1-1 0 0,-1 0 1 0 0,0-1-1 0 0,0 1 1 0 0,1-1 0 0 0,-1 1-1 0 0,0 0 1 0 0,1-1 0 0 0,-1 1-1 0 0,1-1 1 0 0,-1 1 0 0 0,0-1-1 0 0,1 1 1 0 0,-1-1-1 0 0,1 1 1 0 0,-1-1 0 0 0,1 0-1 0 0,0 1 1 0 0,-1-1 0 0 0,1 0-1 0 0,-1 1 1 0 0,1-1 0 0 0,0 0-1 0 0,0 0 1 0 0,1 0-5 0 0,-1 0 1 0 0,1 0 0 0 0,0 0-1 0 0,-1 0 1 0 0,1-1 0 0 0,-1 1-1 0 0,1 0 1 0 0,-1-1 0 0 0,0 0-1 0 0,1 1 1 0 0,-1-1 0 0 0,2-1-1 0 0,34-28 98 0 0,-36 29-113 0 0,56-57-204 0 0,-23 23-1411 0 0,60-49 1 0 0,-69 64-6250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32.0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1217 162 7370 0 0,'-5'-5'148'0'0,"0"-1"0"0"0,0 1 0 0 0,0 1 0 0 0,-1-1 0 0 0,1 1 0 0 0,-1 0 0 0 0,-1 0 0 0 0,1 0 0 0 0,0 1 0 0 0,-1 0 0 0 0,0 1 1 0 0,-13-4-1 0 0,-14-4 227 0 0,-41-4 0 0 0,73 13-362 0 0,-41-5 113 0 0,0 1 0 0 0,1 3 0 0 0,-1 1 0 0 0,0 2 0 0 0,0 2 0 0 0,0 2 0 0 0,1 2 0 0 0,-73 21 0 0 0,85-19-4 0 0,1 2-1 0 0,0 1 1 0 0,1 2-1 0 0,1 0 0 0 0,0 2 1 0 0,1 1-1 0 0,0 1 1 0 0,2 1-1 0 0,0 1 0 0 0,1 1 1 0 0,1 1-1 0 0,-34 46 1 0 0,30-29-145 0 0,3 1 1 0 0,0 1 0 0 0,3 2-1 0 0,2 0 1 0 0,1 0-1 0 0,3 2 1 0 0,1 0 0 0 0,2 0-1 0 0,3 1 1 0 0,1 1-1 0 0,2-1 1 0 0,2 54 0 0 0,4-52-192 0 0,2 0 1 0 0,2-1 0 0 0,1 1 0 0 0,3-1-1 0 0,2-1 1 0 0,2 0 0 0 0,2 0 0 0 0,2-2 0 0 0,2 0-1 0 0,2-1 1 0 0,49 75 0 0 0,-44-83-247 0 0,2-2 0 0 0,2-1 1 0 0,1-1-1 0 0,65 50 0 0 0,154 87-1286 0 0,-194-135 1703 0 0,1-3 0 0 0,1-2 0 0 0,2-3 0 0 0,81 24-1 0 0,-77-32 798 0 0,1-3-1 0 0,0-2 1 0 0,1-4-1 0 0,78 1 0 0 0,-108-10-129 0 0,0-2 0 0 0,0-1 0 0 0,-1-2 0 0 0,1-1-1 0 0,-1-2 1 0 0,66-26 0 0 0,-60 17-181 0 0,0-1 0 0 0,-1-3 0 0 0,-1-1 0 0 0,-2-2 0 0 0,41-34 0 0 0,-52 36-349 0 0,-1-1 0 0 0,0-2 0 0 0,-2 0 0 0 0,-1-2 0 0 0,-1 0 0 0 0,-2-2 0 0 0,-1 0 0 0 0,-1-1 0 0 0,-1 0 0 0 0,-2-2 0 0 0,-2 0 0 0 0,-1 0 0 0 0,-1-1 0 0 0,-1 0 0 0 0,4-49 0 0 0,-5-6 414 0 0,-4 0-1 0 0,-4-1 1 0 0,-3 1-1 0 0,-5 0 1 0 0,-4 0 0 0 0,-3 1-1 0 0,-4 1 1 0 0,-44-123 0 0 0,51 179-495 0 0,-1 1 0 0 0,-2 0 0 0 0,0 1 0 0 0,-2 0-1 0 0,-2 2 1 0 0,0 0 0 0 0,-2 1 0 0 0,0 1 0 0 0,-2 1 0 0 0,-1 1 0 0 0,-1 1 0 0 0,-49-34 0 0 0,20 17-396 0 0,-68-43 255 0 0,104 73-2179 0 0,1 0 0 0 0,-35-12 0 0 0,19 12-4264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31.1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350 4867 456 0 0,'-4'0'133'0'0,"1"-1"0"0"0,-1 0 0 0 0,1 0 0 0 0,0 0 0 0 0,-1-1 0 0 0,1 1 0 0 0,0-1 0 0 0,0 0 0 0 0,0 1 0 0 0,0-1 0 0 0,0-1-1 0 0,0 1 1 0 0,0 0 0 0 0,1-1 0 0 0,-1 1 0 0 0,-2-6 0 0 0,-35-48-314 0 0,40 56 188 0 0,-33-55 311 0 0,2-2 0 0 0,3-1 0 0 0,2-1 0 0 0,3-2 0 0 0,3 0 0 0 0,2-1 0 0 0,-16-108 0 0 0,12-17 62 0 0,8-1 0 0 0,9 0 0 0 0,8 0 0 0 0,8 0 0 0 0,38-201 0 0 0,-28 277 259 0 0,5 1 1 0 0,5 1-1 0 0,87-204 0 0 0,-64 195 44 0 0,5 2-1 0 0,114-167 1 0 0,-39 110-202 0 0,264-260 0 0 0,-258 303-414 0 0,5 7 0 0 0,6 6 0 0 0,296-175 0 0 0,-324 229-630 0 0,254-92 0 0 0,-375 156 555 0 0,164-54-1270 0 0,289-55 0 0 0,-270 79-205 0 0,-99 19-1480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33.7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0 14283 0 0,'-5'0'4928'0'0,"5"1"-4851"0"0,0 11 744 0 0,8 22-1150 0 0,41 185 1006 0 0,-31-130-741 0 0,3-2-1 0 0,44 117 1 0 0,-56-185-488 0 0,-1-4-5241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34.2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1 156 2761 0 0,'5'-11'701'0'0,"0"0"1"0"0,1 1 0 0 0,0 0-1 0 0,1 0 1 0 0,0 0-1 0 0,1 1 1 0 0,0 0 0 0 0,1 0-1 0 0,-1 1 1 0 0,2 0 0 0 0,-1 0-1 0 0,1 1 1 0 0,0 1 0 0 0,0 0-1 0 0,1 0 1 0 0,19-7-1 0 0,-28 12-618 0 0,1 0-1 0 0,-1 1 0 0 0,1-1 1 0 0,0 0-1 0 0,-1 1 0 0 0,1 0 1 0 0,0 0-1 0 0,-1 0 0 0 0,1 0 0 0 0,0 0 1 0 0,0 0-1 0 0,-1 1 0 0 0,1-1 1 0 0,-1 1-1 0 0,1 0 0 0 0,0-1 0 0 0,-1 1 1 0 0,1 1-1 0 0,-1-1 0 0 0,0 0 1 0 0,3 2-1 0 0,-2 0 50 0 0,0 0 1 0 0,-1 0-1 0 0,1 0 1 0 0,-1 0 0 0 0,0 1-1 0 0,0-1 1 0 0,0 0-1 0 0,0 1 1 0 0,0 0-1 0 0,-1-1 1 0 0,0 1-1 0 0,2 7 1 0 0,0 6 119 0 0,-1 0-1 0 0,0 0 1 0 0,-2 0 0 0 0,0 1-1 0 0,-3 24 1 0 0,-3-10-67 0 0,-1-1-1 0 0,-1 0 1 0 0,-15 37 0 0 0,-7 22 1154 0 0,29-88-1275 0 0,1 0 0 0 0,-1 0 0 0 0,1 1 0 0 0,-1-1 0 0 0,1 0 0 0 0,0 0 0 0 0,0 1 0 0 0,0-1 0 0 0,0 0 0 0 0,1 4 0 0 0,-1-6-39 0 0,0 1 0 0 0,1 0 1 0 0,-1-1-1 0 0,0 1 0 0 0,1-1 1 0 0,-1 1-1 0 0,0-1 0 0 0,1 1 1 0 0,-1 0-1 0 0,0-1 0 0 0,1 1 1 0 0,-1-1-1 0 0,1 0 0 0 0,-1 1 1 0 0,1-1-1 0 0,0 1 0 0 0,-1-1 1 0 0,1 0-1 0 0,-1 1 0 0 0,1-1 1 0 0,-1 0-1 0 0,1 0 0 0 0,1 1 1 0 0,1-1 1 0 0,0 0 0 0 0,0 0 1 0 0,-1-1-1 0 0,1 1 0 0 0,0-1 1 0 0,0 1-1 0 0,0-1 0 0 0,0 0 1 0 0,-1 0-1 0 0,1 0 0 0 0,0 0 1 0 0,-1-1-1 0 0,1 1 0 0 0,3-3 1 0 0,28-20-177 0 0,-19 13 122 0 0,1 1 0 0 0,27-14 0 0 0,-36 21-502 0 0,0 1 0 0 0,-1 0 0 0 0,1 0 0 0 0,0 0 0 0 0,0 1 0 0 0,0 0 0 0 0,1 0 0 0 0,-1 1 0 0 0,0 0-1 0 0,11 1 1 0 0,-2 1-5983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34.6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21 127 2761 0 0,'-1'-1'230'0'0,"0"1"0"0"0,0 0 1 0 0,0 0-1 0 0,0 0 0 0 0,0-1 1 0 0,0 1-1 0 0,0 0 0 0 0,1-1 1 0 0,-1 1-1 0 0,0-1 0 0 0,0 1 1 0 0,0-1-1 0 0,1 1 0 0 0,-1-1 1 0 0,0 0-1 0 0,0 1 1 0 0,1-1-1 0 0,-1 0 0 0 0,1 1 1 0 0,-1-1-1 0 0,1 0 0 0 0,-1 0 1 0 0,1 0-1 0 0,-1 0 0 0 0,1 1 1 0 0,0-1-1 0 0,-1 0 0 0 0,1 0 1 0 0,0 0-1 0 0,-1-1 0 0 0,2-1 194 0 0,-1 1-1 0 0,0 0 0 0 0,1-1 0 0 0,0 1 0 0 0,-1 0 0 0 0,1-1 1 0 0,0 1-1 0 0,0 0 0 0 0,0 0 0 0 0,1 0 0 0 0,2-4 1 0 0,4-4 664 0 0,0 0 0 0 0,1 1 0 0 0,14-13 0 0 0,-20 19-1040 0 0,0 1 0 0 0,0 0 1 0 0,0-1-1 0 0,0 1 0 0 0,0 0 0 0 0,1 1 0 0 0,-1-1 1 0 0,0 1-1 0 0,1-1 0 0 0,0 1 0 0 0,-1 0 0 0 0,1 0 0 0 0,0 1 1 0 0,-1-1-1 0 0,1 1 0 0 0,0-1 0 0 0,0 1 0 0 0,-1 0 0 0 0,1 1 1 0 0,0-1-1 0 0,-1 1 0 0 0,1 0 0 0 0,6 1 0 0 0,-6 1-3 0 0,1-1 1 0 0,-1 1-1 0 0,0 0 0 0 0,0-1 0 0 0,0 2 0 0 0,0-1 0 0 0,-1 0 0 0 0,1 1 0 0 0,-1 0 1 0 0,0 0-1 0 0,0 0 0 0 0,0 0 0 0 0,0 0 0 0 0,-1 1 0 0 0,0-1 0 0 0,0 1 0 0 0,2 6 1 0 0,0 5-45 0 0,0-1 0 0 0,-2 1 1 0 0,0-1-1 0 0,0 1 0 0 0,-2 0 1 0 0,0 0-1 0 0,-2 16 0 0 0,1 51 69 0 0,1-82-16 0 0,0 1 1 0 0,0-1 0 0 0,0 0 0 0 0,1 0-1 0 0,-1 1 1 0 0,0-1 0 0 0,1 0 0 0 0,-1 0-1 0 0,0 0 1 0 0,1 1 0 0 0,-1-1 0 0 0,1 0-1 0 0,0 0 1 0 0,-1 0 0 0 0,1 0 0 0 0,0 0-1 0 0,0 0 1 0 0,-1 0 0 0 0,1 0-1 0 0,0 0 1 0 0,0-1 0 0 0,0 1 0 0 0,2 1-1 0 0,-1-1-18 0 0,0-1-1 0 0,0 0 0 0 0,0 1 1 0 0,0-1-1 0 0,0 0 0 0 0,0 0 0 0 0,0 0 1 0 0,0 0-1 0 0,0 0 0 0 0,0 0 0 0 0,0-1 1 0 0,0 1-1 0 0,3-2 0 0 0,7-2 11 0 0,-1-2-1 0 0,0 1 1 0 0,20-13 0 0 0,-25 14 44 0 0,35-21-826 0 0,73-31 0 0 0,-86 44-7138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40.2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46 27 9674 0 0,'-8'-6'1252'0'0,"6"4"-716"0"0,0 0 1 0 0,0 0-1 0 0,-1 0 0 0 0,1 0 1 0 0,-1 1-1 0 0,1-1 0 0 0,-1 1 1 0 0,1-1-1 0 0,-1 1 0 0 0,0 0 1 0 0,0 0-1 0 0,-4-1 0 0 0,7 6-287 0 0,1 0-1 0 0,0 0 0 0 0,0-1 0 0 0,0 1 0 0 0,0 0 0 0 0,0-1 0 0 0,5 7 0 0 0,-5-5-79 0 0,19 56 160 0 0,-3 1 1 0 0,-2 1-1 0 0,10 109 0 0 0,-5-29-315 0 0,-18-129-305 0 0,1 0 0 0 0,0 0 0 0 0,1 0 0 0 0,0-1 0 0 0,1 1 0 0 0,1-1 0 0 0,0 0 0 0 0,1-1 0 0 0,13 20 0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40.4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99 14283 0 0,'6'-3'492'0'0,"-1"-1"-1"0"0,1 1 1 0 0,-1-1-1 0 0,1-1 1 0 0,-1 1 0 0 0,5-6-1 0 0,1-1-95 0 0,0 1 0 0 0,1 0-1 0 0,14-8 1 0 0,-22 15-702 0 0,-1 1-1 0 0,1 0 1 0 0,0 1 0 0 0,0-1 0 0 0,0 1-1 0 0,0-1 1 0 0,0 1 0 0 0,0 0 0 0 0,0 1-1 0 0,0-1 1 0 0,0 1 0 0 0,0 0-1 0 0,1 0 1 0 0,-1 0 0 0 0,0 0 0 0 0,7 2-1 0 0,31 16-126 0 0,-29-13 513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40.8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 4145 0 0,'7'11'8857'0'0,"16"9"-7315"0"0,-12-10-853 0 0,-3-2-751 0 0,0 0 0 0 0,-1 0 0 0 0,-1 1 1 0 0,1 0-1 0 0,-2 0 0 0 0,1 0 0 0 0,-1 1 1 0 0,4 11-1 0 0,-6-12-878 0 0,0 0 0 0 0,-1 0 0 0 0,0 0 0 0 0,-1 0 0 0 0,0 0 1 0 0,0 10-1 0 0,-1-37 1034 0 0,1-1 0 0 0,2 1 0 0 0,-1 0 1 0 0,9-27-1 0 0,-9 38 208 0 0,0 1 0 0 0,0-1 1 0 0,0 1-1 0 0,1 0 0 0 0,0 0 0 0 0,0 0 1 0 0,1 0-1 0 0,-1 1 0 0 0,1-1 0 0 0,1 1 1 0 0,-1 0-1 0 0,1 0 0 0 0,-1 1 0 0 0,2-1 0 0 0,-1 1 1 0 0,10-6-1 0 0,-13 9-158 0 0,0 0-1 0 0,0 1 1 0 0,0 0 0 0 0,-1-1 0 0 0,1 1 0 0 0,0 0-1 0 0,0 0 1 0 0,0 0 0 0 0,0 0 0 0 0,0 0 0 0 0,-1 0-1 0 0,1 0 1 0 0,0 1 0 0 0,0-1 0 0 0,0 1-1 0 0,-1-1 1 0 0,1 1 0 0 0,0 0 0 0 0,0 0 0 0 0,-1 0-1 0 0,1 0 1 0 0,-1 0 0 0 0,1 0 0 0 0,-1 0-1 0 0,1 0 1 0 0,-1 1 0 0 0,0-1 0 0 0,0 0 0 0 0,2 3-1 0 0,5 6 330 0 0,-1 0-1 0 0,0 1 0 0 0,8 15 1 0 0,-3-3-155 0 0,19 17-615 0 0,-16-24-5242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41.8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0 456 0 0,'-33'11'15310'0'0,"36"19"-13766"0"0,1 2-1682 0 0,4 11 323 0 0,0 0-1042 0 0,-2-14-3518 0 0,-1-11-837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42.1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1 8290 0 0,'-9'3'2734'0'0,"17"3"-414"0"0,-2-2-3169 0 0,3 3 629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42.8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856 28 5985 0 0,'-105'-13'1009'0'0,"-5"0"-187"0"0,87 12-696 0 0,0 1 0 0 0,0 1 0 0 0,0 1-1 0 0,0 1 1 0 0,0 1 0 0 0,0 1 0 0 0,1 1-1 0 0,0 1 1 0 0,0 1 0 0 0,1 1 0 0 0,0 1-1 0 0,0 0 1 0 0,1 2 0 0 0,1 0 0 0 0,0 2-1 0 0,-23 19 1 0 0,16-9-42 0 0,1 0 0 0 0,0 2 0 0 0,2 1 0 0 0,-29 43 0 0 0,39-49-37 0 0,0 1-1 0 0,2 1 1 0 0,1 0-1 0 0,0 0 1 0 0,2 1-1 0 0,1 0 1 0 0,-5 28-1 0 0,6-20-18 0 0,2 0-1 0 0,1 1 0 0 0,1-1 0 0 0,2 1 1 0 0,1-1-1 0 0,2 1 0 0 0,1-1 1 0 0,1 0-1 0 0,2 0 0 0 0,1-1 1 0 0,2 0-1 0 0,1 0 0 0 0,1-1 0 0 0,2-1 1 0 0,1 0-1 0 0,32 47 0 0 0,-16-33-171 0 0,3-1-1 0 0,1-2 1 0 0,2-1-1 0 0,1-2 1 0 0,2-1-1 0 0,2-3 0 0 0,1-1 1 0 0,1-2-1 0 0,2-2 1 0 0,1-2-1 0 0,1-3 1 0 0,1-1-1 0 0,0-2 1 0 0,66 16-1 0 0,-41-19 439 0 0,0-2 1 0 0,1-4-1 0 0,143 3 1 0 0,-202-14 46 0 0,0-1 0 0 0,0 0 1 0 0,0-1-1 0 0,0-1 0 0 0,-1-1 1 0 0,1 0-1 0 0,-1-1 0 0 0,0-1 1 0 0,0 0-1 0 0,25-15 0 0 0,-20 8 6 0 0,-2-1-1 0 0,0 0 1 0 0,-1-2-1 0 0,0 0 1 0 0,-1-1-1 0 0,25-35 1 0 0,-20 24-268 0 0,-1-1 0 0 0,-2-2 1 0 0,-1 0-1 0 0,20-49 1 0 0,-29 59 44 0 0,-2-1 1 0 0,0 0-1 0 0,-2 0 0 0 0,0 0 1 0 0,-1 0-1 0 0,-2-1 0 0 0,0 1 1 0 0,-3-28-1 0 0,-3 13 82 0 0,-1 0 1 0 0,-2 1-1 0 0,-1 0 0 0 0,-2 0 1 0 0,-2 1-1 0 0,-31-62 0 0 0,11 36-130 0 0,-4 1-1 0 0,-75-94 1 0 0,82 118-208 0 0,-3 2 0 0 0,-1 1-1 0 0,-1 1 1 0 0,-2 2 0 0 0,0 2 0 0 0,-3 1 0 0 0,0 2 0 0 0,-1 2-1 0 0,-50-21 1 0 0,42 23-6451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44.5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908 181 14283 0 0,'-60'-35'1164'0'0,"-1"2"1"0"0,-125-48-1 0 0,166 74-1163 0 0,0 1 0 0 0,-1 0 0 0 0,0 1 1 0 0,-22-1-1 0 0,34 5-17 0 0,0 1 0 0 0,0 0 0 0 0,1 0 0 0 0,-1 1 1 0 0,0 0-1 0 0,1 1 0 0 0,-1 0 0 0 0,1 1 0 0 0,0-1 0 0 0,0 1 0 0 0,0 1 1 0 0,-13 7-1 0 0,-5 6-256 0 0,2 1 0 0 0,0 1 1 0 0,2 2-1 0 0,0 0 0 0 0,1 1 1 0 0,1 1-1 0 0,1 1 0 0 0,-28 47 0 0 0,26-35 163 0 0,2 1 0 0 0,2 0 0 0 0,1 2 0 0 0,2 0-1 0 0,-18 78 1 0 0,28-90 149 0 0,2 1-1 0 0,0-1 0 0 0,2 1 1 0 0,0-1-1 0 0,2 0 1 0 0,2 1-1 0 0,11 47 1 0 0,10 12 131 0 0,36 84 0 0 0,-50-141-165 0 0,39 87-60 0 0,4-1-1 0 0,6-4 0 0 0,145 206 1 0 0,-128-220-168 0 0,5-4 1 0 0,3-3-1 0 0,189 153 1 0 0,-218-200 427 0 0,2-2 0 0 0,110 60-1 0 0,-134-85-32 0 0,2-1 1 0 0,0-1-1 0 0,0-2 0 0 0,2-2 0 0 0,-1-1 1 0 0,67 8-1 0 0,-74-17-9 0 0,0-1 1 0 0,0-1-1 0 0,0-1 0 0 0,0-2 1 0 0,-1-1-1 0 0,0-1 1 0 0,1-2-1 0 0,-2-1 0 0 0,1-1 1 0 0,-2-1-1 0 0,39-22 1 0 0,-19 6-44 0 0,0-3 0 0 0,-2-2 0 0 0,-2-1 0 0 0,-1-3 0 0 0,50-54 0 0 0,-68 63-40 0 0,-1 0 0 0 0,-2-2-1 0 0,-1 0 1 0 0,-1-1 0 0 0,21-48 0 0 0,-20 33 61 0 0,-3-2 1 0 0,-1 0-1 0 0,12-66 1 0 0,-12 9 127 0 0,-4-1 1 0 0,-5 0-1 0 0,-7-113 0 0 0,-2 150-87 0 0,-3 0-1 0 0,-3 0 1 0 0,-28-113-1 0 0,28 150-139 0 0,-2 2 0 0 0,-1 0 0 0 0,-1 0-1 0 0,-2 1 1 0 0,0 0 0 0 0,-2 1 0 0 0,-1 1-1 0 0,-2 1 1 0 0,0 0 0 0 0,-32-30 0 0 0,21 28-62 0 0,-1 2 1 0 0,-1 2 0 0 0,-1 0-1 0 0,-1 2 1 0 0,-1 2-1 0 0,-1 1 1 0 0,0 2 0 0 0,-74-22-1 0 0,67 27 84 0 0,-1 1 1 0 0,1 2-1 0 0,-2 3 0 0 0,1 1 0 0 0,0 2 0 0 0,-1 2 1 0 0,-79 11-1 0 0,82-4-266 0 0,1 3 0 0 0,0 1 1 0 0,1 2-1 0 0,0 2 0 0 0,-55 29 1 0 0,44-16-1289 0 0,2 2 0 0 0,1 2 0 0 0,-63 56 0 0 0,50-33-453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45.3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279 1 7834 0 0,'-4'1'4046'0'0,"-21"17"-1970"0"0,8 0-1414 0 0,0 2 1 0 0,2 0-1 0 0,-23 39 0 0 0,-32 73-417 0 0,42-75-617 0 0,-21 46-3265 0 0,33-67 2270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45.5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153 0 10594 0 0,'-26'41'39'0'0,"2"0"1"0"0,2 2-1 0 0,1 0 0 0 0,-26 86 0 0 0,37-83-2058 0 0,8-37 1994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45.7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1 1824 0 0,'-4'19'80'0'0,"2"-8"16"0"0,2 0-96 0 0,-1 0 0 0 0,-1-3 0 0 0,1-2 0 0 0,-2 3 0 0 0,-1 7 0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45.9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 0 6913 0 0,'-7'25'305'0'0,"3"-12"63"0"0,2 1-296 0 0,-1-2-72 0 0,2-4 0 0 0,-1 0 0 0 0,1 2-1113 0 0,-2 8-231 0 0,1 11-56 0 0,-1 6-8 0 0,2 4 1223 0 0,1-5 249 0 0,3-4 41 0 0,0-4 23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46.0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1 6913 0 0,'-5'145'4264'0'0,"1"-79"-2365"0"0,7 107 0 0 0,1-140-3123 0 0,14 50 0 0 0,-13-63 1164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46.2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6449 0 0,'1'22'288'0'0,"0"-10"57"0"0,1-2-281 0 0,-1 1-64 0 0,1-3 0 0 0,0-2 0 0 0,0 5 72 0 0,2 7 0 0 0,3 9 0 0 0,1 9 0 0 0,1 4-72 0 0,0-3-72 0 0,-3-4 72 0 0,-2-4-104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46.3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10594 0 0,'65'392'2792'0'0,"-31"-126"-4612"0"0,-30-242-2400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46.5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11058 0 0,'0'17'488'0'0,"0"-9"105"0"0,0 1-473 0 0,0-2-120 0 0,0-2 0 0 0,0-1 0 0 0,1 1 64 0 0,1 3 0 0 0,-1 3-64 0 0,3 5-2161 0 0,1-2-487 0 0,0-2-97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46.7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0 14283 0 0,'-2'13'632'0'0,"0"-7"136"0"0,1-1-616 0 0,1-1-152 0 0,0-2 0 0 0,0 0 0 0 0,1-2-544 0 0,5 1-856 0 0,-3-2 680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52.0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28 11058 0 0,'-1'-28'8170'0'0,"8"46"-6219"0"0,13 44-1666 0 0,-3 1 0 0 0,-3 1 1 0 0,-3 0-1 0 0,5 86 0 0 0,-14 19-303 0 0,2 47-3850 0 0,-2-187-2968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52.2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0 137 6913 0 0,'41'-28'7369'0'0,"-8"2"-5538"0"0,33-22-1218 0 0,-57 43-1320 0 0,-1 0 0 0 0,1 0 0 0 0,0 1 1 0 0,0 1-1 0 0,0 0 0 0 0,13-3 1 0 0,-6 3 249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52.6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41 7370 0 0,'0'-2'118'0'0,"1"0"1"0"0,-1 1 0 0 0,1-1 0 0 0,-1 0 0 0 0,1 0 0 0 0,0 1 0 0 0,0-1 0 0 0,0 0-1 0 0,0 1 1 0 0,0-1 0 0 0,0 1 0 0 0,0-1 0 0 0,1 1 0 0 0,-1-1 0 0 0,1 1 0 0 0,-1 0 0 0 0,1 0-1 0 0,-1 0 1 0 0,1 0 0 0 0,0 0 0 0 0,-1 0 0 0 0,1 0 0 0 0,0 0 0 0 0,0 1 0 0 0,2-1-1 0 0,-1 0 105 0 0,0 0 0 0 0,0 0 0 0 0,0 0 0 0 0,0 0 0 0 0,0 1-1 0 0,0 0 1 0 0,0-1 0 0 0,0 1 0 0 0,0 0 0 0 0,0 1 0 0 0,0-1-1 0 0,0 0 1 0 0,0 1 0 0 0,0 0 0 0 0,5 1 0 0 0,-5 1-42 0 0,1 0 0 0 0,-1 0 0 0 0,0 0 0 0 0,0 0 1 0 0,0 1-1 0 0,0-1 0 0 0,-1 1 0 0 0,1 0 0 0 0,-1 0 0 0 0,0 0 1 0 0,0 0-1 0 0,0 0 0 0 0,-1 0 0 0 0,1 1 0 0 0,-1-1 0 0 0,0 0 1 0 0,0 7-1 0 0,2 11 279 0 0,-1 0 0 0 0,-1 24 0 0 0,-1-43-406 0 0,-2 40 458 0 0,1-30-43 0 0,0 0 0 0 0,1 0 0 0 0,0 1 0 0 0,1-1 0 0 0,5 23 0 0 0,-6-35-439 0 0,0-1 0 0 0,0 1 0 0 0,1-1 0 0 0,-1 1 0 0 0,0 0 1 0 0,0-1-1 0 0,1 1 0 0 0,-1-1 0 0 0,0 1 0 0 0,0-1 0 0 0,1 0 0 0 0,-1 1 0 0 0,1-1 0 0 0,-1 1 0 0 0,0-1 0 0 0,1 0 0 0 0,-1 1 0 0 0,1-1 0 0 0,-1 0 0 0 0,1 1 0 0 0,-1-1 0 0 0,1 0 0 0 0,-1 0 0 0 0,1 0 0 0 0,0 1 0 0 0,-1-1 0 0 0,1 0 0 0 0,0 0 0 0 0,19-6 264 0 0,20-22-393 0 0,-34 23 127 0 0,25-19-308 0 0,-9 6-1416 0 0,1 1-1 0 0,44-24 1 0 0,-43 29 127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52.85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1 117 14747 0 0,'0'0'672'0'0,"15"-13"1139"0"0,15-18-867 0 0,23-19-1898 0 0,-49 46 167 0 0,1 1 0 0 0,0-1 0 0 0,0 1-1 0 0,1 0 1 0 0,6-2 0 0 0,4 4 285 0 0,-11 5 502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0 101 5529 0 0,'4'-2'4025'0'0,"0"-2"-2785"0"0,4 2-255 0 0,1-6-57 0 0,1 0 0 0 0,3-2-8 0 0,0-1-696 0 0,2 1-144 0 0,-1-1-80 0 0,7-3-2592 0 0,-1 2-577 0 0,-2 3-120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53.5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1 189 6449 0 0,'0'0'499'0'0,"20"0"1354"0"0,318-20 4662 0 0,-112 2-3651 0 0,848-17 1417 0 0,-153-34-4165 0 0,-812 58-126 0 0,-43 5-710 0 0,72-16 0 0 0,-113 14-2240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54.0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11058 0 0,'5'0'520'0'0,"0"0"-1"0"0,0 1 0 0 0,0 0 1 0 0,0 0-1 0 0,1 0 0 0 0,-1 0 1 0 0,-1 1-1 0 0,1-1 1 0 0,0 1-1 0 0,0 1 0 0 0,-1-1 1 0 0,1 1-1 0 0,-1-1 0 0 0,6 6 1 0 0,-4-2-213 0 0,0 0 0 0 0,0 0 0 0 0,-1 0 0 0 0,0 1 0 0 0,0 0 0 0 0,-1 0 0 0 0,0 0 0 0 0,4 10 0 0 0,3 10-148 0 0,-2 1 0 0 0,-2 1 0 0 0,9 55 0 0 0,-16-81-117 0 0,11 80-34 0 0,7 42 160 0 0,-14-107-369 0 0,1-1-1 0 0,1 0 0 0 0,0 0 1 0 0,1 0-1 0 0,9 16 1 0 0,-12-26-1664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54.3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1 158 5065 0 0,'12'-16'561'0'0,"2"1"1"0"0,-1 1-1 0 0,2 0 0 0 0,0 1 1 0 0,1 1-1 0 0,0 0 0 0 0,1 1 1 0 0,0 1-1 0 0,1 1 1 0 0,0 0-1 0 0,24-8 0 0 0,-40 16-483 0 0,0 0 0 0 0,0 0 0 0 0,1 1-1 0 0,-1-1 1 0 0,0 1 0 0 0,0-1 0 0 0,0 1 0 0 0,1 0-1 0 0,-1 0 1 0 0,0 0 0 0 0,0 0 0 0 0,1 0-1 0 0,-1 0 1 0 0,0 1 0 0 0,0-1 0 0 0,0 1 0 0 0,1-1-1 0 0,-1 1 1 0 0,0 0 0 0 0,0 0 0 0 0,0 0 0 0 0,0 0-1 0 0,0 0 1 0 0,0 1 0 0 0,-1-1 0 0 0,1 0 0 0 0,0 1-1 0 0,1 2 1 0 0,-1-1-16 0 0,0 1 0 0 0,0-1 1 0 0,-1 1-1 0 0,0-1 0 0 0,0 1 0 0 0,0 0 0 0 0,0 0 0 0 0,0-1 0 0 0,-1 1 0 0 0,0 0 1 0 0,1 0-1 0 0,-1 0 0 0 0,-1 0 0 0 0,1 0 0 0 0,-2 6 0 0 0,-3 9 144 0 0,0 0-1 0 0,-1-1 1 0 0,-2 0-1 0 0,-10 21 0 0 0,10-24 313 0 0,1 0-1 0 0,1 0 1 0 0,0 1-1 0 0,1-1 0 0 0,1 1 1 0 0,-4 22-1 0 0,8-36-456 0 0,0-1 0 0 0,0 0-1 0 0,0 0 1 0 0,0 0 0 0 0,1 1 0 0 0,-1-1-1 0 0,0 0 1 0 0,0 0 0 0 0,1 0-1 0 0,-1 0 1 0 0,1 0 0 0 0,-1 0 0 0 0,1 0-1 0 0,-1 0 1 0 0,1 0 0 0 0,0 0-1 0 0,0 0 1 0 0,-1 0 0 0 0,1 0 0 0 0,0 0-1 0 0,0 0 1 0 0,0-1 0 0 0,0 1-1 0 0,0 0 1 0 0,0-1 0 0 0,0 1 0 0 0,0-1-1 0 0,0 1 1 0 0,0-1 0 0 0,0 1-1 0 0,0-1 1 0 0,0 0 0 0 0,1 1 0 0 0,-1-1-1 0 0,0 0 1 0 0,0 0 0 0 0,0 0-1 0 0,0 0 1 0 0,1 0 0 0 0,-1 0 0 0 0,0 0-1 0 0,2-1 1 0 0,9 0-38 0 0,0-1 1 0 0,1 0-1 0 0,15-5 1 0 0,-10 3-115 0 0,-6 1-492 0 0,1 2-1 0 0,0 0 1 0 0,15 0-1 0 0,-12 2-1104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54.5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 0 6449 0 0,'-2'2'546'0'0,"0"1"-1"0"0,0-1 0 0 0,1 1 0 0 0,-1 0 0 0 0,1-1 0 0 0,0 1 1 0 0,0 0-1 0 0,0 0 0 0 0,0 0 0 0 0,0 0 0 0 0,0 0 0 0 0,1 0 1 0 0,-1 0-1 0 0,1 0 0 0 0,0 0 0 0 0,0 5 0 0 0,10 55 3305 0 0,-4-29-2622 0 0,21 120 126 0 0,-1-54-5793 0 0,-19-80-2085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54.8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1 169 11522 0 0,'51'-35'5291'0'0,"54"-21"-3484"0"0,62-7-6837 0 0,-147 56 5083 0 0,-3-1 11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55.1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0 9218 0 0,'-1'2'228'0'0,"0"1"-1"0"0,0-1 1 0 0,0 1 0 0 0,1-1 0 0 0,-1 1-1 0 0,1-1 1 0 0,-1 1 0 0 0,1-1 0 0 0,0 1-1 0 0,0 0 1 0 0,0-1 0 0 0,0 1-1 0 0,1-1 1 0 0,-1 1 0 0 0,1-1 0 0 0,-1 1-1 0 0,1-1 1 0 0,0 1 0 0 0,2 3 0 0 0,29 55 3980 0 0,-12-24-2101 0 0,-12-16-1790 0 0,-2 0 0 0 0,0 1-1 0 0,-1 0 1 0 0,-2 0-1 0 0,0 0 1 0 0,-1 41 0 0 0,7 49-3062 0 0,-5-88-4324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55.3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6913 0 0,'3'0'374'0'0,"0"1"0"0"0,1 0-1 0 0,-1 0 1 0 0,0 0 0 0 0,0 1-1 0 0,0-1 1 0 0,0 1-1 0 0,-1-1 1 0 0,1 1 0 0 0,0 0-1 0 0,-1 0 1 0 0,1 0-1 0 0,-1 1 1 0 0,1-1 0 0 0,-1 0-1 0 0,0 1 1 0 0,0 0 0 0 0,0-1-1 0 0,-1 1 1 0 0,1 0-1 0 0,0 0 1 0 0,-1 0 0 0 0,1 3-1 0 0,6 13 565 0 0,0 0 0 0 0,6 27 0 0 0,-13-42-836 0 0,19 83 1017 0 0,13 39 141 0 0,-27-110-3225 0 0,1 1 1 0 0,17 29-1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55.6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1 105 6913 0 0,'5'-6'448'0'0,"1"0"-1"0"0,-1 0 0 0 0,1 0 0 0 0,1 1 1 0 0,-1 0-1 0 0,1 0 0 0 0,0 1 0 0 0,0 0 1 0 0,0 0-1 0 0,9-3 0 0 0,0-1 39 0 0,-1-1 378 0 0,1 2 1 0 0,25-9 0 0 0,-37 14-736 0 0,0 1 1 0 0,-1 0-1 0 0,1 0 1 0 0,0 0-1 0 0,0 1 0 0 0,0-1 1 0 0,0 1-1 0 0,-1 0 1 0 0,1 0-1 0 0,0 0 1 0 0,0 1-1 0 0,0-1 0 0 0,0 1 1 0 0,0 0-1 0 0,-1 0 1 0 0,1 0-1 0 0,6 4 0 0 0,-7-3-67 0 0,-1 0-1 0 0,0 1 0 0 0,0-1 0 0 0,0 1 0 0 0,0 0 0 0 0,0-1 1 0 0,-1 1-1 0 0,1 0 0 0 0,-1 0 0 0 0,0 0 0 0 0,0 0 1 0 0,0 0-1 0 0,0 0 0 0 0,0 1 0 0 0,-1-1 0 0 0,0 0 0 0 0,1 0 1 0 0,-1 1-1 0 0,0-1 0 0 0,-1 0 0 0 0,1 0 0 0 0,-1 5 1 0 0,-2 9 69 0 0,0-1 1 0 0,-10 30-1 0 0,0-11-79 0 0,-24 45 0 0 0,21-50-50 0 0,3 0 1 0 0,-13 39 0 0 0,26-68 39 0 0,-1 0 0 0 0,0 0 0 0 0,1 1 0 0 0,0-1 0 0 0,-1 0 0 0 0,1 1 0 0 0,0-1 0 0 0,0 0 0 0 0,0 1-1 0 0,0-1 1 0 0,0 0 0 0 0,0 1 0 0 0,0-1 0 0 0,0 1 0 0 0,0-1 0 0 0,1 0 0 0 0,-1 0 0 0 0,0 1 0 0 0,1-1 0 0 0,0 0 0 0 0,-1 1 0 0 0,1-1 0 0 0,0 0 0 0 0,-1 0 0 0 0,1 0-1 0 0,1 1 1 0 0,0-1 38 0 0,-1 0-1 0 0,1 0 0 0 0,0 0 0 0 0,0-1 1 0 0,0 1-1 0 0,0-1 0 0 0,0 1 0 0 0,0-1 1 0 0,0 0-1 0 0,0 0 0 0 0,0 0 0 0 0,0 0 0 0 0,0 0 1 0 0,0 0-1 0 0,3-1 0 0 0,9-3 174 0 0,1 0 1 0 0,-1-1-1 0 0,21-9 0 0 0,-35 14-265 0 0,93-48-2085 0 0,-75 37-5272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56.04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26 2304 0 0,'23'-8'3987'0'0,"-16"5"-2845"0"0,0 0 0 0 0,0 0-1 0 0,0 1 1 0 0,1 0 0 0 0,-1 0-1 0 0,1 1 1 0 0,-1 0 0 0 0,10 0-1 0 0,-16 2-1011 0 0,1-1 0 0 0,-1 1 0 0 0,1 0 0 0 0,-1-1 0 0 0,0 1 0 0 0,1 0 0 0 0,-1 0 1 0 0,0 0-1 0 0,0 0 0 0 0,0 0 0 0 0,0 0 0 0 0,1 0 0 0 0,-2 0 0 0 0,1 1 0 0 0,0-1 0 0 0,0 0 0 0 0,0 1 0 0 0,0-1 0 0 0,-1 1 0 0 0,1-1 0 0 0,-1 0 0 0 0,1 3 0 0 0,10 37 882 0 0,-10-34-833 0 0,10 72 495 0 0,-9-55-409 0 0,9 44-1 0 0,-10-66-231 0 0,-1 0 1 0 0,1 0-1 0 0,-1 0 0 0 0,1 0 0 0 0,0 0 0 0 0,-1 0 0 0 0,1 0 0 0 0,0 0 0 0 0,0 0 0 0 0,1 0 1 0 0,-1-1-1 0 0,0 1 0 0 0,1-1 0 0 0,-1 1 0 0 0,1-1 0 0 0,-1 1 0 0 0,3 1 0 0 0,-3-3-12 0 0,1 1 1 0 0,-1-1-1 0 0,0 0 0 0 0,1 1 0 0 0,-1-1 0 0 0,0 0 0 0 0,1 0 0 0 0,-1 0 0 0 0,0 0 0 0 0,1 0 1 0 0,-1 0-1 0 0,0-1 0 0 0,1 1 0 0 0,-1 0 0 0 0,0-1 0 0 0,1 1 0 0 0,-1-1 0 0 0,0 1 0 0 0,0-1 1 0 0,2 0-1 0 0,5-5-51 0 0,0 0 0 0 0,-1 0 0 0 0,0-1 0 0 0,0 0 0 0 0,11-13 1 0 0,0-2-338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56.9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 1 14283 0 0,'-1'0'236'0'0,"0"0"0"0"0,0 0 0 0 0,0 0 0 0 0,1 0 0 0 0,-1 0 0 0 0,0 0-1 0 0,0 0 1 0 0,0 0 0 0 0,1 0 0 0 0,-1 0 0 0 0,0 0 0 0 0,0 1 0 0 0,0-1 0 0 0,1 0 0 0 0,-1 1 0 0 0,0-1 0 0 0,1 0-1 0 0,-1 1 1 0 0,0-1 0 0 0,1 1 0 0 0,-1-1 0 0 0,0 1 0 0 0,1-1 0 0 0,-1 1 0 0 0,0 1 0 0 0,1 23 908 0 0,59 252-131 0 0,-29-150-998 0 0,-25-104-257 0 0,27 113 139 0 0,-5-48-4700 0 0,-22-72-1676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57.3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1 112 6449 0 0,'0'-2'148'0'0,"0"-1"-1"0"0,-1 1 0 0 0,1 0 0 0 0,0 0 0 0 0,0-1 1 0 0,0 1-1 0 0,0 0 0 0 0,1-1 0 0 0,-1 1 1 0 0,1 0-1 0 0,-1 0 0 0 0,1 0 0 0 0,0-1 0 0 0,0 1 1 0 0,0 0-1 0 0,0 0 0 0 0,0 0 0 0 0,1 0 0 0 0,-1 1 1 0 0,0-1-1 0 0,1 0 0 0 0,-1 0 0 0 0,4-1 0 0 0,2-5 374 0 0,0 1-1 0 0,0 0 0 0 0,17-11 0 0 0,-20 15-406 0 0,-1 1-1 0 0,1 0 1 0 0,0 0 0 0 0,0 0 0 0 0,0 0 0 0 0,0 1 0 0 0,0-1 0 0 0,0 1 0 0 0,0 0 0 0 0,0 0 0 0 0,1 1 0 0 0,-1-1 0 0 0,0 1 0 0 0,0 0 0 0 0,1 0 0 0 0,3 1 0 0 0,-3 0-61 0 0,-1 1 1 0 0,0-1 0 0 0,0 1-1 0 0,0 0 1 0 0,-1 0 0 0 0,1 1 0 0 0,0-1-1 0 0,-1 1 1 0 0,0 0 0 0 0,1-1 0 0 0,-1 1-1 0 0,0 1 1 0 0,0-1 0 0 0,-1 0-1 0 0,5 8 1 0 0,-1-1-144 0 0,0-1 0 0 0,-1 1 0 0 0,0 0 0 0 0,0 1 0 0 0,-2-1 0 0 0,1 1 0 0 0,-1-1 0 0 0,-1 1 0 0 0,1 0 0 0 0,0 21 0 0 0,-3-15 239 0 0,-1 0-1 0 0,-1 0 1 0 0,0 0-1 0 0,-1 0 1 0 0,-1-1-1 0 0,-8 23 1 0 0,10-34 175 0 0,1 1 1 0 0,-1-1-1 0 0,1 1 0 0 0,0 0 1 0 0,0-1-1 0 0,1 1 1 0 0,-1 0-1 0 0,1 0 1 0 0,1 8-1 0 0,0-12-227 0 0,-1-1-1 0 0,1 1 0 0 0,-1 0 0 0 0,1-1 0 0 0,0 1 0 0 0,0 0 0 0 0,0-1 0 0 0,0 1 0 0 0,0-1 0 0 0,0 1 0 0 0,0-1 1 0 0,1 1-1 0 0,-1-1 0 0 0,0 0 0 0 0,1 0 0 0 0,-1 0 0 0 0,1 0 0 0 0,-1 0 0 0 0,1 0 0 0 0,0 0 0 0 0,-1 0 1 0 0,1 0-1 0 0,0-1 0 0 0,0 1 0 0 0,-1-1 0 0 0,1 1 0 0 0,0-1 0 0 0,0 0 0 0 0,0 0 0 0 0,-1 0 0 0 0,1 0 0 0 0,4 0 1 0 0,10-2 136 0 0,1 0 1 0 0,0 0-1 0 0,-1-2 1 0 0,22-7-1 0 0,31-6-3046 0 0,-48 15 452 0 0,-2-1-4091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57.6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11979 0 0,'0'0'546'0'0,"10"15"1776"0"0,13 33 1089 0 0,30 95-1 0 0,-17-41-5123 0 0,-27-79-5455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59.2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1327 0 10594 0 0,'-178'1'1048'0'0,"-212"28"1"0"0,373-26-964 0 0,0 1 1 0 0,1 0 0 0 0,-1 1 0 0 0,1 1 0 0 0,0 0-1 0 0,1 1 1 0 0,-28 17 0 0 0,22-10-64 0 0,1 1-1 0 0,0 2 1 0 0,1 0 0 0 0,-27 31-1 0 0,0 11-127 0 0,2 2-1 0 0,-56 105 0 0 0,69-110 119 0 0,-21 31-57 0 0,-76 143-32 0 0,114-200 71 0 0,1 1 0 0 0,2 0 0 0 0,1 1 0 0 0,1 0 0 0 0,-7 60 0 0 0,15-64 27 0 0,1-1 1 0 0,1 1-1 0 0,1-1 1 0 0,2 0 0 0 0,1 0-1 0 0,1 0 1 0 0,1 0-1 0 0,16 36 1 0 0,11 19 285 0 0,57 95 0 0 0,-61-124-82 0 0,167 289 1382 0 0,-150-270-1401 0 0,4-1 0 0 0,92 99 0 0 0,-137-165-221 0 0,43 47-319 0 0,109 88 0 0 0,-140-127 55 0 0,0 0 1 0 0,1-1-1 0 0,1-2 0 0 0,0 0 1 0 0,1 0-1 0 0,0-2 1 0 0,0-1-1 0 0,0 0 1 0 0,1-2-1 0 0,36 5 0 0 0,-20-9 71 0 0,0-1-1 0 0,-1-1 1 0 0,1-3-1 0 0,0-1 1 0 0,-1-1-1 0 0,58-19 1 0 0,213-91 2473 0 0,-247 90-1476 0 0,155-61 1180 0 0,143-62 115 0 0,-247 96-1800 0 0,120-75 0 0 0,-190 99-261 0 0,-1-1-1 0 0,-2-2 0 0 0,-1-2 0 0 0,-2-1 1 0 0,56-70-1 0 0,-52 52 440 0 0,-3-2-1 0 0,-2-1 1 0 0,53-117 0 0 0,-72 135-365 0 0,-2 0 0 0 0,-1-1 0 0 0,-2 0 0 0 0,-2-1 0 0 0,-1 0 0 0 0,-2-1 0 0 0,-2 0 0 0 0,-2 0 0 0 0,-2 0 0 0 0,-1 1 0 0 0,-2-1 0 0 0,-2 0 0 0 0,-2 1 0 0 0,-1 0 1 0 0,-2 0-1 0 0,-2 1 0 0 0,-2 0 0 0 0,-1 1 0 0 0,-2 1 0 0 0,-2 1 0 0 0,-24-38 0 0 0,17 37-91 0 0,-2 0 0 0 0,-1 2 0 0 0,-2 1 1 0 0,-1 2-1 0 0,-1 1 0 0 0,-2 1 0 0 0,-1 2 0 0 0,-1 2 0 0 0,-2 1 0 0 0,0 2 1 0 0,-2 1-1 0 0,-65-24 0 0 0,23 19 68 0 0,-1 3-1 0 0,-1 4 1 0 0,-1 4 0 0 0,-1 3 0 0 0,-116-1 0 0 0,176 13-586 0 0,0 1 0 0 0,1 1 0 0 0,-39 7 1 0 0,-6 10-7167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0:01.0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 0 6449 0 0,'-1'0'-72'0'0,"-23"2"1515"0"0,18 3-128 0 0,15 4-536 0 0,-2-5-762 0 0,0-1 0 0 0,0 0 0 0 0,0-1 0 0 0,0 1 0 0 0,1-1-1 0 0,-1-1 1 0 0,0 1 0 0 0,14 0 0 0 0,66-2 159 0 0,-61 0-120 0 0,188-13 128 0 0,51 0 47 0 0,561 55 1213 0 0,-8 82-478 0 0,-605-70-770 0 0,281 110 0 0 0,189 121-1149 0 0,-646-269 858 0 0,298 135-1195 0 0,119 50-717 0 0,-255-117 1309 0 0,225 132 1 0 0,14 69 716 0 0,-325-201 1 0 0,172 169 0 0 0,416 547 66 0 0,-384-395 2093 0 0,-266-332-1078 0 0,-4 4 0 0 0,53 110 0 0 0,55 174 1497 0 0,-152-356-2572 0 0,22 57 235 0 0,6 11 106 0 0,21 78 0 0 0,-46-129-363 0 0,0-1 0 0 0,-2 1 0 0 0,-1 0 0 0 0,-1 0-1 0 0,0 0 1 0 0,-2 1 0 0 0,-1-1 0 0 0,-4 32 0 0 0,-8-17-2446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0:02.0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54 14283 0 0,'5'-3'288'0'0,"0"0"0"0"0,1 0-1 0 0,0 0 1 0 0,-1 1 0 0 0,1 0-1 0 0,0 0 1 0 0,0 1 0 0 0,8-2 0 0 0,54-4 217 0 0,-48 6-135 0 0,-9 1-361 0 0,1 0 0 0 0,0 0 1 0 0,0 1-1 0 0,0 1 0 0 0,-1 0 1 0 0,1 1-1 0 0,-1 0 0 0 0,18 8 0 0 0,6 5-45 0 0,44 27-1 0 0,19 9-13 0 0,-94-51 57 0 0,6 4 402 0 0,0-1-1 0 0,0 0 1 0 0,1 0 0 0 0,-1-1 0 0 0,18 2 0 0 0,-25-5-309 0 0,1 0 0 0 0,-1 0-1 0 0,0 0 1 0 0,0 0 0 0 0,0-1-1 0 0,1 1 1 0 0,-1-1 0 0 0,0 0 0 0 0,0 0-1 0 0,0 0 1 0 0,0-1 0 0 0,0 1-1 0 0,0-1 1 0 0,-1 1 0 0 0,1-1-1 0 0,0 0 1 0 0,-1 0 0 0 0,1 0-1 0 0,-1-1 1 0 0,0 1 0 0 0,0-1-1 0 0,0 1 1 0 0,3-5 0 0 0,5-9-128 0 0,-1-1 1 0 0,0-1 0 0 0,10-30 0 0 0,-11 28-1164 0 0,2-8-6427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0:06.3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11979 0 0,'7'0'6834'0'0,"14"7"-5164"0"0,-16-3-1529 0 0,0 1 0 0 0,0 0 0 0 0,0 1-1 0 0,0-1 1 0 0,-1 1 0 0 0,0 0 0 0 0,0 0 0 0 0,-1 0-1 0 0,0 0 1 0 0,3 9 0 0 0,5 13-110 0 0,7 32 0 0 0,-10-32 61 0 0,40 173-641 0 0,-22-67-3612 0 0,-21-106 2280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0:06.5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62 11058 0 0,'-12'0'5027'0'0,"23"-10"-1713"0"0,-1 1-4470 0 0,39-24-5175 0 0,-35 23 4173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0:06.8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1 9674 0 0,'-3'7'902'0'0,"1"1"0"0"0,-1 0-1 0 0,1-1 1 0 0,0 1 0 0 0,1 0 0 0 0,0 0-1 0 0,0 0 1 0 0,1 0 0 0 0,0 0 0 0 0,2 14 0 0 0,3 12 465 0 0,11 42 1 0 0,-1-10-3838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0:07.0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46 66 7370 0 0,'-18'-19'770'0'0,"15"16"458"0"0,-1 0 0 0 0,1-1 0 0 0,0 1 0 0 0,0-1 0 0 0,0 0 0 0 0,-4-8 0 0 0,6 11-1235 0 0,1 1 1 0 0,0 0 0 0 0,0-1 0 0 0,0 1 0 0 0,0 0 0 0 0,0-1 0 0 0,0 1 0 0 0,0 0 0 0 0,0-1 0 0 0,0 1 0 0 0,0 0-1 0 0,0-1 1 0 0,0 1 0 0 0,0 0 0 0 0,0-1 0 0 0,0 1 0 0 0,0 0 0 0 0,1-1 0 0 0,-1 1 0 0 0,0 0 0 0 0,0-1-1 0 0,0 1 1 0 0,0 0 0 0 0,1 0 0 0 0,-1-1 0 0 0,0 1 0 0 0,0 0 0 0 0,0 0 0 0 0,1-1 0 0 0,-1 1 0 0 0,0 0 0 0 0,1 0-1 0 0,-1-1 1 0 0,0 1 0 0 0,1 0 0 0 0,16-3-1639 0 0,14 9-442 0 0,-28-4 2076 0 0,-1-1 0 0 0,0 1 1 0 0,0-1-1 0 0,0 1 0 0 0,0 0 0 0 0,0 0 0 0 0,0 0 1 0 0,2 4-1 0 0,4 10-1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0:07.4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43 9218 0 0,'-1'0'94'0'0,"1"0"1"0"0,0-1-1 0 0,-1 1 0 0 0,1 0 1 0 0,0-1-1 0 0,0 1 0 0 0,0-1 1 0 0,-1 1-1 0 0,1 0 0 0 0,0-1 1 0 0,0 1-1 0 0,0-1 0 0 0,0 1 1 0 0,0 0-1 0 0,0-1 0 0 0,0 1 1 0 0,0-1-1 0 0,0 1 0 0 0,0-1 1 0 0,0 1-1 0 0,0 0 0 0 0,0-1 1 0 0,0 1-1 0 0,0-1 0 0 0,0 1 1 0 0,1 0-1 0 0,-1-1 0 0 0,0 1 1 0 0,0-1-1 0 0,0 1 0 0 0,1 0 1 0 0,-1-1-1 0 0,0 1 0 0 0,1 0 1 0 0,-1 0-1 0 0,0-1 1 0 0,0 1-1 0 0,1 0 0 0 0,-1-1 1 0 0,1 1-1 0 0,-1 0 0 0 0,0 0 1 0 0,1 0-1 0 0,-1-1 0 0 0,0 1 1 0 0,1 0-1 0 0,-1 0 0 0 0,1 0 1 0 0,-1 0-1 0 0,1 0 0 0 0,-1 0 1 0 0,0 0-1 0 0,1 0 0 0 0,-1 0 1 0 0,1 0-1 0 0,-1 0 0 0 0,0 0 1 0 0,1 0-1 0 0,-1 0 0 0 0,1 0 1 0 0,0 1-1 0 0,0-1 156 0 0,1 1 1 0 0,-1-1-1 0 0,1 1 0 0 0,-1 0 0 0 0,1-1 1 0 0,-1 1-1 0 0,1 0 0 0 0,-1 0 0 0 0,1 0 1 0 0,-1 0-1 0 0,0 1 0 0 0,0-1 0 0 0,0 0 1 0 0,0 0-1 0 0,0 1 0 0 0,2 2 0 0 0,18 59 847 0 0,-20-53-1071 0 0,1-1-1 0 0,1 0 0 0 0,0-1 1 0 0,0 1-1 0 0,0 0 1 0 0,1-1-1 0 0,1 0 0 0 0,-1 0 1 0 0,1 0-1 0 0,0-1 1 0 0,1 1-1 0 0,10 9 0 0 0,-16-16-24 0 0,1-1-1 0 0,-1 1 0 0 0,1-1 1 0 0,0 1-1 0 0,-1-1 0 0 0,1 1 1 0 0,0-1-1 0 0,-1 0 0 0 0,1 1 1 0 0,0-1-1 0 0,-1 0 0 0 0,1 0 1 0 0,0 1-1 0 0,0-1 0 0 0,-1 0 1 0 0,1 0-1 0 0,0 0 0 0 0,0 0 1 0 0,0 0-1 0 0,-1 0 0 0 0,1 0 1 0 0,0 0-1 0 0,0 0 0 0 0,-1-1 1 0 0,1 1-1 0 0,0 0 0 0 0,0 0 1 0 0,0-1-1 0 0,1 0-7 0 0,-1 0-1 0 0,0-1 1 0 0,1 1 0 0 0,-1 0-1 0 0,0-1 1 0 0,0 1 0 0 0,0-1-1 0 0,0 1 1 0 0,0-1 0 0 0,0 0-1 0 0,-1 1 1 0 0,2-3 0 0 0,1-8-69 0 0,1 0 0 0 0,2-24-1 0 0,-5 29 63 0 0,2-8 1 0 0,0 0-1 0 0,0 0 1 0 0,2 1-1 0 0,6-14 0 0 0,-10 25 12 0 0,0-1 1 0 0,1 1-1 0 0,-1-1 0 0 0,1 1 0 0 0,0 0 0 0 0,0 0 0 0 0,0 0 0 0 0,1 0 0 0 0,-1 1 0 0 0,1-1 0 0 0,-1 0 0 0 0,1 1 0 0 0,0 0 1 0 0,0 0-1 0 0,0 0 0 0 0,0 0 0 0 0,0 0 0 0 0,1 0 0 0 0,-1 1 0 0 0,1 0 0 0 0,-1-1 0 0 0,5 0 0 0 0,-7 3 22 0 0,1-1-1 0 0,0 0 0 0 0,0 0 1 0 0,-1 1-1 0 0,1-1 0 0 0,0 1 1 0 0,-1-1-1 0 0,1 1 0 0 0,-1 0 1 0 0,1 0-1 0 0,-1 0 0 0 0,1 0 1 0 0,-1 0-1 0 0,1 0 0 0 0,-1 0 1 0 0,0 0-1 0 0,0 0 0 0 0,1 1 1 0 0,-1-1-1 0 0,0 0 0 0 0,1 2 1 0 0,21 38 685 0 0,-15-26-523 0 0,86 165 190 0 0,-81-155-832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1:33.0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2 11058 0 0,'0'0'117'0'0,"0"0"-1"0"0,1 0 0 0 0,-1 0 0 0 0,1-1 1 0 0,-1 1-1 0 0,1 0 0 0 0,-1 0 0 0 0,0 0 1 0 0,1 0-1 0 0,-1 0 0 0 0,1-1 0 0 0,-1 1 1 0 0,1 0-1 0 0,-1 0 0 0 0,1 0 0 0 0,-1 0 0 0 0,1 1 1 0 0,-1-1-1 0 0,1 0 0 0 0,-1 0 0 0 0,0 0 1 0 0,1 0-1 0 0,-1 0 0 0 0,1 0 0 0 0,-1 1 1 0 0,1-1-1 0 0,-1 0 0 0 0,0 0 0 0 0,1 1 1 0 0,-1-1-1 0 0,0 0 0 0 0,1 1 0 0 0,-1-1 1 0 0,0 0-1 0 0,1 1 0 0 0,-1-1 0 0 0,0 1 1 0 0,0-1-1 0 0,1 0 0 0 0,-1 1 0 0 0,0-1 1 0 0,0 1-1 0 0,0-1 0 0 0,0 1 0 0 0,0-1 0 0 0,1 0 1 0 0,-1 1-1 0 0,0-1 0 0 0,0 2 0 0 0,6 22 2146 0 0,-7 3-1375 0 0,-2 1-1 0 0,-8 34 1 0 0,5-32-685 0 0,-3 53-1 0 0,38 416 210 0 0,-17-377-327 0 0,74 498 499 0 0,-54-420-291 0 0,15 381 772 0 0,-36-342-416 0 0,9 73-584 0 0,-18-289-101 0 0,-2-22-74 0 0,0 0-1 0 0,0 0 1 0 0,0-1 0 0 0,1 1-1 0 0,-1 0 1 0 0,0-1 0 0 0,0 1-1 0 0,0 0 1 0 0,0-1 0 0 0,1 1-1 0 0,-1 0 1 0 0,0-1 0 0 0,1 1-1 0 0,-1 0 1 0 0,0-1 0 0 0,1 1-1 0 0,-1 0 1 0 0,1-1 0 0 0,-1 1-1 0 0,1-1 1 0 0,-1 1 0 0 0,1-1-1 0 0,-1 1 1 0 0,1-1 0 0 0,0 0-1 0 0,0 1 1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1:33.6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4220 83 920 0 0,'2'-1'173'0'0,"-1"1"1"0"0,0-1-1 0 0,1 1 0 0 0,-1-1 0 0 0,1 0 1 0 0,-1 0-1 0 0,0 1 0 0 0,1-1 0 0 0,-1 0 0 0 0,0 0 1 0 0,0 0-1 0 0,0 0 0 0 0,0-1 0 0 0,0 1 1 0 0,0 0-1 0 0,0 0 0 0 0,0-1 0 0 0,0 1 0 0 0,-1 0 1 0 0,1-1-1 0 0,-1 1 0 0 0,1-1 0 0 0,-1 1 1 0 0,1-1-1 0 0,-1 1 0 0 0,0-1 0 0 0,1 1 0 0 0,-1-1 1 0 0,0 1-1 0 0,0-1 0 0 0,0 1 0 0 0,-1-1 0 0 0,1 1 1 0 0,0-1-1 0 0,0 1 0 0 0,-1-1 0 0 0,0-2 1 0 0,-1 2 175 0 0,1-1 1 0 0,-1 1-1 0 0,0 0 1 0 0,0 0 0 0 0,0-1-1 0 0,0 1 1 0 0,0 1 0 0 0,0-1-1 0 0,-1 0 1 0 0,1 0-1 0 0,0 1 1 0 0,-1 0 0 0 0,0-1-1 0 0,1 1 1 0 0,-1 0 0 0 0,0 0-1 0 0,1 0 1 0 0,-1 1-1 0 0,-4-1 1 0 0,-13 0 622 0 0,0 1 1 0 0,0 0-1 0 0,0 2 1 0 0,0 1-1 0 0,-35 8 0 0 0,-13 2-176 0 0,-392 48 404 0 0,72-9-1015 0 0,161-23-114 0 0,-705 58 178 0 0,793-77-229 0 0,-1117 85 382 0 0,1126-85-444 0 0,45-1 86 0 0,0-3 0 0 0,-159-12 0 0 0,241 6-604 0 0,-18-4 1235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1:33.9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82 8 4001 0 0,'-8'-2'0'0'0,"-2"1"0"0"0,2 1 0 0 0,1 0 0 0 0,0 0 0 0 0,-7-2 0 0 0,-13 0 0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1:34.3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69 144 3681 0 0,'-13'0'719'0'0,"6"-1"186"0"0,1 1 0 0 0,0 0 0 0 0,-1 0 0 0 0,1 1 0 0 0,-1-1 1 0 0,-9 4-1 0 0,44-5 3444 0 0,-11 1-3744 0 0,68-8 477 0 0,470-28 1844 0 0,374 32-2056 0 0,391 1 927 0 0,327-59-597 0 0,-1543 53-1220 0 0,211-15-296 0 0,-303 24-462 0 0,1 0-4988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1:35.1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20 9674 0 0,'0'-1'162'0'0,"1"0"0"0"0,-1 0 0 0 0,1 0 0 0 0,-1 0-1 0 0,1 0 1 0 0,0 0 0 0 0,-1 0 0 0 0,1 0 0 0 0,0 0 0 0 0,0 0 0 0 0,0 0-1 0 0,0 0 1 0 0,0 0 0 0 0,0 1 0 0 0,0-1 0 0 0,0 0 0 0 0,0 1 0 0 0,0-1-1 0 0,0 1 1 0 0,0-1 0 0 0,1 1 0 0 0,-1-1 0 0 0,0 1 0 0 0,0 0 0 0 0,0 0-1 0 0,1-1 1 0 0,-1 1 0 0 0,0 0 0 0 0,0 0 0 0 0,1 1 0 0 0,-1-1 0 0 0,0 0-1 0 0,0 0 1 0 0,1 0 0 0 0,-1 1 0 0 0,0-1 0 0 0,0 1 0 0 0,0-1 0 0 0,0 1-1 0 0,0-1 1 0 0,1 1 0 0 0,-1 0 0 0 0,0-1 0 0 0,0 1 0 0 0,-1 0 0 0 0,1 0-1 0 0,0 0 1 0 0,0 0 0 0 0,0 0 0 0 0,0 0 0 0 0,-1 0 0 0 0,1 0 0 0 0,0 0-1 0 0,-1 0 1 0 0,1 0 0 0 0,0 2 0 0 0,2 13 246 0 0,1-1-1 0 0,-2 1 1 0 0,0 0 0 0 0,-1 21-1 0 0,2 14 10 0 0,74 438-83 0 0,29-6 206 0 0,41 231-60 0 0,-51-152 424 0 0,-90-513-787 0 0,-2 63 0 0 0,-4-67-822 0 0,12 84 0 0 0,-8-111 95 0 0,1 0-4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1:36.1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242 4 6449 0 0,'-4'-1'376'0'0,"0"0"-1"0"0,0 1 0 0 0,1-1 0 0 0,-1 1 0 0 0,0 0 1 0 0,0 0-1 0 0,0 0 0 0 0,1 0 0 0 0,-1 1 0 0 0,0-1 1 0 0,0 1-1 0 0,0 0 0 0 0,1 0 0 0 0,-1 0 0 0 0,1 1 1 0 0,-1-1-1 0 0,-5 4 0 0 0,-6 4 1585 0 0,0-1 0 0 0,-21 18 0 0 0,13-9-695 0 0,15-13-979 0 0,0 2-1 0 0,0-1 1 0 0,1 1-1 0 0,0 0 1 0 0,0 0-1 0 0,1 1 1 0 0,0 0 0 0 0,0 0-1 0 0,-8 14 1 0 0,13-21-282 0 0,1 1 0 0 0,0 0 0 0 0,0-1 1 0 0,-1 1-1 0 0,1 0 0 0 0,0 0 0 0 0,0-1 1 0 0,0 1-1 0 0,0 0 0 0 0,0-1 1 0 0,0 1-1 0 0,0 0 0 0 0,0 0 0 0 0,0-1 1 0 0,0 1-1 0 0,0 0 0 0 0,1-1 0 0 0,-1 1 1 0 0,0 0-1 0 0,0-1 0 0 0,1 1 0 0 0,-1 0 1 0 0,0-1-1 0 0,1 1 0 0 0,-1-1 0 0 0,1 1 1 0 0,-1 0-1 0 0,1 0 0 0 0,22 8 182 0 0,28-5 58 0 0,17-8-244 0 0,-34 1 0 0 0,1 2 0 0 0,0 1 0 0 0,0 1 0 0 0,36 7 0 0 0,-70-8 0 0 0,0 0 0 0 0,0 0-1 0 0,0 1 1 0 0,0-1 0 0 0,0 0-1 0 0,0 0 1 0 0,0 1 0 0 0,0-1-1 0 0,0 0 1 0 0,0 1 0 0 0,-1-1 0 0 0,1 1-1 0 0,0 0 1 0 0,0-1 0 0 0,0 1-1 0 0,-1-1 1 0 0,1 1 0 0 0,0 0 0 0 0,0 0-1 0 0,-1-1 1 0 0,1 1 0 0 0,-1 0-1 0 0,1 1 1 0 0,-1-1-1 0 0,0 0 0 0 0,0 0 0 0 0,0 0 1 0 0,0 0-1 0 0,0 0 0 0 0,0 0 0 0 0,0 0 0 0 0,-1 0 0 0 0,1 0 0 0 0,0 0 0 0 0,-1 0 0 0 0,1 0 0 0 0,-1 0 0 0 0,1 0 0 0 0,-1-1 0 0 0,1 1 1 0 0,-1 0-1 0 0,-1 1 0 0 0,-5 5-11 0 0,-1 0 0 0 0,0 0 0 0 0,-14 8 0 0 0,17-11 4 0 0,-14 9-16 0 0,-70 54-245 0 0,82-61 249 0 0,0 1 1 0 0,0 0-1 0 0,1 0 1 0 0,-1 0-1 0 0,2 1 1 0 0,-1-1-1 0 0,1 1 1 0 0,1 1-1 0 0,-5 9 1 0 0,8-16 16 0 0,1 0 0 0 0,0 0-1 0 0,0 0 1 0 0,-1 0 0 0 0,1 0 0 0 0,1-1-1 0 0,-1 1 1 0 0,0 0 0 0 0,0 0 0 0 0,1 0-1 0 0,-1 0 1 0 0,1-1 0 0 0,-1 1 0 0 0,1 0 0 0 0,0 0-1 0 0,0-1 1 0 0,0 1 0 0 0,0-1 0 0 0,0 1-1 0 0,0 0 1 0 0,0-1 0 0 0,1 0 0 0 0,-1 1 0 0 0,0-1-1 0 0,1 0 1 0 0,-1 0 0 0 0,1 0 0 0 0,-1 0-1 0 0,1 0 1 0 0,2 1 0 0 0,8 5-29 0 0,0-1 1 0 0,0-1-1 0 0,15 5 0 0 0,-18-6 27 0 0,47 12-17 0 0,-40-12 21 0 0,-1 1 0 0 0,1 0 0 0 0,18 9 1 0 0,-33-13-5 0 0,0-1 1 0 0,0 1 0 0 0,0 0-1 0 0,0-1 1 0 0,0 1 0 0 0,0 0-1 0 0,0 0 1 0 0,0-1 0 0 0,0 1 0 0 0,-1 0-1 0 0,1 0 1 0 0,0 0 0 0 0,-1 0-1 0 0,1 0 1 0 0,0 0 0 0 0,-1 0-1 0 0,1 0 1 0 0,-1 0 0 0 0,0 1 0 0 0,1-1-1 0 0,-1 0 1 0 0,0 0 0 0 0,0 0-1 0 0,0 2 1 0 0,0 0 7 0 0,0 0 0 0 0,-1-1 0 0 0,1 1 0 0 0,-1 0-1 0 0,0-1 1 0 0,0 1 0 0 0,0-1 0 0 0,0 1 0 0 0,0-1 0 0 0,-3 4 0 0 0,-4 5 27 0 0,0-1 0 0 0,-1 0 0 0 0,-13 13 1 0 0,20-21-34 0 0,-58 50-23 0 0,40-36 20 0 0,1 0 0 0 0,1 1 1 0 0,-32 39-1 0 0,49-55-56 0 0,0 0 1 0 0,0 0-1 0 0,0 0 0 0 0,1 0 1 0 0,-1 1-1 0 0,0-1 1 0 0,0 0-1 0 0,1 0 0 0 0,-1 0 1 0 0,0 1-1 0 0,1-1 1 0 0,-1 0-1 0 0,1 1 0 0 0,0-1 1 0 0,0 0-1 0 0,-1 1 0 0 0,1-1 1 0 0,0 0-1 0 0,0 1 1 0 0,0-1-1 0 0,0 1 0 0 0,0-1 1 0 0,1 0-1 0 0,-1 1 1 0 0,0-1-1 0 0,1 0 0 0 0,-1 1 1 0 0,1-1-1 0 0,-1 0 0 0 0,1 0 1 0 0,-1 1-1 0 0,1-1 1 0 0,0 0-1 0 0,0 0 0 0 0,0 0 1 0 0,0 0-1 0 0,-1 0 1 0 0,1 0-1 0 0,1 0 0 0 0,-1 0 1 0 0,0 0-1 0 0,0-1 1 0 0,0 1-1 0 0,0 0 0 0 0,1-1 1 0 0,-1 1-1 0 0,0 0 0 0 0,0-1 1 0 0,2 1-1 0 0,3 0-282 0 0,0 1 0 0 0,-1-1 0 0 0,1 0 0 0 0,0 0 0 0 0,0 0 0 0 0,0-1 0 0 0,0 0 0 0 0,0 0 0 0 0,-1-1 0 0 0,9-1-1 0 0,49-21-4607 0 0,-38 12 3272 0 0,-24 23-63 0 0,6 17 6548 0 0,1-15-3258 0 0,-1 0 1 0 0,0 0-1 0 0,-1 0 0 0 0,6 25 0 0 0,-6-15-641 0 0,-1 0-1 0 0,2 32 1 0 0,-4 13-750 0 0,-7 78-1 0 0,1-101 566 0 0,-11 168-73 0 0,4-82-568 0 0,10 228-1 0 0,54 76-49 0 0,-23-230 644 0 0,4 274-1 0 0,-47-311-110 0 0,0-40-873 0 0,12-115-1644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1:37.0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101 11 6913 0 0,'-48'-9'2197'0'0,"44"8"-1754"0"0,1 1 0 0 0,-1 0 0 0 0,1 0 0 0 0,-1 0 1 0 0,1 0-1 0 0,-1 0 0 0 0,1 1 0 0 0,-1-1 0 0 0,1 1 0 0 0,-1 0 0 0 0,-4 2 0 0 0,7-2-315 0 0,1-1-1 0 0,-1 1 1 0 0,1 0-1 0 0,-1-1 0 0 0,1 1 1 0 0,-1 0-1 0 0,1 0 1 0 0,0 0-1 0 0,-1-1 1 0 0,1 1-1 0 0,0 0 1 0 0,0 0-1 0 0,-1 0 1 0 0,1-1-1 0 0,0 1 1 0 0,0 0-1 0 0,0 0 1 0 0,0 0-1 0 0,0 0 1 0 0,0 0-1 0 0,0-1 1 0 0,1 3-1 0 0,5 23 950 0 0,-4-17-622 0 0,13 90 1275 0 0,3 199 0 0 0,-6-35-1682 0 0,81 271 320 0 0,-1 6 341 0 0,-69-291-521 0 0,29 265 153 0 0,14 296 659 0 0,-65-745-2329 0 0,15 97 0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1:38.1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226 1 8290 0 0,'-15'13'1909'0'0,"-1"-1"0"0"0,0 0 0 0 0,-1-2 0 0 0,0 1-1 0 0,-24 9 1 0 0,18-8-854 0 0,0 0-1 0 0,-29 22 0 0 0,52-34-1043 0 0,-1 0 0 0 0,1 0-1 0 0,0 0 1 0 0,0 0-1 0 0,-1 0 1 0 0,1 0 0 0 0,0 0-1 0 0,0 0 1 0 0,-1 1 0 0 0,1-1-1 0 0,0 0 1 0 0,0 0 0 0 0,-1 0-1 0 0,1 1 1 0 0,0-1 0 0 0,0 0-1 0 0,0 0 1 0 0,0 1 0 0 0,-1-1-1 0 0,1 0 1 0 0,0 0 0 0 0,0 1-1 0 0,0-1 1 0 0,0 0-1 0 0,0 0 1 0 0,0 1 0 0 0,0-1-1 0 0,0 0 1 0 0,0 1 0 0 0,0-1-1 0 0,0 0 1 0 0,0 0 0 0 0,0 1-1 0 0,0-1 1 0 0,0 0 0 0 0,0 0-1 0 0,0 1 1 0 0,0-1 0 0 0,0 0-1 0 0,0 1 1 0 0,0-1 0 0 0,1 0-1 0 0,14 4 159 0 0,30-4-127 0 0,-38-1 17 0 0,43-1-44 0 0,-1 1 0 0 0,1 3 0 0 0,-1 2 0 0 0,69 14 0 0 0,-116-18-15 0 0,1 1 0 0 0,0 0 0 0 0,-1 0 0 0 0,1 0 0 0 0,-1 0 0 0 0,0 0 0 0 0,1 0 0 0 0,-1 0 0 0 0,0 1 0 0 0,1 0 0 0 0,-1-1 0 0 0,3 4 0 0 0,-5-4 0 0 0,1 0 0 0 0,-1 0 0 0 0,1 0 0 0 0,-1 0 0 0 0,0 0 0 0 0,0 0 0 0 0,0 0 0 0 0,1 0 0 0 0,-1 0 0 0 0,0 0 0 0 0,0 0 0 0 0,0 1 0 0 0,0-1 0 0 0,-1 0 0 0 0,1 0 0 0 0,0 0 0 0 0,0 0 0 0 0,-1 0 0 0 0,1 0 0 0 0,-1 0 0 0 0,1 0 0 0 0,-1 0 0 0 0,1 0 0 0 0,-1 0 0 0 0,1-1 0 0 0,-1 1 0 0 0,0 0 0 0 0,1 0 0 0 0,-1 0 0 0 0,0-1 0 0 0,0 1 0 0 0,0 0 0 0 0,-1 0 0 0 0,-28 26-147 0 0,-1-1 0 0 0,-50 30 0 0 0,1 0-47 0 0,64-45 196 0 0,-34 29-30 0 0,46-37 41 0 0,1 0-1 0 0,0 0 1 0 0,0 0 0 0 0,0 0-1 0 0,1 1 1 0 0,-1-1-1 0 0,1 1 1 0 0,0 0-1 0 0,0 0 1 0 0,-3 8-1 0 0,5-11-14 0 0,0 0-1 0 0,0 0 0 0 0,0 1 0 0 0,0-1 1 0 0,0 0-1 0 0,0 0 0 0 0,0 0 1 0 0,0 0-1 0 0,1 1 0 0 0,-1-1 1 0 0,0 0-1 0 0,1 0 0 0 0,-1 0 1 0 0,1 0-1 0 0,0 0 0 0 0,-1 0 0 0 0,1 0 1 0 0,0 0-1 0 0,-1 0 0 0 0,1 0 1 0 0,0 0-1 0 0,0 0 0 0 0,0-1 1 0 0,0 1-1 0 0,0 0 0 0 0,0-1 1 0 0,0 1-1 0 0,0 0 0 0 0,0-1 0 0 0,0 1 1 0 0,0-1-1 0 0,0 0 0 0 0,1 1 1 0 0,-1-1-1 0 0,0 0 0 0 0,2 0 1 0 0,47 6-50 0 0,-46-6 62 0 0,115-4-10 0 0,-21-1 0 0 0,-101 10-12 0 0,-13 6-35 0 0,-18 10-49 0 0,27-17 79 0 0,-26 15-100 0 0,-55 40 1 0 0,80-52 114 0 0,0-1-1 0 0,0 1 1 0 0,1 1 0 0 0,0-1 0 0 0,0 1-1 0 0,1 1 1 0 0,0-1 0 0 0,1 1 0 0 0,0 0-1 0 0,0 0 1 0 0,-6 17 0 0 0,10-24 5 0 0,1 0-1 0 0,-1 0 1 0 0,1 0 0 0 0,0 0-1 0 0,-1 0 1 0 0,1 0 0 0 0,0 0 0 0 0,0 0-1 0 0,0 0 1 0 0,1 0 0 0 0,-1 0 0 0 0,0 0-1 0 0,1 0 1 0 0,-1 0 0 0 0,1 0-1 0 0,0 0 1 0 0,0 0 0 0 0,-1 0 0 0 0,1-1-1 0 0,3 4 1 0 0,-2-2-260 0 0,0-1 0 0 0,1 1 0 0 0,0-1 0 0 0,-1 0 0 0 0,1 0 0 0 0,0 0 0 0 0,0 0 0 0 0,1-1 0 0 0,-1 1 0 0 0,0-1-1 0 0,4 2 1 0 0,1-1-97 0 0,0 0 0 0 0,0 0 0 0 0,1-1 0 0 0,-1 0-1 0 0,0 0 1 0 0,0-1 0 0 0,1 0 0 0 0,-1-1 0 0 0,12-1-1 0 0,2-5 391 0 0,-21 7-66 0 0,-1-1 0 0 0,0 1 0 0 0,1 0 0 0 0,-1-1 0 0 0,1 1 0 0 0,-1 0 0 0 0,0 0 0 0 0,1 0 1 0 0,-1-1-1 0 0,1 1 0 0 0,-1 0 0 0 0,1 0 0 0 0,-1 0 0 0 0,1 0 0 0 0,-1 0 0 0 0,1 0 0 0 0,-1 0 0 0 0,0 0 0 0 0,1 0 0 0 0,-1 0 0 0 0,1 0 0 0 0,-1 0 1 0 0,1 0-1 0 0,-1 0 0 0 0,1 1 0 0 0,0-1 0 0 0,-10 23 2123 0 0,7-21-1467 0 0,1 1 0 0 0,0 0 0 0 0,1 0 0 0 0,-1 0 0 0 0,1 0 0 0 0,-1 0 0 0 0,1 0 0 0 0,0 0 0 0 0,0 0 0 0 0,0-1 0 0 0,0 1 0 0 0,0 0 0 0 0,1 0 0 0 0,0 0 0 0 0,-1 0 0 0 0,1 0 0 0 0,0 0 0 0 0,3 5 0 0 0,3 4 454 0 0,0 1 1 0 0,16 21-1 0 0,3 4-1121 0 0,-19-24 33 0 0,-1 1 1 0 0,0 0 0 0 0,-1 1 0 0 0,0-1 0 0 0,-2 1-1 0 0,4 32 1 0 0,-4 100-821 0 0,-4-68 336 0 0,51 597-4325 0 0,-11-351 4152 0 0,-5-64-831 0 0,-34-259 1402 0 0,2 5-348 0 0,-1 0 0 0 0,0 1-1 0 0,0-1 1 0 0,-1 1 0 0 0,0-1-1 0 0,-2 15 1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1:39.1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9352 1 10594 0 0,'-20'22'4744'0'0,"15"-17"-3202"0"0,1 0 1 0 0,-1 0-1 0 0,0 0 0 0 0,-11 8 0 0 0,-18 0-1106 0 0,-35-1-195 0 0,-1-3-1 0 0,1-3 1 0 0,-73-3 0 0 0,-4 0-249 0 0,-1611 138-795 0 0,1291-83 733 0 0,-127 13 76 0 0,-305 27-6 0 0,393-25-57 0 0,-3 0-209 0 0,172-15-202 0 0,-138 16 213 0 0,-73-11 243 0 0,218-20 14 0 0,-40-24 58 0 0,72-7-16 0 0,-313 0-188 0 0,347-38 518 0 0,59 2 101 0 0,158 21-482 0 0,0 3 1 0 0,-69 7-1 0 0,58 1-70 0 0,15-2 343 0 0,-64 2 1 0 0,92-8-434 0 0,0-1 1 0 0,0 0-1 0 0,0-1 0 0 0,0-1 1 0 0,1 0-1 0 0,-1 0 0 0 0,1-2 1 0 0,-21-9-1 0 0,-4-6-2755 0 0,22 11-2446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1:40.2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100 95 4145 0 0,'-7'-11'2323'0'0,"0"-1"1"0"0,0 1-1 0 0,-14-16 1 0 0,-4 7 5801 0 0,10 9-6796 0 0,15 10-1316 0 0,0 1 0 0 0,-1 0 0 0 0,1 0 0 0 0,0 0 0 0 0,-1-1 0 0 0,1 1 0 0 0,0 0 0 0 0,-1 0 0 0 0,1 0 0 0 0,0 0 0 0 0,-1-1 0 0 0,1 1 0 0 0,-1 0 0 0 0,1 0 0 0 0,0 0 0 0 0,-1 0 0 0 0,1 0-1 0 0,-1 0 1 0 0,1 0 0 0 0,0 0 0 0 0,-1 0 0 0 0,1 0 0 0 0,0 0 0 0 0,-1 0 0 0 0,1 1 0 0 0,-1-1 0 0 0,1 0 0 0 0,0 0 0 0 0,-1 0 0 0 0,1 0 0 0 0,0 1 0 0 0,-1-1 0 0 0,1 0 0 0 0,0 0 0 0 0,0 1 0 0 0,-1-1 0 0 0,0 5 128 0 0,0 0 1 0 0,0-1 0 0 0,0 1-1 0 0,1 0 1 0 0,0 0-1 0 0,0 0 1 0 0,0 5-1 0 0,1 7-83 0 0,-3 88 93 0 0,14 118 0 0 0,29 105-100 0 0,-18-152-114 0 0,66 305 48 0 0,-49-295 179 0 0,23 268-1 0 0,-55-291 101 0 0,18 209 379 0 0,19 292 199 0 0,-48-642-1434 0 0,3-21 484 0 0,-1-1 1 0 0,1 0-1 0 0,0 1 0 0 0,-1-1 0 0 0,1 1 0 0 0,0-1 0 0 0,-1 0 1 0 0,1 0-1 0 0,-1 1 0 0 0,1-1 0 0 0,-1 0 0 0 0,1 0 1 0 0,-1 1-1 0 0,1-1 0 0 0,0 0 0 0 0,-1 0 0 0 0,1 0 1 0 0,-1 0-1 0 0,1 0 0 0 0,-1 0 0 0 0,1 0 0 0 0,-1 0 0 0 0,1 0 1 0 0,-1 0-1 0 0,1 0 0 0 0,-1 0 0 0 0,1 0 0 0 0,-1 0 1 0 0,1 0-1 0 0,-1 0 0 0 0,1-1 0 0 0,-1 1 0 0 0,1 0 1 0 0,-1 0-1 0 0,1-1 0 0 0,-1 1 0 0 0,1 0 0 0 0,0 0 0 0 0,-1-1 1 0 0,1 1-1 0 0,-1-1 0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1:40.6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19 2761 0 0,'-19'-18'20012'0'0,"20"18"-19983"0"0,1 1-1 0 0,-1-1 1 0 0,1 1-1 0 0,-1 0 1 0 0,0 0 0 0 0,1-1-1 0 0,-1 1 1 0 0,0 0 0 0 0,0 0-1 0 0,1 0 1 0 0,-1 0 0 0 0,1 2-1 0 0,1 0 29 0 0,6 5 0 0 0,0 0 0 0 0,-1 1 0 0 0,1 1 0 0 0,-2-1 0 0 0,1 1 0 0 0,-2 1 0 0 0,1-1-1 0 0,9 23 1 0 0,-10-19-7 0 0,1-1 0 0 0,1 0 0 0 0,0-1 0 0 0,0 0-1 0 0,13 14 1 0 0,-9-15-50 0 0,-1 0 0 0 0,2-1 0 0 0,-1-1 0 0 0,1 0 0 0 0,1 0 0 0 0,-1-2 0 0 0,1 1 0 0 0,1-2 0 0 0,-1 0 0 0 0,1-1 0 0 0,1 0 0 0 0,-1-1 0 0 0,0-1 0 0 0,1 0 0 0 0,0-1 0 0 0,15 0 0 0 0,-25-3 39 0 0,0 0 0 0 0,0 0-1 0 0,0-1 1 0 0,0 0 0 0 0,0 0 0 0 0,-1 0 0 0 0,1 0-1 0 0,-1-1 1 0 0,0 0 0 0 0,0 0 0 0 0,0-1-1 0 0,0 1 1 0 0,0-1 0 0 0,-1 0 0 0 0,1-1 0 0 0,-1 1-1 0 0,0-1 1 0 0,6-9 0 0 0,5-9 255 0 0,-2 0 1 0 0,21-48-1 0 0,-29 60-274 0 0,4-9-32 0 0,-1-1 0 0 0,10-38 0 0 0,-13 33-328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1:41.7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133 249 5985 0 0,'-30'-46'4380'0'0,"26"37"-3648"0"0,-1 1 0 0 0,0 0 0 0 0,0 0 0 0 0,-1 0 0 0 0,0 1 0 0 0,0 0 0 0 0,-1 0 0 0 0,0 0 0 0 0,0 1 0 0 0,-15-10 0 0 0,11 10 331 0 0,-1-2 1334 0 0,13 7-2338 0 0,-1 1-1 0 0,1-1 1 0 0,-1 0-1 0 0,1 1 1 0 0,0-1-1 0 0,-1 1 0 0 0,1-1 1 0 0,0 1-1 0 0,-1-1 1 0 0,1 1-1 0 0,0-1 1 0 0,0 1-1 0 0,0 0 0 0 0,-1 0 1 0 0,1-1-1 0 0,0 1 1 0 0,0 0-1 0 0,2-1 385 0 0,17 36-314 0 0,-16-28-129 0 0,-1 0 0 0 0,1 0 0 0 0,0 0 0 0 0,0-1 0 0 0,1 1 0 0 0,0-1 0 0 0,0 0 0 0 0,1-1 0 0 0,-1 1 0 0 0,1-1 0 0 0,12 8 0 0 0,2 0 0 0 0,-1-1 0 0 0,39 17 0 0 0,-8-9 18 0 0,-34-15-8 0 0,-1 1 0 0 0,0 0 0 0 0,-1 2 0 0 0,1-1 0 0 0,-2 2 0 0 0,15 10 0 0 0,-27-18-4 0 0,0-1 0 0 0,-1 1 0 0 0,1-1 0 0 0,0 1 0 0 0,0-1 0 0 0,0 0 0 0 0,-1 1-1 0 0,1-1 1 0 0,0 0 0 0 0,0 1 0 0 0,0-1 0 0 0,0 0 0 0 0,0 0 0 0 0,0 0 0 0 0,0 0 0 0 0,0 0 0 0 0,-1 0 0 0 0,1 0 0 0 0,0 0 0 0 0,0 0-1 0 0,0-1 1 0 0,0 1 0 0 0,1-1 0 0 0,21-15 317 0 0,12-30 243 0 0,-33 44-557 0 0,20-37-184 0 0,-2-1 0 0 0,-1-1 0 0 0,-3 0 0 0 0,16-59 0 0 0,-26 82-382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1:42.2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 1 9674 0 0,'-3'0'580'0'0,"0"1"0"0"0,1 0 0 0 0,-1-1 0 0 0,1 1 0 0 0,-1 0 0 0 0,0 0 0 0 0,1 1 0 0 0,0-1 0 0 0,-1 0 0 0 0,1 1 0 0 0,0-1 0 0 0,0 1 0 0 0,-3 3 0 0 0,4-3-340 0 0,0 0-1 0 0,0 0 0 0 0,0 0 0 0 0,0 0 1 0 0,1 0-1 0 0,-1 1 0 0 0,1-1 1 0 0,-1 0-1 0 0,1 0 0 0 0,0 0 0 0 0,0 1 1 0 0,0-1-1 0 0,0 0 0 0 0,0 0 0 0 0,1 1 1 0 0,0 2-1 0 0,62 297 656 0 0,-26-143-23 0 0,19 210 0 0 0,-56-360-950 0 0,1 0 0 0 0,0 1 1 0 0,1-1-1 0 0,0 0 0 0 0,0 0 0 0 0,1 0 0 0 0,0 0 0 0 0,1 0 0 0 0,5 10 0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1:42.5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58 119 3225 0 0,'-12'3'570'0'0,"-32"1"6539"0"0,44-4-6966 0 0,0-1 0 0 0,-1 1 0 0 0,1 0 0 0 0,0-1 0 0 0,0 1 0 0 0,0 0 0 0 0,0-1 0 0 0,0 1 1 0 0,0-1-1 0 0,0 1 0 0 0,0 0 0 0 0,0-1 0 0 0,4-6 3148 0 0,-4 6-3148 0 0,0 1 0 0 0,1 0 0 0 0,-1 0 0 0 0,0 0 1 0 0,1 0-1 0 0,14-12 1226 0 0,2 1-53 0 0,74-44 1859 0 0,-80 49-3118 0 0,1 0-1 0 0,-1 2 1 0 0,1-1 0 0 0,0 1-1 0 0,0 1 1 0 0,15-3-1 0 0,-24 6-289 0 0,0 0 1 0 0,-1-1-1 0 0,1 1 0 0 0,0 0 0 0 0,0 1 1 0 0,0-1-1 0 0,0 1 0 0 0,3 0 0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1:42.7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55 13043 0 0,'54'-8'1469'0'0,"49"-10"4431"0"0,-34-3-7652 0 0,-57 17 1531 0 0,2 0 194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1:43.1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 12899 0 0,'-5'4'5055'0'0,"5"-4"-4962"0"0,0 20 2579 0 0,6 32-1188 0 0,-4-40-1160 0 0,4 59-2 0 0,-2 91-1 0 0,-4-115-418 0 0,-1-41-101 0 0,1 0 0 0 0,1 1 0 0 0,-1-1 1 0 0,1 0-1 0 0,0 0 0 0 0,0 0 0 0 0,1 0 0 0 0,3 8 1 0 0,1-5-1148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1:43.3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22 9674 0 0,'-1'-1'-126'0'0,"1"-13"5685"0"0,4 12-5301 0 0,-2 2-203 0 0,2-1-342 0 0,-1 0-1 0 0,0 0 1 0 0,0 0-1 0 0,1 1 1 0 0,-1-1-1 0 0,1 1 0 0 0,-1 0 1 0 0,0 0-1 0 0,1 0 1 0 0,-1 1-1 0 0,0-1 1 0 0,1 1-1 0 0,5 2 0 0 0,5 4-136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1:44.0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3 124 6449 0 0,'-1'-6'869'0'0,"1"0"0"0"0,-1 0-1 0 0,1 0 1 0 0,0 0 0 0 0,0 0-1 0 0,1 0 1 0 0,1-8 0 0 0,-2 13-735 0 0,0 0 0 0 0,1 0 0 0 0,-1 0 0 0 0,0 0 0 0 0,0 0 0 0 0,1 1 1 0 0,-1-1-1 0 0,1 0 0 0 0,-1 0 0 0 0,1 0 0 0 0,-1 0 0 0 0,1 0 0 0 0,0 0 0 0 0,-1 1 0 0 0,1-1 0 0 0,0 0 1 0 0,0 1-1 0 0,-1-1 0 0 0,1 0 0 0 0,0 1 0 0 0,0-1 0 0 0,0 1 0 0 0,0-1 0 0 0,0 1 0 0 0,0 0 1 0 0,0-1-1 0 0,0 1 0 0 0,0 0 0 0 0,0-1 0 0 0,0 1 0 0 0,0 0 0 0 0,0 0 0 0 0,0 0 0 0 0,0 0 1 0 0,0 0-1 0 0,0 0 0 0 0,0 1 0 0 0,0-1 0 0 0,0 0 0 0 0,0 0 0 0 0,0 1 0 0 0,0-1 0 0 0,0 1 0 0 0,0-1 1 0 0,0 1-1 0 0,0-1 0 0 0,-1 1 0 0 0,1-1 0 0 0,0 1 0 0 0,0 0 0 0 0,1 1 0 0 0,5 3-22 0 0,-1 0 0 0 0,1 1-1 0 0,-1 0 1 0 0,0 0-1 0 0,-1 1 1 0 0,1 0 0 0 0,6 12-1 0 0,29 56 707 0 0,-35-63-792 0 0,5 16-128 0 0,0 1 0 0 0,-2 0 0 0 0,-1 0-1 0 0,-2 1 1 0 0,-1 0 0 0 0,3 48 0 0 0,-8-75 101 0 0,1-49-268 0 0,3 1-1 0 0,1 0 1 0 0,15-57 0 0 0,-14 75 574 0 0,2-1 0 0 0,19-45 0 0 0,-24 66-252 0 0,0 1 0 0 0,0 0 0 0 0,0 0 0 0 0,1 0 1 0 0,0 0-1 0 0,0 1 0 0 0,0-1 0 0 0,1 1 1 0 0,0 0-1 0 0,0 1 0 0 0,0-1 0 0 0,0 1 1 0 0,1 0-1 0 0,0 0 0 0 0,0 1 0 0 0,0-1 0 0 0,8-2 1 0 0,-11 5-25 0 0,0 1 0 0 0,0 0 0 0 0,0 0 0 0 0,0 0 0 0 0,-1 0 0 0 0,1 0 0 0 0,0 1 0 0 0,0 0 0 0 0,0-1 0 0 0,0 1 1 0 0,0 0-1 0 0,-1 0 0 0 0,1 0 0 0 0,0 1 0 0 0,-1-1 0 0 0,1 1 0 0 0,-1-1 0 0 0,0 1 0 0 0,1 0 0 0 0,-1 0 0 0 0,0 0 0 0 0,0 0 0 0 0,3 5 0 0 0,6 6 36 0 0,0 1-1 0 0,15 28 0 0 0,-20-31-74 0 0,15 26 206 0 0,-8-13 16 0 0,1 1 1 0 0,2-2 0 0 0,0 0 0 0 0,1-1-1 0 0,36 36 1 0 0,-51-57-204 0 0,0 1 0 0 0,0 0 0 0 0,1-1 0 0 0,-1 1 1 0 0,0-1-1 0 0,1 0 0 0 0,-1 0 0 0 0,1 0 0 0 0,0 0 0 0 0,-1 0 0 0 0,1-1 0 0 0,0 1 0 0 0,0-1 0 0 0,-1 0 0 0 0,1 1 0 0 0,5-2 0 0 0,-2 0-50 0 0,-1 0 0 0 0,1 0 0 0 0,0-1-1 0 0,-1 0 1 0 0,1 0 0 0 0,-1 0-1 0 0,6-4 1 0 0,17-11-327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1:45.9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 41 8290 0 0,'-4'-11'3146'0'0,"-10"-18"6012"0"0,13 29-9097 0 0,1 0 0 0 0,0 0 1 0 0,0 0-1 0 0,0 0 0 0 0,0 0 0 0 0,0-1 0 0 0,-1 1 0 0 0,1 0 0 0 0,0 0 0 0 0,0 0 1 0 0,0 0-1 0 0,0 0 0 0 0,-1 0 0 0 0,1 0 0 0 0,0 0 0 0 0,0 0 0 0 0,0 0 0 0 0,-3 2 1040 0 0,3-2-1040 0 0,-6 20 275 0 0,4 7-220 0 0,1 0 0 0 0,2 0 1 0 0,0 0-1 0 0,7 35 0 0 0,-1-3 3 0 0,5 50 7 0 0,5 0-1 0 0,52 181 1 0 0,-56-250-311 0 0,-2 0-1 0 0,-2 0 1 0 0,-1 1 0 0 0,-2 0-1 0 0,-2 1 1 0 0,-1-1 0 0 0,-5 57-1 0 0,-1-63-2188 0 0,3-29 990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1:46.3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86 129 6449 0 0,'-13'-2'-37'0'0,"-30"-6"2300"0"0,38 7-1287 0 0,0-1 0 0 0,1 1 0 0 0,-1-1 0 0 0,1 0 0 0 0,0 0 0 0 0,1-11 3916 0 0,31 1-3684 0 0,-26 11-972 0 0,41-18 367 0 0,-16 6-219 0 0,0 2 1 0 0,1 0-1 0 0,0 2 0 0 0,42-8 0 0 0,-62 16-611 0 0,0 0-1 0 0,1 0 1 0 0,-1 1-1 0 0,0 0 1 0 0,0 1-1 0 0,1 0 1 0 0,-1 0 0 0 0,0 1-1 0 0,0 0 1 0 0,0 0-1 0 0,0 1 1 0 0,-1 0-1 0 0,1 0 1 0 0,-1 1-1 0 0,0 0 1 0 0,1 0-1 0 0,-2 1 1 0 0,1 0 0 0 0,-1 0-1 0 0,11 11 1 0 0,3 6-3349 0 0,22 32 1 0 0,-28-34 3505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1:46.6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0 204 10138 0 0,'49'-28'7349'0'0,"20"-24"-3138"0"0,-30 22-3398 0 0,-6 5-889 0 0,15-11 191 0 0,-15 15-6323 0 0,-13 10-812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1:47.3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187 124 8754 0 0,'-37'-32'8069'0'0,"31"28"-7304"0"0,0 0 0 0 0,-1 0 0 0 0,0 0 1 0 0,-12-4-1 0 0,17 7-720 0 0,0 0-1 0 0,-1 0 1 0 0,1 1 0 0 0,0-1-1 0 0,-1 0 1 0 0,1 1 0 0 0,0 0 0 0 0,-1 0-1 0 0,1 0 1 0 0,-1 0 0 0 0,1 0 0 0 0,-1 0-1 0 0,1 1 1 0 0,0-1 0 0 0,-1 1 0 0 0,1-1-1 0 0,0 1 1 0 0,-1 0 0 0 0,1 0 0 0 0,0 0-1 0 0,0 0 1 0 0,0 0 0 0 0,0 1-1 0 0,0-1 1 0 0,0 1 0 0 0,0-1 0 0 0,0 1-1 0 0,1 0 1 0 0,-1 0 0 0 0,1 0 0 0 0,-1 0-1 0 0,1 0 1 0 0,0 0 0 0 0,-1 0 0 0 0,1 0-1 0 0,0 0 1 0 0,-1 5 0 0 0,-4 9-33 0 0,1 0 0 0 0,0 1 0 0 0,2-1 0 0 0,0 1 0 0 0,0 0 0 0 0,2 0 0 0 0,0 0 0 0 0,1 0 0 0 0,0 0 0 0 0,2 0 0 0 0,5 29 1 0 0,-5-38-16 0 0,1-1 0 0 0,-1 1 1 0 0,1-1-1 0 0,0 1 0 0 0,1-1 1 0 0,0 0-1 0 0,0-1 0 0 0,0 1 1 0 0,1-1-1 0 0,0 0 1 0 0,10 10-1 0 0,-9-11-14 0 0,-1-1 1 0 0,1-1-1 0 0,-1 1 1 0 0,1-1 0 0 0,0 0-1 0 0,0-1 1 0 0,1 1-1 0 0,-1-1 1 0 0,1 0-1 0 0,-1-1 1 0 0,1 1-1 0 0,-1-1 1 0 0,1-1-1 0 0,0 1 1 0 0,11-2-1 0 0,-14 1-44 0 0,1 0 0 0 0,-1 0 0 0 0,0-1 0 0 0,1 0 0 0 0,-1 0 0 0 0,0 0-1 0 0,0 0 1 0 0,0-1 0 0 0,0 0 0 0 0,0 1 0 0 0,0-2 0 0 0,0 1 0 0 0,5-4 0 0 0,-7 4 29 0 0,0-1 1 0 0,0 1-1 0 0,0 0 1 0 0,0 0-1 0 0,0-1 1 0 0,-1 1-1 0 0,0-1 1 0 0,1 0-1 0 0,-1 1 1 0 0,0-1 0 0 0,0 0-1 0 0,0 0 1 0 0,-1 0-1 0 0,1 0 1 0 0,-1 0-1 0 0,1 1 1 0 0,-1-1-1 0 0,0 0 1 0 0,0 0-1 0 0,-1-5 1 0 0,-6-35 573 0 0,-3 1 0 0 0,-1 0 1 0 0,-24-58-1 0 0,13 39-417 0 0,-3-4-620 0 0,11 39-5418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1:47.8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19 15203 0 0,'0'-1'216'0'0,"0"0"0"0"0,1 0-1 0 0,-1 0 1 0 0,1 0 0 0 0,-1 0-1 0 0,1 0 1 0 0,0 0 0 0 0,-1 0-1 0 0,1 0 1 0 0,0 0 0 0 0,0 0-1 0 0,-1 1 1 0 0,1-1 0 0 0,0 0 0 0 0,0 1-1 0 0,0-1 1 0 0,0 0 0 0 0,0 1-1 0 0,0-1 1 0 0,0 1 0 0 0,2-1-1 0 0,-2 1-134 0 0,-1 0 0 0 0,1 0 0 0 0,0 1 0 0 0,0-1-1 0 0,0 0 1 0 0,-1 1 0 0 0,1-1 0 0 0,0 1 0 0 0,-1-1 0 0 0,1 1-1 0 0,0-1 1 0 0,-1 1 0 0 0,1-1 0 0 0,0 1 0 0 0,-1-1 0 0 0,1 1-1 0 0,-1 0 1 0 0,1-1 0 0 0,-1 1 0 0 0,1 0 0 0 0,-1 1 0 0 0,5 7 18 0 0,-2 0 1 0 0,1 0 0 0 0,2 16 0 0 0,-5-23-45 0 0,6 30-7 0 0,-1-7 12 0 0,17 48 0 0 0,-21-66-95 0 0,2 0 0 0 0,-1-1-1 0 0,1 1 1 0 0,0-1-1 0 0,0 1 1 0 0,1-1 0 0 0,0-1-1 0 0,0 1 1 0 0,0-1-1 0 0,1 1 1 0 0,7 4 0 0 0,-12-9-18 0 0,0 0 0 0 0,0 0 0 0 0,0-1 0 0 0,0 1 0 0 0,1-1 0 0 0,-1 1 0 0 0,0-1 0 0 0,1 1 0 0 0,-1-1 0 0 0,0 1 0 0 0,1-1 0 0 0,-1 0 0 0 0,0 0 0 0 0,1 0 0 0 0,-1 0 0 0 0,1 0 0 0 0,-1 0 0 0 0,0 0 0 0 0,1-1 0 0 0,-1 1 0 0 0,0 0 0 0 0,3-1 0 0 0,-2-1-112 0 0,1 1 0 0 0,-1-1 0 0 0,1 1 1 0 0,-1-1-1 0 0,0 0 0 0 0,0 0 0 0 0,0 0 0 0 0,0 0 0 0 0,0-1 0 0 0,2-2 0 0 0,3-7-431 0 0,0 0 0 0 0,-1-1 0 0 0,7-19 0 0 0,-12 29 605 0 0,20-68-671 0 0,-17 51 1480 0 0,2 0 0 0 0,16-37 0 0 0,-22 57-655 0 0,1 0 0 0 0,0 0-1 0 0,0 1 1 0 0,-1-1 0 0 0,1 0-1 0 0,0 1 1 0 0,0-1 0 0 0,-1 1-1 0 0,1-1 1 0 0,0 1 0 0 0,-1-1 0 0 0,1 1-1 0 0,-1-1 1 0 0,1 1 0 0 0,-1 0-1 0 0,1-1 1 0 0,-1 1 0 0 0,1 0-1 0 0,-1-1 1 0 0,1 1 0 0 0,-1 0-1 0 0,1 1 1 0 0,17 26 153 0 0,-16-25-142 0 0,51 99-33 0 0,-36-67-2524 0 0,32 50 1 0 0,-36-68-4229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1:48.0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8754 0 0,'1'6'9192'0'0,"10"19"-5507"0"0,7 16-3018 0 0,-2 1 0 0 0,-2 1 0 0 0,9 48 0 0 0,16 137-399 0 0,-24-129-650 0 0,29 107-1 0 0,-15-117-2341 0 0,-21-66-4903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1:48.2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0 263 4609 0 0,'47'-17'8867'0'0,"0"1"-3671"0"0,-11 5-3486 0 0,-2-1 0 0 0,53-27 0 0 0,-57 21-2034 0 0,0-1-1 0 0,-2-1 0 0 0,0-2 0 0 0,42-41 0 0 0,-47 37-7642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1:56.2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 11 8290 0 0,'-23'-11'13200'0'0,"27"15"-13059"0"0,1 1 1 0 0,-2-1 0 0 0,1 1-1 0 0,-1 0 1 0 0,1 0-1 0 0,-1 0 1 0 0,-1 0-1 0 0,1 0 1 0 0,-1 1-1 0 0,0-1 1 0 0,3 10 0 0 0,11 69 153 0 0,-14-69-166 0 0,13 128 272 0 0,7 40-270 0 0,-16-157-120 0 0,0 0-1 0 0,2 0 0 0 0,0-1 1 0 0,24 47-1 0 0,-19-49-34 0 0,-8-15-160 0 0,0 0 0 0 0,-1 0 1 0 0,1 1-1 0 0,-2-1 0 0 0,1 1 0 0 0,3 16 0 0 0,-7-20-697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1:56.8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34 346 456 0 0,'-4'-4'275'0'0,"0"-1"1"0"0,1 1-1 0 0,0-1 0 0 0,0 0 0 0 0,1 0 0 0 0,-1 0 1 0 0,1 0-1 0 0,0 0 0 0 0,0 0 0 0 0,1-1 0 0 0,-2-8 1 0 0,2 4 716 0 0,0-1 0 0 0,1 0 1 0 0,1 0-1 0 0,-1 1 0 0 0,4-13 1 0 0,-2 12-38 0 0,1 0 1 0 0,0 1-1 0 0,1-1 1 0 0,0 1-1 0 0,1 0 1 0 0,0 0-1 0 0,1 0 1 0 0,0 0-1 0 0,0 1 1 0 0,13-14 0 0 0,-9 12-295 0 0,1 0 0 0 0,1 0 1 0 0,25-17-1 0 0,-35 26-654 0 0,0 1 0 0 0,0-1 0 0 0,1 1 0 0 0,-1-1 0 0 0,0 1 0 0 0,1 0 0 0 0,-1 0 0 0 0,1 0 1 0 0,0 0-1 0 0,-1 0 0 0 0,1 1 0 0 0,0-1 0 0 0,-1 1 0 0 0,1-1 0 0 0,0 1 0 0 0,-1 0 0 0 0,1 0 0 0 0,0 1 0 0 0,0-1 0 0 0,-1 0 0 0 0,1 1 0 0 0,0 0 1 0 0,-1-1-1 0 0,1 1 0 0 0,-1 0 0 0 0,1 1 0 0 0,-1-1 0 0 0,1 0 0 0 0,-1 1 0 0 0,0-1 0 0 0,1 1 0 0 0,-1 0 0 0 0,0-1 0 0 0,0 1 0 0 0,-1 0 0 0 0,1 0 0 0 0,0 1 1 0 0,0-1-1 0 0,-1 0 0 0 0,0 0 0 0 0,1 1 0 0 0,0 2 0 0 0,2 3-17 0 0,0 1-1 0 0,-1-1 1 0 0,0 1 0 0 0,0 0-1 0 0,-1 0 1 0 0,-1 0 0 0 0,1 0-1 0 0,-1 0 1 0 0,-1 0 0 0 0,1 0-1 0 0,-3 14 1 0 0,-2-1-55 0 0,-1-1 0 0 0,-1 0 0 0 0,-1 0 0 0 0,0 0 0 0 0,-12 19 0 0 0,-58 94-534 0 0,23-43 416 0 0,53-90 186 0 0,1-1 0 0 0,-1 1 1 0 0,1-1-1 0 0,0 1 0 0 0,-1-1 1 0 0,1 1-1 0 0,0-1 0 0 0,0 1 1 0 0,-1-1-1 0 0,1 1 0 0 0,0-1 1 0 0,0 1-1 0 0,0-1 0 0 0,0 1 1 0 0,0 0-1 0 0,0-1 0 0 0,0 1 1 0 0,0-1-1 0 0,0 1 0 0 0,0-1 1 0 0,0 1-1 0 0,0 0 0 0 0,0-1 1 0 0,0 1-1 0 0,0-1 0 0 0,1 1 1 0 0,-1-1-1 0 0,0 1 0 0 0,0-1 1 0 0,1 1-1 0 0,-1-1 0 0 0,0 1 1 0 0,1 0-1 0 0,0-1 15 0 0,1 1 1 0 0,-1-1-1 0 0,0 1 0 0 0,1-1 1 0 0,-1 0-1 0 0,0 1 0 0 0,1-1 1 0 0,-1 0-1 0 0,0 0 0 0 0,1 0 1 0 0,-1 0-1 0 0,0 0 0 0 0,2 0 1 0 0,42-11 427 0 0,-5-1-263 0 0,0 2 0 0 0,1 1 1 0 0,0 3-1 0 0,1 1 0 0 0,-1 1 0 0 0,1 3 1 0 0,0 2-1 0 0,-1 1 0 0 0,60 11 0 0 0,-96-12-183 0 0,-1-1 0 0 0,0 1 0 0 0,0 0 0 0 0,1 1 0 0 0,-1-1 0 0 0,0 1 0 0 0,0 0 0 0 0,5 3 0 0 0,-7-4 0 0 0,0 1 0 0 0,-1 0 0 0 0,1 0 0 0 0,0 0 0 0 0,-1 0 0 0 0,1 0 0 0 0,-1 0 0 0 0,1 0 0 0 0,-1 0 0 0 0,0 1 0 0 0,0-1 0 0 0,0 1 0 0 0,0-1 0 0 0,0 5 0 0 0,0-7-75 0 0,-1 1 0 0 0,0-1 0 0 0,0 0 0 0 0,0 0 0 0 0,0 1 0 0 0,1-1 0 0 0,-1 0 0 0 0,0 0 0 0 0,0 1 0 0 0,1-1 0 0 0,-1 0-1 0 0,0 0 1 0 0,0 0 0 0 0,1 0 0 0 0,-1 1 0 0 0,0-1 0 0 0,1 0 0 0 0,-1 0 0 0 0,0 0 0 0 0,1 0 0 0 0,-1 0 0 0 0,0 0 0 0 0,1 0 0 0 0,-1 0 0 0 0,0 0 0 0 0,1 0-1 0 0,-1 0 1 0 0,0 0 0 0 0,1 0 0 0 0,-1 0 0 0 0,0 0 0 0 0,0 0 0 0 0,1 0 0 0 0,-1 0 0 0 0,0 0 0 0 0,1 0 0 0 0,-1-1 0 0 0,0 1 0 0 0,1 0 0 0 0,-1 0 0 0 0,1-1 0 0 0,19-10-5645 0 0,-5 2 3011 0 0,-9 8 2656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1:57.1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91 3825 0 0,'0'-4'402'0'0,"-1"0"0"0"0,1-1 0 0 0,0 1 1 0 0,0 0-1 0 0,0 0 0 0 0,2-8 0 0 0,-1 9 330 0 0,0 0-1 0 0,0 0 0 0 0,0 0 0 0 0,0-1 0 0 0,0 1 0 0 0,1 0 0 0 0,-1 1 1 0 0,1-1-1 0 0,0 0 0 0 0,0 0 0 0 0,0 1 0 0 0,5-5 0 0 0,-6 6-371 0 0,1 0 1 0 0,-1-1-1 0 0,1 1 0 0 0,0 0 0 0 0,0 0 0 0 0,0 1 0 0 0,-1-1 1 0 0,1 0-1 0 0,0 0 0 0 0,0 1 0 0 0,0-1 0 0 0,0 1 0 0 0,0 0 1 0 0,0 0-1 0 0,0-1 0 0 0,0 1 0 0 0,0 1 0 0 0,0-1 0 0 0,0 0 1 0 0,3 1-1 0 0,-2 0-424 0 0,0 0 1 0 0,0 0-1 0 0,0 0 0 0 0,0 1 1 0 0,0 0-1 0 0,0-1 1 0 0,0 1-1 0 0,-1 0 1 0 0,5 5-1 0 0,3 3 186 0 0,-1 0-1 0 0,0 1 1 0 0,0 1 0 0 0,-2-1 0 0 0,1 2-1 0 0,-1-1 1 0 0,7 19 0 0 0,29 99 142 0 0,-21-59-63 0 0,-6-27-183 0 0,22 46-1 0 0,-31-76-11 0 0,0-1-1 0 0,1 0 0 0 0,1 0 0 0 0,0 0 1 0 0,0-2-1 0 0,1 1 0 0 0,16 14 0 0 0,-25-25-33 0 0,0 0 0 0 0,0-1-1 0 0,0 1 1 0 0,1 0 0 0 0,-1 0-1 0 0,0-1 1 0 0,0 1 0 0 0,1-1-1 0 0,-1 1 1 0 0,0-1 0 0 0,1 1 0 0 0,-1-1-1 0 0,1 0 1 0 0,-1 0 0 0 0,0 0-1 0 0,1 0 1 0 0,-1 0 0 0 0,1 0-1 0 0,-1 0 1 0 0,0 0 0 0 0,1 0-1 0 0,-1-1 1 0 0,1 1 0 0 0,-1-1-1 0 0,0 1 1 0 0,1-1 0 0 0,-1 1-1 0 0,0-1 1 0 0,0 0 0 0 0,2 0 0 0 0,0-2-77 0 0,1 0 0 0 0,-1 0 0 0 0,0 0 1 0 0,0 0-1 0 0,0-1 0 0 0,0 1 0 0 0,-1-1 1 0 0,3-5-1 0 0,4-8 85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1:58.2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12 9674 0 0,'-12'-12'11739'0'0,"9"24"-11595"0"0,1-1 1 0 0,0 0 0 0 0,1 1 0 0 0,0-1 0 0 0,2 23 0 0 0,10 69 65 0 0,-4-45-151 0 0,55 480 123 0 0,-50-470-222 0 0,-7-44-56 0 0,-1 1 0 0 0,-1 0 0 0 0,-1 42 0 0 0,-2-66-313 0 0,-1 10 242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1:58.5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113 97 5529 0 0,'-31'-34'2135'0'0,"-22"-2"5453"0"0,24 18-4052 0 0,34 16-3221 0 0,-1 0 1 0 0,1 1-1 0 0,0 0 0 0 0,0 0 1 0 0,0 0-1 0 0,6 0 0 0 0,21 2-286 0 0,0 2-1 0 0,1 1 1 0 0,-1 1 0 0 0,-1 2 0 0 0,58 19-1 0 0,-47-4-1602 0 0,-27-9-3667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1:58.8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19 9218 0 0,'4'0'882'0'0,"0"0"0"0"0,0-1 0 0 0,0 1 1 0 0,0-1-1 0 0,-1 1 0 0 0,1-1 0 0 0,7-3 0 0 0,-5 2-1 0 0,10-1 540 0 0,0 0 0 0 0,29-1 1 0 0,-25 4-1356 0 0,-1 1 1 0 0,1 1-1 0 0,35 8 1 0 0,-4-2-1941 0 0,-32-6-5239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1:59.1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3 14915 0 0,'-2'-3'5869'0'0,"0"20"-4658"0"0,19 64-206 0 0,-11-61-767 0 0,5 40 1 0 0,11 83 31 0 0,-12-85-2370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2:00.0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67 8266 0 0,'-3'-43'2334'0'0,"3"41"-1685"0"0,-1 0 0 0 0,1 0 0 0 0,0 0 0 0 0,-1 1 0 0 0,0-1 0 0 0,1 0 0 0 0,-1 0 1 0 0,0 0-1 0 0,0 0 0 0 0,-2-2 0 0 0,5 13 2645 0 0,2 13-2882 0 0,-3-16-281 0 0,49 162 436 0 0,40 151-106 0 0,-56-182-445 0 0,-5 1 0 0 0,13 186 0 0 0,-50-27 60 0 0,-3-76 11 0 0,12-190-87 0 0,2 1 0 0 0,7 41 0 0 0,-8-68-1001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2:00.6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50 256 920 0 0,'-5'-3'794'0'0,"1"0"-1"0"0,1-1 1 0 0,-1 0-1 0 0,0 1 1 0 0,1-2-1 0 0,0 1 1 0 0,0 0-1 0 0,0 0 1 0 0,0-1-1 0 0,1 0 1 0 0,0 1-1 0 0,-3-9 1 0 0,-1-15 8517 0 0,6 31-9101 0 0,1 0 1 0 0,0 0-1 0 0,0 0 0 0 0,0 0 1 0 0,0-1-1 0 0,0 1 0 0 0,0 0 0 0 0,1 0 1 0 0,2 4-1 0 0,-3-6-135 0 0,11 18-75 0 0,1 0 0 0 0,0-2 0 0 0,1 1 0 0 0,30 27 0 0 0,-14-14 0 0 0,-9-8 0 0 0,-6-6 0 0 0,1-1 0 0 0,29 24 0 0 0,-39-35 0 0 0,1-1 0 0 0,-1 0 0 0 0,1-1 0 0 0,0 1 0 0 0,0-1 0 0 0,0 0 0 0 0,1-1 0 0 0,-1 0 0 0 0,1 0 0 0 0,-1-1 0 0 0,15 2 0 0 0,-15-3 15 0 0,0 0 0 0 0,1 0-1 0 0,-1-1 1 0 0,0 0 0 0 0,1 0 0 0 0,-1 0 0 0 0,0-1 0 0 0,0 0-1 0 0,0-1 1 0 0,0 1 0 0 0,-1-1 0 0 0,1-1 0 0 0,-1 1 0 0 0,1-1-1 0 0,10-9 1 0 0,-5 1 166 0 0,0 0-1 0 0,-1-1 1 0 0,-1 0-1 0 0,0-1 1 0 0,15-28-1 0 0,28-39 425 0 0,-34 53-508 0 0,-2 1 0 0 0,0-2-1 0 0,20-48 1 0 0,-14-6-2691 0 0,-21 72 1820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2:03.0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72 37 5529 0 0,'-5'-2'33'0'0,"-34"-10"4844"0"0,37 11-4410 0 0,0 0 0 0 0,0 0 0 0 0,0 0 0 0 0,1 0 0 0 0,-1 0 0 0 0,0 0 0 0 0,0 0 0 0 0,1 0 0 0 0,-1-1 0 0 0,1 1 0 0 0,-1 0 0 0 0,1-1 0 0 0,-1 0 0 0 0,1 1 0 0 0,-2-3-1 0 0,12 18 3179 0 0,10 17-3239 0 0,1 19-130 0 0,-2 1 0 0 0,19 94 0 0 0,3 110-12 0 0,-36-226-224 0 0,0 1 50 0 0,1 38-1 0 0,-5-61-132 0 0,0-1-1 0 0,-1 1 0 0 0,1 0 0 0 0,-1 0 1 0 0,0 0-1 0 0,-1 0 0 0 0,0 0 0 0 0,0-1 1 0 0,-1 1-1 0 0,1-1 0 0 0,-5 7 1 0 0,3-7-659 0 0,-2-3-211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2:03.5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19 264 2761 0 0,'-3'-5'520'0'0,"0"0"0"0"0,1 0-1 0 0,0-1 1 0 0,0 1 0 0 0,0-1 0 0 0,1 1 0 0 0,0-1 0 0 0,0 0 0 0 0,0 1 0 0 0,1-1 0 0 0,0 0 0 0 0,0 0 0 0 0,0 1 0 0 0,1-1 0 0 0,2-8 0 0 0,-1 5 72 0 0,1 1 0 0 0,0 0 0 0 0,0 0 0 0 0,1 0 0 0 0,0 1 0 0 0,1-1 0 0 0,-1 1-1 0 0,1 0 1 0 0,11-12 0 0 0,-9 12-299 0 0,0 0 1 0 0,0 0-1 0 0,1 0 0 0 0,0 1 0 0 0,0 1 0 0 0,0-1 0 0 0,1 1 0 0 0,0 1 0 0 0,0 0 0 0 0,0 0 0 0 0,0 0 0 0 0,0 1 0 0 0,1 1 0 0 0,0 0 1 0 0,-1 0-1 0 0,1 0 0 0 0,0 2 0 0 0,0-1 0 0 0,10 2 0 0 0,-17-1-291 0 0,0 0-1 0 0,-1 0 1 0 0,1 1 0 0 0,0 0 0 0 0,-1-1-1 0 0,1 1 1 0 0,-1 0 0 0 0,1 0-1 0 0,-1 1 1 0 0,0-1 0 0 0,1 0 0 0 0,-1 1-1 0 0,0 0 1 0 0,0-1 0 0 0,0 1 0 0 0,0 0-1 0 0,0 0 1 0 0,0 0 0 0 0,-1 0-1 0 0,1 0 1 0 0,1 3 0 0 0,-1-1 1 0 0,-1 0 0 0 0,0 0 1 0 0,0 0-1 0 0,0 0 0 0 0,0 0 0 0 0,-1 1 1 0 0,0-1-1 0 0,1 0 0 0 0,-1 0 0 0 0,-1 0 0 0 0,1 1 1 0 0,-2 4-1 0 0,-3 10 6 0 0,0-1 1 0 0,-1 1 0 0 0,-1-1-1 0 0,-15 26 1 0 0,-30 39-10 0 0,34-56 0 0 0,-17 32 0 0 0,34-57 4 0 0,0 0-1 0 0,0-1 1 0 0,0 1-1 0 0,0 0 1 0 0,1-1 0 0 0,-1 1-1 0 0,1 0 1 0 0,0 0 0 0 0,-1-1-1 0 0,1 1 1 0 0,0 0-1 0 0,0 0 1 0 0,0 0 0 0 0,0 0-1 0 0,0-1 1 0 0,1 1-1 0 0,-1 0 1 0 0,0 0 0 0 0,1 0-1 0 0,-1-1 1 0 0,1 1 0 0 0,1 2-1 0 0,0-2 12 0 0,-1 0-1 0 0,1 0 1 0 0,0 1-1 0 0,1-1 0 0 0,-1-1 1 0 0,0 1-1 0 0,0 0 1 0 0,1 0-1 0 0,-1-1 1 0 0,1 0-1 0 0,0 1 1 0 0,4 1-1 0 0,9 1 65 0 0,0 0 0 0 0,0 0 1 0 0,32 1-1 0 0,-43-4-75 0 0,81 2 368 0 0,-52-3-106 0 0,45 6 0 0 0,-78-6-395 0 0,0 0 0 0 0,-1 0-1 0 0,1 1 1 0 0,0-1 0 0 0,0 0-1 0 0,0 0 1 0 0,-1 0 0 0 0,1 0-1 0 0,0 1 1 0 0,0-1 0 0 0,-1 0-1 0 0,1 1 1 0 0,0-1-1 0 0,-1 1 1 0 0,1-1 0 0 0,0 1-1 0 0,-1-1 1 0 0,1 1 0 0 0,-1-1-1 0 0,1 1 1 0 0,-1 0 0 0 0,1-1-1 0 0,-1 1 1 0 0,1 0 0 0 0,-1-1-1 0 0,1 1 1 0 0,-1 0 0 0 0,0 0-1 0 0,0-1 1 0 0,1 1 0 0 0,-1 0-1 0 0,0 0 1 0 0,0-1 0 0 0,0 1-1 0 0,0 0 1 0 0,0 0 0 0 0,0 1-1 0 0,2 9-2907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2:04.0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98 2449 0 0,'-1'-3'129'0'0,"1"1"1"0"0,0-1 0 0 0,0 0 0 0 0,0 0-1 0 0,0 0 1 0 0,0 1 0 0 0,0-1 0 0 0,1 0 0 0 0,-1 0-1 0 0,1 1 1 0 0,0-1 0 0 0,0 0 0 0 0,0 1 0 0 0,2-5-1 0 0,0 3 401 0 0,0 0 0 0 0,0 0 0 0 0,0 1 0 0 0,0-1 0 0 0,1 1 0 0 0,-1 0 0 0 0,1 0 0 0 0,0 0 0 0 0,-1 0 0 0 0,1 1 0 0 0,1-1 0 0 0,-1 1 0 0 0,7-2 0 0 0,-7 2-34 0 0,0 1 0 0 0,0-1 0 0 0,0 1 0 0 0,1 1-1 0 0,-1-1 1 0 0,0 1 0 0 0,0-1 0 0 0,1 1 0 0 0,-1 0 0 0 0,0 1 0 0 0,1-1 0 0 0,-1 1 0 0 0,0 0 0 0 0,8 2 0 0 0,-9-2-372 0 0,-1 1-1 0 0,1-1 1 0 0,-1 0 0 0 0,1 1 0 0 0,-1 0 0 0 0,0-1 0 0 0,0 1-1 0 0,0 0 1 0 0,0 0 0 0 0,0 0 0 0 0,0 0 0 0 0,-1 1 0 0 0,1-1 0 0 0,-1 0-1 0 0,2 4 1 0 0,1 4-78 0 0,0 1 1 0 0,0-1-1 0 0,-1 1 0 0 0,-1-1 0 0 0,0 1 0 0 0,0 0 0 0 0,-1 0 0 0 0,-1 0 1 0 0,0 0-1 0 0,-1 14 0 0 0,-4 8 9 0 0,-1 1 0 0 0,-11 31 0 0 0,-1 5 274 0 0,17-65-251 0 0,0 0 1 0 0,0 0-1 0 0,0 0 1 0 0,1 1-1 0 0,0-1 1 0 0,0 0-1 0 0,0 0 1 0 0,2 7-1 0 0,-2-11-37 0 0,0 0 0 0 0,0 0 1 0 0,1 0-1 0 0,-1 0 0 0 0,1 0 0 0 0,-1-1 1 0 0,1 1-1 0 0,-1 0 0 0 0,1 0 0 0 0,-1-1 1 0 0,1 1-1 0 0,0 0 0 0 0,-1-1 0 0 0,1 1 1 0 0,0 0-1 0 0,-1-1 0 0 0,1 1 0 0 0,0-1 1 0 0,1 1-1 0 0,0 0 30 0 0,0-1 0 0 0,0 0 0 0 0,0 1 1 0 0,-1-1-1 0 0,1 0 0 0 0,0 0 0 0 0,0 0 0 0 0,0-1 0 0 0,0 1 0 0 0,0 0 1 0 0,-1-1-1 0 0,1 1 0 0 0,3-2 0 0 0,12-6-59 0 0,1 0 1 0 0,-1-2-1 0 0,0 0 1 0 0,-1 0-1 0 0,24-23 0 0 0,-26 22-998 0 0,6-5-7551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2:05.7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35 8754 0 0,'-6'-7'653'0'0,"-6"-21"10752"0"0,22 41-11287 0 0,0 0 0 0 0,-2 0 0 0 0,1 1 0 0 0,-2 0 0 0 0,1 0 0 0 0,-2 1 0 0 0,0 0 0 0 0,7 31 0 0 0,20 139 1032 0 0,-26-137-1065 0 0,10 82-85 0 0,-5-32 0 0 0,44 175 0 0 0,20-71 0 0 0,-25-73 0 0 0,-44-110-546 0 0,-1 0 0 0 0,0 0 1 0 0,3 27-1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2:06.0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17 108 9674 0 0,'-16'-11'6949'0'0,"17"11"-6775"0"0,18-15 4654 0 0,-7 7-5280 0 0,104-44 2266 0 0,-99 46-2573 0 0,0 1 1 0 0,30-5-1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2:06.3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95 2304 0 0,'6'11'12119'0'0,"6"-16"-11261"0"0,61-33 4877 0 0,-26 10-6830 0 0,-11 6-3979 0 0,-16 10-1307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2:06.8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70 5065 0 0,'0'0'198'0'0,"-1"0"1"0"0,0-1-1 0 0,-7-4 3371 0 0,8 5-3371 0 0,0-1 1 0 0,-1 1-1 0 0,1-1 0 0 0,0 1 0 0 0,0-1 1 0 0,-1 1-1 0 0,1-1 0 0 0,0 1 1 0 0,0-1-1 0 0,0 1 0 0 0,0-1 0 0 0,0 0 1 0 0,0 0-1 0 0,0-1 91 0 0,1 1 0 0 0,0 0 0 0 0,0-1 0 0 0,0 1 0 0 0,-1-1 0 0 0,1 1 0 0 0,0 0 0 0 0,1 0 0 0 0,-1 0 0 0 0,0 0 0 0 0,0 0 0 0 0,2-1 0 0 0,40-24 3004 0 0,-36 23-3155 0 0,1 1 0 0 0,0 0 0 0 0,-1 0 1 0 0,1 0-1 0 0,0 1 0 0 0,0 1 0 0 0,0-1 0 0 0,0 1 1 0 0,1 0-1 0 0,-1 1 0 0 0,0 0 0 0 0,0 0 1 0 0,10 4-1 0 0,-14-4-69 0 0,1 1-1 0 0,0 0 1 0 0,-1 0 0 0 0,1 0 0 0 0,-1 0 0 0 0,0 1 0 0 0,0 0-1 0 0,0 0 1 0 0,0 0 0 0 0,0 0 0 0 0,-1 1 0 0 0,1-1 0 0 0,-1 1-1 0 0,0 0 1 0 0,0 0 0 0 0,0 0 0 0 0,-1 0 0 0 0,1 1 0 0 0,-1-1-1 0 0,0 1 1 0 0,-1-1 0 0 0,3 9 0 0 0,-1 1-69 0 0,-1 0-1 0 0,0 0 1 0 0,-1 1 0 0 0,-1-1-1 0 0,0 0 1 0 0,-1 1 0 0 0,0-1 0 0 0,-6 21-1 0 0,-3 4 4 0 0,-27 62-1 0 0,16-47 6 0 0,20-53 2 0 0,0 0 0 0 0,1 0 0 0 0,-1 0 0 0 0,1 0 0 0 0,0 0-1 0 0,-1 0 1 0 0,1 1 0 0 0,0-1 0 0 0,0 0 0 0 0,-1 0 0 0 0,1 0-1 0 0,0 0 1 0 0,0 0 0 0 0,0 1 0 0 0,0-1 0 0 0,1 0 0 0 0,-1 0-1 0 0,0 0 1 0 0,0 0 0 0 0,1 0 0 0 0,-1 0 0 0 0,1 0 0 0 0,-1 1-1 0 0,1-1 1 0 0,-1 0 0 0 0,1 0 0 0 0,0 1 0 0 0,1-2 3 0 0,-1 1 0 0 0,1 0 0 0 0,-1-1 0 0 0,1 1 0 0 0,0-1-1 0 0,-1 1 1 0 0,1-1 0 0 0,0 0 0 0 0,-1 0 0 0 0,1 1 0 0 0,0-1 0 0 0,-1 0 0 0 0,1-1 0 0 0,0 1 0 0 0,-1 0 0 0 0,3-1 0 0 0,6-1 38 0 0,1-1 0 0 0,-1 0 1 0 0,0-1-1 0 0,15-7 1 0 0,3-6-568 0 0,39-28 1 0 0,-51 31-297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2:07.3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120 43 7834 0 0,'-8'-7'1175'0'0,"1"2"1"0"0,-2-1-1 0 0,-12-6 1 0 0,17 10-434 0 0,1 0 1 0 0,-1 0-1 0 0,0 1 0 0 0,0-1 0 0 0,0 1 1 0 0,1 0-1 0 0,-1 0 0 0 0,0 1 0 0 0,0-1 1 0 0,0 1-1 0 0,-6 0 0 0 0,9 1-661 0 0,-1 0-1 0 0,1-1 1 0 0,0 1-1 0 0,0 0 1 0 0,-1 0-1 0 0,1 0 0 0 0,0 0 1 0 0,0 0-1 0 0,0 0 1 0 0,0 0-1 0 0,0 0 1 0 0,1 1-1 0 0,-1-1 1 0 0,0 0-1 0 0,0 0 0 0 0,1 1 1 0 0,-1-1-1 0 0,1 0 1 0 0,-1 1-1 0 0,1-1 1 0 0,0 1-1 0 0,-1-1 1 0 0,1 1-1 0 0,0 2 1 0 0,-3 40 249 0 0,3-40-254 0 0,2 37-21 0 0,1 0 0 0 0,14 67 0 0 0,30 79 184 0 0,3 11-107 0 0,-19 92-132 0 0,0-8 0 0 0,-27-266-22 0 0,-2-12 0 0 0,-1-1 1 0 0,0 1-1 0 0,0 0 0 0 0,0-1 1 0 0,0 1-1 0 0,-1 0 0 0 0,1 0 1 0 0,-1 4-1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2:07.8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64 262 3225 0 0,'-48'-36'14064'0'0,"33"19"-8240"0"0,16 21-5755 0 0,2 3-53 0 0,0 0 0 0 0,1 0 0 0 0,-1-1 0 0 0,1 1 0 0 0,0-1 0 0 0,1 0 0 0 0,0 0 0 0 0,0-1-1 0 0,0 1 1 0 0,1-1 0 0 0,-1 0 0 0 0,8 4 0 0 0,21 23-16 0 0,-29-26 0 0 0,1-1 0 0 0,-1 1 0 0 0,1-1 0 0 0,0 0 0 0 0,1-1 0 0 0,8 6 0 0 0,-9-6 63 0 0,1-1 0 0 0,0 0 0 0 0,0 0-1 0 0,0 0 1 0 0,1-1 0 0 0,-1 0 0 0 0,0 0 0 0 0,1-1 0 0 0,0 0 0 0 0,-1-1 0 0 0,1 1-1 0 0,-1-1 1 0 0,1-1 0 0 0,0 1 0 0 0,-1-1 0 0 0,1-1 0 0 0,-1 0 0 0 0,0 0 0 0 0,1 0-1 0 0,-1-1 1 0 0,0 1 0 0 0,0-2 0 0 0,-1 1 0 0 0,1-1 0 0 0,-1 0 0 0 0,1-1 0 0 0,7-6-1 0 0,24-23 313 0 0,-1-1-1 0 0,-1-1 1 0 0,-3-3-1 0 0,50-71 1 0 0,-74 95-1020 0 0,-1 0 1 0 0,-1 0-1 0 0,11-32 1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2:45.35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298 195 3225 0 0,'-4'-19'1243'0'0,"-1"0"1"0"0,0 0 0 0 0,-1 1-1 0 0,-18-35 1 0 0,23 49-1000 0 0,-2 0 0 0 0,1 0 0 0 0,0 0 0 0 0,-1 0 1 0 0,0 0-1 0 0,0 0 0 0 0,0 1 0 0 0,0-1 0 0 0,-1 1 1 0 0,0 0-1 0 0,1 0 0 0 0,-1 0 0 0 0,0 1 0 0 0,0-1 0 0 0,0 1 1 0 0,-1 0-1 0 0,1 0 0 0 0,0 0 0 0 0,-1 1 0 0 0,0-1 1 0 0,1 1-1 0 0,-1 0 0 0 0,0 1 0 0 0,-6-1 0 0 0,6 2-84 0 0,-1 0 0 0 0,1 0 0 0 0,0 1 0 0 0,0 0 0 0 0,0 0 0 0 0,0 0-1 0 0,0 1 1 0 0,1-1 0 0 0,-1 1 0 0 0,1 0 0 0 0,-1 1 0 0 0,1-1 0 0 0,0 1-1 0 0,0 0 1 0 0,1 0 0 0 0,-1 0 0 0 0,1 0 0 0 0,-4 6 0 0 0,-1 3-73 0 0,0 0 0 0 0,1 0 0 0 0,0 1 1 0 0,1 0-1 0 0,-6 20 0 0 0,7-17-66 0 0,1 1-1 0 0,0-1 1 0 0,1 1 0 0 0,1 0-1 0 0,1 0 1 0 0,0 0-1 0 0,2 1 1 0 0,0-1 0 0 0,4 20-1 0 0,-4-31-13 0 0,1 0 0 0 0,0 0 0 0 0,1 0-1 0 0,-1 0 1 0 0,1 0 0 0 0,1 0 0 0 0,-1-1 0 0 0,1 1-1 0 0,0-1 1 0 0,1 0 0 0 0,-1 0 0 0 0,1-1 0 0 0,1 1-1 0 0,-1-1 1 0 0,1 0 0 0 0,0-1 0 0 0,0 1 0 0 0,0-1-1 0 0,0 0 1 0 0,1-1 0 0 0,-1 0 0 0 0,1 0 0 0 0,0 0-1 0 0,12 3 1 0 0,-7-4 26 0 0,1 0 0 0 0,0 0 0 0 0,-1-1 0 0 0,1 0 0 0 0,0-1 0 0 0,0-1 1 0 0,0 0-1 0 0,-1-1 0 0 0,1 0 0 0 0,0-1 0 0 0,-1 0 0 0 0,0-1 0 0 0,0-1 0 0 0,0 0 0 0 0,0 0 0 0 0,-1-1 0 0 0,0-1 0 0 0,0 0 0 0 0,0 0 0 0 0,-1-1 0 0 0,-1 0 0 0 0,12-12 0 0 0,-17 14 36 0 0,-1 1 0 0 0,0-1 0 0 0,0 1 0 0 0,0-1 0 0 0,0 0-1 0 0,-1 0 1 0 0,0 0 0 0 0,-1 0 0 0 0,1-1 0 0 0,-1 1 0 0 0,0 0-1 0 0,-1-1 1 0 0,1 1 0 0 0,-1-1 0 0 0,-1 1 0 0 0,1 0 0 0 0,-1-1-1 0 0,0 1 1 0 0,-4-11 0 0 0,-1-5 55 0 0,-1 0 0 0 0,-1 1 0 0 0,0 0 0 0 0,-15-25 0 0 0,17 38-99 0 0,1 0 1 0 0,-1 0-1 0 0,0 0 1 0 0,-1 0-1 0 0,1 1 0 0 0,-2 0 1 0 0,1 1-1 0 0,-1 0 1 0 0,0 0-1 0 0,0 0 1 0 0,-14-6-1 0 0,18 10-30 0 0,1 0 0 0 0,0 1 0 0 0,-1-1 0 0 0,1 1 0 0 0,-1 0 0 0 0,0 0-1 0 0,1 0 1 0 0,-1 1 0 0 0,0-1 0 0 0,0 1 0 0 0,1 0 0 0 0,-1 0 0 0 0,0 0 0 0 0,0 1 0 0 0,1-1 0 0 0,-1 1-1 0 0,0 0 1 0 0,1 0 0 0 0,-1 0 0 0 0,1 1 0 0 0,-1-1 0 0 0,1 1 0 0 0,0 0 0 0 0,-1-1 0 0 0,1 2 0 0 0,0-1-1 0 0,0 0 1 0 0,1 1 0 0 0,-1-1 0 0 0,0 1 0 0 0,1 0 0 0 0,-1 0 0 0 0,-1 4 0 0 0,2-4-18 0 0,0 1 1 0 0,1-1 0 0 0,0 1-1 0 0,-1 0 1 0 0,1 0 0 0 0,1-1-1 0 0,-1 1 1 0 0,1 0-1 0 0,-1 0 1 0 0,1 0 0 0 0,0 0-1 0 0,0 0 1 0 0,1 0 0 0 0,-1 0-1 0 0,1-1 1 0 0,0 1-1 0 0,0 0 1 0 0,2 4 0 0 0,4 11-117 0 0,0-1-1 0 0,12 22 1 0 0,-14-31 87 0 0,1 3-2 0 0,1 1-1 0 0,1-1 1 0 0,0 0 0 0 0,1-1 0 0 0,0 0-1 0 0,1 0 1 0 0,20 17 0 0 0,-27-25 38 0 0,1 0-1 0 0,0 0 1 0 0,0-1 0 0 0,0 1-1 0 0,0-1 1 0 0,0 0 0 0 0,1 0-1 0 0,-1 0 1 0 0,1 0 0 0 0,-1-1-1 0 0,1 0 1 0 0,-1 0 0 0 0,1 0-1 0 0,0-1 1 0 0,0 1 0 0 0,-1-1 0 0 0,1 0-1 0 0,0-1 1 0 0,0 1 0 0 0,-1-1-1 0 0,1 0 1 0 0,0 0 0 0 0,-1 0-1 0 0,1-1 1 0 0,-1 1 0 0 0,1-1-1 0 0,5-4 1 0 0,-8 5 17 0 0,1-1 0 0 0,-1 1 0 0 0,1-1-1 0 0,-1 0 1 0 0,0 0 0 0 0,0 0 0 0 0,0 0 0 0 0,0-1 0 0 0,0 1-1 0 0,0 0 1 0 0,-1-1 0 0 0,1 1 0 0 0,-1-1 0 0 0,1 0 0 0 0,-1 1 0 0 0,0-1-1 0 0,0 0 1 0 0,0 0 0 0 0,0-4 0 0 0,-1 2 9 0 0,0 1 0 0 0,0-1 1 0 0,0 0-1 0 0,-1 0 0 0 0,0 1 0 0 0,0-1 1 0 0,0 0-1 0 0,0 1 0 0 0,-1-1 0 0 0,0 1 1 0 0,-2-5-1 0 0,-3-4 19 0 0,-1 0 1 0 0,-1 1-1 0 0,0 0 0 0 0,0 0 1 0 0,-1 1-1 0 0,-20-17 0 0 0,24 23-5 0 0,0 0-1 0 0,0 1 1 0 0,-1 0-1 0 0,1 0 1 0 0,-1 0 0 0 0,0 1-1 0 0,0 0 1 0 0,0 0-1 0 0,-1 1 1 0 0,1 0-1 0 0,-13-2 1 0 0,16 4-9 0 0,-1 0 0 0 0,1 0 0 0 0,-1 0 0 0 0,1 1 0 0 0,-1-1 0 0 0,1 1 1 0 0,-1 0-1 0 0,1 0 0 0 0,0 1 0 0 0,-1-1 0 0 0,1 1 0 0 0,0 0 0 0 0,0 0 1 0 0,0 1-1 0 0,1-1 0 0 0,-1 1 0 0 0,0 0 0 0 0,1 0 0 0 0,0 0 0 0 0,-6 6 1 0 0,-2 4 22 0 0,1 1 1 0 0,1 0 0 0 0,-11 20 0 0 0,16-28-41 0 0,1 0 0 0 0,1 0 0 0 0,-1 1 0 0 0,1-1 0 0 0,0 1 0 0 0,1 0 0 0 0,-1-1 0 0 0,1 1 0 0 0,0 0-1 0 0,1 0 1 0 0,0 7 0 0 0,0-12-1 0 0,0 0 0 0 0,0-1 0 0 0,1 1 0 0 0,-1 0 0 0 0,0 0 0 0 0,1-1 0 0 0,-1 1-1 0 0,1-1 1 0 0,0 1 0 0 0,-1 0 0 0 0,1-1 0 0 0,0 0 0 0 0,0 1 0 0 0,0-1 0 0 0,0 1 0 0 0,0-1-1 0 0,0 0 1 0 0,1 0 0 0 0,-1 1 0 0 0,0-1 0 0 0,1 0 0 0 0,-1 0 0 0 0,0-1 0 0 0,1 1 0 0 0,-1 0 0 0 0,1 0-1 0 0,0-1 1 0 0,-1 1 0 0 0,1-1 0 0 0,0 1 0 0 0,-1-1 0 0 0,1 1 0 0 0,0-1 0 0 0,-1 0 0 0 0,1 0-1 0 0,0 0 1 0 0,-1 0 0 0 0,1 0 0 0 0,0-1 0 0 0,0 1 0 0 0,-1 0 0 0 0,1-1 0 0 0,-1 1 0 0 0,3-2-1 0 0,1 1-14 0 0,1-1 0 0 0,-1-1-1 0 0,0 1 1 0 0,0-1 0 0 0,1 0-1 0 0,-2 0 1 0 0,1 0 0 0 0,0 0-1 0 0,-1-1 1 0 0,1 0 0 0 0,6-9-1 0 0,-7 7 16 0 0,0 0 0 0 0,-1 0 1 0 0,0-1-1 0 0,0 1 0 0 0,-1-1 0 0 0,0 0 0 0 0,0 0 0 0 0,0 0 0 0 0,-1 0 0 0 0,0 0 0 0 0,-1 0 1 0 0,1 0-1 0 0,-1 0 0 0 0,-1-11 0 0 0,0 13 2 0 0,0 0 0 0 0,0 0 0 0 0,0 0-1 0 0,-1-1 1 0 0,1 1 0 0 0,-1 0 0 0 0,0 1 0 0 0,-1-1 0 0 0,1 0 0 0 0,-1 1 0 0 0,0-1 0 0 0,0 1-1 0 0,0 0 1 0 0,-1 0 0 0 0,1 0 0 0 0,-1 0 0 0 0,0 1 0 0 0,0-1 0 0 0,0 1 0 0 0,-6-3 0 0 0,9 5 3 0 0,-1 1 0 0 0,1-1 1 0 0,-1 1-1 0 0,1-1 1 0 0,0 1-1 0 0,-1-1 1 0 0,1 1-1 0 0,-1 0 1 0 0,1 0-1 0 0,-1 0 0 0 0,1 0 1 0 0,-1 0-1 0 0,1 0 1 0 0,-1 0-1 0 0,1 0 1 0 0,-1 1-1 0 0,1-1 1 0 0,-1 0-1 0 0,1 1 0 0 0,-1 0 1 0 0,1-1-1 0 0,0 1 1 0 0,-1 0-1 0 0,1-1 1 0 0,0 1-1 0 0,0 0 1 0 0,-1 0-1 0 0,1 0 0 0 0,0 0 1 0 0,0 0-1 0 0,0 0 1 0 0,0 1-1 0 0,0-1 1 0 0,1 0-1 0 0,-1 0 1 0 0,0 1-1 0 0,0-1 0 0 0,0 3 1 0 0,-4 7 26 0 0,1-1 0 0 0,-1 1 1 0 0,-3 22-1 0 0,5-24-25 0 0,0 6-28 0 0,-1 1 0 0 0,2 0 1 0 0,0-1-1 0 0,1 1 1 0 0,0 0-1 0 0,3 20 1 0 0,-2-31 13 0 0,1-1 0 0 0,0 1 0 0 0,0-1 0 0 0,0 1 0 0 0,1-1 0 0 0,0 1 0 0 0,0-1 1 0 0,0 0-1 0 0,0 0 0 0 0,0 0 0 0 0,5 5 0 0 0,-5-7 7 0 0,0 1-1 0 0,1-1 1 0 0,-1 0-1 0 0,1 0 1 0 0,0-1 0 0 0,-1 1-1 0 0,1 0 1 0 0,0-1-1 0 0,0 0 1 0 0,0 1 0 0 0,0-1-1 0 0,0-1 1 0 0,0 1 0 0 0,0 0-1 0 0,1-1 1 0 0,-1 1-1 0 0,0-1 1 0 0,4 0 0 0 0,-3-1 0 0 0,-1 1 1 0 0,0-1-1 0 0,0 0 1 0 0,1 1-1 0 0,-1-1 1 0 0,0-1-1 0 0,0 1 1 0 0,0 0 0 0 0,0-1-1 0 0,-1 0 1 0 0,1 0-1 0 0,0 0 1 0 0,-1 0-1 0 0,1 0 1 0 0,-1 0-1 0 0,0 0 1 0 0,1-1 0 0 0,-1 0-1 0 0,0 1 1 0 0,-1-1-1 0 0,1 0 1 0 0,0 0-1 0 0,-1 0 1 0 0,0 0-1 0 0,1 0 1 0 0,-1 0 0 0 0,0 0-1 0 0,0-5 1 0 0,2 0 26 0 0,-1-1 0 0 0,-1 0 1 0 0,0 1-1 0 0,0-1 0 0 0,0 0 0 0 0,-1 0 1 0 0,-1 0-1 0 0,1 1 0 0 0,-4-15 1 0 0,3 18 1 0 0,-1 0 1 0 0,0 0 0 0 0,0 0-1 0 0,-1 0 1 0 0,1 0 0 0 0,-1 1-1 0 0,0-1 1 0 0,0 1 0 0 0,-1-1-1 0 0,1 1 1 0 0,-1 0 0 0 0,0 1-1 0 0,0-1 1 0 0,0 1 0 0 0,-1-1-1 0 0,1 1 1 0 0,-9-4 0 0 0,10 6-14 0 0,0 0 1 0 0,0 0 0 0 0,0 0 0 0 0,0 0 0 0 0,0 1 0 0 0,0-1-1 0 0,0 1 1 0 0,0 0 0 0 0,0 0 0 0 0,0 0 0 0 0,0 0 0 0 0,0 1-1 0 0,0-1 1 0 0,0 1 0 0 0,0-1 0 0 0,1 1 0 0 0,-1 0-1 0 0,0 0 1 0 0,0 1 0 0 0,0-1 0 0 0,1 1 0 0 0,-1-1 0 0 0,1 1-1 0 0,-1 0 1 0 0,1 0 0 0 0,0 0 0 0 0,0 0 0 0 0,-1 0-1 0 0,2 0 1 0 0,-1 1 0 0 0,0-1 0 0 0,-2 5 0 0 0,-2 2-59 0 0,1 1-1 0 0,0 0 1 0 0,0 0 0 0 0,1 1 0 0 0,1-1 0 0 0,-4 17 0 0 0,6-22 26 0 0,0-1 0 0 0,0 1 0 0 0,0-1 1 0 0,1 1-1 0 0,0 0 0 0 0,0-1 0 0 0,0 1 1 0 0,0 0-1 0 0,1-1 0 0 0,0 1 1 0 0,0-1-1 0 0,0 1 0 0 0,0-1 0 0 0,1 1 1 0 0,0-1-1 0 0,0 0 0 0 0,0 0 0 0 0,3 5 1 0 0,-2-7-7 0 0,1 1 1 0 0,-1 0 0 0 0,0-1 0 0 0,1 0-1 0 0,0 0 1 0 0,-1 0 0 0 0,1 0 0 0 0,0 0 0 0 0,0-1-1 0 0,0 0 1 0 0,0 0 0 0 0,0 0 0 0 0,0 0-1 0 0,1-1 1 0 0,-1 1 0 0 0,0-1 0 0 0,8-1 0 0 0,-1 0-43 0 0,0 0 1 0 0,0 0 0 0 0,0-1 0 0 0,-1-1 0 0 0,19-6 0 0 0,-21 6 91 0 0,1-1-1 0 0,0-1 0 0 0,-1 0 1 0 0,0 0-1 0 0,0 0 0 0 0,0-1 0 0 0,-1 0 1 0 0,0-1-1 0 0,0 1 0 0 0,0-1 1 0 0,8-12-1 0 0,-13 15-15 0 0,0 1 1 0 0,0 0-1 0 0,-1 0 1 0 0,1-1-1 0 0,-1 1 0 0 0,0-1 1 0 0,0 1-1 0 0,0-1 1 0 0,0 0-1 0 0,0 1 1 0 0,-1-1-1 0 0,0 0 0 0 0,0 1 1 0 0,0-1-1 0 0,0 0 1 0 0,0 0-1 0 0,-1 1 1 0 0,0-1-1 0 0,1 0 1 0 0,-1 1-1 0 0,-1-1 0 0 0,1 1 1 0 0,0-1-1 0 0,-1 1 1 0 0,0 0-1 0 0,0 0 1 0 0,0 0-1 0 0,0 0 0 0 0,0 0 1 0 0,-1 0-1 0 0,1 0 1 0 0,-4-2-1 0 0,3 2-4 0 0,1 0-1 0 0,-1 1 0 0 0,1 0 1 0 0,-1-1-1 0 0,0 1 1 0 0,0 0-1 0 0,0 0 1 0 0,0 1-1 0 0,-1-1 0 0 0,1 1 1 0 0,0 0-1 0 0,-1-1 1 0 0,1 1-1 0 0,-1 1 1 0 0,1-1-1 0 0,-1 0 0 0 0,1 1 1 0 0,-1 0-1 0 0,1 0 1 0 0,-1 0-1 0 0,0 0 0 0 0,1 1 1 0 0,-1-1-1 0 0,-6 3 1 0 0,4-1-33 0 0,1 1 1 0 0,-1 0 0 0 0,1 0 0 0 0,0 0-1 0 0,0 1 1 0 0,0 0 0 0 0,1 0-1 0 0,-1 0 1 0 0,1 0 0 0 0,0 1 0 0 0,0-1-1 0 0,0 1 1 0 0,1 0 0 0 0,-4 6-1 0 0,1 0-68 0 0,1 1 0 0 0,0-1 0 0 0,1 1 0 0 0,0 0 0 0 0,0 0 0 0 0,2 0 0 0 0,-1 0-1 0 0,1 0 1 0 0,1 1 0 0 0,0 18 0 0 0,1-27 82 0 0,0 0-1 0 0,1 0 1 0 0,-1 0-1 0 0,1 0 1 0 0,-1-1-1 0 0,1 1 1 0 0,0 0-1 0 0,1 0 1 0 0,-1-1 0 0 0,0 1-1 0 0,1-1 1 0 0,0 1-1 0 0,0-1 1 0 0,0 0-1 0 0,1 1 1 0 0,-1-1-1 0 0,0-1 1 0 0,1 1-1 0 0,0 0 1 0 0,0 0-1 0 0,0-1 1 0 0,0 0 0 0 0,0 1-1 0 0,1-1 1 0 0,-1-1-1 0 0,0 1 1 0 0,1 0-1 0 0,0-1 1 0 0,-1 0-1 0 0,1 1 1 0 0,0-2-1 0 0,0 1 1 0 0,-1 0 0 0 0,1-1-1 0 0,0 1 1 0 0,8-2-1 0 0,-5 1 58 0 0,0-1 1 0 0,0 0-1 0 0,0 0 0 0 0,-1-1 0 0 0,1 0 1 0 0,0 0-1 0 0,-1-1 0 0 0,1 0 1 0 0,-1 0-1 0 0,0 0 0 0 0,0-1 0 0 0,0 0 1 0 0,0 0-1 0 0,-1 0 0 0 0,0-1 0 0 0,0 0 1 0 0,0 0-1 0 0,0 0 0 0 0,-1 0 1 0 0,0-1-1 0 0,0 0 0 0 0,0 0 0 0 0,-1 0 1 0 0,0 0-1 0 0,0-1 0 0 0,3-11 0 0 0,-3 12-1 0 0,-1 0-1 0 0,-1-1 0 0 0,1 1 0 0 0,-1-1 0 0 0,0 1 0 0 0,0-1 0 0 0,-1 1 0 0 0,0-1 0 0 0,0 1 1 0 0,-1-1-1 0 0,0 0 0 0 0,0 1 0 0 0,0 0 0 0 0,-1-1 0 0 0,0 1 0 0 0,0 0 0 0 0,0-1 0 0 0,-1 1 1 0 0,0 1-1 0 0,0-1 0 0 0,-1 0 0 0 0,0 1 0 0 0,0 0 0 0 0,0 0 0 0 0,0 0 0 0 0,-1 0 0 0 0,0 0 1 0 0,-8-5-1 0 0,11 9-44 0 0,1-1 1 0 0,-1 1-1 0 0,0 0 1 0 0,0 0-1 0 0,0 0 1 0 0,0 0-1 0 0,0 0 1 0 0,-1 1-1 0 0,1-1 1 0 0,0 1-1 0 0,0-1 1 0 0,0 1-1 0 0,-1 0 1 0 0,1 0-1 0 0,0 0 1 0 0,0 0-1 0 0,-1 0 1 0 0,1 0-1 0 0,0 0 1 0 0,0 1-1 0 0,0 0 1 0 0,-4 0-1 0 0,3 1-6 0 0,0 0-1 0 0,0 0 0 0 0,0 1 0 0 0,0-1 0 0 0,0 1 0 0 0,1-1 1 0 0,-1 1-1 0 0,1 0 0 0 0,0 0 0 0 0,-1 0 0 0 0,1 0 0 0 0,-2 6 1 0 0,0-1-10 0 0,0 1 1 0 0,1 0-1 0 0,0 0 1 0 0,0 0-1 0 0,1 0 1 0 0,0 1-1 0 0,1-1 1 0 0,0 1-1 0 0,1-1 1 0 0,0 13 0 0 0,0-20 16 0 0,0-1 0 0 0,0 0 0 0 0,1 0 1 0 0,-1 1-1 0 0,0-1 0 0 0,0 0 0 0 0,1 0 1 0 0,-1 0-1 0 0,1 0 0 0 0,-1 0 0 0 0,1 0 1 0 0,0 0-1 0 0,-1 1 0 0 0,1-2 0 0 0,0 1 1 0 0,0 0-1 0 0,0 0 0 0 0,-1 0 0 0 0,1 0 0 0 0,0 0 1 0 0,0-1-1 0 0,0 1 0 0 0,0 0 0 0 0,1-1 1 0 0,-1 1-1 0 0,0-1 0 0 0,1 1 0 0 0,1-1 14 0 0,0 1-1 0 0,0-1 1 0 0,0 0-1 0 0,-1 0 1 0 0,1 0-1 0 0,0-1 0 0 0,0 1 1 0 0,0-1-1 0 0,-1 0 1 0 0,1 1-1 0 0,4-3 1 0 0,1-1 69 0 0,1 0 1 0 0,-1 0 0 0 0,0-1 0 0 0,0 0-1 0 0,-1-1 1 0 0,11-8 0 0 0,-15 11-209 0 0,-1-1 1 0 0,1 1 0 0 0,0-1-1 0 0,-1 1 1 0 0,0-1-1 0 0,0 0 1 0 0,0 0 0 0 0,0 0-1 0 0,-1 0 1 0 0,0 0-1 0 0,1 0 1 0 0,0-8 0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2:51.35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1 251 10594 0 0,'10'-116'1858'0'0,"-2"42"2222"0"0,-8 71-3845 0 0,1 0 0 0 0,-1 0 0 0 0,1 0 0 0 0,0 0 0 0 0,0 0 0 0 0,0 0 0 0 0,0 0 0 0 0,0 0 0 0 0,1 0 0 0 0,-1 0 0 0 0,1 1 0 0 0,0-1 0 0 0,0 0 0 0 0,0 1 0 0 0,0 0 0 0 0,0-1 0 0 0,5-3 0 0 0,0 0 416 0 0,-14 44 910 0 0,5-32-1561 0 0,1-1-1 0 0,0 1 1 0 0,0 0-1 0 0,1 0 1 0 0,-1-1-1 0 0,1 1 1 0 0,1 0 0 0 0,1 9-1 0 0,-1 10 73 0 0,33 377 551 0 0,-17-275-431 0 0,-1 186-1 0 0,-19-271-93 0 0,-13 64 0 0 0,0 5-393 0 0,16-111 233 0 0,0 0 0 0 0,0 0 0 0 0,0-1 0 0 0,1 1 1 0 0,-1 0-1 0 0,0 0 0 0 0,0 0 0 0 0,1 0 0 0 0,-1 0 0 0 0,0 0 0 0 0,0 0 0 0 0,1-1 0 0 0,-1 1 0 0 0,0 0 0 0 0,0 0 1 0 0,1 0-1 0 0,-1 0 0 0 0,0 0 0 0 0,0 0 0 0 0,1 0 0 0 0,-1 0 0 0 0,0 0 0 0 0,0 0 0 0 0,1 1 0 0 0,-1-1 0 0 0,0 0 1 0 0,0 0-1 0 0,1 0 0 0 0,-1 0 0 0 0,0 0 0 0 0,0 0 0 0 0,0 0 0 0 0,1 1 0 0 0,-1-1 0 0 0,0 0 0 0 0,0 0 0 0 0,0 0 1 0 0,1 1-1 0 0,-1-1 0 0 0,0 0 0 0 0,0 0 0 0 0,0 0 0 0 0,0 1 0 0 0,0-1 0 0 0,1 0 0 0 0,-1 0 0 0 0,0 1 0 0 0,0-1 1 0 0,0 0-1 0 0,0 0 0 0 0,0 1 0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2:51.76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332 44 2304 0 0,'7'-21'2269'0'0,"-1"-2"4906"0"0,-16 29-3226 0 0,-7 12-2486 0 0,-50 65 113 0 0,-93 103-1320 0 0,148-175-236 0 0,-37 42 292 0 0,46-49-202 0 0,-1 1 0 0 0,1 0 0 0 0,0 0 0 0 0,0 0-1 0 0,1 0 1 0 0,-1 0 0 0 0,1 0 0 0 0,0 1 0 0 0,1-1 0 0 0,-2 7-1 0 0,3-11-64 0 0,0 0 0 0 0,0 0-1 0 0,0 0 1 0 0,0 0-1 0 0,0 0 1 0 0,1 0-1 0 0,-1 0 1 0 0,0 0 0 0 0,1 0-1 0 0,-1 0 1 0 0,0 0-1 0 0,1 0 1 0 0,0 0-1 0 0,-1 0 1 0 0,1 0 0 0 0,-1 0-1 0 0,1 0 1 0 0,0 0-1 0 0,0 0 1 0 0,-1-1 0 0 0,1 1-1 0 0,0 0 1 0 0,0-1-1 0 0,0 1 1 0 0,0 0-1 0 0,0-1 1 0 0,2 1 0 0 0,35 12 591 0 0,-17-7-488 0 0,11 8-118 0 0,18 6 47 0 0,-1 2-1 0 0,-1 3 0 0 0,46 31 1 0 0,-87-51-441 0 0,0 1 0 0 0,-1 0 0 0 0,1 0 0 0 0,-1 0 1 0 0,8 12-1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2:52.30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340 77 7370 0 0,'0'-4'212'0'0,"-1"1"1"0"0,0-1 0 0 0,0 0-1 0 0,0 1 1 0 0,0-1 0 0 0,-1 1 0 0 0,1-1-1 0 0,-1 1 1 0 0,0 0 0 0 0,0-1-1 0 0,0 1 1 0 0,-1 0 0 0 0,1 0 0 0 0,-1 1-1 0 0,1-1 1 0 0,-1 1 0 0 0,0-1-1 0 0,0 1 1 0 0,0 0 0 0 0,0 0-1 0 0,-1 0 1 0 0,1 0 0 0 0,0 1 0 0 0,-1-1-1 0 0,1 1 1 0 0,-1 0 0 0 0,0 0-1 0 0,1 0 1 0 0,-1 0 0 0 0,0 1 0 0 0,0 0-1 0 0,-4-1 1 0 0,1 1 96 0 0,-1 0 1 0 0,0 1-1 0 0,1 0 0 0 0,-1 0 0 0 0,0 0 1 0 0,1 1-1 0 0,-1 0 0 0 0,1 1 0 0 0,0 0 1 0 0,0 0-1 0 0,0 0 0 0 0,0 1 1 0 0,0 0-1 0 0,-11 9 0 0 0,8-2-129 0 0,0 0-1 0 0,1 0 1 0 0,0 0-1 0 0,1 1 1 0 0,1 0 0 0 0,-1 1-1 0 0,2 0 1 0 0,0 0-1 0 0,-6 19 1 0 0,0 7 79 0 0,-13 82 0 0 0,22-100-189 0 0,0 0 1 0 0,2 0-1 0 0,1 0 1 0 0,0 1-1 0 0,2-1 1 0 0,0 0-1 0 0,1 0 1 0 0,2 0-1 0 0,0-1 1 0 0,1 1 0 0 0,10 23-1 0 0,-11-33-48 0 0,1 0 0 0 0,0 0 0 0 0,0-1 1 0 0,1 0-1 0 0,0 0 0 0 0,1 0 0 0 0,0-1 0 0 0,1 0 0 0 0,0-1 0 0 0,0 0 0 0 0,1 0 1 0 0,0-1-1 0 0,0 0 0 0 0,1-1 0 0 0,0 0 0 0 0,0-1 0 0 0,0 0 0 0 0,1-1 1 0 0,-1 0-1 0 0,22 4 0 0 0,-21-5-11 0 0,1-1 0 0 0,0 0 0 0 0,0-1 0 0 0,0-1-1 0 0,-1 0 1 0 0,1-1 0 0 0,0 0 0 0 0,0 0 0 0 0,-1-2 0 0 0,1 0 0 0 0,-1 0 0 0 0,1-1 0 0 0,-1 0 0 0 0,0-1 0 0 0,-1-1-1 0 0,1 0 1 0 0,-1 0 0 0 0,0-1 0 0 0,-1-1 0 0 0,0 0 0 0 0,0 0 0 0 0,0-1 0 0 0,-1 0 0 0 0,-1 0 0 0 0,0-1 0 0 0,10-15 0 0 0,-13 18-38 0 0,-1 0 1 0 0,1-1-1 0 0,-1 1 1 0 0,5-16-1 0 0,-6-2-6392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2:52.65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25 3 7834 0 0,'-5'-2'2094'0'0,"4"2"-1795"0"0,1 0 1 0 0,-1-1-1 0 0,0 1 0 0 0,-12 4 5685 0 0,11-3-5685 0 0,0 13 4395 0 0,3 1-4905 0 0,0-13-74 0 0,4 60 428 0 0,3 52 324 0 0,6-1-1 0 0,32 130 1 0 0,-40-222-446 0 0,-1 1 112 0 0,1-1-1 0 0,1 1 0 0 0,0-1 0 0 0,2-1 0 0 0,12 22 1 0 0,-18-38-112 0 0,-1 0 1 0 0,0 0-1 0 0,1-1 1 0 0,0 0 0 0 0,0 1-1 0 0,0-1 1 0 0,0 0-1 0 0,0 0 1 0 0,1-1-1 0 0,-1 1 1 0 0,1-1 0 0 0,0 1-1 0 0,0-1 1 0 0,0 0-1 0 0,0-1 1 0 0,0 1 0 0 0,0-1-1 0 0,0 0 1 0 0,1 0-1 0 0,-1 0 1 0 0,0 0 0 0 0,1-1-1 0 0,-1 1 1 0 0,1-1-1 0 0,-1-1 1 0 0,0 1-1 0 0,1 0 1 0 0,-1-1 0 0 0,0 0-1 0 0,1 0 1 0 0,-1-1-1 0 0,6-2 1 0 0,7-4-19 0 0,0-1 1 0 0,-1 0-1 0 0,-1-2 0 0 0,1 0 1 0 0,-2 0-1 0 0,25-26 0 0 0,-15 15-229 0 0,27-20 0 0 0,-20 22-328 0 0,1 3-142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3:21.74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101 289 1376 0 0,'-34'-86'7289'0'0,"-23"-96"-1"0"0,48 162-1518 0 0,8 32-5038 0 0,3 54-391 0 0,3 0-1 0 0,14 65 0 0 0,37 128-119 0 0,-12-60-129 0 0,-38-174-381 0 0,-2-1 0 0 0,-1 1 0 0 0,-1 0 0 0 0,-1 0 0 0 0,-2 1 0 0 0,-5 43 0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3:22.17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8754 0 0,'18'51'7035'0'0,"-6"-2"-4054"0"0,8 69 1 0 0,-8 51-4564 0 0,-12-153 200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3:22.37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38 13363 0 0,'1'-3'671'0'0,"-1"0"1"0"0,1 0-1 0 0,0 0 0 0 0,0 0 1 0 0,0 0-1 0 0,0 0 0 0 0,1 0 1 0 0,-1 0-1 0 0,1 0 0 0 0,2-3 1 0 0,-4 6-648 0 0,0 0 0 0 0,1 0 0 0 0,-1 0 0 0 0,1-1 0 0 0,-1 1 0 0 0,0 0 0 0 0,1 0 0 0 0,-1 0 0 0 0,0 0 0 0 0,1 0 0 0 0,-1 0 0 0 0,0 0 0 0 0,1 0 0 0 0,-1 0 0 0 0,1 0 0 0 0,-1 0 0 0 0,0 0 0 0 0,1 0 0 0 0,-1 0 0 0 0,1 0 0 0 0,-1 0 0 0 0,0 0 0 0 0,1 0 0 0 0,-1 1 0 0 0,0-1 0 0 0,1 0 0 0 0,-1 0 0 0 0,1 1 0 0 0,14 17-1808 0 0,13 35 788 0 0,-20-30 936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3:22.84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15 8754 0 0,'0'-1'137'0'0,"0"0"1"0"0,0 1-1 0 0,0-1 1 0 0,0 0-1 0 0,1 1 1 0 0,-1-1-1 0 0,0 0 1 0 0,0 1-1 0 0,1-1 1 0 0,-1 1-1 0 0,0-1 1 0 0,1 1-1 0 0,-1-1 1 0 0,1 1-1 0 0,-1-1 1 0 0,1 1-1 0 0,-1-1 0 0 0,1 1 1 0 0,-1-1-1 0 0,1 1 1 0 0,-1 0-1 0 0,1-1 1 0 0,0 1-1 0 0,-1 0 1 0 0,1-1-1 0 0,0 1 1 0 0,-1 0-1 0 0,1 0 1 0 0,0 0-1 0 0,-1 0 1 0 0,1 0-1 0 0,0 0 1 0 0,-1 0-1 0 0,1 0 1 0 0,0 0-1 0 0,-1 0 1 0 0,1 0-1 0 0,0 0 1 0 0,-1 0-1 0 0,1 0 0 0 0,0 1 1 0 0,0-1-1 0 0,1 1 132 0 0,1-1 0 0 0,-1 1 0 0 0,0-1-1 0 0,0 1 1 0 0,0 0 0 0 0,0 0 0 0 0,0 0-1 0 0,0 0 1 0 0,0 0 0 0 0,0 1 0 0 0,0-1-1 0 0,0 1 1 0 0,1 1 0 0 0,4 9-69 0 0,-1-1 1 0 0,-1 2-1 0 0,0-1 0 0 0,0 1 1 0 0,-2-1-1 0 0,1 1 0 0 0,2 23 1 0 0,10 31 308 0 0,-12-52-509 0 0,1 0 0 0 0,1 0 0 0 0,1 0 0 0 0,0-1 0 0 0,1 0 0 0 0,0-1 0 0 0,19 24 0 0 0,-27-37-3 0 0,1 0 0 0 0,-1 0 0 0 0,0 0 0 0 0,1 0 0 0 0,-1 0 0 0 0,0 0 0 0 0,1 0 0 0 0,-1 0 0 0 0,0 0 0 0 0,1-1 0 0 0,-1 1 0 0 0,0 0 0 0 0,1 0 0 0 0,-1 0 0 0 0,0 0 0 0 0,1 0 0 0 0,-1-1 0 0 0,0 1 0 0 0,0 0 0 0 0,1 0 0 0 0,-1 0-1 0 0,0-1 1 0 0,0 1 0 0 0,1 0 0 0 0,-1 0 0 0 0,0-1 0 0 0,0 1 0 0 0,0 0 0 0 0,0-1 0 0 0,1 1 0 0 0,-1 0 0 0 0,0 0 0 0 0,0-1 0 0 0,0 1 0 0 0,0 0 0 0 0,0-1 0 0 0,0 1 0 0 0,0 0 0 0 0,0-1 0 0 0,0 1 0 0 0,0 0 0 0 0,0-1 0 0 0,0 1 0 0 0,0 0 0 0 0,0-1 0 0 0,0 0-1 0 0,4-24-235 0 0,-3 20 189 0 0,4-26-308 0 0,21-92-184 0 0,-23 110 701 0 0,2 1-1 0 0,-1-1 1 0 0,2 1-1 0 0,0-1 1 0 0,0 2-1 0 0,1-1 1 0 0,9-12-1 0 0,-15 23-123 0 0,0 0 0 0 0,0-1 0 0 0,0 1 0 0 0,0 0 0 0 0,0 0 0 0 0,0-1 0 0 0,0 1 0 0 0,0 0 0 0 0,0 0 0 0 0,1 0 0 0 0,-1 0 0 0 0,0 1 0 0 0,1-1 0 0 0,-1 0 0 0 0,0 0 0 0 0,1 1 0 0 0,-1-1 0 0 0,1 1 0 0 0,-1-1 0 0 0,1 1 0 0 0,0 0 0 0 0,-1 0 0 0 0,1 0 0 0 0,-1 0 0 0 0,1 0 0 0 0,-1 0 0 0 0,1 0 0 0 0,0 0 0 0 0,-1 0 0 0 0,1 1 0 0 0,-1-1 0 0 0,1 1-1 0 0,-1-1 1 0 0,1 1 0 0 0,-1 0 0 0 0,1-1 0 0 0,-1 1 0 0 0,0 0 0 0 0,0 0 0 0 0,1 0 0 0 0,-1 0 0 0 0,0 0 0 0 0,0 0 0 0 0,0 0 0 0 0,0 1 0 0 0,0-1 0 0 0,0 0 0 0 0,0 0 0 0 0,1 3 0 0 0,5 8 62 0 0,1 1-1 0 0,-2-1 1 0 0,0 1 0 0 0,6 18-1 0 0,-10-24-63 0 0,1 0-119 0 0,6 19 185 0 0,2 0 0 0 0,15 25 0 0 0,-23-44-433 0 0,1-1 0 0 0,1 0 0 0 0,-1 0 0 0 0,1 0 0 0 0,0 0 0 0 0,0-1-1 0 0,1 1 1 0 0,0-1 0 0 0,0-1 0 0 0,0 1 0 0 0,0-1 0 0 0,11 5 0 0 0,4-2-1087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3:23.47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43 7370 0 0,'15'-5'4221'0'0,"32"-11"1856"0"0,13 1-3662 0 0,-49 13-2375 0 0,1 0 0 0 0,-1 0 1 0 0,1 1-1 0 0,0 1 0 0 0,-1 0 0 0 0,1 1 0 0 0,0 0 0 0 0,-1 1 0 0 0,13 3 0 0 0,-23-5-23 0 0,3 0-393 0 0,-1 1 0 0 0,0 0-1 0 0,0 0 1 0 0,1 0 0 0 0,-1 0 0 0 0,0 1 0 0 0,0-1 0 0 0,0 1 0 0 0,0-1 0 0 0,-1 1 0 0 0,1 0 0 0 0,0 0-1 0 0,-1 1 1 0 0,0-1 0 0 0,1 0 0 0 0,-1 1 0 0 0,0 0 0 0 0,0-1 0 0 0,2 4 0 0 0,-2 4 224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3:23.61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1 137 12899 0 0,'5'-1'722'0'0,"0"1"1"0"0,1-1-1 0 0,-1 0 0 0 0,0 0 1 0 0,0-1-1 0 0,9-3 0 0 0,53-31 1845 0 0,-46 23-2385 0 0,87-48-1775 0 0,-78 45 614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3:24.27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 18 7834 0 0,'-4'-17'8625'0'0,"14"25"-6963"0"0,2 7-1070 0 0,0 0-1 0 0,-2 1 1 0 0,0 0-1 0 0,-1 1 1 0 0,0 0 0 0 0,11 34-1 0 0,24 114 0 0 0,-5 95-95 0 0,-14-69-1207 0 0,2-65-2772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3:24.48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99 8754 0 0,'10'-1'1106'0'0,"0"0"-1"0"0,0 0 1 0 0,0-1 0 0 0,0 0 0 0 0,16-6 0 0 0,52-25 1966 0 0,-58 23-2945 0 0,1 1 1 0 0,0 1 0 0 0,0 0 0 0 0,34-6 0 0 0,-53 14-139 0 0,0-1-1 0 0,0 1 1 0 0,0 0-1 0 0,0 0 1 0 0,0 0-1 0 0,0 0 1 0 0,0 0 0 0 0,0 1-1 0 0,0-1 1 0 0,0 1-1 0 0,0-1 1 0 0,0 1-1 0 0,-1-1 1 0 0,1 1-1 0 0,0 0 1 0 0,0 0-1 0 0,-1 0 1 0 0,1 0 0 0 0,0 0-1 0 0,-1 1 1 0 0,1-1-1 0 0,-1 0 1 0 0,3 4-1 0 0,6 10-41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3:24.69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1 199 12443 0 0,'5'-1'327'0'0,"0"-1"0"0"0,0 0 0 0 0,0 0-1 0 0,0 0 1 0 0,0 0 0 0 0,0-1 0 0 0,-1 0 0 0 0,1 0 0 0 0,5-5 0 0 0,37-37 3156 0 0,-30 29-3190 0 0,21-28 919 0 0,-30 33-1409 0 0,0 0-1 0 0,1 1 1 0 0,19-16 0 0 0,-11 19 130 0 0,-9 7 67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3:30.14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18 275 4609 0 0,'-1'0'168'0'0,"0"0"1"0"0,0 0-1 0 0,0 0 0 0 0,0-1 0 0 0,0 1 1 0 0,1-1-1 0 0,-1 1 0 0 0,0 0 1 0 0,0-1-1 0 0,1 1 0 0 0,-1-1 1 0 0,0 1-1 0 0,0-1 0 0 0,1 0 1 0 0,-1 1-1 0 0,1-1 0 0 0,-1 0 0 0 0,1 0 1 0 0,-1 1-1 0 0,1-1 0 0 0,-1 0 1 0 0,1 0-1 0 0,-1 0 0 0 0,1 1 1 0 0,0-1-1 0 0,0 0 0 0 0,-1 0 0 0 0,1 0 1 0 0,0 0-1 0 0,0 0 0 0 0,0 0 1 0 0,0 1-1 0 0,0-1 0 0 0,0 0 1 0 0,0 0-1 0 0,0 0 0 0 0,1 0 0 0 0,-1 0 1 0 0,0 0-1 0 0,1-1 0 0 0,10-46 4370 0 0,-8 38-3719 0 0,2-6 364 0 0,4-21 80 0 0,2 0-1 0 0,23-53 1 0 0,-34 90-1262 0 0,0 0 0 0 0,1-1 0 0 0,-1 1 1 0 0,0 0-1 0 0,0-1 0 0 0,0 1 0 0 0,0 0 1 0 0,0-1-1 0 0,0 1 0 0 0,1 0 0 0 0,-1-1 1 0 0,0 1-1 0 0,0 0 0 0 0,0-1 0 0 0,1 1 1 0 0,-1 0-1 0 0,0 0 0 0 0,0-1 0 0 0,1 1 1 0 0,-1 0-1 0 0,0 0 0 0 0,1 0 0 0 0,-1-1 1 0 0,0 1-1 0 0,1 0 0 0 0,-1 0 0 0 0,0 0 1 0 0,1 0-1 0 0,-1 0 0 0 0,0 0 0 0 0,1-1 1 0 0,-1 1-1 0 0,0 0 0 0 0,1 0 0 0 0,-1 0 1 0 0,1 0-1 0 0,-1 1 0 0 0,8 13 133 0 0,0 39 133 0 0,-6-39-251 0 0,18 80 168 0 0,56 162 0 0 0,-32-155-2306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3:30.34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18 202 12443 0 0,'-17'-3'4748'0'0,"28"-20"-515"0"0,-9 19-4749 0 0,16-25 484 0 0,1 0 0 0 0,1 1-1 0 0,35-37 1 0 0,-35 44-591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3:30.70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16 98 10594 0 0,'-1'1'58'0'0,"0"-1"1"0"0,0 1-1 0 0,0-1 0 0 0,0 1 0 0 0,0-1 1 0 0,0 1-1 0 0,0 0 0 0 0,0-1 0 0 0,0 1 0 0 0,1 0 1 0 0,-1 0-1 0 0,0 0 0 0 0,0 0 0 0 0,1 0 0 0 0,-1 0 1 0 0,1 0-1 0 0,-1 0 0 0 0,0 1 0 0 0,2-1 13 0 0,-1-1 0 0 0,1 0-1 0 0,-1 1 1 0 0,0-1 0 0 0,1 1-1 0 0,-1-1 1 0 0,1 0 0 0 0,-1 0-1 0 0,1 1 1 0 0,-1-1 0 0 0,1 0-1 0 0,0 0 1 0 0,-1 0 0 0 0,1 1-1 0 0,-1-1 1 0 0,1 0 0 0 0,-1 0-1 0 0,1 0 1 0 0,0 0 0 0 0,-1 0-1 0 0,1 0 1 0 0,-1 0 0 0 0,2-1-1 0 0,46-7 3827 0 0,31-18-620 0 0,-40 12-2788 0 0,-1 1-1 0 0,2 3 1 0 0,-1 1-1 0 0,49-5 1 0 0,-72 13-514 0 0,-4 1-246 0 0,-1-1 0 0 0,1 0 0 0 0,0-1 0 0 0,-1 0 0 0 0,1-1 0 0 0,14-5 0 0 0,-13 2-424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3:30.97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63 1 6449 0 0,'-2'0'408'0'0,"-1"-1"0"0"0,0 2-1 0 0,1-1 1 0 0,-1 0 0 0 0,1 0-1 0 0,-1 1 1 0 0,1-1 0 0 0,-1 1-1 0 0,1 0 1 0 0,-1 0 0 0 0,1 0-1 0 0,0 0 1 0 0,-1 0 0 0 0,1 1-1 0 0,0-1 1 0 0,0 1 0 0 0,0-1-1 0 0,0 1 1 0 0,0 0 0 0 0,0-1-1 0 0,-2 5 1 0 0,2-3-40 0 0,1 0 0 0 0,-1 0-1 0 0,1 0 1 0 0,0 1 0 0 0,0-1 0 0 0,1 0-1 0 0,-1 0 1 0 0,1 1 0 0 0,-1-1 0 0 0,1 1-1 0 0,0-1 1 0 0,0 0 0 0 0,1 1 0 0 0,-1-1-1 0 0,1 1 1 0 0,1 3 0 0 0,53 320 2096 0 0,-44-251-2105 0 0,11 82-1896 0 0,-16-129-6680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3:31.59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14283 0 0,'3'0'2441'0'0,"5"7"-713"0"0,6 10 280 0 0,-4 3-1516 0 0,-1 1-1 0 0,-1-1 1 0 0,-1 2-1 0 0,7 31 0 0 0,10 92-317 0 0,-21-123-87 0 0,11 98-95 0 0,10 59 247 0 0,-18-144-814 0 0,2 0 0 0 0,2-1 0 0 0,13 33 0 0 0,-11-42-3212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3:31.84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71 5985 0 0,'3'-3'312'0'0,"1"-1"0"0"0,0 2 0 0 0,-1-1 1 0 0,1 0-1 0 0,1 1 0 0 0,-1 0 0 0 0,0 0 0 0 0,1 0 0 0 0,-1 0 0 0 0,1 1 0 0 0,-1-1 0 0 0,10 0 0 0 0,-3-1 178 0 0,11-4 817 0 0,10-2 1362 0 0,48-9 0 0 0,-70 16-2691 0 0,-1 1-1 0 0,0 0 1 0 0,1 1 0 0 0,-1 0-1 0 0,0 1 1 0 0,0 0 0 0 0,1 0 0 0 0,-1 1-1 0 0,0 0 1 0 0,10 4 0 0 0,-4 1-6052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3:32.14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0 107 1376 0 0,'0'-3'262'0'0,"0"1"0"0"0,0-1 1 0 0,0 1-1 0 0,1 0 0 0 0,-1-1 0 0 0,0 1 0 0 0,1 0 0 0 0,-1-1 0 0 0,1 1 0 0 0,0 0 0 0 0,0 0 1 0 0,0-1-1 0 0,0 1 0 0 0,0 0 0 0 0,1 0 0 0 0,-1 0 0 0 0,0 0 0 0 0,1 1 0 0 0,0-1 0 0 0,-1 0 0 0 0,1 1 1 0 0,0-1-1 0 0,0 1 0 0 0,0-1 0 0 0,0 1 0 0 0,3-2 0 0 0,6-4 556 0 0,1-1 1 0 0,1 2-1 0 0,14-7 1 0 0,7 2-1740 0 0,-15 6-2964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3:32.54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34 51 5873 0 0,'-3'0'95'0'0,"1"0"0"0"0,0-1 0 0 0,0 1 0 0 0,0 0-1 0 0,-1 0 1 0 0,1-1 0 0 0,0 1 0 0 0,0-1 0 0 0,0 0 0 0 0,-3-1 0 0 0,5 2 85 0 0,-1 0 1 0 0,1-1 0 0 0,0 1 0 0 0,-1 0 0 0 0,0-2 361 0 0,0 2-361 0 0,1-1 0 0 0,0 1 0 0 0,-1 0 0 0 0,1-1 0 0 0,0 1 0 0 0,0-1-1 0 0,-1 1 1 0 0,1-1 0 0 0,0 0 0 0 0,0 1 0 0 0,0-1 0 0 0,-1 1 0 0 0,1-1-1 0 0,0 1 1 0 0,0-1 0 0 0,0 0 0 0 0,0 0 0 0 0,1 0 116 0 0,-1 0-1 0 0,0 0 1 0 0,1 0 0 0 0,-1 0 0 0 0,1 0 0 0 0,-1 0 0 0 0,1 0-1 0 0,-1 0 1 0 0,1 0 0 0 0,0 0 0 0 0,-1 0 0 0 0,1 1 0 0 0,0-1-1 0 0,0 0 1 0 0,0 0 0 0 0,0 1 0 0 0,1-2 0 0 0,19-6 169 0 0,-16 6-348 0 0,1 0 0 0 0,0 1 0 0 0,1 0 0 0 0,-1 1 0 0 0,0-1 0 0 0,0 1 0 0 0,0 1 0 0 0,0-1 0 0 0,0 1 0 0 0,0 0 0 0 0,0 0 0 0 0,0 1 0 0 0,0-1 0 0 0,0 1 0 0 0,0 1 0 0 0,-1-1 0 0 0,1 1 0 0 0,-1 0 0 0 0,0 0 0 0 0,0 1 0 0 0,0-1 0 0 0,0 1 0 0 0,-1 0 0 0 0,1 0 0 0 0,-1 1 0 0 0,0 0 0 0 0,0-1 0 0 0,-1 1 0 0 0,1 1 0 0 0,-1-1 1 0 0,0 0-1 0 0,-1 1 0 0 0,1-1 0 0 0,-1 1 0 0 0,0 0 0 0 0,0 0 0 0 0,1 9 0 0 0,-2 8-23 0 0,-1 1-1 0 0,-3 27 1 0 0,-1 14 425 0 0,4-64-507 0 0,0-1 0 0 0,0 1 1 0 0,0-1-1 0 0,0 1 0 0 0,0 0 1 0 0,0-1-1 0 0,0 1 0 0 0,0 0 0 0 0,0-1 1 0 0,0 1-1 0 0,0 0 0 0 0,1-1 0 0 0,-1 1 1 0 0,0-1-1 0 0,0 1 0 0 0,1-1 1 0 0,-1 1-1 0 0,0 0 0 0 0,1-1 0 0 0,-1 1 1 0 0,0-1-1 0 0,1 1 0 0 0,-1-1 1 0 0,1 0-1 0 0,-1 1 0 0 0,1-1 0 0 0,-1 1 1 0 0,1-1-1 0 0,0 1 0 0 0,0-1 18 0 0,0 0-1 0 0,0 0 1 0 0,1 0-1 0 0,-1 0 1 0 0,0-1-1 0 0,0 1 1 0 0,0 0-1 0 0,0 0 1 0 0,0-1-1 0 0,0 1 0 0 0,0-1 1 0 0,0 1-1 0 0,0-1 1 0 0,2-1-1 0 0,37-31 508 0 0,-35 28-566 0 0,61-61 91 0 0,40-35-1723 0 0,-68 71-6382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3:40.50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107 152 6913 0 0,'-1'0'141'0'0,"0"-1"0"0"0,0 1 0 0 0,-1-1 0 0 0,1 1 0 0 0,0 0 0 0 0,0 0 0 0 0,0-1 0 0 0,-1 1 0 0 0,1 0 0 0 0,0 0 0 0 0,0 0 0 0 0,0 0 0 0 0,-1 1 0 0 0,1-1 0 0 0,0 0 0 0 0,0 0 0 0 0,0 1 0 0 0,-1-1 0 0 0,1 0 0 0 0,0 1 0 0 0,0 0-1 0 0,0-1 1 0 0,0 1 0 0 0,0-1 0 0 0,0 1 0 0 0,0 0 0 0 0,0 0 0 0 0,-1 1 0 0 0,-27 26 1817 0 0,27-26-1843 0 0,0 1 1 0 0,0 0-1 0 0,1 0 0 0 0,-1-1 1 0 0,1 1-1 0 0,-1 0 0 0 0,1 0 1 0 0,0 1-1 0 0,0-1 1 0 0,1 0-1 0 0,-1 0 0 0 0,1 0 1 0 0,-1 1-1 0 0,1-1 1 0 0,0 0-1 0 0,0 1 0 0 0,1-1 1 0 0,-1 0-1 0 0,1 0 0 0 0,-1 1 1 0 0,1-1-1 0 0,0 0 1 0 0,0 0-1 0 0,0 0 0 0 0,1 0 1 0 0,-1 0-1 0 0,1 0 1 0 0,0-1-1 0 0,2 4 0 0 0,0 0-73 0 0,1 0 0 0 0,0-1 0 0 0,0 1 0 0 0,1-1-1 0 0,-1 0 1 0 0,1-1 0 0 0,1 1 0 0 0,-1-1-1 0 0,0 0 1 0 0,1-1 0 0 0,0 0 0 0 0,8 3 0 0 0,-14-5 1 0 0,1 0 1 0 0,0-1 0 0 0,0 1-1 0 0,-1-1 1 0 0,1 0 0 0 0,0 1-1 0 0,0-1 1 0 0,0 0 0 0 0,-1 0-1 0 0,1 0 1 0 0,0 0 0 0 0,0-1-1 0 0,0 1 1 0 0,-1 0 0 0 0,1-1-1 0 0,0 1 1 0 0,0-1 0 0 0,-1 0-1 0 0,1 1 1 0 0,0-1 0 0 0,-1 0-1 0 0,1 0 1 0 0,1-2 0 0 0,-1 1 31 0 0,1-1 0 0 0,-1 1 1 0 0,0-1-1 0 0,0 0 1 0 0,-1 0-1 0 0,1 0 0 0 0,-1 0 1 0 0,1 0-1 0 0,-1 0 0 0 0,0 0 1 0 0,1-7-1 0 0,0 0 47 0 0,-1-1 0 0 0,0 0 0 0 0,0 1 0 0 0,-1-1 0 0 0,-1 0 0 0 0,0 1 0 0 0,-2-13 0 0 0,2 19-97 0 0,-1-1 0 0 0,1 0 0 0 0,-1 1 0 0 0,0-1 0 0 0,0 1 0 0 0,0-1 0 0 0,-1 1-1 0 0,0 0 1 0 0,0 0 0 0 0,0 0 0 0 0,0 1 0 0 0,-4-5 0 0 0,5 7-8 0 0,1 0 1 0 0,0 1-1 0 0,0-1 1 0 0,0 0-1 0 0,-1 0 0 0 0,1 1 1 0 0,0-1-1 0 0,-1 1 1 0 0,1-1-1 0 0,0 1 1 0 0,-1 0-1 0 0,1-1 1 0 0,-1 1-1 0 0,1 0 0 0 0,-1 0 1 0 0,1 0-1 0 0,-3 0 1 0 0,2 1 10 0 0,0 0 1 0 0,0 0-1 0 0,0 0 1 0 0,0 0-1 0 0,0 0 1 0 0,0 0-1 0 0,0 0 1 0 0,1 0-1 0 0,-1 1 1 0 0,0-1-1 0 0,1 1 1 0 0,0-1-1 0 0,-1 1 1 0 0,1 0-1 0 0,-2 2 1 0 0,-2 5-11 0 0,0-1 0 0 0,1 0 0 0 0,0 1 0 0 0,1 0 0 0 0,-1 0-1 0 0,2 0 1 0 0,-1 0 0 0 0,2 1 0 0 0,-1-1 0 0 0,1 1 0 0 0,0-1 0 0 0,1 1 0 0 0,0-1 0 0 0,1 1 0 0 0,0-1 0 0 0,0 0 0 0 0,1 1 0 0 0,1-1 0 0 0,-1 0 0 0 0,1 0 0 0 0,7 15 0 0 0,-9-23-17 0 0,0 1 0 0 0,0 0 0 0 0,0-1 0 0 0,0 0 0 0 0,0 1 0 0 0,0-1 0 0 0,0 1 0 0 0,1-1 0 0 0,-1 0 0 0 0,0 0 0 0 0,1 0 0 0 0,-1 0 0 0 0,1 0 0 0 0,-1 0 0 0 0,1 0 0 0 0,0 0 0 0 0,-1-1 0 0 0,1 1 0 0 0,2 0 1 0 0,-2-1-2 0 0,-1 0 1 0 0,1 0-1 0 0,-1 0 1 0 0,1-1 0 0 0,-1 1-1 0 0,0-1 1 0 0,1 1-1 0 0,-1 0 1 0 0,0-1 0 0 0,1 0-1 0 0,-1 1 1 0 0,0-1 0 0 0,1 0-1 0 0,-1 0 1 0 0,0 0-1 0 0,0 0 1 0 0,0 0 0 0 0,2-2-1 0 0,0-1 17 0 0,0 0-1 0 0,1-1 1 0 0,-2 1-1 0 0,1-1 1 0 0,0 0-1 0 0,-1 0 1 0 0,0 0-1 0 0,0 0 1 0 0,-1 0-1 0 0,1 0 1 0 0,0-8-1 0 0,-1 2 16 0 0,-1 1 0 0 0,0-1 0 0 0,-1 1 0 0 0,0-1 0 0 0,-1 1 0 0 0,0 0 0 0 0,-5-17 0 0 0,6 23-29 0 0,-1 0 0 0 0,1 0 0 0 0,-1 0 0 0 0,0 0 0 0 0,0 0 1 0 0,-1 0-1 0 0,1 0 0 0 0,-1 0 0 0 0,0 1 0 0 0,1 0 0 0 0,-2-1 0 0 0,1 1 1 0 0,0 0-1 0 0,-1 0 0 0 0,1 1 0 0 0,-1-1 0 0 0,0 1 0 0 0,0 0 0 0 0,0 0 1 0 0,-6-2-1 0 0,9 3-2 0 0,-1 1 1 0 0,0-1-1 0 0,0 1 1 0 0,0 0-1 0 0,0 0 1 0 0,0 0-1 0 0,-1 0 1 0 0,1 0 0 0 0,0 0-1 0 0,0 1 1 0 0,0-1-1 0 0,1 1 1 0 0,-1-1-1 0 0,0 1 1 0 0,0 0-1 0 0,0-1 1 0 0,0 1-1 0 0,0 0 1 0 0,1 0 0 0 0,-3 2-1 0 0,1 0-10 0 0,0 0-1 0 0,0 0 1 0 0,0 1-1 0 0,0-1 1 0 0,0 1-1 0 0,1 0 1 0 0,0-1-1 0 0,-4 9 1 0 0,0 3-89 0 0,1 1 0 0 0,0 0 0 0 0,-4 29 1 0 0,8-38 88 0 0,1 0 0 0 0,-1 0 1 0 0,1-1-1 0 0,1 1 1 0 0,-1 0-1 0 0,1-1 0 0 0,0 1 1 0 0,1 0-1 0 0,-1-1 1 0 0,1 1-1 0 0,5 9 1 0 0,-6-13 4 0 0,1 0 1 0 0,-1 0-1 0 0,1 0 1 0 0,0-1 0 0 0,0 1-1 0 0,0 0 1 0 0,0-1-1 0 0,1 1 1 0 0,-1-1 0 0 0,1 0-1 0 0,-1 0 1 0 0,1 0-1 0 0,0 0 1 0 0,0 0 0 0 0,0-1-1 0 0,0 1 1 0 0,0-1-1 0 0,0 0 1 0 0,0 0 0 0 0,1 0-1 0 0,-1 0 1 0 0,0-1-1 0 0,1 1 1 0 0,5-1 0 0 0,-7 1 3 0 0,-1-1 0 0 0,1 0 1 0 0,-1 0-1 0 0,0-1 0 0 0,1 1 1 0 0,-1 0-1 0 0,1 0 0 0 0,-1-1 1 0 0,0 1-1 0 0,1-1 0 0 0,-1 1 1 0 0,0-1-1 0 0,1 0 0 0 0,-1 1 1 0 0,0-1-1 0 0,0 0 0 0 0,0 0 1 0 0,0 0-1 0 0,0 0 0 0 0,0 0 1 0 0,0 0-1 0 0,0 0 0 0 0,0 0 1 0 0,1-2-1 0 0,-1 0 2 0 0,0 0-1 0 0,0 0 1 0 0,0 0 0 0 0,0 0 0 0 0,-1 0-1 0 0,1 0 1 0 0,-1 0 0 0 0,0-1-1 0 0,0 1 1 0 0,0 0 0 0 0,-1-3 0 0 0,-1-6 7 0 0,-1-1 0 0 0,0 1 1 0 0,-1 0-1 0 0,-7-18 1 0 0,-19-22 49 0 0,29 50-56 0 0,0 0 0 0 0,0 0 0 0 0,-1 0 0 0 0,1 0 0 0 0,-1 0 0 0 0,0 0 0 0 0,1 0 0 0 0,-1 1 0 0 0,0-1-1 0 0,0 1 1 0 0,0-1 0 0 0,0 1 0 0 0,0 0 0 0 0,0 0 0 0 0,-1 0 0 0 0,1 0 0 0 0,0 0 0 0 0,-1 0 0 0 0,1 1 0 0 0,0-1 0 0 0,-4 0 0 0 0,5 2-3 0 0,0-1 0 0 0,0 1 0 0 0,0 0 0 0 0,0-1 0 0 0,0 1 0 0 0,1-1 0 0 0,-1 1 0 0 0,0 0 0 0 0,1 0 0 0 0,-1 0 0 0 0,0-1 0 0 0,1 1 0 0 0,-1 0 0 0 0,1 0 0 0 0,-1 0 0 0 0,1 0 0 0 0,0 0 0 0 0,-1 0 0 0 0,1 0 0 0 0,0 0 0 0 0,0 0 0 0 0,0 0 0 0 0,-1 0 0 0 0,1 0 0 0 0,0 0 0 0 0,0 0 0 0 0,1 2 0 0 0,1 29 0 0 0,-2-27-3 0 0,1 0 0 0 0,0 1 1 0 0,1-1-1 0 0,-1 0 0 0 0,1 0 1 0 0,0-1-1 0 0,0 1 0 0 0,0 0 1 0 0,1-1-1 0 0,0 1 0 0 0,0-1 1 0 0,0 0-1 0 0,0 0 0 0 0,1 0 1 0 0,-1 0-1 0 0,1-1 0 0 0,0 1 1 0 0,0-1-1 0 0,1 0 0 0 0,-1 0 1 0 0,0-1-1 0 0,1 1 0 0 0,0-1 1 0 0,0 0-1 0 0,-1 0 0 0 0,1-1 1 0 0,0 1-1 0 0,1-1 0 0 0,-1 0 1 0 0,0 0-1 0 0,0-1 0 0 0,0 0 1 0 0,1 0-1 0 0,-1 0 0 0 0,0 0 1 0 0,0-1-1 0 0,0 0 0 0 0,0 0 1 0 0,0 0-1 0 0,0-1 0 0 0,0 0 1 0 0,0 0-1 0 0,0 0 0 0 0,0 0 1 0 0,5-5-1 0 0,-6 5 31 0 0,-1 0 1 0 0,1 0-1 0 0,-1 0 0 0 0,0-1 1 0 0,0 0-1 0 0,0 0 1 0 0,0 0-1 0 0,0 0 0 0 0,-1 0 1 0 0,1 0-1 0 0,-1-1 1 0 0,0 1-1 0 0,0-1 0 0 0,0 1 1 0 0,0-1-1 0 0,-1 0 1 0 0,0 0-1 0 0,2-6 0 0 0,-3 5 9 0 0,0 0 0 0 0,0 0 0 0 0,0 0 1 0 0,-1 0-1 0 0,1 0 0 0 0,-1 0 0 0 0,-1 0 0 0 0,1 0 0 0 0,-1 0 0 0 0,0 1 0 0 0,0-1 0 0 0,0 1 0 0 0,0-1 0 0 0,-1 1 0 0 0,-3-4 0 0 0,4 5-32 0 0,0 0-1 0 0,0 0 1 0 0,-1 0-1 0 0,1 0 1 0 0,-1 0-1 0 0,0 1 1 0 0,0-1-1 0 0,0 1 1 0 0,0 0-1 0 0,0 0 1 0 0,0 0-1 0 0,0 0 1 0 0,-1 0-1 0 0,1 1 1 0 0,-1 0-1 0 0,1 0 1 0 0,-1 0-1 0 0,-4-1 1 0 0,6 2-6 0 0,0 0 1 0 0,-1 0 0 0 0,1 1 0 0 0,0-1 0 0 0,-1 1-1 0 0,1-1 1 0 0,0 1 0 0 0,0 0 0 0 0,0 0-1 0 0,-1 0 1 0 0,1 0 0 0 0,0 0 0 0 0,0 1 0 0 0,1-1-1 0 0,-1 1 1 0 0,0-1 0 0 0,0 1 0 0 0,1-1-1 0 0,-1 1 1 0 0,1 0 0 0 0,-1 0 0 0 0,1 0-1 0 0,0 0 1 0 0,-1 0 0 0 0,1 0 0 0 0,0 0 0 0 0,1 0-1 0 0,-1 1 1 0 0,-1 3 0 0 0,-2 7 1 0 0,1-1-1 0 0,0 1 1 0 0,0 0 0 0 0,0 18 0 0 0,2-27-10 0 0,1 0 1 0 0,0 0-1 0 0,0 0 0 0 0,0 0 1 0 0,0 0-1 0 0,1 0 1 0 0,0 0-1 0 0,-1 0 0 0 0,2-1 1 0 0,-1 1-1 0 0,0 0 1 0 0,1 0-1 0 0,-1-1 0 0 0,1 1 1 0 0,0-1-1 0 0,0 0 1 0 0,1 1-1 0 0,-1-1 0 0 0,3 3 1 0 0,-3-5 5 0 0,-1 0-1 0 0,0 0 1 0 0,1 0 0 0 0,0 0 0 0 0,-1 0 0 0 0,1 0 0 0 0,-1-1-1 0 0,1 1 1 0 0,0 0 0 0 0,-1-1 0 0 0,1 1 0 0 0,0-1 0 0 0,0 0-1 0 0,0 0 1 0 0,-1 1 0 0 0,1-1 0 0 0,0 0 0 0 0,0-1-1 0 0,0 1 1 0 0,-1 0 0 0 0,1 0 0 0 0,2-1 0 0 0,-1-1-10 0 0,0 1 1 0 0,0-1-1 0 0,0 1 1 0 0,-1-1-1 0 0,1 0 1 0 0,0 0-1 0 0,-1 0 1 0 0,1-1-1 0 0,-1 1 1 0 0,0 0-1 0 0,3-5 1 0 0,0 1-26 0 0,-1-1 0 0 0,0 0 0 0 0,0 0 1 0 0,-1 0-1 0 0,1 0 0 0 0,-2-1 1 0 0,1 1-1 0 0,-1-1 0 0 0,2-10 1 0 0,-4 10 29 0 0,0 1 1 0 0,-1-1-1 0 0,0 1 1 0 0,0 0-1 0 0,-1 0 1 0 0,0-1-1 0 0,0 1 1 0 0,0 0-1 0 0,-1 1 1 0 0,0-1-1 0 0,-5-7 1 0 0,6 9 4 0 0,-1 1 0 0 0,1 0 0 0 0,-1 0 0 0 0,0 0 0 0 0,0 1 1 0 0,0-1-1 0 0,-1 1 0 0 0,1 0 0 0 0,-1-1 0 0 0,0 2 0 0 0,0-1 1 0 0,0 0-1 0 0,0 1 0 0 0,-1 0 0 0 0,1 0 0 0 0,0 0 0 0 0,-1 0 0 0 0,-5-1 1 0 0,8 3 0 0 0,0 0 0 0 0,0-1 0 0 0,-1 1 0 0 0,1 0 0 0 0,0 0 1 0 0,0 0-1 0 0,0 1 0 0 0,-1-1 0 0 0,1 0 0 0 0,0 1 0 0 0,0-1 0 0 0,0 1 1 0 0,0 0-1 0 0,0 0 0 0 0,0 0 0 0 0,0 0 0 0 0,0 0 0 0 0,0 0 1 0 0,0 1-1 0 0,0-1 0 0 0,1 0 0 0 0,-1 1 0 0 0,1-1 0 0 0,-1 1 0 0 0,1 0 1 0 0,-1 0-1 0 0,1-1 0 0 0,0 1 0 0 0,0 0 0 0 0,0 0 0 0 0,0 0 1 0 0,0 0-1 0 0,0 1 0 0 0,1-1 0 0 0,-1 0 0 0 0,1 0 0 0 0,-1 0 0 0 0,1 4 1 0 0,-1 0-7 0 0,1 0 1 0 0,0 1-1 0 0,0-1 1 0 0,0 0 0 0 0,1 0-1 0 0,0 0 1 0 0,0 1 0 0 0,1-1-1 0 0,-1 0 1 0 0,1-1-1 0 0,1 1 1 0 0,4 9 0 0 0,-3-9-7 0 0,1 0 0 0 0,-1-1 0 0 0,1 0 0 0 0,1 0 0 0 0,-1 0 0 0 0,1-1 0 0 0,-1 0 0 0 0,1 0 0 0 0,1 0 0 0 0,-1-1 0 0 0,0 0 0 0 0,1 0 0 0 0,0 0 0 0 0,-1-1 0 0 0,1 0 0 0 0,0-1 0 0 0,9 2 0 0 0,-12-2 9 0 0,0-1-1 0 0,0 1 0 0 0,0-1 1 0 0,0 0-1 0 0,-1 0 0 0 0,1-1 1 0 0,0 1-1 0 0,0-1 0 0 0,0 0 1 0 0,0 0-1 0 0,-1 0 1 0 0,1 0-1 0 0,0-1 0 0 0,-1 1 1 0 0,0-1-1 0 0,1 0 0 0 0,-1 0 1 0 0,0 0-1 0 0,0-1 1 0 0,0 1-1 0 0,0-1 0 0 0,0 0 1 0 0,0 1-1 0 0,-1-1 0 0 0,1-1 1 0 0,-1 1-1 0 0,0 0 1 0 0,0 0-1 0 0,0-1 0 0 0,-1 1 1 0 0,1-1-1 0 0,-1 0 0 0 0,1-3 1 0 0,-1 3-7 0 0,-1-1 1 0 0,0 1-1 0 0,0 0 0 0 0,0-1 1 0 0,-1 1-1 0 0,1 0 1 0 0,-1 0-1 0 0,0 0 0 0 0,0-1 1 0 0,-1 1-1 0 0,1 0 1 0 0,-1 0-1 0 0,0 1 0 0 0,0-1 1 0 0,0 0-1 0 0,0 1 1 0 0,-1-1-1 0 0,0 1 0 0 0,-2-4 1 0 0,-8-7 73 0 0,0 0 0 0 0,-28-22 1 0 0,34 29-2 0 0,-1 1 0 0 0,0 1 1 0 0,-1-1-1 0 0,1 1 0 0 0,-1 0 1 0 0,0 1-1 0 0,-17-6 1 0 0,23 10-59 0 0,0-1 0 0 0,1 1-1 0 0,-1-1 1 0 0,0 1 0 0 0,1 0 0 0 0,-1 0 0 0 0,0 0 0 0 0,1 1 0 0 0,-1-1 0 0 0,0 0 0 0 0,1 1 0 0 0,-1 0 0 0 0,1 0 0 0 0,-1 0 0 0 0,1 0 0 0 0,-1 0-1 0 0,1 0 1 0 0,0 1 0 0 0,-1-1 0 0 0,1 1 0 0 0,0-1 0 0 0,0 1 0 0 0,0 0 0 0 0,0 0 0 0 0,1 0 0 0 0,-1 0 0 0 0,0 0 0 0 0,1 0 0 0 0,0 1 0 0 0,-1-1 0 0 0,1 0-1 0 0,0 1 1 0 0,-2 4 0 0 0,-1 4-53 0 0,1 1 0 0 0,0-1-1 0 0,0 1 1 0 0,1 0-1 0 0,0 0 1 0 0,1 0 0 0 0,1 0-1 0 0,0 0 1 0 0,0 0 0 0 0,1 0-1 0 0,1 0 1 0 0,5 22-1 0 0,-6-29 26 0 0,0-1 0 0 0,0 0 0 0 0,1 0 0 0 0,0 0 0 0 0,-1 0 0 0 0,1-1-1 0 0,0 1 1 0 0,1 0 0 0 0,-1-1 0 0 0,1 1 0 0 0,0-1 0 0 0,-1 0 0 0 0,1 0 0 0 0,1 0-1 0 0,-1 0 1 0 0,0 0 0 0 0,1-1 0 0 0,-1 0 0 0 0,1 0 0 0 0,0 0 0 0 0,0 0-1 0 0,0 0 1 0 0,0-1 0 0 0,0 1 0 0 0,0-1 0 0 0,0 0 0 0 0,0-1 0 0 0,1 1 0 0 0,-1-1-1 0 0,0 1 1 0 0,1-1 0 0 0,-1-1 0 0 0,0 1 0 0 0,0 0 0 0 0,1-1 0 0 0,-1 0 0 0 0,0 0-1 0 0,7-3 1 0 0,-4 2 3 0 0,-1 0 0 0 0,0-1 1 0 0,0 1-1 0 0,1-1 0 0 0,-1-1 0 0 0,-1 1 0 0 0,1-1 0 0 0,-1 0 0 0 0,1 0 0 0 0,-1-1 0 0 0,0 1 0 0 0,-1-1 1 0 0,1 0-1 0 0,-1 0 0 0 0,0-1 0 0 0,0 1 0 0 0,-1-1 0 0 0,1 0 0 0 0,-1 0 0 0 0,0 0 0 0 0,3-13 0 0 0,-4 11 54 0 0,-1-1-1 0 0,0 0 0 0 0,0 1 0 0 0,-1-1 0 0 0,0 0 0 0 0,0 0 1 0 0,-1 0-1 0 0,0 1 0 0 0,-1-1 0 0 0,0 0 0 0 0,0 1 0 0 0,-1 0 1 0 0,0-1-1 0 0,0 1 0 0 0,-1 0 0 0 0,-6-10 0 0 0,5 9 102 0 0,-1 1 0 0 0,1-1-1 0 0,-2 1 1 0 0,1 0 0 0 0,-1 1 0 0 0,-15-13-1 0 0,20 19-97 0 0,1 0 0 0 0,-1-1 0 0 0,0 1 0 0 0,0 0 0 0 0,0 0 0 0 0,0 0 0 0 0,0 0 0 0 0,0 0 0 0 0,0 1 0 0 0,-1-1 0 0 0,1 1-1 0 0,0-1 1 0 0,0 1 0 0 0,0 0 0 0 0,-1 0 0 0 0,1 0 0 0 0,0 0 0 0 0,0 0 0 0 0,-1 0 0 0 0,1 1 0 0 0,0-1 0 0 0,0 1 0 0 0,0-1 0 0 0,0 1 0 0 0,-1 0 0 0 0,1 0 0 0 0,0 0-1 0 0,0 0 1 0 0,1 0 0 0 0,-1 0 0 0 0,0 1 0 0 0,0-1 0 0 0,1 1 0 0 0,-1-1 0 0 0,0 1 0 0 0,1 0 0 0 0,-2 2 0 0 0,-7 9-28 0 0,1 2 0 0 0,1-1 1 0 0,0 1-1 0 0,1 1 0 0 0,0 0 0 0 0,2-1 1 0 0,-1 2-1 0 0,2-1 0 0 0,0 1 0 0 0,1-1 1 0 0,1 1-1 0 0,1 0 0 0 0,0 0 0 0 0,1 0 1 0 0,3 23-1 0 0,-3-38-18 0 0,0 1 0 0 0,1-1-1 0 0,-1 1 1 0 0,0-1 0 0 0,1 1 0 0 0,0-1 0 0 0,0 0 0 0 0,0 1 0 0 0,0-1 0 0 0,0 0 0 0 0,0 1 0 0 0,0-1-1 0 0,1 0 1 0 0,-1 0 0 0 0,1 0 0 0 0,0 0 0 0 0,-1-1 0 0 0,1 1 0 0 0,0 0 0 0 0,0-1 0 0 0,0 1-1 0 0,0-1 1 0 0,1 1 0 0 0,-1-1 0 0 0,0 0 0 0 0,0 0 0 0 0,1 0 0 0 0,-1 0 0 0 0,1-1 0 0 0,-1 1-1 0 0,1-1 1 0 0,-1 1 0 0 0,1-1 0 0 0,-1 0 0 0 0,3 0 0 0 0,1-1-2 0 0,-1 0-1 0 0,0 0 1 0 0,1 0 0 0 0,-1-1 0 0 0,0 1-1 0 0,0-1 1 0 0,0-1 0 0 0,-1 1 0 0 0,1-1-1 0 0,0 1 1 0 0,-1-1 0 0 0,0-1-1 0 0,1 1 1 0 0,-1-1 0 0 0,5-6 0 0 0,-4 4 12 0 0,0 0 0 0 0,-1-1-1 0 0,0 1 1 0 0,0-1 0 0 0,-1 0 0 0 0,0 0 0 0 0,0-1 0 0 0,-1 1 0 0 0,0 0 0 0 0,0-1 0 0 0,0 0 0 0 0,-1 1 0 0 0,0-13 0 0 0,-1 16 1 0 0,0 0 0 0 0,0 0 0 0 0,0 0 0 0 0,-1 0 0 0 0,0 0 0 0 0,1 0 0 0 0,-2 0 1 0 0,1 0-1 0 0,0 0 0 0 0,-1 0 0 0 0,0 1 0 0 0,1-1 0 0 0,-1 1 0 0 0,-1-1 0 0 0,1 1 0 0 0,0-1 0 0 0,-1 1 1 0 0,0 0-1 0 0,0 0 0 0 0,0 1 0 0 0,0-1 0 0 0,0 1 0 0 0,-1-1 0 0 0,1 1 0 0 0,0 0 0 0 0,-1 0 1 0 0,-5-2-1 0 0,5 3 2 0 0,-1 0 1 0 0,1 1-1 0 0,-1-1 1 0 0,1 1-1 0 0,-1-1 1 0 0,1 1-1 0 0,-1 1 1 0 0,1-1-1 0 0,-1 1 1 0 0,1-1-1 0 0,-1 1 1 0 0,1 1-1 0 0,-1-1 1 0 0,1 1-1 0 0,0-1 1 0 0,0 1-1 0 0,0 0 1 0 0,0 1-1 0 0,-7 4 1 0 0,7-4-10 0 0,0 0 1 0 0,-1 1 0 0 0,2-1 0 0 0,-1 1-1 0 0,0 0 1 0 0,1-1 0 0 0,-1 2 0 0 0,1-1 0 0 0,1 0-1 0 0,-1 1 1 0 0,0-1 0 0 0,1 1 0 0 0,0 0-1 0 0,0 0 1 0 0,0 0 0 0 0,-1 10 0 0 0,1 1-338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3:42.53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3834 1 8754 0 0,'-1'1'457'0'0,"1"1"0"0"0,-1-1-1 0 0,0 1 1 0 0,1-1 0 0 0,-1 1 0 0 0,0-1 0 0 0,0 1 0 0 0,0-1 0 0 0,0 0-1 0 0,0 1 1 0 0,0-1 0 0 0,0 0 0 0 0,0 0 0 0 0,-1 0 0 0 0,1 0 0 0 0,-3 2 0 0 0,-28 17 1076 0 0,23-14-946 0 0,-541 362 2015 0 0,298-194-2838 0 0,-59 58 161 0 0,113-80 51 0 0,-514 394 69 0 0,302-228-26 0 0,205-154 1 0 0,-48 35 27 0 0,-187 163 671 0 0,417-342-622 0 0,-191 143 590 0 0,85-70-269 0 0,123-88-405 0 0,-4 3 2 0 0,-1 0 0 0 0,0 0 0 0 0,-20 9 0 0 0,23-18-455 0 0,10-8-83 0 0,9-12-1931 0 0,3 2-4690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3:43.11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399 280 5545 0 0,'-15'-5'157'0'0,"-1"1"-1"0"0,1 0 0 0 0,-23-2 1 0 0,-26-6-191 0 0,56 10 34 0 0,0 0 0 0 0,1-1 0 0 0,-1 0 0 0 0,1-1 0 0 0,0 1 0 0 0,0-1 0 0 0,0-1 0 0 0,0 1 0 0 0,-7-7 0 0 0,11 8 0 0 0,0-1 0 0 0,1 1 0 0 0,-1 0 0 0 0,1-1 0 0 0,0 1 0 0 0,0-1 0 0 0,0 0 0 0 0,0 0 0 0 0,0 0 0 0 0,1 0 0 0 0,0 0 0 0 0,0 0 0 0 0,0 0 0 0 0,0 0 0 0 0,1 0 0 0 0,-1 0 0 0 0,1-1 0 0 0,0 1 0 0 0,1-5 0 0 0,3-18 52 0 0,-3 23-64 0 0,0 0-1 0 0,0-1 1 0 0,-1 1-1 0 0,1 0 1 0 0,-1-1-1 0 0,0 1 1 0 0,-1-1-1 0 0,0-6 1 0 0,0 10 36 0 0,1 0 0 0 0,-1-1 0 0 0,0 1 0 0 0,0 0 0 0 0,0 0 0 0 0,0-1-1 0 0,0 1 1 0 0,0 0 0 0 0,0 0 0 0 0,-1 0 0 0 0,1 0 0 0 0,0 0 0 0 0,0 1 0 0 0,-1-1 0 0 0,1 0 0 0 0,-1 0 0 0 0,1 1 0 0 0,-1-1 0 0 0,1 1 0 0 0,-1 0-1 0 0,1-1 1 0 0,-1 1 0 0 0,1 0 0 0 0,-1 0 0 0 0,1 0 0 0 0,-1 0 0 0 0,0 0 0 0 0,1 0 0 0 0,-2 0 0 0 0,-52 3 3065 0 0,1 2 6754 0 0,65-1-8549 0 0,15 4-841 0 0,14-5-350 0 0,0-2 0 0 0,0-2 0 0 0,64-8 0 0 0,-36 2-124 0 0,70-11-102 0 0,-84 9 29 0 0,89-3-1 0 0,-141 12 92 0 0,0-1 1 0 0,0 1 0 0 0,0 0 0 0 0,0 0 0 0 0,0 1 0 0 0,0-1 0 0 0,-1 0-1 0 0,1 1 1 0 0,0-1 0 0 0,0 1 0 0 0,0-1 0 0 0,0 1 0 0 0,0 0 0 0 0,-1 0-1 0 0,1 0 1 0 0,0 0 0 0 0,-1 0 0 0 0,1 0 0 0 0,-1 0 0 0 0,1 0 0 0 0,-1 1-1 0 0,1-1 1 0 0,-1 1 0 0 0,0-1 0 0 0,2 3 0 0 0,-2 0 65 0 0,0 0 0 0 0,0 0 0 0 0,-1-1 0 0 0,1 1 0 0 0,-1 0 0 0 0,0 0 0 0 0,0 0 0 0 0,0 0 1 0 0,-1-1-1 0 0,1 1 0 0 0,-1 0 0 0 0,-1 5 0 0 0,-10 33 256 0 0,-30 72 0 0 0,-4 10-27 0 0,42-107-270 0 0,-1 0 0 0 0,2 1-1 0 0,0-1 1 0 0,1 1-1 0 0,1 23 1 0 0,2-20-1597 0 0,3-2-6240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3:44.17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13827 0 0,'5'26'7537'0'0,"15"29"-6591"0"0,-2-6-749 0 0,0 16-55 0 0,-3 1 1 0 0,-2 1-1 0 0,-4 0 0 0 0,-2 0 0 0 0,-4 102 0 0 0,-4-145-357 0 0,0 28-2971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3:44.51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98 232 6913 0 0,'7'-25'959'0'0,"2"0"0"0"0,0 1 0 0 0,2 0 0 0 0,16-27 0 0 0,-16 31 234 0 0,-8 13-526 0 0,0 1 0 0 0,1-1 1 0 0,0 0-1 0 0,1 1 0 0 0,0 0 1 0 0,-1 0-1 0 0,2 0 0 0 0,5-5 1 0 0,-20 43 2642 0 0,-77 148-2401 0 0,-26 59-870 0 0,110-235-15 0 0,1 0 0 0 0,-1 0-1 0 0,1 0 1 0 0,0 1 0 0 0,0-1 0 0 0,0 0-1 0 0,1 1 1 0 0,-1-1 0 0 0,1 0 0 0 0,0 6 0 0 0,1-8-10 0 0,-1-1 1 0 0,1 1-1 0 0,-1-1 1 0 0,1 0-1 0 0,-1 0 1 0 0,1 1 0 0 0,0-1-1 0 0,0 0 1 0 0,0 0-1 0 0,-1 0 1 0 0,1 1 0 0 0,0-1-1 0 0,0 0 1 0 0,1 0-1 0 0,-1-1 1 0 0,0 1-1 0 0,0 0 1 0 0,0 0 0 0 0,1 0-1 0 0,-1-1 1 0 0,0 1-1 0 0,1-1 1 0 0,-1 1 0 0 0,0-1-1 0 0,1 1 1 0 0,-1-1-1 0 0,1 0 1 0 0,-1 0 0 0 0,0 0-1 0 0,1 0 1 0 0,-1 0-1 0 0,1 0 1 0 0,1 0-1 0 0,65-2 47 0 0,-34 1 3 0 0,0 0-1 0 0,-1 3 1 0 0,62 9-1 0 0,-78-7-445 0 0,35 9-6079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3:44.94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171 51 7834 0 0,'-7'-16'4333'0'0,"6"13"-3565"0"0,0 0 0 0 0,0 0 0 0 0,0 0 0 0 0,-1 1 0 0 0,1-1 0 0 0,-1 0 0 0 0,0 1 0 0 0,-3-4 0 0 0,4 5-620 0 0,0 0 0 0 0,0 1-1 0 0,-1-1 1 0 0,1 0-1 0 0,0 1 1 0 0,-1-1 0 0 0,1 1-1 0 0,-1-1 1 0 0,1 1-1 0 0,-1 0 1 0 0,1-1 0 0 0,-1 1-1 0 0,1 0 1 0 0,-1 0-1 0 0,1 0 1 0 0,-1 0 0 0 0,1 1-1 0 0,-1-1 1 0 0,1 0-1 0 0,-1 0 1 0 0,1 1 0 0 0,-2 0-1 0 0,-3 1-70 0 0,1 0 0 0 0,0 0 0 0 0,0 0 0 0 0,0 0-1 0 0,1 1 1 0 0,-1 0 0 0 0,1 0 0 0 0,-1 0 0 0 0,1 1 0 0 0,0 0-1 0 0,0-1 1 0 0,1 1 0 0 0,-6 7 0 0 0,4-3-53 0 0,0 0 0 0 0,0 1 1 0 0,1 0-1 0 0,0 0 0 0 0,1 0 0 0 0,-1 0 1 0 0,-1 10-1 0 0,1 4-98 0 0,1 0 0 0 0,1 0 0 0 0,0 1 1 0 0,2-1-1 0 0,4 35 0 0 0,-2-39 30 0 0,1 0 0 0 0,1-1 0 0 0,1 1 0 0 0,0-1 0 0 0,1 0 1 0 0,1 0-1 0 0,1-1 0 0 0,1 1 0 0 0,14 21 0 0 0,-18-32 37 0 0,0-1 0 0 0,0 1 0 0 0,0-1 0 0 0,1 0 0 0 0,0-1 0 0 0,0 0 0 0 0,1 0 0 0 0,-1 0 0 0 0,1 0 0 0 0,0-1 0 0 0,0 0 0 0 0,1-1 0 0 0,-1 0 0 0 0,1 0 0 0 0,0 0 0 0 0,-1-1 0 0 0,1 0 0 0 0,0-1 0 0 0,0 1 0 0 0,1-2 0 0 0,-1 1 0 0 0,0-1 0 0 0,0 0 0 0 0,11-2 1 0 0,-7-1 2 0 0,0 0 0 0 0,0 0 0 0 0,0-2 0 0 0,0 1 1 0 0,-1-1-1 0 0,0-1 0 0 0,0 0 0 0 0,0 0 0 0 0,-1-1 1 0 0,0-1-1 0 0,0 0 0 0 0,11-11 0 0 0,-13 11-41 0 0,0-1 1 0 0,-1 1-1 0 0,0-2 0 0 0,0 1 1 0 0,-1-1-1 0 0,0 1 0 0 0,-1-2 1 0 0,0 1-1 0 0,0-1 0 0 0,-1 1 1 0 0,-1-1-1 0 0,0 0 0 0 0,3-18 1 0 0,-6 24-511 0 0,0-1 1 0 0,0 1 0 0 0,0 0 0 0 0,-1-1 0 0 0,0 1-1 0 0,-2-9 1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3:45.32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27 0 14747 0 0,'-1'0'273'0'0,"0"1"-1"0"0,-1-1 1 0 0,1 1-1 0 0,0-1 1 0 0,-1 1 0 0 0,1-1-1 0 0,0 1 1 0 0,0 0-1 0 0,0 0 1 0 0,0 0-1 0 0,-1-1 1 0 0,1 1 0 0 0,0 0-1 0 0,1 0 1 0 0,-1 0-1 0 0,0 1 1 0 0,0-1-1 0 0,0 0 1 0 0,1 0 0 0 0,-1 0-1 0 0,0 1 1 0 0,0 1-1 0 0,0 1-44 0 0,1-1 0 0 0,-1 1 0 0 0,1-1 0 0 0,0 1 0 0 0,0 0-1 0 0,0-1 1 0 0,0 1 0 0 0,2 6 0 0 0,2 7-252 0 0,1 0 1 0 0,14 31-1 0 0,-16-40 337 0 0,18 46-228 0 0,27 110 1 0 0,-4 61 129 0 0,-17-71-153 0 0,-26-152-54 0 0,-1-1 0 0 0,1 1 0 0 0,-1 0 1 0 0,1 0-1 0 0,-1 0 0 0 0,1 0 0 0 0,0 0 0 0 0,0-1 0 0 0,0 1 0 0 0,0 0 0 0 0,2 1 1 0 0,-3-2 1 0 0,1-1 1 0 0,-1 1 0 0 0,1-1-1 0 0,0 1 1 0 0,-1-1 0 0 0,1 0 0 0 0,-1 1-1 0 0,1-1 1 0 0,0 0 0 0 0,-1 0 0 0 0,1 1-1 0 0,0-1 1 0 0,-1 0 0 0 0,1 0-1 0 0,0 0 1 0 0,0 0 0 0 0,-1 0 0 0 0,1 0-1 0 0,0 0 1 0 0,-1 0 0 0 0,2-1 0 0 0,3 0 57 0 0,-1-1 1 0 0,0 0-1 0 0,0-1 1 0 0,1 1-1 0 0,-2-1 1 0 0,1 0 0 0 0,5-5-1 0 0,7-4 66 0 0,23-13 71 0 0,0 3 0 0 0,2 1 0 0 0,67-24-1 0 0,-39 16-335 0 0,-2-3-1098 0 0,-54 23 522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3:46.25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0 682 6913 0 0,'187'-88'3010'0'0,"3"9"0"0"0,4 7 0 0 0,304-69 0 0 0,-304 96-1801 0 0,517-113 944 0 0,-260 77-1963 0 0,-360 70-141 0 0,1 4 1 0 0,182 11-1 0 0,-250-2-75 0 0,-10-2 109 0 0,1 1-1 0 0,-1 1 1 0 0,1 0-1 0 0,-1 1 1 0 0,0 1-1 0 0,14 5 1 0 0,-26-7-63 0 0,0-1 0 0 0,-1 0 0 0 0,1 0 0 0 0,0 1 0 0 0,-1-1 0 0 0,0 1 0 0 0,1-1 0 0 0,-1 1 0 0 0,0 0 0 0 0,0-1 0 0 0,1 1 0 0 0,-1 0 0 0 0,-1 0 0 0 0,1 0 0 0 0,0 0 0 0 0,0 0 0 0 0,-1 0 0 0 0,1 0 0 0 0,-1 0 0 0 0,0 0 0 0 0,1 0 0 0 0,-1 0 0 0 0,0 3 0 0 0,-1 9 8 0 0,1 0 1 0 0,-5 22-1 0 0,1-7-26 0 0,4 3 7 0 0,1 1 0 0 0,1-1 0 0 0,2 0 1 0 0,2 0-1 0 0,0 0 0 0 0,2-1 0 0 0,19 46 1 0 0,107 206 72 0 0,-69-158-69 0 0,204 458 81 0 0,-161-343-44 0 0,-23-26 322 0 0,-71-169-155 0 0,-2 1 1 0 0,11 88-1 0 0,-21-123-160 0 0,-2 1-1 0 0,1-1 0 0 0,-1 0 1 0 0,-1 1-1 0 0,0-1 1 0 0,-1 1-1 0 0,0-1 0 0 0,-1 0 1 0 0,-6 17-1 0 0,6-21-43 0 0,0-2 0 0 0,-1 1 0 0 0,1 0 0 0 0,-1 0 0 0 0,0-1 0 0 0,0 0 0 0 0,-1 0 0 0 0,0 0 0 0 0,0-1 0 0 0,0 1 0 0 0,0-1 0 0 0,0 0 0 0 0,-1-1 0 0 0,0 1 0 0 0,0-1 0 0 0,0 0 0 0 0,-10 3 0 0 0,-39 10 73 0 0,-94 15 0 0 0,19-5-87 0 0,-532 86-192 0 0,399-76-452 0 0,-365 82-230 0 0,488-82 1196 0 0,-266 109 0 0 0,319-104-391 0 0,-2-4 0 0 0,-185 49 0 0 0,260-83-148 0 0,-30 4-354 0 0,43-7 500 0 0,0 0 1 0 0,-1 0 0 0 0,1 0-1 0 0,0 0 1 0 0,0 0 0 0 0,-1-1-1 0 0,1 1 1 0 0,0 0 0 0 0,0-1 0 0 0,0 1-1 0 0,0-1 1 0 0,-1 1 0 0 0,1-1-1 0 0,0 0 1 0 0,0 1 0 0 0,0-1-1 0 0,0 0 1 0 0,0 0 0 0 0,0 0-1 0 0,1 0 1 0 0,-1 0 0 0 0,0 0 0 0 0,0 0-1 0 0,1 0 1 0 0,-1 0 0 0 0,0 0-1 0 0,1 0 1 0 0,-1 0 0 0 0,0-2-1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3:46.68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96 106 6913 0 0,'-20'-30'1338'0'0,"13"19"930"0"0,-1 0-1 0 0,1 1 0 0 0,-2 0 1 0 0,1 1-1 0 0,-15-13 0 0 0,23 22-2237 0 0,0-1-1 0 0,-1 1 0 0 0,1 0 0 0 0,0 0 0 0 0,0 0 1 0 0,0 0-1 0 0,-1-1 0 0 0,1 1 0 0 0,0 0 0 0 0,0 0 1 0 0,-1 0-1 0 0,1 0 0 0 0,0 0 0 0 0,-1-1 1 0 0,1 1-1 0 0,0 0 0 0 0,0 0 0 0 0,-1 0 0 0 0,1 0 1 0 0,0 0-1 0 0,-1 0 0 0 0,1 0 0 0 0,0 0 0 0 0,0 0 1 0 0,-1 0-1 0 0,1 0 0 0 0,0 0 0 0 0,-1 1 1 0 0,1-1-1 0 0,0 0 0 0 0,0 0 0 0 0,-1 0 0 0 0,1 0 1 0 0,0 0-1 0 0,0 0 0 0 0,-1 1 0 0 0,1-1 0 0 0,0 0 1 0 0,-4 15 323 0 0,7 23-464 0 0,-3-33 183 0 0,7 42-26 0 0,1 1 0 0 0,25 76 1 0 0,43 89-32 0 0,-51-147-17 0 0,48 106-79 0 0,178 305 1 0 0,-226-433 144 0 0,-1 0 0 0 0,-2 2 1 0 0,-2 0-1 0 0,-2 1 1 0 0,-3 1-1 0 0,18 90 0 0 0,-29-103 284 0 0,-3-24-146 0 0,0 0-1 0 0,0 0 1 0 0,1 0 0 0 0,1 0-1 0 0,0 0 1 0 0,4 10-1 0 0,0-16 361 0 0,-7-5-565 0 0,1 0 1 0 0,-1 0 0 0 0,0-1-1 0 0,1 1 1 0 0,-1 0 0 0 0,0-1-1 0 0,0 1 1 0 0,1 0 0 0 0,-1 0-1 0 0,0-1 1 0 0,0 1 0 0 0,0-1-1 0 0,1 1 1 0 0,-1 0 0 0 0,0-1-1 0 0,0 1 1 0 0,0-1 0 0 0,0 1-1 0 0,0 0 1 0 0,0-1 0 0 0,0 1-1 0 0,0-1 1 0 0,0 1 0 0 0,0 0 0 0 0,0-1-1 0 0,0 1 1 0 0,0-1 0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3:49.97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25 12 6913 0 0,'-24'-12'13883'0'0,"29"23"-11817"0"0,4 4-1853 0 0,-1 1 1 0 0,-1 0-1 0 0,0 0 0 0 0,8 29 0 0 0,11 74 118 0 0,-17-72-291 0 0,58 434-29 0 0,-58-397-12 0 0,-9-82 1 0 0,3 15-122 0 0,-1 0-1 0 0,-1 0 1 0 0,-1 0 0 0 0,0 0 0 0 0,-1 0-1 0 0,-5 23 1 0 0,2-29-182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3:50.21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18 127 10594 0 0,'0'0'125'0'0,"-1"1"0"0"0,1-1 1 0 0,-1 0-1 0 0,1 0 0 0 0,-1 0 0 0 0,1 0 0 0 0,-1 0 0 0 0,0 0 0 0 0,1 0 0 0 0,-1 0 0 0 0,1 0 0 0 0,-1 0 0 0 0,1 0 0 0 0,-1 0 1 0 0,1-1-1 0 0,-1 1 0 0 0,1 0 0 0 0,-1 0 0 0 0,1 0 0 0 0,-1-1 0 0 0,1 1 0 0 0,-1 0 0 0 0,1-1 0 0 0,-1 1 0 0 0,1 0 1 0 0,-1-1-1 0 0,1 1 0 0 0,0-1 0 0 0,-1 1 0 0 0,1-1 0 0 0,0 1 0 0 0,0-1 0 0 0,-1 1 0 0 0,1-1 0 0 0,0 1 0 0 0,0-1 1 0 0,-1 1-1 0 0,1-1 0 0 0,0 1 0 0 0,0-1 0 0 0,0 1 0 0 0,0-1 0 0 0,0 1 0 0 0,0-1 0 0 0,0 1 0 0 0,0-1 0 0 0,0 0 0 0 0,0 1 1 0 0,0-1-1 0 0,1 1 0 0 0,-1-1 0 0 0,0 1 0 0 0,0-1 0 0 0,0 1 0 0 0,1-1 0 0 0,-1 1 0 0 0,1-1 0 0 0,0-3 244 0 0,1 1-1 0 0,1 0 1 0 0,-1 0-1 0 0,0 0 0 0 0,1 0 1 0 0,-1 0-1 0 0,5-3 0 0 0,7-5-143 0 0,2 0 0 0 0,0 1-1 0 0,0 0 1 0 0,28-11-1 0 0,-35 17-503 0 0,-1 1 1 0 0,1 1-1 0 0,0-1 0 0 0,0 2 0 0 0,0-1 0 0 0,0 1 0 0 0,0 0 1 0 0,0 1-1 0 0,0 0 0 0 0,1 1 0 0 0,13 2 0 0 0,-4 2-6491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3:50.42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32 10594 0 0,'1'1'273'0'0,"0"1"0"0"0,0-1-1 0 0,0 0 1 0 0,0 0 0 0 0,0 0-1 0 0,0 0 1 0 0,0 0-1 0 0,0 0 1 0 0,1 0 0 0 0,-1 0-1 0 0,0-1 1 0 0,0 1 0 0 0,1 0-1 0 0,-1-1 1 0 0,1 1 0 0 0,-1-1-1 0 0,1 1 1 0 0,-1-1 0 0 0,1 0-1 0 0,-1 0 1 0 0,1 1 0 0 0,-1-1-1 0 0,1 0 1 0 0,-1-1-1 0 0,3 1 1 0 0,2 0 385 0 0,0 0 1 0 0,0-1-1 0 0,0 0 0 0 0,0 0 0 0 0,6-2 1 0 0,-8 1-510 0 0,-1 0-1 0 0,1 0 1 0 0,-1 0 0 0 0,0 0 0 0 0,0 0 0 0 0,0 0 0 0 0,0-1 0 0 0,3-3 0 0 0,16-12-1801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3:50.80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 0 3681 0 0,'-4'12'14458'0'0,"14"10"-10194"0"0,1-3-3639 0 0,0 23-378 0 0,-1 0 1 0 0,-2 0-1 0 0,-1 1 1 0 0,0 72-1 0 0,3 12-317 0 0,0-56-1755 0 0,-2-38-6198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3:51.10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2304 0 0,'0'1'329'0'0,"0"0"0"0"0,0 0-1 0 0,0 0 1 0 0,0 0 0 0 0,0 0-1 0 0,0 0 1 0 0,0-1-1 0 0,0 1 1 0 0,0 0 0 0 0,0 0-1 0 0,0 0 1 0 0,1 0-1 0 0,5 9 3944 0 0,-4-9-3943 0 0,1 1 240 0 0,0 0 1 0 0,1 0-1 0 0,-1-1 1 0 0,0 1-1 0 0,1-1 0 0 0,-1 0 1 0 0,5 1-1 0 0,5 1 952 0 0,0-1-1 0 0,27 1 1 0 0,101-12 1664 0 0,-80 2-4204 0 0,9 0-4932 0 0,-42 4-1148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3:51.38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12443 0 0,'0'2'511'0'0,"0"0"0"0"0,0 1 1 0 0,0-1-1 0 0,0 1 1 0 0,1-1-1 0 0,-1 0 0 0 0,1 1 1 0 0,-1-1-1 0 0,1 0 1 0 0,0 1-1 0 0,0-1 1 0 0,0 0-1 0 0,2 4 0 0 0,3 9 1084 0 0,-1 21-910 0 0,-1 0 1 0 0,-2 0-1 0 0,-1 1 1 0 0,-8 70-1 0 0,0 57-581 0 0,14-86-971 0 0,0-46-5440 0 0,-1-8-1237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3:51.71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6913 0 0,'4'7'18625'0'0,"-1"1"-21231"0"0,62 161 3394 0 0,48 193 1 0 0,-30-7-2230 0 0,-80-327 618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3:51.95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1 101 15203 0 0,'0'-1'113'0'0,"0"0"0"0"0,0 0-1 0 0,0 0 1 0 0,0 0 0 0 0,0 0-1 0 0,0 0 1 0 0,0 0 0 0 0,0 0-1 0 0,0 0 1 0 0,0 0 0 0 0,1 0-1 0 0,-1 0 1 0 0,0 0 0 0 0,1 0-1 0 0,-1 0 1 0 0,1 1 0 0 0,-1-1 0 0 0,1 0-1 0 0,-1 0 1 0 0,1 0 0 0 0,0 0-1 0 0,-1 1 1 0 0,1-1 0 0 0,0 0-1 0 0,0 1 1 0 0,-1-1 0 0 0,1 1-1 0 0,0-1 1 0 0,1 0 0 0 0,30-18 1576 0 0,-27 16-1503 0 0,13-6 283 0 0,0 1 0 0 0,1 0 1 0 0,-1 1-1 0 0,1 1 0 0 0,27-4 0 0 0,-37 8-514 0 0,0 1 0 0 0,1 0 1 0 0,-1 0-1 0 0,0 1 0 0 0,1 0 0 0 0,-1 1 1 0 0,0 0-1 0 0,0 1 0 0 0,1 0 0 0 0,-1 0 1 0 0,0 1-1 0 0,-1 0 0 0 0,14 6 1 0 0,-3 4-687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3:52.18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79 13683 0 0,'0'1'97'0'0,"0"-1"0"0"0,-1 0 0 0 0,1 0 0 0 0,0 1 0 0 0,0-1 0 0 0,0 0 1 0 0,0 1-1 0 0,0-1 0 0 0,0 0 0 0 0,0 1 0 0 0,0-1 0 0 0,1 0 0 0 0,-1 0 0 0 0,0 1 0 0 0,0-1 0 0 0,0 0 0 0 0,0 1 1 0 0,0-1-1 0 0,0 0 0 0 0,0 0 0 0 0,1 1 0 0 0,0 0 388 0 0,-1-1-388 0 0,0 0 0 0 0,0 0 1 0 0,1 0-1 0 0,-1 1 0 0 0,0-1 0 0 0,0 0 0 0 0,1 0 0 0 0,-1 0 0 0 0,0 0 0 0 0,1 0 0 0 0,-1 0 0 0 0,0 0 0 0 0,0 0 1 0 0,1 0-1 0 0,-1 0 0 0 0,0 0 0 0 0,1 0 0 0 0,16-8 3207 0 0,13-21-1196 0 0,-8 1-2073 0 0,-6 6-6465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3:52.82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23 53 4145 0 0,'-23'13'15771'0'0,"35"-23"-13853"0"0,-3 3-1708 0 0,-1 1-1 0 0,1 0 1 0 0,0 0-1 0 0,1 1 1 0 0,-1 1-1 0 0,1-1 1 0 0,0 2-1 0 0,0-1 1 0 0,0 1 0 0 0,1 1-1 0 0,12-2 1 0 0,-19 4-205 0 0,1-1 0 0 0,-1 1 0 0 0,0 0 0 0 0,1 1 0 0 0,-1-1 1 0 0,0 1-1 0 0,1 0 0 0 0,-1 0 0 0 0,0 0 0 0 0,0 1 1 0 0,0 0-1 0 0,0-1 0 0 0,0 1 0 0 0,0 1 0 0 0,0-1 0 0 0,0 1 1 0 0,-1-1-1 0 0,1 1 0 0 0,-1 0 0 0 0,0 0 0 0 0,0 0 1 0 0,0 1-1 0 0,-1-1 0 0 0,1 1 0 0 0,-1-1 0 0 0,1 1 0 0 0,-1 0 1 0 0,0 0-1 0 0,2 6 0 0 0,0 4-84 0 0,1 0 0 0 0,-1 0 0 0 0,-1 0-1 0 0,-1 1 1 0 0,0-1 0 0 0,-1 1 0 0 0,0 18 0 0 0,-4 10-176 0 0,-9 48 1 0 0,3-34 241 0 0,11-40 254 0 0,7-14 96 0 0,19-16-14 0 0,-26 12-346 0 0,165-84 31 0 0,-102 54-2344 0 0,-38 18-5560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3:53.11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17 102 9218 0 0,'-17'-4'9721'0'0,"21"0"-8505"0"0,6-8-586 0 0,1 1 1 0 0,1 1-1 0 0,22-17 0 0 0,-27 22-898 0 0,0 1 0 0 0,-1 0 0 0 0,1 1 0 0 0,1-1 0 0 0,-1 1-1 0 0,0 1 1 0 0,1-1 0 0 0,-1 1 0 0 0,1 1 0 0 0,9-2 0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3:53.31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79 14283 0 0,'9'-2'632'0'0,"-3"-1"136"0"0,-1 1-616 0 0,1 0-152 0 0,-2 1 0 0 0,0-2 0 0 0,0 0 320 0 0,5-1 33 0 0,3-3-1 0 0,3-2 8 0 0,0-1-472 0 0,0 2-96 0 0,-1 0-16 0 0,-3 1-8 0 0,2 1 232 0 0,-4 2-73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3:53.62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 23 17052 0 0,'-8'-17'1817'0'0,"6"11"-338"0"0,9 13-184 0 0,3 11-859 0 0,-1 0-1 0 0,0 0 1 0 0,-1 1-1 0 0,-1 0 1 0 0,7 26-1 0 0,-2-4-102 0 0,77 312 1352 0 0,-5-13-3307 0 0,-71-301 203 0 0,-9-25 471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3:53.81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28 118 9218 0 0,'-9'-3'363'0'0,"6"2"-8"0"0,1 0 0 0 0,-1 0 1 0 0,-8-18 7670 0 0,35 7-5497 0 0,-21 11-2140 0 0,41-23 1000 0 0,-26 13-1012 0 0,1 1 0 0 0,0 1 0 0 0,34-10 0 0 0,-47 17-564 0 0,1 0 1 0 0,0 1 0 0 0,-1 0-1 0 0,1 1 1 0 0,0-1 0 0 0,0 1-1 0 0,0 1 1 0 0,-1-1-1 0 0,1 1 1 0 0,0 0 0 0 0,-1 1-1 0 0,1 0 1 0 0,-1 0 0 0 0,1 0-1 0 0,10 6 1 0 0,10 9-7589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3:54.16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0 128 14283 0 0,'0'1'92'0'0,"0"-1"0"0"0,0 1-1 0 0,0-1 1 0 0,0 1 0 0 0,0-1-1 0 0,0 0 1 0 0,0 1 0 0 0,0-1 0 0 0,1 1-1 0 0,-1-1 1 0 0,0 1 0 0 0,0-1 0 0 0,0 1-1 0 0,1-1 1 0 0,-1 0 0 0 0,0 1-1 0 0,0-1 1 0 0,1 1 0 0 0,-1-1 0 0 0,0 0-1 0 0,1 1 1 0 0,-1-1 0 0 0,1 0 0 0 0,-1 0-1 0 0,0 1 1 0 0,1-1 0 0 0,-1 0 0 0 0,1 0-1 0 0,-1 1 1 0 0,0-1 0 0 0,1 0-1 0 0,-1 0 1 0 0,1 0 0 0 0,-1 0 0 0 0,1 0-1 0 0,0 0 1 0 0,24-4 1998 0 0,20-19 180 0 0,18-31-1709 0 0,-10 8-3216 0 0,-37 33 2396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3:54.51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54 77 8754 0 0,'-7'9'549'0'0,"1"0"0"0"0,0 1 0 0 0,1-1 0 0 0,0 1 0 0 0,0 0 1 0 0,1 0-1 0 0,0 1 0 0 0,1-1 0 0 0,1 1 0 0 0,-1 0 0 0 0,2 0 0 0 0,-1 0 0 0 0,1 15 1 0 0,2-7 362 0 0,0 0 0 0 0,1-1 1 0 0,1 1-1 0 0,1 0 1 0 0,0-1-1 0 0,2 0 1 0 0,8 19-1 0 0,-10-26-911 0 0,1-1-1 0 0,1 0 0 0 0,0 0 1 0 0,0 0-1 0 0,1-1 1 0 0,0 0-1 0 0,1 0 1 0 0,0 0-1 0 0,14 11 0 0 0,-19-18 0 0 0,-1 0 0 0 0,1-1 0 0 0,0 1-1 0 0,0 0 1 0 0,0-1 0 0 0,0 0 0 0 0,0 0-1 0 0,0 0 1 0 0,0 0 0 0 0,1 0-1 0 0,-1 0 1 0 0,0-1 0 0 0,0 0 0 0 0,1 0-1 0 0,5 0 1 0 0,-6-1-1 0 0,1 0 0 0 0,-1 0 0 0 0,0 0 0 0 0,0-1 1 0 0,1 1-1 0 0,-1-1 0 0 0,0 0 0 0 0,0 0 0 0 0,-1 0 0 0 0,1 0 0 0 0,0-1 0 0 0,-1 1 0 0 0,1-1 0 0 0,-1 1 0 0 0,0-1 0 0 0,0 0 1 0 0,0 0-1 0 0,2-3 0 0 0,6-14-33 0 0,0 1 0 0 0,-1-2 0 0 0,-1 1 0 0 0,-1-1 0 0 0,-1 0 0 0 0,-1-1 0 0 0,-1 1 1 0 0,0-1-1 0 0,-2 0 0 0 0,-1 0 0 0 0,-2-40 0 0 0,-1 50 50 0 0,0 0 0 0 0,-1 1 0 0 0,0-1 0 0 0,-1 1 0 0 0,0-1 0 0 0,-1 1 0 0 0,-1 0 0 0 0,1 1 0 0 0,-2-1 0 0 0,-7-9 0 0 0,11 15-43 0 0,-1 1 0 0 0,1 0 0 0 0,-1 0 0 0 0,0 0 0 0 0,0 0 1 0 0,0 0-1 0 0,-1 1 0 0 0,1 0 0 0 0,-1 0 0 0 0,0 0 0 0 0,1 1 0 0 0,-1-1 0 0 0,-1 1 1 0 0,1 0-1 0 0,0 1 0 0 0,0-1 0 0 0,-1 1 0 0 0,1 0 0 0 0,-1 0 0 0 0,1 1 0 0 0,-1 0 1 0 0,1 0-1 0 0,-1 0 0 0 0,-6 1 0 0 0,10 0-177 0 0,-1 0 1 0 0,1-1-1 0 0,-1 1 0 0 0,0 0 0 0 0,1 0 1 0 0,-1 1-1 0 0,1-1 0 0 0,0 0 1 0 0,0 1-1 0 0,-4 2 0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3:54.97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38 1 1840 0 0,'-3'2'517'0'0,"0"0"-1"0"0,0 0 0 0 0,0 0 0 0 0,1 1 0 0 0,-1-1 1 0 0,1 1-1 0 0,0 0 0 0 0,0 0 0 0 0,0 0 0 0 0,0 0 1 0 0,0 0-1 0 0,1 0 0 0 0,-1 0 0 0 0,1 0 0 0 0,0 1 1 0 0,0-1-1 0 0,0 0 0 0 0,1 1 0 0 0,-1-1 0 0 0,1 1 0 0 0,-1-1 1 0 0,1 1-1 0 0,0-1 0 0 0,1 1 0 0 0,0 5 0 0 0,1 12 1200 0 0,2 1-1 0 0,11 41 0 0 0,-10-45-1280 0 0,6 20 246 0 0,1 0 0 0 0,20 43 1 0 0,-25-66-498 0 0,1 0 1 0 0,0-1 0 0 0,1 0 0 0 0,1-1 0 0 0,0 0 0 0 0,0-1 0 0 0,2 1-1 0 0,13 11 1 0 0,-24-24-195 0 0,0 1-1 0 0,-1 0 1 0 0,1-1 0 0 0,0 1-1 0 0,0 0 1 0 0,0-1-1 0 0,0 1 1 0 0,0-1 0 0 0,0 1-1 0 0,0-1 1 0 0,-1 0-1 0 0,1 1 1 0 0,0-1 0 0 0,0 0-1 0 0,1 0 1 0 0,-1 0-1 0 0,0 1 1 0 0,0-1 0 0 0,0 0-1 0 0,0 0 1 0 0,0-1-1 0 0,0 1 1 0 0,0 0 0 0 0,0 0-1 0 0,1-1 1 0 0,0 0-34 0 0,-1 0 0 0 0,1 0 0 0 0,-1 0 0 0 0,0 0 0 0 0,0-1 0 0 0,1 1 0 0 0,-1 0 0 0 0,0-1 0 0 0,0 1 1 0 0,0-1-1 0 0,0 1 0 0 0,-1-1 0 0 0,2-3 0 0 0,2-6-228 0 0,-1 0 0 0 0,0 0 0 0 0,1-19 1 0 0,-3 27 241 0 0,3-46-259 0 0,-3 35 398 0 0,0 0-1 0 0,0 1 1 0 0,2-1 0 0 0,0 0 0 0 0,8-25-1 0 0,-11 39-83 0 0,1-1 0 0 0,-1 0 0 0 0,0 1 0 0 0,0-1 0 0 0,1 1 0 0 0,-1-1-1 0 0,0 1 1 0 0,0-1 0 0 0,1 1 0 0 0,-1-1 0 0 0,1 1 0 0 0,-1-1 0 0 0,0 1 0 0 0,1-1 0 0 0,-1 1-1 0 0,1 0 1 0 0,-1-1 0 0 0,1 1 0 0 0,-1 0 0 0 0,1-1 0 0 0,-1 1 0 0 0,1 0 0 0 0,0 0 0 0 0,-1-1-1 0 0,1 1 1 0 0,-1 0 0 0 0,1 0 0 0 0,0 0 0 0 0,-1 0 0 0 0,1 0 0 0 0,-1 0 0 0 0,1 0 0 0 0,0 0-1 0 0,-1 0 1 0 0,1 0 0 0 0,-1 0 0 0 0,1 0 0 0 0,0 1 0 0 0,-1-1 0 0 0,1 0 0 0 0,-1 0 0 0 0,1 1 0 0 0,-1-1-1 0 0,1 0 1 0 0,-1 1 0 0 0,1-1 0 0 0,-1 0 0 0 0,1 1 0 0 0,-1-1 0 0 0,1 1 0 0 0,-1-1 0 0 0,0 1-1 0 0,1-1 1 0 0,-1 1 0 0 0,0-1 0 0 0,1 1 0 0 0,-1 0 0 0 0,23 37 241 0 0,-20-33-215 0 0,6 12 17 0 0,1-1 0 0 0,0 0 0 0 0,23 26-1 0 0,-30-38-197 0 0,0 0 0 0 0,1-1 0 0 0,-1 1 0 0 0,1-1 0 0 0,0 0 0 0 0,0 0 0 0 0,0-1 0 0 0,0 1 0 0 0,1-1 0 0 0,-1 0 0 0 0,1 0 0 0 0,-1 0 0 0 0,1-1 0 0 0,0 1 0 0 0,0-1 0 0 0,0 0 0 0 0,-1-1 0 0 0,1 1 0 0 0,0-1-1 0 0,6 0 1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3:55.21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 9 6913 0 0,'-4'-8'9013'0'0,"15"30"-3611"0"0,-1 0-4393 0 0,96 302 1149 0 0,-74-212-1447 0 0,58 136 1 0 0,-79-226-838 0 0,22 33 0 0 0,-3-7-3182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3:55.40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0 401 8754 0 0,'4'1'415'0'0,"-1"1"1"0"0,0-1-1 0 0,1 0 0 0 0,-1 0 1 0 0,0 0-1 0 0,1 0 0 0 0,-1-1 1 0 0,1 1-1 0 0,0-1 0 0 0,-1 0 1 0 0,1 0-1 0 0,-1 0 0 0 0,1 0 1 0 0,-1-1-1 0 0,1 1 0 0 0,3-2 1 0 0,60-21 4650 0 0,-51 17-5316 0 0,62-29 1363 0 0,-1-3-1 0 0,134-91 1 0 0,10-6-1962 0 0,-142 94 718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4:24.0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1091 311 6913 0 0,'-12'-9'766'0'0,"1"0"-1"0"0,-18-19 0 0 0,19 17-499 0 0,-1 1 0 0 0,-17-14 0 0 0,18 18 127 0 0,0 0 0 0 0,0 1 0 0 0,0 0-1 0 0,-1 1 1 0 0,0 0 0 0 0,0 1-1 0 0,0 0 1 0 0,0 0 0 0 0,-1 1-1 0 0,1 1 1 0 0,-1 0 0 0 0,1 0-1 0 0,-17 2 1 0 0,-12 3 784 0 0,1 2 0 0 0,-61 18 0 0 0,8-2-1246 0 0,75-19 161 0 0,0 1 1 0 0,1 1-1 0 0,0 1 1 0 0,-1 0 0 0 0,2 1-1 0 0,-1 1 1 0 0,1 0-1 0 0,1 1 1 0 0,-1 1-1 0 0,1 0 1 0 0,1 1 0 0 0,0 0-1 0 0,1 1 1 0 0,0 0-1 0 0,1 1 1 0 0,-10 15-1 0 0,-36 55 508 0 0,3 2-1 0 0,-69 152 0 0 0,110-204-592 0 0,1 0 0 0 0,2 1-1 0 0,2 1 1 0 0,1-1 0 0 0,2 1-1 0 0,1 0 1 0 0,1 1 0 0 0,5 64-1 0 0,6-5-1 0 0,5-1 0 0 0,25 97 0 0 0,-19-116-50 0 0,3 0 0 0 0,3-1 0 0 0,50 103 0 0 0,-51-131 19 0 0,2-1 0 0 0,1 0 1 0 0,3-3-1 0 0,2 0 0 0 0,1-2 0 0 0,45 41 1 0 0,-64-69-29 0 0,1 0 0 0 0,0-1 0 0 0,1-1 0 0 0,0-1 0 0 0,0 0 0 0 0,1-1 0 0 0,0-1 0 0 0,1 0 0 0 0,-1-1 0 0 0,1-1 1 0 0,22 3-1 0 0,22 0-254 0 0,-1-2 1 0 0,65-3-1 0 0,-50-2 205 0 0,-46-1 76 0 0,1-1 0 0 0,-1-2-1 0 0,0-1 1 0 0,0-1 0 0 0,0-2-1 0 0,-1 0 1 0 0,1-2 0 0 0,-2-2-1 0 0,0 0 1 0 0,0-2 0 0 0,36-22-1 0 0,193-110 618 0 0,-233 129-442 0 0,0-2 0 0 0,-1-1-1 0 0,-1 0 1 0 0,-1-2 0 0 0,-1 0 0 0 0,-1-2 0 0 0,0 0 0 0 0,-2-1 0 0 0,26-47 0 0 0,-35 53-77 0 0,0 0 0 0 0,-1 0 1 0 0,-1-1-1 0 0,0 1 0 0 0,-2-1 1 0 0,3-22-1 0 0,3-119-15 0 0,-2 19-34 0 0,-3 89 16 0 0,-1 0-1 0 0,-3-1 1 0 0,-3 1 0 0 0,-1-1-1 0 0,-13-60 1 0 0,8 74-3 0 0,-2 0 0 0 0,-2 1-1 0 0,-2 0 1 0 0,-1 1 0 0 0,-2 1 0 0 0,-1 0 0 0 0,-33-47-1 0 0,-42-59 100 0 0,-71-97-62 0 0,137 204-73 0 0,-1 2 1 0 0,-2 2-1 0 0,-1 0 1 0 0,-55-41-1 0 0,56 52 22 0 0,-1 2-1 0 0,0 1 1 0 0,-1 2-1 0 0,-1 1 1 0 0,0 1-1 0 0,-49-11 1 0 0,31 12 15 0 0,-1 3 0 0 0,0 1 0 0 0,-89 0 0 0 0,105 9 22 0 0,-54 7-1 0 0,75-6-378 0 0,0 1 0 0 0,0 1 0 0 0,0 0 0 0 0,1 1 0 0 0,-1 1 0 0 0,-16 8 0 0 0,7 2-7421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4:17.6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5445 991 14283 0 0,'-1'-49'676'0'0,"1"40"-654"0"0,0 0 0 0 0,0 1 0 0 0,0-1 0 0 0,-3-10 0 0 0,-2 3-187 0 0,0-1 1 0 0,-2 2 0 0 0,0-1 0 0 0,-1 0 0 0 0,0 1 0 0 0,-1 1 0 0 0,-1 0 0 0 0,0 0 0 0 0,-1 1 0 0 0,-1 0 0 0 0,-13-12 0 0 0,-11-7 1137 0 0,-1 1 1 0 0,-70-42 0 0 0,20 21 1536 0 0,-177-75 0 0 0,-106-6-2476 0 0,212 81-185 0 0,-302-86-982 0 0,379 118 745 0 0,-2 5-1 0 0,0 3 1 0 0,-144-2-1 0 0,-146 43 691 0 0,5 35 799 0 0,203-31-599 0 0,-201 67 0 0 0,306-79-500 0 0,-387 155 70 0 0,392-150-58 0 0,-137 73 366 0 0,148-73-187 0 0,0 2 0 0 0,-46 39 0 0 0,-106 109 344 0 0,34-29-286 0 0,92-83-160 0 0,-113 137 0 0 0,-40 91 160 0 0,194-254-198 0 0,0 6-21 0 0,2 1 0 0 0,2 0 0 0 0,2 2 0 0 0,2 1 0 0 0,2 1 0 0 0,-25 99 0 0 0,17-18-24 0 0,-16 204 0 0 0,39-289-8 0 0,3 1 0 0 0,1-1 0 0 0,3 1 0 0 0,1-1 0 0 0,3 0 0 0 0,17 63 0 0 0,-13-72 0 0 0,1 0 0 0 0,2-2 0 0 0,2 1 0 0 0,1-2 0 0 0,1 0 0 0 0,2-2 0 0 0,1 0 0 0 0,31 35 0 0 0,291 286 0 0 0,-291-301 0 0 0,48 37-6 0 0,163 113 1 0 0,-177-139-37 0 0,-15-13 16 0 0,2-4 1 0 0,2-3 0 0 0,2-3-1 0 0,2-3 1 0 0,1-4 0 0 0,1-4-1 0 0,2-3 1 0 0,139 23 0 0 0,-59-19 20 0 0,0-8 0 0 0,217 0 0 0 0,-182-28 28 0 0,258-43-1 0 0,-350 31 38 0 0,-1-4-1 0 0,-1-5 0 0 0,184-75 1 0 0,-274 97-58 0 0,491-223 9 0 0,-429 191-20 0 0,458-252 302 0 0,-422 215-223 0 0,-3-5 1 0 0,152-144-1 0 0,-212 175-33 0 0,-2-2 0 0 0,-3-2 0 0 0,-1-2 0 0 0,-3-2 1 0 0,-3-2-1 0 0,54-114 0 0 0,-57 92 13 0 0,-5-1 0 0 0,-3-1 1 0 0,-3-1-1 0 0,13-100 0 0 0,-28 112 23 0 0,-2 0-1 0 0,-4-1 0 0 0,-2 0 1 0 0,-4 1-1 0 0,-18-99 0 0 0,7 86 137 0 0,-5 1 0 0 0,-33-93-1 0 0,43 148-154 0 0,-2 1-1 0 0,-1 0 1 0 0,-2 1-1 0 0,0 1 0 0 0,-2 0 1 0 0,-1 1-1 0 0,0 1 1 0 0,-2 1-1 0 0,-37-34 1 0 0,19 27-66 0 0,-1 2 0 0 0,-1 2 0 0 0,-1 1 0 0 0,-1 3 1 0 0,-1 1-1 0 0,-67-22 0 0 0,-282-62-119 0 0,303 85 112 0 0,-339-66-709 0 0,335 69 450 0 0,13 2-92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4:19.8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 7 10594 0 0,'0'-1'133'0'0,"0"1"0"0"0,0 0 0 0 0,-1-1 1 0 0,1 1-1 0 0,0-1 0 0 0,-1 1 0 0 0,1 0 0 0 0,-1-1 0 0 0,1 1 0 0 0,0 0 0 0 0,-1-1 0 0 0,1 1 0 0 0,-1 0 0 0 0,1 0 0 0 0,-1-1 0 0 0,1 1 1 0 0,-1 0-1 0 0,1 0 0 0 0,-1 0 0 0 0,1 0 0 0 0,-1 0 0 0 0,1 0 0 0 0,-1 0 0 0 0,1 0 0 0 0,-1 0 0 0 0,1 0 0 0 0,-1 0 0 0 0,1 0 0 0 0,-1 0 1 0 0,1 0-1 0 0,-1 0 0 0 0,1 0 0 0 0,-1 1 0 0 0,1-1 0 0 0,-1 0 0 0 0,1 0 0 0 0,0 1 0 0 0,-1-1 0 0 0,1 0 0 0 0,-1 0 0 0 0,1 1 0 0 0,0-1 0 0 0,-1 1 1 0 0,1-1-1 0 0,0 0 0 0 0,-1 1 0 0 0,1-1 0 0 0,0 1 0 0 0,-1 0 0 0 0,0 0 111 0 0,1 1-1 0 0,-1-1 1 0 0,1 1-1 0 0,-1-1 0 0 0,1 1 1 0 0,-1-1-1 0 0,1 1 1 0 0,0 0-1 0 0,0-1 1 0 0,0 1-1 0 0,0-1 1 0 0,0 1-1 0 0,0 0 1 0 0,1 1-1 0 0,15 43 963 0 0,-3-8-891 0 0,11 49 1 0 0,-9-15-293 0 0,3 23 47 0 0,44 131 1 0 0,-52-197-579 0 0,-2 0 0 0 0,7 34 0 0 0,-13-46-304 0 0,0 1 0 0 0,-1-1 1 0 0,-1 1-1 0 0,0 0 0 0 0,-3 18 0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4:20.0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1 163 7834 0 0,'14'-10'1490'0'0,"0"0"1"0"0,1 1 0 0 0,0 1-1 0 0,0 1 1 0 0,25-9 0 0 0,-10 4 360 0 0,98-37 926 0 0,4 12-5312 0 0,-110 32-4277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4:20.5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1 5985 0 0,'-6'3'13050'0'0,"6"14"-8289"0"0,9 30-6454 0 0,-5-24 2963 0 0,9 208-253 0 0,-8-85-966 0 0,-5-138-224 0 0,0-1-1 0 0,1 0 1 0 0,0 0-1 0 0,0 1 1 0 0,0-1-1 0 0,1 0 1 0 0,0 0-1 0 0,0 0 1 0 0,1 0 0 0 0,0-1-1 0 0,0 1 1 0 0,1-1-1 0 0,4 7 1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4:20.9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43 4 7834 0 0,'-26'19'1376'0'0,"24"-18"-937"0"0,1 0 0 0 0,0 0 0 0 0,-1 0 0 0 0,1 0 1 0 0,0 1-1 0 0,0-1 0 0 0,0 1 0 0 0,0-1 0 0 0,0 1 1 0 0,0-1-1 0 0,1 1 0 0 0,-1-1 0 0 0,0 1 0 0 0,1 0 1 0 0,-2 2-1 0 0,3-3-297 0 0,0-1 0 0 0,-1 1 1 0 0,1-1-1 0 0,-1 0 0 0 0,1 1 1 0 0,0-1-1 0 0,-1 0 0 0 0,1 0 1 0 0,0 1-1 0 0,-1-1 0 0 0,1 0 1 0 0,0 0-1 0 0,-1 0 0 0 0,1 0 1 0 0,0 0-1 0 0,-1 0 0 0 0,1 0 0 0 0,0 0 1 0 0,-1 0-1 0 0,1 0 0 0 0,0 0 1 0 0,0 0-1 0 0,-1-1 0 0 0,1 1 1 0 0,-1 0-1 0 0,1 0 0 0 0,0-1 1 0 0,0 0-1 0 0,23-7 569 0 0,1-5-336 0 0,-17 9-609 0 0,-1 0 0 0 0,1 0 0 0 0,0 1 0 0 0,0 0 0 0 0,0 0 0 0 0,1 0 0 0 0,10-1 0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4:21.1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0 139 8290 0 0,'2'4'3049'0'0,"-2"-4"-2978"0"0,18-11 2834 0 0,21-19 666 0 0,-18 9-4700 0 0,33-42-1 0 0,-43 46-54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4:25.37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9 3513 0 0,'8'-9'11250'0'0,"13"43"-9926"0"0,-2 0 0 0 0,-2 1 0 0 0,0 1 0 0 0,15 54 0 0 0,-8-8-1260 0 0,22 96 524 0 0,-41-153-828 0 0,-1 1 1 0 0,-1 0 0 0 0,-2 0-1 0 0,-3 50 1 0 0,0-68-2687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4:25.8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1 313 6913 0 0,'3'-35'724'0'0,"3"-18"3241"0"0,16-74 0 0 0,-19 119-3453 0 0,0-1-1 0 0,0 0 1 0 0,1 1-1 0 0,0 0 1 0 0,1 0-1 0 0,5-8 1 0 0,-9 14-404 0 0,0-1 0 0 0,1 1 0 0 0,-1 0 0 0 0,1 0 0 0 0,0 0 1 0 0,0 0-1 0 0,0 0 0 0 0,0 1 0 0 0,0-1 0 0 0,0 1 0 0 0,0-1 0 0 0,0 1 1 0 0,1 0-1 0 0,-1 0 0 0 0,1-1 0 0 0,-1 2 0 0 0,1-1 0 0 0,-1 0 0 0 0,1 0 1 0 0,-1 1-1 0 0,1 0 0 0 0,-1-1 0 0 0,1 1 0 0 0,5 1 0 0 0,-7-1-104 0 0,1 1 0 0 0,0 0 0 0 0,-1 0 0 0 0,0 0 0 0 0,1 0 0 0 0,-1 1 0 0 0,0-1 0 0 0,1 0 0 0 0,-1 0 0 0 0,0 1 0 0 0,0-1 1 0 0,0 1-1 0 0,0-1 0 0 0,0 1 0 0 0,0-1 0 0 0,-1 1 0 0 0,1 0 0 0 0,-1-1 0 0 0,1 1 0 0 0,-1 0 0 0 0,1 0 0 0 0,-1-1 0 0 0,0 1 0 0 0,0 0 0 0 0,0 0 0 0 0,0 0 0 0 0,0 2 0 0 0,-5 52-99 0 0,-6-14-212 0 0,-1-1 0 0 0,-2-1 0 0 0,-32 66 0 0 0,-4 10-122 0 0,49-114 482 0 0,-1 1-1 0 0,1 0 1 0 0,0-1 0 0 0,1 1-1 0 0,-1 0 1 0 0,0 0-1 0 0,1 0 1 0 0,-1 0 0 0 0,1 0-1 0 0,0 0 1 0 0,0 0-1 0 0,0 0 1 0 0,1 4-1 0 0,0-5-17 0 0,0-1 0 0 0,0 0-1 0 0,0 1 1 0 0,1-1-1 0 0,-1 0 1 0 0,0 0-1 0 0,0 0 1 0 0,1 0 0 0 0,-1 0-1 0 0,1 0 1 0 0,-1 0-1 0 0,1-1 1 0 0,-1 1-1 0 0,1 0 1 0 0,-1-1 0 0 0,1 1-1 0 0,0-1 1 0 0,-1 0-1 0 0,1 1 1 0 0,0-1-1 0 0,-1 0 1 0 0,1 0 0 0 0,0 0-1 0 0,1 0 1 0 0,67 3 868 0 0,-37-3-1303 0 0,0 2 1 0 0,1 2-1 0 0,63 14 1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4:26.2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21 123 3681 0 0,'-1'0'84'0'0,"0"0"0"0"0,0 0 0 0 0,0-1 1 0 0,0 1-1 0 0,0 0 0 0 0,0-1 0 0 0,0 1 0 0 0,0-1 1 0 0,0 0-1 0 0,0 1 0 0 0,0-1 0 0 0,1 0 0 0 0,-1 1 1 0 0,0-1-1 0 0,0 0 0 0 0,1 0 0 0 0,-1 0 0 0 0,0 0 1 0 0,1 1-1 0 0,-1-1 0 0 0,1 0 0 0 0,-1 0 0 0 0,1 0 1 0 0,-1 0-1 0 0,1 0 0 0 0,0-1 0 0 0,0 1 1 0 0,-1 0-1 0 0,1 0 0 0 0,0 0 0 0 0,0 0 0 0 0,0 0 1 0 0,0 0-1 0 0,0-2 0 0 0,1 0 409 0 0,0-1-1 0 0,0 1 1 0 0,0 0-1 0 0,0 0 1 0 0,1 0-1 0 0,-1 0 1 0 0,1 0-1 0 0,0 1 1 0 0,0-1 0 0 0,0 0-1 0 0,2-2 1 0 0,1 0 358 0 0,1 0 1 0 0,-1 1-1 0 0,1-1 1 0 0,0 1-1 0 0,0 1 1 0 0,1-1-1 0 0,9-3 1 0 0,-7 3-524 0 0,-1 1 1 0 0,1 0-1 0 0,0 1 1 0 0,0 0-1 0 0,0 0 1 0 0,0 1-1 0 0,0 0 1 0 0,0 1-1 0 0,15 0 1 0 0,-22 1-304 0 0,0-1 0 0 0,-1 1 0 0 0,1 0 0 0 0,0-1 0 0 0,-1 1 0 0 0,1 0 0 0 0,-1 0 0 0 0,1 0 0 0 0,-1 0 1 0 0,1 0-1 0 0,-1 1 0 0 0,0-1 0 0 0,1 0 0 0 0,-1 1 0 0 0,0-1 0 0 0,0 1 0 0 0,0-1 0 0 0,0 1 0 0 0,0-1 1 0 0,0 1-1 0 0,-1 0 0 0 0,1-1 0 0 0,0 1 0 0 0,-1 0 0 0 0,0 0 0 0 0,1 0 0 0 0,-1-1 0 0 0,0 1 0 0 0,0 0 1 0 0,0 3-1 0 0,0 8-99 0 0,0 0 0 0 0,-1-1 0 0 0,-2 17 0 0 0,1-19-87 0 0,-11 53 117 0 0,9-49 33 0 0,0 0 0 0 0,1 1 0 0 0,1-1 0 0 0,1 0 0 0 0,-1 28 1 0 0,3-41 13 0 0,-1 0 1 0 0,0-1 0 0 0,0 1-1 0 0,0-1 1 0 0,0 1 0 0 0,0 0 0 0 0,0-1-1 0 0,1 1 1 0 0,-1 0 0 0 0,0-1 0 0 0,1 1-1 0 0,-1-1 1 0 0,0 1 0 0 0,1-1 0 0 0,-1 1-1 0 0,1-1 1 0 0,-1 1 0 0 0,0-1 0 0 0,1 1-1 0 0,-1-1 1 0 0,1 0 0 0 0,0 1-1 0 0,-1-1 1 0 0,1 0 0 0 0,-1 1 0 0 0,1-1-1 0 0,0 0 1 0 0,21-1 312 0 0,23-17 91 0 0,-40 15-474 0 0,105-53 347 0 0,60-27-2574 0 0,-150 75-5473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4:26.8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1 675 8290 0 0,'33'-9'1687'0'0,"340"-128"5202"0"0,-86 28-3756 0 0,-44 22-1568 0 0,121-38-567 0 0,163-19-574 0 0,-445 123-336 0 0,-30 7-135 0 0,0 3 0 0 0,57-6 0 0 0,-98 18-1647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4:27.1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0 11522 0 0,'0'1'213'0'0,"0"-1"0"0"0,-1 1 0 0 0,1 0 0 0 0,0 0 0 0 0,0-1-1 0 0,0 1 1 0 0,0 0 0 0 0,0 0 0 0 0,0-1 0 0 0,0 1-1 0 0,0 0 1 0 0,0-1 0 0 0,0 1 0 0 0,0 0 0 0 0,1 0 0 0 0,-1-1-1 0 0,0 1 1 0 0,0 0 0 0 0,1-1 0 0 0,-1 1 0 0 0,0-1 0 0 0,1 1-1 0 0,-1 0 1 0 0,1 0 0 0 0,17 27 2297 0 0,-8-13-1472 0 0,7 23-61 0 0,-1 1 0 0 0,21 77-1 0 0,7 19-1094 0 0,-36-116 34 0 0,0-1 0 0 0,1 0 0 0 0,1-1-1 0 0,1 0 1 0 0,12 16 0 0 0,-12-22-1891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4:27.4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0 143 10594 0 0,'8'-9'402'0'0,"0"1"0"0"0,1-1 1 0 0,-1 1-1 0 0,2 1 0 0 0,18-13 0 0 0,55-26 3101 0 0,-68 39-2669 0 0,0 0 0 0 0,1 1 0 0 0,17-4-1 0 0,-29 9-697 0 0,1 0 0 0 0,-1 0 0 0 0,1 0 0 0 0,0 0 0 0 0,-1 1 0 0 0,1 0-1 0 0,0 0 1 0 0,0 0 0 0 0,-1 1 0 0 0,1-1 0 0 0,0 1 0 0 0,-1 0 0 0 0,1 0 0 0 0,-1 1-1 0 0,8 3 1 0 0,-11-4-130 0 0,1 0-1 0 0,-1 1 0 0 0,1-1 0 0 0,-1 1 0 0 0,0 0 0 0 0,0-1 0 0 0,0 1 0 0 0,0 0 1 0 0,0-1-1 0 0,0 1 0 0 0,0 0 0 0 0,-1 0 0 0 0,1 0 0 0 0,-1 0 0 0 0,1 0 1 0 0,-1 0-1 0 0,0 0 0 0 0,1 0 0 0 0,-1 0 0 0 0,0 0 0 0 0,0 0 0 0 0,-1 0 1 0 0,1 0-1 0 0,0 0 0 0 0,-1 0 0 0 0,1 0 0 0 0,-1-1 0 0 0,-1 4 0 0 0,-2 7-8 0 0,0 1 0 0 0,-13 22 0 0 0,15-31 30 0 0,-53 84-184 0 0,41-70 139 0 0,2 1 0 0 0,0 0-1 0 0,1 1 1 0 0,1 1 0 0 0,-9 25-1 0 0,18-44 44 0 0,0-1 0 0 0,1 1 0 0 0,-1 0 0 0 0,1 0 0 0 0,-1 0 0 0 0,1-1 0 0 0,0 1-1 0 0,0 0 1 0 0,0 0 0 0 0,0 0 0 0 0,0 0 0 0 0,0-1 0 0 0,0 1 0 0 0,0 0 0 0 0,1 0 0 0 0,-1 0 0 0 0,1 0-1 0 0,0-1 1 0 0,-1 1 0 0 0,1 0 0 0 0,0-1 0 0 0,0 1 0 0 0,1 1 0 0 0,0-1 2 0 0,0-1 0 0 0,0 0 0 0 0,0 0 1 0 0,0 0-1 0 0,0 0 0 0 0,0 0 0 0 0,0 0 0 0 0,1 0 1 0 0,-1-1-1 0 0,0 1 0 0 0,0-1 0 0 0,1 0 0 0 0,-1 0 1 0 0,0 1-1 0 0,1-1 0 0 0,1-1 0 0 0,12-1 32 0 0,0 0-1 0 0,0-2 1 0 0,0 0 0 0 0,16-6-1 0 0,-28 9-74 0 0,79-27-1969 0 0,-62 21-5651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4:27.7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0 2304 0 0,'-1'2'348'0'0,"1"0"-1"0"0,-1 0 0 0 0,1-1 0 0 0,0 1 0 0 0,0 0 0 0 0,-1 0 0 0 0,1 0 0 0 0,0 0 0 0 0,1-1 1 0 0,-1 1-1 0 0,0 0 0 0 0,1 0 0 0 0,-1 0 0 0 0,1-1 0 0 0,-1 1 0 0 0,1 0 0 0 0,0 0 0 0 0,-1-1 1 0 0,1 1-1 0 0,0-1 0 0 0,0 1 0 0 0,0-1 0 0 0,3 3 0 0 0,29 33 5003 0 0,-22-28-4072 0 0,0 0 1 0 0,1-1 0 0 0,18 10 0 0 0,4-1-328 0 0,39 12 0 0 0,-31-13-765 0 0,-40-14-457 0 0,0-1 1 0 0,0 1 0 0 0,0-1 0 0 0,-1 1 0 0 0,1 0-1 0 0,0-1 1 0 0,-1 1 0 0 0,1 0 0 0 0,-1 0 0 0 0,1 0-1 0 0,0 3 1 0 0,14 15-6065 0 0,-15-19 6268 0 0,-1-1 1 0 0,1 1-1 0 0,0-1 1 0 0,0 0-1 0 0,-1 1 1 0 0,1-1-1 0 0,0 0 0 0 0,0 1 1 0 0,-1-1-1 0 0,1 0 1 0 0,0 0-1 0 0,0 0 1 0 0,0 0-1 0 0,-1 0 1 0 0,1 0-1 0 0,0 0 1 0 0,0 0-1 0 0,0 0 0 0 0,-1 0 1 0 0,1 0-1 0 0,0 0 1 0 0,0-1-1 0 0,0 1 1 0 0,-1 0-1 0 0,1-1 1 0 0,0 1-1 0 0,1-1 1 0 0,5-4 66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4:28.2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 61 6449 0 0,'-34'22'5722'0'0,"34"-21"-5477"0"0,0-1-1 0 0,-1 1 1 0 0,1 0 0 0 0,-1-1-1 0 0,1 1 1 0 0,0 0 0 0 0,0-1 0 0 0,-1 1-1 0 0,1 0 1 0 0,0-1 0 0 0,0 1 0 0 0,0 1-1 0 0,0-1-106 0 0,0 0 0 0 0,0-1-1 0 0,1 1 1 0 0,-1-1-1 0 0,1 1 1 0 0,-1 0 0 0 0,1-1-1 0 0,-1 1 1 0 0,1-1 0 0 0,-1 1-1 0 0,1-1 1 0 0,-1 1 0 0 0,1-1-1 0 0,0 0 1 0 0,-1 1 0 0 0,1-1-1 0 0,0 0 1 0 0,-1 1 0 0 0,1-1-1 0 0,0 0 1 0 0,-1 0-1 0 0,1 0 1 0 0,0 0 0 0 0,1 1-1 0 0,3-1 172 0 0,1 1 1 0 0,0-1-1 0 0,0 1 0 0 0,0-2 0 0 0,-1 1 0 0 0,1-1 0 0 0,0 1 0 0 0,0-2 0 0 0,-1 1 0 0 0,1-1 0 0 0,8-3 1 0 0,63-32 137 0 0,-48 21-364 0 0,25-12-885 0 0,-31 16-5015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4:28.5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43 3 5529 0 0,'-2'0'568'0'0,"-1"-1"0"0"0,1 0 0 0 0,0 1 0 0 0,0 0 0 0 0,0 0 0 0 0,0-1 0 0 0,0 1 0 0 0,-1 1 0 0 0,1-1 0 0 0,0 0 0 0 0,0 0 0 0 0,-4 2 0 0 0,5-2-320 0 0,1 1-1 0 0,-1-1 1 0 0,0 1-1 0 0,0-1 1 0 0,1 1-1 0 0,-1-1 1 0 0,1 1-1 0 0,-1-1 1 0 0,0 1-1 0 0,1 0 0 0 0,-1-1 1 0 0,1 1-1 0 0,0 0 1 0 0,-1-1-1 0 0,1 1 1 0 0,0 0-1 0 0,-1 0 1 0 0,1 0-1 0 0,0-1 1 0 0,0 1-1 0 0,-1 0 1 0 0,1 1-1 0 0,0 5 494 0 0,1-1-1 0 0,0 1 1 0 0,0 0-1 0 0,0-1 1 0 0,1 0-1 0 0,3 11 1 0 0,2 4-1333 0 0,7 38 1157 0 0,28 93 656 0 0,-35-130-1449 0 0,2 0 0 0 0,1 0 0 0 0,0-1 0 0 0,22 31-1 0 0,-19-36-312 0 0,3-1-3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4:28.7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 2 12899 0 0,'-1'-1'67'0'0,"1"1"0"0"0,-1 0 0 0 0,0 0 1 0 0,1 0-1 0 0,-1 0 0 0 0,1 0 0 0 0,-1 0 1 0 0,0 0-1 0 0,1 0 0 0 0,-1 0 0 0 0,1 0 1 0 0,-1 0-1 0 0,1 0 0 0 0,-1 1 0 0 0,1-1 0 0 0,-1 0 1 0 0,0 0-1 0 0,1 1 0 0 0,-1-1 0 0 0,1 0 1 0 0,-1 0-1 0 0,1 1 0 0 0,0-1 0 0 0,-1 1 1 0 0,1-1-1 0 0,-1 0 0 0 0,1 1 0 0 0,0-1 0 0 0,-1 1 1 0 0,-8 22 1461 0 0,4 24 1976 0 0,6-36-3104 0 0,0 0 0 0 0,1 0 1 0 0,1-1-1 0 0,-1 1 0 0 0,2-1 1 0 0,7 18-1 0 0,37 60-2 0 0,-17-35-343 0 0,-15-22-1896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4:29.0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6 146 7834 0 0,'-2'-6'668'0'0,"1"0"1"0"0,0-1-1 0 0,0 1 1 0 0,0 0 0 0 0,1 0-1 0 0,0-1 1 0 0,0 1-1 0 0,1 0 1 0 0,0 0 0 0 0,0-1-1 0 0,0 1 1 0 0,1 0-1 0 0,0 0 1 0 0,4-10 0 0 0,-4 13-494 0 0,0 0 1 0 0,0 0 0 0 0,1 0 0 0 0,-1 0 0 0 0,1 0 0 0 0,-1 1 0 0 0,1-1 0 0 0,0 1 0 0 0,0 0 0 0 0,0 0 0 0 0,0 0 0 0 0,0 0 0 0 0,1 0 0 0 0,-1 1 0 0 0,1-1-1 0 0,-1 1 1 0 0,1 0 0 0 0,-1 0 0 0 0,1 0 0 0 0,0 1 0 0 0,-1-1 0 0 0,1 1 0 0 0,0 0 0 0 0,-1 0 0 0 0,8 1 0 0 0,-6 0-146 0 0,0-1-1 0 0,0 1 1 0 0,0 0 0 0 0,0 0 0 0 0,0 0-1 0 0,0 1 1 0 0,0 0 0 0 0,-1 0 0 0 0,1 0-1 0 0,0 0 1 0 0,-1 1 0 0 0,0 0 0 0 0,0 0-1 0 0,0 0 1 0 0,0 0 0 0 0,3 4 0 0 0,-2-1-33 0 0,-2-1 0 0 0,1 1 0 0 0,-1-1 1 0 0,0 1-1 0 0,0 0 0 0 0,0 0 0 0 0,-1 0 1 0 0,0 1-1 0 0,0-1 0 0 0,2 13 0 0 0,-2 6-43 0 0,-1 0 0 0 0,-2 0-1 0 0,0 0 1 0 0,-1 0 0 0 0,-7 31-1 0 0,8-51 69 0 0,0 1 0 0 0,0-1-1 0 0,1 1 1 0 0,-1 0 0 0 0,2-1 0 0 0,0 11 0 0 0,-1-15-14 0 0,0-1 1 0 0,1 1-1 0 0,-1 0 1 0 0,0-1 0 0 0,0 1-1 0 0,1-1 1 0 0,-1 1 0 0 0,0 0-1 0 0,1-1 1 0 0,-1 1 0 0 0,0-1-1 0 0,1 1 1 0 0,-1-1-1 0 0,1 1 1 0 0,-1-1 0 0 0,1 1-1 0 0,-1-1 1 0 0,1 1 0 0 0,0-1-1 0 0,-1 0 1 0 0,1 1-1 0 0,-1-1 1 0 0,1 0 0 0 0,0 1-1 0 0,1-1 14 0 0,0 0 0 0 0,0 0 0 0 0,-1-1 0 0 0,1 1 1 0 0,0 0-1 0 0,-1-1 0 0 0,1 1 0 0 0,-1-1 0 0 0,1 1 0 0 0,0-1 0 0 0,-1 1 0 0 0,1-1 0 0 0,-1 0 0 0 0,3-2 0 0 0,42-34 108 0 0,-37 28-725 0 0,1 1-1 0 0,21-14 1 0 0,-19 15-30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4:29.3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50 3225 0 0,'0'-1'207'0'0,"-1"0"1"0"0,1-1 0 0 0,0 1 0 0 0,0-1 0 0 0,0 1-1 0 0,0-1 1 0 0,1 1 0 0 0,-1 0 0 0 0,0-1-1 0 0,1 1 1 0 0,-1 0 0 0 0,1-1 0 0 0,-1 1-1 0 0,1 0 1 0 0,-1-1 0 0 0,1 1 0 0 0,0 0 0 0 0,0 0-1 0 0,0 0 1 0 0,0 0 0 0 0,0 0 0 0 0,0 0-1 0 0,0 0 1 0 0,0 0 0 0 0,0 0 0 0 0,0 0-1 0 0,0 0 1 0 0,0 1 0 0 0,1-1 0 0 0,-1 0-1 0 0,0 1 1 0 0,1-1 0 0 0,-1 1 0 0 0,0 0 0 0 0,3-1-1 0 0,5-2 995 0 0,0 1 0 0 0,-1 0 0 0 0,1 0 0 0 0,12 0 0 0 0,-19 2-1100 0 0,-1 0-1 0 0,1 0 0 0 0,0 0 1 0 0,0 0-1 0 0,0 0 1 0 0,0 0-1 0 0,0 0 0 0 0,-1 1 1 0 0,1-1-1 0 0,0 1 1 0 0,0-1-1 0 0,0 1 0 0 0,-1 0 1 0 0,1 0-1 0 0,-1 0 1 0 0,1 0-1 0 0,0 0 0 0 0,-1 0 1 0 0,1 0-1 0 0,-1 0 1 0 0,0 1-1 0 0,0-1 0 0 0,1 1 1 0 0,-1-1-1 0 0,0 1 1 0 0,0-1-1 0 0,0 1 0 0 0,0-1 1 0 0,0 1-1 0 0,-1 0 1 0 0,1 0-1 0 0,-1-1 0 0 0,1 1 1 0 0,-1 0-1 0 0,1 0 1 0 0,-1 0-1 0 0,0 0 0 0 0,0-1 1 0 0,0 1-1 0 0,0 0 1 0 0,0 0-1 0 0,-1 2 0 0 0,0 12-63 0 0,-1-1 0 0 0,-1 0 0 0 0,-1 0-1 0 0,-5 17 1 0 0,3-14 216 0 0,-5 19-61 0 0,6-24-58 0 0,1 1 0 0 0,0 0-1 0 0,1 0 1 0 0,0 0 0 0 0,1 0 0 0 0,0 28 0 0 0,2-41-105 0 0,0 0 0 0 0,0 1-1 0 0,0-1 1 0 0,1 0 0 0 0,-1 1 0 0 0,0-1-1 0 0,1 0 1 0 0,-1 0 0 0 0,0 1-1 0 0,1-1 1 0 0,0 0 0 0 0,-1 0 0 0 0,1 0-1 0 0,0 0 1 0 0,-1 0 0 0 0,1 0 0 0 0,0 0-1 0 0,0 0 1 0 0,0 0 0 0 0,0 0-1 0 0,0 0 1 0 0,0 0 0 0 0,0-1 0 0 0,0 1-1 0 0,2 1 1 0 0,0-2 1 0 0,-1 0 1 0 0,0 1-1 0 0,1-1 1 0 0,-1 0-1 0 0,0 0 0 0 0,1 0 1 0 0,-1 0-1 0 0,0-1 0 0 0,1 1 1 0 0,-1-1-1 0 0,0 1 1 0 0,1-1-1 0 0,1-1 0 0 0,9-3 18 0 0,-1-2-1 0 0,0 1 0 0 0,19-15 1 0 0,-29 20-56 0 0,126-92-2215 0 0,-92 69-5630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4:30.1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12443 0 0,'26'28'1021'0'0,"0"1"1"0"0,-2 2 0 0 0,-1 0 0 0 0,21 41 0 0 0,-11-11 1256 0 0,34 94 1 0 0,-53-120-2535 0 0,5 15-2429 0 0,27 52-1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4:30.4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1 160 6913 0 0,'4'-6'1008'0'0,"0"1"0"0"0,0 0-1 0 0,1 0 1 0 0,-1 1 0 0 0,1-1-1 0 0,7-4 1 0 0,7-7 1117 0 0,10-7 645 0 0,32-21 1 0 0,-52 39-3005 0 0,0 0 1 0 0,0 0-1 0 0,0 1 0 0 0,1 0 1 0 0,-1 0-1 0 0,1 1 1 0 0,0 1-1 0 0,17-3 1 0 0,-11 4-6823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4:30.65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62 10594 0 0,'-3'15'1662'0'0,"3"-15"-1539"0"0,1 1 0 0 0,-1-1 0 0 0,1 0 0 0 0,-1 0-1 0 0,1 0 1 0 0,-1 1 0 0 0,1-1 0 0 0,-1 0-1 0 0,1 0 1 0 0,-1 0 0 0 0,1 0 0 0 0,-1 0 0 0 0,1 0-1 0 0,-1 0 1 0 0,1 0 0 0 0,-1 0 0 0 0,1 0 0 0 0,-1 0-1 0 0,1 0 1 0 0,0 0 0 0 0,-1-1 0 0 0,0 1-1 0 0,3-1 676 0 0,0-1-515 0 0,12-8 142 0 0,-1 0-1142 0 0,0 1-1 0 0,1 0 1 0 0,0 1 0 0 0,0 0 0 0 0,29-9 0 0 0,-28 13 637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4:30.91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10594 0 0,'6'2'354'0'0,"-1"0"-1"0"0,1 0 1 0 0,-1 0-1 0 0,0 1 1 0 0,0 0 0 0 0,0 0-1 0 0,0 0 1 0 0,0 0-1 0 0,0 1 1 0 0,-1 0-1 0 0,0 0 1 0 0,0 0 0 0 0,0 0-1 0 0,0 1 1 0 0,0 0-1 0 0,-1 0 1 0 0,0 0-1 0 0,4 10 1 0 0,2 5 769 0 0,-2 0 0 0 0,0 1 0 0 0,6 37 0 0 0,-9-35-1014 0 0,-2-14-470 0 0,1 1 0 0 0,-1-1-1 0 0,7 14 1 0 0,-7-21 345 0 0,-2-4 16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4:31.0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 50 3225 0 0,'-29'-49'14331'0'0,"29"57"-12041"0"0,6 5-4104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4:31.4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74 11522 0 0,'7'7'548'0'0,"1"-1"0"0"0,0-1 0 0 0,0 0-1 0 0,0 0 1 0 0,1 0 0 0 0,-1-1 0 0 0,1 0-1 0 0,0-1 1 0 0,0 0 0 0 0,15 2 0 0 0,-24-5-541 0 0,1 0 0 0 0,-1 0 0 0 0,0 0 0 0 0,1 0 0 0 0,-1 0 0 0 0,1-1 1 0 0,-1 1-1 0 0,0 0 0 0 0,1 0 0 0 0,-1-1 0 0 0,1 1 0 0 0,-1 0 0 0 0,0-1 0 0 0,0 1 1 0 0,1 0-1 0 0,-1-1 0 0 0,0 1 0 0 0,1-1 0 0 0,-1 1 0 0 0,0 0 0 0 0,0-1 0 0 0,0 1 0 0 0,0-1 1 0 0,1 1-1 0 0,-1-1 0 0 0,0 1 0 0 0,0 0 0 0 0,0-1 0 0 0,0 1 0 0 0,0-1 0 0 0,0 1 1 0 0,0-1-1 0 0,0 1 0 0 0,0-1 0 0 0,0-23 558 0 0,0 17-258 0 0,1 1-154 0 0,0 1 0 0 0,0-1 0 0 0,1 1 0 0 0,-1 0 0 0 0,1 0 0 0 0,0 0 0 0 0,1 0 0 0 0,-1 0 0 0 0,1 0 0 0 0,0 0 0 0 0,6-6 0 0 0,-8 9-122 0 0,0 1-1 0 0,0 0 0 0 0,0 0 1 0 0,0 0-1 0 0,0 0 0 0 0,1 0 1 0 0,-1 0-1 0 0,0 1 0 0 0,0-1 1 0 0,1 0-1 0 0,-1 1 1 0 0,1-1-1 0 0,-1 0 0 0 0,0 1 1 0 0,1 0-1 0 0,-1-1 0 0 0,1 1 1 0 0,-1 0-1 0 0,1 0 0 0 0,-1 0 1 0 0,1 0-1 0 0,-1 0 1 0 0,1 0-1 0 0,-1 0 0 0 0,1 0 1 0 0,-1 1-1 0 0,1-1 0 0 0,-1 0 1 0 0,1 1-1 0 0,-1 0 1 0 0,0-1-1 0 0,1 1 0 0 0,-1 0 1 0 0,0 0-1 0 0,1-1 0 0 0,-1 1 1 0 0,0 0-1 0 0,0 0 0 0 0,0 0 1 0 0,0 0-1 0 0,0 1 1 0 0,0-1-1 0 0,0 0 0 0 0,0 0 1 0 0,1 3-1 0 0,5 7 151 0 0,-1 1 0 0 0,0 0 1 0 0,-1 0-1 0 0,0 0 0 0 0,0 0 0 0 0,4 25 1 0 0,-7-25-349 0 0,1-1 0 0 0,0 1 1 0 0,1-1-1 0 0,1 0 1 0 0,-1 0-1 0 0,2 0 0 0 0,-1-1 1 0 0,13 18-1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4:38.6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16 9218 0 0,'0'-1'280'0'0,"0"0"0"0"0,0 0 0 0 0,1 1 1 0 0,-1-1-1 0 0,1 0 0 0 0,-1 0 0 0 0,1 0 0 0 0,-1 1 0 0 0,1-1 1 0 0,-1 0-1 0 0,1 1 0 0 0,0-1 0 0 0,-1 0 0 0 0,1 1 0 0 0,0-1 1 0 0,-1 1-1 0 0,1-1 0 0 0,0 1 0 0 0,0-1 0 0 0,0 1 1 0 0,-1 0-1 0 0,1-1 0 0 0,0 1 0 0 0,0 0 0 0 0,0 0 0 0 0,0 0 1 0 0,0 0-1 0 0,1-1 0 0 0,0 2-22 0 0,-1 0 1 0 0,1-1-1 0 0,-1 1 1 0 0,1 0-1 0 0,-1 0 1 0 0,1 0 0 0 0,-1-1-1 0 0,1 2 1 0 0,-1-1-1 0 0,0 0 1 0 0,0 0-1 0 0,0 0 1 0 0,0 1-1 0 0,2 0 1 0 0,2 6 50 0 0,0-1 1 0 0,-1 1 0 0 0,1 0-1 0 0,4 14 1 0 0,2 13-171 0 0,-2 0 1 0 0,-2 0-1 0 0,-1 1 0 0 0,2 39 1 0 0,-6 145-27 0 0,3 38-258 0 0,-4-248 30 0 0,0 0 0 0 0,-1 1 0 0 0,-1 12-1 0 0,0-19-252 0 0,1-1 1 0 0,-1 0-1 0 0,0 0 0 0 0,0 1 0 0 0,0-1 0 0 0,0 0 1 0 0,-1 0-1 0 0,-2 5 0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4:38.92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97 149 1840 0 0,'-16'-7'-60'0'0,"10"5"874"0"0,-1 0 1 0 0,1-1-1 0 0,-1 0 1 0 0,1 0 0 0 0,0-1-1 0 0,0 0 1 0 0,0 0-1 0 0,0 0 1 0 0,1-1-1 0 0,0 1 1 0 0,-9-11-1 0 0,14 14-676 0 0,0 0 0 0 0,0 0 0 0 0,0 0 1 0 0,0 1-1 0 0,0-1 0 0 0,0 0 0 0 0,0 0 0 0 0,1 0 0 0 0,-1 0 0 0 0,0 1 0 0 0,0-1 0 0 0,1 0 0 0 0,-1 0 0 0 0,0 1 0 0 0,1-1 0 0 0,-1 0 0 0 0,1 1 0 0 0,-1-1 0 0 0,1 0 0 0 0,0 1 0 0 0,-1-1 0 0 0,1 1 0 0 0,-1-1 0 0 0,1 1 0 0 0,0-1 0 0 0,-1 1 0 0 0,1-1 0 0 0,0 1 0 0 0,0 0 0 0 0,-1-1 0 0 0,1 1 0 0 0,0 0 0 0 0,1-1 0 0 0,33-12 1551 0 0,-31 12-1253 0 0,29-11 737 0 0,-11 4-1259 0 0,1 0-1 0 0,1 1 0 0 0,-1 2 1 0 0,1 0-1 0 0,35-2 0 0 0,-37 8-6735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4:39.12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1 136 11058 0 0,'1'1'233'0'0,"0"0"-1"0"0,0-1 0 0 0,0 1 0 0 0,0 0 0 0 0,1-1 0 0 0,-1 1 1 0 0,0 0-1 0 0,1-1 0 0 0,-1 0 0 0 0,0 1 0 0 0,1-1 1 0 0,-1 0-1 0 0,0 1 0 0 0,1-1 0 0 0,-1 0 0 0 0,1 0 0 0 0,-1 0 1 0 0,0 0-1 0 0,1-1 0 0 0,-1 1 0 0 0,3-1 0 0 0,33-7 2409 0 0,-22 3-1909 0 0,1-1 1 0 0,-1 0 0 0 0,-1-1 0 0 0,15-10-1 0 0,53-39-1213 0 0,-49 33-894 0 0,-15 10-6036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4:39.51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5 135 10594 0 0,'-1'-3'243'0'0,"0"0"-1"0"0,0 0 1 0 0,1-1-1 0 0,-1 1 1 0 0,1 0-1 0 0,0 0 0 0 0,0 0 1 0 0,0 0-1 0 0,0 0 1 0 0,1 0-1 0 0,-1 0 1 0 0,1 0-1 0 0,0 0 1 0 0,0 0-1 0 0,0 0 1 0 0,0 0-1 0 0,1 0 0 0 0,-1 1 1 0 0,1-1-1 0 0,-1 0 1 0 0,1 1-1 0 0,0-1 1 0 0,0 1-1 0 0,0 0 1 0 0,0 0-1 0 0,4-3 0 0 0,0-1 243 0 0,0 0-1 0 0,1 0 1 0 0,-1 1-1 0 0,2 0 1 0 0,-1 1-1 0 0,0-1 1 0 0,1 1-1 0 0,11-4 1 0 0,-15 6-425 0 0,-1 1 1 0 0,1 0-1 0 0,0 0 1 0 0,-1 1-1 0 0,1-1 1 0 0,0 1-1 0 0,-1-1 1 0 0,1 1-1 0 0,0 0 1 0 0,0 1-1 0 0,-1-1 1 0 0,1 1-1 0 0,0-1 1 0 0,-1 1-1 0 0,1 0 1 0 0,5 3-1 0 0,-7-3-57 0 0,1 1 0 0 0,-1 0 1 0 0,0 1-1 0 0,0-1 0 0 0,0 0 0 0 0,0 0 1 0 0,0 1-1 0 0,0-1 0 0 0,-1 1 0 0 0,1 0 1 0 0,-1 0-1 0 0,1-1 0 0 0,-1 1 0 0 0,0 0 0 0 0,0 0 1 0 0,-1 0-1 0 0,1 0 0 0 0,-1 0 0 0 0,1 0 1 0 0,-1 4-1 0 0,0 14-32 0 0,0 1 0 0 0,-2-1 1 0 0,0 0-1 0 0,-2 0 0 0 0,0-1 0 0 0,-1 1 0 0 0,-13 31 1 0 0,-8 41-46 0 0,25-91 84 0 0,0 0 0 0 0,1 0 0 0 0,-1 0 0 0 0,1 0 0 0 0,0 0 0 0 0,-1 0 0 0 0,1 0 0 0 0,0 0 0 0 0,0 0 0 0 0,0 0 0 0 0,1 0 0 0 0,-1 0 0 0 0,0 0 0 0 0,1 0 0 0 0,-1 0 0 0 0,1 0 0 0 0,0 0 0 0 0,0-1 0 0 0,0 1 0 0 0,0 0 0 0 0,0 0 0 0 0,0-1 0 0 0,2 4 0 0 0,-1-4 22 0 0,0-1 0 0 0,0 1 0 0 0,0 0 0 0 0,0 0 0 0 0,1-1 0 0 0,-1 1 0 0 0,0-1 0 0 0,0 0 1 0 0,0 0-1 0 0,0 0 0 0 0,1 0 0 0 0,-1 0 0 0 0,0 0 0 0 0,0 0 0 0 0,0-1 0 0 0,1 1 0 0 0,-1-1 0 0 0,0 0 0 0 0,0 1 0 0 0,0-1 0 0 0,3-2 0 0 0,115-58 558 0 0,-81 40-1796 0 0,53-23-1 0 0,-56 30-6501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4:40.43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36 12443 0 0,'3'1'215'0'0,"0"0"0"0"0,-1 0 0 0 0,1 0 0 0 0,0-1 0 0 0,0 1 0 0 0,-1-1 0 0 0,1 1 0 0 0,0-1 0 0 0,0 0 0 0 0,0 0 0 0 0,0-1 0 0 0,3 0 0 0 0,35-7-210 0 0,0-6-791 0 0,-34 11 615 0 0,0 0 0 0 0,1 0 1 0 0,-1 1-1 0 0,1 0 0 0 0,0 1 0 0 0,0-1 1 0 0,14 1-1 0 0,-11 2 171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4:40.59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 53 9010 0 0,'-4'1'936'0'0,"5"0"-936"0"0,0-1 0 0 0,2-1 0 0 0,3 0 0 0 0,2-2 696 0 0,3-1 80 0 0,4 0 25 0 0,2-3-1 0 0,1 0-976 0 0,-1-1-192 0 0,3-1-40 0 0,-1 2-9 0 0,0 3 417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4:41.68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33 19 5529 0 0,'-22'-18'16959'0'0,"20"31"-16842"0"0,8 210 573 0 0,-3 131-708 0 0,-6-295 18 0 0,-4 52-81 0 0,7-111 13 0 0,0 1-48 0 0,0-1 1 0 0,0 1-1 0 0,0 0 1 0 0,0-1-1 0 0,0 1 1 0 0,-1-1-1 0 0,1 1 1 0 0,0-1-1 0 0,0 1 1 0 0,0 0-1 0 0,-1-1 1 0 0,1 1-1 0 0,0-1 1 0 0,-1 1 0 0 0,1-1-1 0 0,0 1 1 0 0,-1-1-1 0 0,1 1 1 0 0,-1-1-1 0 0,1 0 1 0 0,0 1-1 0 0,-1-1 1 0 0,0 1-1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4:42.0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8 280 3681 0 0,'-2'-34'91'0'0,"-3"-63"5538"0"0,5 88-4917 0 0,0 0 0 0 0,1 1 0 0 0,0-1 0 0 0,1 1 0 0 0,0 0 1 0 0,0-1-1 0 0,1 1 0 0 0,6-13 0 0 0,-7 17-517 0 0,1 0 0 0 0,0 0 0 0 0,0 0 0 0 0,0 0 0 0 0,1 1 1 0 0,-1-1-1 0 0,1 1 0 0 0,0 0 0 0 0,0 0 0 0 0,0 0 0 0 0,0 1 0 0 0,1 0 0 0 0,-1-1 0 0 0,1 1 0 0 0,5-1 0 0 0,-3 1-59 0 0,1 0 0 0 0,-1 0 0 0 0,1 1-1 0 0,-1 0 1 0 0,1 1 0 0 0,-1 0-1 0 0,1 0 1 0 0,0 0 0 0 0,12 3 0 0 0,-14-2-110 0 0,1 1 0 0 0,-1 0 0 0 0,0 0 0 0 0,0 0 0 0 0,0 1 0 0 0,0 0 0 0 0,0 0 0 0 0,0 1 0 0 0,-1-1 0 0 0,1 1 0 0 0,4 5 0 0 0,-6-5-27 0 0,-2-1 1 0 0,1 0-1 0 0,0 1 0 0 0,0-1 1 0 0,-1 1-1 0 0,0 0 0 0 0,0 0 0 0 0,0 0 1 0 0,0 0-1 0 0,-1 0 0 0 0,1 0 1 0 0,-1 0-1 0 0,0 1 0 0 0,-1-1 1 0 0,1 0-1 0 0,-1 1 0 0 0,0 6 0 0 0,-1 1-15 0 0,-1 1-1 0 0,0-1 0 0 0,-2 0 0 0 0,1 0 0 0 0,-1 0 1 0 0,-1 0-1 0 0,0-1 0 0 0,-1 0 0 0 0,-10 17 0 0 0,-10 10-113 0 0,-35 41 0 0 0,18-30 118 0 0,27-33 62 0 0,1 1-1 0 0,1 0 0 0 0,1 1 1 0 0,0 1-1 0 0,-13 25 0 0 0,25-42-10 0 0,0 0-1 0 0,0-1 1 0 0,1 1-1 0 0,-1 0 0 0 0,1 0 1 0 0,-1-1-1 0 0,1 1 0 0 0,0 0 1 0 0,-1 0-1 0 0,1 0 1 0 0,0-1-1 0 0,0 1 0 0 0,0 0 1 0 0,1 0-1 0 0,-1 0 0 0 0,0 0 1 0 0,1-1-1 0 0,-1 1 1 0 0,1 0-1 0 0,-1-1 0 0 0,1 1 1 0 0,2 3-1 0 0,-1-3 21 0 0,0 0 0 0 0,0 1 1 0 0,0-1-1 0 0,1-1 0 0 0,-1 1 0 0 0,1 0 0 0 0,0 0 0 0 0,-1-1 1 0 0,1 0-1 0 0,0 1 0 0 0,0-1 0 0 0,4 1 0 0 0,10 2 147 0 0,0-1-1 0 0,0-1 1 0 0,32 0-1 0 0,-44-1-198 0 0,123-3 518 0 0,-113 0-748 0 0,0 1-1 0 0,0-2 1 0 0,-1 0-1 0 0,1 0 1 0 0,-1-2-1 0 0,21-8 1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4:42.35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20 8754 0 0,'9'-17'9464'0'0,"-7"15"-8907"0"0,-1 2-388 0 0,-1 0 0 0 0,1 0 0 0 0,-1 1 0 0 0,1-1 0 0 0,-1 0 0 0 0,1 1-1 0 0,-1-1 170 0 0,1 1-169 0 0,-1-1 0 0 0,0 1 0 0 0,1-1 0 0 0,-1 1 0 0 0,0-1 0 0 0,1 1 0 0 0,-1-1 0 0 0,0 1-1 0 0,0-1 1 0 0,0 1 0 0 0,1-1 0 0 0,-1 1 0 0 0,0-1 0 0 0,0 1 0 0 0,0 0 0 0 0,5 46 739 0 0,-6 11-667 0 0,0-32-232 0 0,0-1 1 0 0,2 1-1 0 0,0-1 1 0 0,2 1-1 0 0,1-1 1 0 0,13 44-1 0 0,16 21-2389 0 0,-22-63-5482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4:42.80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343 343 2761 0 0,'-287'-69'9851'0'0,"284"69"-9718"0"0,-39-17 2761 0 0,41 17-2800 0 0,0 0 0 0 0,1-1 1 0 0,-1 1-1 0 0,0-1 0 0 0,1 1 0 0 0,-1 0 0 0 0,1-1 1 0 0,-1 1-1 0 0,1-1 0 0 0,-1 0 0 0 0,1 1 0 0 0,-1-1 1 0 0,1 1-1 0 0,0-1 0 0 0,-1 0 0 0 0,1 1 0 0 0,0-1 0 0 0,-1 0 1 0 0,1 1-1 0 0,0-2 0 0 0,0 1-5 0 0,0 0 1 0 0,1 0-1 0 0,-1 0 1 0 0,0 1-1 0 0,1-1 1 0 0,-1 0-1 0 0,1 0 1 0 0,-1 1-1 0 0,1-1 1 0 0,0 0-1 0 0,-1 0 1 0 0,1 1-1 0 0,0-1 1 0 0,-1 1-1 0 0,1-1 1 0 0,0 1-1 0 0,0-1 1 0 0,-1 1-1 0 0,1-1 1 0 0,0 1-1 0 0,1-1 1 0 0,28-11 562 0 0,0 1 1 0 0,1 2-1 0 0,61-11 1 0 0,-48 12-420 0 0,659-96 792 0 0,7 53-818 0 0,-370 38-425 0 0,-194 12-2273 0 0,-141 1 496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4:43.1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43 0 7834 0 0,'-18'0'273'0'0,"17"0"76"0"0,-1 0 1 0 0,1 1-1 0 0,0-1 0 0 0,0 0 0 0 0,0 1 0 0 0,0-1 0 0 0,-1 1 1 0 0,1-1-1 0 0,0 1 0 0 0,0 0 0 0 0,0-1 0 0 0,0 1 0 0 0,0 0 1 0 0,-1 1-1 0 0,1 0-19 0 0,0 0 0 0 0,0-1 0 0 0,1 1 0 0 0,-1-1 1 0 0,0 1-1 0 0,1 0 0 0 0,0 0 0 0 0,-1-1 0 0 0,1 1 0 0 0,0 0 1 0 0,0 0-1 0 0,0-1 0 0 0,0 1 0 0 0,0 0 0 0 0,0 0 0 0 0,1 0 1 0 0,-1-1-1 0 0,0 1 0 0 0,1 0 0 0 0,-1-1 0 0 0,2 3 0 0 0,21 62 1663 0 0,-9-31-1790 0 0,-2 0 1 0 0,-2 1-1 0 0,-1 1 1 0 0,6 57-1 0 0,-14 51-152 0 0,-3-102-428 0 0,2 1 0 0 0,2-1 1 0 0,10 59-1 0 0,-8-88-2510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4:43.48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1 277 6449 0 0,'0'-11'544'0'0,"1"0"-1"0"0,1 0 1 0 0,0 0-1 0 0,1 0 1 0 0,0 0-1 0 0,0 1 1 0 0,1-1-1 0 0,1 1 0 0 0,10-18 1 0 0,-4 9 1036 0 0,2 1 1 0 0,1 0-1 0 0,29-29 1 0 0,-38 42-1344 0 0,0 0 1 0 0,0 1-1 0 0,1 0 1 0 0,-1 0-1 0 0,1 0 0 0 0,0 0 1 0 0,0 1-1 0 0,0 0 1 0 0,1 0-1 0 0,-1 1 1 0 0,1 0-1 0 0,0 0 0 0 0,-1 1 1 0 0,1-1-1 0 0,0 1 1 0 0,13 0-1 0 0,-19 1-234 0 0,0 0 0 0 0,0 1 0 0 0,0-1 0 0 0,1 0 0 0 0,-1 0-1 0 0,0 1 1 0 0,0-1 0 0 0,0 0 0 0 0,0 1 0 0 0,0-1 0 0 0,0 1 0 0 0,0-1 0 0 0,0 1-1 0 0,0 0 1 0 0,0-1 0 0 0,0 1 0 0 0,-1 0 0 0 0,1 0 0 0 0,0 0 0 0 0,0 0 0 0 0,-1 0 0 0 0,1-1-1 0 0,1 3 1 0 0,-1 0 4 0 0,-1-1 0 0 0,1 1-1 0 0,0-1 1 0 0,-1 1 0 0 0,0 0 0 0 0,1-1-1 0 0,-1 1 1 0 0,0-1 0 0 0,0 1 0 0 0,-1 3-1 0 0,-1 6 15 0 0,-1 0 0 0 0,0-1 0 0 0,-7 18 0 0 0,-6 8-213 0 0,-2-1-1 0 0,-38 58 1 0 0,31-57-41 0 0,-35 76 0 0 0,59-111 275 0 0,0 0 0 0 0,0 0 0 0 0,0 1 0 0 0,1-1 0 0 0,-1 0 0 0 0,0 1 0 0 0,1-1 0 0 0,0 1 0 0 0,-1-1 1 0 0,1 1-1 0 0,0-1 0 0 0,0 1 0 0 0,1-1 0 0 0,-1 0 0 0 0,0 1 0 0 0,1-1 0 0 0,0 1 0 0 0,-1-1 0 0 0,1 0 0 0 0,0 0 0 0 0,0 1 0 0 0,0-1 0 0 0,0 0 0 0 0,1 0 0 0 0,-1 0 0 0 0,1 0 1 0 0,2 2-1 0 0,0 0 14 0 0,0-1 1 0 0,0 0 0 0 0,1 0-1 0 0,-1-1 1 0 0,1 0 0 0 0,-1 1 0 0 0,1-1-1 0 0,0-1 1 0 0,0 1 0 0 0,0-1 0 0 0,0 0-1 0 0,7 1 1 0 0,162 9-2366 0 0,-154-8-5272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4:43.69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8290 0 0,'0'0'863'0'0,"3"22"6407"0"0,8 11-3015 0 0,-1-3-2683 0 0,-3-1-926 0 0,3 59 0 0 0,-7-54-608 0 0,8 40 0 0 0,4-35-2293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4:43.91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9 184 3225 0 0,'-1'-2'385'0'0,"0"1"0"0"0,0 0 1 0 0,0-1-1 0 0,1 1 0 0 0,-1 0 1 0 0,0-1-1 0 0,1 1 0 0 0,-1-1 1 0 0,1 0-1 0 0,-1 1 0 0 0,1-1 0 0 0,0 1 1 0 0,0-1-1 0 0,-1 0 0 0 0,1 1 1 0 0,0-1-1 0 0,0 0 0 0 0,1 1 1 0 0,-1-1-1 0 0,0 1 0 0 0,1-3 1 0 0,1 1 59 0 0,-1 0 0 0 0,1 0-1 0 0,-1 0 1 0 0,1 0 0 0 0,0 1 0 0 0,0-1 0 0 0,0 0 0 0 0,0 1 0 0 0,1 0 0 0 0,2-3 0 0 0,8-4 502 0 0,0 0 1 0 0,1 1-1 0 0,22-11 0 0 0,-29 16-690 0 0,27-13 429 0 0,50-16 1 0 0,-62 25-2743 0 0,39-5-1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4:44.1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4609 0 0,'16'17'14571'0'0,"4"18"-10256"0"0,-13-22-4118 0 0,-2 0 0 0 0,1 1 1 0 0,5 25-1 0 0,-6 0 71 0 0,-1 43 0 0 0,3 29-252 0 0,-5-97-504 0 0,0 0 1 0 0,1-1 0 0 0,1 1-1 0 0,0-1 1 0 0,11 23-1 0 0,-3-16-7428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4:44.44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8754 0 0,'8'8'1743'0'0,"-1"1"1"0"0,-1-1-1 0 0,0 2 1 0 0,0-1-1 0 0,-1 0 1 0 0,9 21-1 0 0,-5-4-805 0 0,0 1 0 0 0,5 31 0 0 0,17 177-1925 0 0,-30-219 311 0 0,-1-2-212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4:44.77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14 224 7778 0 0,'-3'-9'328'0'0,"0"0"0"0"0,1 0 0 0 0,0-1 0 0 0,0 1 0 0 0,1-1 0 0 0,1 1 0 0 0,-1-1 0 0 0,2-10 1 0 0,0 14 49 0 0,0 1 1 0 0,0-1 0 0 0,1 0 0 0 0,0 0-1 0 0,0 1 1 0 0,0-1 0 0 0,1 1-1 0 0,-1 0 1 0 0,1 0 0 0 0,1 0 0 0 0,-1 0-1 0 0,1 0 1 0 0,0 0 0 0 0,5-4 0 0 0,-3 4-158 0 0,0 0 0 0 0,1 0 1 0 0,-1 1-1 0 0,1 1 1 0 0,0-1-1 0 0,0 1 1 0 0,0 0-1 0 0,0 0 1 0 0,1 1-1 0 0,-1 0 1 0 0,1 0-1 0 0,0 1 1 0 0,12-1-1 0 0,-17 2-157 0 0,-1 0-1 0 0,1 0 1 0 0,0 0-1 0 0,0 0 1 0 0,0 0-1 0 0,0 1 1 0 0,-1-1-1 0 0,1 1 1 0 0,0 0-1 0 0,-1-1 1 0 0,1 2-1 0 0,0-1 1 0 0,-1 0-1 0 0,1 0 1 0 0,-1 1-1 0 0,0-1 1 0 0,1 1-1 0 0,-1 0 1 0 0,0 0-1 0 0,0 0 1 0 0,0 0-1 0 0,0 0 1 0 0,0 0 0 0 0,-1 0-1 0 0,1 1 1 0 0,0-1-1 0 0,-1 0 1 0 0,0 1-1 0 0,0 0 1 0 0,0-1-1 0 0,0 1 1 0 0,0 0-1 0 0,0-1 1 0 0,-1 1-1 0 0,1 0 1 0 0,-1 0-1 0 0,0 0 1 0 0,0-1-1 0 0,0 5 1 0 0,-2 12-157 0 0,0 0 1 0 0,-2 0 0 0 0,0-1 0 0 0,-1 1-1 0 0,-1-1 1 0 0,0 0 0 0 0,-2 0-1 0 0,-13 23 1 0 0,9-17-28 0 0,1 1-1 0 0,1 1 1 0 0,-7 27-1 0 0,16-50 179 0 0,0 1 0 0 0,1 0 0 0 0,-1-1 0 0 0,1 1 0 0 0,-1-1 0 0 0,1 1 0 0 0,0 0 0 0 0,1-1 0 0 0,-1 1 0 0 0,0-1 0 0 0,1 1 0 0 0,0 0 0 0 0,0-1 0 0 0,0 0 0 0 0,0 1-1 0 0,1-1 1 0 0,2 5 0 0 0,-2-5-10 0 0,0-1 1 0 0,0 0-1 0 0,0-1 0 0 0,1 1 0 0 0,-1 0 0 0 0,0-1 0 0 0,1 1 0 0 0,-1-1 0 0 0,1 0 1 0 0,-1 1-1 0 0,1-1 0 0 0,0-1 0 0 0,-1 1 0 0 0,1 0 0 0 0,0-1 0 0 0,0 1 0 0 0,0-1 1 0 0,-1 0-1 0 0,1 0 0 0 0,0 0 0 0 0,0 0 0 0 0,4-1 0 0 0,101-18-1040 0 0,-95 17-62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4:45.14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71 1376 0 0,'0'-4'900'0'0,"1"1"0"0"0,-1-1-1 0 0,1 1 1 0 0,0-1-1 0 0,0 1 1 0 0,1 0 0 0 0,-1-1-1 0 0,1 1 1 0 0,-1 0 0 0 0,1 0-1 0 0,0 0 1 0 0,0 0-1 0 0,0 0 1 0 0,1 1 0 0 0,-1-1-1 0 0,1 1 1 0 0,-1-1-1 0 0,1 1 1 0 0,6-4 0 0 0,-8 5-640 0 0,1 0 1 0 0,0 1-1 0 0,-1-1 1 0 0,1 0-1 0 0,0 0 1 0 0,0 1-1 0 0,0-1 1 0 0,-1 1-1 0 0,1 0 1 0 0,0 0-1 0 0,0-1 0 0 0,0 1 1 0 0,0 0-1 0 0,0 0 1 0 0,0 1-1 0 0,2-1 1 0 0,-2 1-254 0 0,-1 0-1 0 0,1 0 1 0 0,0-1 0 0 0,-1 1-1 0 0,1 0 1 0 0,0 1 0 0 0,-1-1-1 0 0,0 0 1 0 0,1 0 0 0 0,-1 1-1 0 0,0-1 1 0 0,1 0 0 0 0,-1 1-1 0 0,0 0 1 0 0,0-1 0 0 0,0 1-1 0 0,-1-1 1 0 0,1 1 0 0 0,1 3-1 0 0,0 2 7 0 0,0 1 0 0 0,0-1 0 0 0,0 1 0 0 0,-1 0 0 0 0,-1 0 0 0 0,1-1 0 0 0,-1 1-1 0 0,-1 10 1 0 0,-13 67-29 0 0,6-38 23 0 0,6-36-7 0 0,1 0 0 0 0,0 0 0 0 0,0 0 0 0 0,2 0-1 0 0,-1 0 1 0 0,4 18 0 0 0,-3-27 0 0 0,-1 0 1 0 0,1 1-1 0 0,0-1 0 0 0,-1 0 1 0 0,1 0-1 0 0,0 0 0 0 0,0 1 1 0 0,1-1-1 0 0,-1-1 0 0 0,0 1 1 0 0,1 0-1 0 0,-1 0 0 0 0,1 0 0 0 0,0-1 1 0 0,-1 1-1 0 0,1-1 0 0 0,0 1 1 0 0,0-1-1 0 0,0 0 0 0 0,0 1 1 0 0,0-1-1 0 0,0 0 0 0 0,0 0 1 0 0,1-1-1 0 0,-1 1 0 0 0,0 0 0 0 0,0-1 1 0 0,1 0-1 0 0,-1 1 0 0 0,0-1 1 0 0,1 0-1 0 0,-1 0 0 0 0,0 0 1 0 0,1 0-1 0 0,-1-1 0 0 0,0 1 1 0 0,4-2-1 0 0,12-3-6 0 0,-1-1 0 0 0,0 0 0 0 0,0-2 0 0 0,0 0 0 0 0,0 0 0 0 0,-2-2 0 0 0,23-16 0 0 0,1 0-432 0 0,-17 12 137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4:46.60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 58 3225 0 0,'-3'-31'3138'0'0,"8"4"8261"0"0,10 45-9646 0 0,10 36-925 0 0,-2 2 1 0 0,25 94 0 0 0,-15-44-297 0 0,-27-88-532 0 0,16 44-13 0 0,-3 0 1 0 0,-2 2-1 0 0,12 101 0 0 0,-27-139-128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4:46.85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6 203 5065 0 0,'-1'-1'118'0'0,"1"0"0"0"0,-1-1 1 0 0,0 1-1 0 0,1 0 0 0 0,-1-1 0 0 0,1 1 0 0 0,-1 0 0 0 0,1-1 1 0 0,0 1-1 0 0,0-1 0 0 0,0 1 0 0 0,-1-1 0 0 0,1 1 0 0 0,0-1 1 0 0,1 1-1 0 0,-1 0 0 0 0,0-1 0 0 0,0 1 0 0 0,1-1 0 0 0,-1 1 1 0 0,1 0-1 0 0,0-3 0 0 0,2 0 232 0 0,-1 0 1 0 0,1 0-1 0 0,-1 0 1 0 0,1 1-1 0 0,0-1 1 0 0,1 1-1 0 0,4-4 0 0 0,7-5 1303 0 0,0 1 0 0 0,27-14 0 0 0,-28 16-942 0 0,8-4-303 0 0,-1 1 0 0 0,2 1-1 0 0,0 1 1 0 0,0 1 0 0 0,0 0 0 0 0,28-5 0 0 0,-35 14-835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4:47.0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90 5985 0 0,'0'1'71'0'0,"0"0"-1"0"0,1-1 1 0 0,-1 1-1 0 0,1-1 1 0 0,-1 1 0 0 0,1-1-1 0 0,0 1 1 0 0,-1 0-1 0 0,1-1 1 0 0,-1 0-1 0 0,1 1 1 0 0,0-1-1 0 0,-1 1 1 0 0,1-1 0 0 0,0 0-1 0 0,0 0 1 0 0,-1 1-1 0 0,1-1 1 0 0,0 0-1 0 0,0 0 1 0 0,-1 0-1 0 0,1 0 1 0 0,0 0 0 0 0,0 0-1 0 0,0 0 1 0 0,-1 0-1 0 0,2 0 1 0 0,24-1 1586 0 0,-16 0-1007 0 0,1-1 0 0 0,-1-1 0 0 0,0 0 0 0 0,0 0 0 0 0,0 0 0 0 0,16-10-1 0 0,-5 1-3372 0 0,34-25 0 0 0,-28 17-429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4:47.29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 0 8754 0 0,'-1'1'246'0'0,"0"-1"0"0"0,1 1 0 0 0,-1-1 0 0 0,1 1 0 0 0,-1 0 0 0 0,1-1 0 0 0,-1 1 0 0 0,1-1 1 0 0,-1 1-1 0 0,1 0 0 0 0,-1 0 0 0 0,1-1 0 0 0,0 1 0 0 0,0 0 0 0 0,-1 0 0 0 0,1-1 0 0 0,0 1 0 0 0,0 0 0 0 0,0 0 0 0 0,0 0 0 0 0,0-1 1 0 0,0 1-1 0 0,0 0 0 0 0,0 0 0 0 0,0 0 0 0 0,0-1 0 0 0,0 1 0 0 0,1 1 0 0 0,2 32 1857 0 0,-2-29-1325 0 0,2 16 4 0 0,13 94 1869 0 0,-1-41-4085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4:47.47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19 10594 0 0,'14'-6'2488'0'0,"-12"4"-2805"0"0,1 0 0 0 0,0 1 0 0 0,0-1 0 0 0,0 1-1 0 0,0 0 1 0 0,1 0 0 0 0,5-2 0 0 0,-3 3-10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4:47.94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0 110 5065 0 0,'23'-100'8104'0'0,"-23"100"-8048"0"0,0-1 0 0 0,0 1-1 0 0,0 0 1 0 0,0-1-1 0 0,0 1 1 0 0,0 0-1 0 0,0-1 1 0 0,0 1-1 0 0,1 0 1 0 0,-1-1-1 0 0,0 1 1 0 0,0 0 0 0 0,0-1-1 0 0,0 1 1 0 0,0 0-1 0 0,1-1 1 0 0,-1 1-1 0 0,0 0 1 0 0,0-1-1 0 0,0 1 1 0 0,1 0-1 0 0,-1 0 1 0 0,0-1 0 0 0,0 1-1 0 0,1 0 1 0 0,-1 0-1 0 0,0-1 1 0 0,1 1-1 0 0,-1 0 1 0 0,0 0-1 0 0,1 0 1 0 0,-1 0-1 0 0,0 0 1 0 0,1 0-1 0 0,-1-1 1 0 0,0 1 0 0 0,1 0-1 0 0,-1 0 1 0 0,9 13 782 0 0,1 21-568 0 0,-9-27-230 0 0,3 23 32 0 0,10 34 0 0 0,-12-56-67 0 0,0 0 1 0 0,1 0 0 0 0,0 0-1 0 0,1-1 1 0 0,0 0-1 0 0,0 0 1 0 0,0 0-1 0 0,1 0 1 0 0,8 9 0 0 0,-12-15 3 0 0,-1 0 0 0 0,1 0 0 0 0,0 0 0 0 0,0 0 0 0 0,0-1 0 0 0,0 1 1 0 0,0 0-1 0 0,0 0 0 0 0,1-1 0 0 0,-1 1 0 0 0,0-1 0 0 0,0 1 1 0 0,0-1-1 0 0,1 1 0 0 0,-1-1 0 0 0,0 0 0 0 0,0 0 0 0 0,1 1 0 0 0,-1-1 1 0 0,0 0-1 0 0,0 0 0 0 0,1 0 0 0 0,-1-1 0 0 0,0 1 0 0 0,1 0 1 0 0,-1 0-1 0 0,0-1 0 0 0,0 1 0 0 0,1 0 0 0 0,-1-1 0 0 0,0 0 0 0 0,0 1 1 0 0,0-1-1 0 0,0 0 0 0 0,0 1 0 0 0,0-1 0 0 0,0 0 0 0 0,0 0 0 0 0,0 0 1 0 0,0 0-1 0 0,0 0 0 0 0,1-2 0 0 0,4-6 438 0 0,1 0-1 0 0,-2-1 1 0 0,1 0 0 0 0,4-13-1 0 0,1 1 442 0 0,-4 7-383 0 0,2 1-1 0 0,18-24 1 0 0,-23 34-422 0 0,-1 0-1 0 0,1 0 0 0 0,0 0 1 0 0,0 1-1 0 0,0 0 1 0 0,1-1-1 0 0,-1 1 1 0 0,1 1-1 0 0,-1-1 0 0 0,1 1 1 0 0,0 0-1 0 0,9-3 1 0 0,-13 5-80 0 0,0 0 1 0 0,0 0-1 0 0,0 0 1 0 0,0 0 0 0 0,0 0-1 0 0,1 0 1 0 0,-1 1 0 0 0,0-1-1 0 0,0 0 1 0 0,0 1-1 0 0,0-1 1 0 0,0 1 0 0 0,0-1-1 0 0,0 1 1 0 0,0-1 0 0 0,0 1-1 0 0,-1 0 1 0 0,1-1-1 0 0,0 1 1 0 0,0 0 0 0 0,0 0-1 0 0,-1 0 1 0 0,1-1 0 0 0,0 1-1 0 0,-1 0 1 0 0,1 0-1 0 0,-1 0 1 0 0,1 0 0 0 0,-1 0-1 0 0,1 0 1 0 0,-1 0 0 0 0,0 0-1 0 0,0 0 1 0 0,1 2-1 0 0,7 42 134 0 0,-8-39-131 0 0,1 3-170 0 0,0 0-1 0 0,0 0 1 0 0,1 0-1 0 0,0 0 1 0 0,1 0 0 0 0,0-1-1 0 0,0 1 1 0 0,1-1-1 0 0,0 0 1 0 0,10 15 0 0 0,3-4-477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7:03.8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1 1 6585 0 0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6:49.8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5057 0 0,'1'2'544'0'0,"-1"-1"-544"0"0,1-1 0 0 0,-1 1 0 0 0,2 1 0 0 0,-1 0 0 0 0,2 1 0 0 0,-1-2 0 0 0,1 2 0 0 0,-2-2 0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5:58.154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187 180 9330 0 0,'-69'-9'1046'0'0,"53"8"-863"0"0,-1-1-1 0 0,0-1 1 0 0,-20-5-1 0 0,78 2 601 0 0,201-17 1018 0 0,-14 1 240 0 0,56-4-284 0 0,-27 2-1436 0 0,-36-2-312 0 0,77-3 126 0 0,-277 29-119 0 0,551 10 1083 0 0,-346-3-1050 0 0,22 3-106 0 0,48 5-331 0 0,-58-4 776 0 0,-197-12-292 0 0,-34 0-84 0 0,0 0 1 0 0,0 1-1 0 0,0-1 1 0 0,0 2-1 0 0,0-1 1 0 0,-1 1-1 0 0,1 0 1 0 0,8 2-1 0 0,-15-3-21 0 0,1 0-1 0 0,-1 1 1 0 0,0-1-1 0 0,1 0 1 0 0,-1 0-1 0 0,1 0 1 0 0,-1 1-1 0 0,0-1 0 0 0,1 0 1 0 0,-1 0-1 0 0,0 1 1 0 0,0-1-1 0 0,1 0 1 0 0,-1 1-1 0 0,0-1 1 0 0,0 1-1 0 0,1-1 1 0 0,-1 0-1 0 0,0 1 1 0 0,0-1-1 0 0,0 0 1 0 0,0 1-1 0 0,1-1 1 0 0,-1 1-1 0 0,0-1 1 0 0,0 1-1 0 0,0-1 1 0 0,0 0-1 0 0,0 1 1 0 0,0-1-1 0 0,0 1 1 0 0,0-1-1 0 0,0 1 1 0 0,-1-1-1 0 0,1 0 1 0 0,0 1-1 0 0,0-1 1 0 0,0 1-1 0 0,0-1 0 0 0,0 0 1 0 0,-1 1-1 0 0,1-1 1 0 0,0 0-1 0 0,0 1 1 0 0,-1-1-1 0 0,1 0 1 0 0,0 1-1 0 0,-1-1 1 0 0,1 0-1 0 0,0 1 1 0 0,-1-1-1 0 0,0 0 1 0 0,-23 21-775 0 0,17-16 630 0 0,4-1 167 0 0,-1 0-1 0 0,1 1 0 0 0,1-1 1 0 0,-1 1-1 0 0,0-1 0 0 0,1 1 0 0 0,0 0 1 0 0,0 0-1 0 0,1 0 0 0 0,-1 0 0 0 0,1 0 1 0 0,0 0-1 0 0,0 6 0 0 0,-1 11 565 0 0,3 40 0 0 0,0-29-61 0 0,-1 53 112 0 0,15 105 0 0 0,3 71-689 0 0,-15-167 24 0 0,17 108-1 0 0,8-12 70 0 0,6 367 0 0 0,-20-251 484 0 0,1 1 566 0 0,-23 162-1047 0 0,10-235-2 0 0,-8 149 142 0 0,-3-325-242 0 0,5-33 239 0 0,-3 45 187 0 0,4-98 46 0 0,0 0-385 0 0,0 19-29 0 0,0 0 0 0 0,-1 1 0 0 0,0-1-1 0 0,-1 1 1 0 0,0 0 0 0 0,0 0 0 0 0,0 0-1 0 0,-1 1 1 0 0,0-1 0 0 0,0 1 0 0 0,0 1-1 0 0,-1-1 1 0 0,0 1 0 0 0,0 1 0 0 0,0-1-1 0 0,-1 1 1 0 0,0 0 0 0 0,1 1 0 0 0,-12-4 0 0 0,-13-2 41 0 0,0 2 0 0 0,-1 1 0 0 0,-59-3 1 0 0,53 6-36 0 0,-57-12 0 0 0,55 5 21 0 0,10 3-172 0 0,-37-13 0 0 0,58 16 196 0 0,0 0 0 0 0,1-1 0 0 0,0 0-1 0 0,0 0 1 0 0,0-1 0 0 0,0 0-1 0 0,-13-13 1 0 0,7 4-135 0 0,-10-11-128 0 0,-41-31 1 0 0,56 49 214 0 0,-1 1 0 0 0,0 0 0 0 0,-1 1 0 0 0,0 0 0 0 0,0 1 0 0 0,0 0-1 0 0,-20-4 1 0 0,-167-20 91 0 0,65 12-315 0 0,39 5 235 0 0,-166-2-1 0 0,169 14-61 0 0,0-4-1 0 0,0-4 0 0 0,1-3 1 0 0,-123-34-1 0 0,111 17-11 0 0,-202-63 65 0 0,264 80 37 0 0,0 2 1 0 0,-1 1-1 0 0,0 2 1 0 0,-68 0-1 0 0,30 1 48 0 0,35 0 158 0 0,0-3-1 0 0,-53-15 1 0 0,54 11-60 0 0,-1 2-1 0 0,-50-4 1 0 0,53 8 159 0 0,25 4-2659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5:59.343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79 1 11522 0 0,'11'50'481'0'0,"-12"-10"-206"0"0,-2 1 1 0 0,-15 74 0 0 0,-2 34 134 0 0,34 353 2426 0 0,4-165-904 0 0,-21 188-1123 0 0,2-514-801 0 0,1 8 78 0 0,-37 694 3278 0 0,20-333-3469 0 0,5-52 924 0 0,3 92-705 0 0,10-277 88 0 0,-2 269 378 0 0,1-405-675 0 0,-1 0-185 0 0,1-1-1 0 0,0 0 1 0 0,1 1-1 0 0,-1-1 0 0 0,1 0 1 0 0,3 10-1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5:59.596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6 17 17972 0 0,'-5'3'2440'0'0,"6"-2"-2280"0"0,35-8-4833 0 0,-16 2 4465 0 0,-3-4 208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6:00.344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15 0 17508 0 0,'0'0'31'0'0,"-1"0"1"0"0,0 1 0 0 0,1-1 0 0 0,-1 0-1 0 0,0 0 1 0 0,1 0 0 0 0,-1 1 0 0 0,0-1-1 0 0,1 0 1 0 0,-1 0 0 0 0,1 1-1 0 0,-1-1 1 0 0,1 1 0 0 0,-1-1 0 0 0,1 0-1 0 0,-1 1 1 0 0,1-1 0 0 0,-1 1 0 0 0,1-1-1 0 0,-1 1 1 0 0,1 0 0 0 0,0-1-1 0 0,-1 1 1 0 0,1-1 0 0 0,0 1 0 0 0,0 0-1 0 0,-1-1 1 0 0,1 1 0 0 0,0-1 0 0 0,0 1-1 0 0,0 0 1 0 0,0 0 0 0 0,0 1-12 0 0,1 0-1 0 0,-1 0 1 0 0,1 0 0 0 0,-1 0 0 0 0,1 0 0 0 0,0-1 0 0 0,0 1 0 0 0,0 0-1 0 0,0 0 1 0 0,0-1 0 0 0,1 3 0 0 0,3 2 23 0 0,0 0-1 0 0,1-1 1 0 0,0 1 0 0 0,0-1 0 0 0,7 5-1 0 0,8 2-219 0 0,1-1 0 0 0,0-2 0 0 0,0 0 0 0 0,1-1-1 0 0,27 5 1 0 0,121 18-668 0 0,-160-29 828 0 0,168 21 649 0 0,1-8 0 0 0,307-14 0 0 0,-111-8-1077 0 0,-318 7-6183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6:43.9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168 793 3225 0 0,'1'0'45'0'0,"-1"0"0"0"0,0 0 0 0 0,0 0 0 0 0,0 0 0 0 0,1 0 0 0 0,-1 0 0 0 0,0-1 0 0 0,0 1 0 0 0,0 0 0 0 0,1 0 0 0 0,-1 0 0 0 0,0 0 0 0 0,0 0 0 0 0,0 0 0 0 0,0 0 0 0 0,1 0 0 0 0,-1 0 0 0 0,0-1 0 0 0,0 1 0 0 0,0 0 1 0 0,0 0-1 0 0,0 0 0 0 0,1 0 0 0 0,-1-1 0 0 0,0 1 0 0 0,0 0 0 0 0,0 0 0 0 0,0 0 0 0 0,0 0 0 0 0,0-1 0 0 0,0 1 0 0 0,0 0 0 0 0,0 0 0 0 0,0 0 0 0 0,0-1 0 0 0,0 1 0 0 0,0 0 0 0 0,0 0 0 0 0,0 0 0 0 0,0-1 0 0 0,0 1 0 0 0,0 0 0 0 0,0 0 0 0 0,0 0 1 0 0,0-1-1 0 0,0 1 0 0 0,0 0 0 0 0,0 0 0 0 0,0 0 0 0 0,0-1 0 0 0,0 1 0 0 0,0 0 0 0 0,-1 0 0 0 0,1 0 0 0 0,-15-3 4206 0 0,0 6-3114 0 0,1 0 0 0 0,0 1 0 0 0,-1 1 0 0 0,2 0 1 0 0,-1 1-1 0 0,1 0 0 0 0,-1 1 0 0 0,2 1 0 0 0,-14 10 1 0 0,19-14 352 0 0,13-11-869 0 0,15-12-364 0 0,414-269 203 0 0,-330 219-274 0 0,214-101 0 0 0,-194 111-152 0 0,253-104 122 0 0,-316 138-183 0 0,-37 14 31 0 0,1 1 0 0 0,0 1 0 0 0,0 1 0 0 0,30-4 0 0 0,-20 14 162 0 0,-20 5-909 0 0,-15-7 657 0 0,-1 0-1 0 0,0 1 0 0 0,0-1 0 0 0,1 0 1 0 0,-1 0-1 0 0,0 1 0 0 0,0-1 0 0 0,0 0 0 0 0,1 1 1 0 0,-1-1-1 0 0,0 0 0 0 0,0 1 0 0 0,0-1 1 0 0,0 0-1 0 0,0 1 0 0 0,0-1 0 0 0,0 1 0 0 0,0-1 1 0 0,0 0-1 0 0,0 1 0 0 0,0-1 0 0 0,0 0 1 0 0,0 1-1 0 0,0-1 0 0 0,0 0 0 0 0,0 1 0 0 0,-1-1 1 0 0,1 0-1 0 0,0 1 0 0 0,0-1 0 0 0,0 0 0 0 0,0 1 1 0 0,-1-1-1 0 0,1 0 0 0 0,0 1 0 0 0,0-1 1 0 0,-1 0-1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6:44.4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141 282 3225 0 0,'-1'-1'47'0'0,"0"0"1"0"0,1 0 0 0 0,-1 0 0 0 0,0 0-1 0 0,1 0 1 0 0,-1 0 0 0 0,0 0-1 0 0,1 0 1 0 0,0 0 0 0 0,-1-1 0 0 0,1 1-1 0 0,0 0 1 0 0,-1 0 0 0 0,1 0-1 0 0,0-1 1 0 0,0 1 0 0 0,0 0 0 0 0,0 0-1 0 0,0-1 1 0 0,0 1 0 0 0,1 0 0 0 0,-1 0-1 0 0,1-3 1 0 0,8-31 3295 0 0,-9 34-3194 0 0,21-72 5915 0 0,-11 32-2255 0 0,22-51 1 0 0,-29 82-2349 0 0,-9 17-820 0 0,-8 20-471 0 0,-35 75 137 0 0,29-64-106 0 0,-19 54-1 0 0,14-26-172 0 0,-18 58 108 0 0,39-110-117 0 0,1 0-1 0 0,1 1 1 0 0,0-1 0 0 0,1 1-1 0 0,0-1 1 0 0,2 26 0 0 0,1-34 9 0 0,0 0 0 0 0,0 0 1 0 0,1 0-1 0 0,0 0 0 0 0,-1-1 0 0 0,2 1 1 0 0,-1-1-1 0 0,1 0 0 0 0,0 0 0 0 0,0 0 1 0 0,0-1-1 0 0,1 1 0 0 0,-1-1 0 0 0,1 0 1 0 0,0 0-1 0 0,9 5 0 0 0,-2-1 4 0 0,1-1-1 0 0,-1 0 1 0 0,1-1 0 0 0,0-1-1 0 0,1 0 1 0 0,18 5-1 0 0,2-5 138 0 0,1-1 0 0 0,65-2 0 0 0,-64-3 66 0 0,0 2 1 0 0,59 9-1 0 0,-49 2 353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6:47.7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8754 0 0,'2'5'9923'0'0,"34"29"-8344"0"0,68 49 1 0 0,-29-24-921 0 0,97 89-14 0 0,-59-49-115 0 0,134 90 0 0 0,-189-150-326 0 0,161 101 425 0 0,-211-135-778 0 0,0 0-1 0 0,0 0 0 0 0,0 1 1 0 0,8 8-1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6:48.6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63 7370 0 0,'-4'-1'417'0'0,"1"-1"0"0"0,0 0 0 0 0,-1 0 0 0 0,1 0 1 0 0,0 0-1 0 0,0-1 0 0 0,0 1 0 0 0,1-1 0 0 0,-1 1 1 0 0,-3-6-1 0 0,-6-5 3619 0 0,17 23 325 0 0,0 13-3522 0 0,-3-15-725 0 0,34 109 322 0 0,58 129 0 0 0,-93-243-436 0 0,0 0 0 0 0,0 1 0 0 0,-1-1 0 0 0,1 1 0 0 0,-1-1 0 0 0,1 0 0 0 0,-1 1 0 0 0,-1 5 0 0 0,1-8 0 0 0,0 0 0 0 0,0 0 0 0 0,0 0 0 0 0,0 0 0 0 0,0 0 0 0 0,0 0 0 0 0,0 0 0 0 0,-1 0 0 0 0,1-1 0 0 0,0 1 0 0 0,-1 0 0 0 0,1 0 0 0 0,-1 0 0 0 0,1 0 0 0 0,-1 0 0 0 0,1 0 0 0 0,-1-1 0 0 0,0 1 0 0 0,1 0 0 0 0,-1 0 0 0 0,0-1 0 0 0,1 1 0 0 0,-1 0 0 0 0,0-1 0 0 0,0 1 0 0 0,0-1 0 0 0,0 1 0 0 0,0-1 0 0 0,0 0 0 0 0,1 1 0 0 0,-1-1 0 0 0,0 0 0 0 0,-2 1 0 0 0,1-4 11 0 0,0 0 0 0 0,1 0 0 0 0,-1 0 0 0 0,1 0 1 0 0,0 0-1 0 0,0-1 0 0 0,0 1 0 0 0,0 0 0 0 0,1-1 0 0 0,-1-3 1 0 0,0 3 2 0 0,-25-104 235 0 0,14 67-55 0 0,3 0 0 0 0,-8-74 0 0 0,16 110-165 0 0,1 0 0 0 0,0-1-1 0 0,0 1 1 0 0,0 0 0 0 0,1 0 0 0 0,0 0 0 0 0,0 0 0 0 0,0 0-1 0 0,1 0 1 0 0,0 0 0 0 0,0 1 0 0 0,0-1 0 0 0,0 0 0 0 0,1 1-1 0 0,-1 0 1 0 0,1-1 0 0 0,0 1 0 0 0,1 0 0 0 0,-1 1 0 0 0,1-1-1 0 0,7-5 1 0 0,-5 5 14 0 0,1 0 0 0 0,0 0 1 0 0,1 1-1 0 0,-1 0 0 0 0,0 0 0 0 0,1 1 0 0 0,-1 0 0 0 0,1 0 0 0 0,0 1 0 0 0,0 0 0 0 0,0 0 0 0 0,0 1 0 0 0,11 1 1 0 0,-1 1 30 0 0,0 1 0 0 0,-1 1 0 0 0,1 1 0 0 0,-1 1 0 0 0,30 13 1 0 0,-21-8 50 0 0,34 10 1 0 0,-45-17-77 0 0,7 2 113 0 0,1 0 0 0 0,0-2 0 0 0,42 3 0 0 0,-52-9-2269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7:24.388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233 99 2761 0 0,'-11'-6'713'0'0,"-1"-1"1"0"0,1 0-1 0 0,-18-16 1 0 0,18 14 175 0 0,1 1 0 0 0,-1 0 0 0 0,0 1-1 0 0,-19-9 1 0 0,26 15-559 0 0,1-1 0 0 0,-1 1 0 0 0,0 0 0 0 0,0 0 0 0 0,1 1 0 0 0,-1-1 0 0 0,0 1 0 0 0,0 0 0 0 0,0 0 0 0 0,0 0 0 0 0,0 0 0 0 0,0 1 0 0 0,1-1 0 0 0,-1 1 0 0 0,0 0-1 0 0,0 0 1 0 0,1 1 0 0 0,-1-1 0 0 0,-6 5 0 0 0,9-5-219 0 0,-1 0 0 0 0,1 0-1 0 0,0 0 1 0 0,0 0 0 0 0,0 0-1 0 0,0 0 1 0 0,0 0 0 0 0,0 0-1 0 0,1 1 1 0 0,-1-1 0 0 0,0 0-1 0 0,1 1 1 0 0,-1-1 0 0 0,1 1-1 0 0,-1-1 1 0 0,1 0 0 0 0,0 1 0 0 0,-1-1-1 0 0,1 1 1 0 0,0-1 0 0 0,0 1-1 0 0,0-1 1 0 0,0 1 0 0 0,0-1-1 0 0,1 1 1 0 0,-1-1 0 0 0,0 1-1 0 0,2 1 1 0 0,-2 0-46 0 0,1-1 0 0 0,0 0 0 0 0,-1 0-1 0 0,1 0 1 0 0,0 1 0 0 0,0-1 0 0 0,1 0 0 0 0,-1 0 0 0 0,0-1 0 0 0,1 1 0 0 0,-1 0-1 0 0,1 0 1 0 0,-1-1 0 0 0,1 1 0 0 0,0-1 0 0 0,0 1 0 0 0,0-1 0 0 0,2 1 0 0 0,5 1 29 0 0,0-2 0 0 0,0 1 0 0 0,1-2 0 0 0,-1 1 0 0 0,1-1 0 0 0,-1 0 0 0 0,0-1 0 0 0,1 0 1 0 0,15-5-1 0 0,20 0-49 0 0,249 1 482 0 0,-73 4-456 0 0,23 1-44 0 0,10 0 250 0 0,-186 0-138 0 0,137 19 0 0 0,-102-7-161 0 0,122 1 22 0 0,-66-5 0 0 0,-42-2-33 0 0,-45-4-15 0 0,-1 4 1 0 0,89 18-1 0 0,-154-22 65 0 0,0 0-1 0 0,1 1 1 0 0,-1 0 0 0 0,0 0 0 0 0,0 0-1 0 0,-1 1 1 0 0,1 0 0 0 0,-1 0 0 0 0,0 1-1 0 0,0-1 1 0 0,0 1 0 0 0,0 0 0 0 0,-1 1-1 0 0,0-1 1 0 0,0 1 0 0 0,5 11-1 0 0,4 8 90 0 0,-1 1-1 0 0,13 43 1 0 0,-23-65-104 0 0,47 172 115 0 0,-38-143-117 0 0,-2 0 0 0 0,-1 1 0 0 0,-2 0 0 0 0,-1 0 0 0 0,-2 1 0 0 0,-1 38 0 0 0,-17 125 1 0 0,6-110 34 0 0,4 149 1 0 0,12-150-36 0 0,0-1 0 0 0,-7 134 0 0 0,1-171 60 0 0,0-40-12 0 0,-1 0 0 0 0,1 0-1 0 0,-2 0 1 0 0,1 0 0 0 0,-3 9 0 0 0,2-14-22 0 0,0-1 0 0 0,0 1 1 0 0,-1-1-1 0 0,1 0 0 0 0,-1 0 0 0 0,0 0 0 0 0,0 0 1 0 0,0 0-1 0 0,0 0 0 0 0,-1 0 0 0 0,1-1 0 0 0,-1 1 0 0 0,1-1 1 0 0,-1 0-1 0 0,0 1 0 0 0,-6 2 0 0 0,-20 14 17 0 0,-2-2-1 0 0,0-1 0 0 0,0-1 1 0 0,-2-2-1 0 0,1-1 0 0 0,-2-2 1 0 0,-55 11-1 0 0,-6-4-78 0 0,69-11 99 0 0,0-1-1 0 0,0 0 1 0 0,-1-3 0 0 0,1 0-1 0 0,-1-1 1 0 0,-43-5 0 0 0,31-3-28 0 0,-33-6 167 0 0,0 3 1 0 0,-81-1 0 0 0,44 11-218 0 0,-157-2-24 0 0,213 0-123 0 0,0 3-1 0 0,0 2 0 0 0,-60 10 0 0 0,45-5 74 0 0,-1-4-1 0 0,0-2 0 0 0,-83-10 0 0 0,142 8 89 0 0,4-1 1 0 0,-6 0-23 0 0,-1 0-1 0 0,1 0 1 0 0,-1 1 0 0 0,1 1 0 0 0,-1 0 0 0 0,1 1 0 0 0,-1 0 0 0 0,1 1-1 0 0,-23 8 1 0 0,27-8-315 0 0,7-3 239 0 0,0 0 1 0 0,0 0-1 0 0,0 0 1 0 0,0 0-1 0 0,0 0 1 0 0,0 1 0 0 0,0-1-1 0 0,0 0 1 0 0,0 1-1 0 0,1-1 1 0 0,-1 1-1 0 0,0-1 1 0 0,0 1-1 0 0,0-1 1 0 0,0 1-1 0 0,1 0 1 0 0,-1-1-1 0 0,0 1 1 0 0,0 0-1 0 0,1-1 1 0 0,-1 1-1 0 0,1 0 1 0 0,-1 0-1 0 0,0 0 1 0 0,1 0-1 0 0,0 0 1 0 0,-1 0-1 0 0,1 0 1 0 0,0-1-1 0 0,-1 1 1 0 0,1 0-1 0 0,0 0 1 0 0,0 0 0 0 0,0 0-1 0 0,0 0 1 0 0,0 2-1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7:29.2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67 167 10594 0 0,'-67'19'8426'0'0,"91"-23"-8013"0"0,0 1 0 0 0,0 2 1 0 0,42 1-1 0 0,-6 0-160 0 0,59-10-193 0 0,211-44 0 0 0,-1-2 915 0 0,-151 31-584 0 0,-99 12-279 0 0,1 3-1 0 0,89 0 0 0 0,23 11 170 0 0,190 10-103 0 0,-252 0-182 0 0,-40-5 69 0 0,1 5-1 0 0,144 35 0 0 0,-183-32-56 0 0,141 46 63 0 0,-159-47-48 0 0,0 2 0 0 0,0 1 0 0 0,43 28 0 0 0,-66-36 6 0 0,-1 0-1 0 0,0 1 1 0 0,-1 0-1 0 0,0 0 1 0 0,0 1-1 0 0,-1 0 1 0 0,13 22-1 0 0,0 5 120 0 0,16 42-1 0 0,-29-61-153 0 0,1 6 49 0 0,-1 1-1 0 0,-2-1 0 0 0,0 2 0 0 0,3 31 1 0 0,-4-22 87 0 0,14 50 1 0 0,6-3 11 0 0,-5 1 0 0 0,18 136 0 0 0,-27-37-150 0 0,-13 211-1 0 0,-2-243 26 0 0,22 205 145 0 0,-3-141-117 0 0,-14-205-41 0 0,1 56 20 0 0,20 109 0 0 0,-14-118 149 0 0,-2 0-1 0 0,-1 88 1 0 0,-5-140-175 0 0,-1-1 0 0 0,1 0 0 0 0,-1 1 1 0 0,0-1-1 0 0,0 0 0 0 0,0 0 0 0 0,0 0 1 0 0,0 0-1 0 0,-1 0 0 0 0,0 0 0 0 0,1 0 1 0 0,-1 0-1 0 0,0 0 0 0 0,0-1 0 0 0,-1 1 1 0 0,1-1-1 0 0,-1 1 0 0 0,1-1 1 0 0,-1 0-1 0 0,1 0 0 0 0,-1 0 0 0 0,0-1 1 0 0,-4 3-1 0 0,-9 3 7 0 0,0 0 1 0 0,0 0-1 0 0,-24 4 1 0 0,13-2 51 0 0,-55 13 28 0 0,0-3-1 0 0,-121 12 1 0 0,170-26-80 0 0,-66 11 44 0 0,61-8-11 0 0,0-2-1 0 0,-1-1 1 0 0,-51-2 0 0 0,-29-5-137 0 0,-101-8 171 0 0,-54-10-446 0 0,12 1 118 0 0,2-25 87 0 0,237 41 187 0 0,1 1 0 0 0,-1 0 0 0 0,0 2 0 0 0,-31 4 1 0 0,28-2 12 0 0,0-1 1 0 0,-47-5-1 0 0,59 4 92 0 0,1 0-1 0 0,-1 0 1 0 0,1 1-1 0 0,-23 5 0 0 0,-9 1 76 0 0,24-4-237 0 0,1 1 0 0 0,-1 1 0 0 0,-28 11 0 0 0,33-9 42 0 0,-1-2-1 0 0,0 0 1 0 0,-1-1 0 0 0,1 0 0 0 0,-29 1 0 0 0,23-8-442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17:29.8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195 249 5833 0 0,'19'-88'1755'0'0,"-15"59"2510"0"0,15-46 0 0 0,-17 68-3060 0 0,0 3-593 0 0,-1 1 1 0 0,1-1-1 0 0,-1 1 1 0 0,0-1 0 0 0,0 0-1 0 0,0 0 1 0 0,0 0-1 0 0,-1 1 1 0 0,0-1 0 0 0,0-7-1 0 0,0 10-608 0 0,-1 1-1 0 0,0 0 1 0 0,1 0 0 0 0,-1 0 0 0 0,1 0-1 0 0,-1 0 1 0 0,0 0 0 0 0,1 0-1 0 0,-1 0 1 0 0,1 0 0 0 0,-1 0-1 0 0,0 0 1 0 0,1 0 0 0 0,-1 0-1 0 0,1 0 1 0 0,-1 1 0 0 0,0-1-1 0 0,1 0 1 0 0,-1 0 0 0 0,1 1-1 0 0,-1-1 1 0 0,1 0 0 0 0,-1 1-1 0 0,1-1 1 0 0,-1 0 0 0 0,1 1-1 0 0,-1-1 1 0 0,1 1 0 0 0,0-1-1 0 0,-1 1 1 0 0,1-1 0 0 0,0 1-1 0 0,-1-1 1 0 0,1 1 0 0 0,0-1-1 0 0,-1 2 1 0 0,-16 26 33 0 0,13-22-30 0 0,-99 181-427 0 0,57-99 345 0 0,37-73 24 0 0,-28 60-34 0 0,34-68 87 0 0,1 0-1 0 0,-1 0 1 0 0,2 0 0 0 0,-1 0-1 0 0,1 0 1 0 0,0 1 0 0 0,0-1-1 0 0,1 15 1 0 0,1-20 23 0 0,-1 1-1 0 0,1-1 1 0 0,0 1-1 0 0,0-1 1 0 0,0 0-1 0 0,0 1 1 0 0,0-1-1 0 0,1 0 1 0 0,-1 0-1 0 0,1 0 1 0 0,-1 0-1 0 0,1 0 1 0 0,0 0-1 0 0,0 0 1 0 0,0 0-1 0 0,0-1 1 0 0,4 3-1 0 0,44 23 520 0 0,-20-13-389 0 0,22 16 436 0 0,0 0 597 0 0,73 54 1 0 0,-104-58-28 0 0,-7-7-2980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2:55.912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230 2303 6913 0 0,'-12'69'9062'0'0,"11"-74"-8435"0"0,-4-33 1858 0 0,-18-38-1311 0 0,21 69-855 0 0,-41-106 283 0 0,25 68-469 0 0,1-1 0 0 0,-17-80 0 0 0,18 6 12 0 0,0-126 0 0 0,-13-101 93 0 0,23 298-273 0 0,1 0 1 0 0,3 0 0 0 0,2 0-1 0 0,2 0 1 0 0,2 0 0 0 0,2 0-1 0 0,25-92 1 0 0,-6 7-111 0 0,-16 75 319 0 0,-2 30-200 0 0,1 0 0 0 0,2 0 0 0 0,25-51 0 0 0,-5 11-16 0 0,-16 40 112 0 0,-11 24-50 0 0,0 0 1 0 0,-1 0 0 0 0,0 0-1 0 0,0-1 1 0 0,0 1 0 0 0,0-1-1 0 0,-1 1 1 0 0,1-8 0 0 0,-1 7-21 0 0,0 0 0 0 0,1 0 0 0 0,0 0 0 0 0,-1 0 0 0 0,2 0 0 0 0,-1 1 0 0 0,1-1 0 0 0,0 1 0 0 0,0 0 0 0 0,0 0 0 0 0,1 0 0 0 0,0 0 0 0 0,0 0 0 0 0,0 1 0 0 0,9-7 0 0 0,5-8-23 0 0,-15 14 9 0 0,1 1-1 0 0,0-1 1 0 0,0 1-1 0 0,1 0 0 0 0,-1 0 1 0 0,1 1-1 0 0,0-1 0 0 0,0 1 1 0 0,0 0-1 0 0,0 0 1 0 0,1 1-1 0 0,-1-1 0 0 0,1 1 1 0 0,0 1-1 0 0,10-3 1 0 0,3 3 2 0 0,-1 1 0 0 0,1 1 0 0 0,-1 1 0 0 0,0 0 0 0 0,0 1 1 0 0,0 1-1 0 0,23 9 0 0 0,-9-5-9 0 0,33 6 1 0 0,16-7 48 0 0,135-5 0 0 0,-32-2-16 0 0,-84 4-93 0 0,413 1 118 0 0,-154-1-7 0 0,-1 26 10 0 0,-277-23-38 0 0,648 28 544 0 0,-10-20-36 0 0,-273-12-531 0 0,-435-3-6 0 0,242-17 66 0 0,48 1 146 0 0,-18 11 76 0 0,8 0-442 0 0,-154 1 251 0 0,186-28 1 0 0,-309 30-44 0 0,37-8-15 0 0,0-2 1 0 0,-1-2-1 0 0,58-24 0 0 0,-12 3 272 0 0,-91 33-285 0 0,0 1-1 0 0,0-1 1 0 0,0 1-1 0 0,1 0 0 0 0,-1 0 1 0 0,0 1-1 0 0,0-1 1 0 0,0 1-1 0 0,1 0 1 0 0,-1 1-1 0 0,0-1 0 0 0,0 1 1 0 0,1 0-1 0 0,6 3 1 0 0,-8-2-1 0 0,1 0 0 0 0,-1 1-1 0 0,0-1 1 0 0,0 1 0 0 0,-1 0 0 0 0,1 1 0 0 0,-1-1 0 0 0,1 1 0 0 0,-1-1 0 0 0,0 1 0 0 0,-1 0 0 0 0,1 0 0 0 0,0 0 0 0 0,-1 1 0 0 0,0-1 0 0 0,2 6 0 0 0,10 30-53 0 0,-2 0 0 0 0,-2 0 1 0 0,6 45-1 0 0,-15-75 43 0 0,0 0 0 0 0,-1-1-1 0 0,0 1 1 0 0,0 0 0 0 0,-1 0 0 0 0,-1 0 0 0 0,-2 11 0 0 0,-25 67 242 0 0,21-66-986 0 0,0 0 1 0 0,1 0-1 0 0,-3 26 0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2:57.056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166 32 3225 0 0,'-43'-14'566'0'0,"-11"-2"1740"0"0,51 16-2067 0 0,-1-1 0 0 0,1 1 0 0 0,-1 0-1 0 0,1 0 1 0 0,0 0 0 0 0,-1 1-1 0 0,1-1 1 0 0,-1 1 0 0 0,1-1 0 0 0,0 1-1 0 0,-1 0 1 0 0,1 1 0 0 0,-6 2-1 0 0,9-4-196 0 0,-1 0 0 0 0,0 1-1 0 0,0-1 1 0 0,0 1 0 0 0,0-1-1 0 0,0 1 1 0 0,1 0 0 0 0,-1-1-1 0 0,0 1 1 0 0,0 0 0 0 0,1-1-1 0 0,-1 1 1 0 0,0 0 0 0 0,1 0-1 0 0,-1 0 1 0 0,1-1 0 0 0,-1 1-1 0 0,1 0 1 0 0,-1 0 0 0 0,1 0-1 0 0,0 0 1 0 0,0 0 0 0 0,-1 0-1 0 0,1 0 1 0 0,0 0 0 0 0,0 2 0 0 0,0-2 44 0 0,1 0 1 0 0,0 1 0 0 0,-1-1 0 0 0,1 1 0 0 0,0-1 0 0 0,-1 0-1 0 0,1 1 1 0 0,0-1 0 0 0,0 0 0 0 0,0 0 0 0 0,0 0 0 0 0,1 0-1 0 0,-1 0 1 0 0,0 0 0 0 0,2 1 0 0 0,3 2 212 0 0,0 0 1 0 0,1-1 0 0 0,-1 1-1 0 0,1-1 1 0 0,0-1-1 0 0,9 3 1 0 0,91 17 531 0 0,239 37 1660 0 0,-181-42-1689 0 0,192 7 214 0 0,-50-6 2 0 0,-150-4-777 0 0,247-17 64 0 0,-103-4-160 0 0,88 17 418 0 0,-289-3-422 0 0,0 4-1 0 0,139 34 1 0 0,-219-39-106 0 0,0 0 0 0 0,0 1 1 0 0,-1 1-1 0 0,0 0 0 0 0,-1 2 1 0 0,0 0-1 0 0,21 16 0 0 0,-38-26-25 0 0,-1 1 0 0 0,1-1-1 0 0,-1 0 1 0 0,1 1-1 0 0,-1-1 1 0 0,1 1-1 0 0,-1-1 1 0 0,1 0 0 0 0,-1 1-1 0 0,0-1 1 0 0,1 1-1 0 0,-1-1 1 0 0,0 1-1 0 0,1 0 1 0 0,-1-1 0 0 0,0 1-1 0 0,0-1 1 0 0,1 1-1 0 0,-1-1 1 0 0,0 1-1 0 0,0 0 1 0 0,0-1 0 0 0,0 1-1 0 0,0 0 1 0 0,0-1-1 0 0,0 1 1 0 0,0-1-1 0 0,0 1 1 0 0,0 0 0 0 0,0-1-1 0 0,0 1 1 0 0,-1-1-1 0 0,1 1 1 0 0,0 0-1 0 0,0-1 1 0 0,-1 1-1 0 0,1-1 1 0 0,0 1 0 0 0,-1-1-1 0 0,0 2 1 0 0,-25 19 295 0 0,6-4-181 0 0,10-1-144 0 0,1 0-1 0 0,1 1 1 0 0,1 0 0 0 0,0 0-1 0 0,1 1 1 0 0,1 0 0 0 0,1 0 0 0 0,0 0-1 0 0,1 0 1 0 0,1 1 0 0 0,1-1-1 0 0,1 1 1 0 0,1 18 0 0 0,5-14 4 0 0,0-12-1389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2:58.191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8 76 2304 0 0,'-7'-1'5522'0'0,"94"-3"-2574"0"0,170 17 0 0 0,-48-1-2251 0 0,70-12 654 0 0,114 4 572 0 0,355-7-724 0 0,-704 1-1179 0 0,395-29 408 0 0,-65-4-281 0 0,-292 21-8 0 0,-62 9-140 0 0,0 2 0 0 0,38-3 0 0 0,-52 6 77 0 0,-1 1-1 0 0,0 0 1 0 0,0 0 0 0 0,0 0 0 0 0,1 1 0 0 0,-1 0 0 0 0,-1 0-1 0 0,1 0 1 0 0,0 1 0 0 0,0-1 0 0 0,6 6 0 0 0,-3-2-115 0 0,0 0 0 0 0,-1 1 0 0 0,0 0 1 0 0,0 0-1 0 0,8 12 0 0 0,-13-16 32 0 0,0 0 0 0 0,0 0 0 0 0,-1 0 0 0 0,0 1 0 0 0,1-1 0 0 0,-1 1 0 0 0,0-1-1 0 0,-1 1 1 0 0,1-1 0 0 0,-1 1 0 0 0,1-1 0 0 0,-1 1 0 0 0,0 0 0 0 0,-1 3 0 0 0,-11 54-404 0 0,4-27 222 0 0,-2 40 210 0 0,7-42-12 0 0,-12 46-1 0 0,-18 19 639 0 0,23-74-453 0 0,2 1 1 0 0,0 1-1 0 0,1 0 0 0 0,2 0 0 0 0,-3 28 1 0 0,6-30 14 0 0,1-11-245 0 0,0-1 1 0 0,1 1 0 0 0,1 14 0 0 0,0-18-137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3:19.563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196 766 5529 0 0,'-1'3'388'0'0,"0"0"0"0"0,0 1 0 0 0,1 0-1 0 0,-1-1 1 0 0,1 1 0 0 0,0-1 0 0 0,0 1-1 0 0,0 4 1 0 0,0 1 398 0 0,-13 201 5248 0 0,-5-8-2263 0 0,3-73-2160 0 0,-23 153-183 0 0,-9 341 61 0 0,26-387-1390 0 0,-7 146-107 0 0,29 8 8 0 0,-8-198 0 0 0,2-121 0 0 0,5 79 0 0 0,7-25 14 0 0,16 174-208 0 0,-22-290 170 0 0,0 0 0 0 0,1-1 0 0 0,0 1 0 0 0,6 14-1 0 0,-7-20 22 0 0,0-1 0 0 0,0 1-1 0 0,0-1 1 0 0,1 1 0 0 0,-1-1-1 0 0,1 0 1 0 0,0 0 0 0 0,0 0-1 0 0,0 0 1 0 0,0 0-1 0 0,0 0 1 0 0,0-1 0 0 0,0 1-1 0 0,1 0 1 0 0,-1-1 0 0 0,0 0-1 0 0,1 0 1 0 0,0 0-1 0 0,2 1 1 0 0,3 1 3 0 0,12 3 0 0 0,0-1 0 0 0,0-1 0 0 0,33 3 0 0 0,30-2-61 0 0,227 7 7 0 0,-224-10 54 0 0,95 16 0 0 0,86 27-25 0 0,-172-28 21 0 0,342 49 4 0 0,-51-10 0 0 0,150 12 0 0 0,-165-35 0 0 0,-251-21 0 0 0,43 6 0 0 0,169 13 0 0 0,-28-11 0 0 0,159 5 0 0 0,-165-31-23 0 0,3 0-21 0 0,166-26 39 0 0,-327 17 61 0 0,-1-1-52 0 0,177-11 8 0 0,-43 11-12 0 0,29 0 0 0 0,-39 7 0 0 0,52-1 0 0 0,-179 9 26 0 0,241 8 172 0 0,-134 5-227 0 0,29 3-110 0 0,-73-3 139 0 0,94 9 0 0 0,439 38 0 0 0,-237-35 211 0 0,-19-3-290 0 0,-281-14 109 0 0,209-21 0 0 0,-165-12-30 0 0,12-1 0 0 0,-83 11 0 0 0,106-5 0 0 0,-75 12-23 0 0,-57 2 286 0 0,-82 8-319 0 0,94 13 0 0 0,-12 1 56 0 0,-130-16 16 0 0,0 1 0 0 0,1-1 0 0 0,-1-1 0 0 0,0 0 0 0 0,19-7 0 0 0,33-5-112 0 0,-61 14 94 0 0,4-1 5 0 0,1 1 0 0 0,0-2 0 0 0,-1 1 0 0 0,1-1 0 0 0,10-4 0 0 0,-14 4 8 0 0,-1 0-1 0 0,0 0 1 0 0,0 0 0 0 0,-1 0-1 0 0,1-1 1 0 0,0 1 0 0 0,-1-1-1 0 0,1 0 1 0 0,-1 0 0 0 0,0 1-1 0 0,0-2 1 0 0,0 1 0 0 0,0 0 0 0 0,2-6-1 0 0,6-21-20 0 0,-1-1-1 0 0,-1 0 0 0 0,-1 0 1 0 0,-2-1-1 0 0,1-35 0 0 0,6-105 11 0 0,3-32 0 0 0,20-31 84 0 0,1-11 22 0 0,-32 183-53 0 0,-4-107 1 0 0,-21-64 8 0 0,9 113 62 0 0,-47-256 37 0 0,4 40-61 0 0,13 11-860 0 0,32 257 749 0 0,1 19 13 0 0,2-1 0 0 0,3 0 1 0 0,2 0-1 0 0,5-66 0 0 0,3 62 18 0 0,-3 0 0 0 0,-2 0 0 0 0,-9-81 0 0 0,8 133-17 0 0,-9-64 124 0 0,3-1 0 0 0,3 0 1 0 0,7-78-1 0 0,0 91-126 0 0,-4-56-1 0 0,2-36-13 0 0,2 48-89 0 0,-4 65 113 0 0,1-1-1 0 0,2 1 1 0 0,15-67-1 0 0,-2 36-9 0 0,-15 59-2 0 0,0 0-1 0 0,0-1 1 0 0,-1 1 0 0 0,0 0-1 0 0,0 0 1 0 0,0 0-1 0 0,-1-1 1 0 0,-2-8-1 0 0,1 12-305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3:22.148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33 9674 0 0,'0'3'191'0'0,"0"-1"0"0"0,1 0 1 0 0,-1 0-1 0 0,1 0 0 0 0,-1 0 0 0 0,1 0 0 0 0,0 0 0 0 0,0 0 0 0 0,0 0 1 0 0,0 0-1 0 0,0-1 0 0 0,0 1 0 0 0,0 0 0 0 0,1-1 0 0 0,-1 1 0 0 0,1-1 1 0 0,-1 1-1 0 0,1-1 0 0 0,0 1 0 0 0,-1-1 0 0 0,1 0 0 0 0,0 0 0 0 0,0 0 1 0 0,0 0-1 0 0,0 0 0 0 0,0-1 0 0 0,0 1 0 0 0,0 0 0 0 0,4 0 0 0 0,9 2 384 0 0,0-1 0 0 0,1 0-1 0 0,19 0 1 0 0,-5 0 21 0 0,61 4 326 0 0,124-8 1 0 0,-71-1-400 0 0,8 0-124 0 0,140 5 424 0 0,99 58-598 0 0,-171-21-146 0 0,-67-14-29 0 0,296 33 261 0 0,257-45-224 0 0,52-46-23 0 0,-430 34 15 0 0,86-5 66 0 0,-169-4-131 0 0,112-11 28 0 0,57-6-42 0 0,-139 2 0 0 0,-136 9 0 0 0,-83 13 0 0 0,1 2 0 0 0,0 2 0 0 0,57 11 0 0 0,-45-5 0 0 0,-38-3 0 0 0,0 1 0 0 0,-1 1 0 0 0,0 2 0 0 0,36 16 0 0 0,-9-3 0 0 0,-50-21 5 0 0,0 1 1 0 0,0-1-1 0 0,0 0 0 0 0,0-1 1 0 0,0 0-1 0 0,0 0 0 0 0,1 0 1 0 0,9-1-1 0 0,-15 0-2 0 0,0-1 0 0 0,0 1 0 0 0,-1 0 0 0 0,1-1 0 0 0,0 0 0 0 0,0 1 0 0 0,0-1 0 0 0,-1 0 0 0 0,1 0 0 0 0,0 0 0 0 0,-1 0 1 0 0,1 0-1 0 0,-1 0 0 0 0,1 0 0 0 0,-1-1 0 0 0,0 1 0 0 0,0 0 0 0 0,1-1 0 0 0,-1 1 0 0 0,0-1 0 0 0,0 0 0 0 0,0 1 0 0 0,0-1 0 0 0,-1 0 0 0 0,1 0 0 0 0,0 1 0 0 0,-1-1 0 0 0,1 0 0 0 0,-1 0 0 0 0,0 0 0 0 0,0 0 0 0 0,1 1 0 0 0,-1-1 0 0 0,0 0 0 0 0,-1-3 0 0 0,0-12 25 0 0,0 1 1 0 0,-7-27-1 0 0,5 31-30 0 0,1 0 1 0 0,0-1 0 0 0,1 1-1 0 0,0-1 1 0 0,1 1-1 0 0,1-14 1 0 0,0 12-129 0 0,-1 11-72 0 0,1 0 1 0 0,-1 0-1 0 0,1-1 0 0 0,-1 1 1 0 0,1 0-1 0 0,0 0 0 0 0,0 0 1 0 0,0 0-1 0 0,0 0 0 0 0,3-4 0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3:23.642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47 88 6913 0 0,'-4'-3'378'0'0,"-1"-1"0"0"0,1 0-1 0 0,0 1 1 0 0,0-1-1 0 0,0-1 1 0 0,1 1 0 0 0,0 0-1 0 0,0-1 1 0 0,0 0-1 0 0,0 0 1 0 0,0 0 0 0 0,1 0-1 0 0,0 0 1 0 0,4-20 1949 0 0,-1 25-2262 0 0,0 0 0 0 0,21-2 591 0 0,19 13-519 0 0,-40-11-112 0 0,22 9 158 0 0,0-2-1 0 0,1 0 0 0 0,0-2 0 0 0,0 0 1 0 0,1-2-1 0 0,-1 0 0 0 0,1-2 0 0 0,40-3 1 0 0,558-32 2259 0 0,-567 33-2144 0 0,509-8 979 0 0,-451 13-1101 0 0,191 30 1 0 0,-130-11-82 0 0,-76-12-63 0 0,102 13 340 0 0,266-3 0 0 0,-466-21-372 0 0,536-34 256 0 0,-463 26-236 0 0,134 3 0 0 0,74 23 15 0 0,-224-14-46 0 0,48 3 11 0 0,108 13 0 0 0,-196-17 19 0 0,1-1 0 0 0,-1-1 0 0 0,1 0 1 0 0,-1-2-1 0 0,1 0 0 0 0,0-1 0 0 0,-1 0 0 0 0,0-2 1 0 0,19-6-1 0 0,18 1-26 0 0,-46 9 30 0 0,1-2-1 0 0,-1 1 1 0 0,0-1 0 0 0,0 0 0 0 0,16-7 851 0 0,-42-2-754 0 0,-15-9 78 0 0,-16-11-841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3:48.147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19 1840 0 0,'46'-18'19455'0'0,"-46"47"-18220"0"0,0 4-1208 0 0,8 26 87 0 0,-2 0 0 0 0,-4 0 0 0 0,-5 75 0 0 0,0-12 114 0 0,-6 283-88 0 0,10-314-140 0 0,1-177-1245 0 0,-1-90 794 0 0,-6 106 456 0 0,-4-299 495 0 0,12 280 299 0 0,-4 93-781 0 0,1-1-1 0 0,0 0 1 0 0,0 1-1 0 0,0-1 1 0 0,1 0 0 0 0,-1 0-1 0 0,1 0 1 0 0,0 1-1 0 0,0-1 1 0 0,0 0 0 0 0,0 0-1 0 0,0 0 1 0 0,1 0-1 0 0,-1 0 1 0 0,1-1 0 0 0,0 1-1 0 0,0 0 1 0 0,0-1-1 0 0,4 5 1 0 0,-4-5-19 0 0,-1 0 0 0 0,1 1 0 0 0,-1-1 0 0 0,1 1 0 0 0,-1 0 0 0 0,0-1 0 0 0,0 1-1 0 0,0 0 1 0 0,0 0 0 0 0,-1 0 0 0 0,1 5 0 0 0,2 38-164 0 0,-2-28 71 0 0,5 155-1640 0 0,-4-134 787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4:25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139 417 6913 0 0,'14'-40'2390'0'0,"-2"-1"-1"0"0,-1 0 0 0 0,7-73 0 0 0,-11 72-732 0 0,-6 35-1299 0 0,-1-1 0 0 0,0 0 1 0 0,0 1-1 0 0,0-1 1 0 0,-1 1-1 0 0,-1-1 1 0 0,1 1-1 0 0,-5-14 1 0 0,5 17-265 0 0,-1 1 1 0 0,1-1 0 0 0,0 1-1 0 0,-1-1 1 0 0,0 1 0 0 0,0 0-1 0 0,0 0 1 0 0,0 0 0 0 0,0 0-1 0 0,-1 1 1 0 0,1-1 0 0 0,-1 0 0 0 0,0 1-1 0 0,0 0 1 0 0,0 0 0 0 0,0 0-1 0 0,0 0 1 0 0,0 0 0 0 0,0 0-1 0 0,-5-1 1 0 0,7 3-87 0 0,1 0-1 0 0,-1 0 1 0 0,0 1 0 0 0,1-1 0 0 0,-1 0-1 0 0,0 0 1 0 0,1 1 0 0 0,-1-1 0 0 0,1 0-1 0 0,-1 1 1 0 0,1-1 0 0 0,-1 0 0 0 0,0 1-1 0 0,1-1 1 0 0,0 1 0 0 0,-1-1 0 0 0,1 1-1 0 0,-1-1 1 0 0,1 1 0 0 0,-1-1 0 0 0,1 1-1 0 0,0-1 1 0 0,0 1 0 0 0,-1 0 0 0 0,1-1-1 0 0,0 2 1 0 0,-8 19 91 0 0,7-18-60 0 0,-24 74-17 0 0,4 1 0 0 0,-14 96 1 0 0,2 162-210 0 0,31-298 161 0 0,3 0 0 0 0,1-1 1 0 0,2 0-1 0 0,1 1 0 0 0,2-1 0 0 0,2-1 1 0 0,1 0-1 0 0,1 0 0 0 0,3-1 1 0 0,33 65-1 0 0,-44-95 33 0 0,0 0-1 0 0,0 0 1 0 0,0 0-1 0 0,1-1 1 0 0,0 1-1 0 0,0-1 1 0 0,0 0-1 0 0,0 0 1 0 0,0 0-1 0 0,9 5 1 0 0,-10-8-4 0 0,-1 0 0 0 0,1 0 0 0 0,0 0 0 0 0,-1 0 0 0 0,1-1 0 0 0,0 1 0 0 0,-1-1 0 0 0,1 1 0 0 0,0-1 0 0 0,0 0 0 0 0,0 0 0 0 0,-1 0 0 0 0,1-1 0 0 0,0 1 0 0 0,0-1 0 0 0,-1 1 0 0 0,1-1 0 0 0,0 0 0 0 0,-1 0 0 0 0,1 0 0 0 0,-1 0 0 0 0,1-1 0 0 0,3-2 0 0 0,6-4 1 0 0,0-1 1 0 0,-1 0-1 0 0,0-1 0 0 0,-1 0 0 0 0,0-1 1 0 0,-1 0-1 0 0,0-1 0 0 0,-1 0 0 0 0,0 0 1 0 0,-1 0-1 0 0,8-19 0 0 0,4-15 28 0 0,-3-1-1 0 0,11-50 0 0 0,15-44 13 0 0,-39 133-39 0 0,9-21 124 0 0,-1-1 0 0 0,-2-1 1 0 0,0 0-1 0 0,7-62 0 0 0,-11 50-129 0 0,2-1 0 0 0,2 2 0 0 0,16-49 0 0 0,-21 76 12 0 0,-4 11-6 0 0,1 1 1 0 0,-1-1-1 0 0,1 0 0 0 0,0 1 0 0 0,1-1 1 0 0,-1 0-1 0 0,1 1 0 0 0,-1 0 0 0 0,1-1 1 0 0,0 1-1 0 0,0 0 0 0 0,0 0 0 0 0,1 0 1 0 0,-1 0-1 0 0,5-4 0 0 0,-6 7-39 0 0,3 4 453 0 0,1 19-428 0 0,-1 1-1 0 0,-1-1 1 0 0,-1 0 0 0 0,-2 43-1 0 0,0-15-8 0 0,1-2 12 0 0,-1 19-34 0 0,12 75-1 0 0,-10-125 34 0 0,2 1-1 0 0,0-1 0 0 0,1 1 1 0 0,0-1-1 0 0,2 0 0 0 0,0-1 1 0 0,1 0-1 0 0,20 30 0 0 0,-21-37 14 0 0,1-1-1 0 0,1-1 0 0 0,-1 0 0 0 0,2 0 1 0 0,-1 0-1 0 0,1-1 0 0 0,0-1 1 0 0,0 1-1 0 0,1-2 0 0 0,0 0 1 0 0,0 0-1 0 0,0-1 0 0 0,0 0 1 0 0,14 2-1 0 0,-24-5-77 0 0,0-1 1 0 0,0 1-1 0 0,0-1 1 0 0,0 1-1 0 0,0 0 1 0 0,0 0-1 0 0,0-1 1 0 0,0 1-1 0 0,0 0 1 0 0,0 0-1 0 0,0 0 1 0 0,0 0-1 0 0,0 0 1 0 0,-1 0-1 0 0,1 0 1 0 0,0 1-1 0 0,3 5-369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4:26.1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8 11058 0 0,'-1'-1'461'0'0,"-1"0"1"0"0,1 0-1 0 0,-1 1 0 0 0,1-1 0 0 0,-1 0 0 0 0,0 1 0 0 0,1-1 0 0 0,-1 1 0 0 0,0-1 0 0 0,1 1 0 0 0,-1 0 0 0 0,0 0 0 0 0,1 0 1 0 0,-1 0-1 0 0,-3 0 0 0 0,4 0-344 0 0,1 0 1 0 0,-1 0 0 0 0,0 0 0 0 0,1 0-1 0 0,-1 0 1 0 0,0 0 0 0 0,1 0-1 0 0,-1 1 1 0 0,0-1 0 0 0,0 0-1 0 0,1 0 1 0 0,-1 1 0 0 0,1-1-1 0 0,-1 0 1 0 0,0 1 0 0 0,1-1 0 0 0,-1 1-1 0 0,1-1 1 0 0,-1 0 0 0 0,1 1-1 0 0,-1-1 1 0 0,1 1 0 0 0,-1 0-1 0 0,1-1 1 0 0,0 1 0 0 0,-1-1 0 0 0,1 1-1 0 0,0 0 1 0 0,-1-1 0 0 0,1 1-1 0 0,0 0 1 0 0,0-1 0 0 0,0 1-1 0 0,-1 0 1 0 0,1-1 0 0 0,0 1 0 0 0,0 0-1 0 0,0 0 1 0 0,0 0 0 0 0,10 59 345 0 0,-2 0 0 0 0,-3 0 1 0 0,-3 1-1 0 0,-6 63 0 0 0,-3-56-280 0 0,3-40-187 0 0,1 0 1 0 0,1 0 0 0 0,2 1 0 0 0,5 48 0 0 0,0-52-371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4:29.7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24 244 2761 0 0,'-4'-33'4855'0'0,"1"-52"1"0"0,-1-4 2808 0 0,-8 53-4675 0 0,20 166-2056 0 0,-9-17-1167 0 0,-2-26 51 0 0,5 0 1 0 0,19 135 0 0 0,-17-198 99 0 0,-2-5 88 0 0,2-1 1 0 0,9 31-1 0 0,-12-46-20 0 0,0 0 0 0 0,0 0 0 0 0,0 1 0 0 0,1-1 0 0 0,-1 0-1 0 0,1 0 1 0 0,0-1 0 0 0,0 1 0 0 0,0 0 0 0 0,0 0 0 0 0,0-1 0 0 0,1 0 0 0 0,-1 1 0 0 0,1-1 0 0 0,-1 0 0 0 0,1 0 0 0 0,0 0 0 0 0,0-1-1 0 0,0 1 1 0 0,0-1 0 0 0,5 2 0 0 0,-5-3 9 0 0,0 0 0 0 0,0 0 0 0 0,0 0 1 0 0,1 0-1 0 0,-1-1 0 0 0,0 1 0 0 0,0-1 0 0 0,0 0 0 0 0,0 0 0 0 0,0-1 0 0 0,0 1 0 0 0,0 0 0 0 0,0-1 0 0 0,0 0 0 0 0,-1 1 0 0 0,1-1 0 0 0,-1 0 1 0 0,1-1-1 0 0,-1 1 0 0 0,0 0 0 0 0,3-4 0 0 0,6-7-21 0 0,0-1 0 0 0,12-23 1 0 0,-8 12 38 0 0,-2-2 0 0 0,0 1 0 0 0,-2-2 0 0 0,-1 0 0 0 0,12-56 0 0 0,-10 12 432 0 0,3-88 0 0 0,-15 156-388 0 0,0 1 1 0 0,1-1-1 0 0,-1 1 1 0 0,1-1 0 0 0,-1 1-1 0 0,1 0 1 0 0,0-1-1 0 0,3-4 1 0 0,-4 7-40 0 0,0 1 0 0 0,1-1 0 0 0,-1 1 0 0 0,0 0-1 0 0,1-1 1 0 0,-1 1 0 0 0,0 0 0 0 0,1-1 0 0 0,-1 1 0 0 0,1 0 0 0 0,-1 0 0 0 0,1 0 0 0 0,-1-1 0 0 0,0 1-1 0 0,1 0 1 0 0,-1 0 0 0 0,1 0 0 0 0,-1 0 0 0 0,1 0 0 0 0,-1 0 0 0 0,1 0 0 0 0,-1 0 0 0 0,1 0 0 0 0,-1 0 0 0 0,1 0-1 0 0,19 11 115 0 0,-17-8-127 0 0,0 0 0 0 0,0 1 0 0 0,0 0 0 0 0,0 0 0 0 0,-1 0 0 0 0,0 0 0 0 0,1 0 0 0 0,-2 0 0 0 0,1 1 0 0 0,2 6 0 0 0,10 53 41 0 0,-9-41-49 0 0,8 46 35 0 0,16 66 81 0 0,-24-117-157 0 0,1 1 0 0 0,1-1 0 0 0,0 0-1 0 0,20 32 1 0 0,-23-45 71 0 0,-1-1 1 0 0,1 1-1 0 0,-1 0 0 0 0,2-1 0 0 0,-1 0 1 0 0,0 0-1 0 0,10 6 0 0 0,-13-9-66 0 0,0 0-1 0 0,0-1 1 0 0,0 1 0 0 0,1 0-1 0 0,-1-1 1 0 0,0 1 0 0 0,0-1-1 0 0,0 0 1 0 0,1 1 0 0 0,-1-1-1 0 0,0 0 1 0 0,1 0 0 0 0,-1 0 0 0 0,0 0-1 0 0,1 0 1 0 0,-1 0 0 0 0,0 0-1 0 0,0 0 1 0 0,1-1 0 0 0,-1 1-1 0 0,0 0 1 0 0,1-1 0 0 0,-1 1-1 0 0,0-1 1 0 0,0 1 0 0 0,0-1-1 0 0,0 0 1 0 0,0 1 0 0 0,0-1-1 0 0,0 0 1 0 0,0 0 0 0 0,0 0 0 0 0,0 0-1 0 0,0 0 1 0 0,0 0 0 0 0,0 0-1 0 0,-1 0 1 0 0,1 0 0 0 0,0-2-1 0 0,22-38-3706 0 0,-17 23 3360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4:30.2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48 108 6913 0 0,'-1'0'282'0'0,"0"1"0"0"0,-1 0 0 0 0,1-1-1 0 0,0 1 1 0 0,-1-1 0 0 0,1 1-1 0 0,-1-1 1 0 0,1 0 0 0 0,0 1 0 0 0,-1-1-1 0 0,1 0 1 0 0,-1 0 0 0 0,1 0-1 0 0,-1 0 1 0 0,1 0 0 0 0,-1-1 0 0 0,1 1-1 0 0,-1 0 1 0 0,1-1 0 0 0,0 1-1 0 0,-1-1 1 0 0,1 1 0 0 0,0-1 0 0 0,-1 0-1 0 0,1 1 1 0 0,0-1 0 0 0,0 0-1 0 0,-1 0 1 0 0,1 0 0 0 0,0 0 0 0 0,0 0-1 0 0,-1-2 1 0 0,1 1-62 0 0,1 0 1 0 0,-1 0-1 0 0,1-1 0 0 0,0 1 0 0 0,0 0 1 0 0,0 0-1 0 0,0 0 0 0 0,0 0 1 0 0,1 0-1 0 0,-1 0 0 0 0,0 0 0 0 0,1 0 1 0 0,0 0-1 0 0,-1 0 0 0 0,1 0 1 0 0,0 0-1 0 0,0 0 0 0 0,0 0 0 0 0,0 1 1 0 0,1-1-1 0 0,-1 0 0 0 0,2-2 1 0 0,2-1-10 0 0,0-1 1 0 0,1 1 0 0 0,-1 0 0 0 0,1 0 0 0 0,0 0 0 0 0,0 1 0 0 0,10-6 0 0 0,-14 9-196 0 0,-1 1-1 0 0,0-1 1 0 0,1 0 0 0 0,-1 1 0 0 0,1-1-1 0 0,-1 1 1 0 0,1 0 0 0 0,-1-1-1 0 0,1 1 1 0 0,-1 0 0 0 0,1 0-1 0 0,-1 0 1 0 0,1 0 0 0 0,-1 0-1 0 0,1 0 1 0 0,-1 0 0 0 0,1 1-1 0 0,-1-1 1 0 0,1 0 0 0 0,-1 1 0 0 0,0-1-1 0 0,1 1 1 0 0,-1 0 0 0 0,1-1-1 0 0,-1 1 1 0 0,0 0 0 0 0,0 0-1 0 0,1 0 1 0 0,-1 0 0 0 0,0 0-1 0 0,0 0 1 0 0,0 0 0 0 0,0 0-1 0 0,0 1 1 0 0,0-1 0 0 0,-1 0 0 0 0,1 0-1 0 0,0 1 1 0 0,-1-1 0 0 0,1 1-1 0 0,-1-1 1 0 0,1 0 0 0 0,-1 2-1 0 0,5 12-8 0 0,-2-1 0 0 0,0 0 0 0 0,-1 1 0 0 0,0-1 0 0 0,-1 24 0 0 0,-8 78 26 0 0,3-70-29 0 0,-3 2 110 0 0,5-38-66 0 0,0 0 0 0 0,1 0-1 0 0,0 1 1 0 0,0-1 0 0 0,1 0-1 0 0,2 15 1 0 0,-2-24-31 0 0,0 0 0 0 0,1 0 0 0 0,-1 0 0 0 0,1 0 0 0 0,-1 0 0 0 0,1 1 0 0 0,0-1 0 0 0,0 0 0 0 0,-1 0 0 0 0,1-1 0 0 0,0 1 0 0 0,0 0 0 0 0,0 0 0 0 0,0 0 0 0 0,0-1 0 0 0,0 1 0 0 0,0 0 0 0 0,0-1 0 0 0,0 1 0 0 0,0-1 0 0 0,0 1 0 0 0,0-1 0 0 0,1 1 0 0 0,-1-1 0 0 0,0 0 0 0 0,0 0 0 0 0,0 1 0 0 0,1-1 0 0 0,-1 0 0 0 0,0 0 0 0 0,0 0 0 0 0,1-1 0 0 0,-1 1 0 0 0,0 0 0 0 0,0 0 0 0 0,0-1 0 0 0,1 1 0 0 0,-1-1 0 0 0,1 0 0 0 0,7-1 51 0 0,1-2 0 0 0,-2 1 0 0 0,15-8 0 0 0,114-67-520 0 0,-104 60 56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4:33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67 200 2304 0 0,'-6'-31'3649'0'0,"-23"-97"6752"0"0,20 102-8069 0 0,9 25-2187 0 0,0 1 1 0 0,0-1-1 0 0,-1 0 1 0 0,1 1-1 0 0,0-1 1 0 0,0 0-1 0 0,-1 1 0 0 0,1-1 1 0 0,0 0-1 0 0,-1 1 1 0 0,1-1-1 0 0,-1 1 1 0 0,1-1-1 0 0,-1 1 0 0 0,1-1 1 0 0,-1 1-1 0 0,1-1 1 0 0,-1 1-1 0 0,0-1 0 0 0,1 1 1 0 0,-1 0-1 0 0,0-1 1 0 0,1 1-1 0 0,-1 0 1 0 0,0-1-1 0 0,1 1 0 0 0,-1 0 1 0 0,0 0-1 0 0,1 0 1 0 0,-1 0-1 0 0,0 0 1 0 0,-1 0-1 0 0,1 3-61 0 0,0 0 0 0 0,1 0-1 0 0,-1 0 1 0 0,1 0 0 0 0,-1 0 0 0 0,1 0 0 0 0,0 0 0 0 0,0 0-1 0 0,0 0 1 0 0,1 6 0 0 0,0-1-6 0 0,10 221 164 0 0,-2-96-336 0 0,-6-73-54 0 0,13 68-1 0 0,-12-104 106 0 0,2-1 0 0 0,1 0 0 0 0,1 0 0 0 0,0-1-1 0 0,23 40 1 0 0,-25-51 45 0 0,4 7 19 0 0,2 0 0 0 0,13 17 1 0 0,-22-31-17 0 0,0 0 1 0 0,1 0 0 0 0,-1-1 0 0 0,1 1-1 0 0,0-1 1 0 0,0 0 0 0 0,0 0 0 0 0,0-1 0 0 0,0 1-1 0 0,0-1 1 0 0,1 0 0 0 0,0 0 0 0 0,-1 0-1 0 0,9 1 1 0 0,-11-3 0 0 0,1 0 0 0 0,-1 0 0 0 0,1 0 1 0 0,-1-1-1 0 0,1 1 0 0 0,-1-1 0 0 0,0 0 0 0 0,1 1 0 0 0,-1-1 0 0 0,0 0 0 0 0,0-1 0 0 0,0 1 0 0 0,1 0 0 0 0,-1 0 0 0 0,0-1 1 0 0,-1 0-1 0 0,1 1 0 0 0,0-1 0 0 0,0 0 0 0 0,-1 0 0 0 0,1 0 0 0 0,-1 0 0 0 0,1 0 0 0 0,1-4 0 0 0,4-6 41 0 0,-1-1 0 0 0,10-26 0 0 0,-13 32-44 0 0,28-91-3 0 0,31-170 0 0 0,-44 179 0 0 0,-13 67 16 0 0,-1-1-1 0 0,-2 1 1 0 0,0-1-1 0 0,-2-38 1 0 0,-2 47 168 0 0,0 16 212 0 0,6 21-104 0 0,28 75-231 0 0,30 78-168 0 0,-49-147 94 0 0,1-1-1 0 0,1 0 0 0 0,36 50 1 0 0,-35-56-37 0 0,2 0 1 0 0,0-1-1 0 0,2-1 0 0 0,0 0 1 0 0,38 27-1 0 0,-56-45-96 0 0,0-1 1 0 0,1 0-1 0 0,-1 0 0 0 0,1 0 0 0 0,-1 0 0 0 0,0 0 0 0 0,1 0 0 0 0,-1-1 1 0 0,1 1-1 0 0,0-1 0 0 0,-1 1 0 0 0,1-1 0 0 0,-1 0 0 0 0,1 0 0 0 0,0 0 0 0 0,-1-1 1 0 0,1 1-1 0 0,-1-1 0 0 0,1 1 0 0 0,2-2 0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4:34.3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58 100 2304 0 0,'-2'1'457'0'0,"0"0"0"0"0,0-1 0 0 0,-1 1 0 0 0,1-1 0 0 0,0 0 0 0 0,0 1-1 0 0,-1-1 1 0 0,1 0 0 0 0,0 0 0 0 0,0-1 0 0 0,-1 1 0 0 0,1 0-1 0 0,0-1 1 0 0,0 1 0 0 0,-1-1 0 0 0,-1-1 0 0 0,3 2-253 0 0,0 0 1 0 0,1 0-1 0 0,-1-1 1 0 0,0 1-1 0 0,0 0 1 0 0,0 0 0 0 0,1-1-1 0 0,-1 1 1 0 0,0 0-1 0 0,0-1 1 0 0,1 1-1 0 0,-1-1 1 0 0,0 1-1 0 0,1-1 1 0 0,-1 1-1 0 0,1-1 1 0 0,-1 0-1 0 0,0 1 1 0 0,1-1-1 0 0,-1 0 1 0 0,1 1 0 0 0,0-1-1 0 0,-1 0 1 0 0,1 0-1 0 0,0 1 1 0 0,-1-1-1 0 0,1 0 1 0 0,0 0-1 0 0,0 0 1 0 0,0 1-1 0 0,-1-1 1 0 0,1 0-1 0 0,0 0 1 0 0,0 0-1 0 0,0 0 1 0 0,1 1 0 0 0,-1-1-1 0 0,0 0 1 0 0,0 0-1 0 0,0 0 1 0 0,1 0-1 0 0,-1 1 1 0 0,0-1-1 0 0,1-1 1 0 0,5-3 170 0 0,-1-1 1 0 0,1 1-1 0 0,1 0 0 0 0,-1 0 1 0 0,1 1-1 0 0,0 0 1 0 0,0 0-1 0 0,12-4 1 0 0,2-2-41 0 0,-19 8-318 0 0,1 0 0 0 0,0 1 0 0 0,0-1 0 0 0,0 1 0 0 0,1 0-1 0 0,-1 0 1 0 0,0 0 0 0 0,0 0 0 0 0,1 1 0 0 0,-1-1 0 0 0,0 1 0 0 0,0 0 0 0 0,1 0 0 0 0,-1 0 0 0 0,0 0 0 0 0,1 1 0 0 0,-1-1-1 0 0,0 1 1 0 0,4 1 0 0 0,-4 0-16 0 0,0-1-1 0 0,-1 1 0 0 0,0 0 0 0 0,1 0 1 0 0,-1 0-1 0 0,0 0 0 0 0,0 1 0 0 0,0-1 1 0 0,0 1-1 0 0,0-1 0 0 0,-1 1 1 0 0,1-1-1 0 0,-1 1 0 0 0,1 0 0 0 0,-1 0 1 0 0,0 0-1 0 0,0 0 0 0 0,-1 0 0 0 0,1 0 1 0 0,0 5-1 0 0,1 10-11 0 0,-1 1-1 0 0,-1-1 1 0 0,-1 0-1 0 0,-1 0 1 0 0,0 1-1 0 0,-5 17 1 0 0,-4 40 3 0 0,10-75 12 0 0,1 0 0 0 0,0-1 0 0 0,0 1 0 0 0,0 0 0 0 0,0-1 1 0 0,0 1-1 0 0,0 0 0 0 0,0-1 0 0 0,1 1 0 0 0,-1 0 0 0 0,0-1 0 0 0,0 1 0 0 0,0 0 0 0 0,1-1 0 0 0,-1 1 0 0 0,0-1 1 0 0,1 1-1 0 0,-1 0 0 0 0,0-1 0 0 0,1 1 0 0 0,-1-1 0 0 0,1 1 0 0 0,-1-1 0 0 0,1 1 0 0 0,-1-1 0 0 0,1 1 0 0 0,0-1 1 0 0,-1 0-1 0 0,1 1 0 0 0,-1-1 0 0 0,1 0 0 0 0,0 0 0 0 0,-1 1 0 0 0,1-1 0 0 0,0 0 0 0 0,-1 0 0 0 0,1 0 0 0 0,0 0 1 0 0,0 0-1 0 0,35-3 244 0 0,-9 0 164 0 0,-15 6-459 0 0,1 0-1 0 0,-1 0 1 0 0,0 2-1 0 0,0-1 0 0 0,-1 2 1 0 0,1-1-1 0 0,-1 1 1 0 0,-1 1-1 0 0,1 0 1 0 0,-1 1-1 0 0,0 0 1 0 0,-1 0-1 0 0,0 1 1 0 0,0 1-1 0 0,-1-1 1 0 0,13 19-1 0 0,-20-25 54 0 0,1 0 0 0 0,-1 0 0 0 0,0 0 0 0 0,0 0 0 0 0,0 0 0 0 0,0 0 0 0 0,-1 0 0 0 0,1 1 0 0 0,-1-1 0 0 0,0 0 0 0 0,1 0 0 0 0,-2 0 0 0 0,1 1 0 0 0,0-1 0 0 0,-1 0 0 0 0,1 0 0 0 0,-2 4 0 0 0,0-2 48 0 0,-1 1 0 0 0,1 0 1 0 0,-1-1-1 0 0,0 0 0 0 0,-1 1 0 0 0,1-1 0 0 0,-1 0 0 0 0,-6 5 0 0 0,-6 5 222 0 0,0-2 0 0 0,0 0 0 0 0,-1-1 0 0 0,-22 12 0 0 0,27-16-100 0 0,-1-1 1 0 0,0-1-1 0 0,0 0 0 0 0,-1-1 0 0 0,-16 4 1 0 0,27-8-193 0 0,-1 0-1 0 0,0 0 1 0 0,1-1 0 0 0,-1 1 0 0 0,0-1 0 0 0,0 0 0 0 0,1 0-1 0 0,-1-1 1 0 0,0 1 0 0 0,1-1 0 0 0,-1 0 0 0 0,0 0 0 0 0,1 0-1 0 0,-1 0 1 0 0,1-1 0 0 0,-1 1 0 0 0,1-1 0 0 0,0 0 0 0 0,0 0 0 0 0,0 0-1 0 0,0 0 1 0 0,0-1 0 0 0,0 1 0 0 0,0-1 0 0 0,-2-3 0 0 0,-10-17-389 0 0,-4-7-3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5:15.0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16 386 5529 0 0,'-3'-11'575'0'0,"0"1"-1"0"0,0 0 0 0 0,1-1 1 0 0,0 0-1 0 0,1 1 1 0 0,0-1-1 0 0,1 0 0 0 0,0 0 1 0 0,3-20-1 0 0,-2 23-312 0 0,1 0 0 0 0,0 0 0 0 0,0 0 0 0 0,1 0 0 0 0,0 0 0 0 0,0 1 0 0 0,1-1 0 0 0,0 1 0 0 0,0 0 0 0 0,1 0 0 0 0,0 1 0 0 0,0-1 0 0 0,0 1-1 0 0,11-9 1 0 0,-12 12-172 0 0,1-1-1 0 0,0 1 1 0 0,-1 0-1 0 0,1 1 0 0 0,0-1 1 0 0,0 1-1 0 0,1 0 1 0 0,-1 0-1 0 0,0 1 0 0 0,1 0 1 0 0,-1-1-1 0 0,1 2 0 0 0,-1-1 1 0 0,1 1-1 0 0,0 0 1 0 0,-1 0-1 0 0,1 0 0 0 0,-1 1 1 0 0,1 0-1 0 0,-1 0 1 0 0,1 0-1 0 0,5 3 0 0 0,65 31 172 0 0,-62-27-205 0 0,1 0 1 0 0,-1-1 0 0 0,1-1 0 0 0,0-1-1 0 0,1 0 1 0 0,16 3 0 0 0,-28-8-2 0 0,0 0 0 0 0,1 0 0 0 0,-1 0 0 0 0,0-1 0 0 0,0 0 0 0 0,0 0 0 0 0,0 0 0 0 0,0 0 0 0 0,0-1 0 0 0,0 1 0 0 0,0-1 0 0 0,0 0 0 0 0,0 0 0 0 0,-1-1 0 0 0,4-2 0 0 0,9-8 702 0 0,28-29-1 0 0,-11 11-239 0 0,-19 18-316 0 0,46-35 317 0 0,-54 43-555 0 0,1 1 1 0 0,0 0-1 0 0,-1 0 0 0 0,2 1 0 0 0,-1 0 1 0 0,0 0-1 0 0,9-2 0 0 0,-15 4 46 0 0,5 1-1763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5:15.5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9 180 2304 0 0,'-1'-1'173'0'0,"1"1"0"0"0,-1 0 0 0 0,0-1-1 0 0,1 1 1 0 0,-1-1 0 0 0,1 1-1 0 0,-1-1 1 0 0,1 1 0 0 0,0-1-1 0 0,-1 1 1 0 0,1-1 0 0 0,-1 1-1 0 0,1-1 1 0 0,0 1 0 0 0,0-1-1 0 0,-1 0 1 0 0,1 1 0 0 0,0-1 0 0 0,0 0-1 0 0,0 1 1 0 0,-1-1 0 0 0,1 0-1 0 0,0 1 1 0 0,0-1 0 0 0,0 0-1 0 0,0 1 1 0 0,0-1 0 0 0,1 0-1 0 0,-1 1 1 0 0,0-1 0 0 0,0 0-1 0 0,0 1 1 0 0,1-1 0 0 0,-1 1-1 0 0,1-2 1 0 0,6-24 2935 0 0,-4 20-2714 0 0,1 0-1 0 0,-1 1 1 0 0,1-1-1 0 0,0 1 1 0 0,0 0 0 0 0,1 0-1 0 0,0 0 1 0 0,0 1-1 0 0,0-1 1 0 0,0 1-1 0 0,0 1 1 0 0,1-1 0 0 0,0 1-1 0 0,0 0 1 0 0,0 0-1 0 0,0 0 1 0 0,12-3-1 0 0,-8 4-243 0 0,-1 0-1 0 0,1 0 0 0 0,-1 1 0 0 0,1 1 0 0 0,0-1 0 0 0,-1 1 0 0 0,1 1 1 0 0,0 0-1 0 0,-1 0 0 0 0,1 1 0 0 0,14 5 0 0 0,48 22-101 0 0,26 10 329 0 0,-88-36-190 0 0,0-1 1 0 0,1 0 0 0 0,-1 0-1 0 0,1-1 1 0 0,-1 0 0 0 0,1-1-1 0 0,17-1 1 0 0,-21-1-130 0 0,1 1 0 0 0,-1-1 0 0 0,0-1 0 0 0,0 0 1 0 0,0 0-1 0 0,0 0 0 0 0,9-7 0 0 0,47-36 209 0 0,-15 10-183 0 0,-20 20-163 0 0,-14 9-314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5:40.7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411 120 5529 0 0,'0'-7'793'0'0,"0"1"1"0"0,-1 0-1 0 0,0-1 0 0 0,0 1 0 0 0,-1 0 0 0 0,0 0 1 0 0,0 0-1 0 0,0 0 0 0 0,-1 1 0 0 0,1-1 0 0 0,-2 0 1 0 0,1 1-1 0 0,-5-7 0 0 0,6 9-594 0 0,-1 1 1 0 0,1 0-1 0 0,0-1 0 0 0,0 1 0 0 0,-1 0 1 0 0,0 0-1 0 0,1 0 0 0 0,-1 1 0 0 0,0-1 1 0 0,0 1-1 0 0,0-1 0 0 0,0 1 0 0 0,0 0 1 0 0,0 0-1 0 0,0 0 0 0 0,0 0 0 0 0,0 1 1 0 0,-1-1-1 0 0,1 1 0 0 0,0 0 0 0 0,0 0 1 0 0,0 0-1 0 0,-1 1 0 0 0,1-1 1 0 0,0 1-1 0 0,-6 1 0 0 0,-8 5-134 0 0,1 0 1 0 0,0 0-1 0 0,1 2 1 0 0,0 0-1 0 0,0 1 1 0 0,1 0-1 0 0,0 1 0 0 0,0 1 1 0 0,2 0-1 0 0,0 1 1 0 0,0 0-1 0 0,1 1 0 0 0,0 0 1 0 0,1 1-1 0 0,1 0 1 0 0,-10 22-1 0 0,7-10-91 0 0,2-1 1 0 0,0 1-1 0 0,2 1 0 0 0,1 0 0 0 0,1 0 1 0 0,1 0-1 0 0,2 1 0 0 0,1 0 1 0 0,2 37-1 0 0,3-18-125 0 0,2-1 0 0 0,2 0 0 0 0,16 52 0 0 0,-16-73 55 0 0,2-1-1 0 0,0 0 1 0 0,2 0-1 0 0,1-1 0 0 0,1 0 1 0 0,0-1-1 0 0,18 22 1 0 0,-23-36 70 0 0,0 0 1 0 0,1 0 0 0 0,0-1-1 0 0,0 0 1 0 0,11 7 0 0 0,-15-12 2 0 0,-1-1 0 0 0,1 1 0 0 0,-1-1 0 0 0,1 1 0 0 0,0-1-1 0 0,0-1 1 0 0,0 1 0 0 0,0-1 0 0 0,0 1 0 0 0,0-2 0 0 0,0 1 0 0 0,0 0 0 0 0,0-1 0 0 0,7-1 0 0 0,-9 1 11 0 0,1-2 0 0 0,-1 1-1 0 0,0 0 1 0 0,0-1 0 0 0,0 1-1 0 0,0-1 1 0 0,-1 0 0 0 0,1 0-1 0 0,0 0 1 0 0,-1 0 0 0 0,1 0-1 0 0,-1-1 1 0 0,0 1 0 0 0,1-1-1 0 0,-1 0 1 0 0,-1 1 0 0 0,1-1-1 0 0,0 0 1 0 0,-1 0 0 0 0,2-4 0 0 0,1-1 5 0 0,-1 0 1 0 0,0-1 0 0 0,-1 1-1 0 0,0 0 1 0 0,0-1 0 0 0,1-15-1 0 0,-4 5-1 0 0,-1-1-1 0 0,-1 1 0 0 0,0 0 0 0 0,-1 0 0 0 0,-2 0 0 0 0,0 0 0 0 0,-15-33 0 0 0,-10-28 16 0 0,29 74-5 0 0,1 1 0 0 0,-1-1 0 0 0,1 1 0 0 0,0-1 0 0 0,0 0 0 0 0,1 1 0 0 0,-1-1 0 0 0,1 0 0 0 0,0 0-1 0 0,1 0 1 0 0,0 1 0 0 0,0-1 0 0 0,0 0 0 0 0,0 1 0 0 0,1-1 0 0 0,0 1 0 0 0,0-1 0 0 0,0 1 0 0 0,1 0-1 0 0,0 0 1 0 0,0 0 0 0 0,0 0 0 0 0,1 1 0 0 0,0-1 0 0 0,-1 1 0 0 0,1 0 0 0 0,7-5 0 0 0,4-6 29 0 0,2 1 0 0 0,0 1-1 0 0,1 0 1 0 0,0 1 0 0 0,37-17 0 0 0,-49 27-20 0 0,0 0-1 0 0,0 0 1 0 0,0 0 0 0 0,0 1-1 0 0,1 0 1 0 0,-1 0 0 0 0,0 0-1 0 0,1 1 1 0 0,-1 0-1 0 0,11 1 1 0 0,-12 0-8 0 0,-1 1 1 0 0,1-1-1 0 0,0 1 0 0 0,-1 0 0 0 0,0 0 1 0 0,1 0-1 0 0,-1 0 0 0 0,0 1 1 0 0,0 0-1 0 0,0 0 0 0 0,-1 0 0 0 0,1 0 1 0 0,-1 0-1 0 0,1 1 0 0 0,4 7 0 0 0,-3-3 29 0 0,0 0 0 0 0,0 0 0 0 0,-1 0-1 0 0,-1 1 1 0 0,1 0 0 0 0,-1 0-1 0 0,-1 0 1 0 0,0 0 0 0 0,0 0-1 0 0,1 14 1 0 0,-2 12 283 0 0,-4 53-1 0 0,1 14-25 0 0,4-80-323 0 0,0 1-1 0 0,8 27 0 0 0,3-11-6490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5:41.0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3 3225 0 0,'-16'-3'15639'0'0,"16"9"-14888"0"0,1 41-38 0 0,3 0 1 0 0,12 68-1 0 0,1-5-581 0 0,9 179-206 0 0,-18-166-7075 0 0,-7-99 831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5:41.3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38 182 7834 0 0,'-11'-22'142'0'0,"-8"-19"2079"0"0,18 38-1543 0 0,-1-1 0 0 0,1 1 0 0 0,0-1 0 0 0,0 1 0 0 0,1-1 0 0 0,-1 0 0 0 0,1 1 0 0 0,0-7 0 0 0,0 9-561 0 0,1 0-1 0 0,-1 1 1 0 0,1-1-1 0 0,-1 1 1 0 0,1-1-1 0 0,-1 1 1 0 0,1-1-1 0 0,-1 1 1 0 0,1-1-1 0 0,0 1 1 0 0,-1-1-1 0 0,1 1 1 0 0,0 0-1 0 0,-1-1 0 0 0,1 1 1 0 0,0 0-1 0 0,-1 0 1 0 0,1 0-1 0 0,0-1 1 0 0,0 1-1 0 0,-1 0 1 0 0,1 0-1 0 0,0 0 1 0 0,0 0-1 0 0,-1 0 1 0 0,1 0-1 0 0,0 1 0 0 0,0-1 1 0 0,-1 0-1 0 0,1 0 1 0 0,0 0-1 0 0,-1 1 1 0 0,1-1-1 0 0,0 0 1 0 0,-1 1-1 0 0,1-1 1 0 0,0 1-1 0 0,29 12 618 0 0,-11-2-665 0 0,-1 1 0 0 0,0 1 0 0 0,-1 1 0 0 0,-1 0 0 0 0,28 32 0 0 0,64 93 407 0 0,-54-64-380 0 0,-42-59-96 0 0,-6-7 0 0 0,0 0 0 0 0,1 0 0 0 0,1 0 0 0 0,-1-1 0 0 0,1 0 0 0 0,0 0 0 0 0,1-1 0 0 0,0 0 0 0 0,0-1 0 0 0,14 8 0 0 0,-22-14 3 0 0,1 1 0 0 0,0-1 1 0 0,-1 1-1 0 0,1-1 0 0 0,0 1 1 0 0,0-1-1 0 0,0 0 0 0 0,-1 0 1 0 0,1 0-1 0 0,0 0 0 0 0,0 0 1 0 0,0-1-1 0 0,-1 1 0 0 0,1 0 1 0 0,0-1-1 0 0,0 1 0 0 0,-1-1 1 0 0,1 0-1 0 0,3-1 0 0 0,-2 0 12 0 0,-1-1 1 0 0,1 1-1 0 0,0 0 0 0 0,-1-1 0 0 0,0 0 0 0 0,1 0 0 0 0,-1 1 1 0 0,0-1-1 0 0,2-6 0 0 0,2-2 39 0 0,-1-1 0 0 0,-1 1 0 0 0,0-1 0 0 0,4-22 0 0 0,-1-16 0 0 0,-3-1 0 0 0,-1 0 0 0 0,-3 1 0 0 0,-12-99 1 0 0,11 144-161 0 0,1 1-16 0 0,0 0 0 0 0,-1 0 0 0 0,1 0 0 0 0,-1-1 0 0 0,0 1 0 0 0,-1 0 0 0 0,1 0 0 0 0,-1 1 1 0 0,0-1-1 0 0,-2-4 0 0 0,0 4-919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5:41.6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71 14283 0 0,'2'-6'602'0'0,"0"-1"1"0"0,1 1-1 0 0,0-1 0 0 0,7-9 0 0 0,-9 14-320 0 0,1 0-1 0 0,-1-1 1 0 0,1 1-1 0 0,0 0 0 0 0,0 0 1 0 0,-1 0-1 0 0,1 1 1 0 0,0-1-1 0 0,1 0 0 0 0,-1 1 1 0 0,0-1-1 0 0,0 1 0 0 0,1 0 1 0 0,-1-1-1 0 0,4 0 1 0 0,-6 2-240 0 0,1 1-1 0 0,-1-1 1 0 0,1 0 0 0 0,-1 0 0 0 0,1 0 0 0 0,0 1 0 0 0,-1-1 0 0 0,1 0 0 0 0,-1 0 0 0 0,1 1 0 0 0,-1-1-1 0 0,0 1 1 0 0,1-1 0 0 0,-1 0 0 0 0,1 1 0 0 0,-1-1 0 0 0,0 1 0 0 0,1-1 0 0 0,-1 1 0 0 0,0-1 0 0 0,1 1-1 0 0,-1-1 1 0 0,0 1 0 0 0,0-1 0 0 0,0 1 0 0 0,1-1 0 0 0,-1 1 0 0 0,0 0 0 0 0,0 0 0 0 0,5 23 82 0 0,-5-18 2 0 0,99 450 242 0 0,-76-308-723 0 0,-16-85-2891 0 0,-4-37 445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5:41.9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72 6449 0 0,'-1'-2'134'0'0,"0"1"0"0"0,1 0 0 0 0,-1-1 0 0 0,1 1 0 0 0,-1 0 0 0 0,1-1 0 0 0,-1 1 0 0 0,1-1 0 0 0,0 1 0 0 0,0-1 0 0 0,0 1 0 0 0,0-1 0 0 0,0 1 0 0 0,0-1 0 0 0,0 1 0 0 0,0-1 0 0 0,1 1 0 0 0,-1-1 1 0 0,0 1-1 0 0,1 0 0 0 0,-1-1 0 0 0,1 1 0 0 0,1-3 0 0 0,0 2 215 0 0,0 0 1 0 0,0 0 0 0 0,0 0 0 0 0,0 0 0 0 0,0 0 0 0 0,1 1 0 0 0,-1-1 0 0 0,1 0-1 0 0,-1 1 1 0 0,1 0 0 0 0,4-2 0 0 0,2 0 482 0 0,0 0-1 0 0,1 1 0 0 0,-1 0 1 0 0,1 1-1 0 0,-1 0 1 0 0,17 1-1 0 0,-7 1-599 0 0,0 2-1 0 0,0 0 1 0 0,-1 1-1 0 0,1 1 1 0 0,-1 1-1 0 0,0 1 0 0 0,-1 0 1 0 0,1 1-1 0 0,-1 1 1 0 0,-1 1-1 0 0,0 0 1 0 0,0 1-1 0 0,15 14 1 0 0,-23-17-223 0 0,0-1 0 0 0,-1 1 0 0 0,0 0 1 0 0,0 0-1 0 0,-1 1 0 0 0,0 0 0 0 0,0 1 0 0 0,-1-1 0 0 0,0 1 1 0 0,-1 0-1 0 0,0 0 0 0 0,0 0 0 0 0,-1 0 0 0 0,-1 1 0 0 0,0-1 1 0 0,0 1-1 0 0,-1 0 0 0 0,0 0 0 0 0,-1 0 0 0 0,0-1 1 0 0,-1 1-1 0 0,0 0 0 0 0,-1 0 0 0 0,-4 12 0 0 0,-2 1 58 0 0,-2 0 0 0 0,-1-1-1 0 0,-1-1 1 0 0,-1 0 0 0 0,-1-1-1 0 0,0 0 1 0 0,-2-1 0 0 0,0 0-1 0 0,-32 27 1 0 0,24-24-147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5:44.4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68 4145 0 0,'13'-26'2973'0'0,"-11"22"-1411"0"0,0-1-1 0 0,-1 0 1 0 0,1 0-1 0 0,-1 0 1 0 0,0 0 0 0 0,0-8-1 0 0,4 37 3255 0 0,0 4-4740 0 0,0 186 660 0 0,18 18-562 0 0,10 152 39 0 0,-31-342-112 0 0,-3 1 1 0 0,-1-1-1 0 0,-2 0 0 0 0,-15 62 1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5:44.9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 0 6449 0 0,'-3'2'24'0'0,"-27"18"3082"0"0,29-19-2872 0 0,0 0 0 0 0,0-1 0 0 0,0 1 0 0 0,0 0 0 0 0,0 0 0 0 0,0 0 0 0 0,0-1 0 0 0,1 1 0 0 0,-1 0 0 0 0,0 0 0 0 0,1 0 0 0 0,-1 0 0 0 0,1 0 0 0 0,-1 1 0 0 0,1-1 0 0 0,-1 0 0 0 0,1 0 0 0 0,0 0 0 0 0,-1 0 0 0 0,1 0 0 0 0,0 1 0 0 0,0-1 0 0 0,0 0 0 0 0,0 0 0 0 0,0 0 0 0 0,1 2 0 0 0,-1-2-94 0 0,1-1 0 0 0,-1 1 0 0 0,1-1 1 0 0,0 1-1 0 0,-1-1 0 0 0,1 1 0 0 0,0-1 0 0 0,0 0 1 0 0,-1 1-1 0 0,1-1 0 0 0,0 0 0 0 0,0 0 0 0 0,-1 1 1 0 0,1-1-1 0 0,0 0 0 0 0,0 0 0 0 0,0 0 0 0 0,-1 0 1 0 0,1 0-1 0 0,0 0 0 0 0,0 0 0 0 0,0 0 1 0 0,0-1-1 0 0,25-3 844 0 0,-20 3-587 0 0,42-5 45 0 0,1 1 0 0 0,-1 2 0 0 0,58 5 0 0 0,146 31 992 0 0,-197-22-1512 0 0,69 10-440 0 0,-106-19 411 0 0,-1-1 1 0 0,1-1 0 0 0,0 0-1 0 0,34-6 1 0 0,-43 2-3312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5:45.2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 11979 0 0,'19'-3'5070'0'0,"16"-1"-2331"0"0,-23 4-2469 0 0,0 1 0 0 0,0 0-1 0 0,1 1 1 0 0,-1 1 0 0 0,0 0 0 0 0,0 0-1 0 0,-1 1 1 0 0,1 0 0 0 0,-1 1 0 0 0,0 1-1 0 0,0 0 1 0 0,-1 0 0 0 0,1 1 0 0 0,9 9-1 0 0,9 11-296 0 0,-1 1-1 0 0,-1 1 0 0 0,24 35 0 0 0,-24-29 190 0 0,61 60 1 0 0,-2-24-194 0 0,-50-42-6774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5:45.5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397 35 10594 0 0,'23'-35'10572'0'0,"-35"53"-8965"0"0,-18 27-1351 0 0,-142 213 1127 0 0,-21-14-890 0 0,180-229-2257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16.4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10 124 6449 0 0,'-3'-22'513'0'0,"1"12"763"0"0,0 0-1 0 0,0 0 1 0 0,2-1-1 0 0,-1 1 1 0 0,1 0 0 0 0,2-18-1 0 0,-2 27-1196 0 0,1 1 0 0 0,-1-1 0 0 0,0 1 0 0 0,0-1 0 0 0,0 1 0 0 0,0-1 0 0 0,0 0 0 0 0,1 1 0 0 0,-1-1 0 0 0,0 1 0 0 0,1-1 0 0 0,-1 1 0 0 0,0-1 0 0 0,1 1 0 0 0,-1 0 0 0 0,0-1 0 0 0,1 1 0 0 0,-1-1 0 0 0,1 1 0 0 0,-1 0 0 0 0,1-1 0 0 0,-1 1 0 0 0,1 0 0 0 0,-1 0 0 0 0,1-1 0 0 0,-1 1 0 0 0,1 0 0 0 0,-1 0 0 0 0,1 0 0 0 0,0 0 0 0 0,-1 0 0 0 0,1-1 0 0 0,-1 1 0 0 0,1 0 0 0 0,-1 0 0 0 0,1 1 0 0 0,0-1 0 0 0,-1 0 0 0 0,1 0 0 0 0,-1 0 0 0 0,1 0 0 0 0,-1 0 0 0 0,1 1 0 0 0,-1-1 0 0 0,1 0 0 0 0,-1 0 0 0 0,1 1 0 0 0,-1-1 0 0 0,2 1 0 0 0,0 0 115 0 0,0 1 0 0 0,0 0 0 0 0,0-1 0 0 0,0 1 0 0 0,0 0 0 0 0,0 0 0 0 0,0 0 0 0 0,-1 0 0 0 0,3 4 0 0 0,2 7-76 0 0,-1 0 1 0 0,-1 1 0 0 0,0-1 0 0 0,0 1-1 0 0,2 24 1 0 0,0 75 91 0 0,-5-88-81 0 0,9 555 309 0 0,2 59-606 0 0,52 17 305 0 0,-14-217 437 0 0,-15-145 104 0 0,-17-169-3119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17.1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201 85 7370 0 0,'-200'52'9040'0'0,"222"-52"-5638"0"0,49-5-2570 0 0,71-14 395 0 0,213-23-1033 0 0,118-8 30 0 0,-401 43-262 0 0,106-7 193 0 0,-153 14-184 0 0,1 1 0 0 0,-1 1 0 0 0,1 2 0 0 0,48 12 0 0 0,-43-9 28 0 0,-23-6-2 0 0,-1 1 0 0 0,0-1 0 0 0,0 1 0 0 0,0 1 1 0 0,0-1-1 0 0,0 1 0 0 0,-1 1 0 0 0,9 4 0 0 0,-15-8-57 0 0,1 1-1 0 0,-1-1 0 0 0,1 1 1 0 0,-1-1-1 0 0,1 1 1 0 0,-1-1-1 0 0,0 1 1 0 0,1-1-1 0 0,-1 1 1 0 0,0-1-1 0 0,1 1 1 0 0,-1-1-1 0 0,0 1 1 0 0,0 0-1 0 0,1-1 1 0 0,-1 1-1 0 0,0-1 1 0 0,0 1-1 0 0,0 0 0 0 0,0-1 1 0 0,0 1-1 0 0,0 0 1 0 0,0-1-1 0 0,0 1 1 0 0,0 0-1 0 0,0-1 1 0 0,0 1-1 0 0,0-1 1 0 0,-1 1-1 0 0,1 1 1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17.5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93 0 6913 0 0,'-8'1'742'0'0,"0"1"-1"0"0,0-1 0 0 0,0 1 0 0 0,0 0 0 0 0,1 1 0 0 0,-1 0 0 0 0,1 0 0 0 0,0 1 1 0 0,-1 0-1 0 0,-7 6 111 0 0,15-10-815 0 0,0 0 0 0 0,0 0 0 0 0,0 0 0 0 0,0 0 0 0 0,0 0 0 0 0,0 1 0 0 0,0-1 0 0 0,0 0 0 0 0,0 0 1 0 0,0 0-1 0 0,0 0 0 0 0,0 0 0 0 0,0 0 0 0 0,0 0 0 0 0,0 0 0 0 0,1 2 704 0 0,-1-2-704 0 0,0 0 0 0 0,0 0 0 0 0,0 0 0 0 0,0 0 0 0 0,0 0 0 0 0,0 0 0 0 0,0 0 0 0 0,1 0 0 0 0,-1 1 0 0 0,0-1 0 0 0,0 0 0 0 0,0 0 0 0 0,0 0 0 0 0,0 0 0 0 0,0 0 1 0 0,0-1-1 0 0,0 1 0 0 0,1 0 0 0 0,-1 0 0 0 0,0 0 0 0 0,0 0 0 0 0,0 0 0 0 0,0 0 0 0 0,0 0 0 0 0,15 3 1077 0 0,17 0 27 0 0,139 3 1448 0 0,-12 0-1873 0 0,-107-6-2013 0 0,53-7 0 0 0,-99 6 776 0 0,7 0-1885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17.9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0 6913 0 0,'-13'3'12330'0'0,"12"-2"-12005"0"0,-3 21 3143 0 0,8 36-4945 0 0,-3-51 2578 0 0,80 446-530 0 0,1 9-309 0 0,-35 142 498 0 0,-31-417-704 0 0,-6-77-49 0 0,-4 173 0 0 0,-6-269-2060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19.3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180 169 4609 0 0,'-161'1'8146'0'0,"160"-1"-7990"0"0,0 0 1 0 0,0 0-1 0 0,0 0 0 0 0,0 0 1 0 0,0 1-1 0 0,0-1 1 0 0,0 0-1 0 0,0 0 1 0 0,0 0-1 0 0,0 1 1 0 0,0-1-1 0 0,1 0 0 0 0,-1 1 1 0 0,0-1-1 0 0,0 1 1 0 0,-1 0-1 0 0,2-1-80 0 0,0 1-1 0 0,0-1 1 0 0,-1 0 0 0 0,1 1-1 0 0,0-1 1 0 0,0 1 0 0 0,0-1-1 0 0,0 0 1 0 0,-1 1-1 0 0,1-1 1 0 0,0 1 0 0 0,0-1-1 0 0,0 0 1 0 0,0 1 0 0 0,0-1-1 0 0,0 1 1 0 0,0-1 0 0 0,0 1-1 0 0,0-1 1 0 0,0 0-1 0 0,1 1 1 0 0,-1-1 0 0 0,0 1-1 0 0,0-1 1 0 0,0 1 0 0 0,1 0-2 0 0,0 1 1 0 0,0-1-1 0 0,0 1 0 0 0,0-1 1 0 0,0 1-1 0 0,1-1 1 0 0,-1 0-1 0 0,0 0 1 0 0,1 1-1 0 0,-1-1 1 0 0,1 0-1 0 0,-1 0 1 0 0,1 0-1 0 0,-1-1 0 0 0,3 2 1 0 0,12 1 111 0 0,0-1 1 0 0,0 0-1 0 0,-1-1 0 0 0,1 0 0 0 0,0-2 1 0 0,0 0-1 0 0,0-1 0 0 0,21-5 1 0 0,19 0 146 0 0,335-45 356 0 0,120-11-388 0 0,-217 36-215 0 0,-29-3-22 0 0,422 6 0 0 0,-110 57 611 0 0,-309-21-355 0 0,-116-7-103 0 0,60-4-170 0 0,-199-4-30 0 0,-12 3-84 0 0,-1 0 0 0 0,0 0 0 0 0,0 0-1 0 0,0-1 1 0 0,1 1 0 0 0,-1 0 0 0 0,0-1-1 0 0,0 1 1 0 0,0 0 0 0 0,0 0 0 0 0,0-1-1 0 0,0 1 1 0 0,0 0 0 0 0,1-1 0 0 0,-1 1-1 0 0,0 0 1 0 0,0-1 0 0 0,0 1 0 0 0,0 0-1 0 0,0 0 1 0 0,0-1 0 0 0,-1 1 0 0 0,1 0-1 0 0,0-1 1 0 0,0 1 0 0 0,0 0 0 0 0,0-1-1 0 0,0 1 1 0 0,0 0 0 0 0,0 0 0 0 0,-1-1-1 0 0,1 1 1 0 0,0 0 0 0 0,0 0 0 0 0,0-1-1 0 0,-1 1 1 0 0,1 0 0 0 0,0 0 0 0 0,-1-1-1 0 0,-1-1-796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20.0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36 3225 0 0,'18'-24'2011'0'0,"-17"22"-1368"0"0,1 0 1 0 0,0 0-1 0 0,-1 0 1 0 0,18-1 7218 0 0,-15 25-6397 0 0,-4-19-946 0 0,28 159 2890 0 0,-9-42-2666 0 0,45 151 0 0 0,-45-213-700 0 0,-5-21 3 0 0,-3 1 0 0 0,8 46 1 0 0,-18-75-294 0 0,-1-1 0 0 0,-1 1 0 0 0,0 0 0 0 0,0-1 0 0 0,-1 1 0 0 0,1 0 0 0 0,-2-1 0 0 0,0 0 0 0 0,0 0 0 0 0,0 0 0 0 0,-8 13 0 0 0,11-21 204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20.9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108 0 920 0 0,'-6'1'705'0'0,"0"0"1"0"0,0 0-1 0 0,0 0 0 0 0,1 1 0 0 0,-1 0 0 0 0,1 0 0 0 0,-1 1 1 0 0,1-1-1 0 0,-8 6 0 0 0,9-6-239 0 0,1 0 0 0 0,0 0 0 0 0,0 1 0 0 0,0-1 1 0 0,0 1-1 0 0,0-1 0 0 0,0 1 0 0 0,1 0 0 0 0,-1 0 0 0 0,1 0 0 0 0,0 1 0 0 0,0-1 1 0 0,0 0-1 0 0,0 1 0 0 0,-2 5 0 0 0,5-8-345 0 0,-1 0 1 0 0,0 0-1 0 0,0 0 1 0 0,0 0-1 0 0,1 0 1 0 0,-1 0-1 0 0,0 0 1 0 0,1 0-1 0 0,-1 0 1 0 0,1 0-1 0 0,-1 0 1 0 0,1-1-1 0 0,-1 1 1 0 0,1 0-1 0 0,0 0 1 0 0,-1 0-1 0 0,1-1 1 0 0,0 1-1 0 0,0-1 1 0 0,-1 1-1 0 0,1 0 1 0 0,0-1-1 0 0,0 1 1 0 0,0-1-1 0 0,0 0 1 0 0,0 1-1 0 0,0-1 1 0 0,0 0-1 0 0,0 1 1 0 0,1-1-1 0 0,38 9 842 0 0,-29-7-574 0 0,24 6-246 0 0,-1 1-1 0 0,0 2 1 0 0,-1 2-1 0 0,41 20 1 0 0,-73-32-145 0 0,0-1 0 0 0,0 1 0 0 0,0-1 0 0 0,0 1 0 0 0,0 0 0 0 0,0-1 0 0 0,0 1 0 0 0,0 0 1 0 0,-1 0-1 0 0,1-1 0 0 0,0 1 0 0 0,0 0 0 0 0,-1 0 0 0 0,1 0 0 0 0,-1 0 0 0 0,1 0 1 0 0,-1 0-1 0 0,1 0 0 0 0,-1 0 0 0 0,1 0 0 0 0,-1 0 0 0 0,0 1 0 0 0,0-1 0 0 0,0 0 0 0 0,1 0 1 0 0,-1 0-1 0 0,0 0 0 0 0,0 0 0 0 0,0 0 0 0 0,-1 1 0 0 0,1-1 0 0 0,0 0 0 0 0,0 0 0 0 0,-1 0 1 0 0,1 0-1 0 0,-1 0 0 0 0,1 0 0 0 0,-1 0 0 0 0,1 0 0 0 0,-1 0 0 0 0,1 0 0 0 0,-1 0 1 0 0,0 0-1 0 0,0 0 0 0 0,1-1 0 0 0,-1 1 0 0 0,-1 1 0 0 0,-6 6-32 0 0,-1 0 0 0 0,0 0 0 0 0,-17 11-1 0 0,14-11 16 0 0,-147 107 206 0 0,159-115-185 0 0,-1 1 0 0 0,1-1 0 0 0,-1 0 0 0 0,1 1 0 0 0,-1-1 0 0 0,1 1 0 0 0,-1-1 0 0 0,1 0 0 0 0,-1 1 0 0 0,1-1 1 0 0,0 1-1 0 0,-1-1 0 0 0,1 1 0 0 0,0 0 0 0 0,-1-1 0 0 0,1 1 0 0 0,0-1 0 0 0,0 1 0 0 0,-1-1 0 0 0,1 1 1 0 0,0 0-1 0 0,0-1 0 0 0,0 1 0 0 0,0 0 0 0 0,0-1 0 0 0,0 1 0 0 0,0 0 0 0 0,0-1 0 0 0,0 1 0 0 0,0-1 0 0 0,0 1 1 0 0,0 0-1 0 0,1-1 0 0 0,-1 2 0 0 0,2 0-33 0 0,-1-1 0 0 0,1 0 0 0 0,-1 1 1 0 0,1-1-1 0 0,-1 0 0 0 0,1 1 0 0 0,0-1 0 0 0,0 0 1 0 0,-1 0-1 0 0,1 0 0 0 0,2 0 0 0 0,54 15-437 0 0,-57-16 496 0 0,28 6-57 0 0,-16-5 5 0 0,-1 1-1 0 0,-1 0 1 0 0,1 1-1 0 0,0 0 1 0 0,-1 1 0 0 0,1 0-1 0 0,-1 1 1 0 0,0 0-1 0 0,16 11 1 0 0,-26-15 20 0 0,-1 0 0 0 0,1 0-1 0 0,-1 0 1 0 0,1 0 0 0 0,-1 0 0 0 0,1 0 0 0 0,-1 0-1 0 0,1 0 1 0 0,-1 0 0 0 0,0 1 0 0 0,0-1 0 0 0,1 0 0 0 0,-1 0-1 0 0,0 0 1 0 0,0 0 0 0 0,0 0 0 0 0,0 1 0 0 0,-1-1-1 0 0,1 0 1 0 0,0 0 0 0 0,0 0 0 0 0,-1 0 0 0 0,1 0-1 0 0,-1 0 1 0 0,1 0 0 0 0,-1 0 0 0 0,1 0 0 0 0,-1 0-1 0 0,1 0 1 0 0,-1 0 0 0 0,0 0 0 0 0,0 0 0 0 0,1 0 0 0 0,-2 0-1 0 0,-32 34-230 0 0,30-32 244 0 0,-51 44 71 0 0,-36 34 243 0 0,81-71-295 0 0,1 0 1 0 0,0 0-1 0 0,1 1 1 0 0,0 0-1 0 0,1 0 1 0 0,-9 20-1 0 0,16-30-32 0 0,-1 1 0 0 0,0-1-1 0 0,1 0 1 0 0,0 1 0 0 0,-1-1-1 0 0,1 1 1 0 0,0-1 0 0 0,0 0-1 0 0,-1 1 1 0 0,1-1 0 0 0,0 1 0 0 0,1-1-1 0 0,-1 1 1 0 0,0-1 0 0 0,0 1-1 0 0,1-1 1 0 0,-1 1 0 0 0,0-1-1 0 0,1 0 1 0 0,0 1 0 0 0,-1-1-1 0 0,1 0 1 0 0,1 2 0 0 0,0-1-18 0 0,0 0 1 0 0,0 0 0 0 0,0 1-1 0 0,1-2 1 0 0,-1 1 0 0 0,1 0-1 0 0,0 0 1 0 0,-1-1 0 0 0,1 1-1 0 0,5 0 1 0 0,7 3-80 0 0,1 0 0 0 0,0-2 0 0 0,22 3 0 0 0,-29-5 91 0 0,42 2-212 0 0,-36-3 58 0 0,0 1 0 0 0,26 5 1 0 0,-40-6 102 0 0,0 0 0 0 0,-1 0 0 0 0,1 0 0 0 0,0 1 0 0 0,-1-1 0 0 0,1 0 0 0 0,0 1 0 0 0,0-1-1 0 0,-1 0 1 0 0,1 1 0 0 0,-1-1 0 0 0,1 1 0 0 0,0-1 0 0 0,-1 1 0 0 0,1-1 0 0 0,-1 1 0 0 0,1-1 0 0 0,-1 1 0 0 0,1-1 0 0 0,-1 1 0 0 0,0 0 0 0 0,1-1 0 0 0,-1 1 0 0 0,0 0 0 0 0,1 0 0 0 0,-1-1 0 0 0,0 1 0 0 0,0 0 0 0 0,0 0 0 0 0,1 0 0 0 0,-2 2-100 0 0,1-1 0 0 0,0 0 0 0 0,-1 1 0 0 0,1-1-1 0 0,-1 0 1 0 0,0 1 0 0 0,0-1 0 0 0,0 0 0 0 0,0 0 0 0 0,-1 2 0 0 0,-4 6-663 0 0,-1 0 1 0 0,-16 16-1 0 0,-55 43-1258 0 0,78-69 2088 0 0,0 0-1 0 0,0 0 1 0 0,0 0-1 0 0,-1 0 0 0 0,1 0 1 0 0,0 0-1 0 0,0 0 1 0 0,0 0-1 0 0,0 0 1 0 0,0 1-1 0 0,0-1 0 0 0,0 0 1 0 0,-1 0-1 0 0,1 0 1 0 0,0 0-1 0 0,0 0 1 0 0,0 0-1 0 0,0 0 0 0 0,0 0 1 0 0,0 1-1 0 0,0-1 1 0 0,0 0-1 0 0,0 0 1 0 0,0 0-1 0 0,-1 0 0 0 0,1 0 1 0 0,0 0-1 0 0,0 1 1 0 0,0-1-1 0 0,0 0 1 0 0,0 0-1 0 0,0 0 0 0 0,0 0 1 0 0,0 0-1 0 0,0 0 1 0 0,0 1-1 0 0,0-1 1 0 0,0 0-1 0 0,0 0 0 0 0,0 0 1 0 0,0 0-1 0 0,1 0 1 0 0,-1 1-1 0 0,0-1 1 0 0,0 0-1 0 0,0 0 0 0 0,0 0 1 0 0,0 0-1 0 0,0 0 1 0 0,0 0-1 0 0,0 0 1 0 0,0 1-1 0 0,0-1 0 0 0,1 0 1 0 0,-1 0-1 0 0,0 0 1 0 0,0 0-1 0 0,0 0 1 0 0,0 0-1 0 0,9 0-2416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21.2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3225 0 0,'2'0'293'0'0,"-1"0"1"0"0,1 1-1 0 0,-1-1 1 0 0,1 1-1 0 0,-1-1 1 0 0,1 1-1 0 0,-1 0 1 0 0,0-1-1 0 0,1 1 1 0 0,-1 0-1 0 0,0 0 0 0 0,1 0 1 0 0,-1 0-1 0 0,0 0 1 0 0,0 0-1 0 0,0 1 1 0 0,0-1-1 0 0,0 0 1 0 0,0 0-1 0 0,-1 1 1 0 0,1-1-1 0 0,1 3 1 0 0,15 40 4787 0 0,-10-25-3967 0 0,25 64 1007 0 0,-3 1-1 0 0,18 92 0 0 0,21 179-1226 0 0,-48-237-373 0 0,9 95 197 0 0,-28-187-882 0 0,0 1 0 0 0,-2-1 0 0 0,-1 0 0 0 0,-1 1 0 0 0,-1-1 0 0 0,-9 28 0 0 0,11-46-1855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22.3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107 13 3225 0 0,'-43'-11'50'0'0,"37"11"1193"0"0,0-1-1 0 0,0 1 1 0 0,0-1 0 0 0,0 2-1 0 0,1-1 1 0 0,-1 1 0 0 0,0 0-1 0 0,-11 3 1 0 0,27-3 2346 0 0,16 0-3177 0 0,91-8-150 0 0,150 9 1 0 0,-15 2-44 0 0,450-9 24 0 0,-633 5-141 0 0,498 12 856 0 0,-187 11-781 0 0,-367-21-177 0 0,0 0 0 0 0,0 1 0 0 0,18 5 472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22.8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38 3225 0 0,'-1'0'126'0'0,"0"-1"-1"0"0,1 1 1 0 0,-1-1 0 0 0,1 1 0 0 0,-1-1 0 0 0,1 0-1 0 0,-1 1 1 0 0,1-1 0 0 0,-1 0 0 0 0,1 0 0 0 0,0 1 0 0 0,-1-1-1 0 0,1 0 1 0 0,0 0 0 0 0,0 0 0 0 0,-1 1 0 0 0,1-1 0 0 0,0 0-1 0 0,0 0 1 0 0,0 0 0 0 0,0 0 0 0 0,0 1 0 0 0,0-1 0 0 0,0 0-1 0 0,0 0 1 0 0,1 0 0 0 0,-1 0 0 0 0,0 1 0 0 0,0-1-1 0 0,1 0 1 0 0,-1 0 0 0 0,0 1 0 0 0,1-1 0 0 0,-1 0 0 0 0,1 0-1 0 0,-1 1 1 0 0,1-1 0 0 0,0 1 0 0 0,-1-1 0 0 0,1 0 0 0 0,-1 1-1 0 0,1-1 1 0 0,0 1 0 0 0,-1-1 0 0 0,1 1 0 0 0,0 0 0 0 0,0-1-1 0 0,0 1 1 0 0,-1 0 0 0 0,1-1 0 0 0,0 1 0 0 0,0 0-1 0 0,1 0 1 0 0,5-2 1562 0 0,1 1 1 0 0,0 1-1 0 0,1-1 0 0 0,11 2 0 0 0,-11-1 230 0 0,-4 32-426 0 0,-4-19-1373 0 0,27 291 64 0 0,-15-117-230 0 0,3 193 43 0 0,-13-213 152 0 0,-3-135-158 0 0,-1-21-281 0 0,1 0 0 0 0,1 1 0 0 0,-1-1 0 0 0,2 0 1 0 0,3 18-1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23.6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 1 1376 0 0,'-1'4'638'0'0,"0"0"1"0"0,0 1-1 0 0,0-1 0 0 0,-1 0 0 0 0,1 1 0 0 0,-1-1 0 0 0,0 0 1 0 0,0 0-1 0 0,-1-1 0 0 0,1 1 0 0 0,-1 0 0 0 0,0-1 0 0 0,-6 6 1 0 0,-15 25 6324 0 0,25-34-6896 0 0,-1 1 1 0 0,0-1-1 0 0,0 1 0 0 0,0-1 0 0 0,1 1 0 0 0,-1-1 0 0 0,0 1 0 0 0,1-1 0 0 0,-1 1 0 0 0,1-1 0 0 0,-1 1 1 0 0,0-1-1 0 0,1 1 0 0 0,-1-1 0 0 0,1 0 0 0 0,-1 1 0 0 0,1-1 0 0 0,-1 0 0 0 0,1 1 0 0 0,-1-1 1 0 0,1 0-1 0 0,0 0 0 0 0,-1 0 0 0 0,1 1 0 0 0,-1-1 0 0 0,1 0 0 0 0,-1 0 0 0 0,1 0 0 0 0,0 0 0 0 0,-1 0 1 0 0,1 0-1 0 0,0 0 0 0 0,-1 0 0 0 0,1 0 0 0 0,0-1 0 0 0,29 3 344 0 0,-29-2-324 0 0,38-1 409 0 0,-21 0-445 0 0,0 0 0 0 0,0 1-1 0 0,0 1 1 0 0,0 1 0 0 0,0 1 0 0 0,0 0 0 0 0,34 11 0 0 0,-51-13-63 0 0,-1-1 1 0 0,1 0-1 0 0,0 1 0 0 0,0-1 1 0 0,-1 0-1 0 0,1 1 0 0 0,0-1 0 0 0,-1 1 1 0 0,1-1-1 0 0,0 1 0 0 0,-1-1 0 0 0,1 1 1 0 0,-1 0-1 0 0,1-1 0 0 0,-1 1 0 0 0,1 0 1 0 0,-1-1-1 0 0,0 1 0 0 0,1 0 1 0 0,-1 0-1 0 0,0-1 0 0 0,1 1 0 0 0,-1 0 1 0 0,0 0-1 0 0,0 0 0 0 0,0 1 0 0 0,0 0-22 0 0,0-1 0 0 0,-1 1 0 0 0,1 0 0 0 0,-1-1 0 0 0,1 1-1 0 0,-1 0 1 0 0,0-1 0 0 0,0 1 0 0 0,0-1 0 0 0,0 1 0 0 0,0-1-1 0 0,-1 2 1 0 0,-6 6-168 0 0,-1 0 0 0 0,0-1-1 0 0,-11 7 1 0 0,12-8 93 0 0,-17 13-17 0 0,-32 28-263 0 0,53-45 371 0 0,0 1-1 0 0,1 0 1 0 0,0 0 0 0 0,0 0-1 0 0,0 1 1 0 0,0-1-1 0 0,1 0 1 0 0,0 1-1 0 0,0 0 1 0 0,0 0-1 0 0,-2 7 1 0 0,4-11 5 0 0,0 0-1 0 0,0 1 1 0 0,0-1 0 0 0,0 0 0 0 0,0 1-1 0 0,0-1 1 0 0,0 0 0 0 0,1 1-1 0 0,-1-1 1 0 0,0 0 0 0 0,1 1 0 0 0,-1-1-1 0 0,1 0 1 0 0,0 1 0 0 0,-1-1-1 0 0,1 0 1 0 0,0 0 0 0 0,0 0 0 0 0,0 0-1 0 0,-1 0 1 0 0,1 0 0 0 0,0 0-1 0 0,1 0 1 0 0,-1 0 0 0 0,0 0 0 0 0,0-1-1 0 0,0 1 1 0 0,0 0 0 0 0,1-1 0 0 0,-1 1-1 0 0,0-1 1 0 0,0 1 0 0 0,1-1-1 0 0,-1 0 1 0 0,0 1 0 0 0,1-1 0 0 0,-1 0-1 0 0,3 0 1 0 0,9 1-178 0 0,0 0 0 0 0,0-1-1 0 0,17-1 1 0 0,-11 0 82 0 0,-14 0 100 0 0,0 1 1 0 0,0 1-1 0 0,0-1 1 0 0,-1 1-1 0 0,1 0 1 0 0,0 0-1 0 0,4 2 1 0 0,-8-3 7 0 0,-1 0-1 0 0,1 0 1 0 0,-1 0 0 0 0,1 1 0 0 0,-1-1 0 0 0,1 0 0 0 0,-1 1-1 0 0,0-1 1 0 0,1 0 0 0 0,-1 1 0 0 0,1-1 0 0 0,-1 1 0 0 0,0-1 0 0 0,0 0-1 0 0,1 1 1 0 0,-1-1 0 0 0,0 1 0 0 0,0-1 0 0 0,1 1 0 0 0,-1-1 0 0 0,0 1-1 0 0,0-1 1 0 0,0 1 0 0 0,0-1 0 0 0,0 1 0 0 0,0 0 0 0 0,0 1 0 0 0,-1-1 0 0 0,1 1 0 0 0,-1-1 0 0 0,1 1 0 0 0,-1-1 0 0 0,0 1 0 0 0,0-1 0 0 0,0 1 0 0 0,0-1 0 0 0,0 0 0 0 0,0 0 1 0 0,0 0-1 0 0,-2 2 0 0 0,-86 74 51 0 0,64-58-29 0 0,0 2 1 0 0,2 0-1 0 0,-27 32 1 0 0,49-51-19 0 0,-1-1 0 0 0,1 1 0 0 0,0-1 0 0 0,0 1 1 0 0,-1 0-1 0 0,1 0 0 0 0,0-1 0 0 0,1 1 0 0 0,-1 0 0 0 0,0 0 0 0 0,0 0 1 0 0,1 0-1 0 0,0 0 0 0 0,-1 0 0 0 0,1 0 0 0 0,0 0 0 0 0,0 1 1 0 0,0-1-1 0 0,0 0 0 0 0,0 0 0 0 0,0 0 0 0 0,1 0 0 0 0,0 2 1 0 0,0-2-68 0 0,0 0 0 0 0,1 0 0 0 0,-1 0 0 0 0,1 0 0 0 0,-1-1 1 0 0,1 1-1 0 0,0 0 0 0 0,0-1 0 0 0,0 0 0 0 0,-1 1 1 0 0,1-1-1 0 0,1 0 0 0 0,-1 0 0 0 0,0 0 0 0 0,0 0 1 0 0,0 0-1 0 0,0-1 0 0 0,1 1 0 0 0,-1-1 0 0 0,3 1 0 0 0,53 5-1046 0 0,-45-5 912 0 0,0 0 1 0 0,-1 0 0 0 0,1 1 0 0 0,-1 0-1 0 0,0 1 1 0 0,1 1 0 0 0,-1 0 0 0 0,11 6-1 0 0,-23-10 146 0 0,1 0-1 0 0,-1 1 0 0 0,0-1 1 0 0,0 0-1 0 0,1 1 0 0 0,-1-1 0 0 0,0 1 1 0 0,0-1-1 0 0,0 0 0 0 0,1 1 0 0 0,-1-1 1 0 0,0 0-1 0 0,0 1 0 0 0,0-1 0 0 0,0 1 1 0 0,0-1-1 0 0,0 1 0 0 0,0-1 0 0 0,0 0 1 0 0,0 1-1 0 0,0-1 0 0 0,0 1 0 0 0,0-1 1 0 0,0 0-1 0 0,-1 1 0 0 0,1-1 0 0 0,0 1 1 0 0,0-1-1 0 0,0 0 0 0 0,-1 1 1 0 0,1-1-1 0 0,0 0 0 0 0,0 1 0 0 0,-1-1 1 0 0,1 0-1 0 0,0 1 0 0 0,0-1 0 0 0,-1 0 1 0 0,1 1-1 0 0,0-1 0 0 0,-1 0 0 0 0,1 0 1 0 0,-1 0-1 0 0,1 1 0 0 0,0-1 0 0 0,-1 0 1 0 0,1 0-1 0 0,-1 0 0 0 0,1 0 0 0 0,0 0 1 0 0,-1 0-1 0 0,0 0 0 0 0,-4 2-955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24.0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3681 0 0,'7'8'1377'0'0,"0"0"-1"0"0,0 0 1 0 0,-1 0 0 0 0,-1 1 0 0 0,1 0 0 0 0,4 11 0 0 0,-4-5-391 0 0,0 0 0 0 0,-1 1 0 0 0,4 21 0 0 0,-3 10-688 0 0,3 84 0 0 0,-7-67 607 0 0,10 88 603 0 0,61 293 1 0 0,-70-432-1436 0 0,40 195 1004 0 0,-36-167-944 0 0,-3 0 0 0 0,-1 0 0 0 0,-4 47-1 0 0,1-79-130 0 0,-1 0-1 0 0,1 0 0 0 0,-2-1 1 0 0,1 1-1 0 0,-2 0 0 0 0,1-1 1 0 0,-1 1-1 0 0,-5 11 0 0 0,5-16-414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25.4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168 79 5065 0 0,'-29'7'1528'0'0,"-1"-1"-1"0"0,0-1 1 0 0,-48 1 0 0 0,116-6 195 0 0,-2 1-1199 0 0,40-5 0 0 0,526-32 1500 0 0,-9-5-728 0 0,-508 34-1279 0 0,-65 5 2 0 0,213-12-47 0 0,-196 15 283 0 0,0 1 0 0 0,0 1 0 0 0,0 2 0 0 0,44 12-1 0 0,-79-16-256 0 0,-1-1 0 0 0,1 0 0 0 0,-1 1 0 0 0,1-1 0 0 0,-1 1 0 0 0,1-1 0 0 0,-1 1 0 0 0,1-1 0 0 0,-1 1 0 0 0,0 0 0 0 0,1 0 0 0 0,-1 0 0 0 0,0 0 0 0 0,0 0 0 0 0,0 0 0 0 0,0 0 0 0 0,0 0 0 0 0,2 3 0 0 0,-3-3-189 0 0,0 0 1 0 0,-1 0-1 0 0,1 0 1 0 0,0 0-1 0 0,0 0 1 0 0,-1 0-1 0 0,1 0 1 0 0,-1-1-1 0 0,1 1 1 0 0,-1 0-1 0 0,1 0 1 0 0,-1 0-1 0 0,1 0 1 0 0,-1-1-1 0 0,0 1 0 0 0,0 0 1 0 0,1 0-1 0 0,-1-1 1 0 0,0 1-1 0 0,0-1 1 0 0,0 1-1 0 0,1-1 1 0 0,-1 1-1 0 0,0-1 1 0 0,0 1-1 0 0,0-1 1 0 0,-2 1-1 0 0,-1 1-1632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25.9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5985 0 0,'3'5'7639'0'0,"4"6"-3843"0"0,28 48-1172 0 0,-29-43-2472 0 0,-1 0 0 0 0,-1 1 0 0 0,-1 0 0 0 0,0-1 0 0 0,1 33 0 0 0,-8 90 954 0 0,1-72-899 0 0,3-21-200 0 0,1 1 1 0 0,2-1 0 0 0,3 0-1 0 0,1 0 1 0 0,3 0-1 0 0,26 77 1 0 0,-17-73 37 0 0,-3 1-1 0 0,-2 0 0 0 0,-2 2 1 0 0,-2-1-1 0 0,3 76 1 0 0,-12-84-45 0 0,3 67 0 0 0,-2-100 0 0 0,-1-1 0 0 0,1 1 0 0 0,1-1 0 0 0,0 0 0 0 0,0 0 0 0 0,1 0 0 0 0,1 0 0 0 0,5 9 0 0 0,2-5 319 0 0,-6-14-1754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27.5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119 1 2304 0 0,'12'5'8903'0'0,"-12"-4"-8663"0"0,-9 13 1673 0 0,-22 11-742 0 0,5-11 970 0 0,18-8-550 0 0,17-11 165 0 0,-8 5-1669 0 0,3-2-84 0 0,1 0-1 0 0,0 0 1 0 0,-1 0 0 0 0,1 0 0 0 0,0 1 0 0 0,0 0 0 0 0,0 0 0 0 0,8 0 0 0 0,7-3-35 0 0,0-4-32 0 0,-19 8 75 0 0,124-12 856 0 0,-124 11-830 0 0,0 1 0 0 0,-1 0 0 0 0,1 0 0 0 0,0 0 0 0 0,-1 0 0 0 0,1 0 0 0 0,0 0 0 0 0,-1 0 1 0 0,1 0-1 0 0,0 0 0 0 0,-1 0 0 0 0,1 0 0 0 0,0 1 0 0 0,-1-1 0 0 0,1 0 0 0 0,0 0 0 0 0,-1 1 0 0 0,1-1 0 0 0,-1 0 0 0 0,1 1 1 0 0,0-1-1 0 0,-1 1 0 0 0,1 0 0 0 0,-11 9 383 0 0,-40 14-273 0 0,35-17-77 0 0,-13 8-47 0 0,-37 27 1 0 0,55-34-20 0 0,0 0 0 0 0,1 0 0 0 0,0 0 0 0 0,0 1 1 0 0,1 1-1 0 0,-12 17 0 0 0,19-26-4 0 0,0 0 0 0 0,0 0 0 0 0,0 0 0 0 0,0 1 0 0 0,1-1 0 0 0,-1 0 0 0 0,0 1 0 0 0,1-1 0 0 0,0 1 0 0 0,-1-1 0 0 0,1 1 0 0 0,0-1 0 0 0,-1 0 0 0 0,1 1 0 0 0,0-1 0 0 0,0 1 0 0 0,0-1 0 0 0,0 1 0 0 0,1-1 0 0 0,-1 1 0 0 0,0-1 0 0 0,1 1 0 0 0,-1-1 0 0 0,1 1 0 0 0,-1-1 0 0 0,1 0 0 0 0,-1 1 0 0 0,1-1 0 0 0,0 0 0 0 0,0 0 0 0 0,0 1 0 0 0,0-1 0 0 0,0 0 0 0 0,0 0 0 0 0,0 0 0 0 0,0 0 0 0 0,0 0 0 0 0,0 0 0 0 0,1-1 0 0 0,-1 1 0 0 0,0 0 0 0 0,1-1 0 0 0,-1 1 0 0 0,1 0 0 0 0,-1-1 0 0 0,0 0 0 0 0,1 1 0 0 0,1-1 0 0 0,11 3 0 0 0,0 0 0 0 0,-1-1 0 0 0,1 0 0 0 0,16-1 0 0 0,-18 0 0 0 0,-9-2-1 0 0,-1 2 0 0 0,1-1 0 0 0,0 0 0 0 0,0 1 0 0 0,0-1 0 0 0,0 1-1 0 0,-1 0 1 0 0,1 0 0 0 0,0 0 0 0 0,-1 0 0 0 0,1 0 0 0 0,4 3 0 0 0,-7-3 0 0 0,1-1 0 0 0,-1 1 1 0 0,0-1-1 0 0,1 0 0 0 0,-1 1 0 0 0,0-1 0 0 0,1 1 0 0 0,-1-1 0 0 0,0 1 1 0 0,0-1-1 0 0,0 1 0 0 0,0-1 0 0 0,1 1 0 0 0,-1 0 0 0 0,0-1 0 0 0,0 1 1 0 0,0-1-1 0 0,0 1 0 0 0,0-1 0 0 0,0 1 0 0 0,0-1 0 0 0,0 1 0 0 0,-1-1 1 0 0,1 1-1 0 0,0 0 0 0 0,-1 1-3 0 0,0 0 0 0 0,0 0 1 0 0,0 0-1 0 0,-1-1 0 0 0,1 1 0 0 0,0 0 1 0 0,-1-1-1 0 0,1 1 0 0 0,-4 2 0 0 0,-46 36-466 0 0,29-23 495 0 0,0 1-1 0 0,0 1 1 0 0,-27 33-1 0 0,48-52-21 0 0,0 1-1 0 0,0 0 1 0 0,0 0-1 0 0,0 0 1 0 0,0 1-1 0 0,1-1 0 0 0,-1 0 1 0 0,0 0-1 0 0,1 0 1 0 0,-1 0-1 0 0,1 1 1 0 0,-1-1-1 0 0,1 0 0 0 0,-1 1 1 0 0,1-1-1 0 0,0 0 1 0 0,0 1-1 0 0,0-1 1 0 0,0 0-1 0 0,0 1 0 0 0,0-1 1 0 0,0 1-1 0 0,0-1 1 0 0,0 0-1 0 0,1 1 1 0 0,-1-1-1 0 0,0 0 0 0 0,1 0 1 0 0,-1 1-1 0 0,1-1 1 0 0,0 0-1 0 0,-1 0 1 0 0,1 0-1 0 0,0 1 0 0 0,0-1 1 0 0,0 0-1 0 0,0 0 1 0 0,0 0-1 0 0,0-1 1 0 0,0 1-1 0 0,0 0 0 0 0,0 0 1 0 0,0 0-1 0 0,0-1 1 0 0,0 1-1 0 0,1-1 1 0 0,-1 1-1 0 0,0-1 0 0 0,1 1 1 0 0,1-1-1 0 0,10 5-32 0 0,1-1 0 0 0,0-1-1 0 0,28 3 1 0 0,-24-3-7 0 0,-16-3 35 0 0,0 0-1 0 0,-1 0 1 0 0,1 0 0 0 0,0 1 0 0 0,-1-1 0 0 0,1 0-1 0 0,-1 1 1 0 0,1-1 0 0 0,-1 1 0 0 0,1-1 0 0 0,-1 1-1 0 0,1 0 1 0 0,-1 0 0 0 0,1 0 0 0 0,-1 0 0 0 0,0 0-1 0 0,0 0 1 0 0,1 0 0 0 0,-1 0 0 0 0,0 0 0 0 0,0 1 0 0 0,0-1-1 0 0,0 0 1 0 0,0 3 0 0 0,-1-2 2 0 0,0 0-1 0 0,0-1 1 0 0,-1 1-1 0 0,1 0 1 0 0,-1 0-1 0 0,1 0 1 0 0,-1 0-1 0 0,0 0 1 0 0,0-1 0 0 0,0 1-1 0 0,0 0 1 0 0,0-1-1 0 0,0 1 1 0 0,0-1-1 0 0,0 1 1 0 0,-1-1-1 0 0,1 1 1 0 0,-1-1 0 0 0,1 0-1 0 0,-3 2 1 0 0,-37 30 58 0 0,26-22-57 0 0,0 1 0 0 0,1 0-1 0 0,0 1 1 0 0,1 0 0 0 0,1 1-1 0 0,0 1 1 0 0,-11 18 0 0 0,22-31-24 0 0,0-1 1 0 0,0 0-1 0 0,0 1 0 0 0,1-1 1 0 0,-1 1-1 0 0,0-1 1 0 0,1 1-1 0 0,0-1 0 0 0,-1 1 1 0 0,1-1-1 0 0,0 1 1 0 0,-1-1-1 0 0,1 1 1 0 0,0 0-1 0 0,0-1 0 0 0,1 1 1 0 0,-1-1-1 0 0,0 1 1 0 0,0-1-1 0 0,1 1 0 0 0,-1 0 1 0 0,1-1-1 0 0,-1 1 1 0 0,1-1-1 0 0,0 0 0 0 0,-1 1 1 0 0,1-1-1 0 0,0 1 1 0 0,0-1-1 0 0,0 0 1 0 0,0 0-1 0 0,0 0 0 0 0,0 0 1 0 0,1 1-1 0 0,-1-1 1 0 0,0-1-1 0 0,1 1 0 0 0,-1 0 1 0 0,0 0-1 0 0,1 0 1 0 0,-1-1-1 0 0,1 1 1 0 0,-1-1-1 0 0,4 1 0 0 0,5 2-958 0 0,0 0-1 0 0,0-1 1 0 0,1-1-1 0 0,-1 0 1 0 0,17 0-1 0 0,-25-1 1031 0 0,-1 0 0 0 0,1 0 0 0 0,0 0 1 0 0,-1 0-1 0 0,1 0 0 0 0,-1 1 0 0 0,1-1 0 0 0,-1 0 0 0 0,1 1 0 0 0,-1-1 0 0 0,1 1 0 0 0,-1-1 0 0 0,1 1 0 0 0,-1 0 0 0 0,0 0 0 0 0,1 0 0 0 0,-1 0 0 0 0,1 1 1 0 0,0 0 149 0 0,-1 0 1 0 0,0 0 0 0 0,0 0 0 0 0,0 1 0 0 0,0-1 0 0 0,0 0 0 0 0,0 1 0 0 0,-1-1 0 0 0,1 0 0 0 0,-1 1 0 0 0,0 4 0 0 0,5 77 1904 0 0,-13 152 0 0 0,2-153-1911 0 0,10 164 0 0 0,34 193 336 0 0,-32-406-443 0 0,1-1 0 0 0,2 0 0 0 0,13 33 0 0 0,-12-37 60 0 0,0 1 0 0 0,-2-1 0 0 0,8 61 1 0 0,-15-89-150 0 0,-1 0 1 0 0,0 1-1 0 0,0-1 1 0 0,0 0-1 0 0,0 0 1 0 0,0 1-1 0 0,0-1 1 0 0,0 0-1 0 0,0 0 1 0 0,-1 0-1 0 0,1 1 1 0 0,0-1-1 0 0,-1 0 0 0 0,1 0 1 0 0,-1 0-1 0 0,1 0 1 0 0,-1 0-1 0 0,0 2 1 0 0,0-3-31 0 0,1 0 1 0 0,-1 0-1 0 0,1 0 0 0 0,-1 1 1 0 0,1-1-1 0 0,-1 0 0 0 0,0 0 1 0 0,1 0-1 0 0,-1 0 0 0 0,1 0 1 0 0,-1 0-1 0 0,1 0 0 0 0,-1 0 1 0 0,1 0-1 0 0,-1 0 0 0 0,1 0 1 0 0,-1-1-1 0 0,0 1 0 0 0,1 0 1 0 0,-1 0-1 0 0,1-1 0 0 0,-1 1 0 0 0,1 0 1 0 0,0 0-1 0 0,-1-1 0 0 0,0 0 1 0 0,-2-1-762 0 0,0-1 0 0 0,0 1 0 0 0,1-1-1 0 0,-1 0 1 0 0,1 0 0 0 0,-1 0 0 0 0,1 0 0 0 0,0 0 0 0 0,0 0 0 0 0,-2-6 0 0 0,3 1 91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33.4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1928 0 0,'15'7'10292'0'0,"-14"-5"-9802"0"0,7 20 4051 0 0,-5 37-4294 0 0,-2-32 972 0 0,5 12-874 0 0,12 38 0 0 0,-12-55-355 0 0,0 2 0 0 0,-2-1 0 0 0,0 0 0 0 0,-1 1 0 0 0,-2 0 0 0 0,-1 26 0 0 0,-2-34 96 0 0,-6 108 2048 0 0,15-116-1394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36.4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25 108 3625 0 0,'-24'11'18086'0'0,"24"-12"-18087"0"0,1-1 1 0 0,-1-1 0 0 0,1 1 0 0 0,0-1 0 0 0,0 1 0 0 0,0-1 1 0 0,0 1-1 0 0,0 0 0 0 0,1 0 0 0 0,-1 0 0 0 0,4-5 254 0 0,18 11-49 0 0,-14-5-34 0 0,45-12-156 0 0,-42 10-9 0 0,1-1 0 0 0,-1 2 0 0 0,1-1 0 0 0,0 2 0 0 0,-1 0 0 0 0,1 0 1 0 0,25 3-1 0 0,17 6 1 0 0,1-2 1 0 0,0-3-1 0 0,-1-2 1 0 0,64-8-1 0 0,108-4-60 0 0,-173 8 137 0 0,62 4 0 0 0,-69 1-4 0 0,1-2 0 0 0,58-7 0 0 0,-19-2-53 0 0,0 4 1 0 0,105 8-1 0 0,-187-3-29 0 0,426 12 114 0 0,-356-8-77 0 0,304 6 305 0 0,-83-11-471 0 0,-104-15 148 0 0,8 1-162 0 0,-13 4 363 0 0,122 0-389 0 0,-229 11 288 0 0,113-15 0 0 0,-170 13 22 0 0,-7 1-178 0 0,1 1 0 0 0,-1 1-1 0 0,0 0 1 0 0,28 6 0 0 0,17 2 11 0 0,0-10 462 0 0,-46 0-407 0 0,-1 0-1 0 0,30 3 0 0 0,4 7 117 0 0,-57-19-903 0 0,5 4 480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38.3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 52 1376 0 0,'-6'-5'871'0'0,"-17"-19"-632"0"0,22 24-250 0 0,1-1 0 0 0,-1 1 0 0 0,1-1 0 0 0,0 1 0 0 0,-1 0 0 0 0,1-1 0 0 0,0 1 0 0 0,0-1 0 0 0,0 1 0 0 0,-1-1 1 0 0,1 1-1 0 0,0-1 0 0 0,0 1 0 0 0,0-1 0 0 0,0 1 0 0 0,0-1 0 0 0,0 0 0 0 0,0 1 0 0 0,0-1 0 0 0,0 1 0 0 0,0-1 0 0 0,0 1 0 0 0,0-1 0 0 0,0 1 0 0 0,0-1 0 0 0,0 1 0 0 0,1-1 0 0 0,-1 1 0 0 0,0-1 0 0 0,0 1 0 0 0,1-1 0 0 0,-1 1 0 0 0,0-1 0 0 0,0 1 0 0 0,1 0 0 0 0,-1-1 0 0 0,1 1 0 0 0,-1-1 0 0 0,0 1 0 0 0,1 0 0 0 0,-1-1 0 0 0,1 1 0 0 0,-1 0 0 0 0,1 0 0 0 0,-1-1 0 0 0,1 1 0 0 0,-1 0 0 0 0,1 0 0 0 0,-1 0 0 0 0,1 0 0 0 0,0-1 195 0 0,0 1 0 0 0,-1 0 0 0 0,1 0 0 0 0,-1 0 0 0 0,1 0 0 0 0,0-1 0 0 0,-1 1 0 0 0,1 0 0 0 0,0 0 0 0 0,-1 0 0 0 0,1 0 0 0 0,-1 1 0 0 0,1-1 1 0 0,0 0-1 0 0,-1 0 0 0 0,1 0 0 0 0,-1 0 0 0 0,1 1 0 0 0,0-1 0 0 0,-1 0 0 0 0,1 0 0 0 0,-1 1 0 0 0,1-1 0 0 0,-1 1 0 0 0,1-1 0 0 0,-1 0 0 0 0,1 1 0 0 0,-1-1 0 0 0,0 1 0 0 0,1-1 1 0 0,-1 1-1 0 0,0-1 0 0 0,1 1 0 0 0,-1-1 0 0 0,0 1 0 0 0,1-1 0 0 0,-1 1 0 0 0,0 0 0 0 0,0-1 0 0 0,0 1 0 0 0,0-1 0 0 0,0 1 0 0 0,1 0 0 0 0,-1-1 0 0 0,0 1 0 0 0,0 0 0 0 0,-1-1 1 0 0,1 1-1 0 0,0 1 0 0 0,-5 40 3292 0 0,3-30-3038 0 0,-1 25-10 0 0,1 0-1 0 0,7 71 1 0 0,-3-91-363 0 0,0 0-1 0 0,1 0 1 0 0,1 0 0 0 0,1-1-1 0 0,0 0 1 0 0,1 0-1 0 0,1 0 1 0 0,14 23 0 0 0,-19-36-117 0 0,10 13 411 0 0,-11-16-424 0 0,-1 0-1 0 0,1 1 1 0 0,-1-1-1 0 0,1 0 1 0 0,-1 0-1 0 0,0 1 1 0 0,1-1-1 0 0,-1 0 1 0 0,1 0-1 0 0,-1 0 1 0 0,1 0-1 0 0,-1 0 1 0 0,1 0-1 0 0,-1 0 1 0 0,1 0-1 0 0,-1 0 0 0 0,1 0 1 0 0,-1 0-1 0 0,1 0 1 0 0,-1 0-1 0 0,1 0 1 0 0,-1 0-1 0 0,1 0 1 0 0,-1-1-1 0 0,1 1 1 0 0,-1 0-1 0 0,1 0 1 0 0,-1-1-1 0 0,0 1 1 0 0,1 0-1 0 0,-1 0 1 0 0,0-1-1 0 0,1 1 1 0 0,-1-1-1 0 0,1 1 1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39.2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62 156 920 0 0,'-34'18'12221'0'0,"25"-25"-10624"0"0,1-2-54 0 0,7 9-1487 0 0,0-1 1 0 0,0 0-1 0 0,1 1 1 0 0,-1-1 0 0 0,0 0-1 0 0,1 0 1 0 0,-1 1-1 0 0,1-1 1 0 0,-1 0-1 0 0,1 0 1 0 0,-1 0-1 0 0,1 0 1 0 0,-1 0 0 0 0,1 1-1 0 0,0-1 1 0 0,0 0-1 0 0,-1 0 1 0 0,1 0-1 0 0,0 0 1 0 0,0 0 0 0 0,0 0-1 0 0,0 0 1 0 0,0 0-1 0 0,0 0 1 0 0,0 0-1 0 0,0 0 1 0 0,1 0-1 0 0,-1 0 1 0 0,0 0 0 0 0,1 0-1 0 0,-1 0 1 0 0,0 0-1 0 0,2-1 1 0 0,0-2 153 0 0,-2 3-197 0 0,1 1-1 0 0,-1-1 1 0 0,0 0 0 0 0,1 1-1 0 0,-1-1 1 0 0,0 1 0 0 0,1-1-1 0 0,-1 0 1 0 0,0 1-1 0 0,0-1 1 0 0,1 0 0 0 0,-1 1-1 0 0,0-1 1 0 0,0 0 0 0 0,0 0-1 0 0,0 1 1 0 0,0-1 0 0 0,0 0-1 0 0,0 0 1 0 0,0 1 0 0 0,0-1-1 0 0,0 0 1 0 0,-1 1 0 0 0,1-1-1 0 0,0 0 1 0 0,0 1-1 0 0,-1-1 1 0 0,1 0 0 0 0,-1 0-1 0 0,1 1 12 0 0,0 0 0 0 0,0 0 0 0 0,0 0 0 0 0,0 0 0 0 0,0 0 0 0 0,0 0-1 0 0,0 0 1 0 0,0 0 0 0 0,1 0 0 0 0,-1 0 0 0 0,0 0 0 0 0,0 0 0 0 0,0 0 0 0 0,0 0-1 0 0,0 0 1 0 0,0 0 0 0 0,0 0 0 0 0,0 0 0 0 0,0 0 0 0 0,0 0 0 0 0,0 0 0 0 0,0 0-1 0 0,1-1 1 0 0,-1 1 0 0 0,0 0 0 0 0,0 0 0 0 0,0 0 0 0 0,0 0 0 0 0,0 0 0 0 0,0 0-1 0 0,0 0 1 0 0,0 0 0 0 0,0 0 0 0 0,0 0 0 0 0,0 0 0 0 0,0 0 0 0 0,0 0 0 0 0,0 0-1 0 0,0-1 1 0 0,0 1 0 0 0,0 0 0 0 0,0 0 0 0 0,0 0 0 0 0,0 0 0 0 0,0 0 0 0 0,0 0-1 0 0,0 0 1 0 0,0 0 0 0 0,0 0 0 0 0,0 0 0 0 0,0 0 0 0 0,0 0 0 0 0,0-1 0 0 0,0 1-1 0 0,0 0 1 0 0,0 0 0 0 0,0 0 0 0 0,0 0 0 0 0,0 0 0 0 0,12 0 971 0 0,65 13-737 0 0,0-3 1 0 0,1-4 0 0 0,0-3-1 0 0,0-4 1 0 0,109-14 0 0 0,148-15-247 0 0,-1-1 0 0 0,-311 28-12 0 0,59-9 0 0 0,0 3 0 0 0,114 3 0 0 0,-148 7 0 0 0,1-3 0 0 0,0-1 0 0 0,48-11 0 0 0,-92 14-339 0 0,14-5-5770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45.1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53 1840 0 0,'0'-4'356'0'0,"0"-1"0"0"0,0 1 0 0 0,0-1-1 0 0,-1 1 1 0 0,1 0 0 0 0,-1-1-1 0 0,0 1 1 0 0,0 0 0 0 0,-1-1 0 0 0,-1-3-1 0 0,5 19 4439 0 0,0 22-4120 0 0,-1-11 117 0 0,4 33-431 0 0,3-1-1 0 0,2 0 1 0 0,27 81 0 0 0,-33-120-351 0 0,-1 0 1 0 0,-1-1 0 0 0,0 1-1 0 0,-1 0 1 0 0,-1 0-1 0 0,0 0 1 0 0,-1 0-1 0 0,-5 23 1 0 0,3-18-3 0 0,1 0-1 0 0,1-1 1 0 0,1 1 0 0 0,2 20 0 0 0,8-1-1050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48.0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10 124 2208 0 0,'0'0'161'0'0,"0"0"-106"0"0,0 1 1 0 0,0-1-1 0 0,-1 0 1 0 0,1 0-1 0 0,0 0 1 0 0,0 0-1 0 0,0 0 1 0 0,-1 0-1 0 0,1 0 1 0 0,0 0 0 0 0,0 0-1 0 0,-1 1 1 0 0,1-1-1 0 0,0 0 1 0 0,0 0-1 0 0,-1 0 1 0 0,1 0-1 0 0,0 0 1 0 0,0 0-1 0 0,-1 0 1 0 0,1-1 0 0 0,0 1-1 0 0,0 0 1 0 0,-1 0-1 0 0,1 0 1 0 0,0 0-1 0 0,0 0 1 0 0,0 0-1 0 0,-1 0 1 0 0,1 0-1 0 0,0-1 1 0 0,0 1 0 0 0,0 0-1 0 0,-1 0 1 0 0,1 0-1 0 0,0 0 1 0 0,0-1-1 0 0,0 1 1 0 0,0 0-1 0 0,0 0 1 0 0,-1-1 0 0 0,1 1-1 0 0,0 0 1 0 0,0 0-1 0 0,0 0 1 0 0,0-1-1 0 0,0 1 1 0 0,0 0-1 0 0,0 0 1 0 0,0-1-1 0 0,0 1 1 0 0,0 0 0 0 0,0 0-1 0 0,0-1 1 0 0,12-11-89 0 0,-4-11 8995 0 0,-9 23-8904 0 0,1-1 1 0 0,-1 1-1 0 0,0-1 0 0 0,1 0 1 0 0,-1 1-1 0 0,0-1 0 0 0,1 0 1 0 0,-1 0-1 0 0,1 1 0 0 0,-1-1 1 0 0,1 0-1 0 0,-1 0 0 0 0,1 0 1 0 0,0 0-1 0 0,-1 0 0 0 0,1 0 1 0 0,0 0-1 0 0,0 1 0 0 0,-1-1 1 0 0,1 0-1 0 0,0 0 0 0 0,0 0 1 0 0,0 0-1 0 0,1-2 0 0 0,-6-18 6693 0 0,15 14-6740 0 0,37-27-11 0 0,-44 41 0 0 0,-3-6 0 0 0,0-1 0 0 0,1 0 0 0 0,-1 1 0 0 0,0-1 0 0 0,1 0 0 0 0,-1 1 0 0 0,0-1 0 0 0,1 0 0 0 0,-1 1 0 0 0,0-1 0 0 0,0 1 0 0 0,0-1 0 0 0,0 1 0 0 0,1-1 0 0 0,-1 0 0 0 0,0 1 0 0 0,0-1 0 0 0,0 1 0 0 0,0-1 0 0 0,0 1 0 0 0,0-1 0 0 0,0 1 0 0 0,0-1 0 0 0,0 1 0 0 0,0-1 0 0 0,0 0 0 0 0,0 1 0 0 0,-1-1 0 0 0,1 1 0 0 0,0 0 0 0 0,-3 0 5 0 0,1 0-1 0 0,0 0 1 0 0,-1 0 0 0 0,1 0 0 0 0,0 0 0 0 0,0 1-1 0 0,0-1 1 0 0,0 1 0 0 0,0 0 0 0 0,0-1 0 0 0,0 1-1 0 0,1 0 1 0 0,-1 0 0 0 0,1 0 0 0 0,-1 0 0 0 0,1 1-1 0 0,0-1 1 0 0,0 0 0 0 0,-1 4 0 0 0,1-1 6 0 0,1 0-1 0 0,0 0 1 0 0,1 0 0 0 0,-1 1-1 0 0,1-1 1 0 0,0 0 0 0 0,1 0-1 0 0,2 7 1 0 0,2 14-15 0 0,6 25-16 0 0,-11-48 16 0 0,0 0 1 0 0,0 0 0 0 0,1-1 0 0 0,-1 1 0 0 0,1 0 0 0 0,-1 0-1 0 0,1-1 1 0 0,0 1 0 0 0,0-1 0 0 0,0 1 0 0 0,0-1 0 0 0,3 3 0 0 0,-5-5-56 0 0,1 0 0 0 0,-1 0 1 0 0,0 0-1 0 0,0 0 1 0 0,0 0-1 0 0,1 0 1 0 0,-1 0-1 0 0,0 0 1 0 0,0 0-1 0 0,1 0 0 0 0,-1 0 1 0 0,0 0-1 0 0,0 0 1 0 0,0 0-1 0 0,1 0 1 0 0,-1 0-1 0 0,0 0 1 0 0,0 0-1 0 0,0 0 1 0 0,1-1-1 0 0,-1 1 0 0 0,0 0 1 0 0,0 0-1 0 0,0 0 1 0 0,1 0-1 0 0,-1 0 1 0 0,0-1-1 0 0,0 1 1 0 0,0 0-1 0 0,0 0 0 0 0,0 0 1 0 0,1 0-1 0 0,-1-1 1 0 0,0 1-1 0 0,0 0 1 0 0,0 0-1 0 0,0 0 1 0 0,0-1-1 0 0,0 1 1 0 0,0 0-1 0 0,0 0 0 0 0,0-1 1 0 0,0 1-1 0 0,0 0 1 0 0,0 0-1 0 0,0 0 1 0 0,0-1-1 0 0,0 1 1 0 0,0 0-1 0 0,0 0 1 0 0,0 0-1 0 0,0-1 0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49.1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109 1 2304 0 0,'-4'0'693'0'0,"0"0"-1"0"0,0 1 0 0 0,0-1 0 0 0,1 1 0 0 0,-1 0 0 0 0,0 0 1 0 0,1 0-1 0 0,-1 1 0 0 0,0-1 0 0 0,1 1 0 0 0,0 0 0 0 0,-1 0 1 0 0,1 0-1 0 0,0 0 0 0 0,0 0 0 0 0,-4 5 0 0 0,6-6-506 0 0,0 0 0 0 0,0 0 0 0 0,1 0 0 0 0,-1 0 0 0 0,0 0 0 0 0,1 0 0 0 0,-1 0 0 0 0,1 0 0 0 0,0 1 0 0 0,-1-1 1 0 0,1 0-1 0 0,0 0 0 0 0,-1 0 0 0 0,1 0 0 0 0,0 1 0 0 0,0-1 0 0 0,0 0 0 0 0,0 0 0 0 0,0 0 0 0 0,1 1 0 0 0,-1 0 0 0 0,1 0-137 0 0,0 0 0 0 0,0-1 0 0 0,0 1 0 0 0,0 0 0 0 0,0 0 0 0 0,1-1 0 0 0,-1 1-1 0 0,0-1 1 0 0,1 1 0 0 0,-1-1 0 0 0,1 0 0 0 0,0 0 0 0 0,-1 0 0 0 0,1 1 0 0 0,0-2 0 0 0,3 3 0 0 0,1-1 52 0 0,1 1 1 0 0,0-1-1 0 0,0-1 0 0 0,0 1 0 0 0,10 0 1 0 0,-10-1-74 0 0,-1 0 1 0 0,0 0 0 0 0,1 0-1 0 0,-1 1 1 0 0,0 0 0 0 0,10 5-1 0 0,-15-7-28 0 0,-1 1 0 0 0,1-1 0 0 0,-1 0 0 0 0,1 1 0 0 0,-1-1 0 0 0,0 1 0 0 0,1-1 0 0 0,-1 1 0 0 0,0-1 0 0 0,1 1 0 0 0,-1-1 0 0 0,0 1 0 0 0,0-1 0 0 0,0 1 0 0 0,1 0 0 0 0,-1-1 0 0 0,0 1 0 0 0,0-1 0 0 0,0 1 0 0 0,0 0 0 0 0,0-1 0 0 0,0 1 0 0 0,0-1 0 0 0,0 1 0 0 0,0 0 0 0 0,-1-1 0 0 0,1 1 0 0 0,0-1 0 0 0,0 1 0 0 0,0-1 0 0 0,-1 1 0 0 0,1-1 0 0 0,0 1 0 0 0,-1-1 0 0 0,1 1 0 0 0,0-1 0 0 0,-1 1 0 0 0,1-1 0 0 0,0 1 0 0 0,-1-1 0 0 0,1 0 0 0 0,-1 1 0 0 0,1-1 0 0 0,-1 1 0 0 0,-26 22 0 0 0,22-20 0 0 0,-10 10 5 0 0,-56 50-15 0 0,65-57 17 0 0,0 0-1 0 0,0 1 1 0 0,1-1-1 0 0,0 1 1 0 0,1 0-1 0 0,-1 1 1 0 0,2-1-1 0 0,-6 14 1 0 0,8-20-6 0 0,1 0 0 0 0,0 0 0 0 0,0 0 0 0 0,0 0 0 0 0,0 0 0 0 0,0-1 0 0 0,0 1 0 0 0,0 0 0 0 0,0 0 0 0 0,0 0 0 0 0,0 0 0 0 0,0 0 0 0 0,1 0 0 0 0,-1 0 0 0 0,0-1 0 0 0,0 1 0 0 0,1 0 0 0 0,-1 0 0 0 0,1 0 0 0 0,-1 0 0 0 0,1-1 0 0 0,-1 1 0 0 0,1 0 0 0 0,0-1 0 0 0,-1 1 0 0 0,1 0 0 0 0,0-1 0 0 0,-1 1 0 0 0,1-1 0 0 0,0 1 0 0 0,0-1 0 0 0,-1 1 0 0 0,1-1 0 0 0,0 0 0 0 0,0 1 0 0 0,0-1 0 0 0,0 0 0 0 0,0 0 0 0 0,0 0 0 0 0,-1 0 0 0 0,1 1 0 0 0,0-1 0 0 0,0 0 0 0 0,0 0 0 0 0,0-1 0 0 0,1 1 0 0 0,9 0 29 0 0,0 0 0 0 0,0-1 0 0 0,13-2 0 0 0,-9 2 24 0 0,-10 0-44 0 0,0 1-1 0 0,0 0 1 0 0,0 1-1 0 0,-1-1 1 0 0,1 1-1 0 0,0 0 1 0 0,0 0-1 0 0,-1 1 1 0 0,1-1-1 0 0,7 5 1 0 0,-11-6-10 0 0,0 1 1 0 0,0 0-1 0 0,1 0 0 0 0,-1 0 1 0 0,0-1-1 0 0,0 1 0 0 0,0 0 0 0 0,0 1 1 0 0,0-1-1 0 0,0 0 0 0 0,0 0 1 0 0,-1 0-1 0 0,1 0 0 0 0,0 1 1 0 0,-1-1-1 0 0,1 0 0 0 0,-1 1 1 0 0,1-1-1 0 0,-1 1 0 0 0,0-1 0 0 0,1 0 1 0 0,-1 1-1 0 0,0-1 0 0 0,0 1 1 0 0,0-1-1 0 0,0 0 0 0 0,0 1 1 0 0,0-1-1 0 0,-1 1 0 0 0,1-1 1 0 0,0 1-1 0 0,-1-1 0 0 0,1 0 0 0 0,-1 1 1 0 0,0-1-1 0 0,1 0 0 0 0,-1 0 1 0 0,0 1-1 0 0,-1 1 0 0 0,-8 11-3 0 0,-1 0 0 0 0,0-1-1 0 0,0-1 1 0 0,-2 1 0 0 0,-13 9-1 0 0,9-7-103 0 0,1 0-1 0 0,-17 22 1 0 0,33-37 108 0 0,0 0 1 0 0,1-1-1 0 0,-1 1 0 0 0,1 0 1 0 0,-1 0-1 0 0,0 0 1 0 0,1 0-1 0 0,-1 0 1 0 0,1 0-1 0 0,-1 0 1 0 0,1 0-1 0 0,-1 0 1 0 0,0 0-1 0 0,1 0 1 0 0,-1 0-1 0 0,1 0 0 0 0,-1 0 1 0 0,1 1-1 0 0,-1-1 1 0 0,0 0-1 0 0,1 0 1 0 0,-1 0-1 0 0,0 1 1 0 0,1-1-1 0 0,-1 0 1 0 0,0 0-1 0 0,1 1 1 0 0,-1-1-1 0 0,0 0 0 0 0,1 1 1 0 0,-1-1-1 0 0,0 0 1 0 0,0 1-1 0 0,1-1 1 0 0,-1 1-1 0 0,0-1 1 0 0,0 0-1 0 0,0 1 1 0 0,0-1-1 0 0,0 1 1 0 0,1-1-1 0 0,-1 0 0 0 0,0 1 1 0 0,0-1-1 0 0,0 1 1 0 0,0-1-1 0 0,0 1 1 0 0,0-1-1 0 0,0 0 1 0 0,0 1-1 0 0,-1-1 1 0 0,1 1-1 0 0,0-1 1 0 0,0 0-1 0 0,0 1 0 0 0,0-1 1 0 0,-1 1-1 0 0,1-1 1 0 0,0 0-1 0 0,0 1 1 0 0,-1-1-1 0 0,1 0 1 0 0,0 1-1 0 0,0-1 1 0 0,-1 0-1 0 0,1 1 1 0 0,-1-1-1 0 0,44-8 409 0 0,-34 6-294 0 0,2 1-38 0 0,-1-1-1 0 0,1 2 1 0 0,12 0-1 0 0,-20 0-76 0 0,-1 0 0 0 0,0 0 0 0 0,1 0 0 0 0,-1 1 0 0 0,0-1 0 0 0,1 0 0 0 0,-1 1 1 0 0,0 0-1 0 0,0 0 0 0 0,0 0 0 0 0,0 0 0 0 0,0 0 0 0 0,1 0 0 0 0,-2 0 0 0 0,1 1 0 0 0,0-1 0 0 0,0 0 0 0 0,0 1 0 0 0,-1 0 0 0 0,1-1 0 0 0,1 3 0 0 0,-3-2-180 0 0,0 0 0 0 0,0 1 0 0 0,0-1 0 0 0,0 0 0 0 0,0 0 0 0 0,0 0 0 0 0,0 0 0 0 0,-1 0 0 0 0,1 0 0 0 0,-1 0 0 0 0,0 0 0 0 0,0 0 0 0 0,1 0 0 0 0,-1 0 0 0 0,0 0 0 0 0,-1-1 0 0 0,1 1 0 0 0,0 0 0 0 0,0-1 0 0 0,-1 1 0 0 0,-1 1 0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50.5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2885 1 3081 0 0,'15'7'12050'0'0,"-14"-5"-11448"0"0,8 20 4161 0 0,-1 35-5050 0 0,-6-40 1392 0 0,22 260-750 0 0,-23-273-367 0 0,9 70 479 0 0,1 87 1 0 0,-10-146-442 0 0,1 0 1 0 0,0 0 0 0 0,1-1 0 0 0,0 1 0 0 0,2-1 0 0 0,6 16 0 0 0,-2-3-10 0 0,-9-27-15 0 0,0 1 0 0 0,0-1 1 0 0,0 1-1 0 0,0-1 0 0 0,0 1 1 0 0,0-1-1 0 0,1 0 0 0 0,-1 1 0 0 0,0-1 1 0 0,-1 1-1 0 0,1-1 0 0 0,0 1 0 0 0,0-1 1 0 0,0 1-1 0 0,0-1 0 0 0,0 0 1 0 0,0 1-1 0 0,-1-1 0 0 0,1 1 0 0 0,0-1 1 0 0,0 1-1 0 0,0-1 0 0 0,-1 0 0 0 0,1 1 1 0 0,0-1-1 0 0,-1 0 0 0 0,1 1 1 0 0,0-1-1 0 0,-1 0 0 0 0,1 0 0 0 0,0 1 1 0 0,-1-1-1 0 0,1 0 0 0 0,-1 0 0 0 0,1 1 1 0 0,-1-1-1 0 0,-13 3 102 0 0,13-3-100 0 0,-33 5 29 0 0,0-2 1 0 0,0-1 0 0 0,-66-5-1 0 0,-97-26 179 0 0,90 11-166 0 0,-58 6-46 0 0,71 8 0 0 0,49 3-35 0 0,1 2 0 0 0,0 3 0 0 0,-66 13 0 0 0,-15 1-17 0 0,82-16 40 0 0,-1-2 0 0 0,-65-8 1 0 0,59 3-4 0 0,-70 2 1 0 0,46 9 9 0 0,42-2-1 0 0,0-2 1 0 0,1-1 0 0 0,-1-2-1 0 0,-49-7 1 0 0,47 4 5 0 0,0 1 0 0 0,-67 2 0 0 0,-3 1 0 0 0,22-10-9 0 0,58 6 4 0 0,-1 1 0 0 0,-39 0 0 0 0,63 3 5 0 0,-28 2 0 0 0,0-2 0 0 0,1 0 0 0 0,-1-2 0 0 0,-32-6 0 0 0,50 6 3 0 0,-1 2 0 0 0,1-1 0 0 0,-1 2-1 0 0,0-1 1 0 0,1 2 0 0 0,-1-1 0 0 0,1 2 0 0 0,0-1 0 0 0,-19 8 0 0 0,14-5-97 0 0,0 0 0 0 0,-1-2 0 0 0,-23 3 0 0 0,23-6 92 0 0,0-1-1 0 0,0 0 0 0 0,0-2 1 0 0,1 0-1 0 0,-29-9 0 0 0,-23-5 6 0 0,62 16-3 0 0,1 0 0 0 0,0 1 0 0 0,0 0 0 0 0,-1 0 0 0 0,1 0 0 0 0,0 1 0 0 0,0-1 0 0 0,0 1 0 0 0,-1 1 0 0 0,1-1 0 0 0,0 1 0 0 0,-5 2 0 0 0,-2 2 0 0 0,0 1 0 0 0,0 0 0 0 0,-14 12 0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52.9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887 84 920 0 0,'0'-5'207'0'0,"0"2"108"0"0,0-1 0 0 0,0 1 0 0 0,0 0 0 0 0,-1 0-1 0 0,1-1 1 0 0,-1 1 0 0 0,0 0 0 0 0,0 0 0 0 0,0 0-1 0 0,-1-4 1 0 0,1 6-141 0 0,1 0 0 0 0,0 0 0 0 0,-1 0 0 0 0,1 0 0 0 0,0 0-1 0 0,0 0 1 0 0,0-1 0 0 0,0 1 0 0 0,5-29 12827 0 0,-16 41-11249 0 0,10-10-2114 0 0,-3 5 593 0 0,1 1-1 0 0,-1 0 1 0 0,1 0 0 0 0,0 0 0 0 0,1 0 0 0 0,0 0-1 0 0,0 0 1 0 0,0 1 0 0 0,0 9 0 0 0,-2 5 0 0 0,0 8-26 0 0,1 2 1 0 0,2-1-1 0 0,3 49 1 0 0,-2-79-211 0 0,6 79-56 0 0,4-1-1 0 0,29 121 0 0 0,-23-119 61 0 0,10 148-1 0 0,-19-145 9 0 0,27 133 0 0 0,-3-34 208 0 0,-17-91-145 0 0,1 17-34 0 0,-7-45 10 0 0,19 71 0 0 0,-17-96 18 0 0,10 68 0 0 0,-21-58-64 0 0,1-41 0 0 0,-1-1 0 0 0,1 0 0 0 0,0 0 0 0 0,0 1 0 0 0,1-1 0 0 0,0 0 0 0 0,0 0 0 0 0,1 0 0 0 0,0 0 0 0 0,4 11 0 0 0,-2-6 6 0 0,0 0-1 0 0,-1-1 1 0 0,0 2 0 0 0,-1-1-1 0 0,1 13 1 0 0,1 3 0 0 0,0-12-6 0 0,1 20 0 0 0,-4-32 6 0 0,0 0-1 0 0,0-1 1 0 0,0 1 0 0 0,0-1-1 0 0,1 1 1 0 0,3 5 0 0 0,6 14 18 0 0,-8-13-161 0 0,0 1 0 0 0,-1 0 0 0 0,0-1 0 0 0,0 20 0 0 0,1-23 214 0 0,-20-13-32 0 0,11 4-4 0 0,1-1 1 0 0,-1 2-1 0 0,1-1 1 0 0,-1 1-1 0 0,0 0 0 0 0,1 0 1 0 0,-12 0-1 0 0,-24 5-44 0 0,18-1 11 0 0,0 0 0 0 0,-39-3 1 0 0,48-2-8 0 0,1 0 0 0 0,-21-8 1 0 0,23 7-23 0 0,0 0 0 0 0,1 0-1 0 0,-1 1 1 0 0,-20-1 0 0 0,24 2 21 0 0,1 1 0 0 0,0-1 0 0 0,0-1 0 0 0,-11-3 0 0 0,11 3 0 0 0,0 1 0 0 0,0-1 0 0 0,0 1 0 0 0,-12-1 0 0 0,-33 4 26 0 0,29-1-238 0 0,0-1 1 0 0,-32-3-1 0 0,45 3 195 0 0,-1-1 0 0 0,1 1 1 0 0,-18 3-1 0 0,18-2-13 0 0,-1 0-1 0 0,1-1 1 0 0,-18-1 0 0 0,17 0-76 0 0,-1 1 1 0 0,1 0-1 0 0,0 1 1 0 0,-19 3-1 0 0,17-2 83 0 0,1-1 0 0 0,0 0 0 0 0,-21-1-1 0 0,20 0 26 0 0,1 1-1 0 0,-1 0 0 0 0,0 0 0 0 0,1 1 0 0 0,0 0 0 0 0,-1 1 0 0 0,1 1 0 0 0,-12 4 0 0 0,12-3-13 0 0,-1-1 0 0 0,0 0 0 0 0,0-1 0 0 0,0-1 0 0 0,0 0 0 0 0,0 0 0 0 0,-16-1 0 0 0,17-2 20 0 0,0-1-1 0 0,0 0 1 0 0,0-1 0 0 0,-12-4 0 0 0,-16-5-1928 0 0,30 11 1720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55.8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57 129 6449 0 0,'-4'-5'-3'0'0,"0"0"-1"0"0,1 0 0 0 0,-1 0 0 0 0,1-1 1 0 0,0 0-1 0 0,0 1 0 0 0,1-1 1 0 0,0 0-1 0 0,0 0 0 0 0,-2-10 0 0 0,-5-14 1789 0 0,-4 2 4225 0 0,22 47 661 0 0,6 22-5122 0 0,4 10-1561 0 0,34 72 264 0 0,46 156-1 0 0,-97-273-315 0 0,-1 1 1 0 0,1-1-1 0 0,-1 0 0 0 0,0 0 0 0 0,-1 1 0 0 0,0-1 1 0 0,0 0-1 0 0,-1 7 0 0 0,-8 13-3144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56.2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8 264 4145 0 0,'-2'-8'240'0'0,"0"-1"0"0"0,1 1 0 0 0,0-1 0 0 0,0 1 1 0 0,1-1-1 0 0,0 0 0 0 0,1 1 0 0 0,-1-1 0 0 0,2 1 0 0 0,-1-1 0 0 0,1 1 0 0 0,1 0 1 0 0,-1 0-1 0 0,1 0 0 0 0,5-8 0 0 0,-3 7 172 0 0,1 0-1 0 0,0 0 1 0 0,0 1 0 0 0,1 0 0 0 0,0 0 0 0 0,1 1-1 0 0,0 0 1 0 0,0 0 0 0 0,0 0 0 0 0,1 1-1 0 0,18-9 1 0 0,-20 11 71 0 0,0 1-1 0 0,0 0 0 0 0,0 0 1 0 0,1 1-1 0 0,-1 0 1 0 0,10-2-1 0 0,-15 4-429 0 0,-1 0-1 0 0,1-1 0 0 0,-1 1 0 0 0,1 0 1 0 0,-1 0-1 0 0,1 0 0 0 0,-1 0 0 0 0,1 1 1 0 0,-1-1-1 0 0,1 0 0 0 0,-1 1 1 0 0,1-1-1 0 0,-1 1 0 0 0,0-1 0 0 0,1 1 1 0 0,-1 0-1 0 0,0-1 0 0 0,1 1 0 0 0,-1 0 1 0 0,0 0-1 0 0,0 0 0 0 0,0 0 0 0 0,0 0 1 0 0,0 0-1 0 0,0 0 0 0 0,0 1 1 0 0,0-1-1 0 0,0 0 0 0 0,0 0 0 0 0,-1 1 1 0 0,1-1-1 0 0,0 0 0 0 0,-1 1 0 0 0,0-1 1 0 0,1 1-1 0 0,-1-1 0 0 0,0 1 0 0 0,1-1 1 0 0,-1 3-1 0 0,1 6 40 0 0,-1 0 0 0 0,0 0-1 0 0,-1 0 1 0 0,0 0 0 0 0,0 0 0 0 0,-1 0 0 0 0,-4 13 0 0 0,-3 4-144 0 0,-17 32 1 0 0,16-38-42 0 0,1 1-1 0 0,-12 41 1 0 0,20-61 118 0 0,0 0 1 0 0,1 1-1 0 0,-1-1 0 0 0,1 0 1 0 0,0 0-1 0 0,-1 0 0 0 0,1 0 1 0 0,0 1-1 0 0,0-1 0 0 0,1 0 1 0 0,-1 0-1 0 0,0 0 0 0 0,1 1 0 0 0,-1-1 1 0 0,1 0-1 0 0,0 0 0 0 0,0 0 1 0 0,0 0-1 0 0,0 0 0 0 0,0 0 1 0 0,0 0-1 0 0,0-1 0 0 0,3 4 1 0 0,-1-3 63 0 0,0 0 0 0 0,0 0 0 0 0,0-1 0 0 0,0 0 0 0 0,0 1 0 0 0,0-1 0 0 0,0 0 1 0 0,0 0-1 0 0,1-1 0 0 0,-1 1 0 0 0,0-1 0 0 0,1 0 0 0 0,-1 1 0 0 0,4-2 0 0 0,11 0 300 0 0,-1-1 0 0 0,1-1 0 0 0,0-1 0 0 0,27-9 0 0 0,26-7-1955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56.4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7834 0 0,'0'0'705'0'0,"2"3"-137"0"0,0-1 0 0 0,-1 1 0 0 0,1-1 0 0 0,-1 1-1 0 0,0 0 1 0 0,0 0 0 0 0,0-1 0 0 0,1 5 0 0 0,4 9 1651 0 0,14 19 1032 0 0,23 42-185 0 0,-33-57-2981 0 0,-1 0-1 0 0,-1 1 1 0 0,11 42 0 0 0,11 98-2095 0 0,-23-127 1267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29.4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226 32 2865 0 0,'0'-1'145'0'0,"0"1"1"0"0,0-1-1 0 0,0 0 1 0 0,0 1-1 0 0,0-1 1 0 0,-1 1-1 0 0,1-1 1 0 0,0 0-1 0 0,0 1 1 0 0,0-1-1 0 0,-1 1 1 0 0,1-1-1 0 0,0 1 1 0 0,-1-1-1 0 0,1 1 1 0 0,0-1-1 0 0,-1 1 1 0 0,1-1-1 0 0,-1 1 1 0 0,1 0-1 0 0,-1-1 1 0 0,1 1-1 0 0,-1-1 1 0 0,1 1-1 0 0,-1 0 1 0 0,1 0-1 0 0,-1-1 1 0 0,1 1-1 0 0,-1 0 1 0 0,1 0 0 0 0,-1 0-1 0 0,0-1 1 0 0,1 1-1 0 0,-1 0 1 0 0,1 0-1 0 0,-1 0 1 0 0,0 0-1 0 0,1 0 1 0 0,-1 0-1 0 0,0 0 1 0 0,1 1-1 0 0,-1-1 1 0 0,1 0-1 0 0,-1 0 1 0 0,1 0-1 0 0,-1 1 1 0 0,0-1-1 0 0,1 0 1 0 0,-1 0-1 0 0,0 1 1 0 0,-2 0 439 0 0,1 0 0 0 0,-1 1 0 0 0,1-1 0 0 0,-1 0 0 0 0,1 1 0 0 0,-1-1 0 0 0,1 1 0 0 0,0 0-1 0 0,-4 4 1 0 0,-6 9 505 0 0,9-12-1100 0 0,0 0 1 0 0,1 0 0 0 0,-1 0 0 0 0,1 0 0 0 0,0 1 0 0 0,0-1 0 0 0,0 1 0 0 0,0-1 0 0 0,1 1 0 0 0,0 0 0 0 0,-3 7 0 0 0,5-11 15 0 0,-1 0 0 0 0,0 0 0 0 0,1 0 0 0 0,-1 0 0 0 0,1 0 0 0 0,-1 0 0 0 0,0 0 1 0 0,1 0-1 0 0,-1 0 0 0 0,0 0 0 0 0,1 0 0 0 0,-1 0 0 0 0,0 0 0 0 0,1 0 0 0 0,-1 0 1 0 0,0 0-1 0 0,1 0 0 0 0,-1-1 0 0 0,0 1 0 0 0,0 0 0 0 0,1 0 0 0 0,-1 0 0 0 0,0-1 0 0 0,1 1 1 0 0,-1 0-1 0 0,0 0 0 0 0,0-1 0 0 0,0 1 0 0 0,1 0 0 0 0,-1 0 0 0 0,0-1 0 0 0,0 1 1 0 0,0 0-1 0 0,0-1 0 0 0,1 1 0 0 0,-1 0 0 0 0,0-1 0 0 0,0 1 0 0 0,14-16 416 0 0,-13 14-552 0 0,1 0 141 0 0,0-1-1 0 0,0 0 0 0 0,0-1 1 0 0,-1 1-1 0 0,1 0 0 0 0,-1 0 1 0 0,0-1-1 0 0,0 1 0 0 0,0-1 0 0 0,0 1 1 0 0,0-1-1 0 0,-1 1 0 0 0,0-1 1 0 0,0-3-1 0 0,0 6-2 0 0,0-1-1 0 0,0 1 1 0 0,-1 0 0 0 0,1 0-1 0 0,-1 0 1 0 0,1 0 0 0 0,-1-1-1 0 0,1 1 1 0 0,-1 0 0 0 0,0 0-1 0 0,1 0 1 0 0,-1 0 0 0 0,0 0-1 0 0,0 0 1 0 0,0 1 0 0 0,0-1-1 0 0,0 0 1 0 0,0 0 0 0 0,0 0-1 0 0,0 1 1 0 0,0-1 0 0 0,0 1-1 0 0,0-1 1 0 0,0 1 0 0 0,0-1-1 0 0,-1 1 1 0 0,1 0 0 0 0,0-1-1 0 0,0 1 1 0 0,0 0 0 0 0,-1 0-1 0 0,1 0 1 0 0,0 0 0 0 0,0 0-1 0 0,-1 0 1 0 0,1 0 0 0 0,0 1-1 0 0,-2 0 1 0 0,-6 0 55 0 0,1 1 0 0 0,0 0 0 0 0,0 1 1 0 0,0 0-1 0 0,0 0 0 0 0,0 1 0 0 0,1 0 1 0 0,-14 8-1 0 0,16-8-13 0 0,0 0 0 0 0,0 0-1 0 0,1 0 1 0 0,-1 0 0 0 0,1 1 0 0 0,0-1 0 0 0,0 1 0 0 0,0 0 0 0 0,1 1 0 0 0,-1-1 0 0 0,1 0 0 0 0,-3 10-1 0 0,5-13-15 0 0,1 0-1 0 0,0 1 0 0 0,0-1 0 0 0,0 0 1 0 0,0 0-1 0 0,1 0 0 0 0,-1 1 1 0 0,0-1-1 0 0,1 0 0 0 0,-1 0 0 0 0,1 0 1 0 0,0 0-1 0 0,0 0 0 0 0,0 0 0 0 0,0 0 1 0 0,0 0-1 0 0,0 0 0 0 0,1 0 0 0 0,-1-1 1 0 0,1 1-1 0 0,-1 0 0 0 0,1-1 0 0 0,-1 0 1 0 0,1 1-1 0 0,0-1 0 0 0,0 0 0 0 0,0 1 1 0 0,0-1-1 0 0,4 1 0 0 0,1 2 33 0 0,0-1 0 0 0,0 0 0 0 0,0 0-1 0 0,0 0 1 0 0,1-1 0 0 0,-1-1 0 0 0,11 2 0 0 0,-15-2-58 0 0,0-1 1 0 0,0 0-1 0 0,0 0 1 0 0,-1 0-1 0 0,1 0 1 0 0,0-1-1 0 0,0 1 1 0 0,0-1-1 0 0,0 0 1 0 0,-1 1-1 0 0,1-1 1 0 0,0-1-1 0 0,-1 1 1 0 0,1 0-1 0 0,-1-1 1 0 0,1 1-1 0 0,-1-1 1 0 0,0 0-1 0 0,1 1 1 0 0,-1-1-1 0 0,0 0 1 0 0,0 0 0 0 0,0-1-1 0 0,-1 1 1 0 0,1 0-1 0 0,-1-1 1 0 0,1 1-1 0 0,-1-1 1 0 0,0 1-1 0 0,1-1 1 0 0,-1 0-1 0 0,-1 0 1 0 0,1 1-1 0 0,0-1 1 0 0,-1 0-1 0 0,1 0 1 0 0,-1-5-1 0 0,0 5 19 0 0,0-1-1 0 0,0 0 1 0 0,-1 1 0 0 0,1-1-1 0 0,-1 0 1 0 0,0 1 0 0 0,0-1-1 0 0,0 1 1 0 0,0-1 0 0 0,-1 1-1 0 0,1-1 1 0 0,-1 1 0 0 0,0 0-1 0 0,0 0 1 0 0,0 0 0 0 0,0 0-1 0 0,-1 0 1 0 0,1 0 0 0 0,-1 1-1 0 0,0-1 1 0 0,0 1 0 0 0,0 0-1 0 0,0 0 1 0 0,0 0-1 0 0,0 0 1 0 0,-1 0 0 0 0,1 1-1 0 0,0-1 1 0 0,-6 0 0 0 0,7 1-19 0 0,0 1-1 0 0,0 0 1 0 0,-1-1 0 0 0,1 1 0 0 0,0 0 0 0 0,-1 0-1 0 0,1 0 1 0 0,0 1 0 0 0,0-1 0 0 0,-1 1 0 0 0,1-1 0 0 0,0 1-1 0 0,0 0 1 0 0,0-1 0 0 0,-1 1 0 0 0,1 0 0 0 0,0 0 0 0 0,0 1-1 0 0,1-1 1 0 0,-1 0 0 0 0,0 1 0 0 0,0-1 0 0 0,1 1 0 0 0,-1 0-1 0 0,0-1 1 0 0,1 1 0 0 0,0 0 0 0 0,-1 0 0 0 0,1 0-1 0 0,0 0 1 0 0,0 0 0 0 0,0 0 0 0 0,0 0 0 0 0,1 1 0 0 0,-1-1-1 0 0,1 0 1 0 0,-1 0 0 0 0,1 1 0 0 0,0-1 0 0 0,-1 0 0 0 0,1 0-1 0 0,0 1 1 0 0,1-1 0 0 0,-1 0 0 0 0,0 1 0 0 0,1-1 0 0 0,-1 0-1 0 0,1 0 1 0 0,0 1 0 0 0,0-1 0 0 0,0 0 0 0 0,0 0-1 0 0,0 0 1 0 0,0 0 0 0 0,0 0 0 0 0,1 0 0 0 0,-1-1 0 0 0,1 1-1 0 0,-1 0 1 0 0,1-1 0 0 0,0 1 0 0 0,-1-1 0 0 0,1 1 0 0 0,0-1-1 0 0,0 0 1 0 0,0 0 0 0 0,3 1 0 0 0,5 1-22 0 0,-1-1 1 0 0,1 0 0 0 0,0-1-1 0 0,0 0 1 0 0,-1 0-1 0 0,1-1 1 0 0,0-1-1 0 0,0 1 1 0 0,0-2 0 0 0,0 1-1 0 0,-1-1 1 0 0,1-1-1 0 0,-1 0 1 0 0,1 0 0 0 0,-1-1-1 0 0,11-6 1 0 0,-19 9 16 0 0,1 1 1 0 0,-1-1-1 0 0,0 0 1 0 0,1 1 0 0 0,-1-1-1 0 0,0 0 1 0 0,0 0-1 0 0,0 0 1 0 0,0 0-1 0 0,0 0 1 0 0,0 0-1 0 0,0 0 1 0 0,0 0 0 0 0,0-1-1 0 0,-1 1 1 0 0,1 0-1 0 0,0-1 1 0 0,-1 1-1 0 0,1 0 1 0 0,-1-1-1 0 0,1 1 1 0 0,-1-1 0 0 0,0 1-1 0 0,0 0 1 0 0,1-1-1 0 0,-1 1 1 0 0,0-1-1 0 0,0 1 1 0 0,-1-1-1 0 0,1 1 1 0 0,0-1 0 0 0,-1-1-1 0 0,0 1 3 0 0,0 1 0 0 0,0-1 0 0 0,-1 0-1 0 0,1 1 1 0 0,0-1 0 0 0,-1 1 0 0 0,1 0 0 0 0,-1-1-1 0 0,1 1 1 0 0,-1 0 0 0 0,0 0 0 0 0,0 0 0 0 0,1 0-1 0 0,-1 0 1 0 0,0 0 0 0 0,0 1 0 0 0,0-1-1 0 0,0 1 1 0 0,0-1 0 0 0,0 1 0 0 0,0 0 0 0 0,-4 0-1 0 0,-5-1-11 0 0,0 2-1 0 0,0 0 0 0 0,0 0 1 0 0,0 1-1 0 0,0 0 0 0 0,-18 7 0 0 0,-6 10-2577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30.0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 65 1840 0 0,'-35'-65'19814'0'0,"38"91"-19853"0"0,-1-12 645 0 0,14 168-306 0 0,-2-14-88 0 0,1 65-223 0 0,-9-83 6 0 0,-5-140 33 0 0,0 0 1 0 0,1 0-1 0 0,0-1 1 0 0,0 1-1 0 0,1-1 1 0 0,8 18 0 0 0,1-6-52 0 0,22 31 0 0 0,-29-45-67 0 0,11 25 204 0 0,-15-31-144 0 0,-1-1 1 0 0,1 1-1 0 0,-1 0 0 0 0,0 0 1 0 0,1 0-1 0 0,-1 0 0 0 0,0 0 1 0 0,0 0-1 0 0,0 0 0 0 0,0-1 1 0 0,1 1-1 0 0,-1 0 0 0 0,0 0 0 0 0,-1 0 1 0 0,1 0-1 0 0,0 0 0 0 0,0 0 1 0 0,0 0-1 0 0,0 0 0 0 0,-1 0 1 0 0,1 0-1 0 0,0 0 0 0 0,-1-1 1 0 0,1 1-1 0 0,-1 0 0 0 0,1 0 0 0 0,-1 0 1 0 0,0-1-1 0 0,1 1 0 0 0,-1 0 1 0 0,1-1-1 0 0,-2 2 0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31.3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0 6913 0 0,'-2'1'314'0'0,"1"0"-1"0"0,0 0 0 0 0,-1 0 0 0 0,1 0 1 0 0,0 1-1 0 0,0-1 0 0 0,0 0 0 0 0,0 1 1 0 0,0-1-1 0 0,0 0 0 0 0,1 1 0 0 0,-1-1 1 0 0,0 1-1 0 0,1-1 0 0 0,-1 1 0 0 0,1 0 1 0 0,-1-1-1 0 0,1 1 0 0 0,0 0 0 0 0,-1-1 1 0 0,1 1-1 0 0,0-1 0 0 0,0 1 1 0 0,1 0-1 0 0,-1-1 0 0 0,0 1 0 0 0,0 0 1 0 0,1 1-1 0 0,1-1-102 0 0,0 0 0 0 0,-1 0 0 0 0,1-1 0 0 0,0 1 0 0 0,0-1 1 0 0,0 1-1 0 0,0-1 0 0 0,0 0 0 0 0,0 0 0 0 0,0 0 0 0 0,0 0 0 0 0,1 0 0 0 0,-1 0 1 0 0,0-1-1 0 0,0 1 0 0 0,1-1 0 0 0,-1 0 0 0 0,0 1 0 0 0,5-1 0 0 0,18 0 881 0 0,38-3 0 0 0,-48 1-983 0 0,-1 0-1 0 0,1 1 1 0 0,-1 1-1 0 0,1 1 1 0 0,0 0-1 0 0,-1 1 1 0 0,0 0-1 0 0,22 7 1 0 0,-35-9-117 0 0,0 0-1 0 0,-1 0 1 0 0,1 1 0 0 0,-1-1 0 0 0,1 0-1 0 0,0 1 1 0 0,-1-1 0 0 0,1 0 0 0 0,-1 1-1 0 0,1-1 1 0 0,-1 1 0 0 0,1-1 0 0 0,-1 1-1 0 0,1-1 1 0 0,-1 1 0 0 0,0-1 0 0 0,1 1-1 0 0,-1-1 1 0 0,0 1 0 0 0,1 0 0 0 0,-1-1-1 0 0,0 1 1 0 0,0 0 0 0 0,1-1 0 0 0,-1 1-1 0 0,0 0 1 0 0,0 0 0 0 0,0 1 24 0 0,-1 0 0 0 0,1-1-1 0 0,0 1 1 0 0,-1 0 0 0 0,1-1 0 0 0,-1 1-1 0 0,0-1 1 0 0,0 1 0 0 0,1-1 0 0 0,-1 1-1 0 0,-2 1 1 0 0,-35 37 385 0 0,31-34-536 0 0,-32 29 166 0 0,18-17 9 0 0,1 1 1 0 0,-29 36-1 0 0,48-55-42 0 0,1 1 1 0 0,-1-1-1 0 0,1 1 1 0 0,-1-1-1 0 0,1 1 0 0 0,-1 0 1 0 0,1-1-1 0 0,-1 1 1 0 0,1 0-1 0 0,0 0 0 0 0,-1-1 1 0 0,1 1-1 0 0,0 0 1 0 0,0 0-1 0 0,0-1 0 0 0,0 1 1 0 0,-1 0-1 0 0,1 0 1 0 0,0 0-1 0 0,0-1 0 0 0,1 1 1 0 0,-1 0-1 0 0,0 0 1 0 0,0 0-1 0 0,0-1 0 0 0,0 1 1 0 0,1 0-1 0 0,-1 0 1 0 0,0-1-1 0 0,1 1 0 0 0,-1 0 1 0 0,0-1-1 0 0,1 1 0 0 0,-1 0 1 0 0,1-1-1 0 0,-1 1 1 0 0,1-1-1 0 0,0 1 0 0 0,-1 0 1 0 0,1-1-1 0 0,-1 0 1 0 0,1 1-1 0 0,0-1 0 0 0,0 1 1 0 0,-1-1-1 0 0,1 0 1 0 0,0 1-1 0 0,-1-1 0 0 0,1 0 1 0 0,0 0-1 0 0,0 0 1 0 0,0 1-1 0 0,-1-1 0 0 0,1 0 1 0 0,1 0-1 0 0,9 1-25 0 0,0 1-1 0 0,0-1 0 0 0,14-1 1 0 0,-14 0 26 0 0,-6 1 77 0 0,35 3-260 0 0,-39-4 191 0 0,1 0 0 0 0,-1 0 0 0 0,1 0 1 0 0,-1 1-1 0 0,1-1 0 0 0,-1 1 1 0 0,1-1-1 0 0,-1 1 0 0 0,0 0 1 0 0,1-1-1 0 0,-1 1 0 0 0,0 0 1 0 0,1 0-1 0 0,-1 0 0 0 0,0 0 0 0 0,0 0 1 0 0,0 0-1 0 0,0 0 0 0 0,0 1 1 0 0,1 0-1 0 0,-2-1-22 0 0,0 0 0 0 0,0 0-1 0 0,0 0 1 0 0,0 0 0 0 0,0 0 0 0 0,0 0-1 0 0,0 0 1 0 0,0 0 0 0 0,0 0 0 0 0,-1 0-1 0 0,1 0 1 0 0,0-1 0 0 0,-1 1 0 0 0,1 0 0 0 0,-1 0-1 0 0,1 0 1 0 0,-1 0 0 0 0,1-1 0 0 0,-1 1-1 0 0,0 0 1 0 0,1 0 0 0 0,-1-1 0 0 0,-1 1 0 0 0,-21 18 263 0 0,11-11-159 0 0,-2 5-536 0 0,-2 0 496 0 0,1 0 0 0 0,-14 17 0 0 0,26-27-76 0 0,1 1 1 0 0,-1-1 0 0 0,1 1 0 0 0,-1-1-1 0 0,1 1 1 0 0,0 0 0 0 0,0 0 0 0 0,1-1-1 0 0,-1 1 1 0 0,1 1 0 0 0,0-1 0 0 0,0 0 0 0 0,0 0-1 0 0,0 0 1 0 0,1 8 0 0 0,0-10 33 0 0,0 0-1 0 0,0 0 1 0 0,1 0 0 0 0,-1 0 0 0 0,1 0-1 0 0,0-1 1 0 0,-1 1 0 0 0,1 0 0 0 0,0 0-1 0 0,0-1 1 0 0,0 1 0 0 0,0 0 0 0 0,0-1-1 0 0,1 1 1 0 0,-1-1 0 0 0,0 0 0 0 0,1 1-1 0 0,-1-1 1 0 0,1 0 0 0 0,2 2 0 0 0,3 0 46 0 0,-1 0 0 0 0,1 0 1 0 0,0 0-1 0 0,9 1 0 0 0,-12-3-97 0 0,0-1-1 0 0,0 1 0 0 0,0 0 1 0 0,-1 1-1 0 0,1-1 1 0 0,-1 0-1 0 0,1 1 1 0 0,-1 0-1 0 0,1 0 0 0 0,-1 0 1 0 0,0 0-1 0 0,0 0 1 0 0,0 1-1 0 0,0 0 1 0 0,0-1-1 0 0,3 6 0 0 0,-6-7-61 0 0,1-1 0 0 0,-1 1 0 0 0,0 0 0 0 0,0 0 0 0 0,0 0 0 0 0,0 0 0 0 0,0 0 0 0 0,1 0 0 0 0,-2-1-1 0 0,1 1 1 0 0,0 0 0 0 0,0 0 0 0 0,0 0 0 0 0,0 0 0 0 0,0 0 0 0 0,-1-1 0 0 0,1 1 0 0 0,0 0 0 0 0,-1 0-1 0 0,1 0 1 0 0,-1-1 0 0 0,1 1 0 0 0,-1 0 0 0 0,1 0 0 0 0,-1-1 0 0 0,1 1 0 0 0,-1 0 0 0 0,0-1 0 0 0,1 1-1 0 0,-1-1 1 0 0,0 1 0 0 0,0-1 0 0 0,1 1 0 0 0,-1-1 0 0 0,0 0 0 0 0,0 1 0 0 0,-1-1 0 0 0,-7 7-2049 0 0,10-3 2503 0 0,1 0 0 0 0,0-1 0 0 0,-1 1 1 0 0,1-1-1 0 0,1 0 0 0 0,-1 1 0 0 0,4 4 0 0 0,-2-4 458 0 0,3 10-489 0 0,0 1-1 0 0,-1 0 1 0 0,0 0-1 0 0,-2 0 1 0 0,0 1 0 0 0,0-1-1 0 0,-1 1 1 0 0,1 29-1 0 0,10 47 684 0 0,-3-34-939 0 0,-2 1 0 0 0,-2 1 0 0 0,-3-1-1 0 0,-9 120 1 0 0,6-149 4 0 0,1 0-1 0 0,1 0 1 0 0,2-1-1 0 0,0 1 1 0 0,19 53-1 0 0,-16-55 69 0 0,14 74 454 0 0,-18-75-344 0 0,1-1-1 0 0,1-1 1 0 0,2 1 0 0 0,16 39 0 0 0,-20-43-3119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57.3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4 7834 0 0,'-7'-4'10859'0'0,"19"21"-10321"0"0,-1 0 0 0 0,-1 0 0 0 0,0 1-1 0 0,-2 1 1 0 0,7 20 0 0 0,27 101-23 0 0,-31-101-393 0 0,42 150 214 0 0,-51-184-485 0 0,-2-5 54 0 0,0 1 1 0 0,1-1-1 0 0,-1 0 0 0 0,0 1 0 0 0,1-1 0 0 0,-1 1 0 0 0,0-1 0 0 0,0 0 0 0 0,1 1 0 0 0,-1-1 0 0 0,0 1 0 0 0,0-1 0 0 0,0 1 0 0 0,0-1 0 0 0,0 1 0 0 0,0-1 0 0 0,0 0 0 0 0,1 1 0 0 0,-1-1 1 0 0,0 1-1 0 0,-1-1 0 0 0,1 1 0 0 0,0-1 0 0 0,0 1 0 0 0,0-1 0 0 0,0 1 0 0 0,0-1 0 0 0,0 1 0 0 0,-1-1 0 0 0,1 0 0 0 0,0 1 0 0 0,0-1 0 0 0,0 1 0 0 0,-1-1 0 0 0,1 0 0 0 0,0 1 0 0 0,-1-1 1 0 0,1 0-1 0 0,0 1 0 0 0,-1-1 0 0 0,1 0 0 0 0,-1 1 0 0 0,1-1 0 0 0,-1 0 0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57.7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1 284 5529 0 0,'-1'-14'739'0'0,"1"0"0"0"0,0-1 0 0 0,1 1 1 0 0,1 0-1 0 0,0 0 0 0 0,1 0 0 0 0,0 0 0 0 0,1 0 0 0 0,1 0 0 0 0,0 1 0 0 0,1 0 0 0 0,0 0 1 0 0,1 0-1 0 0,0 1 0 0 0,1 0 0 0 0,0 1 0 0 0,1 0 0 0 0,20-19 0 0 0,-28 28-655 0 0,1 1 0 0 0,-1 0 0 0 0,1-1 0 0 0,0 1-1 0 0,0 0 1 0 0,0 0 0 0 0,0 0 0 0 0,0 0 0 0 0,0 1 0 0 0,0-1-1 0 0,0 0 1 0 0,0 1 0 0 0,0-1 0 0 0,2 1 0 0 0,-2 0-48 0 0,-1 0 1 0 0,0 0 0 0 0,0 0-1 0 0,0 1 1 0 0,0-1-1 0 0,1 0 1 0 0,-1 1 0 0 0,0-1-1 0 0,0 1 1 0 0,0-1-1 0 0,0 1 1 0 0,0 0 0 0 0,0-1-1 0 0,0 1 1 0 0,0 0 0 0 0,0 0-1 0 0,-1 0 1 0 0,3 1-1 0 0,-1 3 4 0 0,1-1-1 0 0,-1 1 1 0 0,0 0-1 0 0,0 0 1 0 0,0 0 0 0 0,0 0-1 0 0,-1 0 1 0 0,0 0-1 0 0,1 10 1 0 0,0 8-42 0 0,-2-1-1 0 0,0 1 1 0 0,-2-1 0 0 0,-5 35 0 0 0,-28 87 288 0 0,35-142-277 0 0,-1-1 0 0 0,1 0 0 0 0,-1 0 0 0 0,1 0 0 0 0,-1 0 0 0 0,1 0 0 0 0,0 1 0 0 0,0-1 0 0 0,0 0 0 0 0,-1 0 1 0 0,1 0-1 0 0,0 0 0 0 0,1 1 0 0 0,-1-1 0 0 0,0 0 0 0 0,0 0 0 0 0,0 0 0 0 0,1 1 0 0 0,-1-1 0 0 0,0 0 0 0 0,1 0 0 0 0,-1 0 0 0 0,1 0 1 0 0,0 0-1 0 0,-1 0 0 0 0,1 0 0 0 0,0 0 0 0 0,-1 0 0 0 0,1 0 0 0 0,0 0 0 0 0,0-1 0 0 0,0 1 0 0 0,0 0 0 0 0,0 0 0 0 0,0-1 0 0 0,0 1 1 0 0,0-1-1 0 0,0 1 0 0 0,0-1 0 0 0,0 1 0 0 0,0-1 0 0 0,1 0 0 0 0,-1 1 0 0 0,0-1 0 0 0,0 0 0 0 0,0 0 0 0 0,1 0 0 0 0,-1 0 0 0 0,0 0 1 0 0,0 0-1 0 0,0 0 0 0 0,2-1 0 0 0,4 1 42 0 0,0-1 0 0 0,0-1 0 0 0,0 1 0 0 0,0-1 0 0 0,0 0 0 0 0,-1-1 0 0 0,9-4 0 0 0,-12 6-53 0 0,117-59-2297 0 0,-102 52 1015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58.1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44 5065 0 0,'2'-3'562'0'0,"0"0"0"0"0,0 0 0 0 0,0 0 0 0 0,1 0 0 0 0,-1 0 0 0 0,1 1 0 0 0,-1-1 0 0 0,1 1 0 0 0,0 0 0 0 0,0 0 0 0 0,0 0 0 0 0,0 0 0 0 0,0 0 0 0 0,1 1 0 0 0,-1-1 0 0 0,0 1 0 0 0,1 0 0 0 0,4-1 0 0 0,-6 1-478 0 0,0 1 0 0 0,0 0 0 0 0,0-1 1 0 0,1 1-1 0 0,-1 0 0 0 0,0 0 1 0 0,0 1-1 0 0,0-1 0 0 0,0 0 1 0 0,0 1-1 0 0,0-1 0 0 0,0 1 0 0 0,0 0 1 0 0,0-1-1 0 0,0 1 0 0 0,0 0 1 0 0,0 0-1 0 0,0 0 0 0 0,0 1 0 0 0,-1-1 1 0 0,1 0-1 0 0,0 1 0 0 0,-1-1 1 0 0,1 1-1 0 0,-1 0 0 0 0,0-1 1 0 0,1 1-1 0 0,-1 0 0 0 0,0 0 0 0 0,0 0 1 0 0,1 2-1 0 0,2 10 47 0 0,-1-1 0 0 0,0 1 0 0 0,0 0 1 0 0,-2-1-1 0 0,0 1 0 0 0,0 0 0 0 0,-1 0 0 0 0,-1 0 0 0 0,-3 19 1 0 0,1-12 303 0 0,2 0 0 0 0,1 0 0 0 0,1 21 1 0 0,-1-41-404 0 0,0 0 1 0 0,0 0 0 0 0,0 0-1 0 0,0 0 1 0 0,1 0-1 0 0,-1 0 1 0 0,0 0 0 0 0,0 0-1 0 0,1 0 1 0 0,-1 0 0 0 0,0 0-1 0 0,1 0 1 0 0,-1-1 0 0 0,1 1-1 0 0,-1 0 1 0 0,1 0 0 0 0,0 0-1 0 0,-1-1 1 0 0,1 1 0 0 0,0 0-1 0 0,0-1 1 0 0,-1 1 0 0 0,1 0-1 0 0,0-1 1 0 0,0 1-1 0 0,0-1 1 0 0,0 1 0 0 0,0-1-1 0 0,-1 0 1 0 0,1 1 0 0 0,0-1-1 0 0,0 0 1 0 0,0 0 0 0 0,0 0-1 0 0,0 1 1 0 0,0-1 0 0 0,0 0-1 0 0,0 0 1 0 0,0 0 0 0 0,0-1-1 0 0,0 1 1 0 0,0 0 0 0 0,0 0-1 0 0,0 0 1 0 0,0-1-1 0 0,0 1 1 0 0,0-1 0 0 0,0 1-1 0 0,0-1 1 0 0,1 0 0 0 0,7-3 32 0 0,-1-1 1 0 0,1-1 0 0 0,-1 1-1 0 0,8-8 1 0 0,-11 9-20 0 0,95-88-287 0 0,-67 59-1588 0 0,-7 9-5894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59.2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0 11979 0 0,'-1'16'8912'0'0,"2"-15"-8684"0"0,16 35 492 0 0,5 12-442 0 0,-15-17-167 0 0,-2 1 0 0 0,-1 0 0 0 0,-1 0 0 0 0,-2 37 0 0 0,-1-42-198 0 0,0 0 1 0 0,2 0-1 0 0,1 0 1 0 0,1 0-1 0 0,1 0 1 0 0,14 42-1 0 0,-2-36-2067 0 0,-14-25 558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59.5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0 172 3681 0 0,'2'-13'863'0'0,"1"0"0"0"0,0 1 0 0 0,0-1 0 0 0,2 0 0 0 0,-1 1 0 0 0,2 0 0 0 0,-1 0 1 0 0,2 1-1 0 0,-1-1 0 0 0,12-13 0 0 0,-16 23-694 0 0,-1 1 0 0 0,0-1 0 0 0,0 0-1 0 0,0 1 1 0 0,1-1 0 0 0,-1 1 0 0 0,1-1 0 0 0,-1 1 0 0 0,1 0 0 0 0,0 0 0 0 0,-1 0 0 0 0,1 0 0 0 0,0 0 0 0 0,0 0 0 0 0,0 0 0 0 0,0 1-1 0 0,0-1 1 0 0,0 1 0 0 0,0-1 0 0 0,0 1 0 0 0,0 0 0 0 0,0-1 0 0 0,3 2 0 0 0,-3-1-97 0 0,0 1 1 0 0,0 0-1 0 0,0-1 0 0 0,0 1 1 0 0,0 0-1 0 0,0 1 1 0 0,0-1-1 0 0,0 0 0 0 0,0 0 1 0 0,-1 1-1 0 0,1-1 0 0 0,-1 1 1 0 0,1 0-1 0 0,-1-1 1 0 0,1 1-1 0 0,-1 0 0 0 0,0 0 1 0 0,0 0-1 0 0,0 0 1 0 0,0 0-1 0 0,1 3 0 0 0,1 5-17 0 0,0 0-1 0 0,0 0 1 0 0,-1 0 0 0 0,-1 0-1 0 0,1 1 1 0 0,-2-1-1 0 0,0 0 1 0 0,0 1-1 0 0,0-1 1 0 0,-2 1 0 0 0,1-1-1 0 0,-4 11 1 0 0,-6 19-45 0 0,-27 65 0 0 0,20-59 27 0 0,12-29 145 0 0,-14 39 478 0 0,19-54-605 0 0,1 0 0 0 0,-1 0 0 0 0,1 1-1 0 0,0-1 1 0 0,-1 0 0 0 0,1 0 0 0 0,0 0-1 0 0,0 1 1 0 0,0-1 0 0 0,1 0 0 0 0,-1 0 0 0 0,0 1-1 0 0,1-1 1 0 0,-1 0 0 0 0,1 0 0 0 0,0 0 0 0 0,0 0-1 0 0,0 0 1 0 0,0 0 0 0 0,2 3 0 0 0,-1-3-10 0 0,0-1-1 0 0,0 0 1 0 0,0 0 0 0 0,0 1 0 0 0,1-1 0 0 0,-1-1 0 0 0,0 1 0 0 0,0 0 0 0 0,1 0 0 0 0,-1-1 0 0 0,0 1 0 0 0,1-1-1 0 0,-1 0 1 0 0,1 0 0 0 0,-1 0 0 0 0,1 0 0 0 0,-1 0 0 0 0,5-1 0 0 0,47-14 141 0 0,-42 11-137 0 0,51-18 83 0 0,0 0-1179 0 0,-19 11-5310 0 0,-26 8-270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7:00.3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57 6913 0 0,'-6'-12'-195'0'0,"5"9"920"0"0,-1 0 1 0 0,1 0-1 0 0,-1 0 0 0 0,1-1 1 0 0,0 1-1 0 0,0 0 1 0 0,0-5-1 0 0,1 7-596 0 0,0 1 0 0 0,0-1 0 0 0,1 0 0 0 0,-1 0-1 0 0,0 1 1 0 0,1-1 0 0 0,-1 0 0 0 0,0 1 0 0 0,1-1 0 0 0,-1 0 0 0 0,0 1 0 0 0,1-1 0 0 0,-1 1-1 0 0,1-1 1 0 0,-1 1 0 0 0,1-1 0 0 0,0 1 0 0 0,-1-1 0 0 0,1 1 0 0 0,0-1 0 0 0,-1 1 0 0 0,1 0-1 0 0,0-1 1 0 0,-1 1 0 0 0,1 0 0 0 0,0 0 0 0 0,-1-1 0 0 0,1 1 0 0 0,0 0 0 0 0,0 0 0 0 0,-1 0 0 0 0,1 0-1 0 0,0 0 1 0 0,0 0 0 0 0,-1 0 0 0 0,1 0 0 0 0,0 0 0 0 0,1 1 136 0 0,-2 0-161 0 0,0-1 0 0 0,0 1 0 0 0,1-1-1 0 0,-1 1 1 0 0,0-1 0 0 0,0 1 0 0 0,1-1 0 0 0,-1 1 0 0 0,0-1 0 0 0,1 1 0 0 0,-1-1 0 0 0,0 1 0 0 0,1-1 0 0 0,-1 1 0 0 0,1-1-1 0 0,-1 0 1 0 0,1 1 0 0 0,-1-1 0 0 0,1 0 0 0 0,-1 1 0 0 0,1-1 0 0 0,-1 0 0 0 0,1 0 0 0 0,-1 0 0 0 0,1 1 0 0 0,0-1 0 0 0,-1 0-1 0 0,1 0 1 0 0,-1 0 0 0 0,1 0 0 0 0,0 0 0 0 0,0 0 0 0 0,23 1-436 0 0,-22-1 521 0 0,0 0-157 0 0,0 0-1 0 0,-1 1 1 0 0,1-1 0 0 0,0 0 0 0 0,0 1-1 0 0,0-1 1 0 0,-1 1 0 0 0,1-1 0 0 0,0 1-1 0 0,-1 0 1 0 0,1 0 0 0 0,-1-1 0 0 0,1 1 0 0 0,-1 0-1 0 0,1 1 1 0 0,-1-1 0 0 0,1 0 0 0 0,-1 0-1 0 0,1 2 1 0 0,1 0-7 0 0,-1 1-1 0 0,0-1 1 0 0,0 0 0 0 0,-1 1-1 0 0,1 0 1 0 0,-1-1 0 0 0,1 1-1 0 0,0 5 1 0 0,0 6-7 0 0,0-1 1 0 0,-1 1-1 0 0,-1 23 1 0 0,-1-15-19 0 0,-2-1 0 0 0,-1 1 0 0 0,0-1 0 0 0,-1 0 0 0 0,-2-1 0 0 0,0 1 0 0 0,-11 20 0 0 0,20-38 13 0 0,8-6-23 0 0,20-8-40 0 0,-9 3 25 0 0,-18 6 23 0 0,0 1 0 0 0,-1-1 0 0 0,1 1 0 0 0,0 0 0 0 0,0-1 0 0 0,0 2 0 0 0,0-1 0 0 0,0 0 0 0 0,0 0 1 0 0,0 1-1 0 0,0-1 0 0 0,0 1 0 0 0,-1 0 0 0 0,1 0 0 0 0,0 0 0 0 0,3 2 0 0 0,-4-1-2 0 0,0-1 0 0 0,-1 1 0 0 0,1 0-1 0 0,0-1 1 0 0,-1 1 0 0 0,1 0 0 0 0,-1 0-1 0 0,0 0 1 0 0,0 0 0 0 0,0 0 0 0 0,0 0 0 0 0,0 0-1 0 0,0 1 1 0 0,0-1 0 0 0,-1 0 0 0 0,1 4 0 0 0,0 0-4 0 0,0 1 1 0 0,-1-1-1 0 0,0 1 1 0 0,-1-1-1 0 0,0 1 1 0 0,0-1 0 0 0,0 1-1 0 0,-1-1 1 0 0,1 0-1 0 0,-2 0 1 0 0,1 0-1 0 0,-1 0 1 0 0,-4 8 0 0 0,-2 0-625 0 0,-1 0 1 0 0,-1 0-1 0 0,0 0 0 0 0,0-2 1 0 0,-2 1-1 0 0,0-2 1 0 0,0 1-1 0 0,-26 15 1 0 0,23-18-6208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7:01.0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 0 8754 0 0,'-2'0'362'0'0,"1"0"1"0"0,-1 0-1 0 0,1 0 0 0 0,-1 0 1 0 0,1 1-1 0 0,0-1 0 0 0,-1 0 1 0 0,1 0-1 0 0,-1 1 0 0 0,1-1 1 0 0,0 1-1 0 0,0 0 1 0 0,-1-1-1 0 0,-1 2 0 0 0,3-1-163 0 0,-1-1-1 0 0,1 1 1 0 0,0-1 0 0 0,-1 1-1 0 0,1-1 1 0 0,-1 1-1 0 0,1 0 1 0 0,0-1-1 0 0,0 1 1 0 0,-1 0 0 0 0,1-1-1 0 0,0 1 1 0 0,0 0-1 0 0,0-1 1 0 0,0 1-1 0 0,0 0 1 0 0,0-1 0 0 0,0 1-1 0 0,0 0 1 0 0,0-1-1 0 0,0 2 1 0 0,2 4 497 0 0,0-1 1 0 0,0 1 0 0 0,0-1-1 0 0,1 1 1 0 0,6 8-1 0 0,-1 0-1071 0 0,7 18 666 0 0,-2 0 0 0 0,-1 0 0 0 0,13 54 0 0 0,12 36-800 0 0,-25-86-1865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7:01.3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1 225 1376 0 0,'9'-24'1902'0'0,"2"1"0"0"0,1-1-1 0 0,1 2 1 0 0,19-25-1 0 0,-28 40-1379 0 0,1 1 0 0 0,1-1 0 0 0,-1 1 0 0 0,1 0 0 0 0,0 0 0 0 0,1 1 0 0 0,-1 0-1 0 0,1 0 1 0 0,0 0 0 0 0,0 1 0 0 0,1 0 0 0 0,-1 1 0 0 0,1-1 0 0 0,0 1-1 0 0,0 1 1 0 0,16-4 0 0 0,-23 6-508 0 0,0 0 0 0 0,0 0 1 0 0,0 0-1 0 0,0 0 0 0 0,1 0 0 0 0,-1 0 0 0 0,0 0 0 0 0,0 0 0 0 0,0 1 0 0 0,0-1 0 0 0,0 0 1 0 0,0 1-1 0 0,0-1 0 0 0,0 1 0 0 0,0-1 0 0 0,0 1 0 0 0,0-1 0 0 0,0 1 0 0 0,0 0 0 0 0,-1-1 1 0 0,1 1-1 0 0,0 0 0 0 0,0 0 0 0 0,0 1 0 0 0,1 0 21 0 0,-1 0 0 0 0,-1 0-1 0 0,1 1 1 0 0,0-1 0 0 0,-1 0 0 0 0,1 1-1 0 0,-1-1 1 0 0,1 0 0 0 0,-1 1 0 0 0,0-1 0 0 0,0 3-1 0 0,-1 6 90 0 0,-1 1-1 0 0,0-1 1 0 0,-5 18-1 0 0,-3 0-183 0 0,-23 47 0 0 0,19-45 25 0 0,-12 35 0 0 0,25-64 76 0 0,0 1-1 0 0,1-1 1 0 0,-1 0 0 0 0,1 0-1 0 0,0 0 1 0 0,-1 0 0 0 0,1 0 0 0 0,0 1-1 0 0,0-1 1 0 0,1 0 0 0 0,-1 0 0 0 0,0 0-1 0 0,1 1 1 0 0,-1-1 0 0 0,1 0-1 0 0,-1 0 1 0 0,1 0 0 0 0,0 0 0 0 0,0 0-1 0 0,0 0 1 0 0,0 0 0 0 0,3 2-1 0 0,-1-1 22 0 0,0 0 0 0 0,0-1 0 0 0,0 1 0 0 0,1-1 0 0 0,-1 0 0 0 0,1 1 0 0 0,0-2 0 0 0,-1 1 0 0 0,1 0 0 0 0,0-1 0 0 0,5 2 0 0 0,6 0-29 0 0,1 0-1 0 0,0-1 1 0 0,0 0 0 0 0,0-2-1 0 0,18 0 1 0 0,22-3-4004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7:01.9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1 124 5065 0 0,'0'-2'72'0'0,"1"-24"2876"0"0,-1 25-2381 0 0,0-1-1 0 0,0 1 1 0 0,5-14 5666 0 0,-3 13-5666 0 0,-1 2-368 0 0,0 0 1 0 0,-1 0 0 0 0,1 0-1 0 0,0 0 1 0 0,-1 0-1 0 0,1 0 1 0 0,0 0-1 0 0,-1 1 1 0 0,1-1 0 0 0,0 0-1 0 0,-1 1 1 0 0,1-1-1 0 0,-1 0 1 0 0,1 1-1 0 0,-1-1 1 0 0,1 0-1 0 0,-1 1 1 0 0,1-1 0 0 0,-1 1-1 0 0,1 0 1 0 0,21 22 955 0 0,-20-21-888 0 0,14 16-10 0 0,1-1 1 0 0,0-1-1 0 0,36 26 0 0 0,-47-38-256 0 0,0 1-1 0 0,1-2 0 0 0,0 1 1 0 0,-1-1-1 0 0,1 0 0 0 0,0 0 1 0 0,1-1-1 0 0,-1 0 0 0 0,0 0 1 0 0,1-1-1 0 0,-1 0 0 0 0,1 0 1 0 0,-1-1-1 0 0,1 0 0 0 0,-1 0 1 0 0,11-2-1 0 0,-12 1-68 0 0,0-1-1 0 0,0 0 1 0 0,0-1 0 0 0,-1 1-1 0 0,1-1 1 0 0,-1 0 0 0 0,1 0-1 0 0,-1-1 1 0 0,0 1-1 0 0,-1-1 1 0 0,1 0 0 0 0,0-1-1 0 0,-1 1 1 0 0,0-1 0 0 0,0 0-1 0 0,-1 0 1 0 0,1 0 0 0 0,-1 0-1 0 0,0-1 1 0 0,0 1 0 0 0,-1-1-1 0 0,0 0 1 0 0,0 0 0 0 0,0 0-1 0 0,-1 0 1 0 0,1 0 0 0 0,-2 0-1 0 0,1 0 1 0 0,-1-1 0 0 0,1 1-1 0 0,-2 0 1 0 0,1 0-1 0 0,-1 0 1 0 0,0 0 0 0 0,-2-9-1 0 0,0 6 206 0 0,3 5 48 0 0,-1 0 0 0 0,-1 0 0 0 0,1-1 0 0 0,-1 1 0 0 0,1 0 0 0 0,-1 1 0 0 0,0-1 0 0 0,-5-7 0 0 0,6 21 1014 0 0,23 144-773 0 0,4 45-276 0 0,-22-138-443 0 0,4 46 874 0 0,0-36-7474 0 0,-3-42-737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7:02.9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6913 0 0,'1'8'10248'0'0,"9"12"-7916"0"0,10 16-1862 0 0,7 15-35 0 0,-2 1-1 0 0,-3 0 1 0 0,-2 2-1 0 0,-2 0 1 0 0,-3 1-1 0 0,9 61 1 0 0,-18-88-462 0 0,-3-17-67 0 0,-1 1 0 0 0,0-1 1 0 0,0 1-1 0 0,-1 0 0 0 0,-1 0 1 0 0,-1 22-1 0 0,-1-28-1137 0 0,-2-1-376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7:03.3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0 104 5529 0 0,'3'-6'277'0'0,"0"1"-1"0"0,0-1 0 0 0,1 1 1 0 0,0 0-1 0 0,-1 0 0 0 0,2 0 1 0 0,-1 1-1 0 0,0-1 0 0 0,1 1 1 0 0,0 0-1 0 0,0 0 0 0 0,0 1 1 0 0,7-4-1 0 0,-2 1 640 0 0,1 1 0 0 0,0 0-1 0 0,0 1 1 0 0,0 0 0 0 0,0 1 0 0 0,15-3 0 0 0,-23 5-779 0 0,0 0-1 0 0,1 1 1 0 0,-1 0 0 0 0,0-1 0 0 0,1 1 0 0 0,-1 0-1 0 0,0 1 1 0 0,1-1 0 0 0,-1 0 0 0 0,0 1 0 0 0,1 0-1 0 0,-1 0 1 0 0,0 0 0 0 0,0 0 0 0 0,0 1 0 0 0,0-1-1 0 0,0 1 1 0 0,4 2 0 0 0,-5-1-59 0 0,0-1 0 0 0,0 0 0 0 0,0 1 0 0 0,0 0 0 0 0,0-1 0 0 0,-1 1 0 0 0,1 0 1 0 0,-1 0-1 0 0,0 0 0 0 0,0 0 0 0 0,0 0 0 0 0,0 0 0 0 0,0 0 0 0 0,-1 0 0 0 0,1 6 0 0 0,-1 5 47 0 0,-1-1 0 0 0,0 0 0 0 0,-1 0 0 0 0,0 0 0 0 0,-1 0 1 0 0,0 0-1 0 0,-10 22 0 0 0,-8 8 52 0 0,15-32-126 0 0,0-1 0 0 0,1 1 0 0 0,0 0 0 0 0,1 1-1 0 0,0-1 1 0 0,-3 20 0 0 0,7-30-35 0 0,0 0-1 0 0,0 0 1 0 0,0 0 0 0 0,0 0-1 0 0,0 0 1 0 0,0 0-1 0 0,0 0 1 0 0,0-1 0 0 0,0 1-1 0 0,0 0 1 0 0,1 0-1 0 0,-1 0 1 0 0,0 0 0 0 0,1 0-1 0 0,-1-1 1 0 0,1 1-1 0 0,-1 0 1 0 0,1 0 0 0 0,-1 0-1 0 0,1-1 1 0 0,-1 1-1 0 0,1 0 1 0 0,0-1 0 0 0,-1 1-1 0 0,1-1 1 0 0,0 1-1 0 0,0-1 1 0 0,-1 1 0 0 0,1-1-1 0 0,0 1 1 0 0,0-1-1 0 0,0 0 1 0 0,0 1 0 0 0,-1-1-1 0 0,1 0 1 0 0,0 0 0 0 0,0 1-1 0 0,0-1 1 0 0,0 0-1 0 0,0 0 1 0 0,0 0 0 0 0,0 0-1 0 0,0 0 1 0 0,0-1-1 0 0,-1 1 1 0 0,1 0 0 0 0,2-1-1 0 0,7-1 145 0 0,-1 0 1 0 0,1-1-1 0 0,14-7 0 0 0,-11 5-88 0 0,3-2-149 0 0,0 2 0 0 0,1 0 1 0 0,-1 1-1 0 0,1 0 0 0 0,0 1 1 0 0,-1 1-1 0 0,31 0 0 0 0,-34 4-741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7:03.8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88 7834 0 0,'5'0'771'0'0,"-1"0"1"0"0,1 0-1 0 0,-1 0 1 0 0,0-1-1 0 0,1 0 1 0 0,-1 0-1 0 0,0 0 1 0 0,0 0-1 0 0,0-1 1 0 0,7-3-1 0 0,-4 2 365 0 0,72-27 2152 0 0,-2-1-3946 0 0,-48 19-684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7:04.2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76 1 1376 0 0,'-3'1'457'0'0,"0"-1"-1"0"0,1 1 1 0 0,-1 0-1 0 0,1 0 1 0 0,-1 0-1 0 0,1 1 0 0 0,-1-1 1 0 0,1 0-1 0 0,0 1 1 0 0,-1 0-1 0 0,1-1 1 0 0,0 1-1 0 0,0 0 1 0 0,0 0-1 0 0,1 0 0 0 0,-4 4 1 0 0,3-3 227 0 0,-1 1 0 0 0,1-1 1 0 0,0 0-1 0 0,0 1 0 0 0,0-1 0 0 0,1 1 0 0 0,-1-1 1 0 0,1 1-1 0 0,0 0 0 0 0,-2 7 0 0 0,3-9-568 0 0,1 0 0 0 0,-1 0 0 0 0,1 0 0 0 0,0 0 0 0 0,-1-1 0 0 0,1 1 0 0 0,0 0 0 0 0,0 0 0 0 0,0-1 0 0 0,0 1 0 0 0,0 0 0 0 0,1-1 0 0 0,-1 1 0 0 0,0-1 0 0 0,1 0 0 0 0,2 3 0 0 0,32 22 161 0 0,-16-12-24 0 0,-8-5-214 0 0,-1 1 1 0 0,0 0-1 0 0,-1 0 0 0 0,0 1 1 0 0,-1 1-1 0 0,0-1 0 0 0,13 26 1 0 0,-19-33 6 0 0,-1 1 1 0 0,0 0 0 0 0,-1 0 0 0 0,1 0-1 0 0,-1 0 1 0 0,0 0 0 0 0,-1 0 0 0 0,1 0 0 0 0,-1 0-1 0 0,0 0 1 0 0,0 1 0 0 0,0-1 0 0 0,-1 0 0 0 0,0 0-1 0 0,0 0 1 0 0,0 0 0 0 0,0 0 0 0 0,-1 0 0 0 0,0-1-1 0 0,0 1 1 0 0,0 0 0 0 0,-1-1 0 0 0,0 1 0 0 0,0-1-1 0 0,-6 8 1 0 0,3-6 115 0 0,-1 0 0 0 0,1-1 0 0 0,-1 1 0 0 0,0-2 0 0 0,0 1 0 0 0,-1-1 0 0 0,1 0-1 0 0,-1 0 1 0 0,0-1 0 0 0,0 0 0 0 0,0 0 0 0 0,-17 2 0 0 0,18-3-1213 0 0,0-1 0 0 0,0-1-1 0 0,0 0 1 0 0,0 0 0 0 0,-10-1 0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7:06.0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1 140 8290 0 0,'1'-1'341'0'0,"0"0"0"0"0,0 1 0 0 0,0-1 0 0 0,0 1 1 0 0,0-1-1 0 0,0 1 0 0 0,0 0 0 0 0,0-1 0 0 0,0 1 0 0 0,0 0 1 0 0,1 0-1 0 0,-1-1 0 0 0,0 1 0 0 0,0 0 0 0 0,0 0 0 0 0,0 1 1 0 0,0-1-1 0 0,1 0 0 0 0,-1 0 0 0 0,0 0 0 0 0,0 1 0 0 0,0-1 1 0 0,1 1-1 0 0,29 13 2239 0 0,-22-9-1938 0 0,4 2-392 0 0,1 1-1 0 0,-1 0 1 0 0,-1 1 0 0 0,1 0-1 0 0,-1 1 1 0 0,-1 1-1 0 0,0 0 1 0 0,-1 0-1 0 0,0 1 1 0 0,11 17 0 0 0,6 14-161 0 0,37 85 0 0 0,4 5 91 0 0,-57-113-38 0 0,-6-11-74 0 0,-1 0 0 0 0,1 0 0 0 0,1-1 0 0 0,-1 0 0 0 0,1 0 0 0 0,1 0 0 0 0,-1-1 0 0 0,1 0 0 0 0,1 0 0 0 0,10 7 0 0 0,-18-14-53 0 0,1 0-1 0 0,-1 0 0 0 0,0 0 0 0 0,1 0 0 0 0,-1 0 0 0 0,1 0 0 0 0,-1 0 1 0 0,0 0-1 0 0,1-1 0 0 0,-1 1 0 0 0,0 0 0 0 0,1 0 0 0 0,-1 0 0 0 0,0-1 1 0 0,1 1-1 0 0,-1 0 0 0 0,0 0 0 0 0,0-1 0 0 0,1 1 0 0 0,-1 0 0 0 0,0 0 1 0 0,0-1-1 0 0,1 1 0 0 0,-1 0 0 0 0,0-1 0 0 0,0 1 0 0 0,0 0 0 0 0,1-1 1 0 0,-1 1-1 0 0,0 0 0 0 0,0-1 0 0 0,0 1 0 0 0,0-1 0 0 0,0 1 1 0 0,0 0-1 0 0,0-1 0 0 0,0 1 0 0 0,4-21 37 0 0,-3 17 82 0 0,3-30 50 0 0,-1 0-1 0 0,-2-1 1 0 0,-1 1 0 0 0,-2 0 0 0 0,-6-39-1 0 0,-2-51-325 0 0,9 103-173 0 0,2 1-1 0 0,0-1 1 0 0,1 1-1 0 0,1 0 0 0 0,1-1 1 0 0,1 2-1 0 0,1-1 0 0 0,1 0 1 0 0,0 1-1 0 0,1 1 1 0 0,17-29-1 0 0,-6 17-1161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7:06.5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 52 456 0 0,'16'-27'3639'0'0,"-15"26"-3266"0"0,-1 0 0 0 0,1 0-1 0 0,-1 0 1 0 0,1 0 0 0 0,-1 0 0 0 0,0 0 0 0 0,1 0-1 0 0,-1 0 1 0 0,0 0 0 0 0,0 0 0 0 0,0 0 0 0 0,0 0-1 0 0,0 0 1 0 0,0 0 0 0 0,0 0 0 0 0,0 0 0 0 0,0 0-1 0 0,0 0 1 0 0,0 0 0 0 0,-1 0 0 0 0,1 0 0 0 0,-1-1-1 0 0,0 1-205 0 0,0 1-1 0 0,0 0 0 0 0,1 1 0 0 0,-1-1 1 0 0,0 0-1 0 0,0 0 0 0 0,0 0 0 0 0,1 0 1 0 0,-1 1-1 0 0,0-1 0 0 0,0 0 0 0 0,1 0 1 0 0,-1 1-1 0 0,0-1 0 0 0,1 1 0 0 0,-1-1 1 0 0,0 1-1 0 0,1-1 0 0 0,-1 1 1 0 0,1-1-1 0 0,-1 1 0 0 0,1 0 0 0 0,-1-1 1 0 0,1 1-1 0 0,-1 0 0 0 0,1-1 0 0 0,-1 2 1 0 0,-14 21 880 0 0,15-22-928 0 0,-7 12 33 0 0,1-1-1 0 0,1 1 1 0 0,1 0 0 0 0,-1 0 0 0 0,2 0 0 0 0,0 1 0 0 0,1 0 0 0 0,0-1 0 0 0,1 1 0 0 0,0 0 0 0 0,1 0 0 0 0,1-1 0 0 0,2 17 0 0 0,-1-26-154 0 0,-1 0 1 0 0,1 0-1 0 0,-1 0 1 0 0,1 0 0 0 0,0 0-1 0 0,0-1 1 0 0,1 1-1 0 0,-1-1 1 0 0,1 1-1 0 0,0-1 1 0 0,0 0-1 0 0,0 0 1 0 0,0 0 0 0 0,0-1-1 0 0,1 1 1 0 0,-1-1-1 0 0,8 4 1 0 0,6 2-130 0 0,0-1-1 0 0,36 9 1 0 0,13 7-469 0 0,-61-20 567 0 0,0-1 0 0 0,0 1 0 0 0,-1 0 0 0 0,1 1 0 0 0,-1-1 0 0 0,1 1 0 0 0,-1-1 0 0 0,0 1 0 0 0,-1 1 0 0 0,1-1 0 0 0,-1 0 0 0 0,0 1 0 0 0,0 0 0 0 0,0 0 0 0 0,2 6 0 0 0,-4-8 78 0 0,0 0 1 0 0,0 0-1 0 0,-1 0 0 0 0,1 0 0 0 0,-1 0 0 0 0,0 0 0 0 0,0 0 0 0 0,0 0 1 0 0,-1 0-1 0 0,1 0 0 0 0,-1 0 0 0 0,1 0 0 0 0,-1 0 0 0 0,0-1 0 0 0,0 1 0 0 0,0 0 1 0 0,-1 0-1 0 0,1-1 0 0 0,-1 1 0 0 0,1 0 0 0 0,-1-1 0 0 0,0 0 0 0 0,0 1 1 0 0,0-1-1 0 0,0 0 0 0 0,-1 0 0 0 0,1 0 0 0 0,0 0 0 0 0,-4 1 0 0 0,-4 4 218 0 0,0 0 0 0 0,0-1 0 0 0,-1 0-1 0 0,0-1 1 0 0,-1-1 0 0 0,1 1-1 0 0,-1-2 1 0 0,0 0 0 0 0,0 0 0 0 0,-23 2-1 0 0,24-4-251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7:42.940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66 96 2304 0 0,'-66'13'12348'0'0,"68"-18"-11963"0"0,0-25 201 0 0,-2 28-413 0 0,-1 1-1 0 0,1-1 0 0 0,0 1 0 0 0,-1-1 1 0 0,1 1-1 0 0,0-1 0 0 0,0 1 0 0 0,0-1 0 0 0,0 1 1 0 0,0 0-1 0 0,1-1 0 0 0,-1 1 0 0 0,0-1 1 0 0,1 1-1 0 0,-1-1 0 0 0,1 1 0 0 0,0 0 1 0 0,-1-1-1 0 0,1 1 0 0 0,0 0 0 0 0,0-1 173 0 0,2-2-173 0 0,1 2 34 0 0,0-1 0 0 0,0 1 0 0 0,0 0 0 0 0,0 1-1 0 0,0-1 1 0 0,8-2 0 0 0,-1 1-549 0 0,-4 1 365 0 0,1 0 1 0 0,-1 1-1 0 0,0-1 1 0 0,1 2-1 0 0,-1-1 0 0 0,1 1 1 0 0,-1 0-1 0 0,1 1 0 0 0,11 2 1 0 0,5 2 35 0 0,38 14 0 0 0,-45-12-58 0 0,0-2 1 0 0,1 0-1 0 0,-1-1 0 0 0,28 3 1 0 0,-9-7-2 0 0,36-5 1 0 0,-42 2 91 0 0,1 1 0 0 0,38 4 0 0 0,13 3 154 0 0,0-2 0 0 0,0-5 1 0 0,101-14-1 0 0,-65 8-252 0 0,-14 2-66 0 0,183-9 150 0 0,-248 13 24 0 0,39-6-1 0 0,-53 4-44 0 0,1 1-1 0 0,-1 1 0 0 0,1 2 1 0 0,48 4-1 0 0,-52-1 34 0 0,42 1-1 0 0,-65-4-57 0 0,0 1-1 0 0,0-1 0 0 0,0 1 1 0 0,0-1-1 0 0,0 1 0 0 0,0 0 1 0 0,1-1-1 0 0,-1 1 0 0 0,0 0 1 0 0,0 0-1 0 0,1 0 0 0 0,-1-1 0 0 0,1 1 1 0 0,-1 0-1 0 0,1 0 0 0 0,-1 0 1 0 0,1 0-1 0 0,-1 0 0 0 0,1 0 1 0 0,0 0-1 0 0,-1 0 0 0 0,1 0 1 0 0,0 0-1 0 0,0 0 0 0 0,0 2 1 0 0,-3 16-1329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8:03.18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28 2401 0 0,'8'-4'0'0'0,"-2"1"0"0"0,-2 3 0 0 0,-3 0 0 0 0,0 0 0 0 0,2-2 0 0 0,3 0 0 0 0,3-2 0 0 0,2-1 0 0 0,-1 3 0 0 0,-3-1 0 0 0,-3 0 0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8:04.62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1098 28 3681 0 0,'-31'-28'6702'0'0,"28"29"-6492"0"0,-47-1 2608 0 0,-7 9-1625 0 0,1 2 1 0 0,0 3-1 0 0,-57 23 0 0 0,18-6-608 0 0,-331 83 470 0 0,216-53-483 0 0,291-62-2380 0 0,-60 0 1672 0 0,328-30-985 0 0,-3-25 780 0 0,-302 46 345 0 0,31-8 47 0 0,127-13 1 0 0,-200 31-51 0 0,1 0-1 0 0,-1-1 1 0 0,0 1 0 0 0,1 0-1 0 0,-1 1 1 0 0,1-1-1 0 0,-1 0 1 0 0,0 1 0 0 0,1-1-1 0 0,-1 1 1 0 0,0 0 0 0 0,1 0-1 0 0,3 2 1 0 0,-6-3 2 0 0,1 0-1 0 0,-1 1 1 0 0,0-1-1 0 0,0 0 1 0 0,1 1 0 0 0,-1-1-1 0 0,0 1 1 0 0,0-1 0 0 0,1 1-1 0 0,-1-1 1 0 0,0 0-1 0 0,0 1 1 0 0,0-1 0 0 0,0 1-1 0 0,0-1 1 0 0,0 1-1 0 0,1-1 1 0 0,-1 1 0 0 0,0-1-1 0 0,0 1 1 0 0,-1-1-1 0 0,1 1 1 0 0,0-1 0 0 0,0 1-1 0 0,0 0 1 0 0,-13 17 221 0 0,-10 1 34 0 0,0 0-1 0 0,-2-2 0 0 0,0-1 0 0 0,-1-1 0 0 0,-35 15 0 0 0,-30 18 75 0 0,-283 185 247 0 0,357-222-597 0 0,1 0 1 0 0,1 2-1 0 0,-26 24 0 0 0,35-31 5 0 0,1 1 1 0 0,-1-1 0 0 0,2 1-1 0 0,-1 0 1 0 0,1 0-1 0 0,0 0 1 0 0,0 1 0 0 0,1-1-1 0 0,0 1 1 0 0,1 0 0 0 0,-4 15-1 0 0,6-21-42 0 0,0 0-1 0 0,0 1 0 0 0,0-1 1 0 0,0 1-1 0 0,0-1 0 0 0,1 0 1 0 0,-1 1-1 0 0,1-1 1 0 0,-1 0-1 0 0,1 1 0 0 0,0-1 1 0 0,0 0-1 0 0,0 0 1 0 0,0 0-1 0 0,0 1 0 0 0,0-1 1 0 0,3 2-1 0 0,0 0-104 0 0,0 0-1 0 0,0 0 1 0 0,0 0-1 0 0,0-1 1 0 0,1 0 0 0 0,0 0-1 0 0,6 3 1 0 0,4 2-144 0 0,1-2 1 0 0,0 0 0 0 0,0-1 0 0 0,17 3-1 0 0,10-1 88 0 0,-1-2 0 0 0,1-2-1 0 0,45-2 1 0 0,131-15 203 0 0,-189 12 13 0 0,-9 0 17 0 0,81-10 188 0 0,-91 10-164 0 0,-1 0-1 0 0,0-1 1 0 0,0 0-1 0 0,-1-1 1 0 0,1 0-1 0 0,-1 0 1 0 0,15-9-1 0 0,-24 13-14 0 0,1-1-1 0 0,-1 1 1 0 0,1 0-1 0 0,-1 0 0 0 0,1-1 1 0 0,-1 1-1 0 0,0 0 1 0 0,1 0-1 0 0,-1-1 1 0 0,1 1-1 0 0,-1 0 1 0 0,0-1-1 0 0,1 1 0 0 0,-1-1 1 0 0,0 1-1 0 0,1-1 1 0 0,-1 1-1 0 0,0 0 1 0 0,0-1-1 0 0,1 1 0 0 0,-1-1 1 0 0,0 1-1 0 0,0-1 1 0 0,0 1-1 0 0,0-1 1 0 0,1 0-1 0 0,-1 1 0 0 0,0-1 1 0 0,0 1-1 0 0,0-1 1 0 0,0 1-1 0 0,0-1 1 0 0,-1 1-1 0 0,1-1 0 0 0,0 0 1 0 0,-1 0 55 0 0,0 0 1 0 0,0 0-1 0 0,-1 0 0 0 0,1 0 0 0 0,0 1 1 0 0,0-1-1 0 0,-1 0 0 0 0,1 1 1 0 0,0-1-1 0 0,-1 1 0 0 0,1 0 0 0 0,-3-1 1 0 0,-51-5 1160 0 0,52 6-1273 0 0,-48-2 172 0 0,1 2 1 0 0,-1 2 0 0 0,1 2-1 0 0,0 2 1 0 0,0 3 0 0 0,1 2 0 0 0,-83 29-1 0 0,-73 45-196 0 0,172-68 45 0 0,0 1 0 0 0,1 2 0 0 0,-55 45 1 0 0,72-53-65 0 0,0 0 53 0 0,1 1 0 0 0,-20 22 0 0 0,32-32-13 0 0,-1-1 1 0 0,1 1-1 0 0,0 0 1 0 0,0 0-1 0 0,0 0 1 0 0,0 0 0 0 0,1 0-1 0 0,-1 0 1 0 0,1 1-1 0 0,0-1 1 0 0,0 0-1 0 0,0 1 1 0 0,0-1 0 0 0,1 1-1 0 0,-1-1 1 0 0,1 1-1 0 0,0-1 1 0 0,0 1 0 0 0,0 0-1 0 0,1 4 1 0 0,1-5-64 0 0,-1 0 0 0 0,1 0 1 0 0,-1 0-1 0 0,1 0 1 0 0,0 0-1 0 0,0-1 0 0 0,1 1 1 0 0,-1-1-1 0 0,0 1 1 0 0,1-1-1 0 0,0 0 0 0 0,-1 0 1 0 0,1 0-1 0 0,0 0 0 0 0,0 0 1 0 0,0-1-1 0 0,0 1 1 0 0,1-1-1 0 0,-1 0 0 0 0,0 0 1 0 0,0 0-1 0 0,4 0 1 0 0,10 3-71 0 0,1-2 1 0 0,33 1 0 0 0,-44-3 159 0 0,31 0 55 0 0,1-2-1 0 0,73-13 0 0 0,75-29 211 0 0,-12 2-129 0 0,-161 39-130 0 0,31-4-1 0 0,-2-2 0 0 0,1-2-1 0 0,-1-3 1 0 0,62-27 0 0 0,-79 24-63 0 0,-18-4 1881 0 0,-9 21-1778 0 0,-1 0-99 0 0,1-1-1 0 0,-1 1 0 0 0,0 0 1 0 0,0 0-1 0 0,0 1 0 0 0,0-1 1 0 0,0 0-1 0 0,1 1 0 0 0,-1-1 1 0 0,0 1-1 0 0,0-1 0 0 0,1 1 1 0 0,-1 0-1 0 0,0 0 0 0 0,1 0 1 0 0,-3 1-1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8:10.01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661 46 8290 0 0,'0'0'12'0'0,"1"-1"1"0"0,0 1-1 0 0,-1-1 1 0 0,1 0-1 0 0,0 1 1 0 0,-1-1-1 0 0,1 0 1 0 0,-1 1-1 0 0,1-1 1 0 0,-1 0-1 0 0,1 1 1 0 0,-1-1-1 0 0,0 0 1 0 0,1 0-1 0 0,-1 0 1 0 0,0 0-1 0 0,0 1 1 0 0,1-1-1 0 0,-1 0 1 0 0,0 0-1 0 0,0 0 1 0 0,0 0-1 0 0,0 0 1 0 0,0 1-1 0 0,0-1 1 0 0,0 0-1 0 0,0 0 1 0 0,-1 0-1 0 0,1 0 1 0 0,0 0-1 0 0,0 1 1 0 0,-1-1-1 0 0,1 0 1 0 0,-1 0-1 0 0,1 0 1 0 0,-1 1-1 0 0,1-1 1 0 0,-1 0-1 0 0,1 1 1 0 0,-1-1-1 0 0,1 0 1 0 0,-1 1-1 0 0,0-1 1 0 0,1 1-1 0 0,-1-1 1 0 0,0 1-1 0 0,-1-1 1 0 0,0-1 108 0 0,-1 1 0 0 0,0 0 0 0 0,0-1 0 0 0,0 1 0 0 0,0 0 0 0 0,0 1 0 0 0,0-1 0 0 0,0 0 0 0 0,0 1 0 0 0,0 0 0 0 0,0 0 0 0 0,-4 0 1 0 0,-25 4 991 0 0,0 3 1 0 0,0 0 0 0 0,-55 21 0 0 0,52-13-771 0 0,0 1 1 0 0,2 1-1 0 0,0 2 1 0 0,1 1 0 0 0,1 2-1 0 0,1 1 1 0 0,1 1-1 0 0,1 2 1 0 0,-45 54 0 0 0,67-74-273 0 0,1 1 0 0 0,0 1 0 0 0,1-1 1 0 0,-1 1-1 0 0,1-1 0 0 0,1 1 1 0 0,-5 14-1 0 0,8-20-66 0 0,-1-1 0 0 0,1 1-1 0 0,0-1 1 0 0,0 1 0 0 0,0 0 0 0 0,0-1 0 0 0,0 1-1 0 0,0 0 1 0 0,0-1 0 0 0,0 1 0 0 0,1 0 0 0 0,-1-1-1 0 0,1 1 1 0 0,-1-1 0 0 0,1 1 0 0 0,0-1 0 0 0,-1 1 0 0 0,3 1-1 0 0,-2-1-28 0 0,1 0 0 0 0,0-1-1 0 0,0 0 1 0 0,0 1 0 0 0,0-1-1 0 0,0 0 1 0 0,0 0 0 0 0,0 0-1 0 0,0 0 1 0 0,0-1 0 0 0,1 1 0 0 0,-1 0-1 0 0,0-1 1 0 0,1 0 0 0 0,-1 1-1 0 0,0-1 1 0 0,3 0 0 0 0,8 0-108 0 0,-1-1 0 0 0,0 0 0 0 0,1 0 0 0 0,-1-1 0 0 0,0-1 0 0 0,16-5 0 0 0,72-33-265 0 0,-18 6 399 0 0,168-46 480 0 0,-62 22-292 0 0,-155 49-104 0 0,-1-1 1 0 0,-1-2-1 0 0,0-1 1 0 0,49-31-1 0 0,-78 45-62 0 0,-1-1 0 0 0,0 0 0 0 0,0 1 0 0 0,0-1 0 0 0,0 0 0 0 0,0 0 0 0 0,0 0 0 0 0,0 0 0 0 0,0 1 0 0 0,0-1 0 0 0,-1-1 0 0 0,1 1 0 0 0,0 0 0 0 0,0 0 0 0 0,-1 0 0 0 0,1 0 0 0 0,-1 0 0 0 0,1-1 0 0 0,-1 1 0 0 0,1-2 0 0 0,-2 3-9 0 0,1-1 0 0 0,0 0 1 0 0,-1 1-1 0 0,1-1 0 0 0,-1 0 1 0 0,1 1-1 0 0,-1-1 0 0 0,1 1 1 0 0,-1-1-1 0 0,0 1 0 0 0,1-1 1 0 0,-1 1-1 0 0,0-1 0 0 0,1 1 1 0 0,-1 0-1 0 0,0-1 1 0 0,1 1-1 0 0,-1 0 0 0 0,0 0 1 0 0,0-1-1 0 0,0 1 0 0 0,1 0 1 0 0,-2 0-1 0 0,-11-1 166 0 0,1 0 1 0 0,-25 1-1 0 0,33 0-123 0 0,-32 3 213 0 0,0 1 1 0 0,0 2-1 0 0,0 1 1 0 0,1 2-1 0 0,-64 26 1 0 0,32-6-27 0 0,-120 73 0 0 0,154-81-297 0 0,-59 49 0 0 0,77-57 34 0 0,1 1 1 0 0,0 1 0 0 0,1 0-1 0 0,1 0 1 0 0,-19 31 0 0 0,29-40-63 0 0,0 1 0 0 0,0-1 1 0 0,0 0-1 0 0,1 1 1 0 0,0-1-1 0 0,0 1 0 0 0,1-1 1 0 0,0 1-1 0 0,0-1 1 0 0,0 1-1 0 0,1-1 0 0 0,0 1 1 0 0,0-1-1 0 0,4 12 1 0 0,-3-9-48 0 0,1 0 1 0 0,1 0 0 0 0,-1 0-1 0 0,2 0 1 0 0,-1-1-1 0 0,1 0 1 0 0,0 0 0 0 0,1 0-1 0 0,10 11 1 0 0,-10-14 71 0 0,0-1-1 0 0,1 1 1 0 0,0-1 0 0 0,0-1 0 0 0,0 1-1 0 0,0-1 1 0 0,0-1 0 0 0,1 1 0 0 0,-1-1-1 0 0,1-1 1 0 0,0 1 0 0 0,-1-1 0 0 0,1-1-1 0 0,15 1 1 0 0,12-3-349 0 0,69-11 0 0 0,-83 10 338 0 0,14-3-94 0 0,18-1 165 0 0,-1-2 1 0 0,-1-3-1 0 0,86-30 0 0 0,-129 39 130 0 0,-1 0 1 0 0,1-1-1 0 0,-1 0 0 0 0,1-1 1 0 0,-1 1-1 0 0,-1-1 0 0 0,1-1 0 0 0,8-8 1 0 0,-15 14-117 0 0,1-1 1 0 0,-1 1-1 0 0,0-1 1 0 0,1 1-1 0 0,-1 0 1 0 0,0-1-1 0 0,1 1 1 0 0,-1-1-1 0 0,0 0 1 0 0,0 1-1 0 0,0-1 1 0 0,0 1-1 0 0,1-1 1 0 0,-1 1-1 0 0,0-1 1 0 0,0 1-1 0 0,0-1 1 0 0,0 1 0 0 0,0-1-1 0 0,0 0 1 0 0,0 1-1 0 0,0-1 1 0 0,-1 1-1 0 0,1-1 1 0 0,0 1-1 0 0,0-1 1 0 0,0 1-1 0 0,-1-1 1 0 0,1 1-1 0 0,0-1 1 0 0,0 1-1 0 0,-1-1 1 0 0,1 0-1 0 0,-21-10 462 0 0,13 9-343 0 0,1 1-1 0 0,-1-1 1 0 0,0 1-1 0 0,-9 1 1 0 0,-13 2 140 0 0,-1 2 1 0 0,1 1-1 0 0,-1 1 1 0 0,-30 12-1 0 0,-114 47-42 0 0,173-64-230 0 0,-36 15 5 0 0,1 2 0 0 0,1 1 0 0 0,1 1 0 0 0,-39 31-1 0 0,56-37-21 0 0,0 1 1 0 0,1 1-1 0 0,1 0 0 0 0,0 1 0 0 0,1 1 0 0 0,1 0 0 0 0,1 1 0 0 0,-20 39 0 0 0,31-54-7 0 0,0 1 0 0 0,0-1 0 0 0,1 1 0 0 0,-1-1 0 0 0,1 1 0 0 0,0-1 0 0 0,0 1 0 0 0,1 0 0 0 0,-1-1 0 0 0,1 1 0 0 0,0 0 0 0 0,0 0 0 0 0,1-1 1 0 0,-1 1-1 0 0,1 0 0 0 0,0-1 0 0 0,1 1 0 0 0,2 7 0 0 0,-1-7-51 0 0,0 1 0 0 0,1-1 0 0 0,0 0-1 0 0,0 0 1 0 0,0-1 0 0 0,0 1 0 0 0,1-1 0 0 0,-1 0 0 0 0,1 0 0 0 0,1 0 0 0 0,-1-1 0 0 0,0 0 0 0 0,10 5-1 0 0,8 1-71 0 0,0 0 0 0 0,1-1 0 0 0,0-2 0 0 0,0 0 0 0 0,1-2 0 0 0,-1 0 0 0 0,1-2 0 0 0,0-1 0 0 0,0-1 0 0 0,0 0 0 0 0,0-2 0 0 0,37-8 0 0 0,-27 2 214 0 0,0-1-1 0 0,-1-2 0 0 0,0-1 0 0 0,-1-1 0 0 0,0-2 0 0 0,-1-2 0 0 0,-1-1 0 0 0,33-24 0 0 0,-54 34 31 0 0,1-1-1 0 0,-1 0 1 0 0,-1-1 0 0 0,0 0-1 0 0,0 0 1 0 0,-1-1-1 0 0,12-20 1 0 0,-18 28-67 0 0,0-1 0 0 0,0 0 0 0 0,-1 0 0 0 0,0 1-1 0 0,1-1 1 0 0,-1 0 0 0 0,-1 0 0 0 0,1-1 0 0 0,-1 1 0 0 0,1 0 0 0 0,-1 0-1 0 0,-1-7 1 0 0,0 8-7 0 0,0 0 1 0 0,0 0-1 0 0,0 0 0 0 0,0 0 0 0 0,0 0 0 0 0,-1 1 0 0 0,0-1 0 0 0,1 0 0 0 0,-1 1 1 0 0,0-1-1 0 0,0 1 0 0 0,0-1 0 0 0,-1 1 0 0 0,1 0 0 0 0,-1 0 0 0 0,1 0 0 0 0,-1 1 0 0 0,-4-4 1 0 0,-1 2 14 0 0,0 0 0 0 0,0 0 1 0 0,0 0-1 0 0,0 1 1 0 0,0 1-1 0 0,-1-1 1 0 0,1 1-1 0 0,0 0 1 0 0,-1 1-1 0 0,1 0 1 0 0,-1 1-1 0 0,1-1 1 0 0,-1 2-1 0 0,-10 2 0 0 0,-16 5 340 0 0,-65 25 0 0 0,91-30-289 0 0,-176 78-18 0 0,156-67-221 0 0,1 3 0 0 0,1 0 1 0 0,0 1-1 0 0,-27 27 1 0 0,18-11 6 0 0,1 1 0 0 0,2 2 0 0 0,2 1 0 0 0,1 2 0 0 0,2 1 0 0 0,2 1 0 0 0,-36 81 0 0 0,59-117 102 0 0,0 1 1 0 0,1-1-1 0 0,0 1 1 0 0,0-1 0 0 0,0 1-1 0 0,1 0 1 0 0,1 0-1 0 0,-1-1 1 0 0,1 1 0 0 0,1 0-1 0 0,-1 0 1 0 0,3 10 0 0 0,-1-12-23 0 0,0-1 0 0 0,0 1-1 0 0,0-1 1 0 0,1 0 0 0 0,0 1 0 0 0,0-2 0 0 0,0 1 0 0 0,1 0 0 0 0,-1-1 0 0 0,1 1 0 0 0,0-1 0 0 0,1 0 0 0 0,-1 0 0 0 0,1-1 0 0 0,-1 1 0 0 0,1-1 0 0 0,6 3 0 0 0,1 0-104 0 0,1-1 1 0 0,-1-1-1 0 0,1 0 0 0 0,0 0 1 0 0,0-1-1 0 0,0-1 0 0 0,0 0 1 0 0,0-1-1 0 0,1 0 0 0 0,25-3 1 0 0,3-3 13 0 0,1-1 0 0 0,43-13 1 0 0,-40 8 326 0 0,0-3 1 0 0,83-35 0 0 0,-111 40-114 0 0,0-1 0 0 0,-1 0-1 0 0,0-1 1 0 0,-1-1 0 0 0,0 0 0 0 0,-1-1 0 0 0,-1-1 0 0 0,0 0 0 0 0,21-28 0 0 0,-33 40-46 0 0,-1 0 0 0 0,1 0 0 0 0,-1 0 1 0 0,1-1-1 0 0,-1 1 0 0 0,0 0 0 0 0,0-1 1 0 0,0 1-1 0 0,0-1 0 0 0,0 0 0 0 0,-1 1 0 0 0,1-1 1 0 0,-1 1-1 0 0,0-1 0 0 0,0 0 0 0 0,0 1 1 0 0,0-1-1 0 0,0 0 0 0 0,0 1 0 0 0,-1-1 0 0 0,1 0 1 0 0,-2-2-1 0 0,1 2 38 0 0,-1 1 1 0 0,0-1-1 0 0,0 0 0 0 0,0 1 0 0 0,0 0 1 0 0,0 0-1 0 0,-1 0 0 0 0,1 0 1 0 0,-1 0-1 0 0,1 0 0 0 0,-1 0 1 0 0,0 1-1 0 0,0-1 0 0 0,1 1 0 0 0,-1 0 1 0 0,0 0-1 0 0,0 0 0 0 0,-4-1 1 0 0,-5 0 24 0 0,0 0 1 0 0,-1 1-1 0 0,1 0 1 0 0,0 1-1 0 0,-1 0 1 0 0,1 1-1 0 0,0 1 1 0 0,0 0-1 0 0,0 0 1 0 0,0 1 0 0 0,-22 9-1 0 0,5 0-74 0 0,0 1 0 0 0,0 2 0 0 0,-35 24 1 0 0,33-18-119 0 0,2 1 1 0 0,-35 34 0 0 0,52-44 39 0 0,0 0 0 0 0,2 1 0 0 0,-1 0 0 0 0,2 0 0 0 0,0 1 0 0 0,0 0 0 0 0,-10 24 0 0 0,17-33 16 0 0,1 0-1 0 0,-1 0 1 0 0,1 0-1 0 0,0 0 1 0 0,0 0 0 0 0,0 0-1 0 0,0 0 1 0 0,1 0 0 0 0,0 0-1 0 0,0 1 1 0 0,1-1-1 0 0,0 0 1 0 0,-1 0 0 0 0,2 0-1 0 0,-1 0 1 0 0,0 0-1 0 0,1 0 1 0 0,0 0 0 0 0,0-1-1 0 0,1 1 1 0 0,-1-1-1 0 0,1 1 1 0 0,0-1 0 0 0,0 0-1 0 0,0 0 1 0 0,1 0-1 0 0,-1-1 1 0 0,1 1 0 0 0,0-1-1 0 0,0 0 1 0 0,1 0-1 0 0,5 4 1 0 0,3 0-50 0 0,0 0-1 0 0,0-1 1 0 0,1-1-1 0 0,0 0 1 0 0,0 0 0 0 0,0-2-1 0 0,0 0 1 0 0,1 0 0 0 0,-1-1-1 0 0,21 0 1 0 0,3-3 123 0 0,1-2 1 0 0,0-1-1 0 0,-1-2 1 0 0,0-2-1 0 0,-1-1 1 0 0,50-19-1 0 0,-54 17 107 0 0,40-7 0 0 0,-44 12-39 0 0,0-1-1 0 0,35-15 1 0 0,-64 22-84 0 0,1 0 0 0 0,-1 0 1 0 0,0 0-1 0 0,0 0 0 0 0,0 0 0 0 0,1 0 0 0 0,-1 0 1 0 0,0 0-1 0 0,0 0 0 0 0,0 0 0 0 0,0 0 0 0 0,1 0 1 0 0,-1-1-1 0 0,0 1 0 0 0,0 0 0 0 0,0 0 0 0 0,0 0 1 0 0,1 0-1 0 0,-1 0 0 0 0,0-1 0 0 0,0 1 0 0 0,0 0 1 0 0,0 0-1 0 0,0 0 0 0 0,0 0 0 0 0,0-1 0 0 0,0 1 1 0 0,1 0-1 0 0,-1 0 0 0 0,0 0 0 0 0,0-1 0 0 0,0 1 1 0 0,0 0-1 0 0,0 0 0 0 0,0 0 0 0 0,0-1 0 0 0,0 1 1 0 0,0 0-1 0 0,0 0 0 0 0,0 0 0 0 0,-1-1 0 0 0,1 1 1 0 0,0 0-1 0 0,0 0 0 0 0,0 0 0 0 0,0-1 0 0 0,0 1 1 0 0,0 0-1 0 0,0 0 0 0 0,0 0 0 0 0,0 0 0 0 0,-1-1 1 0 0,-13-8 614 0 0,-22-3 414 0 0,19 8-949 0 0,-1 2 1 0 0,0 0 0 0 0,0 1 0 0 0,0 0-1 0 0,0 2 1 0 0,0 0 0 0 0,0 1 0 0 0,0 1-1 0 0,1 1 1 0 0,-1 0 0 0 0,-24 10 0 0 0,18-4-111 0 0,0 1 0 0 0,1 0 0 0 0,0 2 0 0 0,0 1 0 0 0,2 1 0 0 0,0 1 0 0 0,-23 22 0 0 0,27-17-183 0 0,17-21 155 0 0,0 1 1 0 0,0-1-1 0 0,-1 1 1 0 0,1-1-1 0 0,0 1 0 0 0,0 0 1 0 0,0-1-1 0 0,0 1 0 0 0,0-1 1 0 0,0 1-1 0 0,0 0 0 0 0,0-1 1 0 0,0 1-1 0 0,0 0 0 0 0,0-1 1 0 0,0 1-1 0 0,0-1 1 0 0,1 1-1 0 0,-1 0 0 0 0,0-1 1 0 0,0 1-1 0 0,1-1 0 0 0,-1 1 1 0 0,0-1-1 0 0,1 1 0 0 0,-1-1 1 0 0,1 1-1 0 0,-1-1 1 0 0,0 1-1 0 0,1-1 0 0 0,-1 0 1 0 0,1 1-1 0 0,-1-1 0 0 0,1 0 1 0 0,-1 1-1 0 0,1-1 0 0 0,0 1 1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9:10.0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4875 1376 0 0,'-1'3'17990'0'0,"6"-1"-16535"0"0,5 1-3559 0 0,-4-1 2350 0 0,1 0-1 0 0,-1-1 0 0 0,1 0 1 0 0,0 0-1 0 0,-1-1 0 0 0,1 0 1 0 0,-1 0-1 0 0,8-1 1 0 0,16 0 327 0 0,212 32 879 0 0,-159-17-1522 0 0,93 19 248 0 0,72 9 221 0 0,0-10-318 0 0,263 22 81 0 0,-347-42-146 0 0,-52-2 8 0 0,120-6 0 0 0,545-15-24 0 0,-660 10 53 0 0,147-19-1 0 0,-151 8 4 0 0,167 4-1 0 0,-143 11 66 0 0,260-28 1 0 0,-56-1 36 0 0,-216 19-151 0 0,123 3 113 0 0,42-4 230 0 0,584-16-416 0 0,-579 18 92 0 0,-94-1-152 0 0,-129 6 158 0 0,360 4 128 0 0,-209-3-26 0 0,55 4 202 0 0,407 7-359 0 0,-526-18 194 0 0,66 0-173 0 0,407 24 182 0 0,-394-14-170 0 0,482 20 105 0 0,-308-26 15 0 0,-81-3-36 0 0,108 2 81 0 0,-372 2-180 0 0,190-17 304 0 0,-71 3-288 0 0,-89 6 206 0 0,147-34 0 0 0,-215 39-311 0 0,0 1-1 0 0,47 1 1 0 0,-2 0 316 0 0,-72 3-225 0 0,1 0-1 0 0,0 0 1 0 0,-1-1 0 0 0,1 1-1 0 0,-1-1 1 0 0,1 0 0 0 0,-1 1-1 0 0,1-1 1 0 0,-1 0-1 0 0,1-1 1 0 0,-1 1 0 0 0,0 0-1 0 0,0-1 1 0 0,1 1 0 0 0,-1-1-1 0 0,2-3 1 0 0,0 0-14 0 0,-1 0-1 0 0,0 0 1 0 0,0 0 0 0 0,0 0 0 0 0,3-10 0 0 0,2-4 4 0 0,-1-2 19 0 0,-1 0 0 0 0,-1-1 0 0 0,-1 1 1 0 0,0-1-1 0 0,0-33 0 0 0,0 4 33 0 0,7-36-71 0 0,1-11 30 0 0,-1-135 0 0 0,-45-337 657 0 0,14 285-253 0 0,-47-212-203 0 0,31 275-207 0 0,31 175 54 0 0,3 0-1 0 0,1 0 1 0 0,9-64-1 0 0,-6 90-31 0 0,0-270 158 0 0,-40-70-172 0 0,5 92 0 0 0,-4-526-88 0 0,21 516-19 0 0,23 55-295 0 0,-6 206 398 0 0,2-1 0 0 0,0 1 0 0 0,1-1 1 0 0,9-22-1 0 0,-14 42-4 0 0,0 0-1 0 0,0 0 1 0 0,1 0 0 0 0,-1 0 0 0 0,0 0-1 0 0,0-1 1 0 0,-1 1 0 0 0,1 0 0 0 0,0-1-1 0 0,0 1 1 0 0,0 0 0 0 0,0-1 0 0 0,-1 1-1 0 0,1-1 1 0 0,0 0 0 0 0,0 1 0 0 0,-1-1-1 0 0,1 0 1 0 0,0 0 0 0 0,-1 0 0 0 0,1 0-1 0 0,0 0 1 0 0,0 0 0 0 0,-3-1 0 0 0,-46-4-326 0 0,28 2 250 0 0,-185 6-192 0 0,37 0 72 0 0,-87 0-149 0 0,-42-3-105 0 0,270-1 403 0 0,0 1 0 0 0,0 2 0 0 0,0 0 1 0 0,0 2-1 0 0,0 1 0 0 0,0 2 0 0 0,1 0 0 0 0,-30 14 0 0 0,4-2-171 0 0,40-16 180 0 0,0 2 0 0 0,0 0 0 0 0,0 1 0 0 0,1 0 0 0 0,0 1 0 0 0,0 0 0 0 0,0 1 0 0 0,-14 12 0 0 0,25-17 51 0 0,0-1 0 0 0,0 1 0 0 0,0-1 0 0 0,1 1 0 0 0,-1 0 0 0 0,1-1-1 0 0,-1 1 1 0 0,1 0 0 0 0,0 0 0 0 0,0 0 0 0 0,0 0 0 0 0,1 0 0 0 0,-1 0-1 0 0,1 0 1 0 0,0 0 0 0 0,0 1 0 0 0,0-1 0 0 0,0 0 0 0 0,0 0 0 0 0,1 0 0 0 0,-1 0-1 0 0,1 0 1 0 0,0 0 0 0 0,0 0 0 0 0,0 0 0 0 0,0 0 0 0 0,0 0 0 0 0,1-1 0 0 0,-1 1-1 0 0,1 0 1 0 0,0-1 0 0 0,0 1 0 0 0,0-1 0 0 0,0 0 0 0 0,0 1 0 0 0,1-1-1 0 0,-1 0 1 0 0,1-1 0 0 0,-1 1 0 0 0,1 0 0 0 0,-1-1 0 0 0,1 1 0 0 0,0-1 0 0 0,0 0-1 0 0,5 2 1 0 0,-3-2 24 0 0,1 0 0 0 0,-1 0 0 0 0,1-1 0 0 0,-1 1 0 0 0,1-1 0 0 0,-1 0 0 0 0,1-1 0 0 0,-1 0 0 0 0,1 1 0 0 0,-1-2 0 0 0,0 1 0 0 0,1-1 0 0 0,-1 1 0 0 0,0-1 0 0 0,0-1 0 0 0,0 1 0 0 0,0-1 0 0 0,0 0 0 0 0,-1 0 0 0 0,0 0 0 0 0,1-1 0 0 0,-1 1 0 0 0,0-1 0 0 0,0 0 0 0 0,-1-1 1 0 0,4-4-1 0 0,-4 6-20 0 0,-1 0 0 0 0,0 0 0 0 0,0 0 0 0 0,-1-1 0 0 0,1 1 0 0 0,-1-1 0 0 0,1 1 0 0 0,-1-1 0 0 0,0 1 0 0 0,0-1 0 0 0,-1 0 0 0 0,1 1 0 0 0,-1-1 0 0 0,0 0 0 0 0,1 0 0 0 0,-2 1 0 0 0,1-1 0 0 0,0 0 1 0 0,-1 1-1 0 0,0-1 0 0 0,0 0 0 0 0,0 1 0 0 0,0-1 0 0 0,0 1 0 0 0,-1-1 0 0 0,0 1 0 0 0,0 0 0 0 0,0 0 0 0 0,0-1 0 0 0,0 1 0 0 0,0 1 0 0 0,-1-1 0 0 0,1 0 0 0 0,-1 1 0 0 0,0-1 0 0 0,0 1 0 0 0,0 0 1 0 0,-5-3-1 0 0,-1-1-11 0 0,-1 1 1 0 0,0 0-1 0 0,0 1 1 0 0,0 0 0 0 0,-1 0-1 0 0,1 1 1 0 0,-1 1-1 0 0,0 0 1 0 0,-21-2 0 0 0,27 4-19 0 0,0 0 1 0 0,0 0 0 0 0,0 0 0 0 0,0 0 0 0 0,0 1 0 0 0,0 0 0 0 0,0 0 0 0 0,0 0 0 0 0,1 1 0 0 0,-1 0 0 0 0,0 0 0 0 0,1 0-1 0 0,-1 0 1 0 0,1 1 0 0 0,0-1 0 0 0,0 1 0 0 0,0 0 0 0 0,0 1 0 0 0,0-1 0 0 0,1 1 0 0 0,0-1 0 0 0,-1 1 0 0 0,-3 7-1 0 0,4-7 0 0 0,1 0 0 0 0,0 0 0 0 0,0-1 0 0 0,1 1-1 0 0,-1 1 1 0 0,1-1 0 0 0,0 0 0 0 0,0 0-1 0 0,0 0 1 0 0,1 1 0 0 0,-1-1 0 0 0,1 0 0 0 0,0 1-1 0 0,0-1 1 0 0,1 0 0 0 0,-1 0 0 0 0,1 1-1 0 0,0-1 1 0 0,0 0 0 0 0,1 0 0 0 0,-1 0-1 0 0,1 0 1 0 0,0 0 0 0 0,0 0 0 0 0,0 0 0 0 0,0-1-1 0 0,1 1 1 0 0,-1-1 0 0 0,1 1 0 0 0,0-1-1 0 0,0 0 1 0 0,0 0 0 0 0,1 0 0 0 0,-1-1 0 0 0,1 1-1 0 0,-1-1 1 0 0,1 0 0 0 0,0 0 0 0 0,0 0-1 0 0,0 0 1 0 0,0-1 0 0 0,0 0 0 0 0,0 0 0 0 0,0 0-1 0 0,1 0 1 0 0,-1 0 0 0 0,6-1 0 0 0,-5 0 26 0 0,1 0 1 0 0,0 0 0 0 0,-1-1-1 0 0,1 1 1 0 0,-1-1 0 0 0,1-1-1 0 0,-1 1 1 0 0,1-1 0 0 0,-1 0-1 0 0,0 0 1 0 0,0-1 0 0 0,0 1-1 0 0,0-1 1 0 0,0 0 0 0 0,0 0-1 0 0,-1-1 1 0 0,0 0 0 0 0,6-5-1 0 0,-7 6 7 0 0,-1 0-1 0 0,1-1 1 0 0,-1 1-1 0 0,0 0 1 0 0,0-1-1 0 0,0 0 1 0 0,-1 1-1 0 0,1-1 1 0 0,-1 0-1 0 0,0 0 1 0 0,0 0-1 0 0,0 0 1 0 0,0 1-1 0 0,-1-1 1 0 0,0 0-1 0 0,1 0 1 0 0,-1-1-1 0 0,-1 1 1 0 0,1 0-1 0 0,-1 1 1 0 0,0-1-1 0 0,1 0 1 0 0,-2 0-1 0 0,1 0 1 0 0,0 0-1 0 0,-3-4 1 0 0,1 2 0 0 0,-1 0 1 0 0,0 0 0 0 0,1 1 0 0 0,-2-1 0 0 0,1 1-1 0 0,-1 0 1 0 0,1 0 0 0 0,-1 1 0 0 0,-1-1 0 0 0,1 1-1 0 0,-1 0 1 0 0,1 1 0 0 0,-1-1 0 0 0,0 1-1 0 0,-1 0 1 0 0,1 1 0 0 0,-12-4 0 0 0,14 5-22 0 0,-1 0 1 0 0,1 1 0 0 0,0 0-1 0 0,0-1 1 0 0,-1 1-1 0 0,1 1 1 0 0,0-1 0 0 0,0 1-1 0 0,-1-1 1 0 0,1 1 0 0 0,0 0-1 0 0,0 1 1 0 0,0-1-1 0 0,0 1 1 0 0,0 0 0 0 0,1 0-1 0 0,-1 0 1 0 0,0 0 0 0 0,1 0-1 0 0,-1 1 1 0 0,1 0-1 0 0,0 0 1 0 0,0 0 0 0 0,0 0-1 0 0,0 0 1 0 0,1 0-1 0 0,-1 1 1 0 0,1 0 0 0 0,-2 4-1 0 0,-1 1-25 0 0,2 0 0 0 0,-1 0-1 0 0,1 0 1 0 0,1 0-1 0 0,0 1 1 0 0,0-1 0 0 0,1 1-1 0 0,0 0 1 0 0,0 0 0 0 0,1-1-1 0 0,1 1 1 0 0,-1 0-1 0 0,2-1 1 0 0,-1 1 0 0 0,1-1-1 0 0,1 1 1 0 0,3 9 0 0 0,-4-12 12 0 0,1 0 0 0 0,0 0 1 0 0,0 0-1 0 0,1-1 0 0 0,0 1 1 0 0,0-1-1 0 0,0 0 0 0 0,1 0 1 0 0,0 0-1 0 0,0-1 0 0 0,0 1 1 0 0,1-1-1 0 0,0-1 0 0 0,0 1 1 0 0,0-1-1 0 0,0 0 0 0 0,1 0 0 0 0,0-1 1 0 0,0 0-1 0 0,0 0 0 0 0,0 0 1 0 0,9 1-1 0 0,-12-3 27 0 0,1 0 1 0 0,-1-1-1 0 0,1 1 0 0 0,-1-1 1 0 0,1 0-1 0 0,-1-1 0 0 0,0 1 0 0 0,1-1 1 0 0,-1 1-1 0 0,0-1 0 0 0,1-1 1 0 0,-1 1-1 0 0,0 0 0 0 0,0-1 0 0 0,0 0 1 0 0,0 0-1 0 0,0 0 0 0 0,4-4 1 0 0,-4 3 14 0 0,-1-1 0 0 0,1 0 0 0 0,-1 0-1 0 0,0 0 1 0 0,0-1 0 0 0,0 1 0 0 0,-1-1 0 0 0,1 1 0 0 0,-1-1 0 0 0,0 0 0 0 0,0 0 0 0 0,-1 0 0 0 0,0 0 0 0 0,0 0 0 0 0,1-7 0 0 0,0-1 69 0 0,-1 0-1 0 0,-1 1 1 0 0,0-1 0 0 0,0 0 0 0 0,-1 1 0 0 0,-1-1-1 0 0,0 1 1 0 0,-1-1 0 0 0,0 1 0 0 0,-6-13-1 0 0,8 21-88 0 0,-1 1-1 0 0,0-1 0 0 0,0 1 0 0 0,0-1 0 0 0,0 1 0 0 0,0 0 0 0 0,-1 0 0 0 0,0 0 0 0 0,1 0 0 0 0,-1 0 0 0 0,0 0 0 0 0,-1 1 0 0 0,1 0 0 0 0,0-1 0 0 0,-1 1 0 0 0,1 0 0 0 0,-1 1 0 0 0,1-1 1 0 0,-1 1-1 0 0,0-1 0 0 0,0 1 0 0 0,0 0 0 0 0,0 1 0 0 0,0-1 0 0 0,0 1 0 0 0,0-1 0 0 0,0 1 0 0 0,0 0 0 0 0,0 1 0 0 0,0-1 0 0 0,0 1 0 0 0,1 0 0 0 0,-1 0 0 0 0,0 0 0 0 0,-4 2 0 0 0,1-1-17 0 0,-1 1 0 0 0,1 1 0 0 0,0-1 0 0 0,0 1 0 0 0,0 0 0 0 0,1 1 0 0 0,-1 0 0 0 0,1 0-1 0 0,0 0 1 0 0,1 1 0 0 0,-1-1 0 0 0,-8 13 0 0 0,10-12-1 0 0,1-1 0 0 0,-1 1 0 0 0,1 0 0 0 0,0 0 0 0 0,1 0-1 0 0,-1 0 1 0 0,1 0 0 0 0,0 1 0 0 0,1-1 0 0 0,0 1 0 0 0,0-1 0 0 0,0 1 0 0 0,1-1 0 0 0,0 1-1 0 0,1 11 1 0 0,-1-17 14 0 0,0 1 0 0 0,0-1-1 0 0,1 1 1 0 0,-1-1 0 0 0,1 1-1 0 0,-1-1 1 0 0,1 1 0 0 0,-1-1 0 0 0,1 1-1 0 0,0-1 1 0 0,0 0 0 0 0,0 1-1 0 0,-1-1 1 0 0,1 0 0 0 0,1 0-1 0 0,-1 0 1 0 0,0 0 0 0 0,0 0-1 0 0,0 0 1 0 0,0 0 0 0 0,1 0 0 0 0,-1 0-1 0 0,0-1 1 0 0,3 2 0 0 0,-2-1-6 0 0,1-1 1 0 0,0 1-1 0 0,0-1 1 0 0,0 0-1 0 0,0 0 1 0 0,0 0 0 0 0,0 0-1 0 0,0-1 1 0 0,0 1-1 0 0,0-1 1 0 0,5-1-1 0 0,2-1 4 0 0,-1-1 0 0 0,0 0 0 0 0,0-1 0 0 0,0 0 0 0 0,-1 0-1 0 0,12-10 1 0 0,-14 10 33 0 0,-1 0-1 0 0,1-1 1 0 0,-1 0-1 0 0,-1 0 0 0 0,1-1 1 0 0,-1 1-1 0 0,0-1 1 0 0,-1 0-1 0 0,0 0 0 0 0,3-9 1 0 0,-4 11-25 0 0,-1 1-1 0 0,0-1 1 0 0,0 0-1 0 0,0 1 1 0 0,-1-1 0 0 0,1 0-1 0 0,-1 1 1 0 0,0-1-1 0 0,-1 0 1 0 0,1 1 0 0 0,-1-1-1 0 0,0 0 1 0 0,0 1 0 0 0,0-1-1 0 0,-1 1 1 0 0,0-1-1 0 0,1 1 1 0 0,-4-5 0 0 0,4 8-17 0 0,1 1 0 0 0,0-1 0 0 0,-1 0 0 0 0,1 0 0 0 0,0 1 0 0 0,-1-1 0 0 0,1 1 0 0 0,-1-1 0 0 0,1 0 0 0 0,-1 1 0 0 0,0-1 1 0 0,1 1-1 0 0,-1-1 0 0 0,1 1 0 0 0,-1-1 0 0 0,0 1 0 0 0,1 0 0 0 0,-1-1 0 0 0,0 1 0 0 0,0 0 0 0 0,1 0 0 0 0,-1-1 0 0 0,0 1 0 0 0,0 0 0 0 0,1 0 1 0 0,-1 0-1 0 0,0 0 0 0 0,0 0 0 0 0,0 0 0 0 0,-1 0 0 0 0,1 1-69 0 0,-1 0 1 0 0,1 0-1 0 0,-1 0 0 0 0,1 0 1 0 0,0 0-1 0 0,-1 0 1 0 0,1 1-1 0 0,0-1 0 0 0,0 0 1 0 0,0 1-1 0 0,0-1 0 0 0,0 1 1 0 0,-1 1-1 0 0,-2 5-631 0 0,1-1-1 0 0,-1 1 0 0 0,2 0 1 0 0,-5 16-1 0 0,5-5-539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9:11.5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152 62 5529 0 0,'0'-1'423'0'0,"-9"-22"6659"0"0,-17-10-2864 0 0,26 33-4149 0 0,0-1 0 0 0,-1 1 0 0 0,1 0 0 0 0,-1-1 0 0 0,1 1 0 0 0,-1-1 0 0 0,1 1 0 0 0,-1 0 0 0 0,1-1 0 0 0,-1 1 0 0 0,1 0 0 0 0,-1 0 0 0 0,1 0 0 0 0,-1-1 0 0 0,1 1 0 0 0,-1 0 0 0 0,0 0 0 0 0,1 0 0 0 0,-1 0 1 0 0,1 0-1 0 0,-1 0 0 0 0,0 0 0 0 0,1 0 0 0 0,-1 0 0 0 0,1 0 0 0 0,-1 0 0 0 0,1 1 0 0 0,-1-1 0 0 0,0 0 0 0 0,0 1 0 0 0,-14 16 905 0 0,12-12-891 0 0,1 1 0 0 0,-1 0 0 0 0,1-1 0 0 0,0 1-1 0 0,-2 9 1 0 0,3-2-73 0 0,1 0-1 0 0,0-1 1 0 0,0 1 0 0 0,1 0-1 0 0,6 23 1 0 0,-6-30-11 0 0,1-1 0 0 0,-1 0 0 0 0,1 0 0 0 0,1 0 0 0 0,-1 0 0 0 0,1 0 0 0 0,4 6 0 0 0,-5-9 2 0 0,-1 0-1 0 0,1 0 0 0 0,0 0 0 0 0,0-1 0 0 0,0 1 0 0 0,0-1 1 0 0,0 1-1 0 0,0-1 0 0 0,0 0 0 0 0,0 1 0 0 0,1-1 1 0 0,-1 0-1 0 0,0-1 0 0 0,1 1 0 0 0,-1 0 0 0 0,5 0 0 0 0,-4-1 63 0 0,0-1-1 0 0,-1 1 0 0 0,1-1 0 0 0,0 1 0 0 0,0-1 0 0 0,0 0 0 0 0,-1 0 0 0 0,1-1 0 0 0,-1 1 0 0 0,1 0 0 0 0,-1-1 0 0 0,1 0 0 0 0,-1 1 0 0 0,0-1 0 0 0,0 0 0 0 0,0 0 0 0 0,0 0 0 0 0,0 0 0 0 0,0-1 0 0 0,-1 1 0 0 0,1 0 0 0 0,-1-1 0 0 0,3-4 0 0 0,0 0 77 0 0,0-1 0 0 0,-1 0 0 0 0,1 0 0 0 0,-1 0 0 0 0,-1 0 0 0 0,3-15 0 0 0,-4 18-122 0 0,-1 1 0 0 0,1 0-1 0 0,-1-1 1 0 0,-1 1 0 0 0,1 0-1 0 0,0-1 1 0 0,-1 1 0 0 0,0 0 0 0 0,0-1-1 0 0,-1 1 1 0 0,1 0 0 0 0,-1 0-1 0 0,1 0 1 0 0,-1 0 0 0 0,-1 0-1 0 0,1 0 1 0 0,0 1 0 0 0,-1-1 0 0 0,-6-5-1 0 0,6 6 6 0 0,0 1 1 0 0,0 0-1 0 0,-1-1 0 0 0,0 1 0 0 0,1 1 1 0 0,-1-1-1 0 0,0 1 0 0 0,0-1 0 0 0,1 1 0 0 0,-1 0 1 0 0,0 0-1 0 0,0 1 0 0 0,0-1 0 0 0,-1 1 1 0 0,1 0-1 0 0,0 0 0 0 0,0 0 0 0 0,0 1 1 0 0,0-1-1 0 0,0 1 0 0 0,-7 2 0 0 0,5-1-51 0 0,1 0 1 0 0,-1 0-1 0 0,0 1 0 0 0,1 0 0 0 0,0 0 1 0 0,0 0-1 0 0,-1 0 0 0 0,2 1 0 0 0,-1 0 1 0 0,0 0-1 0 0,1 0 0 0 0,0 1 0 0 0,0-1 1 0 0,0 1-1 0 0,0 0 0 0 0,-4 8 0 0 0,6-8-9 0 0,0-1-1 0 0,0 1 0 0 0,1-1 1 0 0,-1 1-1 0 0,1 0 0 0 0,0 0 1 0 0,0 0-1 0 0,1-1 1 0 0,0 1-1 0 0,-1 0 0 0 0,2 0 1 0 0,-1 0-1 0 0,0 0 0 0 0,1 0 1 0 0,0 0-1 0 0,0-1 0 0 0,1 1 1 0 0,-1 0-1 0 0,1-1 1 0 0,0 1-1 0 0,3 5 0 0 0,-3-7 22 0 0,1 1-1 0 0,0-1 0 0 0,0 0 1 0 0,0 0-1 0 0,0 0 1 0 0,1 0-1 0 0,-1 0 0 0 0,1-1 1 0 0,-1 0-1 0 0,1 1 1 0 0,0-1-1 0 0,0-1 0 0 0,0 1 1 0 0,0 0-1 0 0,0-1 1 0 0,1 0-1 0 0,-1 0 0 0 0,0 0 1 0 0,1-1-1 0 0,-1 1 1 0 0,0-1-1 0 0,1 0 0 0 0,-1-1 1 0 0,0 1-1 0 0,9-2 0 0 0,-6 1 40 0 0,0 0-1 0 0,0-1 0 0 0,0 0 0 0 0,-1 0 0 0 0,1 0 0 0 0,0-1 0 0 0,-1 0 0 0 0,0-1 0 0 0,0 1 1 0 0,0-1-1 0 0,0 0 0 0 0,-1 0 0 0 0,1-1 0 0 0,-1 0 0 0 0,7-8 0 0 0,-10 10 12 0 0,0 0 1 0 0,-1 0-1 0 0,1-1 0 0 0,-1 1 0 0 0,1 0 0 0 0,-1-1 0 0 0,-1 1 1 0 0,1-1-1 0 0,0 0 0 0 0,-1 1 0 0 0,0-1 0 0 0,1 0 0 0 0,-2 1 1 0 0,1-1-1 0 0,0 0 0 0 0,-1 1 0 0 0,1-1 0 0 0,-1 1 1 0 0,0-1-1 0 0,0 1 0 0 0,-1-1 0 0 0,1 1 0 0 0,-1 0 0 0 0,1-1 1 0 0,-1 1-1 0 0,0 0 0 0 0,0 0 0 0 0,-1 0 0 0 0,1 1 0 0 0,-1-1 1 0 0,1 0-1 0 0,-1 1 0 0 0,0 0 0 0 0,0 0 0 0 0,0-1 1 0 0,0 2-1 0 0,0-1 0 0 0,0 0 0 0 0,-1 1 0 0 0,1-1 0 0 0,-1 1 1 0 0,1 0-1 0 0,-1 0 0 0 0,1 0 0 0 0,-1 1 0 0 0,1-1 0 0 0,-1 1 1 0 0,-6 0-1 0 0,4 0-25 0 0,-1 0 0 0 0,1 1 0 0 0,-1-1-1 0 0,1 1 1 0 0,0 1 0 0 0,-1-1 0 0 0,1 1 0 0 0,0 0 0 0 0,0 0 0 0 0,0 1 0 0 0,-8 4 0 0 0,12-5-6 0 0,-1 0 0 0 0,1 0 0 0 0,1-1 0 0 0,-1 1 0 0 0,0 0 0 0 0,0 1 0 0 0,1-1 0 0 0,-1 0 0 0 0,1 0 0 0 0,0 1 0 0 0,0-1 0 0 0,0 1 0 0 0,0-1 0 0 0,0 1 0 0 0,0-1 0 0 0,0 1 0 0 0,1 0 0 0 0,0-1 0 0 0,-1 1 0 0 0,1 0 0 0 0,0-1 0 0 0,0 1 0 0 0,0 0 0 0 0,1-1 0 0 0,-1 1 0 0 0,1 0 0 0 0,-1-1 0 0 0,1 1 0 0 0,0-1 0 0 0,1 3 0 0 0,-1-1-13 0 0,14 34-553 0 0,-14-36 521 0 0,0 0 1 0 0,0-1-1 0 0,0 1 1 0 0,0 0-1 0 0,0-1 0 0 0,0 1 1 0 0,0 0-1 0 0,0-1 1 0 0,1 1-1 0 0,-1-1 1 0 0,0 0-1 0 0,1 0 0 0 0,0 1 1 0 0,-1-1-1 0 0,1 0 1 0 0,0 0-1 0 0,1 1 1 0 0,0-2-585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9:12.1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132 74 3225 0 0,'-12'-1'7362'0'0,"4"-2"-5178"0"0,-6 0-2399 0 0,4 9 4059 0 0,10-5-3656 0 0,0 0 1 0 0,0 0 0 0 0,-1 0 0 0 0,1 0 0 0 0,0 0-1 0 0,0 0 1 0 0,0 0 0 0 0,0 0 0 0 0,0 0 0 0 0,0 0 0 0 0,0 0-1 0 0,1 0 1 0 0,-1 0 0 0 0,0 0 0 0 0,0 0 0 0 0,1 0 0 0 0,-1 0-1 0 0,1 0 1 0 0,-1 0 0 0 0,1-1 0 0 0,-1 1 0 0 0,1 0 0 0 0,-1 0-1 0 0,2 1 1 0 0,15 20 420 0 0,-16-21-580 0 0,0 0 0 0 0,0 1 1 0 0,0-1-1 0 0,0 0 0 0 0,0 0 1 0 0,0 0-1 0 0,0 0 0 0 0,0 0 1 0 0,0 0-1 0 0,0 0 0 0 0,0 0 1 0 0,1-1-1 0 0,-1 1 1 0 0,0 0-1 0 0,1-1 0 0 0,-1 1 1 0 0,0-1-1 0 0,1 0 0 0 0,-1 1 1 0 0,1-1-1 0 0,-1 0 0 0 0,1 0 1 0 0,-1 0-1 0 0,1 0 0 0 0,-1 0 1 0 0,1 0-1 0 0,-1 0 0 0 0,0 0 1 0 0,1 0-1 0 0,-1-1 0 0 0,1 1 1 0 0,-1-1-1 0 0,0 1 0 0 0,1-1 1 0 0,-1 0-1 0 0,0 1 0 0 0,1-1 1 0 0,-1 0-1 0 0,2-1 1 0 0,-2 0-21 0 0,0 0 0 0 0,0 0 0 0 0,0 1 0 0 0,0-1 0 0 0,0 0 0 0 0,0 0 0 0 0,0 0 0 0 0,0 0 0 0 0,-1 0 0 0 0,1 0 0 0 0,-1-1 1 0 0,0 1-1 0 0,0 0 0 0 0,1 0 0 0 0,-1 0 0 0 0,-1 0 0 0 0,1 0 0 0 0,0-1 0 0 0,0 1 0 0 0,-1 0 0 0 0,1 0 0 0 0,-1 0 1 0 0,0 0-1 0 0,0 0 0 0 0,1 0 0 0 0,-1 0 0 0 0,-2-2 0 0 0,-1-2 17 0 0,0 1-1 0 0,-1-1 1 0 0,0 1 0 0 0,0 0 0 0 0,0 0-1 0 0,-1 1 1 0 0,0-1 0 0 0,0 1 0 0 0,0 0-1 0 0,0 1 1 0 0,0 0 0 0 0,-1 0-1 0 0,-11-4 1 0 0,16 6-106 0 0,0 0 0 0 0,-1 1 1 0 0,1-1-1 0 0,0 1 0 0 0,0-1 0 0 0,-1 1 0 0 0,1 0 0 0 0,-1 0 0 0 0,1 0 1 0 0,0 0-1 0 0,-1 0 0 0 0,1 0 0 0 0,0 0 0 0 0,-1 1 0 0 0,1 0 0 0 0,0-1 0 0 0,-1 1 1 0 0,1 0-1 0 0,0 0 0 0 0,0 0 0 0 0,0 0 0 0 0,0 1 0 0 0,0-1 0 0 0,0 0 0 0 0,0 1 1 0 0,0-1-1 0 0,1 1 0 0 0,-1 0 0 0 0,0 0 0 0 0,1 0 0 0 0,0 0 0 0 0,-1 0 1 0 0,1 0-1 0 0,0 0 0 0 0,0 0 0 0 0,0 0 0 0 0,0 0 0 0 0,0 1 0 0 0,1-1 0 0 0,-1 0 1 0 0,1 1-1 0 0,0-1 0 0 0,-1 4 0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9:15.4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11123 284 1840 0 0,'-10'6'19444'0'0,"1"14"-17381"0"0,1-1-3911 0 0,3-12 3977 0 0,-1-4-2110 0 0,0 1 1 0 0,0-2 0 0 0,0 1 0 0 0,-1-1-1 0 0,1 0 1 0 0,-1 0 0 0 0,0 0 0 0 0,-8 0-1 0 0,-62 2 236 0 0,26-3-174 0 0,48 0-81 0 0,0 0 0 0 0,0-1 0 0 0,0 0 0 0 0,0 1 0 0 0,0-1 0 0 0,0 0 0 0 0,0-1 0 0 0,0 1 0 0 0,0 0 0 0 0,0-1 0 0 0,0 0 0 0 0,0 1 0 0 0,1-1 0 0 0,-1-1 0 0 0,0 1 0 0 0,0 0 0 0 0,1-1 0 0 0,-1 1 0 0 0,0-1 0 0 0,1 0 0 0 0,0 0 0 0 0,-1 0 0 0 0,-2-3 0 0 0,0 1 8 0 0,-1 1 1 0 0,1 0-1 0 0,-1 0 0 0 0,0 1 0 0 0,0 0 0 0 0,0 0 1 0 0,0 0-1 0 0,0 1 0 0 0,-1-1 0 0 0,-10 1 1 0 0,-24-8 44 0 0,3-4-5 0 0,-1 2 0 0 0,0 1 0 0 0,-1 2 0 0 0,-42-3 0 0 0,-120-15 251 0 0,84 9-166 0 0,40 12-126 0 0,-137 7 0 0 0,115 2 6 0 0,-120 12-74 0 0,-30 0-33 0 0,98-17 138 0 0,0-6-1 0 0,-212-38 1 0 0,243 27-38 0 0,-154-2-1 0 0,207 16-24 0 0,-398 11 47 0 0,379-3-64 0 0,-177 16 37 0 0,46-2 41 0 0,-8-1-100 0 0,-123 6 30 0 0,142-11 128 0 0,-88 0-169 0 0,204-15 58 0 0,-287-24 383 0 0,-42-21-232 0 0,164 22-82 0 0,25 8-86 0 0,-48-6-62 0 0,-349-43 133 0 0,394 46-94 0 0,-33 1 30 0 0,-327 17 0 0 0,335 1-96 0 0,92-2 170 0 0,90 4-84 0 0,-482 17 40 0 0,-40 23-73 0 0,476-29 143 0 0,-28 0-30 0 0,-44-1 173 0 0,95-3-276 0 0,66-6 53 0 0,-57-8 0 0 0,70 4 0 0 0,0 1 0 0 0,0 1 1 0 0,0 0-1 0 0,-1 2 0 0 0,1 0 1 0 0,0 2-1 0 0,-25 5 0 0 0,33-4-4 0 0,9-4 2 0 0,-1 1-1 0 0,0 0 0 0 0,1 1 0 0 0,-1-1 0 0 0,1 1 0 0 0,-1 0 0 0 0,1 0 0 0 0,0 0 0 0 0,0 0 0 0 0,0 1 0 0 0,0 0 0 0 0,-5 4 0 0 0,7-2 6 0 0,0-1 0 0 0,1 1 0 0 0,0 0 0 0 0,0-1-1 0 0,0 1 1 0 0,1 0 0 0 0,0 0 0 0 0,-1-1 0 0 0,2 11-1 0 0,10 49 29 0 0,-5-28-22 0 0,6 44-2 0 0,-2-24-4 0 0,-3 1-1 0 0,0 78 1 0 0,-10-106-24 0 0,-7 35 1 0 0,6-48 17 0 0,1 1 0 0 0,0-1 0 0 0,2 0 1 0 0,0 1-1 0 0,0-1 0 0 0,2 1 0 0 0,0-1 1 0 0,4 19-1 0 0,-3-21 15 0 0,0 1 0 0 0,-1-1 0 0 0,-1 0 0 0 0,0 0 0 0 0,-1 0 0 0 0,0 0 0 0 0,-1 0 1 0 0,-5 19-1 0 0,-3 21-93 0 0,-25 299 126 0 0,34-340-48 0 0,-6 59 7 0 0,2-34 2 0 0,1 1-1 0 0,4 75 0 0 0,6-53 2 0 0,3 0 0 0 0,3-1 0 0 0,2 0-1 0 0,3-1 1 0 0,2-1 0 0 0,32 66-1 0 0,-25-82 6 0 0,-29-50 78 0 0,1-1 1 0 0,0 0-1 0 0,0 0 1 0 0,1 0-1 0 0,0 0 0 0 0,1-16 1 0 0,-1 4 54 0 0,0-42-126 0 0,1 39-16 0 0,0-1 0 0 0,-7-40 0 0 0,6 58-2 0 0,-1 1-1 0 0,1-1 1 0 0,-1 0 0 0 0,-1 1 0 0 0,1 0-1 0 0,-1 0 1 0 0,-1-1 0 0 0,1 2-1 0 0,-1-1 1 0 0,0 0 0 0 0,0 1-1 0 0,0 0 1 0 0,-1-1 0 0 0,-6-4 0 0 0,9 9-10 0 0,1-1-1 0 0,-1 1 1 0 0,0 0 0 0 0,0-1 0 0 0,0 1 0 0 0,0 0 0 0 0,0 0 0 0 0,0 0 0 0 0,0 0 0 0 0,0 1 0 0 0,0-1-1 0 0,0 1 1 0 0,0-1 0 0 0,-1 1 0 0 0,1 0 0 0 0,0-1 0 0 0,0 1 0 0 0,0 1 0 0 0,-1-1 0 0 0,1 0 0 0 0,0 0 0 0 0,0 1-1 0 0,-1-1 1 0 0,1 1 0 0 0,0 0 0 0 0,0-1 0 0 0,0 1 0 0 0,0 0 0 0 0,0 0 0 0 0,0 1 0 0 0,0-1 0 0 0,-2 2 0 0 0,3-1 0 0 0,0-1 0 0 0,-1 1 0 0 0,1-1 1 0 0,0 1-1 0 0,0 0 0 0 0,0 0 0 0 0,0 0 1 0 0,1 0-1 0 0,-1-1 0 0 0,0 1 0 0 0,1 0 1 0 0,-1 0-1 0 0,1 0 0 0 0,0 0 0 0 0,0 0 1 0 0,0 0-1 0 0,0 1 0 0 0,0-1 0 0 0,0 0 1 0 0,0 0-1 0 0,1 0 0 0 0,-1 0 0 0 0,1 0 1 0 0,-1-1-1 0 0,1 1 0 0 0,0 0 0 0 0,0 0 1 0 0,0 0-1 0 0,0 0 0 0 0,0-1 0 0 0,0 1 1 0 0,0 0-1 0 0,1-1 0 0 0,-1 1 0 0 0,3 1 0 0 0,0 1-1 0 0,1 0 0 0 0,0 0-1 0 0,0 0 1 0 0,0-1 0 0 0,0 1-1 0 0,1-1 1 0 0,-1-1 0 0 0,1 1-1 0 0,0-1 1 0 0,0 0-1 0 0,0 0 1 0 0,0-1 0 0 0,0 0-1 0 0,9 1 1 0 0,-12-1 8 0 0,-1-1-1 0 0,1 0 1 0 0,0 0 0 0 0,-1 0-1 0 0,1 0 1 0 0,0-1-1 0 0,-1 1 1 0 0,1-1 0 0 0,0 0-1 0 0,-1 1 1 0 0,1-1-1 0 0,-1 0 1 0 0,0 0 0 0 0,1-1-1 0 0,-1 1 1 0 0,0 0 0 0 0,1-1-1 0 0,-1 0 1 0 0,0 1-1 0 0,0-1 1 0 0,0 0 0 0 0,-1 0-1 0 0,1 0 1 0 0,0 0 0 0 0,-1 0-1 0 0,1-1 1 0 0,-1 1-1 0 0,0 0 1 0 0,0-1 0 0 0,0 1-1 0 0,0-1 1 0 0,0 1 0 0 0,0-1-1 0 0,-1 1 1 0 0,1-6-1 0 0,-1 5-17 0 0,1 0 0 0 0,-2 0 0 0 0,1 0 0 0 0,0 0-1 0 0,0 1 1 0 0,-1-1 0 0 0,0 0 0 0 0,1 0-1 0 0,-1 0 1 0 0,0 0 0 0 0,0 1 0 0 0,-1-1 0 0 0,1 0-1 0 0,-1 1 1 0 0,1-1 0 0 0,-1 1 0 0 0,0 0 0 0 0,-2-3-1 0 0,-1 0-138 0 0,0 0 0 0 0,0 0 0 0 0,-1 1 0 0 0,0 0 0 0 0,0 0 0 0 0,-9-4 0 0 0,3 2-405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4:21.83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1479 277 4145 0 0,'-12'2'301'0'0,"0"2"1"0"0,0 0-1 0 0,-22 10 1 0 0,28-11-230 0 0,1 0 0 0 0,0 0 0 0 0,0 0 0 0 0,0 1 0 0 0,0 0 0 0 0,1 0 0 0 0,-1 0 0 0 0,1 0 0 0 0,0 1 0 0 0,-4 6 0 0 0,7-10-4 0 0,1 0 0 0 0,-1 0 0 0 0,1-1 0 0 0,-1 1 0 0 0,1 0 0 0 0,0 0 1 0 0,0-1-1 0 0,-1 1 0 0 0,1 0 0 0 0,0 0 0 0 0,0 0 0 0 0,0-1 0 0 0,0 1 0 0 0,0 0 1 0 0,0 0-1 0 0,0 0 0 0 0,0 0 0 0 0,0-1 0 0 0,0 1 0 0 0,0 0 0 0 0,0 0 0 0 0,1 0 1 0 0,-1 0-1 0 0,0-1 0 0 0,1 1 0 0 0,0 1 0 0 0,0 0 14 0 0,1-1 0 0 0,-1 0 0 0 0,1 1 0 0 0,-1-1 0 0 0,1 0 0 0 0,0 0 0 0 0,0 0 0 0 0,-1 0 0 0 0,1 0-1 0 0,4 1 1 0 0,3 1 64 0 0,-1-1 0 0 0,1 0-1 0 0,18 1 1 0 0,54-2 166 0 0,135-16-1 0 0,-56 2-86 0 0,99-9-87 0 0,-6-1-70 0 0,304-19 128 0 0,-454 34-174 0 0,640-63 104 0 0,540-37 42 0 0,442 62 1143 0 0,-738 29-1242 0 0,-687 9 133 0 0,992-16 16 0 0,-2 79 145 0 0,-989-25-504 0 0,347 28-1589 0 0,-301-24 1017 0 0,-268-21 1394 0 0,0 3 0 0 0,101 35 1 0 0,-156-42-309 0 0,0 1 0 0 0,-1 1 0 0 0,0 1 1 0 0,-1 1-1 0 0,0 1 0 0 0,-1 1 0 0 0,37 33 0 0 0,-44-33-140 0 0,0 0-1 0 0,0 1 0 0 0,-2 0 1 0 0,0 1-1 0 0,-1 1 0 0 0,0 0 1 0 0,-2 0-1 0 0,0 1 0 0 0,-1 0 1 0 0,7 25-1 0 0,18 86 303 0 0,23 80-314 0 0,36 62-172 0 0,76 246 42 0 0,-115-343-91 0 0,47 174 0 0 0,162 772 192 0 0,-129-474-28 0 0,24 118 1080 0 0,-138-646-1170 0 0,9 234 0 0 0,-42 121 18 0 0,6-321-113 0 0,7 0 0 0 0,37 302-1 0 0,-18-349 100 0 0,-3-15 187 0 0,8 164 1 0 0,-23-246-223 0 0,0-1 1 0 0,-1 0 0 0 0,0 1 0 0 0,0-1-1 0 0,-1 0 1 0 0,0 0 0 0 0,0 0 0 0 0,-1 0-1 0 0,0 0 1 0 0,0-1 0 0 0,-1 1 0 0 0,0-1-1 0 0,-1 0 1 0 0,1 0 0 0 0,-1 0 0 0 0,-1-1-1 0 0,1 0 1 0 0,-9 7 0 0 0,4-5-29 0 0,-1 0 1 0 0,0-1-1 0 0,0 0 0 0 0,0-1 1 0 0,-1-1-1 0 0,0 0 0 0 0,0 0 1 0 0,-1-1-1 0 0,1-1 0 0 0,-26 4 1 0 0,-43 2-45 0 0,-81-3 1 0 0,-1 0-3 0 0,-1002 48 95 0 0,-215 42-11 0 0,609-7 9 0 0,-288 36 15 0 0,355-28-48 0 0,-83 11 6 0 0,639-89-35 0 0,-994 100 0 0 0,515-74 0 0 0,-385 16-75 0 0,777-45-26 0 0,-68 2-155 0 0,165-13 182 0 0,-333 4-252 0 0,352-11 268 0 0,-181-7 442 0 0,-209-51 113 0 0,225 16-1052 0 0,211 37 325 0 0,-141 5 0 0 0,72 19 204 0 0,84-8-19 0 0,-103 2 1 0 0,144-11 38 0 0,-1-1 0 0 0,1 0 0 0 0,0-2 0 0 0,-1 0 0 0 0,1-1 0 0 0,1-1-1 0 0,-1 0 1 0 0,1-2 0 0 0,-1 1 0 0 0,-18-12 0 0 0,20 7-8 0 0,0-1-1 0 0,0 0 1 0 0,1 0-1 0 0,1-1 1 0 0,0-1-1 0 0,1-1 1 0 0,0 0-1 0 0,1 0 1 0 0,-10-19-1 0 0,-11-26 211 0 0,-29-75 0 0 0,35 75-48 0 0,-8-26 45 0 0,3-2 0 0 0,-36-169 0 0 0,-4-190 116 0 0,27 141-181 0 0,-84-403 79 0 0,60 376-140 0 0,-68-383-58 0 0,70-129 119 0 0,22-16-343 0 0,43 843 198 0 0,-111-936-375 0 0,43 362-128 0 0,27 209 208 0 0,39 358 110 0 0,-15-170-492 0 0,18 170 688 0 0,1 0 0 0 0,0 0 0 0 0,2 0 0 0 0,1 0 0 0 0,12-42-1 0 0,-14 61-32 0 0,0 1 0 0 0,1-1-1 0 0,-1 0 1 0 0,1 1 0 0 0,0 0-1 0 0,1-1 1 0 0,-1 1 0 0 0,1 1-1 0 0,0-1 1 0 0,0 0 0 0 0,1 1-1 0 0,0 0 1 0 0,-1 0 0 0 0,1 0-1 0 0,0 1 1 0 0,1 0-1 0 0,5-4 1 0 0,4 1-46 0 0,1 1-1 0 0,-1 0 1 0 0,1 1 0 0 0,0 1 0 0 0,23-2-1 0 0,140-19 5 0 0,264-27 1595 0 0,-249 31-1170 0 0,81-3-458 0 0,-165 22-1064 0 0,-36 3-3972 0 0,-10 1-1323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4:58.50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191 355 2304 0 0,'-2'-10'444'0'0,"0"0"0"0"0,0 0 0 0 0,-1 0-1 0 0,-1 1 1 0 0,1-1 0 0 0,-1 1-1 0 0,-1 0 1 0 0,-8-13 0 0 0,3 4 384 0 0,-103-198 10722 0 0,112 215-11431 0 0,1-1 0 0 0,-1 1 0 0 0,0-1-1 0 0,1 1 1 0 0,-1 0 0 0 0,0-1 0 0 0,0 1 0 0 0,0 0 0 0 0,0 0-1 0 0,0 0 1 0 0,0 0 0 0 0,-1 0 0 0 0,1 0 0 0 0,0 0 0 0 0,0 0 0 0 0,-1 0-1 0 0,1 1 1 0 0,-2-2 0 0 0,-4 8 1068 0 0,6 13-874 0 0,11 42-187 0 0,18 63-1 0 0,-3-16-45 0 0,86 659-16 0 0,-22-60 585 0 0,-88-696-975 0 0,2 32 369 0 0,-7-19-4069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4:58.94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245 35 2761 0 0,'-76'19'4571'0'0,"42"-11"-1986"0"0,1 1 0 0 0,1 1 0 0 0,-37 17 0 0 0,116-31 1076 0 0,78-15-2408 0 0,261-28 6 0 0,-171 30-1046 0 0,-44 3-191 0 0,198 8-1 0 0,-363 6-65 0 0,50 6 3 0 0,-52-6-135 0 0,0 1-1 0 0,-1 0 1 0 0,1 0-1 0 0,0 0 1 0 0,0 1-1 0 0,0 0 1 0 0,-1-1-1 0 0,1 1 1 0 0,-1 1-1 0 0,0-1 1 0 0,4 3-1 0 0,-3-1-1013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4:59.67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0 128 6913 0 0,'2'-2'306'0'0,"0"1"-1"0"0,-1-1 0 0 0,1 0 1 0 0,0 1-1 0 0,0-1 0 0 0,-1 1 0 0 0,1 0 1 0 0,0-1-1 0 0,0 1 0 0 0,1 0 0 0 0,-1 0 1 0 0,3-1-1 0 0,3-1 123 0 0,15-9 1252 0 0,1 2 0 0 0,0 0-1 0 0,46-11 1 0 0,78-7 461 0 0,-15 3-8019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4:59.9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 0 2761 0 0,'-1'7'1938'0'0,"0"0"0"0"0,1 0 0 0 0,-1 0 1 0 0,2 10-1 0 0,13 57 3737 0 0,-3-18-3851 0 0,56 693 496 0 0,-15-120-906 0 0,-19-191-3448 0 0,-32-408 1355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5:00.5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1 174 10138 0 0,'66'-5'8005'0'0,"46"-11"-5993"0"0,-46 6-1069 0 0,44-5-357 0 0,704-81 207 0 0,555 64-442 0 0,-1333 32-350 0 0,103 0 208 0 0,-1 7 1 0 0,156 26-1 0 0,-286-31-251 0 0,0-1 56 0 0,0 0-1 0 0,0 1 0 0 0,0 0 0 0 0,0 1 0 0 0,8 4 0 0 0,-15-7-52 0 0,0 1 1 0 0,0-1-1 0 0,0 1 0 0 0,0 0 1 0 0,0-1-1 0 0,0 1 1 0 0,0 0-1 0 0,0 0 0 0 0,0 0 1 0 0,0 0-1 0 0,0 0 0 0 0,0 0 1 0 0,-1 0-1 0 0,1 0 1 0 0,0 0-1 0 0,-1 0 0 0 0,1 0 1 0 0,-1 1-1 0 0,1-1 0 0 0,-1 0 1 0 0,0 0-1 0 0,0 1 0 0 0,1-1 1 0 0,-1 0-1 0 0,0 0 1 0 0,0 1-1 0 0,0-1 0 0 0,0 0 1 0 0,0 1-1 0 0,-1-1 0 0 0,1 0 1 0 0,0 0-1 0 0,-1 1 0 0 0,1-1 1 0 0,0 0-1 0 0,-1 0 1 0 0,0 0-1 0 0,1 0 0 0 0,-2 2 1 0 0,-16 23-3187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5:00.94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 8754 0 0,'4'-4'2122'0'0,"-4"4"-1945"0"0,1 0 0 0 0,-1 0 0 0 0,1-1-1 0 0,-1 1 1 0 0,0 0 0 0 0,1 0 0 0 0,-1 0 0 0 0,1 0 0 0 0,-1 0-1 0 0,11 5 4422 0 0,-11-5-4421 0 0,0 1 0 0 0,1 0 0 0 0,13 21 3505 0 0,-8 5-3154 0 0,-1 0 0 0 0,-1 0 0 0 0,-2 0-1 0 0,-1 44 1 0 0,0-2-257 0 0,12 113 72 0 0,7 0-1 0 0,8-2 0 0 0,78 268 1 0 0,-102-435-392 0 0,3 11-541 0 0,0-1-1 0 0,-2 1 1 0 0,3 28 0 0 0,-7-41-338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5:01.51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191 11 3657 0 0,'21'-11'10436'0'0,"-34"21"-9316"0"0,-92 72 4292 0 0,93-71-5223 0 0,1 0 1 0 0,0 1-1 0 0,0 0 1 0 0,1 1-1 0 0,1 0 1 0 0,-10 18-1 0 0,17-28-188 0 0,1-1-1 0 0,0 0 1 0 0,0 1 0 0 0,0-1-1 0 0,0 1 1 0 0,0 0-1 0 0,0-1 1 0 0,1 1-1 0 0,-1 0 1 0 0,1-1-1 0 0,0 1 1 0 0,-1 0 0 0 0,1 0-1 0 0,1-1 1 0 0,-1 1-1 0 0,0 0 1 0 0,1 0-1 0 0,-1-1 1 0 0,1 1-1 0 0,0-1 1 0 0,0 1 0 0 0,0 0-1 0 0,0-1 1 0 0,1 0-1 0 0,1 4 1 0 0,0-3-1 0 0,1 1 0 0 0,-1-1 0 0 0,1 0 0 0 0,0 0-1 0 0,0 0 1 0 0,0-1 0 0 0,1 1 0 0 0,-1-1 0 0 0,1 0 0 0 0,-1 0 0 0 0,1-1 0 0 0,0 1 0 0 0,6 0 0 0 0,28 4-1 0 0,-31-6-6 0 0,-1 0-1 0 0,0 1 1 0 0,1 0 0 0 0,-1 1 0 0 0,0 0-1 0 0,0 0 1 0 0,0 0 0 0 0,0 1 0 0 0,9 4-1 0 0,-14-5-17 0 0,-1 0 0 0 0,0-1 0 0 0,0 1 0 0 0,0-1-1 0 0,0 1 1 0 0,0 0 0 0 0,0 0 0 0 0,0 0-1 0 0,0 0 1 0 0,-1-1 0 0 0,1 1 0 0 0,-1 0 0 0 0,0 0-1 0 0,1 0 1 0 0,-1 0 0 0 0,0 0 0 0 0,0 0 0 0 0,0 0-1 0 0,0 0 1 0 0,-1 0 0 0 0,1 0 0 0 0,0 0 0 0 0,-2 4-1 0 0,-18 48-429 0 0,17-45 368 0 0,-12 21 82 0 0,9-19 24 0 0,1 1-1 0 0,0-1 0 0 0,1 1 1 0 0,0 0-1 0 0,-3 16 0 0 0,6-25-15 0 0,1-1 0 0 0,0 1 1 0 0,0 0-1 0 0,0 0 0 0 0,0-1 0 0 0,0 1 0 0 0,1 0 0 0 0,-1 0 0 0 0,1-1 0 0 0,0 1 0 0 0,0 0 0 0 0,0-1 0 0 0,0 1 0 0 0,0-1 0 0 0,0 1 0 0 0,1-1 0 0 0,-1 0 0 0 0,1 0 0 0 0,0 1 0 0 0,0-1 0 0 0,-1 0 0 0 0,1 0 0 0 0,1-1 0 0 0,-1 1 0 0 0,0 0 0 0 0,0-1 0 0 0,1 1 0 0 0,-1-1 0 0 0,3 1 0 0 0,17 6-915 0 0,-19-7 678 0 0,1-1 1 0 0,-1 1-1 0 0,0 0 0 0 0,0 1 0 0 0,0-1 0 0 0,0 1 0 0 0,0-1 1 0 0,4 4-1 0 0,-6-4 202 0 0,-1 0 0 0 0,1 0 0 0 0,-1 0 0 0 0,1 1-1 0 0,-1-1 1 0 0,0 0 0 0 0,1 0 0 0 0,-1 0 0 0 0,0 0 0 0 0,0 0 0 0 0,0 1 0 0 0,0-1 0 0 0,0 0 0 0 0,0 0 0 0 0,0 0 0 0 0,0 0 0 0 0,-1 0-1 0 0,1 1 1 0 0,0-1 0 0 0,-2 2 0 0 0,-10 28 990 0 0,7-21-738 0 0,5-9-205 0 0,-1 1 1 0 0,1 0-1 0 0,-1-1 1 0 0,1 1-1 0 0,0 0 1 0 0,0-1-1 0 0,0 1 1 0 0,0 0-1 0 0,0 0 0 0 0,0-1 1 0 0,1 1-1 0 0,-1 0 1 0 0,1 0-1 0 0,-1-1 1 0 0,1 1-1 0 0,-1-1 1 0 0,1 1-1 0 0,0 0 1 0 0,0-1-1 0 0,0 1 0 0 0,0-1 1 0 0,0 0-1 0 0,0 1 1 0 0,2 1-1 0 0,7 12-1616 0 0,-5 2-3436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5:01.81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 1 2473 0 0,'-2'34'1222'0'0,"2"-28"-143"0"0,0 0 0 0 0,1-1 0 0 0,0 1 0 0 0,0-1-1 0 0,4 10 1 0 0,0-5 619 0 0,0 0-1 0 0,0-1 1 0 0,1 1 0 0 0,0-1-1 0 0,9 9 1 0 0,-6-5-1353 0 0,1 1 0 0 0,-2 0 1 0 0,0 0-1 0 0,-1 1 0 0 0,0 0 1 0 0,-1 0-1 0 0,-1 1 1 0 0,0 0-1 0 0,-1-1 0 0 0,2 22 1 0 0,-1 16-37 0 0,-2 99 0 0 0,-1 6 21 0 0,37 88-321 0 0,-20-142 46 0 0,-17-84-186 0 0,0 38 0 0 0,1 3-1471 0 0,1-50-891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5:03.34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2594 1 6913 0 0,'-2'1'728'0'0,"0"0"-1"0"0,0 0 0 0 0,0 1 0 0 0,0-1 0 0 0,0 0 0 0 0,0 1 0 0 0,0 0 0 0 0,0-1 0 0 0,1 1 0 0 0,-1 0 0 0 0,-2 3 0 0 0,4-4-617 0 0,0-1-1 0 0,0 0 1 0 0,0 1-1 0 0,0-1 0 0 0,0 1 1 0 0,-1-1-1 0 0,1 0 1 0 0,0 1-1 0 0,0-1 0 0 0,0 0 1 0 0,0 1-1 0 0,0-1 1 0 0,0 1-1 0 0,0-1 1 0 0,0 0-1 0 0,1 1 0 0 0,-1-1 1 0 0,0 0-1 0 0,0 1 1 0 0,0-1-1 0 0,0 1 0 0 0,0-1 1 0 0,1 0-1 0 0,-1 1 1 0 0,0-1-1 0 0,0 0 0 0 0,1 1 1 0 0,17 5 1258 0 0,-5-5-986 0 0,-1-1 1 0 0,1 0 0 0 0,0-1-1 0 0,-1-1 1 0 0,14-3 0 0 0,-15 3-294 0 0,0 0 0 0 0,0 0-1 0 0,-1 1 1 0 0,1 1 0 0 0,0 0 0 0 0,0 0 0 0 0,13 2 0 0 0,-23-2-92 0 0,0 1 0 0 0,-1-1 1 0 0,1 0-1 0 0,0 0 0 0 0,-1 0 0 0 0,1 1 0 0 0,0-1 1 0 0,-1 0-1 0 0,1 1 0 0 0,-1-1 0 0 0,1 0 0 0 0,0 1 1 0 0,-1-1-1 0 0,1 1 0 0 0,-1-1 0 0 0,1 1 1 0 0,-1-1-1 0 0,0 1 0 0 0,1-1 0 0 0,-1 1 0 0 0,1-1 1 0 0,-1 1-1 0 0,0 0 0 0 0,0-1 0 0 0,1 1 0 0 0,-1 0 1 0 0,0 0-1 0 0,-4 21-239 0 0,-25 21-389 0 0,26-39 550 0 0,-57 64-1070 0 0,46-55 1024 0 0,0 1-1 0 0,2 0 1 0 0,-1 1 0 0 0,2 1 0 0 0,0 0 0 0 0,1 0-1 0 0,-8 19 1 0 0,18-34 124 0 0,-1 0 0 0 0,1 0 0 0 0,-1 0-1 0 0,1 1 1 0 0,0-1 0 0 0,-1 0 0 0 0,1 0-1 0 0,0 1 1 0 0,0-1 0 0 0,0 0 0 0 0,0 1-1 0 0,0-1 1 0 0,0 0 0 0 0,0 0 0 0 0,1 1-1 0 0,-1-1 1 0 0,0 0 0 0 0,1 0 0 0 0,-1 1-1 0 0,1-1 1 0 0,-1 0 0 0 0,1 0 0 0 0,0 0-1 0 0,-1 0 1 0 0,1 0 0 0 0,0 0 0 0 0,0 0-1 0 0,0 0 1 0 0,0 0 0 0 0,0 0 0 0 0,0 0-1 0 0,0 0 1 0 0,0-1 0 0 0,0 1 0 0 0,0 0-1 0 0,0-1 1 0 0,0 1 0 0 0,1-1 0 0 0,-1 1-1 0 0,0-1 1 0 0,0 0 0 0 0,1 0 0 0 0,-1 1-1 0 0,2-1 1 0 0,9 2-30 0 0,-1-1 1 0 0,1 0-1 0 0,-1-1 0 0 0,13-1 1 0 0,-9 0 165 0 0,-9 1-114 0 0,-1 0 18 0 0,-1 0 1 0 0,0 0-1 0 0,0 0 1 0 0,1 1-1 0 0,-1-1 1 0 0,0 1-1 0 0,0 0 0 0 0,5 2 1 0 0,-9-3-30 0 0,1 0 1 0 0,0 1 0 0 0,-1-1-1 0 0,1 1 1 0 0,-1-1-1 0 0,1 1 1 0 0,0-1-1 0 0,-1 1 1 0 0,1-1-1 0 0,-1 1 1 0 0,0 0-1 0 0,1-1 1 0 0,-1 1 0 0 0,1 0-1 0 0,-1-1 1 0 0,0 1-1 0 0,0 0 1 0 0,1 0-1 0 0,-1 0 1 0 0,0 2-2 0 0,0-1 1 0 0,0 0-1 0 0,0 0 0 0 0,0 0 1 0 0,0 0-1 0 0,-1 0 0 0 0,1 1 1 0 0,-1-1-1 0 0,-1 4 0 0 0,-18 34-321 0 0,15-33 200 0 0,1 1 0 0 0,0 0 0 0 0,1 1 0 0 0,-1-1 0 0 0,1 0 0 0 0,-2 13 0 0 0,5-20-33 0 0,0 0-1 0 0,1 0 1 0 0,-1 1-1 0 0,0-1 1 0 0,1 0-1 0 0,-1 0 1 0 0,1 0-1 0 0,-1 0 1 0 0,1 0-1 0 0,-1 0 1 0 0,1 0-1 0 0,0 0 1 0 0,-1 0 0 0 0,1 0-1 0 0,0 0 1 0 0,0 0-1 0 0,0-1 1 0 0,0 1-1 0 0,0 0 1 0 0,0 0-1 0 0,0-1 1 0 0,0 1-1 0 0,0-1 1 0 0,0 1-1 0 0,2 0 1 0 0,38 13-5684 0 0,-25-9 4184 0 0,35 19 1736 0 0,-44-20 658 0 0,-1 0 0 0 0,0 1 0 0 0,0 0 1 0 0,0 0-1 0 0,0 0 0 0 0,-1 1 0 0 0,0-1 1 0 0,0 1-1 0 0,-1 1 0 0 0,0-1 0 0 0,0 0 1 0 0,0 1-1 0 0,-1 0 0 0 0,4 11 0 0 0,8 26 399 0 0,-2 1-1 0 0,-2 0 0 0 0,9 77 0 0 0,-3 143-398 0 0,-10-119 53 0 0,2 73 191 0 0,19 192-333 0 0,-10-252-604 0 0,24 141-3261 0 0,-40-291 3100 0 0,0 0 0 0 0,1-1 0 0 0,0 1 0 0 0,1-1 1 0 0,0 0-1 0 0,0 0 0 0 0,0 0 0 0 0,1-1 0 0 0,0 1 0 0 0,1-1 0 0 0,10 11 0 0 0,-13-16 18 0 0,-3-1 39 0 0,1 0 0 0 0,-1-1 0 0 0,1 1 0 0 0,-1 0 1 0 0,1-1-1 0 0,0 1 0 0 0,-1-1 0 0 0,1 1 0 0 0,0-1 0 0 0,0 0 0 0 0,-1 1 0 0 0,1-1 0 0 0,0 0 0 0 0,0 1 0 0 0,0-1 0 0 0,-1 0 0 0 0,1 0 0 0 0,0 0 0 0 0,0 0 0 0 0,0 0 0 0 0,0 0 0 0 0,1 0 802 0 0,-6-1-481 0 0,-14-7 16 0 0,10 4-214 0 0,0 1 0 0 0,0-1 1 0 0,0 1-1 0 0,-1 1 0 0 0,1 0 1 0 0,-1 0-1 0 0,0 0 0 0 0,-8 1 1 0 0,-109 3 29 0 0,-97-2-57 0 0,121-2-158 0 0,-1 6 0 0 0,-141 21 0 0 0,171-17 67 0 0,-123-4-1 0 0,-73-22 59 0 0,111 7 89 0 0,155 10-98 0 0,-379-8 168 0 0,-317 28 1748 0 0,652-20-2251 0 0,0-2-1 0 0,1-2 0 0 0,-1-2 1 0 0,1-3-1 0 0,1-1 0 0 0,-79-31 1 0 0,82 21-880 0 0,16 3-4423 0 0,6 0-1275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5:03.85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35 5 288 0 0,'-33'-5'21797'0'0,"32"77"-21242"0"0,3-1 0 0 0,18 113 0 0 0,45 146-329 0 0,-25-141-288 0 0,-25-115 135 0 0,67 398-212 0 0,-67-279 576 0 0,-7-80-474 0 0,-5-106-1937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5:04.85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98 127 3225 0 0,'-88'27'7723'0'0,"78"-24"-5924"0"0,33-13 2998 0 0,-15 6-4465 0 0,0 1 1 0 0,0-1 0 0 0,0 1 0 0 0,14-3 0 0 0,517-34 2019 0 0,-503 39-2299 0 0,585-40 275 0 0,200-4 468 0 0,-35 77 160 0 0,-774-30-941 0 0,18 1 70 0 0,-1 2 1 0 0,31 8 0 0 0,-53-11-71 0 0,1 1 1 0 0,-1-1 0 0 0,0 1 0 0 0,-1 0-1 0 0,1 1 1 0 0,0 0 0 0 0,-1 0 0 0 0,0 0-1 0 0,0 0 1 0 0,0 1 0 0 0,-1 0 0 0 0,1 1-1 0 0,7 9 1 0 0,-3 16 183 0 0,-10-31-246 0 0,0 1 0 0 0,1 0 1 0 0,-1 0-1 0 0,0-1 0 0 0,0 1 0 0 0,0 0 0 0 0,1-1 1 0 0,-1 1-1 0 0,0 0 0 0 0,0 0 0 0 0,0-1 0 0 0,0 1 0 0 0,0 0 1 0 0,0-1-1 0 0,-1 1 0 0 0,1 0 0 0 0,0 0 0 0 0,0-1 1 0 0,0 1-1 0 0,-1 0 0 0 0,1-1 0 0 0,0 1 0 0 0,-1 0 0 0 0,1-1 1 0 0,0 1-1 0 0,-1-1 0 0 0,1 1 0 0 0,-1 0 0 0 0,1-1 1 0 0,-1 1-1 0 0,1-1 0 0 0,-1 0 0 0 0,0 1 0 0 0,1-1 0 0 0,-1 1 1 0 0,0-1-1 0 0,1 0 0 0 0,-2 1 0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5:05.80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 34 4145 0 0,'-8'-34'18564'0'0,"11"37"-18435"0"0,-1-1-69 0 0,-1-1-33 0 0,0-1-1 0 0,0 1 1 0 0,-1 0-1 0 0,1-1 0 0 0,0 1 1 0 0,0-1-1 0 0,0 1 0 0 0,-1-1 1 0 0,1 1-1 0 0,0-1 0 0 0,0 1 1 0 0,0-1-1 0 0,0 0 1 0 0,0 0-1 0 0,0 1 0 0 0,0-1 1 0 0,2 0-1 0 0,1 6 776 0 0,-4-5-788 0 0,1 0 0 0 0,-1 0 0 0 0,0 0 0 0 0,1 0 0 0 0,-1 0 1 0 0,1-1-1 0 0,-1 1 0 0 0,1 0 0 0 0,0 0 0 0 0,-1 0 0 0 0,1-1 1 0 0,0 1-1 0 0,-1 0 0 0 0,1 0 0 0 0,0-1 0 0 0,0 1 0 0 0,0-1 1 0 0,0 1-1 0 0,-1-1 0 0 0,1 1 0 0 0,0-1 0 0 0,0 0 0 0 0,2 1 1 0 0,-2-1 4 0 0,0 0 0 0 0,0 0 0 0 0,0 1 0 0 0,0-1 1 0 0,0 0-1 0 0,0 0 0 0 0,0 1 0 0 0,0-1 1 0 0,0 0-1 0 0,0 1 0 0 0,0-1 0 0 0,-1 1 0 0 0,1-1 1 0 0,0 1-1 0 0,0-1 0 0 0,0 1 0 0 0,-1 0 1 0 0,1-1-1 0 0,0 1 0 0 0,-1 0 0 0 0,1 0 0 0 0,0 0 1 0 0,-1-1-1 0 0,1 1 0 0 0,-1 0 0 0 0,0 0 1 0 0,1 0-1 0 0,-1 0 0 0 0,0 0 0 0 0,1 0 0 0 0,-1 0 1 0 0,0 0-1 0 0,0 1 0 0 0,-1 27 619 0 0,-1-25-2425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5:07.55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53 112 2761 0 0,'-6'-7'101'0'0,"3"4"259"0"0,1 1 1 0 0,-1-1 0 0 0,1 0-1 0 0,0 0 1 0 0,0 0-1 0 0,0 0 1 0 0,0-1-1 0 0,0 1 1 0 0,1 0-1 0 0,-1-1 1 0 0,1 0-1 0 0,0 1 1 0 0,0-1-1 0 0,1 1 1 0 0,-1-1-1 0 0,1 0 1 0 0,-1 0-1 0 0,1 1 1 0 0,0-1-1 0 0,0 0 1 0 0,-5-29 13731 0 0,-3 49-13985 0 0,7-15-101 0 0,1-1-1 0 0,-1 1 1 0 0,1 0 0 0 0,-1 0 0 0 0,1 0 0 0 0,-1 0 0 0 0,1 0 0 0 0,-1 0 0 0 0,1-1 0 0 0,0 1 0 0 0,0 0 0 0 0,-1 0 0 0 0,1 0 0 0 0,0 0 0 0 0,0 0-1 0 0,0 0 1 0 0,0 0 0 0 0,0 0 0 0 0,0 0 0 0 0,0 0 0 0 0,1 0 0 0 0,-1 0 0 0 0,0 0 0 0 0,0 0 0 0 0,1 0 0 0 0,-1 0 0 0 0,1 0 0 0 0,-1 0 0 0 0,1 0 0 0 0,-1-1-1 0 0,1 1 1 0 0,-1 0 0 0 0,2 1 0 0 0,5 10 57 0 0,-1 1-1 0 0,0 0 1 0 0,-1 0-1 0 0,-1 1 1 0 0,0-1-1 0 0,-1 1 1 0 0,0 0-1 0 0,1 28 1 0 0,9 37-14 0 0,-7-67-46 0 0,4 9 96 0 0,-10-21-98 0 0,0 0-1 0 0,1 1 0 0 0,-1-1 0 0 0,0 0 0 0 0,0 1 0 0 0,0-1 0 0 0,0 0 0 0 0,0 1 1 0 0,0-1-1 0 0,0 0 0 0 0,0 0 0 0 0,0 1 0 0 0,0-1 0 0 0,0 0 0 0 0,0 1 0 0 0,0-1 0 0 0,0 0 1 0 0,0 1-1 0 0,0-1 0 0 0,0 0 0 0 0,0 1 0 0 0,-1-1 0 0 0,1 0 0 0 0,0 0 0 0 0,0 1 1 0 0,0-1-1 0 0,0 0 0 0 0,-1 0 0 0 0,1 1 0 0 0,0-1 0 0 0,0 0 0 0 0,0 0 0 0 0,-1 0 0 0 0,1 1 1 0 0,0-1-1 0 0,0 0 0 0 0,-1 0 0 0 0,1 0 0 0 0,0 0 0 0 0,-1 0 0 0 0,1 1 0 0 0,0-1 1 0 0,-1 0-1 0 0,1 0 0 0 0,0 0 0 0 0,0 0 0 0 0,-1 0 0 0 0,1 0 0 0 0,0 0 0 0 0,-1 0 0 0 0,0 0-93 0 0,-2 2-638 0 0,3-1 694 0 0,0-1-1 0 0,-1 1 0 0 0,1-1 0 0 0,-1 1 1 0 0,0-1-1 0 0,1 1 0 0 0,-1-1 0 0 0,1 0 1 0 0,-1 1-1 0 0,0-1 0 0 0,1 0 0 0 0,-1 1 1 0 0,0-1-1 0 0,1 0 0 0 0,-1 0 0 0 0,0 0 1 0 0,1 1-1 0 0,-1-1 0 0 0,0 0 0 0 0,0 0 1 0 0,1 0-1 0 0,-1 0 0 0 0,0 0 1 0 0,1-1-1 0 0,-1 1 0 0 0,0 0 0 0 0,1 0 1 0 0,-1 0-1 0 0,0 0 0 0 0,0-1 0 0 0,1 1 1 0 0,-1 0-1 0 0,1-1 0 0 0,-1 1 0 0 0,0-1 1 0 0,1 1-1 0 0,-1 0 0 0 0,1-1 0 0 0,-1 1 1 0 0,1-1-1 0 0,-1 0 0 0 0,1 1 0 0 0,-1-1 1 0 0,1 1-1 0 0,0-1 0 0 0,-1 0 0 0 0,1 1 1 0 0,-1-2-1 0 0,-3-17-553 0 0,0-24-956 0 0,5 39 1526 0 0,-1 0 0 0 0,0 0 0 0 0,-1 0 0 0 0,1 0 0 0 0,-1 0 0 0 0,0 0 0 0 0,0 0 0 0 0,0 0 1 0 0,0 0-1 0 0,-1 0 0 0 0,1 1 0 0 0,-1-1 0 0 0,0 0 0 0 0,0 1 0 0 0,-4-5 0 0 0,5 6 97 0 0,0 1 0 0 0,0-1 0 0 0,0 0 0 0 0,0 0 0 0 0,0 1 0 0 0,1-1 0 0 0,-1 0 0 0 0,1 0 0 0 0,-1 0 0 0 0,1 0 0 0 0,0 0 0 0 0,-1 0 0 0 0,1 0 0 0 0,0 1 0 0 0,1-4 0 0 0,-1 1 402 0 0,0 5-351 0 0,0 0 0 0 0,0-1 1 0 0,0 1-1 0 0,0-1 0 0 0,0 1 0 0 0,0-1 1 0 0,0 1-1 0 0,1 0 0 0 0,-1-1 0 0 0,0 1 1 0 0,0-1-1 0 0,1 1 0 0 0,-1-1 1 0 0,0 1-1 0 0,1-1 0 0 0,-1 1 0 0 0,1-1 1 0 0,-1 1-1 0 0,1-1 0 0 0,0 1 0 0 0,0 0-92 0 0,0 0-1 0 0,0 0 1 0 0,0 1-1 0 0,0-1 1 0 0,0 0-1 0 0,0 1 1 0 0,0-1-1 0 0,0 1 1 0 0,-1-1-1 0 0,1 1 1 0 0,-1 0-1 0 0,1-1 1 0 0,-1 1-1 0 0,1-1 1 0 0,-1 3-1 0 0,21 142 320 0 0,16 92-292 0 0,77 474-667 0 0,-88-521 530 0 0,34 114 75 0 0,-20-120 0 0 0,-35-145 216 0 0,-1 0 0 0 0,-4 76 0 0 0,-1-54-90 0 0,-29-83-5081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5:08.82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270 60 5873 0 0,'14'-17'991'0'0,"-13"15"-400"0"0,0 0 0 0 0,0 0 0 0 0,1-1 1 0 0,-1 1-1 0 0,-1-1 0 0 0,1 1 0 0 0,0-1 1 0 0,-1 1-1 0 0,1-4 0 0 0,-1 6-403 0 0,0-1-1 0 0,0 1 0 0 0,0-1 1 0 0,0 0-1 0 0,0 1 0 0 0,0-1 1 0 0,0 1-1 0 0,0-1 0 0 0,0 1 1 0 0,-1-1-1 0 0,1 0 1 0 0,0 1-1 0 0,0-1 0 0 0,-1 1 1 0 0,1-1-1 0 0,0 1 0 0 0,-1-1 1 0 0,1 1-1 0 0,0-1 0 0 0,-1 1 1 0 0,1-1-1 0 0,-1 1 0 0 0,1 0 1 0 0,-1-1-1 0 0,1 1 1 0 0,-1-1-1 0 0,-1 1-96 0 0,0-1 1 0 0,0 1-1 0 0,1 0 0 0 0,-1 0 1 0 0,0 0-1 0 0,0 0 0 0 0,1 0 1 0 0,-1 0-1 0 0,0 0 1 0 0,0 0-1 0 0,1 1 0 0 0,-1-1 1 0 0,0 1-1 0 0,-1 0 0 0 0,-10 4 83 0 0,0 1 0 0 0,1 0 0 0 0,0 1 0 0 0,0 0-1 0 0,0 1 1 0 0,-10 10 0 0 0,-64 61 123 0 0,58-51-38 0 0,22-23-114 0 0,-1 1 0 0 0,2 1 1 0 0,-1-1-1 0 0,1 1 0 0 0,-8 14 1 0 0,12-20-136 0 0,0 1 1 0 0,1-1 0 0 0,-1 0-1 0 0,1 0 1 0 0,-1 1 0 0 0,1-1-1 0 0,-1 1 1 0 0,1-1 0 0 0,0 0-1 0 0,0 1 1 0 0,0-1 0 0 0,0 1-1 0 0,0-1 1 0 0,0 0 0 0 0,0 1-1 0 0,0-1 1 0 0,1 1 0 0 0,-1-1-1 0 0,0 0 1 0 0,1 1 0 0 0,-1-1 0 0 0,1 0-1 0 0,0 0 1 0 0,-1 1 0 0 0,1-1-1 0 0,0 0 1 0 0,0 0 0 0 0,0 0-1 0 0,0 0 1 0 0,0 0 0 0 0,0 0-1 0 0,0 0 1 0 0,0 0 0 0 0,0 0-1 0 0,0 0 1 0 0,0-1 0 0 0,1 1-1 0 0,-1 0 1 0 0,0-1 0 0 0,0 1-1 0 0,1-1 1 0 0,-1 0 0 0 0,3 1-1 0 0,9 3-35 0 0,1-1 0 0 0,-1-1 0 0 0,1 0 0 0 0,23 1 0 0 0,-25-3 23 0 0,1 1-1 0 0,-1 0 0 0 0,0 1 0 0 0,1 0 1 0 0,-1 1-1 0 0,13 5 0 0 0,-24-8 2 0 0,0 1 0 0 0,0-1 0 0 0,0 1 0 0 0,0-1 0 0 0,0 1 0 0 0,0 0 0 0 0,0 0 0 0 0,0-1 0 0 0,0 1 0 0 0,0 0 0 0 0,-1 0 0 0 0,1 0-1 0 0,0 0 1 0 0,-1 0 0 0 0,1 0 0 0 0,-1 0 0 0 0,1 0 0 0 0,-1 0 0 0 0,1 0 0 0 0,-1 0 0 0 0,0 1 0 0 0,1-1 0 0 0,-1 0 0 0 0,0 0 0 0 0,0 0 0 0 0,0 0 0 0 0,0 1-1 0 0,0-1 1 0 0,0 0 0 0 0,0 0 0 0 0,-1 0 0 0 0,1 0 0 0 0,0 1 0 0 0,-1-1 0 0 0,1 0 0 0 0,0 0 0 0 0,-1 0 0 0 0,0 0 0 0 0,1 0 0 0 0,-1 0 0 0 0,0 1-1 0 0,-5 7-50 0 0,0 0-1 0 0,0-1 0 0 0,-12 14 1 0 0,12-15 27 0 0,-39 44-76 0 0,18-21 131 0 0,1 2 0 0 0,-24 36-1 0 0,49-66-19 0 0,0 0-1 0 0,0-1 0 0 0,0 1 1 0 0,0 0-1 0 0,0 0 0 0 0,0 0 1 0 0,0-1-1 0 0,1 1 0 0 0,-1 0 1 0 0,1 0-1 0 0,-1 0 1 0 0,1 0-1 0 0,0 0 0 0 0,0 0 1 0 0,0 0-1 0 0,0 0 0 0 0,0 0 1 0 0,0 0-1 0 0,1 0 0 0 0,-1 0 1 0 0,1 3-1 0 0,0-4-19 0 0,0 0-1 0 0,1 0 1 0 0,-1 0-1 0 0,0 1 1 0 0,0-1-1 0 0,1 0 1 0 0,-1-1-1 0 0,0 1 1 0 0,1 0-1 0 0,-1 0 1 0 0,1-1-1 0 0,-1 1 1 0 0,1 0-1 0 0,0-1 1 0 0,-1 0-1 0 0,1 1 1 0 0,-1-1-1 0 0,1 0 1 0 0,0 0-1 0 0,-1 0 1 0 0,1 0-1 0 0,0 0 1 0 0,-1 0-1 0 0,1 0 1 0 0,-1-1-1 0 0,3 0 1 0 0,60-15-274 0 0,-53 12 276 0 0,0 1 0 0 0,0 0 0 0 0,1 0 0 0 0,-1 1 0 0 0,1 0 0 0 0,-1 1 0 0 0,23 1 0 0 0,-32 0 7 0 0,-1 0 0 0 0,0 1 0 0 0,1-1 0 0 0,-1 0 0 0 0,0 0 0 0 0,1 1 0 0 0,-1-1 0 0 0,0 1 0 0 0,1-1 0 0 0,-1 1 0 0 0,0-1 0 0 0,0 1 0 0 0,0 0 0 0 0,0 0 0 0 0,0-1 0 0 0,1 1 0 0 0,-1 0 0 0 0,-1 0 0 0 0,1 0 0 0 0,0 0 0 0 0,0 0 0 0 0,0 0 0 0 0,0 1 0 0 0,-1-1 1 0 0,2 2-1 0 0,-2-1-48 0 0,0 0 0 0 0,1 1 1 0 0,-1-1-1 0 0,0 0 0 0 0,-1 0 1 0 0,1 1-1 0 0,0-1 0 0 0,-1 0 1 0 0,1 0-1 0 0,-1 1 0 0 0,1-1 1 0 0,-1 0-1 0 0,-2 4 0 0 0,-4 6-460 0 0,0-1 1 0 0,-1 0-1 0 0,-16 19 0 0 0,4-8-177 0 0,13-16 540 0 0,0 1 1 0 0,1 0 0 0 0,0 0 0 0 0,1 0-1 0 0,-1 1 1 0 0,1-1 0 0 0,1 1-1 0 0,-8 17 1 0 0,12-25 129 0 0,0 0-1 0 0,0 1 1 0 0,0-1-1 0 0,0 0 1 0 0,0 0-1 0 0,0 1 1 0 0,0-1 0 0 0,0 0-1 0 0,0 0 1 0 0,0 1-1 0 0,0-1 1 0 0,0 0-1 0 0,0 1 1 0 0,0-1-1 0 0,0 0 1 0 0,0 0-1 0 0,0 1 1 0 0,0-1 0 0 0,0 0-1 0 0,0 0 1 0 0,1 1-1 0 0,-1-1 1 0 0,0 0-1 0 0,0 0 1 0 0,0 1-1 0 0,0-1 1 0 0,1 0-1 0 0,-1 0 1 0 0,0 0-1 0 0,0 0 1 0 0,0 1 0 0 0,1-1-1 0 0,-1 0 1 0 0,0 0-1 0 0,0 0 1 0 0,1 0-1 0 0,-1 1 1 0 0,15-2-1180 0 0,22-10-1564 0 0,-29 8 2016 0 0,-3 2 931 0 0,-1 0 0 0 0,0 0-1 0 0,0 0 1 0 0,0 0 0 0 0,1 1 0 0 0,-1 0 0 0 0,0-1-1 0 0,1 2 1 0 0,-1-1 0 0 0,5 1 0 0 0,-7 0 230 0 0,1 0 0 0 0,-1 0-1 0 0,0 0 1 0 0,1 0 0 0 0,-1 1 0 0 0,0-1 0 0 0,0 1 0 0 0,0-1 0 0 0,0 1 0 0 0,0 0 0 0 0,0 0 0 0 0,0 0 0 0 0,0 0 0 0 0,-1 0 0 0 0,1 0 0 0 0,-1 0 0 0 0,2 3-1 0 0,3 7-47 0 0,-1 1 0 0 0,0-1-1 0 0,0 1 1 0 0,-1 0 0 0 0,-1 0-1 0 0,3 20 1 0 0,4 87-119 0 0,-4-23-88 0 0,56 276 257 0 0,-43-270-366 0 0,17 147-14 0 0,-10-61-14 0 0,10 121 358 0 0,-3-8 26 0 0,3-32 73 0 0,19 109 479 0 0,-24-220-797 0 0,37 256-690 0 0,-66-401 487 0 0,-1-9 7 0 0,0-1 0 0 0,0 0 0 0 0,-1 1 0 0 0,1-1 0 0 0,-1 1-1 0 0,0-1 1 0 0,-1 0 0 0 0,1 1 0 0 0,-1-1 0 0 0,-1 8 0 0 0,1-12-61 0 0,0-1 1 0 0,1 0 0 0 0,-1 1 0 0 0,1-1 0 0 0,-1 0 0 0 0,1 1 0 0 0,-1-1 0 0 0,1 0 0 0 0,0 0 0 0 0,-1 1 0 0 0,1-1-1 0 0,0 0 1 0 0,-1 0 0 0 0,1 1 0 0 0,0-1 0 0 0,0 0 0 0 0,0-2 0 0 0,-2-11-459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5:09.61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394 174 920 0 0,'-18'-4'146'0'0,"0"-1"1"0"0,1 0-1 0 0,0-1 0 0 0,0-1 0 0 0,-25-14 0 0 0,24 11 719 0 0,-1 1-1 0 0,0 1 0 0 0,-32-9 0 0 0,43 16-522 0 0,1 0 0 0 0,-1 1 0 0 0,1 0 0 0 0,-1 0-1 0 0,1 0 1 0 0,-1 1 0 0 0,1 0 0 0 0,-1 1 0 0 0,1 0-1 0 0,0 0 1 0 0,-8 3 0 0 0,6-1 3 0 0,0-2 1 0 0,0 1-1 0 0,0-1 0 0 0,-1 0 0 0 0,-5-4 3680 0 0,45-5-2696 0 0,509-50 1023 0 0,1 34-1198 0 0,-529 22-1166 0 0,946-12 1999 0 0,-696 11-1365 0 0,104 3-279 0 0,-357 0-563 0 0,0 0 0 0 0,0 0 0 0 0,0 1 0 0 0,0 0-1 0 0,0 0 1 0 0,-1 1 0 0 0,1 0 0 0 0,-1 0 0 0 0,1 1 0 0 0,10 7-1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5:10.0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25 3225 0 0,'35'-25'14632'0'0,"-34"26"-14508"0"0,-1-1 1 0 0,1 0 0 0 0,-1 0 0 0 0,1 0 0 0 0,-1 0 0 0 0,1 1-1 0 0,-1-1 1 0 0,1 0 0 0 0,-1 0 0 0 0,1 1 0 0 0,-1-1 0 0 0,1 0-1 0 0,-1 1 1 0 0,1-1 0 0 0,-1 0 0 0 0,0 1 0 0 0,1-1-1 0 0,-1 1 1 0 0,0-1 0 0 0,1 1 0 0 0,-1-1 0 0 0,0 1 0 0 0,1-1-1 0 0,-1 1 1 0 0,0-1 0 0 0,0 1 0 0 0,0-1 0 0 0,0 1 0 0 0,0 0-1 0 0,1-1 1 0 0,-1 1 0 0 0,0-1 0 0 0,0 1 0 0 0,0-1 0 0 0,-1 1-1 0 0,1-1 1 0 0,0 1 0 0 0,0 1 0 0 0,140 948 747 0 0,-53-559-691 0 0,21 133 748 0 0,-102-470-973 0 0,-3-1 0 0 0,-5 79 1 0 0,2-130-135 0 0,0 1 1 0 0,0-1-1 0 0,0 0 0 0 0,0 1 1 0 0,0-1-1 0 0,1 0 0 0 0,-1 1 1 0 0,1-1-1 0 0,-1 0 0 0 0,1 1 1 0 0,0-1-1 0 0,0 0 0 0 0,0 0 1 0 0,0 0-1 0 0,0 0 0 0 0,0 0 1 0 0,1 0-1 0 0,2 3 0 0 0,-3-4-335 0 0,1 0 1 0 0,0 0-1 0 0,-1 0 0 0 0,1 0 0 0 0,0 0 1 0 0,0 0-1 0 0,0-1 0 0 0,0 1 0 0 0,0-1 0 0 0,0 1 1 0 0,0-1-1 0 0,0 0 0 0 0,0 0 0 0 0,0 0 0 0 0,0 0 1 0 0,0 0-1 0 0,0 0 0 0 0,0 0 0 0 0,0-1 0 0 0,-1 1 1 0 0,1-1-1 0 0,2 0 0 0 0,2-2 277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5:12.05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5204 0 5985 0 0,'-16'15'2628'0'0,"-1"-2"0"0"0,-25 16 1 0 0,-12 11-212 0 0,50-37-2258 0 0,-64 57 1491 0 0,63-54-1503 0 0,-1 0-1 0 0,1 1 0 0 0,0-1 0 0 0,0 1 0 0 0,1 0 1 0 0,0 1-1 0 0,0-1 0 0 0,-4 14 0 0 0,7-20-111 0 0,1 1 1 0 0,0-1-1 0 0,0 0 0 0 0,0 1 0 0 0,0-1 0 0 0,0 0 1 0 0,0 1-1 0 0,0-1 0 0 0,1 0 0 0 0,-1 1 0 0 0,0-1 1 0 0,1 0-1 0 0,-1 0 0 0 0,1 1 0 0 0,-1-1 0 0 0,1 0 1 0 0,0 0-1 0 0,-1 0 0 0 0,1 0 0 0 0,0 0 0 0 0,0 0 1 0 0,0 0-1 0 0,0 0 0 0 0,0 0 0 0 0,0 0 0 0 0,0 0 1 0 0,0 0-1 0 0,0-1 0 0 0,0 1 0 0 0,1 0 0 0 0,-1-1 1 0 0,0 1-1 0 0,0-1 0 0 0,1 0 0 0 0,-1 1 0 0 0,2-1 1 0 0,7 3 18 0 0,0 0 1 0 0,0-1-1 0 0,16 1 1 0 0,-18-2 31 0 0,28 2 33 0 0,37 5-83 0 0,-68-7-43 0 0,1 1 0 0 0,0-1 0 0 0,-1 1 0 0 0,0 0 0 0 0,1 0 0 0 0,-1 0 0 0 0,0 1 0 0 0,0 0 0 0 0,8 6 1 0 0,-12-8 10 0 0,-1 0 0 0 0,1 0 0 0 0,0 0 0 0 0,-1 0 0 0 0,1 0 0 0 0,0 0 0 0 0,-1 0 0 0 0,0 1 0 0 0,1-1 0 0 0,-1 0 0 0 0,0 0 0 0 0,1 0 0 0 0,-1 1 0 0 0,0-1 0 0 0,0 0 0 0 0,0 0 1 0 0,0 0-1 0 0,0 1 0 0 0,0-1 0 0 0,-1 0 0 0 0,1 0 0 0 0,0 0 0 0 0,-1 1 0 0 0,1-1 0 0 0,-1 0 0 0 0,1 0 0 0 0,-1 0 0 0 0,1 0 0 0 0,-1 0 0 0 0,0 0 0 0 0,1 0 0 0 0,-1 0 0 0 0,-1 1 1 0 0,-30 32 319 0 0,30-33-320 0 0,-48 39 73 0 0,39-33-251 0 0,0 1 1 0 0,0 1-1 0 0,1 0 0 0 0,0 0 0 0 0,0 1 1 0 0,1 0-1 0 0,0 1 0 0 0,-10 16 0 0 0,18-26 122 0 0,1 0 0 0 0,-1 0 0 0 0,1 0 0 0 0,-1 0 0 0 0,1 0 0 0 0,0 0 0 0 0,0 0 0 0 0,-1 0 0 0 0,1 0 0 0 0,0 0 0 0 0,0 0 0 0 0,0 0 0 0 0,0 0 0 0 0,0 0 0 0 0,0 0 0 0 0,0 0 0 0 0,0 0 0 0 0,0 0 0 0 0,1 0 0 0 0,-1 0 0 0 0,0 0 0 0 0,1 0 0 0 0,-1 0 0 0 0,1 2 0 0 0,1-2-23 0 0,-1 0 0 0 0,0 0 0 0 0,1 1 0 0 0,-1-1 0 0 0,1 0 0 0 0,-1 0 0 0 0,1-1 0 0 0,-1 1 1 0 0,1 0-1 0 0,-1 0 0 0 0,1-1 0 0 0,0 1 0 0 0,2 0 0 0 0,8 1-164 0 0,0-1-1 0 0,0 0 1 0 0,19-1-1 0 0,-21-1 299 0 0,-8 1-65 0 0,23 0 270 0 0,0 0 1 0 0,-1 1-1 0 0,1 2 1 0 0,44 10-1 0 0,-68-13-254 0 0,-1 0 0 0 0,1 0 0 0 0,-1 0-1 0 0,1 1 1 0 0,-1-1 0 0 0,1 0 0 0 0,-1 0 0 0 0,0 1 0 0 0,1-1 0 0 0,-1 0 0 0 0,1 0 0 0 0,-1 1-1 0 0,1-1 1 0 0,-1 1 0 0 0,0-1 0 0 0,1 0 0 0 0,-1 1 0 0 0,0-1 0 0 0,0 1 0 0 0,1-1 0 0 0,-1 1 0 0 0,0-1-1 0 0,0 1 1 0 0,0-1 0 0 0,1 1 0 0 0,-1-1 0 0 0,0 1 0 0 0,0-1 0 0 0,0 1 0 0 0,0-1 0 0 0,0 1-1 0 0,0-1 1 0 0,0 2 0 0 0,-11 18 218 0 0,-25 16-65 0 0,35-35-165 0 0,-46 35-240 0 0,35-29-349 0 0,0 2 0 0 0,1-1 0 0 0,1 1 1 0 0,-1 1-1 0 0,2 0 0 0 0,-16 19 0 0 0,24-28 438 0 0,1-1 0 0 0,0 1 0 0 0,-1-1 0 0 0,1 0 0 0 0,0 1 0 0 0,0-1-1 0 0,0 1 1 0 0,-1-1 0 0 0,1 1 0 0 0,0-1 0 0 0,0 1 0 0 0,0-1 0 0 0,0 1 0 0 0,0-1 0 0 0,0 1-1 0 0,0-1 1 0 0,0 1 0 0 0,0-1 0 0 0,0 1 0 0 0,0-1 0 0 0,0 1 0 0 0,0-1 0 0 0,0 1 0 0 0,1-1 0 0 0,-1 1-1 0 0,0-1 1 0 0,0 1 0 0 0,0-1 0 0 0,1 1 0 0 0,-1-1 0 0 0,0 0 0 0 0,1 1 0 0 0,18 8-2877 0 0,23-6-434 0 0,-1-2 2961 0 0,-30 0 1823 0 0,-1 0 1 0 0,0 1-1 0 0,20 5 0 0 0,-26-6-819 0 0,0 1 0 0 0,0-1 1 0 0,-1 1-1 0 0,1 0 0 0 0,0 0 0 0 0,-1 0 0 0 0,1 0 0 0 0,-1 1 0 0 0,1 0 0 0 0,-1-1 0 0 0,0 1 0 0 0,0 0 0 0 0,-1 1 0 0 0,1-1 0 0 0,0 0 0 0 0,-1 1 0 0 0,0-1 0 0 0,0 1 1 0 0,0 0-1 0 0,0 0 0 0 0,1 7 0 0 0,5 26 1070 0 0,-2-1 0 0 0,3 63 0 0 0,-5-41-1146 0 0,11 142-157 0 0,11 101 96 0 0,33 170-364 0 0,-16-149 0 0 0,-12 166 0 0 0,-29-431 0 0 0,11 104-257 0 0,42 195 1 0 0,-34-235 201 0 0,-15-90 54 0 0,66 328-78 0 0,-69-347 88 0 0,1 4-76 0 0,0-1-1 0 0,-1 1 1 0 0,0 0-1 0 0,0 23 1 0 0,2-9 382 0 0,-4-27-258 0 0,0 1 0 0 0,0 0 0 0 0,0-1 0 0 0,-1 1 0 0 0,0 0 0 0 0,1-1 0 0 0,-1 1 0 0 0,-1 0 0 0 0,1 0 0 0 0,-1 3 0 0 0,0-5-39 0 0,1-1-1 0 0,-1 0 1 0 0,0 0 0 0 0,0 0 0 0 0,0 0 0 0 0,1 0 0 0 0,-1 0 0 0 0,0 0 0 0 0,0-1 0 0 0,-1 1 0 0 0,1 0 0 0 0,0 0 0 0 0,0-1 0 0 0,0 1 0 0 0,0-1 0 0 0,-1 1 0 0 0,1-1 0 0 0,0 1 0 0 0,0-1 0 0 0,-1 0 0 0 0,1 1 0 0 0,0-1 0 0 0,-1 0 0 0 0,-1 0 0 0 0,-41-1 34 0 0,21 0-31 0 0,-85 6-21 0 0,-40 3 0 0 0,-60 9-121 0 0,94-10-19 0 0,-130 25 1 0 0,-77 10-69 0 0,-4-29-56 0 0,-246-7-160 0 0,236 7 411 0 0,273-10 10 0 0,-25-2-162 0 0,-121-14 0 0 0,-26-2-246 0 0,169 13 396 0 0,0-3 0 0 0,-97-19 0 0 0,-125-46-45 0 0,280 68 57 0 0,-292-62-985 0 0,80 21 806 0 0,-71 1-82 0 0,78 16 683 0 0,-119-15-793 0 0,211 29 128 0 0,-99-4 928 0 0,186 15-503 0 0,1 3 1 0 0,-1 0 0 0 0,1 2-1 0 0,-55 14 1 0 0,71-12-45 0 0,0 1 1 0 0,-19 9-1 0 0,25-10-21 0 0,-1 0 0 0 0,0-1 0 0 0,0-1-1 0 0,0 0 1 0 0,-1 0 0 0 0,-17 3 0 0 0,27-7-235 0 0,-1-1 0 0 0,1 1 0 0 0,0 0 0 0 0,0 0 0 0 0,0-1 0 0 0,0 1 0 0 0,0-1 0 0 0,0 0 0 0 0,0 1 0 0 0,0-1 0 0 0,0 0 0 0 0,0 0 0 0 0,0-1 0 0 0,0 1 0 0 0,1 0 0 0 0,-1 0 0 0 0,-1-3 0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5:12.80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10594 0 0,'2'5'872'0'0,"1"0"1"0"0,-1 0-1 0 0,1 0 0 0 0,1-1 0 0 0,-1 1 0 0 0,0-1 1 0 0,6 5-1 0 0,65 56 3459 0 0,-53-45-3923 0 0,0 2-1 0 0,33 44 0 0 0,-41-47-369 0 0,0 1 1 0 0,-2 1-1 0 0,-1 0 0 0 0,13 35 1 0 0,-9-11-1891 0 0,10 60 1 0 0,-16-67-4752 0 0,-5-22 962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5:13.15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7 221 3225 0 0,'-2'-6'517'0'0,"1"-1"1"0"0,-1 1-1 0 0,2-1 1 0 0,-1 1 0 0 0,1-1-1 0 0,0 1 1 0 0,0-1-1 0 0,1 1 1 0 0,0-1-1 0 0,0 1 1 0 0,0-1 0 0 0,1 1-1 0 0,0 0 1 0 0,0 0-1 0 0,1 0 1 0 0,0 0-1 0 0,0 0 1 0 0,0 0 0 0 0,0 1-1 0 0,1-1 1 0 0,0 1-1 0 0,0 0 1 0 0,6-4-1 0 0,-3 1-81 0 0,1 1-1 0 0,1 1 0 0 0,-1 0 0 0 0,1 0 0 0 0,0 0 1 0 0,0 1-1 0 0,1 1 0 0 0,-1-1 0 0 0,1 2 0 0 0,0-1 1 0 0,0 1-1 0 0,1 1 0 0 0,17-3 0 0 0,-24 5-382 0 0,1 0-1 0 0,-1-1 0 0 0,0 1 0 0 0,1 0 1 0 0,-1 1-1 0 0,0-1 0 0 0,0 1 1 0 0,0 0-1 0 0,1 0 0 0 0,-1 0 1 0 0,0 1-1 0 0,0 0 0 0 0,0-1 0 0 0,-1 1 1 0 0,1 0-1 0 0,0 1 0 0 0,5 4 1 0 0,-5-3-66 0 0,-1 0 0 0 0,1 0 0 0 0,-1 0 0 0 0,0 1 0 0 0,0 0 0 0 0,0 0 0 0 0,-1 0 1 0 0,0 0-1 0 0,0 0 0 0 0,0 0 0 0 0,2 11 0 0 0,-1 6-121 0 0,-1 1 0 0 0,0-1 0 0 0,-2 1 0 0 0,-1 0 0 0 0,-4 28 0 0 0,3-43 138 0 0,-1 39 364 0 0,3-44-311 0 0,0-1 0 0 0,0 1-1 0 0,0 0 1 0 0,1-1 0 0 0,-1 1-1 0 0,1-1 1 0 0,-1 1 0 0 0,1-1 0 0 0,0 1-1 0 0,0-1 1 0 0,0 0 0 0 0,0 0-1 0 0,1 1 1 0 0,2 2 0 0 0,-4-4-39 0 0,1-1 0 0 0,0 1 1 0 0,0-1-1 0 0,0 0 0 0 0,0 1 0 0 0,0-1 0 0 0,0 0 1 0 0,0 0-1 0 0,0 0 0 0 0,0 0 0 0 0,0 0 0 0 0,0 0 1 0 0,0 0-1 0 0,0 0 0 0 0,0 0 0 0 0,0 0 0 0 0,0 0 1 0 0,0-1-1 0 0,0 1 0 0 0,0 0 0 0 0,1-2 0 0 0,26-11 70 0 0,-18 8-179 0 0,63-22-3780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5:13.37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15 5065 0 0,'-1'-14'8626'0'0,"2"13"-8356"0"0,13 7 3901 0 0,17 20-1512 0 0,-31-26-2578 0 0,21 22 789 0 0,-1 2 0 0 0,-1 0-1 0 0,-2 1 1 0 0,25 46 0 0 0,-3-6-2319 0 0,4-4-4770 0 0,-28-43-1332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5:13.88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9 11979 0 0,'0'0'115'0'0,"0"0"1"0"0,0 0 0 0 0,0-1-1 0 0,3-5 2776 0 0,-2 5-2775 0 0,-1 1 0 0 0,0 0-1 0 0,1 0 1 0 0,-1 0 0 0 0,0 0-1 0 0,0 0 1 0 0,1 0 0 0 0,-1 0-1 0 0,0 0 1 0 0,1 0-1 0 0,15 6 2704 0 0,12 18-649 0 0,-7 7-1631 0 0,-1 1 0 0 0,-1 2 0 0 0,23 61 0 0 0,30 112-378 0 0,-68-194-166 0 0,5 13-232 0 0,-5-19-15 0 0,-1 0 1 0 0,-1 1-1 0 0,1-1 0 0 0,-1 0 1 0 0,0 1-1 0 0,-1 0 1 0 0,0-1-1 0 0,0 1 1 0 0,0 0-1 0 0,-2 7 0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5:14.21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0 135 10594 0 0,'11'-13'617'0'0,"0"1"0"0"0,0 1 0 0 0,1 0 0 0 0,1 0 0 0 0,-1 1 0 0 0,2 1 0 0 0,-1 0 0 0 0,1 1 0 0 0,1 1 0 0 0,-1 0 0 0 0,1 0 1 0 0,1 2-1 0 0,-1 0 0 0 0,19-3 0 0 0,-32 7-556 0 0,0 1 0 0 0,0 0 0 0 0,0-1 0 0 0,0 1 0 0 0,1 0 1 0 0,-1 0-1 0 0,0 1 0 0 0,0-1 0 0 0,0 0 0 0 0,0 1 0 0 0,1-1 1 0 0,-1 1-1 0 0,0 0 0 0 0,0 0 0 0 0,0 0 0 0 0,0 0 1 0 0,0 0-1 0 0,-1 0 0 0 0,1 0 0 0 0,0 0 0 0 0,3 4 0 0 0,-3-2-48 0 0,0 0-1 0 0,1 1 1 0 0,-1-1 0 0 0,0 1-1 0 0,-1-1 1 0 0,1 1-1 0 0,0 0 1 0 0,-1 0-1 0 0,0 0 1 0 0,1 8-1 0 0,0 4-148 0 0,-1 0-1 0 0,-1 0 0 0 0,0 0 0 0 0,-4 28 1 0 0,-24 82-69 0 0,4-15 1533 0 0,23-108-1263 0 0,0-1 1 0 0,1 0-1 0 0,0 0 1 0 0,0 0-1 0 0,0 0 1 0 0,0 1-1 0 0,0-1 0 0 0,0 0 1 0 0,0 0-1 0 0,1 0 1 0 0,-1 1-1 0 0,1-1 1 0 0,-1 0-1 0 0,1 0 1 0 0,0 0-1 0 0,0 0 1 0 0,0 0-1 0 0,2 2 1 0 0,-2-2-24 0 0,0-1 1 0 0,1 0-1 0 0,0 0 1 0 0,-1 0-1 0 0,1 0 1 0 0,-1 0-1 0 0,1 0 1 0 0,0 0-1 0 0,0-1 1 0 0,-1 1 0 0 0,1-1-1 0 0,0 1 1 0 0,0-1-1 0 0,0 0 1 0 0,0 1-1 0 0,0-1 1 0 0,2 0-1 0 0,9-2-30 0 0,0 1 0 0 0,0-2-1 0 0,0 0 1 0 0,24-9 0 0 0,-21 7-273 0 0,36-8-4014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5:14.44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0 1376 0 0,'-2'18'11678'0'0,"4"-17"-11378"0"0,10 24 4100 0 0,-11-23-4241 0 0,21 50 2207 0 0,-16-35-1644 0 0,0-1-1 0 0,15 26 1 0 0,-19-38-628 0 0,0-1 1 0 0,1 0-1 0 0,-1 1 0 0 0,1-1 0 0 0,-1 0 0 0 0,1 0 0 0 0,0-1 1 0 0,0 1-1 0 0,1 0 0 0 0,-1-1 0 0 0,0 0 0 0 0,1 0 0 0 0,-1 0 1 0 0,1 0-1 0 0,0-1 0 0 0,5 3 0 0 0,-6-4-131 0 0,-1 0-1 0 0,0 0 1 0 0,0 0-1 0 0,0 0 0 0 0,1 0 1 0 0,-1 0-1 0 0,0 0 1 0 0,0-1-1 0 0,0 1 1 0 0,0-1-1 0 0,0 0 1 0 0,0 1-1 0 0,0-1 1 0 0,0 0-1 0 0,0 0 1 0 0,0-1-1 0 0,0 1 1 0 0,0 0-1 0 0,-1 0 1 0 0,1-1-1 0 0,0 1 0 0 0,-1-1 1 0 0,1 0-1 0 0,-1 1 1 0 0,0-1-1 0 0,1 0 1 0 0,1-3-1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5:15.10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 0 7834 0 0,'-10'6'5986'0'0,"10"-5"-5824"0"0,5 16 3188 0 0,19 18-407 0 0,-22-33-2608 0 0,52 62 1346 0 0,30 40-604 0 0,-77-93-1325 0 0,0 1 0 0 0,0 0 1 0 0,-1 0-1 0 0,-1 0 0 0 0,0 1 0 0 0,0-1 1 0 0,4 23-1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5:15.6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24 179 7370 0 0,'-2'-1'205'0'0,"0"-1"0"0"0,0 1 0 0 0,0-1 0 0 0,1 0 0 0 0,-1 0 0 0 0,1 1 0 0 0,-1-1 0 0 0,1 0 0 0 0,0 0 0 0 0,0 0 0 0 0,0 0 0 0 0,0-1 0 0 0,0 1 0 0 0,0 0 0 0 0,1 0 0 0 0,-1 0 1 0 0,1-1-1 0 0,-1 1 0 0 0,1 0 0 0 0,0-1 0 0 0,0-3 0 0 0,1 2 92 0 0,0 0 1 0 0,0 0-1 0 0,0 0 1 0 0,1 1-1 0 0,-1-1 1 0 0,1 0-1 0 0,0 1 1 0 0,0-1-1 0 0,0 1 0 0 0,1 0 1 0 0,4-6-1 0 0,2 0 304 0 0,1 0-1 0 0,0 1 0 0 0,0 0 0 0 0,0 0 1 0 0,1 1-1 0 0,23-11 0 0 0,-29 16-387 0 0,1-1-1 0 0,-1 1 1 0 0,1 0-1 0 0,0 1 0 0 0,0-1 1 0 0,11 0-1 0 0,-15 2-198 0 0,-1 0 0 0 0,1 0 0 0 0,-1 0 0 0 0,0 0 0 0 0,1 1-1 0 0,-1-1 1 0 0,1 1 0 0 0,-1-1 0 0 0,0 1 0 0 0,1-1 0 0 0,-1 1-1 0 0,0 0 1 0 0,1 0 0 0 0,-1-1 0 0 0,0 1 0 0 0,0 0 0 0 0,0 0 0 0 0,0 0-1 0 0,0 0 1 0 0,0 0 0 0 0,0 1 0 0 0,0-1 0 0 0,0 0 0 0 0,-1 0-1 0 0,1 1 1 0 0,0-1 0 0 0,-1 0 0 0 0,1 1 0 0 0,-1-1 0 0 0,1 1-1 0 0,-1-1 1 0 0,0 0 0 0 0,0 3 0 0 0,3 11-242 0 0,-1 0-1 0 0,-1 0 1 0 0,0 0-1 0 0,-1 1 1 0 0,-3 19-1 0 0,-18 77-1769 0 0,15-85 1849 0 0,0 1 1 0 0,1 0 0 0 0,2 0 0 0 0,1 46 0 0 0,2-69 346 0 0,0 0 1 0 0,1-1-1 0 0,0 1 1 0 0,0-1-1 0 0,0 0 1 0 0,0 1 0 0 0,1-1-1 0 0,0 0 1 0 0,0 0-1 0 0,3 5 1 0 0,-5-7-141 0 0,1-2 0 0 0,0 1 1 0 0,0 0-1 0 0,0 0 0 0 0,0 0 1 0 0,1 0-1 0 0,-1-1 0 0 0,0 1 1 0 0,0 0-1 0 0,0-1 0 0 0,1 1 0 0 0,-1-1 1 0 0,0 1-1 0 0,0-1 0 0 0,1 0 1 0 0,-1 0-1 0 0,0 1 0 0 0,1-1 1 0 0,-1 0-1 0 0,0 0 0 0 0,1 0 1 0 0,-1 0-1 0 0,0-1 0 0 0,1 1 1 0 0,-1 0-1 0 0,0-1 0 0 0,1 1 1 0 0,-1 0-1 0 0,0-1 0 0 0,0 0 0 0 0,1 1 1 0 0,-1-1-1 0 0,0 0 0 0 0,0 1 1 0 0,0-1-1 0 0,0 0 0 0 0,0 0 1 0 0,1-1-1 0 0,22-17-189 0 0,0-2 0 0 0,27-30 1 0 0,11-10-3616 0 0,-43 44-2792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5:16.05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26 5985 0 0,'28'-7'4676'0'0,"-22"5"-3553"0"0,8-2 594 0 0,1 0 1 0 0,0 1-1 0 0,-1 1 1 0 0,1 0 0 0 0,18 0-1 0 0,-30 2-1683 0 0,0 0 0 0 0,-1 1 1 0 0,1-1-1 0 0,0 0 0 0 0,-1 1 0 0 0,1 0 0 0 0,0-1 0 0 0,-1 1 1 0 0,1 0-1 0 0,-1 0 0 0 0,1 1 0 0 0,-1-1 0 0 0,0 0 0 0 0,1 1 0 0 0,-1 0 1 0 0,0-1-1 0 0,0 1 0 0 0,0 0 0 0 0,0 0 0 0 0,0 0 0 0 0,-1 0 1 0 0,1 0-1 0 0,-1 1 0 0 0,1-1 0 0 0,-1 0 0 0 0,0 1 0 0 0,0-1 1 0 0,0 1-1 0 0,0-1 0 0 0,0 1 0 0 0,0 0 0 0 0,-1-1 0 0 0,1 1 0 0 0,-1 0 1 0 0,0 0-1 0 0,0 2 0 0 0,0 37-177 0 0,-1-29 135 0 0,1 0 0 0 0,0 1 0 0 0,1-1 0 0 0,3 13 0 0 0,-3-23 6 0 0,0 1 1 0 0,0-1-1 0 0,0 1 0 0 0,0-1 0 0 0,1 1 1 0 0,0-1-1 0 0,0 0 0 0 0,0 0 0 0 0,0 1 1 0 0,0-1-1 0 0,1-1 0 0 0,-1 1 0 0 0,1 0 1 0 0,-1-1-1 0 0,1 1 0 0 0,0-1 0 0 0,0 0 1 0 0,6 3-1 0 0,0-1 74 0 0,0 1 1 0 0,-1 0-1 0 0,1 1 1 0 0,-1 0-1 0 0,0 0 0 0 0,14 15 1 0 0,-20-18-51 0 0,1 0 1 0 0,-1 1 0 0 0,0-1-1 0 0,0 1 1 0 0,-1 0-1 0 0,1-1 1 0 0,-1 1 0 0 0,1 0-1 0 0,-1 0 1 0 0,0 0-1 0 0,-1 0 1 0 0,1 0 0 0 0,-1 0-1 0 0,0 0 1 0 0,0 0-1 0 0,0 0 1 0 0,0 0 0 0 0,-1 0-1 0 0,1 0 1 0 0,-3 6-1 0 0,-1 3 4 0 0,0 0-1 0 0,-2 0 1 0 0,0 0-1 0 0,0 0 0 0 0,-1-1 1 0 0,0 0-1 0 0,-18 20 1 0 0,-15 11-2593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5:16.5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7834 0 0,'0'0'602'0'0,"25"30"8910"0"0,23 106-4195 0 0,-34-89-6061 0 0,25 54 0 0 0,-28-77-7062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5:17.2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10138 0 0,'8'26'3403'0'0,"-2"-11"-2320"0"0,4 26 1051 0 0,-1 0-1 0 0,2 48 1 0 0,-1 86-245 0 0,6 63-2050 0 0,-7-168-3761 0 0,-7-52-3010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5:17.59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0 139 6913 0 0,'2'-6'631'0'0,"0"-1"-1"0"0,1 1 0 0 0,-1 0 0 0 0,1-1 1 0 0,0 1-1 0 0,1 0 0 0 0,-1 1 0 0 0,1-1 0 0 0,7-7 1 0 0,-4 4 456 0 0,2 0 1 0 0,-1 0-1 0 0,1 1 1 0 0,15-10-1 0 0,-21 15-858 0 0,1 1-1 0 0,0 0 1 0 0,0 0-1 0 0,-1 1 0 0 0,1-1 1 0 0,0 1-1 0 0,1 0 1 0 0,-1 0-1 0 0,0 0 1 0 0,0 0-1 0 0,0 1 0 0 0,7 0 1 0 0,-9 0-200 0 0,0 0 1 0 0,-1 0 0 0 0,1 1 0 0 0,-1-1-1 0 0,1 1 1 0 0,-1-1 0 0 0,1 1 0 0 0,-1 0-1 0 0,1-1 1 0 0,-1 1 0 0 0,0 0-1 0 0,1 0 1 0 0,-1 0 0 0 0,0 0 0 0 0,0 0-1 0 0,0 0 1 0 0,0 1 0 0 0,0-1 0 0 0,0 0-1 0 0,0 1 1 0 0,0-1 0 0 0,0 0-1 0 0,0 1 1 0 0,-1-1 0 0 0,1 1 0 0 0,-1-1-1 0 0,1 1 1 0 0,-1-1 0 0 0,1 1 0 0 0,-1 0-1 0 0,0-1 1 0 0,0 1 0 0 0,0-1-1 0 0,0 1 1 0 0,0 3 0 0 0,-2 14-120 0 0,-1 0-1 0 0,0-1 1 0 0,-1 1 0 0 0,-1-1 0 0 0,-1 0-1 0 0,-1 0 1 0 0,-12 24 0 0 0,11-25 34 0 0,1-1 1 0 0,0 1-1 0 0,1 0 1 0 0,1 0-1 0 0,0 1 1 0 0,1-1-1 0 0,2 1 1 0 0,-2 28-1 0 0,4-43 112 0 0,0 0-1 0 0,0 0 0 0 0,1 0 1 0 0,-1 0-1 0 0,1 1 1 0 0,0-1-1 0 0,0 0 0 0 0,0 0 1 0 0,1 0-1 0 0,-1-1 0 0 0,1 1 1 0 0,-1 0-1 0 0,1 0 1 0 0,0-1-1 0 0,0 1 0 0 0,0-1 1 0 0,0 0-1 0 0,1 1 1 0 0,-1-1-1 0 0,1 0 0 0 0,-1-1 1 0 0,1 1-1 0 0,0 0 0 0 0,-1-1 1 0 0,1 1-1 0 0,0-1 1 0 0,0 0-1 0 0,0 0 0 0 0,0 0 1 0 0,0 0-1 0 0,1-1 1 0 0,-1 1-1 0 0,5 0 0 0 0,10 0 106 0 0,1-1-1 0 0,0 0 0 0 0,-1-2 0 0 0,30-5 0 0 0,-27 4-142 0 0,31-6-49 0 0,-11 1-1557 0 0,-14 5-4460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5:18.91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 48 9674 0 0,'-1'-14'1986'0'0,"1"11"-934"0"0,-1 0-1 0 0,1-1 1 0 0,0 1 0 0 0,0 0-1 0 0,0-1 1 0 0,1 1-1 0 0,-1 0 1 0 0,2-5 0 0 0,7 36 1044 0 0,-8 0-2026 0 0,-1 1 0 0 0,-1-1 1 0 0,-6 37-1 0 0,-3 41 164 0 0,10-93-215 0 0,1 0-1 0 0,0 0 0 0 0,0 0 0 0 0,1 0 0 0 0,8 24 0 0 0,-9-33-41 0 0,0 0-1 0 0,0 0 0 0 0,1-1 1 0 0,0 1-1 0 0,0 0 1 0 0,0-1-1 0 0,0 0 1 0 0,0 1-1 0 0,1-1 0 0 0,-1 0 1 0 0,1 0-1 0 0,0 0 1 0 0,0 0-1 0 0,0-1 1 0 0,1 1-1 0 0,-1-1 1 0 0,0 0-1 0 0,1 0 0 0 0,0 0 1 0 0,-1 0-1 0 0,1-1 1 0 0,0 1-1 0 0,0-1 1 0 0,0 0-1 0 0,0 0 1 0 0,5 0-1 0 0,-3-1-22 0 0,0 0 0 0 0,0-1 0 0 0,0 0 0 0 0,0 0 0 0 0,0 0 0 0 0,0-1 0 0 0,-1 0 0 0 0,1 0 0 0 0,-1 0 0 0 0,1-1 0 0 0,-1 1 0 0 0,0-1 0 0 0,0-1 0 0 0,0 1 0 0 0,0-1 0 0 0,0 0 0 0 0,4-4 0 0 0,26-34-1255 0 0,-26 30-229 0 0,-1-1-1 0 0,0-1 0 0 0,-1 1 1 0 0,7-17-1 0 0,-12 23 1066 0 0,0 0 0 0 0,0 0 0 0 0,0 0 0 0 0,-1 0 0 0 0,1 0 0 0 0,-2 0 0 0 0,1-1 0 0 0,-1-8 0 0 0,-1 12 778 0 0,1 0 0 0 0,-1 1 0 0 0,0-1-1 0 0,0 0 1 0 0,0 0 0 0 0,-1 0 0 0 0,1 1 0 0 0,-1-1-1 0 0,0 1 1 0 0,0-1 0 0 0,0 1 0 0 0,0 0 0 0 0,-1-1-1 0 0,1 1 1 0 0,-6-4 0 0 0,7 5-27 0 0,-1 1-1 0 0,1 0 1 0 0,0 0-1 0 0,0 0 1 0 0,-1 0-1 0 0,1 0 1 0 0,0 1-1 0 0,-1-1 1 0 0,1 0-1 0 0,-1 1 1 0 0,1-1-1 0 0,-1 1 1 0 0,1-1-1 0 0,-1 1 1 0 0,1 0-1 0 0,-1-1 1 0 0,0 1-1 0 0,1 0 1 0 0,-1 0-1 0 0,-2 1 1 0 0,2-1-128 0 0,1 1 0 0 0,-1 0 0 0 0,1-1 1 0 0,-1 1-1 0 0,1 0 0 0 0,-1 0 1 0 0,1 0-1 0 0,-1 0 0 0 0,1 0 0 0 0,0 1 1 0 0,-1-1-1 0 0,1 0 0 0 0,0 1 0 0 0,0-1 1 0 0,-1 3-1 0 0,-2 3-1 0 0,1 0 1 0 0,-1 1-1 0 0,2-1 1 0 0,-1 1-1 0 0,1 0 1 0 0,-2 14-1 0 0,-4 69 620 0 0,5 115 1 0 0,3-80-196 0 0,5 6 442 0 0,-1-75-3032 0 0,0-5-4593 0 0,-1-26-1330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5:20.00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9 491 14283 0 0,'-8'-8'5155'0'0,"27"8"-3791"0"0,-10 4-1291 0 0,-1 1 0 0 0,1 0 0 0 0,-1 0-1 0 0,0 0 1 0 0,-1 1 0 0 0,1 0 0 0 0,-1 1 0 0 0,0-1 0 0 0,-1 2 0 0 0,1-1 0 0 0,5 10 0 0 0,5 3-55 0 0,132 135 27 0 0,-131-139-40 0 0,1-1-1 0 0,0-1 1 0 0,1 0 0 0 0,0-1 0 0 0,1-2 0 0 0,43 18 0 0 0,-62-28 30 0 0,1 0 0 0 0,-1 0-1 0 0,0 0 1 0 0,1-1 0 0 0,-1 1 0 0 0,1-1 0 0 0,-1 1 0 0 0,1-1-1 0 0,-1 0 1 0 0,1 0 0 0 0,-1 0 0 0 0,1-1 0 0 0,-1 1 0 0 0,1 0-1 0 0,-1-1 1 0 0,0 0 0 0 0,1 1 0 0 0,-1-1 0 0 0,4-2-1 0 0,-4 1 30 0 0,0 0-1 0 0,0 0 0 0 0,0 0 0 0 0,0 0 0 0 0,-1 0 0 0 0,1-1 0 0 0,-1 1 0 0 0,0 0 0 0 0,1-1 1 0 0,-1 1-1 0 0,0-1 0 0 0,-1 1 0 0 0,1-1 0 0 0,0 0 0 0 0,-1 1 0 0 0,1-1 0 0 0,-1-4 0 0 0,3-36 411 0 0,-2-1-1 0 0,-6-54 1 0 0,-1-17-168 0 0,16-115-430 0 0,-7 197-220 0 0,2 1 1 0 0,2 0-1 0 0,1 1 1 0 0,1 0-1 0 0,14-32 1 0 0,-21 59-18 0 0,0-1 0 0 0,0 1 0 0 0,0 0 0 0 0,1 0 1 0 0,-1 0-1 0 0,1 1 0 0 0,0-1 0 0 0,1 1 1 0 0,6-7-1 0 0,-9 9 222 0 0,0 1-1 0 0,0-1 1 0 0,1 1 0 0 0,-1-1 0 0 0,0 0 0 0 0,1 1 0 0 0,-1 0 0 0 0,0-1 0 0 0,1 1 0 0 0,-1 0-1 0 0,0 0 1 0 0,1 0 0 0 0,-1 0 0 0 0,1 0 0 0 0,-1 0 0 0 0,0 0 0 0 0,1 0 0 0 0,-1 1-1 0 0,0-1 1 0 0,1 0 0 0 0,-1 1 0 0 0,0-1 0 0 0,0 1 0 0 0,1-1 0 0 0,-1 1 0 0 0,0 0 0 0 0,0 0-1 0 0,0-1 1 0 0,0 1 0 0 0,0 0 0 0 0,0 0 0 0 0,0 0 0 0 0,0 0 0 0 0,0 0 0 0 0,0 1 0 0 0,1 0-1 0 0,8 16 7 0 0,-4 2 117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5:20.40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152 19 10594 0 0,'0'-1'192'0'0,"-1"-1"-1"0"0,1 1 1 0 0,-1 0-1 0 0,1 0 1 0 0,-1 0 0 0 0,0 0-1 0 0,1 1 1 0 0,-1-1-1 0 0,0 0 1 0 0,0 0-1 0 0,0 0 1 0 0,0 0-1 0 0,0 1 1 0 0,0-1 0 0 0,0 1-1 0 0,0-1 1 0 0,0 0-1 0 0,0 1 1 0 0,0 0-1 0 0,0-1 1 0 0,0 1-1 0 0,0 0 1 0 0,-1-1 0 0 0,1 1-1 0 0,0 0 1 0 0,-2 0-1 0 0,1 0 110 0 0,-1 1 0 0 0,0-1 0 0 0,1 1 0 0 0,-1 0 0 0 0,1 0 0 0 0,-1 0 0 0 0,1 0 0 0 0,-1 1 1 0 0,1-1-1 0 0,-1 1 0 0 0,-1 1 0 0 0,-4 4 160 0 0,0 0-1 0 0,0 0 1 0 0,0 1 0 0 0,-11 16 0 0 0,13-15-398 0 0,1 0-1 0 0,-1 0 1 0 0,1 1-1 0 0,1-1 1 0 0,0 1-1 0 0,0 0 1 0 0,-2 11 0 0 0,5-18-74 0 0,1 0 0 0 0,-1 1 0 0 0,1-1 0 0 0,0 0 0 0 0,0 0 0 0 0,0 0 0 0 0,0 0 0 0 0,1 1-1 0 0,-1-1 1 0 0,1 0 0 0 0,0 0 0 0 0,0 0 0 0 0,0 0 0 0 0,0 0 0 0 0,0 0 0 0 0,0 0 0 0 0,1-1 0 0 0,0 1 0 0 0,0 0 0 0 0,-1-1 0 0 0,1 1 0 0 0,1-1 0 0 0,-1 0 0 0 0,0 1 0 0 0,1-1 0 0 0,-1 0 0 0 0,5 2 0 0 0,45 26-323 0 0,-34-21 389 0 0,0 1-1 0 0,-1 1 0 0 0,0 0 1 0 0,0 2-1 0 0,15 14 1 0 0,-28-23-14 0 0,-1-1 1 0 0,0 1 0 0 0,0 0 0 0 0,0 0-1 0 0,0 1 1 0 0,-1-1 0 0 0,0 0 0 0 0,0 1-1 0 0,0 0 1 0 0,0-1 0 0 0,-1 1-1 0 0,1 0 1 0 0,-1 0 0 0 0,-1 0 0 0 0,1 0-1 0 0,-1 0 1 0 0,1 0 0 0 0,-1 0 0 0 0,-1 0-1 0 0,1-1 1 0 0,-1 1 0 0 0,0 0 0 0 0,0 0-1 0 0,0 0 1 0 0,-4 8 0 0 0,0-2 92 0 0,0-1 0 0 0,-1 0-1 0 0,1 0 1 0 0,-2 0 0 0 0,0-1 0 0 0,0 0 0 0 0,0-1 0 0 0,-1 1-1 0 0,-13 9 1 0 0,17-14-195 0 0,0-1 0 0 0,0 1 0 0 0,-1-1 1 0 0,1-1-1 0 0,-1 1 0 0 0,1 0 0 0 0,-1-1 0 0 0,0 0 0 0 0,0 0 0 0 0,0-1 0 0 0,0 1 0 0 0,0-1 0 0 0,0 0 0 0 0,-1-1 0 0 0,1 1 1 0 0,0-1-1 0 0,0 0 0 0 0,-1 0 0 0 0,1-1 0 0 0,0 1 0 0 0,0-1 0 0 0,-8-2 0 0 0,-6-8-8138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16.4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10 124 6449 0 0,'-3'-22'513'0'0,"1"12"763"0"0,0 0-1 0 0,0 0 1 0 0,2-1-1 0 0,-1 1 1 0 0,1 0 0 0 0,2-18-1 0 0,-2 27-1196 0 0,1 1 0 0 0,-1-1 0 0 0,0 1 0 0 0,0-1 0 0 0,0 1 0 0 0,0-1 0 0 0,0 0 0 0 0,1 1 0 0 0,-1-1 0 0 0,0 1 0 0 0,1-1 0 0 0,-1 1 0 0 0,0-1 0 0 0,1 1 0 0 0,-1 0 0 0 0,0-1 0 0 0,1 1 0 0 0,-1-1 0 0 0,1 1 0 0 0,-1 0 0 0 0,1-1 0 0 0,-1 1 0 0 0,1 0 0 0 0,-1 0 0 0 0,1-1 0 0 0,-1 1 0 0 0,1 0 0 0 0,-1 0 0 0 0,1 0 0 0 0,0 0 0 0 0,-1 0 0 0 0,1-1 0 0 0,-1 1 0 0 0,1 0 0 0 0,-1 0 0 0 0,1 1 0 0 0,0-1 0 0 0,-1 0 0 0 0,1 0 0 0 0,-1 0 0 0 0,1 0 0 0 0,-1 0 0 0 0,1 1 0 0 0,-1-1 0 0 0,1 0 0 0 0,-1 0 0 0 0,1 1 0 0 0,-1-1 0 0 0,2 1 0 0 0,0 0 115 0 0,0 1 0 0 0,0 0 0 0 0,0-1 0 0 0,0 1 0 0 0,0 0 0 0 0,0 0 0 0 0,0 0 0 0 0,-1 0 0 0 0,3 4 0 0 0,2 7-76 0 0,-1 0 1 0 0,-1 1 0 0 0,0-1 0 0 0,0 1-1 0 0,2 24 1 0 0,0 75 91 0 0,-5-88-81 0 0,9 555 309 0 0,2 59-606 0 0,52 17 305 0 0,-14-217 437 0 0,-15-145 104 0 0,-17-169-3119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17.1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201 85 7370 0 0,'-200'52'9040'0'0,"222"-52"-5638"0"0,49-5-2570 0 0,71-14 395 0 0,213-23-1033 0 0,118-8 30 0 0,-401 43-262 0 0,106-7 193 0 0,-153 14-184 0 0,1 1 0 0 0,-1 1 0 0 0,1 2 0 0 0,48 12 0 0 0,-43-9 28 0 0,-23-6-2 0 0,-1 1 0 0 0,0-1 0 0 0,0 1 0 0 0,0 1 1 0 0,0-1-1 0 0,0 1 0 0 0,-1 1 0 0 0,9 4 0 0 0,-15-8-57 0 0,1 1-1 0 0,-1-1 0 0 0,1 1 1 0 0,-1-1-1 0 0,1 1 1 0 0,-1-1-1 0 0,0 1 1 0 0,1-1-1 0 0,-1 1 1 0 0,0-1-1 0 0,1 1 1 0 0,-1-1-1 0 0,0 1 1 0 0,0 0-1 0 0,1-1 1 0 0,-1 1-1 0 0,0-1 1 0 0,0 1-1 0 0,0 0 0 0 0,0-1 1 0 0,0 1-1 0 0,0 0 1 0 0,0-1-1 0 0,0 1 1 0 0,0 0-1 0 0,0-1 1 0 0,0 1-1 0 0,0-1 1 0 0,-1 1-1 0 0,1 1 1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17.5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93 0 6913 0 0,'-8'1'742'0'0,"0"1"-1"0"0,0-1 0 0 0,0 1 0 0 0,0 0 0 0 0,1 1 0 0 0,-1 0 0 0 0,1 0 0 0 0,0 1 1 0 0,-1 0-1 0 0,-7 6 111 0 0,15-10-815 0 0,0 0 0 0 0,0 0 0 0 0,0 0 0 0 0,0 0 0 0 0,0 0 0 0 0,0 1 0 0 0,0-1 0 0 0,0 0 0 0 0,0 0 1 0 0,0 0-1 0 0,0 0 0 0 0,0 0 0 0 0,0 0 0 0 0,0 0 0 0 0,0 0 0 0 0,1 2 704 0 0,-1-2-704 0 0,0 0 0 0 0,0 0 0 0 0,0 0 0 0 0,0 0 0 0 0,0 0 0 0 0,0 0 0 0 0,0 0 0 0 0,1 0 0 0 0,-1 1 0 0 0,0-1 0 0 0,0 0 0 0 0,0 0 0 0 0,0 0 0 0 0,0 0 0 0 0,0 0 1 0 0,0-1-1 0 0,0 1 0 0 0,1 0 0 0 0,-1 0 0 0 0,0 0 0 0 0,0 0 0 0 0,0 0 0 0 0,0 0 0 0 0,0 0 0 0 0,15 3 1077 0 0,17 0 27 0 0,139 3 1448 0 0,-12 0-1873 0 0,-107-6-2013 0 0,53-7 0 0 0,-99 6 776 0 0,7 0-1885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17.9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0 6913 0 0,'-13'3'12330'0'0,"12"-2"-12005"0"0,-3 21 3143 0 0,8 36-4945 0 0,-3-51 2578 0 0,80 446-530 0 0,1 9-309 0 0,-35 142 498 0 0,-31-417-704 0 0,-6-77-49 0 0,-4 173 0 0 0,-6-269-2060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19.3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180 169 4609 0 0,'-161'1'8146'0'0,"160"-1"-7990"0"0,0 0 1 0 0,0 0-1 0 0,0 0 0 0 0,0 0 1 0 0,0 1-1 0 0,0-1 1 0 0,0 0-1 0 0,0 0 1 0 0,0 0-1 0 0,0 1 1 0 0,0-1-1 0 0,1 0 0 0 0,-1 1 1 0 0,0-1-1 0 0,0 1 1 0 0,-1 0-1 0 0,2-1-80 0 0,0 1-1 0 0,0-1 1 0 0,-1 0 0 0 0,1 1-1 0 0,0-1 1 0 0,0 1 0 0 0,0-1-1 0 0,0 0 1 0 0,-1 1-1 0 0,1-1 1 0 0,0 1 0 0 0,0-1-1 0 0,0 0 1 0 0,0 1 0 0 0,0-1-1 0 0,0 1 1 0 0,0-1 0 0 0,0 1-1 0 0,0-1 1 0 0,0 0-1 0 0,1 1 1 0 0,-1-1 0 0 0,0 1-1 0 0,0-1 1 0 0,0 1 0 0 0,1 0-2 0 0,0 1 1 0 0,0-1-1 0 0,0 1 0 0 0,0-1 1 0 0,0 1-1 0 0,1-1 1 0 0,-1 0-1 0 0,0 0 1 0 0,1 1-1 0 0,-1-1 1 0 0,1 0-1 0 0,-1 0 1 0 0,1 0-1 0 0,-1-1 0 0 0,3 2 1 0 0,12 1 111 0 0,0-1 1 0 0,0 0-1 0 0,-1-1 0 0 0,1 0 0 0 0,0-2 1 0 0,0 0-1 0 0,0-1 0 0 0,21-5 1 0 0,19 0 146 0 0,335-45 356 0 0,120-11-388 0 0,-217 36-215 0 0,-29-3-22 0 0,422 6 0 0 0,-110 57 611 0 0,-309-21-355 0 0,-116-7-103 0 0,60-4-170 0 0,-199-4-30 0 0,-12 3-84 0 0,-1 0 0 0 0,0 0 0 0 0,0 0-1 0 0,0-1 1 0 0,1 1 0 0 0,-1 0 0 0 0,0-1-1 0 0,0 1 1 0 0,0 0 0 0 0,0 0 0 0 0,0-1-1 0 0,0 1 1 0 0,0 0 0 0 0,1-1 0 0 0,-1 1-1 0 0,0 0 1 0 0,0-1 0 0 0,0 1 0 0 0,0 0-1 0 0,0 0 1 0 0,0-1 0 0 0,-1 1 0 0 0,1 0-1 0 0,0-1 1 0 0,0 1 0 0 0,0 0 0 0 0,0-1-1 0 0,0 1 1 0 0,0 0 0 0 0,0 0 0 0 0,-1-1-1 0 0,1 1 1 0 0,0 0 0 0 0,0 0 0 0 0,0-1-1 0 0,-1 1 1 0 0,1 0 0 0 0,0 0 0 0 0,-1-1-1 0 0,-1-1-796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20.0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36 3225 0 0,'18'-24'2011'0'0,"-17"22"-1368"0"0,1 0 1 0 0,0 0-1 0 0,-1 0 1 0 0,18-1 7218 0 0,-15 25-6397 0 0,-4-19-946 0 0,28 159 2890 0 0,-9-42-2666 0 0,45 151 0 0 0,-45-213-700 0 0,-5-21 3 0 0,-3 1 0 0 0,8 46 1 0 0,-18-75-294 0 0,-1-1 0 0 0,-1 1 0 0 0,0 0 0 0 0,0-1 0 0 0,-1 1 0 0 0,1 0 0 0 0,-2-1 0 0 0,0 0 0 0 0,0 0 0 0 0,0 0 0 0 0,-8 13 0 0 0,11-21 204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20.9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108 0 920 0 0,'-6'1'705'0'0,"0"0"1"0"0,0 0-1 0 0,0 0 0 0 0,1 1 0 0 0,-1 0 0 0 0,1 0 0 0 0,-1 1 1 0 0,1-1-1 0 0,-8 6 0 0 0,9-6-239 0 0,1 0 0 0 0,0 0 0 0 0,0 1 0 0 0,0-1 1 0 0,0 1-1 0 0,0-1 0 0 0,0 1 0 0 0,1 0 0 0 0,-1 0 0 0 0,1 0 0 0 0,0 1 0 0 0,0-1 1 0 0,0 0-1 0 0,0 1 0 0 0,-2 5 0 0 0,5-8-345 0 0,-1 0 1 0 0,0 0-1 0 0,0 0 1 0 0,0 0-1 0 0,1 0 1 0 0,-1 0-1 0 0,0 0 1 0 0,1 0-1 0 0,-1 0 1 0 0,1 0-1 0 0,-1 0 1 0 0,1-1-1 0 0,-1 1 1 0 0,1 0-1 0 0,0 0 1 0 0,-1 0-1 0 0,1-1 1 0 0,0 1-1 0 0,0-1 1 0 0,-1 1-1 0 0,1 0 1 0 0,0-1-1 0 0,0 1 1 0 0,0-1-1 0 0,0 0 1 0 0,0 1-1 0 0,0-1 1 0 0,0 0-1 0 0,0 1 1 0 0,1-1-1 0 0,38 9 842 0 0,-29-7-574 0 0,24 6-246 0 0,-1 1-1 0 0,0 2 1 0 0,-1 2-1 0 0,41 20 1 0 0,-73-32-145 0 0,0-1 0 0 0,0 1 0 0 0,0-1 0 0 0,0 1 0 0 0,0 0 0 0 0,0-1 0 0 0,0 1 0 0 0,0 0 1 0 0,-1 0-1 0 0,1-1 0 0 0,0 1 0 0 0,0 0 0 0 0,-1 0 0 0 0,1 0 0 0 0,-1 0 0 0 0,1 0 1 0 0,-1 0-1 0 0,1 0 0 0 0,-1 0 0 0 0,1 0 0 0 0,-1 0 0 0 0,0 1 0 0 0,0-1 0 0 0,0 0 0 0 0,1 0 1 0 0,-1 0-1 0 0,0 0 0 0 0,0 0 0 0 0,0 0 0 0 0,-1 1 0 0 0,1-1 0 0 0,0 0 0 0 0,0 0 0 0 0,-1 0 1 0 0,1 0-1 0 0,-1 0 0 0 0,1 0 0 0 0,-1 0 0 0 0,1 0 0 0 0,-1 0 0 0 0,1 0 0 0 0,-1 0 1 0 0,0 0-1 0 0,0 0 0 0 0,1-1 0 0 0,-1 1 0 0 0,-1 1 0 0 0,-6 6-32 0 0,-1 0 0 0 0,0 0 0 0 0,-17 11-1 0 0,14-11 16 0 0,-147 107 206 0 0,159-115-185 0 0,-1 1 0 0 0,1-1 0 0 0,-1 0 0 0 0,1 1 0 0 0,-1-1 0 0 0,1 1 0 0 0,-1-1 0 0 0,1 0 0 0 0,-1 1 0 0 0,1-1 1 0 0,0 1-1 0 0,-1-1 0 0 0,1 1 0 0 0,0 0 0 0 0,-1-1 0 0 0,1 1 0 0 0,0-1 0 0 0,0 1 0 0 0,-1-1 0 0 0,1 1 1 0 0,0 0-1 0 0,0-1 0 0 0,0 1 0 0 0,0 0 0 0 0,0-1 0 0 0,0 1 0 0 0,0 0 0 0 0,0-1 0 0 0,0 1 0 0 0,0-1 0 0 0,0 1 1 0 0,0 0-1 0 0,1-1 0 0 0,-1 2 0 0 0,2 0-33 0 0,-1-1 0 0 0,1 0 0 0 0,-1 1 1 0 0,1-1-1 0 0,-1 0 0 0 0,1 1 0 0 0,0-1 0 0 0,0 0 1 0 0,-1 0-1 0 0,1 0 0 0 0,2 0 0 0 0,54 15-437 0 0,-57-16 496 0 0,28 6-57 0 0,-16-5 5 0 0,-1 1-1 0 0,-1 0 1 0 0,1 1-1 0 0,0 0 1 0 0,-1 1 0 0 0,1 0-1 0 0,-1 1 1 0 0,0 0-1 0 0,16 11 1 0 0,-26-15 20 0 0,-1 0 0 0 0,1 0-1 0 0,-1 0 1 0 0,1 0 0 0 0,-1 0 0 0 0,1 0 0 0 0,-1 0-1 0 0,1 0 1 0 0,-1 0 0 0 0,0 1 0 0 0,0-1 0 0 0,1 0 0 0 0,-1 0-1 0 0,0 0 1 0 0,0 0 0 0 0,0 0 0 0 0,0 1 0 0 0,-1-1-1 0 0,1 0 1 0 0,0 0 0 0 0,0 0 0 0 0,-1 0 0 0 0,1 0-1 0 0,-1 0 1 0 0,1 0 0 0 0,-1 0 0 0 0,1 0 0 0 0,-1 0-1 0 0,1 0 1 0 0,-1 0 0 0 0,0 0 0 0 0,0 0 0 0 0,1 0 0 0 0,-2 0-1 0 0,-32 34-230 0 0,30-32 244 0 0,-51 44 71 0 0,-36 34 243 0 0,81-71-295 0 0,1 0 1 0 0,0 0-1 0 0,1 1 1 0 0,0 0-1 0 0,1 0 1 0 0,-9 20-1 0 0,16-30-32 0 0,-1 1 0 0 0,0-1-1 0 0,1 0 1 0 0,0 1 0 0 0,-1-1-1 0 0,1 1 1 0 0,0-1 0 0 0,0 0-1 0 0,-1 1 1 0 0,1-1 0 0 0,0 1 0 0 0,1-1-1 0 0,-1 1 1 0 0,0-1 0 0 0,0 1-1 0 0,1-1 1 0 0,-1 1 0 0 0,0-1-1 0 0,1 0 1 0 0,0 1 0 0 0,-1-1-1 0 0,1 0 1 0 0,1 2 0 0 0,0-1-18 0 0,0 0 1 0 0,0 0 0 0 0,0 1-1 0 0,1-2 1 0 0,-1 1 0 0 0,1 0-1 0 0,0 0 1 0 0,-1-1 0 0 0,1 1-1 0 0,5 0 1 0 0,7 3-80 0 0,1 0 0 0 0,0-2 0 0 0,22 3 0 0 0,-29-5 91 0 0,42 2-212 0 0,-36-3 58 0 0,0 1 0 0 0,26 5 1 0 0,-40-6 102 0 0,0 0 0 0 0,-1 0 0 0 0,1 0 0 0 0,0 1 0 0 0,-1-1 0 0 0,1 0 0 0 0,0 1 0 0 0,0-1-1 0 0,-1 0 1 0 0,1 1 0 0 0,-1-1 0 0 0,1 1 0 0 0,0-1 0 0 0,-1 1 0 0 0,1-1 0 0 0,-1 1 0 0 0,1-1 0 0 0,-1 1 0 0 0,1-1 0 0 0,-1 1 0 0 0,0 0 0 0 0,1-1 0 0 0,-1 1 0 0 0,0 0 0 0 0,1 0 0 0 0,-1-1 0 0 0,0 1 0 0 0,0 0 0 0 0,0 0 0 0 0,1 0 0 0 0,-2 2-100 0 0,1-1 0 0 0,0 0 0 0 0,-1 1 0 0 0,1-1-1 0 0,-1 0 1 0 0,0 1 0 0 0,0-1 0 0 0,0 0 0 0 0,0 0 0 0 0,-1 2 0 0 0,-4 6-663 0 0,-1 0 1 0 0,-16 16-1 0 0,-55 43-1258 0 0,78-69 2088 0 0,0 0-1 0 0,0 0 1 0 0,0 0-1 0 0,-1 0 0 0 0,1 0 1 0 0,0 0-1 0 0,0 0 1 0 0,0 0-1 0 0,0 0 1 0 0,0 1-1 0 0,0-1 0 0 0,0 0 1 0 0,-1 0-1 0 0,1 0 1 0 0,0 0-1 0 0,0 0 1 0 0,0 0-1 0 0,0 0 0 0 0,0 0 1 0 0,0 1-1 0 0,0-1 1 0 0,0 0-1 0 0,0 0 1 0 0,0 0-1 0 0,-1 0 0 0 0,1 0 1 0 0,0 0-1 0 0,0 1 1 0 0,0-1-1 0 0,0 0 1 0 0,0 0-1 0 0,0 0 0 0 0,0 0 1 0 0,0 0-1 0 0,0 0 1 0 0,0 1-1 0 0,0-1 1 0 0,0 0-1 0 0,0 0 0 0 0,0 0 1 0 0,0 0-1 0 0,1 0 1 0 0,-1 1-1 0 0,0-1 1 0 0,0 0-1 0 0,0 0 0 0 0,0 0 1 0 0,0 0-1 0 0,0 0 1 0 0,0 0-1 0 0,0 0 1 0 0,0 1-1 0 0,0-1 0 0 0,1 0 1 0 0,-1 0-1 0 0,0 0 1 0 0,0 0-1 0 0,0 0 1 0 0,0 0-1 0 0,9 0-2416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21.2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3225 0 0,'2'0'293'0'0,"-1"0"1"0"0,1 1-1 0 0,-1-1 1 0 0,1 1-1 0 0,-1-1 1 0 0,1 1-1 0 0,-1 0 1 0 0,0-1-1 0 0,1 1 1 0 0,-1 0-1 0 0,0 0 0 0 0,1 0 1 0 0,-1 0-1 0 0,0 0 1 0 0,0 0-1 0 0,0 1 1 0 0,0-1-1 0 0,0 0 1 0 0,0 0-1 0 0,-1 1 1 0 0,1-1-1 0 0,1 3 1 0 0,15 40 4787 0 0,-10-25-3967 0 0,25 64 1007 0 0,-3 1-1 0 0,18 92 0 0 0,21 179-1226 0 0,-48-237-373 0 0,9 95 197 0 0,-28-187-882 0 0,0 1 0 0 0,-2-1 0 0 0,-1 0 0 0 0,-1 1 0 0 0,-1-1 0 0 0,-9 28 0 0 0,11-46-1855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22.3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107 13 3225 0 0,'-43'-11'50'0'0,"37"11"1193"0"0,0-1-1 0 0,0 1 1 0 0,0-1 0 0 0,0 2-1 0 0,1-1 1 0 0,-1 1 0 0 0,0 0-1 0 0,-11 3 1 0 0,27-3 2346 0 0,16 0-3177 0 0,91-8-150 0 0,150 9 1 0 0,-15 2-44 0 0,450-9 24 0 0,-633 5-141 0 0,498 12 856 0 0,-187 11-781 0 0,-367-21-177 0 0,0 0 0 0 0,0 1 0 0 0,18 5 472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22.8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38 3225 0 0,'-1'0'126'0'0,"0"-1"-1"0"0,1 1 1 0 0,-1-1 0 0 0,1 1 0 0 0,-1-1 0 0 0,1 0-1 0 0,-1 1 1 0 0,1-1 0 0 0,-1 0 0 0 0,1 0 0 0 0,0 1 0 0 0,-1-1-1 0 0,1 0 1 0 0,0 0 0 0 0,0 0 0 0 0,-1 1 0 0 0,1-1 0 0 0,0 0-1 0 0,0 0 1 0 0,0 0 0 0 0,0 0 0 0 0,0 1 0 0 0,0-1 0 0 0,0 0-1 0 0,0 0 1 0 0,1 0 0 0 0,-1 0 0 0 0,0 1 0 0 0,0-1-1 0 0,1 0 1 0 0,-1 0 0 0 0,0 1 0 0 0,1-1 0 0 0,-1 0 0 0 0,1 0-1 0 0,-1 1 1 0 0,1-1 0 0 0,0 1 0 0 0,-1-1 0 0 0,1 0 0 0 0,-1 1-1 0 0,1-1 1 0 0,0 1 0 0 0,-1-1 0 0 0,1 1 0 0 0,0 0 0 0 0,0-1-1 0 0,0 1 1 0 0,-1 0 0 0 0,1-1 0 0 0,0 1 0 0 0,0 0-1 0 0,1 0 1 0 0,5-2 1562 0 0,1 1 1 0 0,0 1-1 0 0,1-1 0 0 0,11 2 0 0 0,-11-1 230 0 0,-4 32-426 0 0,-4-19-1373 0 0,27 291 64 0 0,-15-117-230 0 0,3 193 43 0 0,-13-213 152 0 0,-3-135-158 0 0,-1-21-281 0 0,1 0 0 0 0,1 1 0 0 0,-1-1 0 0 0,2 0 1 0 0,3 18-1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23.6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 1 1376 0 0,'-1'4'638'0'0,"0"0"1"0"0,0 1-1 0 0,0-1 0 0 0,-1 0 0 0 0,1 1 0 0 0,-1-1 0 0 0,0 0 1 0 0,0 0-1 0 0,-1-1 0 0 0,1 1 0 0 0,-1 0 0 0 0,0-1 0 0 0,-6 6 1 0 0,-15 25 6324 0 0,25-34-6896 0 0,-1 1 1 0 0,0-1-1 0 0,0 1 0 0 0,0-1 0 0 0,1 1 0 0 0,-1-1 0 0 0,0 1 0 0 0,1-1 0 0 0,-1 1 0 0 0,1-1 0 0 0,-1 1 1 0 0,0-1-1 0 0,1 1 0 0 0,-1-1 0 0 0,1 0 0 0 0,-1 1 0 0 0,1-1 0 0 0,-1 0 0 0 0,1 1 0 0 0,-1-1 1 0 0,1 0-1 0 0,0 0 0 0 0,-1 0 0 0 0,1 1 0 0 0,-1-1 0 0 0,1 0 0 0 0,-1 0 0 0 0,1 0 0 0 0,0 0 0 0 0,-1 0 1 0 0,1 0-1 0 0,0 0 0 0 0,-1 0 0 0 0,1 0 0 0 0,0-1 0 0 0,29 3 344 0 0,-29-2-324 0 0,38-1 409 0 0,-21 0-445 0 0,0 0 0 0 0,0 1-1 0 0,0 1 1 0 0,0 1 0 0 0,0 1 0 0 0,0 0 0 0 0,34 11 0 0 0,-51-13-63 0 0,-1-1 1 0 0,1 0-1 0 0,0 1 0 0 0,0-1 1 0 0,-1 0-1 0 0,1 1 0 0 0,0-1 0 0 0,-1 1 1 0 0,1-1-1 0 0,0 1 0 0 0,-1-1 0 0 0,1 1 1 0 0,-1 0-1 0 0,1-1 0 0 0,-1 1 0 0 0,1 0 1 0 0,-1-1-1 0 0,0 1 0 0 0,1 0 1 0 0,-1 0-1 0 0,0-1 0 0 0,1 1 0 0 0,-1 0 1 0 0,0 0-1 0 0,0 0 0 0 0,0 1 0 0 0,0 0-22 0 0,0-1 0 0 0,-1 1 0 0 0,1 0 0 0 0,-1-1 0 0 0,1 1-1 0 0,-1 0 1 0 0,0-1 0 0 0,0 1 0 0 0,0-1 0 0 0,0 1 0 0 0,0-1-1 0 0,-1 2 1 0 0,-6 6-168 0 0,-1 0 0 0 0,0-1-1 0 0,-11 7 1 0 0,12-8 93 0 0,-17 13-17 0 0,-32 28-263 0 0,53-45 371 0 0,0 1-1 0 0,1 0 1 0 0,0 0 0 0 0,0 0-1 0 0,0 1 1 0 0,0-1-1 0 0,1 0 1 0 0,0 1-1 0 0,0 0 1 0 0,0 0-1 0 0,-2 7 1 0 0,4-11 5 0 0,0 0-1 0 0,0 1 1 0 0,0-1 0 0 0,0 0 0 0 0,0 1-1 0 0,0-1 1 0 0,0 0 0 0 0,1 1-1 0 0,-1-1 1 0 0,0 0 0 0 0,1 1 0 0 0,-1-1-1 0 0,1 0 1 0 0,0 1 0 0 0,-1-1-1 0 0,1 0 1 0 0,0 0 0 0 0,0 0 0 0 0,0 0-1 0 0,-1 0 1 0 0,1 0 0 0 0,0 0-1 0 0,1 0 1 0 0,-1 0 0 0 0,0 0 0 0 0,0-1-1 0 0,0 1 1 0 0,0 0 0 0 0,1-1 0 0 0,-1 1-1 0 0,0-1 1 0 0,0 1 0 0 0,1-1-1 0 0,-1 0 1 0 0,0 1 0 0 0,1-1 0 0 0,-1 0-1 0 0,3 0 1 0 0,9 1-178 0 0,0 0 0 0 0,0-1-1 0 0,17-1 1 0 0,-11 0 82 0 0,-14 0 100 0 0,0 1 1 0 0,0 1-1 0 0,0-1 1 0 0,-1 1-1 0 0,1 0 1 0 0,0 0-1 0 0,4 2 1 0 0,-8-3 7 0 0,-1 0-1 0 0,1 0 1 0 0,-1 0 0 0 0,1 1 0 0 0,-1-1 0 0 0,1 0 0 0 0,-1 1-1 0 0,0-1 1 0 0,1 0 0 0 0,-1 1 0 0 0,1-1 0 0 0,-1 1 0 0 0,0-1 0 0 0,0 0-1 0 0,1 1 1 0 0,-1-1 0 0 0,0 1 0 0 0,0-1 0 0 0,1 1 0 0 0,-1-1 0 0 0,0 1-1 0 0,0-1 1 0 0,0 1 0 0 0,0-1 0 0 0,0 1 0 0 0,0 0 0 0 0,0 1 0 0 0,-1-1 0 0 0,1 1 0 0 0,-1-1 0 0 0,1 1 0 0 0,-1-1 0 0 0,0 1 0 0 0,0-1 0 0 0,0 1 0 0 0,0-1 0 0 0,0 0 0 0 0,0 0 1 0 0,0 0-1 0 0,-2 2 0 0 0,-86 74 51 0 0,64-58-29 0 0,0 2 1 0 0,2 0-1 0 0,-27 32 1 0 0,49-51-19 0 0,-1-1 0 0 0,1 1 0 0 0,0-1 0 0 0,0 1 1 0 0,-1 0-1 0 0,1 0 0 0 0,0-1 0 0 0,1 1 0 0 0,-1 0 0 0 0,0 0 0 0 0,0 0 1 0 0,1 0-1 0 0,0 0 0 0 0,-1 0 0 0 0,1 0 0 0 0,0 0 0 0 0,0 1 1 0 0,0-1-1 0 0,0 0 0 0 0,0 0 0 0 0,0 0 0 0 0,1 0 0 0 0,0 2 1 0 0,0-2-68 0 0,0 0 0 0 0,1 0 0 0 0,-1 0 0 0 0,1 0 0 0 0,-1-1 1 0 0,1 1-1 0 0,0 0 0 0 0,0-1 0 0 0,0 0 0 0 0,-1 1 1 0 0,1-1-1 0 0,1 0 0 0 0,-1 0 0 0 0,0 0 0 0 0,0 0 1 0 0,0 0-1 0 0,0-1 0 0 0,1 1 0 0 0,-1-1 0 0 0,3 1 0 0 0,53 5-1046 0 0,-45-5 912 0 0,0 0 1 0 0,-1 0 0 0 0,1 1 0 0 0,-1 0-1 0 0,0 1 1 0 0,1 1 0 0 0,-1 0 0 0 0,11 6-1 0 0,-23-10 146 0 0,1 0-1 0 0,-1 1 0 0 0,0-1 1 0 0,0 0-1 0 0,1 1 0 0 0,-1-1 0 0 0,0 1 1 0 0,0-1-1 0 0,0 0 0 0 0,1 1 0 0 0,-1-1 1 0 0,0 0-1 0 0,0 1 0 0 0,0-1 0 0 0,0 1 1 0 0,0-1-1 0 0,0 1 0 0 0,0-1 0 0 0,0 0 1 0 0,0 1-1 0 0,0-1 0 0 0,0 1 0 0 0,0-1 1 0 0,0 0-1 0 0,-1 1 0 0 0,1-1 0 0 0,0 1 1 0 0,0-1-1 0 0,0 0 0 0 0,-1 1 1 0 0,1-1-1 0 0,0 0 0 0 0,0 1 0 0 0,-1-1 1 0 0,1 0-1 0 0,0 1 0 0 0,0-1 0 0 0,-1 0 1 0 0,1 1-1 0 0,0-1 0 0 0,-1 0 0 0 0,1 0 1 0 0,-1 0-1 0 0,1 1 0 0 0,0-1 0 0 0,-1 0 1 0 0,1 0-1 0 0,-1 0 0 0 0,1 0 0 0 0,0 0 1 0 0,-1 0-1 0 0,0 0 0 0 0,-4 2-955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24.0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3681 0 0,'7'8'1377'0'0,"0"0"-1"0"0,0 0 1 0 0,-1 0 0 0 0,-1 1 0 0 0,1 0 0 0 0,4 11 0 0 0,-4-5-391 0 0,0 0 0 0 0,-1 1 0 0 0,4 21 0 0 0,-3 10-688 0 0,3 84 0 0 0,-7-67 607 0 0,10 88 603 0 0,61 293 1 0 0,-70-432-1436 0 0,40 195 1004 0 0,-36-167-944 0 0,-3 0 0 0 0,-1 0 0 0 0,-4 47-1 0 0,1-79-130 0 0,-1 0-1 0 0,1 0 0 0 0,-2-1 1 0 0,1 1-1 0 0,-2 0 0 0 0,1-1 1 0 0,-1 1-1 0 0,-5 11 0 0 0,5-16-414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25.4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168 79 5065 0 0,'-29'7'1528'0'0,"-1"-1"-1"0"0,0-1 1 0 0,-48 1 0 0 0,116-6 195 0 0,-2 1-1199 0 0,40-5 0 0 0,526-32 1500 0 0,-9-5-728 0 0,-508 34-1279 0 0,-65 5 2 0 0,213-12-47 0 0,-196 15 283 0 0,0 1 0 0 0,0 1 0 0 0,0 2 0 0 0,44 12-1 0 0,-79-16-256 0 0,-1-1 0 0 0,1 0 0 0 0,-1 1 0 0 0,1-1 0 0 0,-1 1 0 0 0,1-1 0 0 0,-1 1 0 0 0,1-1 0 0 0,-1 1 0 0 0,0 0 0 0 0,1 0 0 0 0,-1 0 0 0 0,0 0 0 0 0,0 0 0 0 0,0 0 0 0 0,0 0 0 0 0,0 0 0 0 0,2 3 0 0 0,-3-3-189 0 0,0 0 1 0 0,-1 0-1 0 0,1 0 1 0 0,0 0-1 0 0,0 0 1 0 0,-1 0-1 0 0,1 0 1 0 0,-1-1-1 0 0,1 1 1 0 0,-1 0-1 0 0,1 0 1 0 0,-1 0-1 0 0,1 0 1 0 0,-1-1-1 0 0,0 1 0 0 0,0 0 1 0 0,1 0-1 0 0,-1-1 1 0 0,0 1-1 0 0,0-1 1 0 0,0 1-1 0 0,1-1 1 0 0,-1 1-1 0 0,0-1 1 0 0,0 1-1 0 0,0-1 1 0 0,-2 1-1 0 0,-1 1-1632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25.9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5985 0 0,'3'5'7639'0'0,"4"6"-3843"0"0,28 48-1172 0 0,-29-43-2472 0 0,-1 0 0 0 0,-1 1 0 0 0,-1 0 0 0 0,0-1 0 0 0,1 33 0 0 0,-8 90 954 0 0,1-72-899 0 0,3-21-200 0 0,1 1 1 0 0,2-1 0 0 0,3 0-1 0 0,1 0 1 0 0,3 0-1 0 0,26 77 1 0 0,-17-73 37 0 0,-3 1-1 0 0,-2 0 0 0 0,-2 2 1 0 0,-2-1-1 0 0,3 76 1 0 0,-12-84-45 0 0,3 67 0 0 0,-2-100 0 0 0,-1-1 0 0 0,1 1 0 0 0,1-1 0 0 0,0 0 0 0 0,0 0 0 0 0,1 0 0 0 0,1 0 0 0 0,5 9 0 0 0,2-5 319 0 0,-6-14-1754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27.5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119 1 2304 0 0,'12'5'8903'0'0,"-12"-4"-8663"0"0,-9 13 1673 0 0,-22 11-742 0 0,5-11 970 0 0,18-8-550 0 0,17-11 165 0 0,-8 5-1669 0 0,3-2-84 0 0,1 0-1 0 0,0 0 1 0 0,-1 0 0 0 0,1 0 0 0 0,0 1 0 0 0,0 0 0 0 0,0 0 0 0 0,8 0 0 0 0,7-3-35 0 0,0-4-32 0 0,-19 8 75 0 0,124-12 856 0 0,-124 11-830 0 0,0 1 0 0 0,-1 0 0 0 0,1 0 0 0 0,0 0 0 0 0,-1 0 0 0 0,1 0 0 0 0,0 0 0 0 0,-1 0 1 0 0,1 0-1 0 0,0 0 0 0 0,-1 0 0 0 0,1 0 0 0 0,0 1 0 0 0,-1-1 0 0 0,1 0 0 0 0,0 0 0 0 0,-1 1 0 0 0,1-1 0 0 0,-1 0 0 0 0,1 1 1 0 0,0-1-1 0 0,-1 1 0 0 0,1 0 0 0 0,-11 9 383 0 0,-40 14-273 0 0,35-17-77 0 0,-13 8-47 0 0,-37 27 1 0 0,55-34-20 0 0,0 0 0 0 0,1 0 0 0 0,0 0 0 0 0,0 1 1 0 0,1 1-1 0 0,-12 17 0 0 0,19-26-4 0 0,0 0 0 0 0,0 0 0 0 0,0 0 0 0 0,0 1 0 0 0,1-1 0 0 0,-1 0 0 0 0,0 1 0 0 0,1-1 0 0 0,0 1 0 0 0,-1-1 0 0 0,1 1 0 0 0,0-1 0 0 0,-1 0 0 0 0,1 1 0 0 0,0-1 0 0 0,0 1 0 0 0,0-1 0 0 0,0 1 0 0 0,1-1 0 0 0,-1 1 0 0 0,0-1 0 0 0,1 1 0 0 0,-1-1 0 0 0,1 1 0 0 0,-1-1 0 0 0,1 0 0 0 0,-1 1 0 0 0,1-1 0 0 0,0 0 0 0 0,0 0 0 0 0,0 1 0 0 0,0-1 0 0 0,0 0 0 0 0,0 0 0 0 0,0 0 0 0 0,0 0 0 0 0,0 0 0 0 0,0 0 0 0 0,1-1 0 0 0,-1 1 0 0 0,0 0 0 0 0,1-1 0 0 0,-1 1 0 0 0,1 0 0 0 0,-1-1 0 0 0,0 0 0 0 0,1 1 0 0 0,1-1 0 0 0,11 3 0 0 0,0 0 0 0 0,-1-1 0 0 0,1 0 0 0 0,16-1 0 0 0,-18 0 0 0 0,-9-2-1 0 0,-1 2 0 0 0,1-1 0 0 0,0 0 0 0 0,0 1 0 0 0,0-1 0 0 0,0 1-1 0 0,-1 0 1 0 0,1 0 0 0 0,0 0 0 0 0,-1 0 0 0 0,1 0 0 0 0,4 3 0 0 0,-7-3 0 0 0,1-1 0 0 0,-1 1 1 0 0,0-1-1 0 0,1 0 0 0 0,-1 1 0 0 0,0-1 0 0 0,1 1 0 0 0,-1-1 0 0 0,0 1 1 0 0,0-1-1 0 0,0 1 0 0 0,0-1 0 0 0,1 1 0 0 0,-1 0 0 0 0,0-1 0 0 0,0 1 1 0 0,0-1-1 0 0,0 1 0 0 0,0-1 0 0 0,0 1 0 0 0,0-1 0 0 0,0 1 0 0 0,-1-1 1 0 0,1 1-1 0 0,0 0 0 0 0,-1 1-3 0 0,0 0 0 0 0,0 0 1 0 0,0 0-1 0 0,-1-1 0 0 0,1 1 0 0 0,0 0 1 0 0,-1-1-1 0 0,1 1 0 0 0,-4 2 0 0 0,-46 36-466 0 0,29-23 495 0 0,0 1-1 0 0,0 1 1 0 0,-27 33-1 0 0,48-52-21 0 0,0 1-1 0 0,0 0 1 0 0,0 0-1 0 0,0 0 1 0 0,0 1-1 0 0,1-1 0 0 0,-1 0 1 0 0,0 0-1 0 0,1 0 1 0 0,-1 0-1 0 0,1 1 1 0 0,-1-1-1 0 0,1 0 0 0 0,-1 1 1 0 0,1-1-1 0 0,0 0 1 0 0,0 1-1 0 0,0-1 1 0 0,0 0-1 0 0,0 1 0 0 0,0-1 1 0 0,0 1-1 0 0,0-1 1 0 0,0 0-1 0 0,1 1 1 0 0,-1-1-1 0 0,0 0 0 0 0,1 0 1 0 0,-1 1-1 0 0,1-1 1 0 0,0 0-1 0 0,-1 0 1 0 0,1 0-1 0 0,0 1 0 0 0,0-1 1 0 0,0 0-1 0 0,0 0 1 0 0,0 0-1 0 0,0-1 1 0 0,0 1-1 0 0,0 0 0 0 0,0 0 1 0 0,0 0-1 0 0,0-1 1 0 0,0 1-1 0 0,1-1 1 0 0,-1 1-1 0 0,0-1 0 0 0,1 1 1 0 0,1-1-1 0 0,10 5-32 0 0,1-1 0 0 0,0-1-1 0 0,28 3 1 0 0,-24-3-7 0 0,-16-3 35 0 0,0 0-1 0 0,-1 0 1 0 0,1 0 0 0 0,0 1 0 0 0,-1-1 0 0 0,1 0-1 0 0,-1 1 1 0 0,1-1 0 0 0,-1 1 0 0 0,1-1 0 0 0,-1 1-1 0 0,1 0 1 0 0,-1 0 0 0 0,1 0 0 0 0,-1 0 0 0 0,0 0-1 0 0,0 0 1 0 0,1 0 0 0 0,-1 0 0 0 0,0 0 0 0 0,0 1 0 0 0,0-1-1 0 0,0 0 1 0 0,0 3 0 0 0,-1-2 2 0 0,0 0-1 0 0,0-1 1 0 0,-1 1-1 0 0,1 0 1 0 0,-1 0-1 0 0,1 0 1 0 0,-1 0-1 0 0,0 0 1 0 0,0-1 0 0 0,0 1-1 0 0,0 0 1 0 0,0-1-1 0 0,0 1 1 0 0,0-1-1 0 0,0 1 1 0 0,-1-1-1 0 0,1 1 1 0 0,-1-1 0 0 0,1 0-1 0 0,-3 2 1 0 0,-37 30 58 0 0,26-22-57 0 0,0 1 0 0 0,1 0-1 0 0,0 1 1 0 0,1 0 0 0 0,1 1-1 0 0,0 1 1 0 0,-11 18 0 0 0,22-31-24 0 0,0-1 1 0 0,0 0-1 0 0,0 1 0 0 0,1-1 1 0 0,-1 1-1 0 0,0-1 1 0 0,1 1-1 0 0,0-1 0 0 0,-1 1 1 0 0,1-1-1 0 0,0 1 1 0 0,-1-1-1 0 0,1 1 1 0 0,0 0-1 0 0,0-1 0 0 0,1 1 1 0 0,-1-1-1 0 0,0 1 1 0 0,0-1-1 0 0,1 1 0 0 0,-1 0 1 0 0,1-1-1 0 0,-1 1 1 0 0,1-1-1 0 0,0 0 0 0 0,-1 1 1 0 0,1-1-1 0 0,0 1 1 0 0,0-1-1 0 0,0 0 1 0 0,0 0-1 0 0,0 0 0 0 0,0 0 1 0 0,1 1-1 0 0,-1-1 1 0 0,0-1-1 0 0,1 1 0 0 0,-1 0 1 0 0,0 0-1 0 0,1 0 1 0 0,-1-1-1 0 0,1 1 1 0 0,-1-1-1 0 0,4 1 0 0 0,5 2-958 0 0,0 0-1 0 0,0-1 1 0 0,1-1-1 0 0,-1 0 1 0 0,17 0-1 0 0,-25-1 1031 0 0,-1 0 0 0 0,1 0 0 0 0,0 0 1 0 0,-1 0-1 0 0,1 0 0 0 0,-1 1 0 0 0,1-1 0 0 0,-1 0 0 0 0,1 1 0 0 0,-1-1 0 0 0,1 1 0 0 0,-1-1 0 0 0,1 1 0 0 0,-1 0 0 0 0,0 0 0 0 0,1 0 0 0 0,-1 0 0 0 0,1 1 1 0 0,0 0 149 0 0,-1 0 1 0 0,0 0 0 0 0,0 0 0 0 0,0 1 0 0 0,0-1 0 0 0,0 0 0 0 0,0 1 0 0 0,-1-1 0 0 0,1 0 0 0 0,-1 1 0 0 0,0 4 0 0 0,5 77 1904 0 0,-13 152 0 0 0,2-153-1911 0 0,10 164 0 0 0,34 193 336 0 0,-32-406-443 0 0,1-1 0 0 0,2 0 0 0 0,13 33 0 0 0,-12-37 60 0 0,0 1 0 0 0,-2-1 0 0 0,8 61 1 0 0,-15-89-150 0 0,-1 0 1 0 0,0 1-1 0 0,0-1 1 0 0,0 0-1 0 0,0 0 1 0 0,0 1-1 0 0,0-1 1 0 0,0 0-1 0 0,0 0 1 0 0,-1 0-1 0 0,1 1 1 0 0,0-1-1 0 0,-1 0 0 0 0,1 0 1 0 0,-1 0-1 0 0,1 0 1 0 0,-1 0-1 0 0,0 2 1 0 0,0-3-31 0 0,1 0 1 0 0,-1 0-1 0 0,1 0 0 0 0,-1 1 1 0 0,1-1-1 0 0,-1 0 0 0 0,0 0 1 0 0,1 0-1 0 0,-1 0 0 0 0,1 0 1 0 0,-1 0-1 0 0,1 0 0 0 0,-1 0 1 0 0,1 0-1 0 0,-1 0 0 0 0,1 0 1 0 0,-1-1-1 0 0,0 1 0 0 0,1 0 1 0 0,-1 0-1 0 0,1-1 0 0 0,-1 1 0 0 0,1 0 1 0 0,0 0-1 0 0,-1-1 0 0 0,0 0 1 0 0,-2-1-762 0 0,0-1 0 0 0,0 1 0 0 0,1-1-1 0 0,-1 0 1 0 0,1 0 0 0 0,-1 0 0 0 0,1 0 0 0 0,0 0 0 0 0,0 0 0 0 0,-2-6 0 0 0,3 1 91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33.4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1928 0 0,'15'7'10292'0'0,"-14"-5"-9802"0"0,7 20 4051 0 0,-5 37-4294 0 0,-2-32 972 0 0,5 12-874 0 0,12 38 0 0 0,-12-55-355 0 0,0 2 0 0 0,-2-1 0 0 0,0 0 0 0 0,-1 1 0 0 0,-2 0 0 0 0,-1 26 0 0 0,-2-34 96 0 0,-6 108 2048 0 0,15-116-1394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36.4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25 108 3625 0 0,'-24'11'18086'0'0,"24"-12"-18087"0"0,1-1 1 0 0,-1-1 0 0 0,1 1 0 0 0,0-1 0 0 0,0 1 0 0 0,0-1 1 0 0,0 1-1 0 0,0 0 0 0 0,1 0 0 0 0,-1 0 0 0 0,4-5 254 0 0,18 11-49 0 0,-14-5-34 0 0,45-12-156 0 0,-42 10-9 0 0,1-1 0 0 0,-1 2 0 0 0,1-1 0 0 0,0 2 0 0 0,-1 0 0 0 0,1 0 1 0 0,25 3-1 0 0,17 6 1 0 0,1-2 1 0 0,0-3-1 0 0,-1-2 1 0 0,64-8-1 0 0,108-4-60 0 0,-173 8 137 0 0,62 4 0 0 0,-69 1-4 0 0,1-2 0 0 0,58-7 0 0 0,-19-2-53 0 0,0 4 1 0 0,105 8-1 0 0,-187-3-29 0 0,426 12 114 0 0,-356-8-77 0 0,304 6 305 0 0,-83-11-471 0 0,-104-15 148 0 0,8 1-162 0 0,-13 4 363 0 0,122 0-389 0 0,-229 11 288 0 0,113-15 0 0 0,-170 13 22 0 0,-7 1-178 0 0,1 1 0 0 0,-1 1-1 0 0,0 0 1 0 0,28 6 0 0 0,17 2 11 0 0,0-10 462 0 0,-46 0-407 0 0,-1 0-1 0 0,30 3 0 0 0,4 7 117 0 0,-57-19-903 0 0,5 4 480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38.3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 52 1376 0 0,'-6'-5'871'0'0,"-17"-19"-632"0"0,22 24-250 0 0,1-1 0 0 0,-1 1 0 0 0,1-1 0 0 0,0 1 0 0 0,-1 0 0 0 0,1-1 0 0 0,0 1 0 0 0,0-1 0 0 0,0 1 0 0 0,-1-1 1 0 0,1 1-1 0 0,0-1 0 0 0,0 1 0 0 0,0-1 0 0 0,0 1 0 0 0,0-1 0 0 0,0 0 0 0 0,0 1 0 0 0,0-1 0 0 0,0 1 0 0 0,0-1 0 0 0,0 1 0 0 0,0-1 0 0 0,0 1 0 0 0,0-1 0 0 0,0 1 0 0 0,1-1 0 0 0,-1 1 0 0 0,0-1 0 0 0,0 1 0 0 0,1-1 0 0 0,-1 1 0 0 0,0-1 0 0 0,0 1 0 0 0,1 0 0 0 0,-1-1 0 0 0,1 1 0 0 0,-1-1 0 0 0,0 1 0 0 0,1 0 0 0 0,-1-1 0 0 0,1 1 0 0 0,-1 0 0 0 0,1 0 0 0 0,-1-1 0 0 0,1 1 0 0 0,-1 0 0 0 0,1 0 0 0 0,-1 0 0 0 0,1 0 0 0 0,0-1 195 0 0,0 1 0 0 0,-1 0 0 0 0,1 0 0 0 0,-1 0 0 0 0,1 0 0 0 0,0-1 0 0 0,-1 1 0 0 0,1 0 0 0 0,0 0 0 0 0,-1 0 0 0 0,1 0 0 0 0,-1 1 0 0 0,1-1 1 0 0,0 0-1 0 0,-1 0 0 0 0,1 0 0 0 0,-1 0 0 0 0,1 1 0 0 0,0-1 0 0 0,-1 0 0 0 0,1 0 0 0 0,-1 1 0 0 0,1-1 0 0 0,-1 1 0 0 0,1-1 0 0 0,-1 0 0 0 0,1 1 0 0 0,-1-1 0 0 0,0 1 0 0 0,1-1 1 0 0,-1 1-1 0 0,0-1 0 0 0,1 1 0 0 0,-1-1 0 0 0,0 1 0 0 0,1-1 0 0 0,-1 1 0 0 0,0 0 0 0 0,0-1 0 0 0,0 1 0 0 0,0-1 0 0 0,0 1 0 0 0,1 0 0 0 0,-1-1 0 0 0,0 1 0 0 0,0 0 0 0 0,-1-1 1 0 0,1 1-1 0 0,0 1 0 0 0,-5 40 3292 0 0,3-30-3038 0 0,-1 25-10 0 0,1 0-1 0 0,7 71 1 0 0,-3-91-363 0 0,0 0-1 0 0,1 0 1 0 0,1 0 0 0 0,1-1-1 0 0,0 0 1 0 0,1 0-1 0 0,1 0 1 0 0,14 23 0 0 0,-19-36-117 0 0,10 13 411 0 0,-11-16-424 0 0,-1 0-1 0 0,1 1 1 0 0,-1-1-1 0 0,1 0 1 0 0,-1 0-1 0 0,0 1 1 0 0,1-1-1 0 0,-1 0 1 0 0,1 0-1 0 0,-1 0 1 0 0,1 0-1 0 0,-1 0 1 0 0,1 0-1 0 0,-1 0 1 0 0,1 0-1 0 0,-1 0 0 0 0,1 0 1 0 0,-1 0-1 0 0,1 0 1 0 0,-1 0-1 0 0,1 0 1 0 0,-1 0-1 0 0,1 0 1 0 0,-1-1-1 0 0,1 1 1 0 0,-1 0-1 0 0,1 0 1 0 0,-1-1-1 0 0,0 1 1 0 0,1 0-1 0 0,-1 0 1 0 0,0-1-1 0 0,1 1 1 0 0,-1-1-1 0 0,1 1 1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39.2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62 156 920 0 0,'-34'18'12221'0'0,"25"-25"-10624"0"0,1-2-54 0 0,7 9-1487 0 0,0-1 1 0 0,0 0-1 0 0,1 1 1 0 0,-1-1 0 0 0,0 0-1 0 0,1 0 1 0 0,-1 1-1 0 0,1-1 1 0 0,-1 0-1 0 0,1 0 1 0 0,-1 0-1 0 0,1 0 1 0 0,-1 0 0 0 0,1 1-1 0 0,0-1 1 0 0,0 0-1 0 0,-1 0 1 0 0,1 0-1 0 0,0 0 1 0 0,0 0 0 0 0,0 0-1 0 0,0 0 1 0 0,0 0-1 0 0,0 0 1 0 0,0 0-1 0 0,0 0 1 0 0,1 0-1 0 0,-1 0 1 0 0,0 0 0 0 0,1 0-1 0 0,-1 0 1 0 0,0 0-1 0 0,2-1 1 0 0,0-2 153 0 0,-2 3-197 0 0,1 1-1 0 0,-1-1 1 0 0,0 0 0 0 0,1 1-1 0 0,-1-1 1 0 0,0 1 0 0 0,1-1-1 0 0,-1 0 1 0 0,0 1-1 0 0,0-1 1 0 0,1 0 0 0 0,-1 1-1 0 0,0-1 1 0 0,0 0 0 0 0,0 0-1 0 0,0 1 1 0 0,0-1 0 0 0,0 0-1 0 0,0 0 1 0 0,0 1 0 0 0,0-1-1 0 0,0 0 1 0 0,-1 1 0 0 0,1-1-1 0 0,0 0 1 0 0,0 1-1 0 0,-1-1 1 0 0,1 0 0 0 0,-1 0-1 0 0,1 1 12 0 0,0 0 0 0 0,0 0 0 0 0,0 0 0 0 0,0 0 0 0 0,0 0 0 0 0,0 0-1 0 0,0 0 1 0 0,0 0 0 0 0,1 0 0 0 0,-1 0 0 0 0,0 0 0 0 0,0 0 0 0 0,0 0 0 0 0,0 0-1 0 0,0 0 1 0 0,0 0 0 0 0,0 0 0 0 0,0 0 0 0 0,0 0 0 0 0,0 0 0 0 0,0 0 0 0 0,0 0-1 0 0,1-1 1 0 0,-1 1 0 0 0,0 0 0 0 0,0 0 0 0 0,0 0 0 0 0,0 0 0 0 0,0 0 0 0 0,0 0-1 0 0,0 0 1 0 0,0 0 0 0 0,0 0 0 0 0,0 0 0 0 0,0 0 0 0 0,0 0 0 0 0,0 0 0 0 0,0 0-1 0 0,0-1 1 0 0,0 1 0 0 0,0 0 0 0 0,0 0 0 0 0,0 0 0 0 0,0 0 0 0 0,0 0 0 0 0,0 0-1 0 0,0 0 1 0 0,0 0 0 0 0,0 0 0 0 0,0 0 0 0 0,0 0 0 0 0,0 0 0 0 0,0-1 0 0 0,0 1-1 0 0,0 0 1 0 0,0 0 0 0 0,0 0 0 0 0,0 0 0 0 0,0 0 0 0 0,12 0 971 0 0,65 13-737 0 0,0-3 1 0 0,1-4 0 0 0,0-3-1 0 0,0-4 1 0 0,109-14 0 0 0,148-15-247 0 0,-1-1 0 0 0,-311 28-12 0 0,59-9 0 0 0,0 3 0 0 0,114 3 0 0 0,-148 7 0 0 0,1-3 0 0 0,0-1 0 0 0,48-11 0 0 0,-92 14-339 0 0,14-5-5770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45.1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53 1840 0 0,'0'-4'356'0'0,"0"-1"0"0"0,0 1 0 0 0,0-1-1 0 0,-1 1 1 0 0,1 0 0 0 0,-1-1-1 0 0,0 1 1 0 0,0 0 0 0 0,-1-1 0 0 0,-1-3-1 0 0,5 19 4439 0 0,0 22-4120 0 0,-1-11 117 0 0,4 33-431 0 0,3-1-1 0 0,2 0 1 0 0,27 81 0 0 0,-33-120-351 0 0,-1 0 1 0 0,-1-1 0 0 0,0 1-1 0 0,-1 0 1 0 0,-1 0-1 0 0,0 0 1 0 0,-1 0-1 0 0,-5 23 1 0 0,3-18-3 0 0,1 0-1 0 0,1-1 1 0 0,1 1 0 0 0,2 20 0 0 0,8-1-1050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48.0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10 124 2208 0 0,'0'0'161'0'0,"0"0"-106"0"0,0 1 1 0 0,0-1-1 0 0,-1 0 1 0 0,1 0-1 0 0,0 0 1 0 0,0 0-1 0 0,0 0 1 0 0,-1 0-1 0 0,1 0 1 0 0,0 0 0 0 0,0 0-1 0 0,-1 1 1 0 0,1-1-1 0 0,0 0 1 0 0,0 0-1 0 0,-1 0 1 0 0,1 0-1 0 0,0 0 1 0 0,0 0-1 0 0,-1 0 1 0 0,1-1 0 0 0,0 1-1 0 0,0 0 1 0 0,-1 0-1 0 0,1 0 1 0 0,0 0-1 0 0,0 0 1 0 0,0 0-1 0 0,-1 0 1 0 0,1 0-1 0 0,0-1 1 0 0,0 1 0 0 0,0 0-1 0 0,-1 0 1 0 0,1 0-1 0 0,0 0 1 0 0,0-1-1 0 0,0 1 1 0 0,0 0-1 0 0,0 0 1 0 0,-1-1 0 0 0,1 1-1 0 0,0 0 1 0 0,0 0-1 0 0,0 0 1 0 0,0-1-1 0 0,0 1 1 0 0,0 0-1 0 0,0 0 1 0 0,0-1-1 0 0,0 1 1 0 0,0 0 0 0 0,0 0-1 0 0,0-1 1 0 0,12-11-89 0 0,-4-11 8995 0 0,-9 23-8904 0 0,1-1 1 0 0,-1 1-1 0 0,0-1 0 0 0,1 0 1 0 0,-1 1-1 0 0,0-1 0 0 0,1 0 1 0 0,-1 0-1 0 0,1 1 0 0 0,-1-1 1 0 0,1 0-1 0 0,-1 0 0 0 0,1 0 1 0 0,0 0-1 0 0,-1 0 0 0 0,1 0 1 0 0,0 0-1 0 0,0 1 0 0 0,-1-1 1 0 0,1 0-1 0 0,0 0 0 0 0,0 0 1 0 0,0 0-1 0 0,1-2 0 0 0,-6-18 6693 0 0,15 14-6740 0 0,37-27-11 0 0,-44 41 0 0 0,-3-6 0 0 0,0-1 0 0 0,1 0 0 0 0,-1 1 0 0 0,0-1 0 0 0,1 0 0 0 0,-1 1 0 0 0,0-1 0 0 0,1 0 0 0 0,-1 1 0 0 0,0-1 0 0 0,0 1 0 0 0,0-1 0 0 0,0 1 0 0 0,1-1 0 0 0,-1 0 0 0 0,0 1 0 0 0,0-1 0 0 0,0 1 0 0 0,0-1 0 0 0,0 1 0 0 0,0-1 0 0 0,0 1 0 0 0,0-1 0 0 0,0 1 0 0 0,0-1 0 0 0,0 0 0 0 0,0 1 0 0 0,-1-1 0 0 0,1 1 0 0 0,0 0 0 0 0,-3 0 5 0 0,1 0-1 0 0,0 0 1 0 0,-1 0 0 0 0,1 0 0 0 0,0 0 0 0 0,0 1-1 0 0,0-1 1 0 0,0 1 0 0 0,0 0 0 0 0,0-1 0 0 0,0 1-1 0 0,1 0 1 0 0,-1 0 0 0 0,1 0 0 0 0,-1 0 0 0 0,1 1-1 0 0,0-1 1 0 0,0 0 0 0 0,-1 4 0 0 0,1-1 6 0 0,1 0-1 0 0,0 0 1 0 0,1 0 0 0 0,-1 1-1 0 0,1-1 1 0 0,0 0 0 0 0,1 0-1 0 0,2 7 1 0 0,2 14-15 0 0,6 25-16 0 0,-11-48 16 0 0,0 0 1 0 0,0 0 0 0 0,1-1 0 0 0,-1 1 0 0 0,1 0 0 0 0,-1 0-1 0 0,1-1 1 0 0,0 1 0 0 0,0-1 0 0 0,0 1 0 0 0,0-1 0 0 0,3 3 0 0 0,-5-5-56 0 0,1 0 0 0 0,-1 0 1 0 0,0 0-1 0 0,0 0 1 0 0,0 0-1 0 0,1 0 1 0 0,-1 0-1 0 0,0 0 1 0 0,0 0-1 0 0,1 0 0 0 0,-1 0 1 0 0,0 0-1 0 0,0 0 1 0 0,0 0-1 0 0,1 0 1 0 0,-1 0-1 0 0,0 0 1 0 0,0 0-1 0 0,0 0 1 0 0,1-1-1 0 0,-1 1 0 0 0,0 0 1 0 0,0 0-1 0 0,0 0 1 0 0,1 0-1 0 0,-1 0 1 0 0,0-1-1 0 0,0 1 1 0 0,0 0-1 0 0,0 0 0 0 0,0 0 1 0 0,1 0-1 0 0,-1-1 1 0 0,0 1-1 0 0,0 0 1 0 0,0 0-1 0 0,0 0 1 0 0,0-1-1 0 0,0 1 1 0 0,0 0-1 0 0,0 0 0 0 0,0-1 1 0 0,0 1-1 0 0,0 0 1 0 0,0 0-1 0 0,0 0 1 0 0,0-1-1 0 0,0 1 1 0 0,0 0-1 0 0,0 0 1 0 0,0 0-1 0 0,0-1 0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49.1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109 1 2304 0 0,'-4'0'693'0'0,"0"0"-1"0"0,0 1 0 0 0,0-1 0 0 0,1 1 0 0 0,-1 0 0 0 0,0 0 1 0 0,1 0-1 0 0,-1 1 0 0 0,0-1 0 0 0,1 1 0 0 0,0 0 0 0 0,-1 0 1 0 0,1 0-1 0 0,0 0 0 0 0,0 0 0 0 0,-4 5 0 0 0,6-6-506 0 0,0 0 0 0 0,0 0 0 0 0,1 0 0 0 0,-1 0 0 0 0,0 0 0 0 0,1 0 0 0 0,-1 0 0 0 0,1 0 0 0 0,0 1 0 0 0,-1-1 1 0 0,1 0-1 0 0,0 0 0 0 0,-1 0 0 0 0,1 0 0 0 0,0 1 0 0 0,0-1 0 0 0,0 0 0 0 0,0 0 0 0 0,0 0 0 0 0,1 1 0 0 0,-1 0 0 0 0,1 0-137 0 0,0 0 0 0 0,0-1 0 0 0,0 1 0 0 0,0 0 0 0 0,0 0 0 0 0,1-1 0 0 0,-1 1-1 0 0,0-1 1 0 0,1 1 0 0 0,-1-1 0 0 0,1 0 0 0 0,0 0 0 0 0,-1 0 0 0 0,1 1 0 0 0,0-2 0 0 0,3 3 0 0 0,1-1 52 0 0,1 1 1 0 0,0-1-1 0 0,0-1 0 0 0,0 1 0 0 0,10 0 1 0 0,-10-1-74 0 0,-1 0 1 0 0,0 0 0 0 0,1 0-1 0 0,-1 1 1 0 0,0 0 0 0 0,10 5-1 0 0,-15-7-28 0 0,-1 1 0 0 0,1-1 0 0 0,-1 0 0 0 0,1 1 0 0 0,-1-1 0 0 0,0 1 0 0 0,1-1 0 0 0,-1 1 0 0 0,0-1 0 0 0,1 1 0 0 0,-1-1 0 0 0,0 1 0 0 0,0-1 0 0 0,0 1 0 0 0,1 0 0 0 0,-1-1 0 0 0,0 1 0 0 0,0-1 0 0 0,0 1 0 0 0,0 0 0 0 0,0-1 0 0 0,0 1 0 0 0,0-1 0 0 0,0 1 0 0 0,0 0 0 0 0,-1-1 0 0 0,1 1 0 0 0,0-1 0 0 0,0 1 0 0 0,0-1 0 0 0,-1 1 0 0 0,1-1 0 0 0,0 1 0 0 0,-1-1 0 0 0,1 1 0 0 0,0-1 0 0 0,-1 1 0 0 0,1-1 0 0 0,0 1 0 0 0,-1-1 0 0 0,1 0 0 0 0,-1 1 0 0 0,1-1 0 0 0,-1 1 0 0 0,-26 22 0 0 0,22-20 0 0 0,-10 10 5 0 0,-56 50-15 0 0,65-57 17 0 0,0 0-1 0 0,0 1 1 0 0,1-1-1 0 0,0 1 1 0 0,1 0-1 0 0,-1 1 1 0 0,2-1-1 0 0,-6 14 1 0 0,8-20-6 0 0,1 0 0 0 0,0 0 0 0 0,0 0 0 0 0,0 0 0 0 0,0 0 0 0 0,0-1 0 0 0,0 1 0 0 0,0 0 0 0 0,0 0 0 0 0,0 0 0 0 0,0 0 0 0 0,0 0 0 0 0,1 0 0 0 0,-1 0 0 0 0,0-1 0 0 0,0 1 0 0 0,1 0 0 0 0,-1 0 0 0 0,1 0 0 0 0,-1 0 0 0 0,1-1 0 0 0,-1 1 0 0 0,1 0 0 0 0,0-1 0 0 0,-1 1 0 0 0,1 0 0 0 0,0-1 0 0 0,-1 1 0 0 0,1-1 0 0 0,0 1 0 0 0,0-1 0 0 0,-1 1 0 0 0,1-1 0 0 0,0 0 0 0 0,0 1 0 0 0,0-1 0 0 0,0 0 0 0 0,0 0 0 0 0,0 0 0 0 0,-1 0 0 0 0,1 1 0 0 0,0-1 0 0 0,0 0 0 0 0,0 0 0 0 0,0-1 0 0 0,1 1 0 0 0,9 0 29 0 0,0 0 0 0 0,0-1 0 0 0,13-2 0 0 0,-9 2 24 0 0,-10 0-44 0 0,0 1-1 0 0,0 0 1 0 0,0 1-1 0 0,-1-1 1 0 0,1 1-1 0 0,0 0 1 0 0,0 0-1 0 0,-1 1 1 0 0,1-1-1 0 0,7 5 1 0 0,-11-6-10 0 0,0 1 1 0 0,0 0-1 0 0,1 0 0 0 0,-1 0 1 0 0,0-1-1 0 0,0 1 0 0 0,0 0 0 0 0,0 1 1 0 0,0-1-1 0 0,0 0 0 0 0,0 0 1 0 0,-1 0-1 0 0,1 0 0 0 0,0 1 1 0 0,-1-1-1 0 0,1 0 0 0 0,-1 1 1 0 0,1-1-1 0 0,-1 1 0 0 0,0-1 0 0 0,1 0 1 0 0,-1 1-1 0 0,0-1 0 0 0,0 1 1 0 0,0-1-1 0 0,0 0 0 0 0,0 1 1 0 0,0-1-1 0 0,-1 1 0 0 0,1-1 1 0 0,0 1-1 0 0,-1-1 0 0 0,1 0 0 0 0,-1 1 1 0 0,0-1-1 0 0,1 0 0 0 0,-1 0 1 0 0,0 1-1 0 0,-1 1 0 0 0,-8 11-3 0 0,-1 0 0 0 0,0-1-1 0 0,0-1 1 0 0,-2 1 0 0 0,-13 9-1 0 0,9-7-103 0 0,1 0-1 0 0,-17 22 1 0 0,33-37 108 0 0,0 0 1 0 0,1-1-1 0 0,-1 1 0 0 0,1 0 1 0 0,-1 0-1 0 0,0 0 1 0 0,1 0-1 0 0,-1 0 1 0 0,1 0-1 0 0,-1 0 1 0 0,1 0-1 0 0,-1 0 1 0 0,0 0-1 0 0,1 0 1 0 0,-1 0-1 0 0,1 0 0 0 0,-1 0 1 0 0,1 1-1 0 0,-1-1 1 0 0,0 0-1 0 0,1 0 1 0 0,-1 0-1 0 0,0 1 1 0 0,1-1-1 0 0,-1 0 1 0 0,0 0-1 0 0,1 1 1 0 0,-1-1-1 0 0,0 0 0 0 0,1 1 1 0 0,-1-1-1 0 0,0 0 1 0 0,0 1-1 0 0,1-1 1 0 0,-1 1-1 0 0,0-1 1 0 0,0 0-1 0 0,0 1 1 0 0,0-1-1 0 0,0 1 1 0 0,1-1-1 0 0,-1 0 0 0 0,0 1 1 0 0,0-1-1 0 0,0 1 1 0 0,0-1-1 0 0,0 1 1 0 0,0-1-1 0 0,0 0 1 0 0,0 1-1 0 0,-1-1 1 0 0,1 1-1 0 0,0-1 1 0 0,0 0-1 0 0,0 1 0 0 0,0-1 1 0 0,-1 1-1 0 0,1-1 1 0 0,0 0-1 0 0,0 1 1 0 0,-1-1-1 0 0,1 0 1 0 0,0 1-1 0 0,0-1 1 0 0,-1 0-1 0 0,1 1 1 0 0,-1-1-1 0 0,44-8 409 0 0,-34 6-294 0 0,2 1-38 0 0,-1-1-1 0 0,1 2 1 0 0,12 0-1 0 0,-20 0-76 0 0,-1 0 0 0 0,0 0 0 0 0,1 0 0 0 0,-1 1 0 0 0,0-1 0 0 0,1 0 0 0 0,-1 1 1 0 0,0 0-1 0 0,0 0 0 0 0,0 0 0 0 0,0 0 0 0 0,0 0 0 0 0,1 0 0 0 0,-2 0 0 0 0,1 1 0 0 0,0-1 0 0 0,0 0 0 0 0,0 1 0 0 0,-1 0 0 0 0,1-1 0 0 0,1 3 0 0 0,-3-2-180 0 0,0 0 0 0 0,0 1 0 0 0,0-1 0 0 0,0 0 0 0 0,0 0 0 0 0,0 0 0 0 0,0 0 0 0 0,-1 0 0 0 0,1 0 0 0 0,-1 0 0 0 0,0 0 0 0 0,0 0 0 0 0,1 0 0 0 0,-1 0 0 0 0,0 0 0 0 0,-1-1 0 0 0,1 1 0 0 0,0 0 0 0 0,0-1 0 0 0,-1 1 0 0 0,-1 1 0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50.5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2885 1 3081 0 0,'15'7'12050'0'0,"-14"-5"-11448"0"0,8 20 4161 0 0,-1 35-5050 0 0,-6-40 1392 0 0,22 260-750 0 0,-23-273-367 0 0,9 70 479 0 0,1 87 1 0 0,-10-146-442 0 0,1 0 1 0 0,0 0 0 0 0,1-1 0 0 0,0 1 0 0 0,2-1 0 0 0,6 16 0 0 0,-2-3-10 0 0,-9-27-15 0 0,0 1 0 0 0,0-1 1 0 0,0 1-1 0 0,0-1 0 0 0,0 1 1 0 0,0-1-1 0 0,1 0 0 0 0,-1 1 0 0 0,0-1 1 0 0,-1 1-1 0 0,1-1 0 0 0,0 1 0 0 0,0-1 1 0 0,0 1-1 0 0,0-1 0 0 0,0 0 1 0 0,0 1-1 0 0,-1-1 0 0 0,1 1 0 0 0,0-1 1 0 0,0 1-1 0 0,0-1 0 0 0,-1 0 0 0 0,1 1 1 0 0,0-1-1 0 0,-1 0 0 0 0,1 1 1 0 0,0-1-1 0 0,-1 0 0 0 0,1 0 0 0 0,0 1 1 0 0,-1-1-1 0 0,1 0 0 0 0,-1 0 0 0 0,1 1 1 0 0,-1-1-1 0 0,-13 3 102 0 0,13-3-100 0 0,-33 5 29 0 0,0-2 1 0 0,0-1 0 0 0,-66-5-1 0 0,-97-26 179 0 0,90 11-166 0 0,-58 6-46 0 0,71 8 0 0 0,49 3-35 0 0,1 2 0 0 0,0 3 0 0 0,-66 13 0 0 0,-15 1-17 0 0,82-16 40 0 0,-1-2 0 0 0,-65-8 1 0 0,59 3-4 0 0,-70 2 1 0 0,46 9 9 0 0,42-2-1 0 0,0-2 1 0 0,1-1 0 0 0,-1-2-1 0 0,-49-7 1 0 0,47 4 5 0 0,0 1 0 0 0,-67 2 0 0 0,-3 1 0 0 0,22-10-9 0 0,58 6 4 0 0,-1 1 0 0 0,-39 0 0 0 0,63 3 5 0 0,-28 2 0 0 0,0-2 0 0 0,1 0 0 0 0,-1-2 0 0 0,-32-6 0 0 0,50 6 3 0 0,-1 2 0 0 0,1-1 0 0 0,-1 2-1 0 0,0-1 1 0 0,1 2 0 0 0,-1-1 0 0 0,1 2 0 0 0,0-1 0 0 0,-19 8 0 0 0,14-5-97 0 0,0 0 0 0 0,-1-2 0 0 0,-23 3 0 0 0,23-6 92 0 0,0-1-1 0 0,0 0 0 0 0,0-2 1 0 0,1 0-1 0 0,-29-9 0 0 0,-23-5 6 0 0,62 16-3 0 0,1 0 0 0 0,0 1 0 0 0,0 0 0 0 0,-1 0 0 0 0,1 0 0 0 0,0 1 0 0 0,0-1 0 0 0,0 1 0 0 0,-1 1 0 0 0,1-1 0 0 0,0 1 0 0 0,-5 2 0 0 0,-2 2 0 0 0,0 1 0 0 0,0 0 0 0 0,-14 12 0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52.9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887 84 920 0 0,'0'-5'207'0'0,"0"2"108"0"0,0-1 0 0 0,0 1 0 0 0,0 0 0 0 0,-1 0-1 0 0,1-1 1 0 0,-1 1 0 0 0,0 0 0 0 0,0 0 0 0 0,0 0-1 0 0,-1-4 1 0 0,1 6-141 0 0,1 0 0 0 0,0 0 0 0 0,-1 0 0 0 0,1 0 0 0 0,0 0-1 0 0,0 0 1 0 0,0-1 0 0 0,0 1 0 0 0,5-29 12827 0 0,-16 41-11249 0 0,10-10-2114 0 0,-3 5 593 0 0,1 1-1 0 0,-1 0 1 0 0,1 0 0 0 0,0 0 0 0 0,1 0 0 0 0,0 0-1 0 0,0 0 1 0 0,0 1 0 0 0,0 9 0 0 0,-2 5 0 0 0,0 8-26 0 0,1 2 1 0 0,2-1-1 0 0,3 49 1 0 0,-2-79-211 0 0,6 79-56 0 0,4-1-1 0 0,29 121 0 0 0,-23-119 61 0 0,10 148-1 0 0,-19-145 9 0 0,27 133 0 0 0,-3-34 208 0 0,-17-91-145 0 0,1 17-34 0 0,-7-45 10 0 0,19 71 0 0 0,-17-96 18 0 0,10 68 0 0 0,-21-58-64 0 0,1-41 0 0 0,-1-1 0 0 0,1 0 0 0 0,0 0 0 0 0,0 1 0 0 0,1-1 0 0 0,0 0 0 0 0,0 0 0 0 0,1 0 0 0 0,0 0 0 0 0,4 11 0 0 0,-2-6 6 0 0,0 0-1 0 0,-1-1 1 0 0,0 2 0 0 0,-1-1-1 0 0,1 13 1 0 0,1 3 0 0 0,0-12-6 0 0,1 20 0 0 0,-4-32 6 0 0,0 0-1 0 0,0-1 1 0 0,0 1 0 0 0,0-1-1 0 0,1 1 1 0 0,3 5 0 0 0,6 14 18 0 0,-8-13-161 0 0,0 1 0 0 0,-1 0 0 0 0,0-1 0 0 0,0 20 0 0 0,1-23 214 0 0,-20-13-32 0 0,11 4-4 0 0,1-1 1 0 0,-1 2-1 0 0,1-1 1 0 0,-1 1-1 0 0,0 0 0 0 0,1 0 1 0 0,-12 0-1 0 0,-24 5-44 0 0,18-1 11 0 0,0 0 0 0 0,-39-3 1 0 0,48-2-8 0 0,1 0 0 0 0,-21-8 1 0 0,23 7-23 0 0,0 0 0 0 0,1 0-1 0 0,-1 1 1 0 0,-20-1 0 0 0,24 2 21 0 0,1 1 0 0 0,0-1 0 0 0,0-1 0 0 0,-11-3 0 0 0,11 3 0 0 0,0 1 0 0 0,0-1 0 0 0,0 1 0 0 0,-12-1 0 0 0,-33 4 26 0 0,29-1-238 0 0,0-1 1 0 0,-32-3-1 0 0,45 3 195 0 0,-1-1 0 0 0,1 1 1 0 0,-18 3-1 0 0,18-2-13 0 0,-1 0-1 0 0,1-1 1 0 0,-18-1 0 0 0,17 0-76 0 0,-1 1 1 0 0,1 0-1 0 0,0 1 1 0 0,-19 3-1 0 0,17-2 83 0 0,1-1 0 0 0,0 0 0 0 0,-21-1-1 0 0,20 0 26 0 0,1 1-1 0 0,-1 0 0 0 0,0 0 0 0 0,1 1 0 0 0,0 0 0 0 0,-1 1 0 0 0,1 1 0 0 0,-12 4 0 0 0,12-3-13 0 0,-1-1 0 0 0,0 0 0 0 0,0-1 0 0 0,0-1 0 0 0,0 0 0 0 0,0 0 0 0 0,-16-1 0 0 0,17-2 20 0 0,0-1-1 0 0,0 0 1 0 0,0-1 0 0 0,-12-4 0 0 0,-16-5-1928 0 0,30 11 1720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55.8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57 129 6449 0 0,'-4'-5'-3'0'0,"0"0"-1"0"0,1 0 0 0 0,-1 0 0 0 0,1-1 1 0 0,0 0-1 0 0,0 1 0 0 0,1-1 1 0 0,0 0-1 0 0,0 0 0 0 0,-2-10 0 0 0,-5-14 1789 0 0,-4 2 4225 0 0,22 47 661 0 0,6 22-5122 0 0,4 10-1561 0 0,34 72 264 0 0,46 156-1 0 0,-97-273-315 0 0,-1 1 1 0 0,1-1-1 0 0,-1 0 0 0 0,0 0 0 0 0,-1 1 0 0 0,0-1 1 0 0,0 0-1 0 0,-1 7 0 0 0,-8 13-3144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56.2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8 264 4145 0 0,'-2'-8'240'0'0,"0"-1"0"0"0,1 1 0 0 0,0-1 0 0 0,0 1 1 0 0,1-1-1 0 0,0 0 0 0 0,1 1 0 0 0,-1-1 0 0 0,2 1 0 0 0,-1-1 0 0 0,1 1 0 0 0,1 0 1 0 0,-1 0-1 0 0,1 0 0 0 0,5-8 0 0 0,-3 7 172 0 0,1 0-1 0 0,0 0 1 0 0,0 1 0 0 0,1 0 0 0 0,0 0 0 0 0,1 1-1 0 0,0 0 1 0 0,0 0 0 0 0,0 0 0 0 0,1 1-1 0 0,18-9 1 0 0,-20 11 71 0 0,0 1-1 0 0,0 0 0 0 0,0 0 1 0 0,1 1-1 0 0,-1 0 1 0 0,10-2-1 0 0,-15 4-429 0 0,-1 0-1 0 0,1-1 0 0 0,-1 1 0 0 0,1 0 1 0 0,-1 0-1 0 0,1 0 0 0 0,-1 0 0 0 0,1 1 1 0 0,-1-1-1 0 0,1 0 0 0 0,-1 1 1 0 0,1-1-1 0 0,-1 1 0 0 0,0-1 0 0 0,1 1 1 0 0,-1 0-1 0 0,0-1 0 0 0,1 1 0 0 0,-1 0 1 0 0,0 0-1 0 0,0 0 0 0 0,0 0 0 0 0,0 0 1 0 0,0 0-1 0 0,0 0 0 0 0,0 1 1 0 0,0-1-1 0 0,0 0 0 0 0,0 0 0 0 0,-1 1 1 0 0,1-1-1 0 0,0 0 0 0 0,-1 1 0 0 0,0-1 1 0 0,1 1-1 0 0,-1-1 0 0 0,0 1 0 0 0,1-1 1 0 0,-1 3-1 0 0,1 6 40 0 0,-1 0 0 0 0,0 0-1 0 0,-1 0 1 0 0,0 0 0 0 0,0 0 0 0 0,-1 0 0 0 0,-4 13 0 0 0,-3 4-144 0 0,-17 32 1 0 0,16-38-42 0 0,1 1-1 0 0,-12 41 1 0 0,20-61 118 0 0,0 0 1 0 0,1 1-1 0 0,-1-1 0 0 0,1 0 1 0 0,0 0-1 0 0,-1 0 0 0 0,1 0 1 0 0,0 1-1 0 0,0-1 0 0 0,1 0 1 0 0,-1 0-1 0 0,0 0 0 0 0,1 1 0 0 0,-1-1 1 0 0,1 0-1 0 0,0 0 0 0 0,0 0 1 0 0,0 0-1 0 0,0 0 0 0 0,0 0 1 0 0,0 0-1 0 0,0-1 0 0 0,3 4 1 0 0,-1-3 63 0 0,0 0 0 0 0,0 0 0 0 0,0-1 0 0 0,0 0 0 0 0,0 1 0 0 0,0-1 0 0 0,0 0 1 0 0,0 0-1 0 0,1-1 0 0 0,-1 1 0 0 0,0-1 0 0 0,1 0 0 0 0,-1 1 0 0 0,4-2 0 0 0,11 0 300 0 0,-1-1 0 0 0,1-1 0 0 0,0-1 0 0 0,27-9 0 0 0,26-7-1955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56.4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7834 0 0,'0'0'705'0'0,"2"3"-137"0"0,0-1 0 0 0,-1 1 0 0 0,1-1 0 0 0,-1 1-1 0 0,0 0 1 0 0,0 0 0 0 0,0-1 0 0 0,1 5 0 0 0,4 9 1651 0 0,14 19 1032 0 0,23 42-185 0 0,-33-57-2981 0 0,-1 0-1 0 0,-1 1 1 0 0,11 42 0 0 0,11 98-2095 0 0,-23-127 1267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29.4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226 32 2865 0 0,'0'-1'145'0'0,"0"1"1"0"0,0-1-1 0 0,0 0 1 0 0,0 1-1 0 0,0-1 1 0 0,-1 1-1 0 0,1-1 1 0 0,0 0-1 0 0,0 1 1 0 0,0-1-1 0 0,-1 1 1 0 0,1-1-1 0 0,0 1 1 0 0,-1-1-1 0 0,1 1 1 0 0,0-1-1 0 0,-1 1 1 0 0,1-1-1 0 0,-1 1 1 0 0,1 0-1 0 0,-1-1 1 0 0,1 1-1 0 0,-1-1 1 0 0,1 1-1 0 0,-1 0 1 0 0,1 0-1 0 0,-1-1 1 0 0,1 1-1 0 0,-1 0 1 0 0,1 0 0 0 0,-1 0-1 0 0,0-1 1 0 0,1 1-1 0 0,-1 0 1 0 0,1 0-1 0 0,-1 0 1 0 0,0 0-1 0 0,1 0 1 0 0,-1 0-1 0 0,0 0 1 0 0,1 1-1 0 0,-1-1 1 0 0,1 0-1 0 0,-1 0 1 0 0,1 0-1 0 0,-1 1 1 0 0,0-1-1 0 0,1 0 1 0 0,-1 0-1 0 0,0 1 1 0 0,-2 0 439 0 0,1 0 0 0 0,-1 1 0 0 0,1-1 0 0 0,-1 0 0 0 0,1 1 0 0 0,-1-1 0 0 0,1 1 0 0 0,0 0-1 0 0,-4 4 1 0 0,-6 9 505 0 0,9-12-1100 0 0,0 0 1 0 0,1 0 0 0 0,-1 0 0 0 0,1 0 0 0 0,0 1 0 0 0,0-1 0 0 0,0 1 0 0 0,0-1 0 0 0,1 1 0 0 0,0 0 0 0 0,-3 7 0 0 0,5-11 15 0 0,-1 0 0 0 0,0 0 0 0 0,1 0 0 0 0,-1 0 0 0 0,1 0 0 0 0,-1 0 0 0 0,0 0 1 0 0,1 0-1 0 0,-1 0 0 0 0,0 0 0 0 0,1 0 0 0 0,-1 0 0 0 0,0 0 0 0 0,1 0 0 0 0,-1 0 1 0 0,0 0-1 0 0,1 0 0 0 0,-1-1 0 0 0,0 1 0 0 0,0 0 0 0 0,1 0 0 0 0,-1 0 0 0 0,0-1 0 0 0,1 1 1 0 0,-1 0-1 0 0,0 0 0 0 0,0-1 0 0 0,0 1 0 0 0,1 0 0 0 0,-1 0 0 0 0,0-1 0 0 0,0 1 1 0 0,0 0-1 0 0,0-1 0 0 0,1 1 0 0 0,-1 0 0 0 0,0-1 0 0 0,0 1 0 0 0,14-16 416 0 0,-13 14-552 0 0,1 0 141 0 0,0-1-1 0 0,0 0 0 0 0,0-1 1 0 0,-1 1-1 0 0,1 0 0 0 0,-1 0 1 0 0,0-1-1 0 0,0 1 0 0 0,0-1 0 0 0,0 1 1 0 0,0-1-1 0 0,-1 1 0 0 0,0-1 1 0 0,0-3-1 0 0,0 6-2 0 0,0-1-1 0 0,0 1 1 0 0,-1 0 0 0 0,1 0-1 0 0,-1 0 1 0 0,1 0 0 0 0,-1-1-1 0 0,1 1 1 0 0,-1 0 0 0 0,0 0-1 0 0,1 0 1 0 0,-1 0 0 0 0,0 0-1 0 0,0 0 1 0 0,0 1 0 0 0,0-1-1 0 0,0 0 1 0 0,0 0 0 0 0,0 0-1 0 0,0 1 1 0 0,0-1 0 0 0,0 1-1 0 0,0-1 1 0 0,0 1 0 0 0,0-1-1 0 0,-1 1 1 0 0,1 0 0 0 0,0-1-1 0 0,0 1 1 0 0,0 0 0 0 0,-1 0-1 0 0,1 0 1 0 0,0 0 0 0 0,0 0-1 0 0,-1 0 1 0 0,1 0 0 0 0,0 1-1 0 0,-2 0 1 0 0,-6 0 55 0 0,1 1 0 0 0,0 0 0 0 0,0 1 1 0 0,0 0-1 0 0,0 0 0 0 0,0 1 0 0 0,1 0 1 0 0,-14 8-1 0 0,16-8-13 0 0,0 0 0 0 0,0 0-1 0 0,1 0 1 0 0,-1 0 0 0 0,1 1 0 0 0,0-1 0 0 0,0 1 0 0 0,0 0 0 0 0,1 1 0 0 0,-1-1 0 0 0,1 0 0 0 0,-3 10-1 0 0,5-13-15 0 0,1 0-1 0 0,0 1 0 0 0,0-1 0 0 0,0 0 1 0 0,0 0-1 0 0,1 0 0 0 0,-1 1 1 0 0,0-1-1 0 0,1 0 0 0 0,-1 0 0 0 0,1 0 1 0 0,0 0-1 0 0,0 0 0 0 0,0 0 0 0 0,0 0 1 0 0,0 0-1 0 0,0 0 0 0 0,1 0 0 0 0,-1-1 1 0 0,1 1-1 0 0,-1 0 0 0 0,1-1 0 0 0,-1 0 1 0 0,1 1-1 0 0,0-1 0 0 0,0 0 0 0 0,0 1 1 0 0,0-1-1 0 0,4 1 0 0 0,1 2 33 0 0,0-1 0 0 0,0 0 0 0 0,0 0-1 0 0,0 0 1 0 0,1-1 0 0 0,-1-1 0 0 0,11 2 0 0 0,-15-2-58 0 0,0-1 1 0 0,0 0-1 0 0,0 0 1 0 0,-1 0-1 0 0,1 0 1 0 0,0-1-1 0 0,0 1 1 0 0,0-1-1 0 0,0 0 1 0 0,-1 1-1 0 0,1-1 1 0 0,0-1-1 0 0,-1 1 1 0 0,1 0-1 0 0,-1-1 1 0 0,1 1-1 0 0,-1-1 1 0 0,0 0-1 0 0,1 1 1 0 0,-1-1-1 0 0,0 0 1 0 0,0 0 0 0 0,0-1-1 0 0,-1 1 1 0 0,1 0-1 0 0,-1-1 1 0 0,1 1-1 0 0,-1-1 1 0 0,0 1-1 0 0,1-1 1 0 0,-1 0-1 0 0,-1 0 1 0 0,1 1-1 0 0,0-1 1 0 0,-1 0-1 0 0,1 0 1 0 0,-1-5-1 0 0,0 5 19 0 0,0-1-1 0 0,0 0 1 0 0,-1 1 0 0 0,1-1-1 0 0,-1 0 1 0 0,0 1 0 0 0,0-1-1 0 0,0 1 1 0 0,0-1 0 0 0,-1 1-1 0 0,1-1 1 0 0,-1 1 0 0 0,0 0-1 0 0,0 0 1 0 0,0 0 0 0 0,0 0-1 0 0,-1 0 1 0 0,1 0 0 0 0,-1 1-1 0 0,0-1 1 0 0,0 1 0 0 0,0 0-1 0 0,0 0 1 0 0,0 0-1 0 0,0 0 1 0 0,-1 0 0 0 0,1 1-1 0 0,0-1 1 0 0,-6 0 0 0 0,7 1-19 0 0,0 1-1 0 0,0 0 1 0 0,-1-1 0 0 0,1 1 0 0 0,0 0 0 0 0,-1 0-1 0 0,1 0 1 0 0,0 1 0 0 0,0-1 0 0 0,-1 1 0 0 0,1-1 0 0 0,0 1-1 0 0,0 0 1 0 0,0-1 0 0 0,-1 1 0 0 0,1 0 0 0 0,0 0 0 0 0,0 1-1 0 0,1-1 1 0 0,-1 0 0 0 0,0 1 0 0 0,0-1 0 0 0,1 1 0 0 0,-1 0-1 0 0,0-1 1 0 0,1 1 0 0 0,0 0 0 0 0,-1 0 0 0 0,1 0-1 0 0,0 0 1 0 0,0 0 0 0 0,0 0 0 0 0,0 0 0 0 0,1 1 0 0 0,-1-1-1 0 0,1 0 1 0 0,-1 0 0 0 0,1 1 0 0 0,0-1 0 0 0,-1 0 0 0 0,1 0-1 0 0,0 1 1 0 0,1-1 0 0 0,-1 0 0 0 0,0 1 0 0 0,1-1 0 0 0,-1 0-1 0 0,1 0 1 0 0,0 1 0 0 0,0-1 0 0 0,0 0 0 0 0,0 0-1 0 0,0 0 1 0 0,0 0 0 0 0,0 0 0 0 0,1 0 0 0 0,-1-1 0 0 0,1 1-1 0 0,-1 0 1 0 0,1-1 0 0 0,0 1 0 0 0,-1-1 0 0 0,1 1 0 0 0,0-1-1 0 0,0 0 1 0 0,0 0 0 0 0,3 1 0 0 0,5 1-22 0 0,-1-1 1 0 0,1 0 0 0 0,0-1-1 0 0,0 0 1 0 0,-1 0-1 0 0,1-1 1 0 0,0-1-1 0 0,0 1 1 0 0,0-2 0 0 0,0 1-1 0 0,-1-1 1 0 0,1-1-1 0 0,-1 0 1 0 0,1 0 0 0 0,-1-1-1 0 0,11-6 1 0 0,-19 9 16 0 0,1 1 1 0 0,-1-1-1 0 0,0 0 1 0 0,1 1 0 0 0,-1-1-1 0 0,0 0 1 0 0,0 0-1 0 0,0 0 1 0 0,0 0-1 0 0,0 0 1 0 0,0 0-1 0 0,0 0 1 0 0,0 0 0 0 0,0-1-1 0 0,-1 1 1 0 0,1 0-1 0 0,0-1 1 0 0,-1 1-1 0 0,1 0 1 0 0,-1-1-1 0 0,1 1 1 0 0,-1-1 0 0 0,0 1-1 0 0,0 0 1 0 0,1-1-1 0 0,-1 1 1 0 0,0-1-1 0 0,0 1 1 0 0,-1-1-1 0 0,1 1 1 0 0,0-1 0 0 0,-1-1-1 0 0,0 1 3 0 0,0 1 0 0 0,0-1 0 0 0,-1 0-1 0 0,1 1 1 0 0,0-1 0 0 0,-1 1 0 0 0,1 0 0 0 0,-1-1-1 0 0,1 1 1 0 0,-1 0 0 0 0,0 0 0 0 0,0 0 0 0 0,1 0-1 0 0,-1 0 1 0 0,0 0 0 0 0,0 1 0 0 0,0-1-1 0 0,0 1 1 0 0,0-1 0 0 0,0 1 0 0 0,0 0 0 0 0,-4 0-1 0 0,-5-1-11 0 0,0 2-1 0 0,0 0 0 0 0,0 0 1 0 0,0 1-1 0 0,0 0 0 0 0,-18 7 0 0 0,-6 10-2577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30.0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 65 1840 0 0,'-35'-65'19814'0'0,"38"91"-19853"0"0,-1-12 645 0 0,14 168-306 0 0,-2-14-88 0 0,1 65-223 0 0,-9-83 6 0 0,-5-140 33 0 0,0 0 1 0 0,1 0-1 0 0,0-1 1 0 0,0 1-1 0 0,1-1 1 0 0,8 18 0 0 0,1-6-52 0 0,22 31 0 0 0,-29-45-67 0 0,11 25 204 0 0,-15-31-144 0 0,-1-1 1 0 0,1 1-1 0 0,-1 0 0 0 0,0 0 1 0 0,1 0-1 0 0,-1 0 0 0 0,0 0 1 0 0,0 0-1 0 0,0 0 0 0 0,0-1 1 0 0,1 1-1 0 0,-1 0 0 0 0,0 0 0 0 0,-1 0 1 0 0,1 0-1 0 0,0 0 0 0 0,0 0 1 0 0,0 0-1 0 0,0 0 0 0 0,-1 0 1 0 0,1 0-1 0 0,0 0 0 0 0,-1-1 1 0 0,1 1-1 0 0,-1 0 0 0 0,1 0 0 0 0,-1 0 1 0 0,0-1-1 0 0,1 1 0 0 0,-1 0 1 0 0,1-1-1 0 0,-2 2 0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31.3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0 6913 0 0,'-2'1'314'0'0,"1"0"-1"0"0,0 0 0 0 0,-1 0 0 0 0,1 0 1 0 0,0 1-1 0 0,0-1 0 0 0,0 0 0 0 0,0 1 1 0 0,0-1-1 0 0,0 0 0 0 0,1 1 0 0 0,-1-1 1 0 0,0 1-1 0 0,1-1 0 0 0,-1 1 0 0 0,1 0 1 0 0,-1-1-1 0 0,1 1 0 0 0,0 0 0 0 0,-1-1 1 0 0,1 1-1 0 0,0-1 0 0 0,0 1 1 0 0,1 0-1 0 0,-1-1 0 0 0,0 1 0 0 0,0 0 1 0 0,1 1-1 0 0,1-1-102 0 0,0 0 0 0 0,-1 0 0 0 0,1-1 0 0 0,0 1 0 0 0,0-1 1 0 0,0 1-1 0 0,0-1 0 0 0,0 0 0 0 0,0 0 0 0 0,0 0 0 0 0,0 0 0 0 0,1 0 0 0 0,-1 0 1 0 0,0-1-1 0 0,0 1 0 0 0,1-1 0 0 0,-1 0 0 0 0,0 1 0 0 0,5-1 0 0 0,18 0 881 0 0,38-3 0 0 0,-48 1-983 0 0,-1 0-1 0 0,1 1 1 0 0,-1 1-1 0 0,1 1 1 0 0,0 0-1 0 0,-1 1 1 0 0,0 0-1 0 0,22 7 1 0 0,-35-9-117 0 0,0 0-1 0 0,-1 0 1 0 0,1 1 0 0 0,-1-1 0 0 0,1 0-1 0 0,0 1 1 0 0,-1-1 0 0 0,1 0 0 0 0,-1 1-1 0 0,1-1 1 0 0,-1 1 0 0 0,1-1 0 0 0,-1 1-1 0 0,1-1 1 0 0,-1 1 0 0 0,0-1 0 0 0,1 1-1 0 0,-1-1 1 0 0,0 1 0 0 0,1 0 0 0 0,-1-1-1 0 0,0 1 1 0 0,0 0 0 0 0,1-1 0 0 0,-1 1-1 0 0,0 0 1 0 0,0 0 0 0 0,0 1 24 0 0,-1 0 0 0 0,1-1-1 0 0,0 1 1 0 0,-1 0 0 0 0,1-1 0 0 0,-1 1-1 0 0,0-1 1 0 0,0 1 0 0 0,1-1 0 0 0,-1 1-1 0 0,-2 1 1 0 0,-35 37 385 0 0,31-34-536 0 0,-32 29 166 0 0,18-17 9 0 0,1 1 1 0 0,-29 36-1 0 0,48-55-42 0 0,1 1 1 0 0,-1-1-1 0 0,1 1 1 0 0,-1-1-1 0 0,1 1 0 0 0,-1 0 1 0 0,1-1-1 0 0,-1 1 1 0 0,1 0-1 0 0,0 0 0 0 0,-1-1 1 0 0,1 1-1 0 0,0 0 1 0 0,0 0-1 0 0,0-1 0 0 0,0 1 1 0 0,-1 0-1 0 0,1 0 1 0 0,0 0-1 0 0,0-1 0 0 0,1 1 1 0 0,-1 0-1 0 0,0 0 1 0 0,0 0-1 0 0,0-1 0 0 0,0 1 1 0 0,1 0-1 0 0,-1 0 1 0 0,0-1-1 0 0,1 1 0 0 0,-1 0 1 0 0,0-1-1 0 0,1 1 0 0 0,-1 0 1 0 0,1-1-1 0 0,-1 1 1 0 0,1-1-1 0 0,0 1 0 0 0,-1 0 1 0 0,1-1-1 0 0,-1 0 1 0 0,1 1-1 0 0,0-1 0 0 0,0 1 1 0 0,-1-1-1 0 0,1 0 1 0 0,0 1-1 0 0,-1-1 0 0 0,1 0 1 0 0,0 0-1 0 0,0 0 1 0 0,0 1-1 0 0,-1-1 0 0 0,1 0 1 0 0,1 0-1 0 0,9 1-25 0 0,0 1-1 0 0,0-1 0 0 0,14-1 1 0 0,-14 0 26 0 0,-6 1 77 0 0,35 3-260 0 0,-39-4 191 0 0,1 0 0 0 0,-1 0 0 0 0,1 0 1 0 0,-1 1-1 0 0,1-1 0 0 0,-1 1 1 0 0,1-1-1 0 0,-1 1 0 0 0,0 0 1 0 0,1-1-1 0 0,-1 1 0 0 0,0 0 1 0 0,1 0-1 0 0,-1 0 0 0 0,0 0 0 0 0,0 0 1 0 0,0 0-1 0 0,0 0 0 0 0,0 1 1 0 0,1 0-1 0 0,-2-1-22 0 0,0 0 0 0 0,0 0-1 0 0,0 0 1 0 0,0 0 0 0 0,0 0 0 0 0,0 0-1 0 0,0 0 1 0 0,0 0 0 0 0,0 0 0 0 0,-1 0-1 0 0,1 0 1 0 0,0-1 0 0 0,-1 1 0 0 0,1 0 0 0 0,-1 0-1 0 0,1 0 1 0 0,-1 0 0 0 0,1-1 0 0 0,-1 1-1 0 0,0 0 1 0 0,1 0 0 0 0,-1-1 0 0 0,-1 1 0 0 0,-21 18 263 0 0,11-11-159 0 0,-2 5-536 0 0,-2 0 496 0 0,1 0 0 0 0,-14 17 0 0 0,26-27-76 0 0,1 1 1 0 0,-1-1 0 0 0,1 1 0 0 0,-1-1-1 0 0,1 1 1 0 0,0 0 0 0 0,0 0 0 0 0,1-1-1 0 0,-1 1 1 0 0,1 1 0 0 0,0-1 0 0 0,0 0 0 0 0,0 0-1 0 0,0 0 1 0 0,1 8 0 0 0,0-10 33 0 0,0 0-1 0 0,0 0 1 0 0,1 0 0 0 0,-1 0 0 0 0,1 0-1 0 0,0-1 1 0 0,-1 1 0 0 0,1 0 0 0 0,0 0-1 0 0,0-1 1 0 0,0 1 0 0 0,0 0 0 0 0,0-1-1 0 0,1 1 1 0 0,-1-1 0 0 0,0 0 0 0 0,1 1-1 0 0,-1-1 1 0 0,1 0 0 0 0,2 2 0 0 0,3 0 46 0 0,-1 0 0 0 0,1 0 1 0 0,0 0-1 0 0,9 1 0 0 0,-12-3-97 0 0,0-1-1 0 0,0 1 0 0 0,0 0 1 0 0,-1 1-1 0 0,1-1 1 0 0,-1 0-1 0 0,1 1 1 0 0,-1 0-1 0 0,1 0 0 0 0,-1 0 1 0 0,0 0-1 0 0,0 0 1 0 0,0 1-1 0 0,0 0 1 0 0,0-1-1 0 0,3 6 0 0 0,-6-7-61 0 0,1-1 0 0 0,-1 1 0 0 0,0 0 0 0 0,0 0 0 0 0,0 0 0 0 0,0 0 0 0 0,0 0 0 0 0,1 0 0 0 0,-2-1-1 0 0,1 1 1 0 0,0 0 0 0 0,0 0 0 0 0,0 0 0 0 0,0 0 0 0 0,0 0 0 0 0,-1-1 0 0 0,1 1 0 0 0,0 0 0 0 0,-1 0-1 0 0,1 0 1 0 0,-1-1 0 0 0,1 1 0 0 0,-1 0 0 0 0,1 0 0 0 0,-1-1 0 0 0,1 1 0 0 0,-1 0 0 0 0,0-1 0 0 0,1 1-1 0 0,-1-1 1 0 0,0 1 0 0 0,0-1 0 0 0,1 1 0 0 0,-1-1 0 0 0,0 0 0 0 0,0 1 0 0 0,-1-1 0 0 0,-7 7-2049 0 0,10-3 2503 0 0,1 0 0 0 0,0-1 0 0 0,-1 1 1 0 0,1-1-1 0 0,1 0 0 0 0,-1 1 0 0 0,4 4 0 0 0,-2-4 458 0 0,3 10-489 0 0,0 1-1 0 0,-1 0 1 0 0,0 0-1 0 0,-2 0 1 0 0,0 1 0 0 0,0-1-1 0 0,-1 1 1 0 0,1 29-1 0 0,10 47 684 0 0,-3-34-939 0 0,-2 1 0 0 0,-2 1 0 0 0,-3-1-1 0 0,-9 120 1 0 0,6-149 4 0 0,1 0-1 0 0,1 0 1 0 0,2-1-1 0 0,0 1 1 0 0,19 53-1 0 0,-16-55 69 0 0,14 74 454 0 0,-18-75-344 0 0,1-1-1 0 0,1-1 1 0 0,2 1 0 0 0,16 39 0 0 0,-20-43-3119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57.3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4 7834 0 0,'-7'-4'10859'0'0,"19"21"-10321"0"0,-1 0 0 0 0,-1 0 0 0 0,0 1-1 0 0,-2 1 1 0 0,7 20 0 0 0,27 101-23 0 0,-31-101-393 0 0,42 150 214 0 0,-51-184-485 0 0,-2-5 54 0 0,0 1 1 0 0,1-1-1 0 0,-1 0 0 0 0,0 1 0 0 0,1-1 0 0 0,-1 1 0 0 0,0-1 0 0 0,0 0 0 0 0,1 1 0 0 0,-1-1 0 0 0,0 1 0 0 0,0-1 0 0 0,0 1 0 0 0,0-1 0 0 0,0 1 0 0 0,0-1 0 0 0,0 0 0 0 0,1 1 0 0 0,-1-1 1 0 0,0 1-1 0 0,-1-1 0 0 0,1 1 0 0 0,0-1 0 0 0,0 1 0 0 0,0-1 0 0 0,0 1 0 0 0,0-1 0 0 0,0 1 0 0 0,-1-1 0 0 0,1 0 0 0 0,0 1 0 0 0,0-1 0 0 0,0 1 0 0 0,-1-1 0 0 0,1 0 0 0 0,0 1 0 0 0,-1-1 1 0 0,1 0-1 0 0,0 1 0 0 0,-1-1 0 0 0,1 0 0 0 0,-1 1 0 0 0,1-1 0 0 0,-1 0 0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57.7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1 284 5529 0 0,'-1'-14'739'0'0,"1"0"0"0"0,0-1 0 0 0,1 1 1 0 0,1 0-1 0 0,0 0 0 0 0,1 0 0 0 0,0 0 0 0 0,1 0 0 0 0,1 0 0 0 0,0 1 0 0 0,1 0 0 0 0,0 0 1 0 0,1 0-1 0 0,0 1 0 0 0,1 0 0 0 0,0 1 0 0 0,1 0 0 0 0,20-19 0 0 0,-28 28-655 0 0,1 1 0 0 0,-1 0 0 0 0,1-1 0 0 0,0 1-1 0 0,0 0 1 0 0,0 0 0 0 0,0 0 0 0 0,0 0 0 0 0,0 1 0 0 0,0-1-1 0 0,0 0 1 0 0,0 1 0 0 0,0-1 0 0 0,2 1 0 0 0,-2 0-48 0 0,-1 0 1 0 0,0 0 0 0 0,0 0-1 0 0,0 1 1 0 0,0-1-1 0 0,1 0 1 0 0,-1 1 0 0 0,0-1-1 0 0,0 1 1 0 0,0-1-1 0 0,0 1 1 0 0,0 0 0 0 0,0-1-1 0 0,0 1 1 0 0,0 0 0 0 0,0 0-1 0 0,-1 0 1 0 0,3 1-1 0 0,-1 3 4 0 0,1-1-1 0 0,-1 1 1 0 0,0 0-1 0 0,0 0 1 0 0,0 0 0 0 0,0 0-1 0 0,-1 0 1 0 0,0 0-1 0 0,1 10 1 0 0,0 8-42 0 0,-2-1-1 0 0,0 1 1 0 0,-2-1 0 0 0,-5 35 0 0 0,-28 87 288 0 0,35-142-277 0 0,-1-1 0 0 0,1 0 0 0 0,-1 0 0 0 0,1 0 0 0 0,-1 0 0 0 0,1 0 0 0 0,0 1 0 0 0,0-1 0 0 0,0 0 0 0 0,-1 0 1 0 0,1 0-1 0 0,0 0 0 0 0,1 1 0 0 0,-1-1 0 0 0,0 0 0 0 0,0 0 0 0 0,0 0 0 0 0,1 1 0 0 0,-1-1 0 0 0,0 0 0 0 0,1 0 0 0 0,-1 0 0 0 0,1 0 1 0 0,0 0-1 0 0,-1 0 0 0 0,1 0 0 0 0,0 0 0 0 0,-1 0 0 0 0,1 0 0 0 0,0 0 0 0 0,0-1 0 0 0,0 1 0 0 0,0 0 0 0 0,0 0 0 0 0,0-1 0 0 0,0 1 1 0 0,0-1-1 0 0,0 1 0 0 0,0-1 0 0 0,0 1 0 0 0,0-1 0 0 0,1 0 0 0 0,-1 1 0 0 0,0-1 0 0 0,0 0 0 0 0,0 0 0 0 0,1 0 0 0 0,-1 0 0 0 0,0 0 1 0 0,0 0-1 0 0,0 0 0 0 0,2-1 0 0 0,4 1 42 0 0,0-1 0 0 0,0-1 0 0 0,0 1 0 0 0,0-1 0 0 0,0 0 0 0 0,-1-1 0 0 0,9-4 0 0 0,-12 6-53 0 0,117-59-2297 0 0,-102 52 1015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58.1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44 5065 0 0,'2'-3'562'0'0,"0"0"0"0"0,0 0 0 0 0,0 0 0 0 0,1 0 0 0 0,-1 0 0 0 0,1 1 0 0 0,-1-1 0 0 0,1 1 0 0 0,0 0 0 0 0,0 0 0 0 0,0 0 0 0 0,0 0 0 0 0,0 0 0 0 0,1 1 0 0 0,-1-1 0 0 0,0 1 0 0 0,1 0 0 0 0,4-1 0 0 0,-6 1-478 0 0,0 1 0 0 0,0 0 0 0 0,0-1 1 0 0,1 1-1 0 0,-1 0 0 0 0,0 0 1 0 0,0 1-1 0 0,0-1 0 0 0,0 0 1 0 0,0 1-1 0 0,0-1 0 0 0,0 1 0 0 0,0 0 1 0 0,0-1-1 0 0,0 1 0 0 0,0 0 1 0 0,0 0-1 0 0,0 0 0 0 0,0 1 0 0 0,-1-1 1 0 0,1 0-1 0 0,0 1 0 0 0,-1-1 1 0 0,1 1-1 0 0,-1 0 0 0 0,0-1 1 0 0,1 1-1 0 0,-1 0 0 0 0,0 0 0 0 0,0 0 1 0 0,1 2-1 0 0,2 10 47 0 0,-1-1 0 0 0,0 1 0 0 0,0 0 1 0 0,-2-1-1 0 0,0 1 0 0 0,0 0 0 0 0,-1 0 0 0 0,-1 0 0 0 0,-3 19 1 0 0,1-12 303 0 0,2 0 0 0 0,1 0 0 0 0,1 21 1 0 0,-1-41-404 0 0,0 0 1 0 0,0 0 0 0 0,0 0-1 0 0,0 0 1 0 0,1 0-1 0 0,-1 0 1 0 0,0 0 0 0 0,0 0-1 0 0,1 0 1 0 0,-1 0 0 0 0,0 0-1 0 0,1 0 1 0 0,-1-1 0 0 0,1 1-1 0 0,-1 0 1 0 0,1 0 0 0 0,0 0-1 0 0,-1-1 1 0 0,1 1 0 0 0,0 0-1 0 0,0-1 1 0 0,-1 1 0 0 0,1 0-1 0 0,0-1 1 0 0,0 1-1 0 0,0-1 1 0 0,0 1 0 0 0,0-1-1 0 0,-1 0 1 0 0,1 1 0 0 0,0-1-1 0 0,0 0 1 0 0,0 0 0 0 0,0 0-1 0 0,0 1 1 0 0,0-1 0 0 0,0 0-1 0 0,0 0 1 0 0,0 0 0 0 0,0-1-1 0 0,0 1 1 0 0,0 0 0 0 0,0 0-1 0 0,0 0 1 0 0,0-1-1 0 0,0 1 1 0 0,0-1 0 0 0,0 1-1 0 0,0-1 1 0 0,1 0 0 0 0,7-3 32 0 0,-1-1 1 0 0,1-1 0 0 0,-1 1-1 0 0,8-8 1 0 0,-11 9-20 0 0,95-88-287 0 0,-67 59-1588 0 0,-7 9-5894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59.2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0 11979 0 0,'-1'16'8912'0'0,"2"-15"-8684"0"0,16 35 492 0 0,5 12-442 0 0,-15-17-167 0 0,-2 1 0 0 0,-1 0 0 0 0,-1 0 0 0 0,-2 37 0 0 0,-1-42-198 0 0,0 0 1 0 0,2 0-1 0 0,1 0 1 0 0,1 0-1 0 0,1 0 1 0 0,14 42-1 0 0,-2-36-2067 0 0,-14-25 558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6:59.5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0 172 3681 0 0,'2'-13'863'0'0,"1"0"0"0"0,0 1 0 0 0,0-1 0 0 0,2 0 0 0 0,-1 1 0 0 0,2 0 0 0 0,-1 0 1 0 0,2 1-1 0 0,-1-1 0 0 0,12-13 0 0 0,-16 23-694 0 0,-1 1 0 0 0,0-1 0 0 0,0 0-1 0 0,0 1 1 0 0,1-1 0 0 0,-1 1 0 0 0,1-1 0 0 0,-1 1 0 0 0,1 0 0 0 0,0 0 0 0 0,-1 0 0 0 0,1 0 0 0 0,0 0 0 0 0,0 0 0 0 0,0 0 0 0 0,0 1-1 0 0,0-1 1 0 0,0 1 0 0 0,0-1 0 0 0,0 1 0 0 0,0 0 0 0 0,0-1 0 0 0,3 2 0 0 0,-3-1-97 0 0,0 1 1 0 0,0 0-1 0 0,0-1 0 0 0,0 1 1 0 0,0 0-1 0 0,0 1 1 0 0,0-1-1 0 0,0 0 0 0 0,0 0 1 0 0,-1 1-1 0 0,1-1 0 0 0,-1 1 1 0 0,1 0-1 0 0,-1-1 1 0 0,1 1-1 0 0,-1 0 0 0 0,0 0 1 0 0,0 0-1 0 0,0 0 1 0 0,0 0-1 0 0,1 3 0 0 0,1 5-17 0 0,0 0-1 0 0,0 0 1 0 0,-1 0 0 0 0,-1 0-1 0 0,1 1 1 0 0,-2-1-1 0 0,0 0 1 0 0,0 1-1 0 0,0-1 1 0 0,-2 1 0 0 0,1-1-1 0 0,-4 11 1 0 0,-6 19-45 0 0,-27 65 0 0 0,20-59 27 0 0,12-29 145 0 0,-14 39 478 0 0,19-54-605 0 0,1 0 0 0 0,-1 0 0 0 0,1 1-1 0 0,0-1 1 0 0,-1 0 0 0 0,1 0 0 0 0,0 0-1 0 0,0 1 1 0 0,0-1 0 0 0,1 0 0 0 0,-1 0 0 0 0,0 1-1 0 0,1-1 1 0 0,-1 0 0 0 0,1 0 0 0 0,0 0 0 0 0,0 0-1 0 0,0 0 1 0 0,0 0 0 0 0,2 3 0 0 0,-1-3-10 0 0,0-1-1 0 0,0 0 1 0 0,0 0 0 0 0,0 1 0 0 0,1-1 0 0 0,-1-1 0 0 0,0 1 0 0 0,0 0 0 0 0,1 0 0 0 0,-1-1 0 0 0,0 1 0 0 0,1-1-1 0 0,-1 0 1 0 0,1 0 0 0 0,-1 0 0 0 0,1 0 0 0 0,-1 0 0 0 0,5-1 0 0 0,47-14 141 0 0,-42 11-137 0 0,51-18 83 0 0,0 0-1179 0 0,-19 11-5310 0 0,-26 8-270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7:00.3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57 6913 0 0,'-6'-12'-195'0'0,"5"9"920"0"0,-1 0 1 0 0,1 0-1 0 0,-1 0 0 0 0,1-1 1 0 0,0 1-1 0 0,0 0 1 0 0,0-5-1 0 0,1 7-596 0 0,0 1 0 0 0,0-1 0 0 0,1 0 0 0 0,-1 0-1 0 0,0 1 1 0 0,1-1 0 0 0,-1 0 0 0 0,0 1 0 0 0,1-1 0 0 0,-1 0 0 0 0,0 1 0 0 0,1-1 0 0 0,-1 1-1 0 0,1-1 1 0 0,-1 1 0 0 0,1-1 0 0 0,0 1 0 0 0,-1-1 0 0 0,1 1 0 0 0,0-1 0 0 0,-1 1 0 0 0,1 0-1 0 0,0-1 1 0 0,-1 1 0 0 0,1 0 0 0 0,0 0 0 0 0,-1-1 0 0 0,1 1 0 0 0,0 0 0 0 0,0 0 0 0 0,-1 0 0 0 0,1 0-1 0 0,0 0 1 0 0,0 0 0 0 0,-1 0 0 0 0,1 0 0 0 0,0 0 0 0 0,1 1 136 0 0,-2 0-161 0 0,0-1 0 0 0,0 1 0 0 0,1-1-1 0 0,-1 1 1 0 0,0-1 0 0 0,0 1 0 0 0,1-1 0 0 0,-1 1 0 0 0,0-1 0 0 0,1 1 0 0 0,-1-1 0 0 0,0 1 0 0 0,1-1 0 0 0,-1 1 0 0 0,1-1-1 0 0,-1 0 1 0 0,1 1 0 0 0,-1-1 0 0 0,1 0 0 0 0,-1 1 0 0 0,1-1 0 0 0,-1 0 0 0 0,1 0 0 0 0,-1 0 0 0 0,1 1 0 0 0,0-1 0 0 0,-1 0-1 0 0,1 0 1 0 0,-1 0 0 0 0,1 0 0 0 0,0 0 0 0 0,0 0 0 0 0,23 1-436 0 0,-22-1 521 0 0,0 0-157 0 0,0 0-1 0 0,-1 1 1 0 0,1-1 0 0 0,0 0 0 0 0,0 1-1 0 0,0-1 1 0 0,-1 1 0 0 0,1-1 0 0 0,0 1-1 0 0,-1 0 1 0 0,1 0 0 0 0,-1-1 0 0 0,1 1 0 0 0,-1 0-1 0 0,1 1 1 0 0,-1-1 0 0 0,1 0 0 0 0,-1 0-1 0 0,1 2 1 0 0,1 0-7 0 0,-1 1-1 0 0,0-1 1 0 0,0 0 0 0 0,-1 1-1 0 0,1 0 1 0 0,-1-1 0 0 0,1 1-1 0 0,0 5 1 0 0,0 6-7 0 0,0-1 1 0 0,-1 1-1 0 0,-1 23 1 0 0,-1-15-19 0 0,-2-1 0 0 0,-1 1 0 0 0,0-1 0 0 0,-1 0 0 0 0,-2-1 0 0 0,0 1 0 0 0,-11 20 0 0 0,20-38 13 0 0,8-6-23 0 0,20-8-40 0 0,-9 3 25 0 0,-18 6 23 0 0,0 1 0 0 0,-1-1 0 0 0,1 1 0 0 0,0 0 0 0 0,0-1 0 0 0,0 2 0 0 0,0-1 0 0 0,0 0 0 0 0,0 0 1 0 0,0 1-1 0 0,0-1 0 0 0,0 1 0 0 0,-1 0 0 0 0,1 0 0 0 0,0 0 0 0 0,3 2 0 0 0,-4-1-2 0 0,0-1 0 0 0,-1 1 0 0 0,1 0-1 0 0,0-1 1 0 0,-1 1 0 0 0,1 0 0 0 0,-1 0-1 0 0,0 0 1 0 0,0 0 0 0 0,0 0 0 0 0,0 0 0 0 0,0 0-1 0 0,0 1 1 0 0,0-1 0 0 0,-1 0 0 0 0,1 4 0 0 0,0 0-4 0 0,0 1 1 0 0,-1-1-1 0 0,0 1 1 0 0,-1-1-1 0 0,0 1 1 0 0,0-1 0 0 0,0 1-1 0 0,-1-1 1 0 0,1 0-1 0 0,-2 0 1 0 0,1 0-1 0 0,-1 0 1 0 0,-4 8 0 0 0,-2 0-625 0 0,-1 0 1 0 0,-1 0-1 0 0,0 0 0 0 0,0-2 1 0 0,-2 1-1 0 0,0-2 1 0 0,0 1-1 0 0,-26 15 1 0 0,23-18-6208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7:01.0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 0 8754 0 0,'-2'0'362'0'0,"1"0"1"0"0,-1 0-1 0 0,1 0 0 0 0,-1 0 1 0 0,1 1-1 0 0,0-1 0 0 0,-1 0 1 0 0,1 0-1 0 0,-1 1 0 0 0,1-1 1 0 0,0 1-1 0 0,0 0 1 0 0,-1-1-1 0 0,-1 2 0 0 0,3-1-163 0 0,-1-1-1 0 0,1 1 1 0 0,0-1 0 0 0,-1 1-1 0 0,1-1 1 0 0,-1 1-1 0 0,1 0 1 0 0,0-1-1 0 0,0 1 1 0 0,-1 0 0 0 0,1-1-1 0 0,0 1 1 0 0,0 0-1 0 0,0-1 1 0 0,0 1-1 0 0,0 0 1 0 0,0-1 0 0 0,0 1-1 0 0,0 0 1 0 0,0-1-1 0 0,0 2 1 0 0,2 4 497 0 0,0-1 1 0 0,0 1 0 0 0,0-1-1 0 0,1 1 1 0 0,6 8-1 0 0,-1 0-1071 0 0,7 18 666 0 0,-2 0 0 0 0,-1 0 0 0 0,13 54 0 0 0,12 36-800 0 0,-25-86-1865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7:01.3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1 225 1376 0 0,'9'-24'1902'0'0,"2"1"0"0"0,1-1-1 0 0,1 2 1 0 0,19-25-1 0 0,-28 40-1379 0 0,1 1 0 0 0,1-1 0 0 0,-1 1 0 0 0,1 0 0 0 0,0 0 0 0 0,1 1 0 0 0,-1 0-1 0 0,1 0 1 0 0,0 0 0 0 0,0 1 0 0 0,1 0 0 0 0,-1 1 0 0 0,1-1 0 0 0,0 1-1 0 0,0 1 1 0 0,16-4 0 0 0,-23 6-508 0 0,0 0 0 0 0,0 0 1 0 0,0 0-1 0 0,0 0 0 0 0,1 0 0 0 0,-1 0 0 0 0,0 0 0 0 0,0 0 0 0 0,0 1 0 0 0,0-1 0 0 0,0 0 1 0 0,0 1-1 0 0,0-1 0 0 0,0 1 0 0 0,0-1 0 0 0,0 1 0 0 0,0-1 0 0 0,0 1 0 0 0,0 0 0 0 0,-1-1 1 0 0,1 1-1 0 0,0 0 0 0 0,0 0 0 0 0,0 1 0 0 0,1 0 21 0 0,-1 0 0 0 0,-1 0-1 0 0,1 1 1 0 0,0-1 0 0 0,-1 0 0 0 0,1 1-1 0 0,-1-1 1 0 0,1 0 0 0 0,-1 1 0 0 0,0-1 0 0 0,0 3-1 0 0,-1 6 90 0 0,-1 1-1 0 0,0-1 1 0 0,-5 18-1 0 0,-3 0-183 0 0,-23 47 0 0 0,19-45 25 0 0,-12 35 0 0 0,25-64 76 0 0,0 1-1 0 0,1-1 1 0 0,-1 0 0 0 0,1 0-1 0 0,0 0 1 0 0,-1 0 0 0 0,1 0 0 0 0,0 1-1 0 0,0-1 1 0 0,1 0 0 0 0,-1 0 0 0 0,0 0-1 0 0,1 1 1 0 0,-1-1 0 0 0,1 0-1 0 0,-1 0 1 0 0,1 0 0 0 0,0 0 0 0 0,0 0-1 0 0,0 0 1 0 0,0 0 0 0 0,3 2-1 0 0,-1-1 22 0 0,0 0 0 0 0,0-1 0 0 0,0 1 0 0 0,1-1 0 0 0,-1 0 0 0 0,1 1 0 0 0,0-2 0 0 0,-1 1 0 0 0,1 0 0 0 0,0-1 0 0 0,5 2 0 0 0,6 0-29 0 0,1 0-1 0 0,0-1 1 0 0,0 0 0 0 0,0-2-1 0 0,18 0 1 0 0,22-3-4004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7:01.9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1 124 5065 0 0,'0'-2'72'0'0,"1"-24"2876"0"0,-1 25-2381 0 0,0-1-1 0 0,0 1 1 0 0,5-14 5666 0 0,-3 13-5666 0 0,-1 2-368 0 0,0 0 1 0 0,-1 0 0 0 0,1 0-1 0 0,0 0 1 0 0,-1 0-1 0 0,1 0 1 0 0,0 0-1 0 0,-1 1 1 0 0,1-1 0 0 0,0 0-1 0 0,-1 1 1 0 0,1-1-1 0 0,-1 0 1 0 0,1 1-1 0 0,-1-1 1 0 0,1 0-1 0 0,-1 1 1 0 0,1-1 0 0 0,-1 1-1 0 0,1 0 1 0 0,21 22 955 0 0,-20-21-888 0 0,14 16-10 0 0,1-1 1 0 0,0-1-1 0 0,36 26 0 0 0,-47-38-256 0 0,0 1-1 0 0,1-2 0 0 0,0 1 1 0 0,-1-1-1 0 0,1 0 0 0 0,0 0 1 0 0,1-1-1 0 0,-1 0 0 0 0,0 0 1 0 0,1-1-1 0 0,-1 0 0 0 0,1 0 1 0 0,-1-1-1 0 0,1 0 0 0 0,-1 0 1 0 0,11-2-1 0 0,-12 1-68 0 0,0-1-1 0 0,0 0 1 0 0,0-1 0 0 0,-1 1-1 0 0,1-1 1 0 0,-1 0 0 0 0,1 0-1 0 0,-1-1 1 0 0,0 1-1 0 0,-1-1 1 0 0,1 0 0 0 0,0-1-1 0 0,-1 1 1 0 0,0-1 0 0 0,0 0-1 0 0,-1 0 1 0 0,1 0 0 0 0,-1 0-1 0 0,0-1 1 0 0,0 1 0 0 0,-1-1-1 0 0,0 0 1 0 0,0 0 0 0 0,0 0-1 0 0,-1 0 1 0 0,1 0 0 0 0,-2 0-1 0 0,1 0 1 0 0,-1-1 0 0 0,1 1-1 0 0,-2 0 1 0 0,1 0-1 0 0,-1 0 1 0 0,0 0 0 0 0,-2-9-1 0 0,0 6 206 0 0,3 5 48 0 0,-1 0 0 0 0,-1 0 0 0 0,1-1 0 0 0,-1 1 0 0 0,1 0 0 0 0,-1 1 0 0 0,0-1 0 0 0,-5-7 0 0 0,6 21 1014 0 0,23 144-773 0 0,4 45-276 0 0,-22-138-443 0 0,4 46 874 0 0,0-36-7474 0 0,-3-42-737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7:02.9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6913 0 0,'1'8'10248'0'0,"9"12"-7916"0"0,10 16-1862 0 0,7 15-35 0 0,-2 1-1 0 0,-3 0 1 0 0,-2 2-1 0 0,-2 0 1 0 0,-3 1-1 0 0,9 61 1 0 0,-18-88-462 0 0,-3-17-67 0 0,-1 1 0 0 0,0-1 1 0 0,0 1-1 0 0,-1 0 0 0 0,-1 0 1 0 0,-1 22-1 0 0,-1-28-1137 0 0,-2-1-376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7:03.3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0 104 5529 0 0,'3'-6'277'0'0,"0"1"-1"0"0,0-1 0 0 0,1 1 1 0 0,0 0-1 0 0,-1 0 0 0 0,2 0 1 0 0,-1 1-1 0 0,0-1 0 0 0,1 1 1 0 0,0 0-1 0 0,0 0 0 0 0,0 1 1 0 0,7-4-1 0 0,-2 1 640 0 0,1 1 0 0 0,0 0-1 0 0,0 1 1 0 0,0 0 0 0 0,0 1 0 0 0,15-3 0 0 0,-23 5-779 0 0,0 0-1 0 0,1 1 1 0 0,-1 0 0 0 0,0-1 0 0 0,1 1 0 0 0,-1 0-1 0 0,0 1 1 0 0,1-1 0 0 0,-1 0 0 0 0,0 1 0 0 0,1 0-1 0 0,-1 0 1 0 0,0 0 0 0 0,0 0 0 0 0,0 1 0 0 0,0-1-1 0 0,0 1 1 0 0,4 2 0 0 0,-5-1-59 0 0,0-1 0 0 0,0 0 0 0 0,0 1 0 0 0,0 0 0 0 0,0-1 0 0 0,-1 1 0 0 0,1 0 1 0 0,-1 0-1 0 0,0 0 0 0 0,0 0 0 0 0,0 0 0 0 0,0 0 0 0 0,0 0 0 0 0,-1 0 0 0 0,1 6 0 0 0,-1 5 47 0 0,-1-1 0 0 0,0 0 0 0 0,-1 0 0 0 0,0 0 0 0 0,-1 0 1 0 0,0 0-1 0 0,-10 22 0 0 0,-8 8 52 0 0,15-32-126 0 0,0-1 0 0 0,1 1 0 0 0,0 0 0 0 0,1 1-1 0 0,0-1 1 0 0,-3 20 0 0 0,7-30-35 0 0,0 0-1 0 0,0 0 1 0 0,0 0 0 0 0,0 0-1 0 0,0 0 1 0 0,0 0-1 0 0,0 0 1 0 0,0-1 0 0 0,0 1-1 0 0,0 0 1 0 0,1 0-1 0 0,-1 0 1 0 0,0 0 0 0 0,1 0-1 0 0,-1-1 1 0 0,1 1-1 0 0,-1 0 1 0 0,1 0 0 0 0,-1 0-1 0 0,1-1 1 0 0,-1 1-1 0 0,1 0 1 0 0,0-1 0 0 0,-1 1-1 0 0,1-1 1 0 0,0 1-1 0 0,0-1 1 0 0,-1 1 0 0 0,1-1-1 0 0,0 1 1 0 0,0-1-1 0 0,0 0 1 0 0,0 1 0 0 0,-1-1-1 0 0,1 0 1 0 0,0 0 0 0 0,0 1-1 0 0,0-1 1 0 0,0 0-1 0 0,0 0 1 0 0,0 0 0 0 0,0 0-1 0 0,0 0 1 0 0,0-1-1 0 0,-1 1 1 0 0,1 0 0 0 0,2-1-1 0 0,7-1 145 0 0,-1 0 1 0 0,1-1-1 0 0,14-7 0 0 0,-11 5-88 0 0,3-2-149 0 0,0 2 0 0 0,1 0 1 0 0,-1 1-1 0 0,1 0 0 0 0,0 1 1 0 0,-1 1-1 0 0,31 0 0 0 0,-34 4-741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7:03.8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88 7834 0 0,'5'0'771'0'0,"-1"0"1"0"0,1 0-1 0 0,-1 0 1 0 0,0-1-1 0 0,1 0 1 0 0,-1 0-1 0 0,0 0 1 0 0,0 0-1 0 0,0-1 1 0 0,7-3-1 0 0,-4 2 365 0 0,72-27 2152 0 0,-2-1-3946 0 0,-48 19-684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7:04.2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76 1 1376 0 0,'-3'1'457'0'0,"0"-1"-1"0"0,1 1 1 0 0,-1 0-1 0 0,1 0 1 0 0,-1 0-1 0 0,1 1 0 0 0,-1-1 1 0 0,1 0-1 0 0,0 1 1 0 0,-1 0-1 0 0,1-1 1 0 0,0 1-1 0 0,0 0 1 0 0,0 0-1 0 0,1 0 0 0 0,-4 4 1 0 0,3-3 227 0 0,-1 1 0 0 0,1-1 1 0 0,0 0-1 0 0,0 1 0 0 0,0-1 0 0 0,1 1 0 0 0,-1-1 1 0 0,1 1-1 0 0,0 0 0 0 0,-2 7 0 0 0,3-9-568 0 0,1 0 0 0 0,-1 0 0 0 0,1 0 0 0 0,0 0 0 0 0,-1-1 0 0 0,1 1 0 0 0,0 0 0 0 0,0 0 0 0 0,0-1 0 0 0,0 1 0 0 0,0 0 0 0 0,1-1 0 0 0,-1 1 0 0 0,0-1 0 0 0,1 0 0 0 0,2 3 0 0 0,32 22 161 0 0,-16-12-24 0 0,-8-5-214 0 0,-1 1 1 0 0,0 0-1 0 0,-1 0 0 0 0,0 1 1 0 0,-1 1-1 0 0,0-1 0 0 0,13 26 1 0 0,-19-33 6 0 0,-1 1 1 0 0,0 0 0 0 0,-1 0 0 0 0,1 0-1 0 0,-1 0 1 0 0,0 0 0 0 0,-1 0 0 0 0,1 0 0 0 0,-1 0-1 0 0,0 0 1 0 0,0 1 0 0 0,0-1 0 0 0,-1 0 0 0 0,0 0-1 0 0,0 0 1 0 0,0 0 0 0 0,0 0 0 0 0,-1 0 0 0 0,0-1-1 0 0,0 1 1 0 0,0 0 0 0 0,-1-1 0 0 0,0 1 0 0 0,0-1-1 0 0,-6 8 1 0 0,3-6 115 0 0,-1 0 0 0 0,1-1 0 0 0,-1 1 0 0 0,0-2 0 0 0,0 1 0 0 0,-1-1 0 0 0,1 0-1 0 0,-1 0 1 0 0,0-1 0 0 0,0 0 0 0 0,0 0 0 0 0,-17 2 0 0 0,18-3-1213 0 0,0-1 0 0 0,0-1-1 0 0,0 0 1 0 0,0 0 0 0 0,-10-1 0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7:06.0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1 140 8290 0 0,'1'-1'341'0'0,"0"0"0"0"0,0 1 0 0 0,0-1 0 0 0,0 1 1 0 0,0-1-1 0 0,0 1 0 0 0,0 0 0 0 0,0-1 0 0 0,0 1 0 0 0,0 0 1 0 0,1 0-1 0 0,-1-1 0 0 0,0 1 0 0 0,0 0 0 0 0,0 0 0 0 0,0 1 1 0 0,0-1-1 0 0,1 0 0 0 0,-1 0 0 0 0,0 0 0 0 0,0 1 0 0 0,0-1 1 0 0,1 1-1 0 0,29 13 2239 0 0,-22-9-1938 0 0,4 2-392 0 0,1 1-1 0 0,-1 0 1 0 0,-1 1 0 0 0,1 0-1 0 0,-1 1 1 0 0,-1 1-1 0 0,0 0 1 0 0,-1 0-1 0 0,0 1 1 0 0,11 17 0 0 0,6 14-161 0 0,37 85 0 0 0,4 5 91 0 0,-57-113-38 0 0,-6-11-74 0 0,-1 0 0 0 0,1 0 0 0 0,1-1 0 0 0,-1 0 0 0 0,1 0 0 0 0,1 0 0 0 0,-1-1 0 0 0,1 0 0 0 0,1 0 0 0 0,10 7 0 0 0,-18-14-53 0 0,1 0-1 0 0,-1 0 0 0 0,0 0 0 0 0,1 0 0 0 0,-1 0 0 0 0,1 0 0 0 0,-1 0 1 0 0,0 0-1 0 0,1-1 0 0 0,-1 1 0 0 0,0 0 0 0 0,1 0 0 0 0,-1 0 0 0 0,0-1 1 0 0,1 1-1 0 0,-1 0 0 0 0,0 0 0 0 0,0-1 0 0 0,1 1 0 0 0,-1 0 0 0 0,0 0 1 0 0,0-1-1 0 0,1 1 0 0 0,-1 0 0 0 0,0-1 0 0 0,0 1 0 0 0,0 0 0 0 0,1-1 1 0 0,-1 1-1 0 0,0 0 0 0 0,0-1 0 0 0,0 1 0 0 0,0-1 0 0 0,0 1 1 0 0,0 0-1 0 0,0-1 0 0 0,0 1 0 0 0,4-21 37 0 0,-3 17 82 0 0,3-30 50 0 0,-1 0-1 0 0,-2-1 1 0 0,-1 1 0 0 0,-2 0 0 0 0,-6-39-1 0 0,-2-51-325 0 0,9 103-173 0 0,2 1-1 0 0,0-1 1 0 0,1 1-1 0 0,1 0 0 0 0,1-1 1 0 0,1 2-1 0 0,1-1 0 0 0,1 0 1 0 0,0 1-1 0 0,1 1 1 0 0,17-29-1 0 0,-6 17-1161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7:06.5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 52 456 0 0,'16'-27'3639'0'0,"-15"26"-3266"0"0,-1 0 0 0 0,1 0-1 0 0,-1 0 1 0 0,1 0 0 0 0,-1 0 0 0 0,0 0 0 0 0,1 0-1 0 0,-1 0 1 0 0,0 0 0 0 0,0 0 0 0 0,0 0 0 0 0,0 0-1 0 0,0 0 1 0 0,0 0 0 0 0,0 0 0 0 0,0 0 0 0 0,0 0-1 0 0,0 0 1 0 0,0 0 0 0 0,-1 0 0 0 0,1 0 0 0 0,-1-1-1 0 0,0 1-205 0 0,0 1-1 0 0,0 0 0 0 0,1 1 0 0 0,-1-1 1 0 0,0 0-1 0 0,0 0 0 0 0,0 0 0 0 0,1 0 1 0 0,-1 1-1 0 0,0-1 0 0 0,0 0 0 0 0,1 0 1 0 0,-1 1-1 0 0,0-1 0 0 0,1 1 0 0 0,-1-1 1 0 0,0 1-1 0 0,1-1 0 0 0,-1 1 1 0 0,1-1-1 0 0,-1 1 0 0 0,1 0 0 0 0,-1-1 1 0 0,1 1-1 0 0,-1 0 0 0 0,1-1 0 0 0,-1 2 1 0 0,-14 21 880 0 0,15-22-928 0 0,-7 12 33 0 0,1-1-1 0 0,1 1 1 0 0,1 0 0 0 0,-1 0 0 0 0,2 0 0 0 0,0 1 0 0 0,1 0 0 0 0,0-1 0 0 0,1 1 0 0 0,0 0 0 0 0,1 0 0 0 0,1-1 0 0 0,2 17 0 0 0,-1-26-154 0 0,-1 0 1 0 0,1 0-1 0 0,-1 0 1 0 0,1 0 0 0 0,0 0-1 0 0,0-1 1 0 0,1 1-1 0 0,-1-1 1 0 0,1 1-1 0 0,0-1 1 0 0,0 0-1 0 0,0 0 1 0 0,0 0 0 0 0,0-1-1 0 0,1 1 1 0 0,-1-1-1 0 0,8 4 1 0 0,6 2-130 0 0,0-1-1 0 0,36 9 1 0 0,13 7-469 0 0,-61-20 567 0 0,0-1 0 0 0,0 1 0 0 0,-1 0 0 0 0,1 1 0 0 0,-1-1 0 0 0,1 1 0 0 0,-1-1 0 0 0,0 1 0 0 0,-1 1 0 0 0,1-1 0 0 0,-1 0 0 0 0,0 1 0 0 0,0 0 0 0 0,0 0 0 0 0,2 6 0 0 0,-4-8 78 0 0,0 0 1 0 0,0 0-1 0 0,-1 0 0 0 0,1 0 0 0 0,-1 0 0 0 0,0 0 0 0 0,0 0 0 0 0,0 0 1 0 0,-1 0-1 0 0,1 0 0 0 0,-1 0 0 0 0,1 0 0 0 0,-1 0 0 0 0,0-1 0 0 0,0 1 0 0 0,0 0 1 0 0,-1 0-1 0 0,1-1 0 0 0,-1 1 0 0 0,1 0 0 0 0,-1-1 0 0 0,0 0 0 0 0,0 1 1 0 0,0-1-1 0 0,0 0 0 0 0,-1 0 0 0 0,1 0 0 0 0,0 0 0 0 0,-4 1 0 0 0,-4 4 218 0 0,0 0 0 0 0,0-1 0 0 0,-1 0-1 0 0,0-1 1 0 0,-1-1 0 0 0,1 1-1 0 0,-1-2 1 0 0,0 0 0 0 0,0 0 0 0 0,-23 2-1 0 0,24-4-251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8:03.18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28 2401 0 0,'8'-4'0'0'0,"-2"1"0"0"0,-2 3 0 0 0,-3 0 0 0 0,0 0 0 0 0,2-2 0 0 0,3 0 0 0 0,3-2 0 0 0,2-1 0 0 0,-1 3 0 0 0,-3-1 0 0 0,-3 0 0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28:04.62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1098 28 3681 0 0,'-31'-28'6702'0'0,"28"29"-6492"0"0,-47-1 2608 0 0,-7 9-1625 0 0,1 2 1 0 0,0 3-1 0 0,-57 23 0 0 0,18-6-608 0 0,-331 83 470 0 0,216-53-483 0 0,291-62-2380 0 0,-60 0 1672 0 0,328-30-985 0 0,-3-25 780 0 0,-302 46 345 0 0,31-8 47 0 0,127-13 1 0 0,-200 31-51 0 0,1 0-1 0 0,-1-1 1 0 0,0 1 0 0 0,1 0-1 0 0,-1 1 1 0 0,1-1-1 0 0,-1 0 1 0 0,0 1 0 0 0,1-1-1 0 0,-1 1 1 0 0,0 0 0 0 0,1 0-1 0 0,3 2 1 0 0,-6-3 2 0 0,1 0-1 0 0,-1 1 1 0 0,0-1-1 0 0,0 0 1 0 0,1 1 0 0 0,-1-1-1 0 0,0 1 1 0 0,0-1 0 0 0,1 1-1 0 0,-1-1 1 0 0,0 0-1 0 0,0 1 1 0 0,0-1 0 0 0,0 1-1 0 0,0-1 1 0 0,0 1-1 0 0,1-1 1 0 0,-1 1 0 0 0,0-1-1 0 0,0 1 1 0 0,-1-1-1 0 0,1 1 1 0 0,0-1 0 0 0,0 1-1 0 0,0 0 1 0 0,-13 17 221 0 0,-10 1 34 0 0,0 0-1 0 0,-2-2 0 0 0,0-1 0 0 0,-1-1 0 0 0,-35 15 0 0 0,-30 18 75 0 0,-283 185 247 0 0,357-222-597 0 0,1 0 1 0 0,1 2-1 0 0,-26 24 0 0 0,35-31 5 0 0,1 1 1 0 0,-1-1 0 0 0,2 1-1 0 0,-1 0 1 0 0,1 0-1 0 0,0 0 1 0 0,0 1 0 0 0,1-1-1 0 0,0 1 1 0 0,1 0 0 0 0,-4 15-1 0 0,6-21-42 0 0,0 0-1 0 0,0 1 0 0 0,0-1 1 0 0,0 1-1 0 0,0-1 0 0 0,1 0 1 0 0,-1 1-1 0 0,1-1 1 0 0,-1 0-1 0 0,1 1 0 0 0,0-1 1 0 0,0 0-1 0 0,0 0 1 0 0,0 0-1 0 0,0 1 0 0 0,0-1 1 0 0,3 2-1 0 0,0 0-104 0 0,0 0-1 0 0,0 0 1 0 0,0 0-1 0 0,0-1 1 0 0,1 0 0 0 0,0 0-1 0 0,6 3 1 0 0,4 2-144 0 0,1-2 1 0 0,0 0 0 0 0,0-1 0 0 0,17 3-1 0 0,10-1 88 0 0,-1-2 0 0 0,1-2-1 0 0,45-2 1 0 0,131-15 203 0 0,-189 12 13 0 0,-9 0 17 0 0,81-10 188 0 0,-91 10-164 0 0,-1 0-1 0 0,0-1 1 0 0,0 0-1 0 0,-1-1 1 0 0,1 0-1 0 0,-1 0 1 0 0,15-9-1 0 0,-24 13-14 0 0,1-1-1 0 0,-1 1 1 0 0,1 0-1 0 0,-1 0 0 0 0,1-1 1 0 0,-1 1-1 0 0,0 0 1 0 0,1 0-1 0 0,-1-1 1 0 0,1 1-1 0 0,-1 0 1 0 0,0-1-1 0 0,1 1 0 0 0,-1-1 1 0 0,0 1-1 0 0,1-1 1 0 0,-1 1-1 0 0,0 0 1 0 0,0-1-1 0 0,1 1 0 0 0,-1-1 1 0 0,0 1-1 0 0,0-1 1 0 0,0 1-1 0 0,0-1 1 0 0,1 0-1 0 0,-1 1 0 0 0,0-1 1 0 0,0 1-1 0 0,0-1 1 0 0,0 1-1 0 0,0-1 1 0 0,-1 1-1 0 0,1-1 0 0 0,0 0 1 0 0,-1 0 55 0 0,0 0 1 0 0,0 0-1 0 0,-1 0 0 0 0,1 0 0 0 0,0 1 1 0 0,0-1-1 0 0,-1 0 0 0 0,1 1 1 0 0,0-1-1 0 0,-1 1 0 0 0,1 0 0 0 0,-3-1 1 0 0,-51-5 1160 0 0,52 6-1273 0 0,-48-2 172 0 0,1 2 1 0 0,-1 2 0 0 0,1 2-1 0 0,0 2 1 0 0,0 3 0 0 0,1 2 0 0 0,-83 29-1 0 0,-73 45-196 0 0,172-68 45 0 0,0 1 0 0 0,1 2 0 0 0,-55 45 1 0 0,72-53-65 0 0,0 0 53 0 0,1 1 0 0 0,-20 22 0 0 0,32-32-13 0 0,-1-1 1 0 0,1 1-1 0 0,0 0 1 0 0,0 0-1 0 0,0 0 1 0 0,0 0 0 0 0,1 0-1 0 0,-1 0 1 0 0,1 1-1 0 0,0-1 1 0 0,0 0-1 0 0,0 1 1 0 0,0-1 0 0 0,1 1-1 0 0,-1-1 1 0 0,1 1-1 0 0,0-1 1 0 0,0 1 0 0 0,0 0-1 0 0,1 4 1 0 0,1-5-64 0 0,-1 0 0 0 0,1 0 1 0 0,-1 0-1 0 0,1 0 1 0 0,0 0-1 0 0,0-1 0 0 0,1 1 1 0 0,-1-1-1 0 0,0 1 1 0 0,1-1-1 0 0,0 0 0 0 0,-1 0 1 0 0,1 0-1 0 0,0 0 0 0 0,0 0 1 0 0,0-1-1 0 0,0 1 1 0 0,1-1-1 0 0,-1 0 0 0 0,0 0 1 0 0,0 0-1 0 0,4 0 1 0 0,10 3-71 0 0,1-2 1 0 0,33 1 0 0 0,-44-3 159 0 0,31 0 55 0 0,1-2-1 0 0,73-13 0 0 0,75-29 211 0 0,-12 2-129 0 0,-161 39-130 0 0,31-4-1 0 0,-2-2 0 0 0,1-2-1 0 0,-1-3 1 0 0,62-27 0 0 0,-79 24-63 0 0,-18-4 1881 0 0,-9 21-1778 0 0,-1 0-99 0 0,1-1-1 0 0,-1 1 0 0 0,0 0 1 0 0,0 0-1 0 0,0 1 0 0 0,0-1 1 0 0,0 0-1 0 0,1 1 0 0 0,-1-1 1 0 0,0 1-1 0 0,0-1 0 0 0,1 1 1 0 0,-1 0-1 0 0,0 0 0 0 0,1 0 1 0 0,-3 1-1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4:21.83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1479 277 4145 0 0,'-12'2'301'0'0,"0"2"1"0"0,0 0-1 0 0,-22 10 1 0 0,28-11-230 0 0,1 0 0 0 0,0 0 0 0 0,0 0 0 0 0,0 1 0 0 0,0 0 0 0 0,1 0 0 0 0,-1 0 0 0 0,1 0 0 0 0,0 1 0 0 0,-4 6 0 0 0,7-10-4 0 0,1 0 0 0 0,-1 0 0 0 0,1-1 0 0 0,-1 1 0 0 0,1 0 0 0 0,0 0 1 0 0,0-1-1 0 0,-1 1 0 0 0,1 0 0 0 0,0 0 0 0 0,0 0 0 0 0,0-1 0 0 0,0 1 0 0 0,0 0 1 0 0,0 0-1 0 0,0 0 0 0 0,0 0 0 0 0,0-1 0 0 0,0 1 0 0 0,0 0 0 0 0,0 0 0 0 0,1 0 1 0 0,-1 0-1 0 0,0-1 0 0 0,1 1 0 0 0,0 1 0 0 0,0 0 14 0 0,1-1 0 0 0,-1 0 0 0 0,1 1 0 0 0,-1-1 0 0 0,1 0 0 0 0,0 0 0 0 0,0 0 0 0 0,-1 0 0 0 0,1 0-1 0 0,4 1 1 0 0,3 1 64 0 0,-1-1 0 0 0,1 0-1 0 0,18 1 1 0 0,54-2 166 0 0,135-16-1 0 0,-56 2-86 0 0,99-9-87 0 0,-6-1-70 0 0,304-19 128 0 0,-454 34-174 0 0,640-63 104 0 0,540-37 42 0 0,442 62 1143 0 0,-738 29-1242 0 0,-687 9 133 0 0,992-16 16 0 0,-2 79 145 0 0,-989-25-504 0 0,347 28-1589 0 0,-301-24 1017 0 0,-268-21 1394 0 0,0 3 0 0 0,101 35 1 0 0,-156-42-309 0 0,0 1 0 0 0,-1 1 0 0 0,0 1 1 0 0,-1 1-1 0 0,0 1 0 0 0,-1 1 0 0 0,37 33 0 0 0,-44-33-140 0 0,0 0-1 0 0,0 1 0 0 0,-2 0 1 0 0,0 1-1 0 0,-1 1 0 0 0,0 0 1 0 0,-2 0-1 0 0,0 1 0 0 0,-1 0 1 0 0,7 25-1 0 0,18 86 303 0 0,23 80-314 0 0,36 62-172 0 0,76 246 42 0 0,-115-343-91 0 0,47 174 0 0 0,162 772 192 0 0,-129-474-28 0 0,24 118 1080 0 0,-138-646-1170 0 0,9 234 0 0 0,-42 121 18 0 0,6-321-113 0 0,7 0 0 0 0,37 302-1 0 0,-18-349 100 0 0,-3-15 187 0 0,8 164 1 0 0,-23-246-223 0 0,0-1 1 0 0,-1 0 0 0 0,0 1 0 0 0,0-1-1 0 0,-1 0 1 0 0,0 0 0 0 0,0 0 0 0 0,-1 0-1 0 0,0 0 1 0 0,0-1 0 0 0,-1 1 0 0 0,0-1-1 0 0,-1 0 1 0 0,1 0 0 0 0,-1 0 0 0 0,-1-1-1 0 0,1 0 1 0 0,-9 7 0 0 0,4-5-29 0 0,-1 0 1 0 0,0-1-1 0 0,0 0 0 0 0,0-1 1 0 0,-1-1-1 0 0,0 0 0 0 0,0 0 1 0 0,-1-1-1 0 0,1-1 0 0 0,-26 4 1 0 0,-43 2-45 0 0,-81-3 1 0 0,-1 0-3 0 0,-1002 48 95 0 0,-215 42-11 0 0,609-7 9 0 0,-288 36 15 0 0,355-28-48 0 0,-83 11 6 0 0,639-89-35 0 0,-994 100 0 0 0,515-74 0 0 0,-385 16-75 0 0,777-45-26 0 0,-68 2-155 0 0,165-13 182 0 0,-333 4-252 0 0,352-11 268 0 0,-181-7 442 0 0,-209-51 113 0 0,225 16-1052 0 0,211 37 325 0 0,-141 5 0 0 0,72 19 204 0 0,84-8-19 0 0,-103 2 1 0 0,144-11 38 0 0,-1-1 0 0 0,1 0 0 0 0,0-2 0 0 0,-1 0 0 0 0,1-1 0 0 0,1-1-1 0 0,-1 0 1 0 0,1-2 0 0 0,-1 1 0 0 0,-18-12 0 0 0,20 7-8 0 0,0-1-1 0 0,0 0 1 0 0,1 0-1 0 0,1-1 1 0 0,0-1-1 0 0,1-1 1 0 0,0 0-1 0 0,1 0 1 0 0,-10-19-1 0 0,-11-26 211 0 0,-29-75 0 0 0,35 75-48 0 0,-8-26 45 0 0,3-2 0 0 0,-36-169 0 0 0,-4-190 116 0 0,27 141-181 0 0,-84-403 79 0 0,60 376-140 0 0,-68-383-58 0 0,70-129 119 0 0,22-16-343 0 0,43 843 198 0 0,-111-936-375 0 0,43 362-128 0 0,27 209 208 0 0,39 358 110 0 0,-15-170-492 0 0,18 170 688 0 0,1 0 0 0 0,0 0 0 0 0,2 0 0 0 0,1 0 0 0 0,12-42-1 0 0,-14 61-32 0 0,0 1 0 0 0,1-1-1 0 0,-1 0 1 0 0,1 1 0 0 0,0 0-1 0 0,1-1 1 0 0,-1 1 0 0 0,1 1-1 0 0,0-1 1 0 0,0 0 0 0 0,1 1-1 0 0,0 0 1 0 0,-1 0 0 0 0,1 0-1 0 0,0 1 1 0 0,1 0-1 0 0,5-4 1 0 0,4 1-46 0 0,1 1-1 0 0,-1 0 1 0 0,1 1 0 0 0,0 1 0 0 0,23-2-1 0 0,140-19 5 0 0,264-27 1595 0 0,-249 31-1170 0 0,81-3-458 0 0,-165 22-1064 0 0,-36 3-3972 0 0,-10 1-1323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4:58.50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191 355 2304 0 0,'-2'-10'444'0'0,"0"0"0"0"0,0 0 0 0 0,-1 0-1 0 0,-1 1 1 0 0,1-1 0 0 0,-1 1-1 0 0,-1 0 1 0 0,-8-13 0 0 0,3 4 384 0 0,-103-198 10722 0 0,112 215-11431 0 0,1-1 0 0 0,-1 1 0 0 0,0-1-1 0 0,1 1 1 0 0,-1 0 0 0 0,0-1 0 0 0,0 1 0 0 0,0 0 0 0 0,0 0-1 0 0,0 0 1 0 0,0 0 0 0 0,-1 0 0 0 0,1 0 0 0 0,0 0 0 0 0,0 0 0 0 0,-1 0-1 0 0,1 1 1 0 0,-2-2 0 0 0,-4 8 1068 0 0,6 13-874 0 0,11 42-187 0 0,18 63-1 0 0,-3-16-45 0 0,86 659-16 0 0,-22-60 585 0 0,-88-696-975 0 0,2 32 369 0 0,-7-19-4069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4:58.94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245 35 2761 0 0,'-76'19'4571'0'0,"42"-11"-1986"0"0,1 1 0 0 0,1 1 0 0 0,-37 17 0 0 0,116-31 1076 0 0,78-15-2408 0 0,261-28 6 0 0,-171 30-1046 0 0,-44 3-191 0 0,198 8-1 0 0,-363 6-65 0 0,50 6 3 0 0,-52-6-135 0 0,0 1-1 0 0,-1 0 1 0 0,1 0-1 0 0,0 0 1 0 0,0 1-1 0 0,0 0 1 0 0,-1-1-1 0 0,1 1 1 0 0,-1 1-1 0 0,0-1 1 0 0,4 3-1 0 0,-3-1-1013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4:59.67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0 128 6913 0 0,'2'-2'306'0'0,"0"1"-1"0"0,-1-1 0 0 0,1 0 1 0 0,0 1-1 0 0,0-1 0 0 0,-1 1 0 0 0,1 0 1 0 0,0-1-1 0 0,0 1 0 0 0,1 0 0 0 0,-1 0 1 0 0,3-1-1 0 0,3-1 123 0 0,15-9 1252 0 0,1 2 0 0 0,0 0-1 0 0,46-11 1 0 0,78-7 461 0 0,-15 3-8019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4:59.9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 0 2761 0 0,'-1'7'1938'0'0,"0"0"0"0"0,1 0 0 0 0,-1 0 1 0 0,2 10-1 0 0,13 57 3737 0 0,-3-18-3851 0 0,56 693 496 0 0,-15-120-906 0 0,-19-191-3448 0 0,-32-408 1355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5:00.5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1 174 10138 0 0,'66'-5'8005'0'0,"46"-11"-5993"0"0,-46 6-1069 0 0,44-5-357 0 0,704-81 207 0 0,555 64-442 0 0,-1333 32-350 0 0,103 0 208 0 0,-1 7 1 0 0,156 26-1 0 0,-286-31-251 0 0,0-1 56 0 0,0 0-1 0 0,0 1 0 0 0,0 0 0 0 0,0 1 0 0 0,8 4 0 0 0,-15-7-52 0 0,0 1 1 0 0,0-1-1 0 0,0 1 0 0 0,0 0 1 0 0,0-1-1 0 0,0 1 1 0 0,0 0-1 0 0,0 0 0 0 0,0 0 1 0 0,0 0-1 0 0,0 0 0 0 0,0 0 1 0 0,-1 0-1 0 0,1 0 1 0 0,0 0-1 0 0,-1 0 0 0 0,1 0 1 0 0,-1 1-1 0 0,1-1 0 0 0,-1 0 1 0 0,0 0-1 0 0,0 1 0 0 0,1-1 1 0 0,-1 0-1 0 0,0 0 1 0 0,0 1-1 0 0,0-1 0 0 0,0 0 1 0 0,0 1-1 0 0,-1-1 0 0 0,1 0 1 0 0,0 0-1 0 0,-1 1 0 0 0,1-1 1 0 0,0 0-1 0 0,-1 0 1 0 0,0 0-1 0 0,1 0 0 0 0,-2 2 1 0 0,-16 23-3187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5:00.94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 8754 0 0,'4'-4'2122'0'0,"-4"4"-1945"0"0,1 0 0 0 0,-1 0 0 0 0,1-1-1 0 0,-1 1 1 0 0,0 0 0 0 0,1 0 0 0 0,-1 0 0 0 0,1 0 0 0 0,-1 0-1 0 0,11 5 4422 0 0,-11-5-4421 0 0,0 1 0 0 0,1 0 0 0 0,13 21 3505 0 0,-8 5-3154 0 0,-1 0 0 0 0,-1 0 0 0 0,-2 0-1 0 0,-1 44 1 0 0,0-2-257 0 0,12 113 72 0 0,7 0-1 0 0,8-2 0 0 0,78 268 1 0 0,-102-435-392 0 0,3 11-541 0 0,0-1-1 0 0,-2 1 1 0 0,3 28 0 0 0,-7-41-338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5:01.51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191 11 3657 0 0,'21'-11'10436'0'0,"-34"21"-9316"0"0,-92 72 4292 0 0,93-71-5223 0 0,1 0 1 0 0,0 1-1 0 0,0 0 1 0 0,1 1-1 0 0,1 0 1 0 0,-10 18-1 0 0,17-28-188 0 0,1-1-1 0 0,0 0 1 0 0,0 1 0 0 0,0-1-1 0 0,0 1 1 0 0,0 0-1 0 0,0-1 1 0 0,1 1-1 0 0,-1 0 1 0 0,1-1-1 0 0,0 1 1 0 0,-1 0 0 0 0,1 0-1 0 0,1-1 1 0 0,-1 1-1 0 0,0 0 1 0 0,1 0-1 0 0,-1-1 1 0 0,1 1-1 0 0,0-1 1 0 0,0 1 0 0 0,0 0-1 0 0,0-1 1 0 0,1 0-1 0 0,1 4 1 0 0,0-3-1 0 0,1 1 0 0 0,-1-1 0 0 0,1 0 0 0 0,0 0-1 0 0,0 0 1 0 0,0-1 0 0 0,1 1 0 0 0,-1-1 0 0 0,1 0 0 0 0,-1 0 0 0 0,1-1 0 0 0,0 1 0 0 0,6 0 0 0 0,28 4-1 0 0,-31-6-6 0 0,-1 0-1 0 0,0 1 1 0 0,1 0 0 0 0,-1 1 0 0 0,0 0-1 0 0,0 0 1 0 0,0 0 0 0 0,0 1 0 0 0,9 4-1 0 0,-14-5-17 0 0,-1 0 0 0 0,0-1 0 0 0,0 1 0 0 0,0-1-1 0 0,0 1 1 0 0,0 0 0 0 0,0 0 0 0 0,0 0-1 0 0,0 0 1 0 0,-1-1 0 0 0,1 1 0 0 0,-1 0 0 0 0,0 0-1 0 0,1 0 1 0 0,-1 0 0 0 0,0 0 0 0 0,0 0 0 0 0,0 0-1 0 0,0 0 1 0 0,-1 0 0 0 0,1 0 0 0 0,0 0 0 0 0,-2 4-1 0 0,-18 48-429 0 0,17-45 368 0 0,-12 21 82 0 0,9-19 24 0 0,1 1-1 0 0,0-1 0 0 0,1 1 1 0 0,0 0-1 0 0,-3 16 0 0 0,6-25-15 0 0,1-1 0 0 0,0 1 1 0 0,0 0-1 0 0,0 0 0 0 0,0-1 0 0 0,0 1 0 0 0,1 0 0 0 0,-1 0 0 0 0,1-1 0 0 0,0 1 0 0 0,0 0 0 0 0,0-1 0 0 0,0 1 0 0 0,0-1 0 0 0,0 1 0 0 0,1-1 0 0 0,-1 0 0 0 0,1 0 0 0 0,0 1 0 0 0,0-1 0 0 0,-1 0 0 0 0,1 0 0 0 0,1-1 0 0 0,-1 1 0 0 0,0 0 0 0 0,0-1 0 0 0,1 1 0 0 0,-1-1 0 0 0,3 1 0 0 0,17 6-915 0 0,-19-7 678 0 0,1-1 1 0 0,-1 1-1 0 0,0 0 0 0 0,0 1 0 0 0,0-1 0 0 0,0 1 0 0 0,0-1 1 0 0,4 4-1 0 0,-6-4 202 0 0,-1 0 0 0 0,1 0 0 0 0,-1 0 0 0 0,1 1-1 0 0,-1-1 1 0 0,0 0 0 0 0,1 0 0 0 0,-1 0 0 0 0,0 0 0 0 0,0 0 0 0 0,0 1 0 0 0,0-1 0 0 0,0 0 0 0 0,0 0 0 0 0,0 0 0 0 0,0 0 0 0 0,-1 0-1 0 0,1 1 1 0 0,0-1 0 0 0,-2 2 0 0 0,-10 28 990 0 0,7-21-738 0 0,5-9-205 0 0,-1 1 1 0 0,1 0-1 0 0,-1-1 1 0 0,1 1-1 0 0,0 0 1 0 0,0-1-1 0 0,0 1 1 0 0,0 0-1 0 0,0 0 0 0 0,0-1 1 0 0,1 1-1 0 0,-1 0 1 0 0,1 0-1 0 0,-1-1 1 0 0,1 1-1 0 0,-1-1 1 0 0,1 1-1 0 0,0 0 1 0 0,0-1-1 0 0,0 1 0 0 0,0-1 1 0 0,0 0-1 0 0,0 1 1 0 0,2 1-1 0 0,7 12-1616 0 0,-5 2-3436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5:01.81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 1 2473 0 0,'-2'34'1222'0'0,"2"-28"-143"0"0,0 0 0 0 0,1-1 0 0 0,0 1 0 0 0,0-1-1 0 0,4 10 1 0 0,0-5 619 0 0,0 0-1 0 0,0-1 1 0 0,1 1 0 0 0,0-1-1 0 0,9 9 1 0 0,-6-5-1353 0 0,1 1 0 0 0,-2 0 1 0 0,0 0-1 0 0,-1 1 0 0 0,0 0 1 0 0,-1 0-1 0 0,-1 1 1 0 0,0 0-1 0 0,-1-1 0 0 0,2 22 1 0 0,-1 16-37 0 0,-2 99 0 0 0,-1 6 21 0 0,37 88-321 0 0,-20-142 46 0 0,-17-84-186 0 0,0 38 0 0 0,1 3-1471 0 0,1-50-891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5:03.34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2594 1 6913 0 0,'-2'1'728'0'0,"0"0"-1"0"0,0 0 0 0 0,0 1 0 0 0,0-1 0 0 0,0 0 0 0 0,0 1 0 0 0,0 0 0 0 0,0-1 0 0 0,1 1 0 0 0,-1 0 0 0 0,-2 3 0 0 0,4-4-617 0 0,0-1-1 0 0,0 0 1 0 0,0 1-1 0 0,0-1 0 0 0,0 1 1 0 0,-1-1-1 0 0,1 0 1 0 0,0 1-1 0 0,0-1 0 0 0,0 0 1 0 0,0 1-1 0 0,0-1 1 0 0,0 1-1 0 0,0-1 1 0 0,0 0-1 0 0,1 1 0 0 0,-1-1 1 0 0,0 0-1 0 0,0 1 1 0 0,0-1-1 0 0,0 1 0 0 0,0-1 1 0 0,1 0-1 0 0,-1 1 1 0 0,0-1-1 0 0,0 0 0 0 0,1 1 1 0 0,17 5 1258 0 0,-5-5-986 0 0,-1-1 1 0 0,1 0 0 0 0,0-1-1 0 0,-1-1 1 0 0,14-3 0 0 0,-15 3-294 0 0,0 0 0 0 0,0 0-1 0 0,-1 1 1 0 0,1 1 0 0 0,0 0 0 0 0,0 0 0 0 0,13 2 0 0 0,-23-2-92 0 0,0 1 0 0 0,-1-1 1 0 0,1 0-1 0 0,0 0 0 0 0,-1 0 0 0 0,1 1 0 0 0,0-1 1 0 0,-1 0-1 0 0,1 1 0 0 0,-1-1 0 0 0,1 0 0 0 0,0 1 1 0 0,-1-1-1 0 0,1 1 0 0 0,-1-1 0 0 0,1 1 1 0 0,-1-1-1 0 0,0 1 0 0 0,1-1 0 0 0,-1 1 0 0 0,1-1 1 0 0,-1 1-1 0 0,0 0 0 0 0,0-1 0 0 0,1 1 0 0 0,-1 0 1 0 0,0 0-1 0 0,-4 21-239 0 0,-25 21-389 0 0,26-39 550 0 0,-57 64-1070 0 0,46-55 1024 0 0,0 1-1 0 0,2 0 1 0 0,-1 1 0 0 0,2 1 0 0 0,0 0 0 0 0,1 0-1 0 0,-8 19 1 0 0,18-34 124 0 0,-1 0 0 0 0,1 0 0 0 0,-1 0-1 0 0,1 1 1 0 0,0-1 0 0 0,-1 0 0 0 0,1 0-1 0 0,0 1 1 0 0,0-1 0 0 0,0 0 0 0 0,0 1-1 0 0,0-1 1 0 0,0 0 0 0 0,0 0 0 0 0,1 1-1 0 0,-1-1 1 0 0,0 0 0 0 0,1 0 0 0 0,-1 1-1 0 0,1-1 1 0 0,-1 0 0 0 0,1 0 0 0 0,0 0-1 0 0,-1 0 1 0 0,1 0 0 0 0,0 0 0 0 0,0 0-1 0 0,0 0 1 0 0,0 0 0 0 0,0 0 0 0 0,0 0-1 0 0,0 0 1 0 0,0-1 0 0 0,0 1 0 0 0,0 0-1 0 0,0-1 1 0 0,0 1 0 0 0,1-1 0 0 0,-1 1-1 0 0,0-1 1 0 0,0 0 0 0 0,1 0 0 0 0,-1 1-1 0 0,2-1 1 0 0,9 2-30 0 0,-1-1 1 0 0,1 0-1 0 0,-1-1 0 0 0,13-1 1 0 0,-9 0 165 0 0,-9 1-114 0 0,-1 0 18 0 0,-1 0 1 0 0,0 0-1 0 0,0 0 1 0 0,1 1-1 0 0,-1-1 1 0 0,0 1-1 0 0,0 0 0 0 0,5 2 1 0 0,-9-3-30 0 0,1 0 1 0 0,0 1 0 0 0,-1-1-1 0 0,1 1 1 0 0,-1-1-1 0 0,1 1 1 0 0,0-1-1 0 0,-1 1 1 0 0,1-1-1 0 0,-1 1 1 0 0,0 0-1 0 0,1-1 1 0 0,-1 1 0 0 0,1 0-1 0 0,-1-1 1 0 0,0 1-1 0 0,0 0 1 0 0,1 0-1 0 0,-1 0 1 0 0,0 2-2 0 0,0-1 1 0 0,0 0-1 0 0,0 0 0 0 0,0 0 1 0 0,0 0-1 0 0,-1 0 0 0 0,1 1 1 0 0,-1-1-1 0 0,-1 4 0 0 0,-18 34-321 0 0,15-33 200 0 0,1 1 0 0 0,0 0 0 0 0,1 1 0 0 0,-1-1 0 0 0,1 0 0 0 0,-2 13 0 0 0,5-20-33 0 0,0 0-1 0 0,1 0 1 0 0,-1 1-1 0 0,0-1 1 0 0,1 0-1 0 0,-1 0 1 0 0,1 0-1 0 0,-1 0 1 0 0,1 0-1 0 0,-1 0 1 0 0,1 0-1 0 0,0 0 1 0 0,-1 0 0 0 0,1 0-1 0 0,0 0 1 0 0,0 0-1 0 0,0-1 1 0 0,0 1-1 0 0,0 0 1 0 0,0 0-1 0 0,0-1 1 0 0,0 1-1 0 0,0-1 1 0 0,0 1-1 0 0,2 0 1 0 0,38 13-5684 0 0,-25-9 4184 0 0,35 19 1736 0 0,-44-20 658 0 0,-1 0 0 0 0,0 1 0 0 0,0 0 1 0 0,0 0-1 0 0,0 0 0 0 0,-1 1 0 0 0,0-1 1 0 0,0 1-1 0 0,-1 1 0 0 0,0-1 0 0 0,0 0 1 0 0,0 1-1 0 0,-1 0 0 0 0,4 11 0 0 0,8 26 399 0 0,-2 1-1 0 0,-2 0 0 0 0,9 77 0 0 0,-3 143-398 0 0,-10-119 53 0 0,2 73 191 0 0,19 192-333 0 0,-10-252-604 0 0,24 141-3261 0 0,-40-291 3100 0 0,0 0 0 0 0,1-1 0 0 0,0 1 0 0 0,1-1 1 0 0,0 0-1 0 0,0 0 0 0 0,0 0 0 0 0,1-1 0 0 0,0 1 0 0 0,1-1 0 0 0,10 11 0 0 0,-13-16 18 0 0,-3-1 39 0 0,1 0 0 0 0,-1-1 0 0 0,1 1 0 0 0,-1 0 1 0 0,1-1-1 0 0,0 1 0 0 0,-1-1 0 0 0,1 1 0 0 0,0-1 0 0 0,0 0 0 0 0,-1 1 0 0 0,1-1 0 0 0,0 0 0 0 0,0 1 0 0 0,0-1 0 0 0,-1 0 0 0 0,1 0 0 0 0,0 0 0 0 0,0 0 0 0 0,0 0 0 0 0,0 0 0 0 0,1 0 802 0 0,-6-1-481 0 0,-14-7 16 0 0,10 4-214 0 0,0 1 0 0 0,0-1 1 0 0,0 1-1 0 0,-1 1 0 0 0,1 0 1 0 0,-1 0-1 0 0,0 0 0 0 0,-8 1 1 0 0,-109 3 29 0 0,-97-2-57 0 0,121-2-158 0 0,-1 6 0 0 0,-141 21 0 0 0,171-17 67 0 0,-123-4-1 0 0,-73-22 59 0 0,111 7 89 0 0,155 10-98 0 0,-379-8 168 0 0,-317 28 1748 0 0,652-20-2251 0 0,0-2-1 0 0,1-2 0 0 0,-1-2 1 0 0,1-3-1 0 0,1-1 0 0 0,-79-31 1 0 0,82 21-880 0 0,16 3-4423 0 0,6 0-1275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5:03.85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35 5 288 0 0,'-33'-5'21797'0'0,"32"77"-21242"0"0,3-1 0 0 0,18 113 0 0 0,45 146-329 0 0,-25-141-288 0 0,-25-115 135 0 0,67 398-212 0 0,-67-279 576 0 0,-7-80-474 0 0,-5-106-1937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5:04.85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98 127 3225 0 0,'-88'27'7723'0'0,"78"-24"-5924"0"0,33-13 2998 0 0,-15 6-4465 0 0,0 1 1 0 0,0-1 0 0 0,0 1 0 0 0,14-3 0 0 0,517-34 2019 0 0,-503 39-2299 0 0,585-40 275 0 0,200-4 468 0 0,-35 77 160 0 0,-774-30-941 0 0,18 1 70 0 0,-1 2 1 0 0,31 8 0 0 0,-53-11-71 0 0,1 1 1 0 0,-1-1 0 0 0,0 1 0 0 0,-1 0-1 0 0,1 1 1 0 0,0 0 0 0 0,-1 0 0 0 0,0 0-1 0 0,0 0 1 0 0,0 1 0 0 0,-1 0 0 0 0,1 1-1 0 0,7 9 1 0 0,-3 16 183 0 0,-10-31-246 0 0,0 1 0 0 0,1 0 1 0 0,-1 0-1 0 0,0-1 0 0 0,0 1 0 0 0,0 0 0 0 0,1-1 1 0 0,-1 1-1 0 0,0 0 0 0 0,0 0 0 0 0,0-1 0 0 0,0 1 0 0 0,0 0 1 0 0,0-1-1 0 0,-1 1 0 0 0,1 0 0 0 0,0 0 0 0 0,0-1 1 0 0,0 1-1 0 0,-1 0 0 0 0,1-1 0 0 0,0 1 0 0 0,-1 0 0 0 0,1-1 1 0 0,0 1-1 0 0,-1-1 0 0 0,1 1 0 0 0,-1 0 0 0 0,1-1 1 0 0,-1 1-1 0 0,1-1 0 0 0,-1 0 0 0 0,0 1 0 0 0,1-1 0 0 0,-1 1 1 0 0,0-1-1 0 0,1 0 0 0 0,-2 1 0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5:05.80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 34 4145 0 0,'-8'-34'18564'0'0,"11"37"-18435"0"0,-1-1-69 0 0,-1-1-33 0 0,0-1-1 0 0,0 1 1 0 0,-1 0-1 0 0,1-1 0 0 0,0 1 1 0 0,0-1-1 0 0,0 1 0 0 0,-1-1 1 0 0,1 1-1 0 0,0-1 0 0 0,0 1 1 0 0,0-1-1 0 0,0 0 1 0 0,0 0-1 0 0,0 1 0 0 0,0-1 1 0 0,2 0-1 0 0,1 6 776 0 0,-4-5-788 0 0,1 0 0 0 0,-1 0 0 0 0,0 0 0 0 0,1 0 0 0 0,-1 0 1 0 0,1-1-1 0 0,-1 1 0 0 0,1 0 0 0 0,0 0 0 0 0,-1 0 0 0 0,1-1 1 0 0,0 1-1 0 0,-1 0 0 0 0,1 0 0 0 0,0-1 0 0 0,0 1 0 0 0,0-1 1 0 0,0 1-1 0 0,-1-1 0 0 0,1 1 0 0 0,0-1 0 0 0,0 0 0 0 0,2 1 1 0 0,-2-1 4 0 0,0 0 0 0 0,0 0 0 0 0,0 1 0 0 0,0-1 1 0 0,0 0-1 0 0,0 0 0 0 0,0 1 0 0 0,0-1 1 0 0,0 0-1 0 0,0 1 0 0 0,0-1 0 0 0,-1 1 0 0 0,1-1 1 0 0,0 1-1 0 0,0-1 0 0 0,0 1 0 0 0,-1 0 1 0 0,1-1-1 0 0,0 1 0 0 0,-1 0 0 0 0,1 0 0 0 0,0 0 1 0 0,-1-1-1 0 0,1 1 0 0 0,-1 0 0 0 0,0 0 1 0 0,1 0-1 0 0,-1 0 0 0 0,0 0 0 0 0,1 0 0 0 0,-1 0 1 0 0,0 0-1 0 0,0 1 0 0 0,-1 27 619 0 0,-1-25-2425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5:07.55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53 112 2761 0 0,'-6'-7'101'0'0,"3"4"259"0"0,1 1 1 0 0,-1-1 0 0 0,1 0-1 0 0,0 0 1 0 0,0 0-1 0 0,0 0 1 0 0,0-1-1 0 0,0 1 1 0 0,1 0-1 0 0,-1-1 1 0 0,1 0-1 0 0,0 1 1 0 0,0-1-1 0 0,1 1 1 0 0,-1-1-1 0 0,1 0 1 0 0,-1 0-1 0 0,1 1 1 0 0,0-1-1 0 0,0 0 1 0 0,-5-29 13731 0 0,-3 49-13985 0 0,7-15-101 0 0,1-1-1 0 0,-1 1 1 0 0,1 0 0 0 0,-1 0 0 0 0,1 0 0 0 0,-1 0 0 0 0,1 0 0 0 0,-1 0 0 0 0,1-1 0 0 0,0 1 0 0 0,0 0 0 0 0,-1 0 0 0 0,1 0 0 0 0,0 0 0 0 0,0 0-1 0 0,0 0 1 0 0,0 0 0 0 0,0 0 0 0 0,0 0 0 0 0,0 0 0 0 0,1 0 0 0 0,-1 0 0 0 0,0 0 0 0 0,0 0 0 0 0,1 0 0 0 0,-1 0 0 0 0,1 0 0 0 0,-1 0 0 0 0,1 0 0 0 0,-1-1-1 0 0,1 1 1 0 0,-1 0 0 0 0,2 1 0 0 0,5 10 57 0 0,-1 1-1 0 0,0 0 1 0 0,-1 0-1 0 0,-1 1 1 0 0,0-1-1 0 0,-1 1 1 0 0,0 0-1 0 0,1 28 1 0 0,9 37-14 0 0,-7-67-46 0 0,4 9 96 0 0,-10-21-98 0 0,0 0-1 0 0,1 1 0 0 0,-1-1 0 0 0,0 0 0 0 0,0 1 0 0 0,0-1 0 0 0,0 0 0 0 0,0 1 1 0 0,0-1-1 0 0,0 0 0 0 0,0 0 0 0 0,0 1 0 0 0,0-1 0 0 0,0 0 0 0 0,0 1 0 0 0,0-1 0 0 0,0 0 1 0 0,0 1-1 0 0,0-1 0 0 0,0 0 0 0 0,0 1 0 0 0,-1-1 0 0 0,1 0 0 0 0,0 0 0 0 0,0 1 1 0 0,0-1-1 0 0,0 0 0 0 0,-1 0 0 0 0,1 1 0 0 0,0-1 0 0 0,0 0 0 0 0,0 0 0 0 0,-1 0 0 0 0,1 1 1 0 0,0-1-1 0 0,0 0 0 0 0,-1 0 0 0 0,1 0 0 0 0,0 0 0 0 0,-1 0 0 0 0,1 1 0 0 0,0-1 1 0 0,-1 0-1 0 0,1 0 0 0 0,0 0 0 0 0,0 0 0 0 0,-1 0 0 0 0,1 0 0 0 0,0 0 0 0 0,-1 0 0 0 0,0 0-93 0 0,-2 2-638 0 0,3-1 694 0 0,0-1-1 0 0,-1 1 0 0 0,1-1 0 0 0,-1 1 1 0 0,0-1-1 0 0,1 1 0 0 0,-1-1 0 0 0,1 0 1 0 0,-1 1-1 0 0,0-1 0 0 0,1 0 0 0 0,-1 1 1 0 0,0-1-1 0 0,1 0 0 0 0,-1 0 0 0 0,0 0 1 0 0,1 1-1 0 0,-1-1 0 0 0,0 0 0 0 0,0 0 1 0 0,1 0-1 0 0,-1 0 0 0 0,0 0 1 0 0,1-1-1 0 0,-1 1 0 0 0,0 0 0 0 0,1 0 1 0 0,-1 0-1 0 0,0 0 0 0 0,0-1 0 0 0,1 1 1 0 0,-1 0-1 0 0,1-1 0 0 0,-1 1 0 0 0,0-1 1 0 0,1 1-1 0 0,-1 0 0 0 0,1-1 0 0 0,-1 1 1 0 0,1-1-1 0 0,-1 0 0 0 0,1 1 0 0 0,-1-1 1 0 0,1 1-1 0 0,0-1 0 0 0,-1 0 0 0 0,1 1 1 0 0,-1-2-1 0 0,-3-17-553 0 0,0-24-956 0 0,5 39 1526 0 0,-1 0 0 0 0,0 0 0 0 0,-1 0 0 0 0,1 0 0 0 0,-1 0 0 0 0,0 0 0 0 0,0 0 0 0 0,0 0 1 0 0,0 0-1 0 0,-1 0 0 0 0,1 1 0 0 0,-1-1 0 0 0,0 0 0 0 0,0 1 0 0 0,-4-5 0 0 0,5 6 97 0 0,0 1 0 0 0,0-1 0 0 0,0 0 0 0 0,0 0 0 0 0,0 1 0 0 0,1-1 0 0 0,-1 0 0 0 0,1 0 0 0 0,-1 0 0 0 0,1 0 0 0 0,0 0 0 0 0,-1 0 0 0 0,1 0 0 0 0,0 1 0 0 0,1-4 0 0 0,-1 1 402 0 0,0 5-351 0 0,0 0 0 0 0,0-1 1 0 0,0 1-1 0 0,0-1 0 0 0,0 1 0 0 0,0-1 1 0 0,0 1-1 0 0,1 0 0 0 0,-1-1 0 0 0,0 1 1 0 0,0-1-1 0 0,1 1 0 0 0,-1-1 1 0 0,0 1-1 0 0,1-1 0 0 0,-1 1 0 0 0,1-1 1 0 0,-1 1-1 0 0,1-1 0 0 0,0 1 0 0 0,0 0-92 0 0,0 0-1 0 0,0 0 1 0 0,0 1-1 0 0,0-1 1 0 0,0 0-1 0 0,0 1 1 0 0,0-1-1 0 0,0 1 1 0 0,-1-1-1 0 0,1 1 1 0 0,-1 0-1 0 0,1-1 1 0 0,-1 1-1 0 0,1-1 1 0 0,-1 3-1 0 0,21 142 320 0 0,16 92-292 0 0,77 474-667 0 0,-88-521 530 0 0,34 114 75 0 0,-20-120 0 0 0,-35-145 216 0 0,-1 0 0 0 0,-4 76 0 0 0,-1-54-90 0 0,-29-83-5081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5:08.82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270 60 5873 0 0,'14'-17'991'0'0,"-13"15"-400"0"0,0 0 0 0 0,0 0 0 0 0,1-1 1 0 0,-1 1-1 0 0,-1-1 0 0 0,1 1 0 0 0,0-1 1 0 0,-1 1-1 0 0,1-4 0 0 0,-1 6-403 0 0,0-1-1 0 0,0 1 0 0 0,0-1 1 0 0,0 0-1 0 0,0 1 0 0 0,0-1 1 0 0,0 1-1 0 0,0-1 0 0 0,0 1 1 0 0,-1-1-1 0 0,1 0 1 0 0,0 1-1 0 0,0-1 0 0 0,-1 1 1 0 0,1-1-1 0 0,0 1 0 0 0,-1-1 1 0 0,1 1-1 0 0,0-1 0 0 0,-1 1 1 0 0,1-1-1 0 0,-1 1 0 0 0,1 0 1 0 0,-1-1-1 0 0,1 1 1 0 0,-1-1-1 0 0,-1 1-96 0 0,0-1 1 0 0,0 1-1 0 0,1 0 0 0 0,-1 0 1 0 0,0 0-1 0 0,0 0 0 0 0,1 0 1 0 0,-1 0-1 0 0,0 0 1 0 0,0 0-1 0 0,1 1 0 0 0,-1-1 1 0 0,0 1-1 0 0,-1 0 0 0 0,-10 4 83 0 0,0 1 0 0 0,1 0 0 0 0,0 1 0 0 0,0 0-1 0 0,0 1 1 0 0,-10 10 0 0 0,-64 61 123 0 0,58-51-38 0 0,22-23-114 0 0,-1 1 0 0 0,2 1 1 0 0,-1-1-1 0 0,1 1 0 0 0,-8 14 1 0 0,12-20-136 0 0,0 1 1 0 0,1-1 0 0 0,-1 0-1 0 0,1 0 1 0 0,-1 1 0 0 0,1-1-1 0 0,-1 1 1 0 0,1-1 0 0 0,0 0-1 0 0,0 1 1 0 0,0-1 0 0 0,0 1-1 0 0,0-1 1 0 0,0 0 0 0 0,0 1-1 0 0,0-1 1 0 0,1 1 0 0 0,-1-1-1 0 0,0 0 1 0 0,1 1 0 0 0,-1-1 0 0 0,1 0-1 0 0,0 0 1 0 0,-1 1 0 0 0,1-1-1 0 0,0 0 1 0 0,0 0 0 0 0,0 0-1 0 0,0 0 1 0 0,0 0 0 0 0,0 0-1 0 0,0 0 1 0 0,0 0 0 0 0,0 0-1 0 0,0 0 1 0 0,0-1 0 0 0,1 1-1 0 0,-1 0 1 0 0,0-1 0 0 0,0 1-1 0 0,1-1 1 0 0,-1 0 0 0 0,3 1-1 0 0,9 3-35 0 0,1-1 0 0 0,-1-1 0 0 0,1 0 0 0 0,23 1 0 0 0,-25-3 23 0 0,1 1-1 0 0,-1 0 0 0 0,0 1 0 0 0,1 0 1 0 0,-1 1-1 0 0,13 5 0 0 0,-24-8 2 0 0,0 1 0 0 0,0-1 0 0 0,0 1 0 0 0,0-1 0 0 0,0 1 0 0 0,0 0 0 0 0,0 0 0 0 0,0-1 0 0 0,0 1 0 0 0,0 0 0 0 0,-1 0 0 0 0,1 0-1 0 0,0 0 1 0 0,-1 0 0 0 0,1 0 0 0 0,-1 0 0 0 0,1 0 0 0 0,-1 0 0 0 0,1 0 0 0 0,-1 0 0 0 0,0 1 0 0 0,1-1 0 0 0,-1 0 0 0 0,0 0 0 0 0,0 0 0 0 0,0 0 0 0 0,0 1-1 0 0,0-1 1 0 0,0 0 0 0 0,0 0 0 0 0,-1 0 0 0 0,1 0 0 0 0,0 1 0 0 0,-1-1 0 0 0,1 0 0 0 0,0 0 0 0 0,-1 0 0 0 0,0 0 0 0 0,1 0 0 0 0,-1 0 0 0 0,0 1-1 0 0,-5 7-50 0 0,0 0-1 0 0,0-1 0 0 0,-12 14 1 0 0,12-15 27 0 0,-39 44-76 0 0,18-21 131 0 0,1 2 0 0 0,-24 36-1 0 0,49-66-19 0 0,0 0-1 0 0,0-1 0 0 0,0 1 1 0 0,0 0-1 0 0,0 0 0 0 0,0 0 1 0 0,0-1-1 0 0,1 1 0 0 0,-1 0 1 0 0,1 0-1 0 0,-1 0 1 0 0,1 0-1 0 0,0 0 0 0 0,0 0 1 0 0,0 0-1 0 0,0 0 0 0 0,0 0 1 0 0,0 0-1 0 0,1 0 0 0 0,-1 0 1 0 0,1 3-1 0 0,0-4-19 0 0,0 0-1 0 0,1 0 1 0 0,-1 0-1 0 0,0 1 1 0 0,0-1-1 0 0,1 0 1 0 0,-1-1-1 0 0,0 1 1 0 0,1 0-1 0 0,-1 0 1 0 0,1-1-1 0 0,-1 1 1 0 0,1 0-1 0 0,0-1 1 0 0,-1 0-1 0 0,1 1 1 0 0,-1-1-1 0 0,1 0 1 0 0,0 0-1 0 0,-1 0 1 0 0,1 0-1 0 0,0 0 1 0 0,-1 0-1 0 0,1 0 1 0 0,-1-1-1 0 0,3 0 1 0 0,60-15-274 0 0,-53 12 276 0 0,0 1 0 0 0,0 0 0 0 0,1 0 0 0 0,-1 1 0 0 0,1 0 0 0 0,-1 1 0 0 0,23 1 0 0 0,-32 0 7 0 0,-1 0 0 0 0,0 1 0 0 0,1-1 0 0 0,-1 0 0 0 0,0 0 0 0 0,1 1 0 0 0,-1-1 0 0 0,0 1 0 0 0,1-1 0 0 0,-1 1 0 0 0,0-1 0 0 0,0 1 0 0 0,0 0 0 0 0,0 0 0 0 0,0-1 0 0 0,1 1 0 0 0,-1 0 0 0 0,-1 0 0 0 0,1 0 0 0 0,0 0 0 0 0,0 0 0 0 0,0 0 0 0 0,0 1 0 0 0,-1-1 1 0 0,2 2-1 0 0,-2-1-48 0 0,0 0 0 0 0,1 1 1 0 0,-1-1-1 0 0,0 0 0 0 0,-1 0 1 0 0,1 1-1 0 0,0-1 0 0 0,-1 0 1 0 0,1 0-1 0 0,-1 1 0 0 0,1-1 1 0 0,-1 0-1 0 0,-2 4 0 0 0,-4 6-460 0 0,0-1 1 0 0,-1 0-1 0 0,-16 19 0 0 0,4-8-177 0 0,13-16 540 0 0,0 1 1 0 0,1 0 0 0 0,0 0 0 0 0,1 0-1 0 0,-1 1 1 0 0,1-1 0 0 0,1 1-1 0 0,-8 17 1 0 0,12-25 129 0 0,0 0-1 0 0,0 1 1 0 0,0-1-1 0 0,0 0 1 0 0,0 0-1 0 0,0 1 1 0 0,0-1 0 0 0,0 0-1 0 0,0 0 1 0 0,0 1-1 0 0,0-1 1 0 0,0 0-1 0 0,0 1 1 0 0,0-1-1 0 0,0 0 1 0 0,0 0-1 0 0,0 1 1 0 0,0-1 0 0 0,0 0-1 0 0,0 0 1 0 0,1 1-1 0 0,-1-1 1 0 0,0 0-1 0 0,0 0 1 0 0,0 1-1 0 0,0-1 1 0 0,1 0-1 0 0,-1 0 1 0 0,0 0-1 0 0,0 0 1 0 0,0 1 0 0 0,1-1-1 0 0,-1 0 1 0 0,0 0-1 0 0,0 0 1 0 0,1 0-1 0 0,-1 1 1 0 0,15-2-1180 0 0,22-10-1564 0 0,-29 8 2016 0 0,-3 2 931 0 0,-1 0 0 0 0,0 0-1 0 0,0 0 1 0 0,0 0 0 0 0,1 1 0 0 0,-1 0 0 0 0,0-1-1 0 0,1 2 1 0 0,-1-1 0 0 0,5 1 0 0 0,-7 0 230 0 0,1 0 0 0 0,-1 0-1 0 0,0 0 1 0 0,1 0 0 0 0,-1 1 0 0 0,0-1 0 0 0,0 1 0 0 0,0-1 0 0 0,0 1 0 0 0,0 0 0 0 0,0 0 0 0 0,0 0 0 0 0,0 0 0 0 0,-1 0 0 0 0,1 0 0 0 0,-1 0 0 0 0,2 3-1 0 0,3 7-47 0 0,-1 1 0 0 0,0-1-1 0 0,0 1 1 0 0,-1 0 0 0 0,-1 0-1 0 0,3 20 1 0 0,4 87-119 0 0,-4-23-88 0 0,56 276 257 0 0,-43-270-366 0 0,17 147-14 0 0,-10-61-14 0 0,10 121 358 0 0,-3-8 26 0 0,3-32 73 0 0,19 109 479 0 0,-24-220-797 0 0,37 256-690 0 0,-66-401 487 0 0,-1-9 7 0 0,0-1 0 0 0,0 0 0 0 0,-1 1 0 0 0,1-1 0 0 0,-1 1-1 0 0,0-1 1 0 0,-1 0 0 0 0,1 1 0 0 0,-1-1 0 0 0,-1 8 0 0 0,1-12-61 0 0,0-1 1 0 0,1 0 0 0 0,-1 1 0 0 0,1-1 0 0 0,-1 0 0 0 0,1 1 0 0 0,-1-1 0 0 0,1 0 0 0 0,0 0 0 0 0,-1 1 0 0 0,1-1-1 0 0,0 0 1 0 0,-1 0 0 0 0,1 1 0 0 0,0-1 0 0 0,0 0 0 0 0,0-2 0 0 0,-2-11-459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5:09.61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394 174 920 0 0,'-18'-4'146'0'0,"0"-1"1"0"0,1 0-1 0 0,0-1 0 0 0,0-1 0 0 0,-25-14 0 0 0,24 11 719 0 0,-1 1-1 0 0,0 1 0 0 0,-32-9 0 0 0,43 16-522 0 0,1 0 0 0 0,-1 1 0 0 0,1 0 0 0 0,-1 0-1 0 0,1 0 1 0 0,-1 1 0 0 0,1 0 0 0 0,-1 1 0 0 0,1 0-1 0 0,0 0 1 0 0,-8 3 0 0 0,6-1 3 0 0,0-2 1 0 0,0 1-1 0 0,0-1 0 0 0,-1 0 0 0 0,-5-4 3680 0 0,45-5-2696 0 0,509-50 1023 0 0,1 34-1198 0 0,-529 22-1166 0 0,946-12 1999 0 0,-696 11-1365 0 0,104 3-279 0 0,-357 0-563 0 0,0 0 0 0 0,0 0 0 0 0,0 1 0 0 0,0 0-1 0 0,0 0 1 0 0,-1 1 0 0 0,1 0 0 0 0,-1 0 0 0 0,1 1 0 0 0,10 7-1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5:10.0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25 3225 0 0,'35'-25'14632'0'0,"-34"26"-14508"0"0,-1-1 1 0 0,1 0 0 0 0,-1 0 0 0 0,1 0 0 0 0,-1 0 0 0 0,1 1-1 0 0,-1-1 1 0 0,1 0 0 0 0,-1 0 0 0 0,1 1 0 0 0,-1-1 0 0 0,1 0-1 0 0,-1 1 1 0 0,1-1 0 0 0,-1 0 0 0 0,0 1 0 0 0,1-1-1 0 0,-1 1 1 0 0,0-1 0 0 0,1 1 0 0 0,-1-1 0 0 0,0 1 0 0 0,1-1-1 0 0,-1 1 1 0 0,0-1 0 0 0,0 1 0 0 0,0-1 0 0 0,0 1 0 0 0,0 0-1 0 0,1-1 1 0 0,-1 1 0 0 0,0-1 0 0 0,0 1 0 0 0,0-1 0 0 0,-1 1-1 0 0,1-1 1 0 0,0 1 0 0 0,0 1 0 0 0,140 948 747 0 0,-53-559-691 0 0,21 133 748 0 0,-102-470-973 0 0,-3-1 0 0 0,-5 79 1 0 0,2-130-135 0 0,0 1 1 0 0,0-1-1 0 0,0 0 0 0 0,0 1 1 0 0,0-1-1 0 0,1 0 0 0 0,-1 1 1 0 0,1-1-1 0 0,-1 0 0 0 0,1 1 1 0 0,0-1-1 0 0,0 0 0 0 0,0 0 1 0 0,0 0-1 0 0,0 0 0 0 0,0 0 1 0 0,1 0-1 0 0,2 3 0 0 0,-3-4-335 0 0,1 0 1 0 0,0 0-1 0 0,-1 0 0 0 0,1 0 0 0 0,0 0 1 0 0,0 0-1 0 0,0-1 0 0 0,0 1 0 0 0,0-1 0 0 0,0 1 1 0 0,0-1-1 0 0,0 0 0 0 0,0 0 0 0 0,0 0 0 0 0,0 0 1 0 0,0 0-1 0 0,0 0 0 0 0,0 0 0 0 0,0-1 0 0 0,-1 1 1 0 0,1-1-1 0 0,2 0 0 0 0,2-2 277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5:12.05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5204 0 5985 0 0,'-16'15'2628'0'0,"-1"-2"0"0"0,-25 16 1 0 0,-12 11-212 0 0,50-37-2258 0 0,-64 57 1491 0 0,63-54-1503 0 0,-1 0-1 0 0,1 1 0 0 0,0-1 0 0 0,0 1 0 0 0,1 0 1 0 0,0 1-1 0 0,0-1 0 0 0,-4 14 0 0 0,7-20-111 0 0,1 1 1 0 0,0-1-1 0 0,0 0 0 0 0,0 1 0 0 0,0-1 0 0 0,0 0 1 0 0,0 1-1 0 0,0-1 0 0 0,1 0 0 0 0,-1 1 0 0 0,0-1 1 0 0,1 0-1 0 0,-1 0 0 0 0,1 1 0 0 0,-1-1 0 0 0,1 0 1 0 0,0 0-1 0 0,-1 0 0 0 0,1 0 0 0 0,0 0 0 0 0,0 0 1 0 0,0 0-1 0 0,0 0 0 0 0,0 0 0 0 0,0 0 0 0 0,0 0 1 0 0,0 0-1 0 0,0-1 0 0 0,0 1 0 0 0,1 0 0 0 0,-1-1 1 0 0,0 1-1 0 0,0-1 0 0 0,1 0 0 0 0,-1 1 0 0 0,2-1 1 0 0,7 3 18 0 0,0 0 1 0 0,0-1-1 0 0,16 1 1 0 0,-18-2 31 0 0,28 2 33 0 0,37 5-83 0 0,-68-7-43 0 0,1 1 0 0 0,0-1 0 0 0,-1 1 0 0 0,0 0 0 0 0,1 0 0 0 0,-1 0 0 0 0,0 1 0 0 0,0 0 0 0 0,8 6 1 0 0,-12-8 10 0 0,-1 0 0 0 0,1 0 0 0 0,0 0 0 0 0,-1 0 0 0 0,1 0 0 0 0,0 0 0 0 0,-1 0 0 0 0,0 1 0 0 0,1-1 0 0 0,-1 0 0 0 0,0 0 0 0 0,1 0 0 0 0,-1 1 0 0 0,0-1 0 0 0,0 0 0 0 0,0 0 1 0 0,0 0-1 0 0,0 1 0 0 0,0-1 0 0 0,-1 0 0 0 0,1 0 0 0 0,0 0 0 0 0,-1 1 0 0 0,1-1 0 0 0,-1 0 0 0 0,1 0 0 0 0,-1 0 0 0 0,1 0 0 0 0,-1 0 0 0 0,0 0 0 0 0,1 0 0 0 0,-1 0 0 0 0,-1 1 1 0 0,-30 32 319 0 0,30-33-320 0 0,-48 39 73 0 0,39-33-251 0 0,0 1 1 0 0,0 1-1 0 0,1 0 0 0 0,0 0 0 0 0,0 1 1 0 0,1 0-1 0 0,0 1 0 0 0,-10 16 0 0 0,18-26 122 0 0,1 0 0 0 0,-1 0 0 0 0,1 0 0 0 0,-1 0 0 0 0,1 0 0 0 0,0 0 0 0 0,0 0 0 0 0,-1 0 0 0 0,1 0 0 0 0,0 0 0 0 0,0 0 0 0 0,0 0 0 0 0,0 0 0 0 0,0 0 0 0 0,0 0 0 0 0,0 0 0 0 0,0 0 0 0 0,0 0 0 0 0,1 0 0 0 0,-1 0 0 0 0,0 0 0 0 0,1 0 0 0 0,-1 0 0 0 0,1 2 0 0 0,1-2-23 0 0,-1 0 0 0 0,0 0 0 0 0,1 1 0 0 0,-1-1 0 0 0,1 0 0 0 0,-1 0 0 0 0,1-1 0 0 0,-1 1 1 0 0,1 0-1 0 0,-1 0 0 0 0,1-1 0 0 0,0 1 0 0 0,2 0 0 0 0,8 1-164 0 0,0-1-1 0 0,0 0 1 0 0,19-1-1 0 0,-21-1 299 0 0,-8 1-65 0 0,23 0 270 0 0,0 0 1 0 0,-1 1-1 0 0,1 2 1 0 0,44 10-1 0 0,-68-13-254 0 0,-1 0 0 0 0,1 0 0 0 0,-1 0-1 0 0,1 1 1 0 0,-1-1 0 0 0,1 0 0 0 0,-1 0 0 0 0,0 1 0 0 0,1-1 0 0 0,-1 0 0 0 0,1 0 0 0 0,-1 1-1 0 0,1-1 1 0 0,-1 1 0 0 0,0-1 0 0 0,1 0 0 0 0,-1 1 0 0 0,0-1 0 0 0,0 1 0 0 0,1-1 0 0 0,-1 1 0 0 0,0-1-1 0 0,0 1 1 0 0,0-1 0 0 0,1 1 0 0 0,-1-1 0 0 0,0 1 0 0 0,0-1 0 0 0,0 1 0 0 0,0-1 0 0 0,0 1-1 0 0,0-1 1 0 0,0 2 0 0 0,-11 18 218 0 0,-25 16-65 0 0,35-35-165 0 0,-46 35-240 0 0,35-29-349 0 0,0 2 0 0 0,1-1 0 0 0,1 1 1 0 0,-1 1-1 0 0,2 0 0 0 0,-16 19 0 0 0,24-28 438 0 0,1-1 0 0 0,0 1 0 0 0,-1-1 0 0 0,1 0 0 0 0,0 1 0 0 0,0-1-1 0 0,0 1 1 0 0,-1-1 0 0 0,1 1 0 0 0,0-1 0 0 0,0 1 0 0 0,0-1 0 0 0,0 1 0 0 0,0-1 0 0 0,0 1-1 0 0,0-1 1 0 0,0 1 0 0 0,0-1 0 0 0,0 1 0 0 0,0-1 0 0 0,0 1 0 0 0,0-1 0 0 0,0 1 0 0 0,1-1 0 0 0,-1 1-1 0 0,0-1 1 0 0,0 1 0 0 0,0-1 0 0 0,1 1 0 0 0,-1-1 0 0 0,0 0 0 0 0,1 1 0 0 0,18 8-2877 0 0,23-6-434 0 0,-1-2 2961 0 0,-30 0 1823 0 0,-1 0 1 0 0,0 1-1 0 0,20 5 0 0 0,-26-6-819 0 0,0 1 0 0 0,0-1 1 0 0,-1 1-1 0 0,1 0 0 0 0,0 0 0 0 0,-1 0 0 0 0,1 0 0 0 0,-1 1 0 0 0,1 0 0 0 0,-1-1 0 0 0,0 1 0 0 0,0 0 0 0 0,-1 1 0 0 0,1-1 0 0 0,0 0 0 0 0,-1 1 0 0 0,0-1 0 0 0,0 1 1 0 0,0 0-1 0 0,0 0 0 0 0,1 7 0 0 0,5 26 1070 0 0,-2-1 0 0 0,3 63 0 0 0,-5-41-1146 0 0,11 142-157 0 0,11 101 96 0 0,33 170-364 0 0,-16-149 0 0 0,-12 166 0 0 0,-29-431 0 0 0,11 104-257 0 0,42 195 1 0 0,-34-235 201 0 0,-15-90 54 0 0,66 328-78 0 0,-69-347 88 0 0,1 4-76 0 0,0-1-1 0 0,-1 1 1 0 0,0 0-1 0 0,0 23 1 0 0,2-9 382 0 0,-4-27-258 0 0,0 1 0 0 0,0 0 0 0 0,0-1 0 0 0,-1 1 0 0 0,0 0 0 0 0,1-1 0 0 0,-1 1 0 0 0,-1 0 0 0 0,1 0 0 0 0,-1 3 0 0 0,0-5-39 0 0,1-1-1 0 0,-1 0 1 0 0,0 0 0 0 0,0 0 0 0 0,0 0 0 0 0,1 0 0 0 0,-1 0 0 0 0,0 0 0 0 0,0-1 0 0 0,-1 1 0 0 0,1 0 0 0 0,0 0 0 0 0,0-1 0 0 0,0 1 0 0 0,0-1 0 0 0,-1 1 0 0 0,1-1 0 0 0,0 1 0 0 0,0-1 0 0 0,-1 0 0 0 0,1 1 0 0 0,0-1 0 0 0,-1 0 0 0 0,-1 0 0 0 0,-41-1 34 0 0,21 0-31 0 0,-85 6-21 0 0,-40 3 0 0 0,-60 9-121 0 0,94-10-19 0 0,-130 25 1 0 0,-77 10-69 0 0,-4-29-56 0 0,-246-7-160 0 0,236 7 411 0 0,273-10 10 0 0,-25-2-162 0 0,-121-14 0 0 0,-26-2-246 0 0,169 13 396 0 0,0-3 0 0 0,-97-19 0 0 0,-125-46-45 0 0,280 68 57 0 0,-292-62-985 0 0,80 21 806 0 0,-71 1-82 0 0,78 16 683 0 0,-119-15-793 0 0,211 29 128 0 0,-99-4 928 0 0,186 15-503 0 0,1 3 1 0 0,-1 0 0 0 0,1 2-1 0 0,-55 14 1 0 0,71-12-45 0 0,0 1 1 0 0,-19 9-1 0 0,25-10-21 0 0,-1 0 0 0 0,0-1 0 0 0,0-1-1 0 0,0 0 1 0 0,-1 0 0 0 0,-17 3 0 0 0,27-7-235 0 0,-1-1 0 0 0,1 1 0 0 0,0 0 0 0 0,0 0 0 0 0,0-1 0 0 0,0 1 0 0 0,0-1 0 0 0,0 0 0 0 0,0 1 0 0 0,0-1 0 0 0,0 0 0 0 0,0 0 0 0 0,0-1 0 0 0,0 1 0 0 0,1 0 0 0 0,-1 0 0 0 0,-1-3 0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5:12.80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10594 0 0,'2'5'872'0'0,"1"0"1"0"0,-1 0-1 0 0,1 0 0 0 0,1-1 0 0 0,-1 1 0 0 0,0-1 1 0 0,6 5-1 0 0,65 56 3459 0 0,-53-45-3923 0 0,0 2-1 0 0,33 44 0 0 0,-41-47-369 0 0,0 1 1 0 0,-2 1-1 0 0,-1 0 0 0 0,13 35 1 0 0,-9-11-1891 0 0,10 60 1 0 0,-16-67-4752 0 0,-5-22 962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5:13.15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7 221 3225 0 0,'-2'-6'517'0'0,"1"-1"1"0"0,-1 1-1 0 0,2-1 1 0 0,-1 1 0 0 0,1-1-1 0 0,0 1 1 0 0,0-1-1 0 0,1 1 1 0 0,0-1-1 0 0,0 1 1 0 0,0-1 0 0 0,1 1-1 0 0,0 0 1 0 0,0 0-1 0 0,1 0 1 0 0,0 0-1 0 0,0 0 1 0 0,0 0 0 0 0,0 1-1 0 0,1-1 1 0 0,0 1-1 0 0,0 0 1 0 0,6-4-1 0 0,-3 1-81 0 0,1 1-1 0 0,1 1 0 0 0,-1 0 0 0 0,1 0 0 0 0,0 0 1 0 0,0 1-1 0 0,1 1 0 0 0,-1-1 0 0 0,1 2 0 0 0,0-1 1 0 0,0 1-1 0 0,1 1 0 0 0,17-3 0 0 0,-24 5-382 0 0,1 0-1 0 0,-1-1 0 0 0,0 1 0 0 0,1 0 1 0 0,-1 1-1 0 0,0-1 0 0 0,0 1 1 0 0,0 0-1 0 0,1 0 0 0 0,-1 0 1 0 0,0 1-1 0 0,0 0 0 0 0,0-1 0 0 0,-1 1 1 0 0,1 0-1 0 0,0 1 0 0 0,5 4 1 0 0,-5-3-66 0 0,-1 0 0 0 0,1 0 0 0 0,-1 0 0 0 0,0 1 0 0 0,0 0 0 0 0,0 0 0 0 0,-1 0 1 0 0,0 0-1 0 0,0 0 0 0 0,0 0 0 0 0,2 11 0 0 0,-1 6-121 0 0,-1 1 0 0 0,0-1 0 0 0,-2 1 0 0 0,-1 0 0 0 0,-4 28 0 0 0,3-43 138 0 0,-1 39 364 0 0,3-44-311 0 0,0-1 0 0 0,0 1-1 0 0,0 0 1 0 0,1-1 0 0 0,-1 1-1 0 0,1-1 1 0 0,-1 1 0 0 0,1-1 0 0 0,0 1-1 0 0,0-1 1 0 0,0 0 0 0 0,0 0-1 0 0,1 1 1 0 0,2 2 0 0 0,-4-4-39 0 0,1-1 0 0 0,0 1 1 0 0,0-1-1 0 0,0 0 0 0 0,0 1 0 0 0,0-1 0 0 0,0 0 1 0 0,0 0-1 0 0,0 0 0 0 0,0 0 0 0 0,0 0 0 0 0,0 0 1 0 0,0 0-1 0 0,0 0 0 0 0,0 0 0 0 0,0 0 0 0 0,0 0 1 0 0,0-1-1 0 0,0 1 0 0 0,0 0 0 0 0,1-2 0 0 0,26-11 70 0 0,-18 8-179 0 0,63-22-3780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5:13.37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15 5065 0 0,'-1'-14'8626'0'0,"2"13"-8356"0"0,13 7 3901 0 0,17 20-1512 0 0,-31-26-2578 0 0,21 22 789 0 0,-1 2 0 0 0,-1 0-1 0 0,-2 1 1 0 0,25 46 0 0 0,-3-6-2319 0 0,4-4-4770 0 0,-28-43-1332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5:13.88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9 11979 0 0,'0'0'115'0'0,"0"0"1"0"0,0 0 0 0 0,0-1-1 0 0,3-5 2776 0 0,-2 5-2775 0 0,-1 1 0 0 0,0 0-1 0 0,1 0 1 0 0,-1 0 0 0 0,0 0-1 0 0,0 0 1 0 0,1 0 0 0 0,-1 0-1 0 0,0 0 1 0 0,1 0-1 0 0,15 6 2704 0 0,12 18-649 0 0,-7 7-1631 0 0,-1 1 0 0 0,-1 2 0 0 0,23 61 0 0 0,30 112-378 0 0,-68-194-166 0 0,5 13-232 0 0,-5-19-15 0 0,-1 0 1 0 0,-1 1-1 0 0,1-1 0 0 0,-1 0 1 0 0,0 1-1 0 0,-1 0 1 0 0,0-1-1 0 0,0 1 1 0 0,0 0-1 0 0,-2 7 0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5:14.21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0 135 10594 0 0,'11'-13'617'0'0,"0"1"0"0"0,0 1 0 0 0,1 0 0 0 0,1 0 0 0 0,-1 1 0 0 0,2 1 0 0 0,-1 0 0 0 0,1 1 0 0 0,1 1 0 0 0,-1 0 0 0 0,1 0 1 0 0,1 2-1 0 0,-1 0 0 0 0,19-3 0 0 0,-32 7-556 0 0,0 1 0 0 0,0 0 0 0 0,0-1 0 0 0,0 1 0 0 0,1 0 1 0 0,-1 0-1 0 0,0 1 0 0 0,0-1 0 0 0,0 0 0 0 0,0 1 0 0 0,1-1 1 0 0,-1 1-1 0 0,0 0 0 0 0,0 0 0 0 0,0 0 0 0 0,0 0 1 0 0,0 0-1 0 0,-1 0 0 0 0,1 0 0 0 0,0 0 0 0 0,3 4 0 0 0,-3-2-48 0 0,0 0-1 0 0,1 1 1 0 0,-1-1 0 0 0,0 1-1 0 0,-1-1 1 0 0,1 1-1 0 0,0 0 1 0 0,-1 0-1 0 0,0 0 1 0 0,1 8-1 0 0,0 4-148 0 0,-1 0-1 0 0,-1 0 0 0 0,0 0 0 0 0,-4 28 1 0 0,-24 82-69 0 0,4-15 1533 0 0,23-108-1263 0 0,0-1 1 0 0,1 0-1 0 0,0 0 1 0 0,0 0-1 0 0,0 0 1 0 0,0 1-1 0 0,0-1 0 0 0,0 0 1 0 0,0 0-1 0 0,1 0 1 0 0,-1 1-1 0 0,1-1 1 0 0,-1 0-1 0 0,1 0 1 0 0,0 0-1 0 0,0 0 1 0 0,0 0-1 0 0,2 2 1 0 0,-2-2-24 0 0,0-1 1 0 0,1 0-1 0 0,0 0 1 0 0,-1 0-1 0 0,1 0 1 0 0,-1 0-1 0 0,1 0 1 0 0,0 0-1 0 0,0-1 1 0 0,-1 1 0 0 0,1-1-1 0 0,0 1 1 0 0,0-1-1 0 0,0 0 1 0 0,0 1-1 0 0,0-1 1 0 0,2 0-1 0 0,9-2-30 0 0,0 1 0 0 0,0-2-1 0 0,0 0 1 0 0,24-9 0 0 0,-21 7-273 0 0,36-8-4014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5:14.44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0 1376 0 0,'-2'18'11678'0'0,"4"-17"-11378"0"0,10 24 4100 0 0,-11-23-4241 0 0,21 50 2207 0 0,-16-35-1644 0 0,0-1-1 0 0,15 26 1 0 0,-19-38-628 0 0,0-1 1 0 0,1 0-1 0 0,-1 1 0 0 0,1-1 0 0 0,-1 0 0 0 0,1 0 0 0 0,0-1 1 0 0,0 1-1 0 0,1 0 0 0 0,-1-1 0 0 0,0 0 0 0 0,1 0 0 0 0,-1 0 1 0 0,1 0-1 0 0,0-1 0 0 0,5 3 0 0 0,-6-4-131 0 0,-1 0-1 0 0,0 0 1 0 0,0 0-1 0 0,0 0 0 0 0,1 0 1 0 0,-1 0-1 0 0,0 0 1 0 0,0-1-1 0 0,0 1 1 0 0,0-1-1 0 0,0 0 1 0 0,0 1-1 0 0,0-1 1 0 0,0 0-1 0 0,0 0 1 0 0,0-1-1 0 0,0 1 1 0 0,0 0-1 0 0,-1 0 1 0 0,1-1-1 0 0,0 1 0 0 0,-1-1 1 0 0,1 0-1 0 0,-1 1 1 0 0,0-1-1 0 0,1 0 1 0 0,1-3-1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5:15.10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 0 7834 0 0,'-10'6'5986'0'0,"10"-5"-5824"0"0,5 16 3188 0 0,19 18-407 0 0,-22-33-2608 0 0,52 62 1346 0 0,30 40-604 0 0,-77-93-1325 0 0,0 1 0 0 0,0 0 1 0 0,-1 0-1 0 0,-1 0 0 0 0,0 1 0 0 0,0-1 1 0 0,4 23-1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5:15.6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24 179 7370 0 0,'-2'-1'205'0'0,"0"-1"0"0"0,0 1 0 0 0,0-1 0 0 0,1 0 0 0 0,-1 0 0 0 0,1 1 0 0 0,-1-1 0 0 0,1 0 0 0 0,0 0 0 0 0,0 0 0 0 0,0 0 0 0 0,0-1 0 0 0,0 1 0 0 0,0 0 0 0 0,1 0 0 0 0,-1 0 1 0 0,1-1-1 0 0,-1 1 0 0 0,1 0 0 0 0,0-1 0 0 0,0-3 0 0 0,1 2 92 0 0,0 0 1 0 0,0 0-1 0 0,0 0 1 0 0,1 1-1 0 0,-1-1 1 0 0,1 0-1 0 0,0 1 1 0 0,0-1-1 0 0,0 1 0 0 0,1 0 1 0 0,4-6-1 0 0,2 0 304 0 0,1 0-1 0 0,0 1 0 0 0,0 0 0 0 0,0 0 1 0 0,1 1-1 0 0,23-11 0 0 0,-29 16-387 0 0,1-1-1 0 0,-1 1 1 0 0,1 0-1 0 0,0 1 0 0 0,0-1 1 0 0,11 0-1 0 0,-15 2-198 0 0,-1 0 0 0 0,1 0 0 0 0,-1 0 0 0 0,0 0 0 0 0,1 1-1 0 0,-1-1 1 0 0,1 1 0 0 0,-1-1 0 0 0,0 1 0 0 0,1-1 0 0 0,-1 1-1 0 0,0 0 1 0 0,1 0 0 0 0,-1-1 0 0 0,0 1 0 0 0,0 0 0 0 0,0 0 0 0 0,0 0-1 0 0,0 0 1 0 0,0 0 0 0 0,0 1 0 0 0,0-1 0 0 0,0 0 0 0 0,-1 0-1 0 0,1 1 1 0 0,0-1 0 0 0,-1 0 0 0 0,1 1 0 0 0,-1-1 0 0 0,1 1-1 0 0,-1-1 1 0 0,0 0 0 0 0,0 3 0 0 0,3 11-242 0 0,-1 0-1 0 0,-1 0 1 0 0,0 0-1 0 0,-1 1 1 0 0,-3 19-1 0 0,-18 77-1769 0 0,15-85 1849 0 0,0 1 1 0 0,1 0 0 0 0,2 0 0 0 0,1 46 0 0 0,2-69 346 0 0,0 0 1 0 0,1-1-1 0 0,0 1 1 0 0,0-1-1 0 0,0 0 1 0 0,0 1 0 0 0,1-1-1 0 0,0 0 1 0 0,0 0-1 0 0,3 5 1 0 0,-5-7-141 0 0,1-2 0 0 0,0 1 1 0 0,0 0-1 0 0,0 0 0 0 0,0 0 1 0 0,1 0-1 0 0,-1-1 0 0 0,0 1 1 0 0,0 0-1 0 0,0-1 0 0 0,1 1 0 0 0,-1-1 1 0 0,0 1-1 0 0,0-1 0 0 0,1 0 1 0 0,-1 0-1 0 0,0 1 0 0 0,1-1 1 0 0,-1 0-1 0 0,0 0 0 0 0,1 0 1 0 0,-1 0-1 0 0,0-1 0 0 0,1 1 1 0 0,-1 0-1 0 0,0-1 0 0 0,1 1 1 0 0,-1 0-1 0 0,0-1 0 0 0,0 0 0 0 0,1 1 1 0 0,-1-1-1 0 0,0 0 0 0 0,0 1 1 0 0,0-1-1 0 0,0 0 0 0 0,0 0 1 0 0,1-1-1 0 0,22-17-189 0 0,0-2 0 0 0,27-30 1 0 0,11-10-3616 0 0,-43 44-2792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5:16.05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26 5985 0 0,'28'-7'4676'0'0,"-22"5"-3553"0"0,8-2 594 0 0,1 0 1 0 0,0 1-1 0 0,-1 1 1 0 0,1 0 0 0 0,18 0-1 0 0,-30 2-1683 0 0,0 0 0 0 0,-1 1 1 0 0,1-1-1 0 0,0 0 0 0 0,-1 1 0 0 0,1 0 0 0 0,0-1 0 0 0,-1 1 1 0 0,1 0-1 0 0,-1 0 0 0 0,1 1 0 0 0,-1-1 0 0 0,0 0 0 0 0,1 1 0 0 0,-1 0 1 0 0,0-1-1 0 0,0 1 0 0 0,0 0 0 0 0,0 0 0 0 0,0 0 0 0 0,-1 0 1 0 0,1 0-1 0 0,-1 1 0 0 0,1-1 0 0 0,-1 0 0 0 0,0 1 0 0 0,0-1 1 0 0,0 1-1 0 0,0-1 0 0 0,0 1 0 0 0,0 0 0 0 0,-1-1 0 0 0,1 1 0 0 0,-1 0 1 0 0,0 0-1 0 0,0 2 0 0 0,0 37-177 0 0,-1-29 135 0 0,1 0 0 0 0,0 1 0 0 0,1-1 0 0 0,3 13 0 0 0,-3-23 6 0 0,0 1 1 0 0,0-1-1 0 0,0 1 0 0 0,0-1 0 0 0,1 1 1 0 0,0-1-1 0 0,0 0 0 0 0,0 0 0 0 0,0 1 1 0 0,0-1-1 0 0,1-1 0 0 0,-1 1 0 0 0,1 0 1 0 0,-1-1-1 0 0,1 1 0 0 0,0-1 0 0 0,0 0 1 0 0,6 3-1 0 0,0-1 74 0 0,0 1 1 0 0,-1 0-1 0 0,1 1 1 0 0,-1 0-1 0 0,0 0 0 0 0,14 15 1 0 0,-20-18-51 0 0,1 0 1 0 0,-1 1 0 0 0,0-1-1 0 0,0 1 1 0 0,-1 0-1 0 0,1-1 1 0 0,-1 1 0 0 0,1 0-1 0 0,-1 0 1 0 0,0 0-1 0 0,-1 0 1 0 0,1 0 0 0 0,-1 0-1 0 0,0 0 1 0 0,0 0-1 0 0,0 0 1 0 0,0 0 0 0 0,-1 0-1 0 0,1 0 1 0 0,-3 6-1 0 0,-1 3 4 0 0,0 0-1 0 0,-2 0 1 0 0,0 0-1 0 0,0 0 0 0 0,-1-1 1 0 0,0 0-1 0 0,-18 20 1 0 0,-15 11-2593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5:16.5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7834 0 0,'0'0'602'0'0,"25"30"8910"0"0,23 106-4195 0 0,-34-89-6061 0 0,25 54 0 0 0,-28-77-7062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5:17.2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10138 0 0,'8'26'3403'0'0,"-2"-11"-2320"0"0,4 26 1051 0 0,-1 0-1 0 0,2 48 1 0 0,-1 86-245 0 0,6 63-2050 0 0,-7-168-3761 0 0,-7-52-3010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5:17.59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0 139 6913 0 0,'2'-6'631'0'0,"0"-1"-1"0"0,1 1 0 0 0,-1 0 0 0 0,1-1 1 0 0,0 1-1 0 0,1 0 0 0 0,-1 1 0 0 0,1-1 0 0 0,7-7 1 0 0,-4 4 456 0 0,2 0 1 0 0,-1 0-1 0 0,1 1 1 0 0,15-10-1 0 0,-21 15-858 0 0,1 1-1 0 0,0 0 1 0 0,0 0-1 0 0,-1 1 0 0 0,1-1 1 0 0,0 1-1 0 0,1 0 1 0 0,-1 0-1 0 0,0 0 1 0 0,0 0-1 0 0,0 1 0 0 0,7 0 1 0 0,-9 0-200 0 0,0 0 1 0 0,-1 0 0 0 0,1 1 0 0 0,-1-1-1 0 0,1 1 1 0 0,-1-1 0 0 0,1 1 0 0 0,-1 0-1 0 0,1-1 1 0 0,-1 1 0 0 0,0 0-1 0 0,1 0 1 0 0,-1 0 0 0 0,0 0 0 0 0,0 0-1 0 0,0 0 1 0 0,0 1 0 0 0,0-1 0 0 0,0 0-1 0 0,0 1 1 0 0,0-1 0 0 0,0 0-1 0 0,0 1 1 0 0,-1-1 0 0 0,1 1 0 0 0,-1-1-1 0 0,1 1 1 0 0,-1-1 0 0 0,1 1 0 0 0,-1 0-1 0 0,0-1 1 0 0,0 1 0 0 0,0-1-1 0 0,0 1 1 0 0,0 3 0 0 0,-2 14-120 0 0,-1 0-1 0 0,0-1 1 0 0,-1 1 0 0 0,-1-1 0 0 0,-1 0-1 0 0,-1 0 1 0 0,-12 24 0 0 0,11-25 34 0 0,1-1 1 0 0,0 1-1 0 0,1 0 1 0 0,1 0-1 0 0,0 1 1 0 0,1-1-1 0 0,2 1 1 0 0,-2 28-1 0 0,4-43 112 0 0,0 0-1 0 0,0 0 0 0 0,1 0 1 0 0,-1 0-1 0 0,1 1 1 0 0,0-1-1 0 0,0 0 0 0 0,0 0 1 0 0,1 0-1 0 0,-1-1 0 0 0,1 1 1 0 0,-1 0-1 0 0,1 0 1 0 0,0-1-1 0 0,0 1 0 0 0,0-1 1 0 0,0 0-1 0 0,1 1 1 0 0,-1-1-1 0 0,1 0 0 0 0,-1-1 1 0 0,1 1-1 0 0,0 0 0 0 0,-1-1 1 0 0,1 1-1 0 0,0-1 1 0 0,0 0-1 0 0,0 0 0 0 0,0 0 1 0 0,0 0-1 0 0,1-1 1 0 0,-1 1-1 0 0,5 0 0 0 0,10 0 106 0 0,1-1-1 0 0,0 0 0 0 0,-1-2 0 0 0,30-5 0 0 0,-27 4-142 0 0,31-6-49 0 0,-11 1-1557 0 0,-14 5-4460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5:18.91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 48 9674 0 0,'-1'-14'1986'0'0,"1"11"-934"0"0,-1 0-1 0 0,1-1 1 0 0,0 1 0 0 0,0 0-1 0 0,0-1 1 0 0,1 1-1 0 0,-1 0 1 0 0,2-5 0 0 0,7 36 1044 0 0,-8 0-2026 0 0,-1 1 0 0 0,-1-1 1 0 0,-6 37-1 0 0,-3 41 164 0 0,10-93-215 0 0,1 0-1 0 0,0 0 0 0 0,0 0 0 0 0,1 0 0 0 0,8 24 0 0 0,-9-33-41 0 0,0 0-1 0 0,0 0 0 0 0,1-1 1 0 0,0 1-1 0 0,0 0 1 0 0,0-1-1 0 0,0 0 1 0 0,0 1-1 0 0,1-1 0 0 0,-1 0 1 0 0,1 0-1 0 0,0 0 1 0 0,0 0-1 0 0,0-1 1 0 0,1 1-1 0 0,-1-1 1 0 0,0 0-1 0 0,1 0 0 0 0,0 0 1 0 0,-1 0-1 0 0,1-1 1 0 0,0 1-1 0 0,0-1 1 0 0,0 0-1 0 0,0 0 1 0 0,5 0-1 0 0,-3-1-22 0 0,0 0 0 0 0,0-1 0 0 0,0 0 0 0 0,0 0 0 0 0,0 0 0 0 0,0-1 0 0 0,-1 0 0 0 0,1 0 0 0 0,-1 0 0 0 0,1-1 0 0 0,-1 1 0 0 0,0-1 0 0 0,0-1 0 0 0,0 1 0 0 0,0-1 0 0 0,0 0 0 0 0,4-4 0 0 0,26-34-1255 0 0,-26 30-229 0 0,-1-1-1 0 0,0-1 0 0 0,-1 1 1 0 0,7-17-1 0 0,-12 23 1066 0 0,0 0 0 0 0,0 0 0 0 0,0 0 0 0 0,-1 0 0 0 0,1 0 0 0 0,-2 0 0 0 0,1-1 0 0 0,-1-8 0 0 0,-1 12 778 0 0,1 0 0 0 0,-1 1 0 0 0,0-1-1 0 0,0 0 1 0 0,0 0 0 0 0,-1 0 0 0 0,1 1 0 0 0,-1-1-1 0 0,0 1 1 0 0,0-1 0 0 0,0 1 0 0 0,0 0 0 0 0,-1-1-1 0 0,1 1 1 0 0,-6-4 0 0 0,7 5-27 0 0,-1 1-1 0 0,1 0 1 0 0,0 0-1 0 0,0 0 1 0 0,-1 0-1 0 0,1 0 1 0 0,0 1-1 0 0,-1-1 1 0 0,1 0-1 0 0,-1 1 1 0 0,1-1-1 0 0,-1 1 1 0 0,1-1-1 0 0,-1 1 1 0 0,1 0-1 0 0,-1-1 1 0 0,0 1-1 0 0,1 0 1 0 0,-1 0-1 0 0,-2 1 1 0 0,2-1-128 0 0,1 1 0 0 0,-1 0 0 0 0,1-1 1 0 0,-1 1-1 0 0,1 0 0 0 0,-1 0 1 0 0,1 0-1 0 0,-1 0 0 0 0,1 0 0 0 0,0 1 1 0 0,-1-1-1 0 0,1 0 0 0 0,0 1 0 0 0,0-1 1 0 0,-1 3-1 0 0,-2 3-1 0 0,1 0 1 0 0,-1 1-1 0 0,2-1 1 0 0,-1 1-1 0 0,1 0 1 0 0,-2 14-1 0 0,-4 69 620 0 0,5 115 1 0 0,3-80-196 0 0,5 6 442 0 0,-1-75-3032 0 0,0-5-4593 0 0,-1-26-1330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5:20.00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9 491 14283 0 0,'-8'-8'5155'0'0,"27"8"-3791"0"0,-10 4-1291 0 0,-1 1 0 0 0,1 0 0 0 0,-1 0-1 0 0,0 0 1 0 0,-1 1 0 0 0,1 0 0 0 0,-1 1 0 0 0,0-1 0 0 0,-1 2 0 0 0,1-1 0 0 0,5 10 0 0 0,5 3-55 0 0,132 135 27 0 0,-131-139-40 0 0,1-1-1 0 0,0-1 1 0 0,1 0 0 0 0,0-1 0 0 0,1-2 0 0 0,43 18 0 0 0,-62-28 30 0 0,1 0 0 0 0,-1 0-1 0 0,0 0 1 0 0,1-1 0 0 0,-1 1 0 0 0,1-1 0 0 0,-1 1 0 0 0,1-1-1 0 0,-1 0 1 0 0,1 0 0 0 0,-1 0 0 0 0,1-1 0 0 0,-1 1 0 0 0,1 0-1 0 0,-1-1 1 0 0,0 0 0 0 0,1 1 0 0 0,-1-1 0 0 0,4-2-1 0 0,-4 1 30 0 0,0 0-1 0 0,0 0 0 0 0,0 0 0 0 0,0 0 0 0 0,-1 0 0 0 0,1-1 0 0 0,-1 1 0 0 0,0 0 0 0 0,1-1 1 0 0,-1 1-1 0 0,0-1 0 0 0,-1 1 0 0 0,1-1 0 0 0,0 0 0 0 0,-1 1 0 0 0,1-1 0 0 0,-1-4 0 0 0,3-36 411 0 0,-2-1-1 0 0,-6-54 1 0 0,-1-17-168 0 0,16-115-430 0 0,-7 197-220 0 0,2 1 1 0 0,2 0-1 0 0,1 1 1 0 0,1 0-1 0 0,14-32 1 0 0,-21 59-18 0 0,0-1 0 0 0,0 1 0 0 0,0 0 0 0 0,1 0 1 0 0,-1 0-1 0 0,1 1 0 0 0,0-1 0 0 0,1 1 1 0 0,6-7-1 0 0,-9 9 222 0 0,0 1-1 0 0,0-1 1 0 0,1 1 0 0 0,-1-1 0 0 0,0 0 0 0 0,1 1 0 0 0,-1 0 0 0 0,0-1 0 0 0,1 1 0 0 0,-1 0-1 0 0,0 0 1 0 0,1 0 0 0 0,-1 0 0 0 0,1 0 0 0 0,-1 0 0 0 0,0 0 0 0 0,1 0 0 0 0,-1 1-1 0 0,0-1 1 0 0,1 0 0 0 0,-1 1 0 0 0,0-1 0 0 0,0 1 0 0 0,1-1 0 0 0,-1 1 0 0 0,0 0 0 0 0,0 0-1 0 0,0-1 1 0 0,0 1 0 0 0,0 0 0 0 0,0 0 0 0 0,0 0 0 0 0,0 0 0 0 0,0 0 0 0 0,0 1 0 0 0,1 0-1 0 0,8 16 7 0 0,-4 2 117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5:20.40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152 19 10594 0 0,'0'-1'192'0'0,"-1"-1"-1"0"0,1 1 1 0 0,-1 0-1 0 0,1 0 1 0 0,-1 0 0 0 0,0 0-1 0 0,1 1 1 0 0,-1-1-1 0 0,0 0 1 0 0,0 0-1 0 0,0 0 1 0 0,0 0-1 0 0,0 1 1 0 0,0-1 0 0 0,0 1-1 0 0,0-1 1 0 0,0 0-1 0 0,0 1 1 0 0,0 0-1 0 0,0-1 1 0 0,0 1-1 0 0,0 0 1 0 0,-1-1 0 0 0,1 1-1 0 0,0 0 1 0 0,-2 0-1 0 0,1 0 110 0 0,-1 1 0 0 0,0-1 0 0 0,1 1 0 0 0,-1 0 0 0 0,1 0 0 0 0,-1 0 0 0 0,1 0 0 0 0,-1 1 1 0 0,1-1-1 0 0,-1 1 0 0 0,-1 1 0 0 0,-4 4 160 0 0,0 0-1 0 0,0 0 1 0 0,0 1 0 0 0,-11 16 0 0 0,13-15-398 0 0,1 0-1 0 0,-1 0 1 0 0,1 1-1 0 0,1-1 1 0 0,0 1-1 0 0,0 0 1 0 0,-2 11 0 0 0,5-18-74 0 0,1 0 0 0 0,-1 1 0 0 0,1-1 0 0 0,0 0 0 0 0,0 0 0 0 0,0 0 0 0 0,0 0 0 0 0,1 1-1 0 0,-1-1 1 0 0,1 0 0 0 0,0 0 0 0 0,0 0 0 0 0,0 0 0 0 0,0 0 0 0 0,0 0 0 0 0,0 0 0 0 0,1-1 0 0 0,0 1 0 0 0,0 0 0 0 0,-1-1 0 0 0,1 1 0 0 0,1-1 0 0 0,-1 0 0 0 0,0 1 0 0 0,1-1 0 0 0,-1 0 0 0 0,5 2 0 0 0,45 26-323 0 0,-34-21 389 0 0,0 1-1 0 0,-1 1 0 0 0,0 0 1 0 0,0 2-1 0 0,15 14 1 0 0,-28-23-14 0 0,-1-1 1 0 0,0 1 0 0 0,0 0 0 0 0,0 0-1 0 0,0 1 1 0 0,-1-1 0 0 0,0 0 0 0 0,0 1-1 0 0,0 0 1 0 0,0-1 0 0 0,-1 1-1 0 0,1 0 1 0 0,-1 0 0 0 0,-1 0 0 0 0,1 0-1 0 0,-1 0 1 0 0,1 0 0 0 0,-1 0 0 0 0,-1 0-1 0 0,1-1 1 0 0,-1 1 0 0 0,0 0 0 0 0,0 0-1 0 0,0 0 1 0 0,-4 8 0 0 0,0-2 92 0 0,0-1 0 0 0,-1 0-1 0 0,1 0 1 0 0,-2 0 0 0 0,0-1 0 0 0,0 0 0 0 0,0-1 0 0 0,-1 1-1 0 0,-13 9 1 0 0,17-14-195 0 0,0-1 0 0 0,0 1 0 0 0,-1-1 1 0 0,1-1-1 0 0,-1 1 0 0 0,1 0 0 0 0,-1-1 0 0 0,0 0 0 0 0,0 0 0 0 0,0-1 0 0 0,0 1 0 0 0,0-1 0 0 0,0 0 0 0 0,-1-1 0 0 0,1 1 1 0 0,0-1-1 0 0,0 0 0 0 0,-1 0 0 0 0,1-1 0 0 0,0 1 0 0 0,0-1 0 0 0,-8-2 0 0 0,-6-8-8138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6:39.0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17 11058 0 0,'-7'-4'1112'0'0,"5"2"-876"0"0,5-8 3890 0 0,-3 10-4072 0 0,9 10 1425 0 0,12 18-1062 0 0,-18-24-96 0 0,76 119 50 0 0,72 148 0 0 0,43 142 232 0 0,-127-247-2950 0 0,-32-75-1018 0 0,-23-61-2837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6:39.5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498 617 5985 0 0,'-13'-29'692'0'0,"-1"1"0"0"0,-1 0-1 0 0,-23-33 1 0 0,30 51-258 0 0,0 0 0 0 0,0 0-1 0 0,0 1 1 0 0,-1 0 0 0 0,-1 0-1 0 0,0 1 1 0 0,0 0 0 0 0,0 1-1 0 0,-1 0 1 0 0,-22-10 0 0 0,28 15-236 0 0,0 0-1 0 0,0 1 1 0 0,0 0 0 0 0,0 0-1 0 0,0 0 1 0 0,0 1 0 0 0,0-1 0 0 0,-1 1-1 0 0,1 0 1 0 0,0 1 0 0 0,0-1-1 0 0,0 1 1 0 0,0 0 0 0 0,-5 2-1 0 0,2 0 2 0 0,1 0-1 0 0,0 1 1 0 0,0 0-1 0 0,0 0 1 0 0,0 0-1 0 0,1 1 1 0 0,-1 0-1 0 0,-7 8 1 0 0,2 0-43 0 0,0 0 1 0 0,1 2-1 0 0,1-1 0 0 0,0 1 1 0 0,1 0-1 0 0,1 1 0 0 0,-9 25 1 0 0,4-2-133 0 0,2 2 1 0 0,2-1 0 0 0,1 1 0 0 0,3 0 0 0 0,1 1 0 0 0,2-1 0 0 0,4 60 0 0 0,8 6-112 0 0,39 172 0 0 0,-28-189-112 0 0,4-1 0 0 0,58 138-1 0 0,-69-199-141 0 0,1-1-1 0 0,0 0 1 0 0,3-1-1 0 0,0-1 1 0 0,1-1-1 0 0,1-1 0 0 0,26 23 1 0 0,-17-20-135 0 0,1-1 0 0 0,1-2 0 0 0,1-1 0 0 0,1-2 0 0 0,44 21 1 0 0,-7-12 218 0 0,0-4 0 0 0,2-2 0 0 0,95 16 1 0 0,-148-36 187 0 0,0 0 0 0 0,0-1 0 0 0,0-1 0 0 0,1 0 0 0 0,-1-2 0 0 0,0 0 0 0 0,0-2 0 0 0,30-6 0 0 0,-34 4-20 0 0,0 1 1 0 0,-1-2 0 0 0,0 0-1 0 0,0-1 1 0 0,-1 0 0 0 0,0-1 0 0 0,0-1-1 0 0,-1 0 1 0 0,0 0 0 0 0,-1-1 0 0 0,15-17-1 0 0,-10 8 325 0 0,-1-2 0 0 0,-1 0 0 0 0,-1 0 0 0 0,-1-1 0 0 0,-1-1 1 0 0,-1 0-1 0 0,-2-1 0 0 0,8-26 0 0 0,0-13 1934 0 0,13-124 1 0 0,-22 117-1656 0 0,-3 0 1 0 0,-3 0-1 0 0,-3 0 1 0 0,-4 0-1 0 0,-2 0 1 0 0,-26-99-1 0 0,-108-271 1183 0 0,119 389-1618 0 0,-2 1 1 0 0,-1 1-1 0 0,-46-61 0 0 0,19 41 5 0 0,-87-90 0 0 0,126 143-54 0 0,-2 1 1 0 0,0 1 0 0 0,0 0-1 0 0,-1 1 1 0 0,-30-16-1 0 0,39 25-25 0 0,-1 0 1 0 0,1 1-1 0 0,-1 0 0 0 0,0 0 0 0 0,0 1 0 0 0,-1 0 0 0 0,1 1 1 0 0,0 0-1 0 0,0 0 0 0 0,-1 1 0 0 0,1 0 0 0 0,-1 0 0 0 0,1 1 1 0 0,0 1-1 0 0,-11 2 0 0 0,2 2-163 0 0,1 1 0 0 0,0 0 0 0 0,0 1-1 0 0,1 1 1 0 0,0 0 0 0 0,0 1 0 0 0,1 1 0 0 0,0 0 0 0 0,1 1 0 0 0,1 1-1 0 0,-16 18 1 0 0,-17 25-7491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6:40.3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0 138 10594 0 0,'1'-6'388'0'0,"-1"0"0"0"0,1-1 0 0 0,0 1 1 0 0,0 0-1 0 0,1 0 0 0 0,0 0 0 0 0,0 0 0 0 0,0 0 0 0 0,5-8 0 0 0,-3 7 63 0 0,-3 2-270 0 0,1 1 0 0 0,1 0 0 0 0,-1 0-1 0 0,1 0 1 0 0,-1 0 0 0 0,1 1 0 0 0,0-1 0 0 0,0 1 0 0 0,1 0 0 0 0,-1-1 0 0 0,1 1 0 0 0,0 1 0 0 0,-1-1-1 0 0,6-2 1 0 0,-7 4-150 0 0,0 0-1 0 0,1 0 1 0 0,-1 0-1 0 0,0 1 1 0 0,1-1-1 0 0,-1 1 1 0 0,1-1-1 0 0,-1 1 0 0 0,1 0 1 0 0,-1 0-1 0 0,1 0 1 0 0,-1 0-1 0 0,1 1 1 0 0,-1-1-1 0 0,0 0 1 0 0,1 1-1 0 0,-1 0 0 0 0,1 0 1 0 0,-1 0-1 0 0,0 0 1 0 0,0 0-1 0 0,1 0 1 0 0,-1 0-1 0 0,0 1 1 0 0,0-1-1 0 0,0 1 1 0 0,2 2-1 0 0,3 3-30 0 0,-1 1 0 0 0,1 0 0 0 0,-2 1-1 0 0,1-1 1 0 0,-1 1 0 0 0,0 0 0 0 0,-1 0 0 0 0,0 1 0 0 0,-1-1 0 0 0,0 1 0 0 0,3 14 0 0 0,1 15 33 0 0,3 62 1 0 0,-8-68 12 0 0,2 56-421 0 0,-4-57 226 0 0,1 0-1 0 0,2 0 1 0 0,1 0 0 0 0,13 51-1 0 0,-16-81 200 0 0,-1 0 0 0 0,1 0 0 0 0,0 0 0 0 0,0 0 0 0 0,0-1 0 0 0,0 1 0 0 0,1 0 0 0 0,-1 0 0 0 0,0-1 0 0 0,1 1 0 0 0,-1 0 0 0 0,1-1 0 0 0,-1 0 0 0 0,1 1 0 0 0,0-1 0 0 0,0 0 0 0 0,-1 0 0 0 0,1 0 0 0 0,3 1 0 0 0,-1-1 12 0 0,0 0 0 0 0,-1 0 0 0 0,1 0-1 0 0,0-1 1 0 0,0 1 0 0 0,0-1 0 0 0,0 0 0 0 0,0-1 0 0 0,0 1-1 0 0,4-1 1 0 0,9-4 163 0 0,0 0 0 0 0,0-1 0 0 0,29-14-1 0 0,-34 15-73 0 0,39-20 295 0 0,83-54 0 0 0,-59 27-6288 0 0,-49 33-714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6:40.8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455 228 12443 0 0,'-15'-1'342'0'0,"0"0"1"0"0,0 1-1 0 0,0 0 1 0 0,0 1 0 0 0,0 1-1 0 0,0 0 1 0 0,0 1-1 0 0,0 1 1 0 0,1 0 0 0 0,-1 1-1 0 0,1 1 1 0 0,1 0-1 0 0,-1 1 1 0 0,1 0 0 0 0,0 1-1 0 0,1 0 1 0 0,-1 1-1 0 0,2 1 1 0 0,-12 11-1 0 0,7-4-233 0 0,0 1-1 0 0,2 0 0 0 0,0 1 0 0 0,1 1 0 0 0,1 0 0 0 0,1 0 0 0 0,1 1 0 0 0,0 1 0 0 0,2 0 0 0 0,0 0 0 0 0,-7 39 0 0 0,8-9-145 0 0,1 0 1 0 0,3 0-1 0 0,2 0 1 0 0,9 87-1 0 0,52 205-65 0 0,-46-280-50 0 0,3-1 1 0 0,46 110 0 0 0,-49-143 142 0 0,1 0 0 0 0,2-1 0 0 0,1-1 0 0 0,1 0 0 0 0,1-1 0 0 0,2-2 0 0 0,32 31 0 0 0,-21-26-136 0 0,1-1 0 0 0,2-2 0 0 0,53 31 0 0 0,-66-45-156 0 0,0-2 1 0 0,0-1-1 0 0,2 0 1 0 0,-1-2-1 0 0,1-1 1 0 0,0-1-1 0 0,33 4 1 0 0,-21-7 269 0 0,-1-2 0 0 0,1 0 0 0 0,-1-3 0 0 0,0-1 1 0 0,0-2-1 0 0,0-1 0 0 0,0-2 0 0 0,-1-1 1 0 0,0-2-1 0 0,-1-2 0 0 0,0 0 0 0 0,38-23 1 0 0,-20 8 150 0 0,-2-2 0 0 0,89-70 0 0 0,-116 80 127 0 0,-1-1 0 0 0,-1 0 1 0 0,0-2-1 0 0,-2-1 0 0 0,-1 0 0 0 0,0-2 0 0 0,19-38 0 0 0,-26 39-34 0 0,0-1 1 0 0,-1 0-1 0 0,-2 0 0 0 0,-1-1 0 0 0,-1 0 0 0 0,-1-1 0 0 0,-1 1 1 0 0,-2-1-1 0 0,0 0 0 0 0,-2 0 0 0 0,-2 0 0 0 0,0 1 0 0 0,-2-1 1 0 0,0 0-1 0 0,-2 1 0 0 0,-1 0 0 0 0,-19-44 0 0 0,-11-17 190 0 0,-58-100 1 0 0,-63-75 447 0 0,19 35-479 0 0,123 199-483 0 0,-2 1 0 0 0,0 1 0 0 0,-2 0 0 0 0,-36-37 0 0 0,43 53-5 0 0,0 0 0 0 0,0 0 0 0 0,-1 1 0 0 0,0 1 0 0 0,-1 0 1 0 0,0 1-1 0 0,-1 1 0 0 0,1 0 0 0 0,-1 1 0 0 0,-27-6 0 0 0,13 6-372 0 0,0 2 1 0 0,-1 1-1 0 0,-59 2 0 0 0,28 4-6976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6:42.2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134 196 2761 0 0,'-11'4'-37'0'0,"2"0"1327"0"0,-1-1 0 0 0,0 1 0 0 0,0-2 0 0 0,-1 0-1 0 0,1 0 1 0 0,0 0 0 0 0,-1-1 0 0 0,-19-1-1 0 0,30 0-1182 0 0,-1-1-1 0 0,1 1 1 0 0,-1 0-1 0 0,1 0 0 0 0,-1 0 1 0 0,0 0-1 0 0,1-1 1 0 0,-1 1-1 0 0,1 0 0 0 0,-1 0 1 0 0,1-1-1 0 0,0 1 1 0 0,-1 0-1 0 0,1-1 0 0 0,-1 1 1 0 0,1 0-1 0 0,-1-1 1 0 0,1 1-1 0 0,0-1 0 0 0,-1 1 1 0 0,1-1-1 0 0,0 1 0 0 0,0-1 1 0 0,-1 1-1 0 0,1-1 1 0 0,0 1-1 0 0,0-1 0 0 0,0 1 1 0 0,0-1-1 0 0,-1 0 1 0 0,7-20 1486 0 0,18-15-522 0 0,-24 35-1059 0 0,15-17 213 0 0,0 0 1 0 0,1 0-1 0 0,1 2 1 0 0,0 0-1 0 0,34-23 0 0 0,-45 36-224 0 0,-1-1 0 0 0,1 1 0 0 0,0 1-1 0 0,0-1 1 0 0,0 1 0 0 0,0 0-1 0 0,0 1 1 0 0,0-1 0 0 0,0 1 0 0 0,1 1-1 0 0,8-1 1 0 0,-10 1-10 0 0,0 1-1 0 0,-1 0 1 0 0,1 0-1 0 0,0 0 0 0 0,-1 1 1 0 0,1-1-1 0 0,-1 1 1 0 0,1 0-1 0 0,-1 1 1 0 0,0-1-1 0 0,0 1 1 0 0,0-1-1 0 0,0 1 1 0 0,0 1-1 0 0,-1-1 1 0 0,0 0-1 0 0,4 5 1 0 0,1 2-1 0 0,0 1 0 0 0,-1-1 0 0 0,0 2 0 0 0,-1-1 0 0 0,0 1 0 0 0,-1 0 0 0 0,0 0 0 0 0,-1 1 0 0 0,0-1 0 0 0,-1 1 0 0 0,-1 0 0 0 0,0 0 0 0 0,0 0 0 0 0,-1 0 0 0 0,-1 0 0 0 0,-2 22 0 0 0,-5 16 210 0 0,-1-2 1 0 0,-3 1-1 0 0,-19 50 0 0 0,-2 16 86 0 0,29-99-1205 0 0,17-46-6497 0 0,-9 16 9110 0 0,-2 9-1428 0 0,0 0 0 0 0,-1 0 0 0 0,1 1 0 0 0,0-1 0 0 0,1 1 0 0 0,-1 0 0 0 0,0 0 0 0 0,1 0 0 0 0,0 0 0 0 0,0 1 0 0 0,0-1 0 0 0,0 1 0 0 0,0 0 0 0 0,5-1 0 0 0,9-5 419 0 0,35-8 0 0 0,-42 13-546 0 0,0 2 1 0 0,1-1-1 0 0,-1 2 1 0 0,0-1-1 0 0,1 2 1 0 0,-1-1-1 0 0,1 2 1 0 0,-1-1 0 0 0,0 1-1 0 0,0 1 1 0 0,15 5-1 0 0,-13-3-117 0 0,0 1-1 0 0,0 0 1 0 0,0 1-1 0 0,-1 0 1 0 0,0 1-1 0 0,0 0 1 0 0,-1 1-1 0 0,18 17 1 0 0,-26-23-14 0 0,-1 0 0 0 0,1 0-1 0 0,-1 1 1 0 0,1-1 0 0 0,-1 1 0 0 0,0-1 0 0 0,0 1-1 0 0,-1 0 1 0 0,1 0 0 0 0,-1 0 0 0 0,0 0 0 0 0,0 0 0 0 0,0 0-1 0 0,-1 0 1 0 0,1 7 0 0 0,-1-4-9 0 0,-1 1 0 0 0,0-1-1 0 0,0 0 1 0 0,-1 0 0 0 0,0 0 0 0 0,0 0-1 0 0,0 0 1 0 0,-5 9 0 0 0,-2 0 5 0 0,0-1-1 0 0,-1 0 1 0 0,-1 0 0 0 0,0-1 0 0 0,-1 0-1 0 0,-19 17 1 0 0,-24 13 4 0 0,50-40-203 0 0,0-1-1 0 0,0-1 0 0 0,0 1 1 0 0,0-1-1 0 0,0 0 1 0 0,-1 0-1 0 0,1 0 1 0 0,-1-1-1 0 0,1 1 0 0 0,-8-1 1 0 0,-6-2-7344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6:42.6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695 53 9674 0 0,'-17'1'299'0'0,"0"1"1"0"0,1 0-1 0 0,0 1 1 0 0,0 1-1 0 0,-28 10 1 0 0,-73 38 432 0 0,91-39-516 0 0,1 1 0 0 0,1 1 1 0 0,1 2-1 0 0,0 0 0 0 0,1 1 1 0 0,1 2-1 0 0,0 0 0 0 0,-27 36 1 0 0,27-28-17 0 0,2 2 0 0 0,1 0 0 0 0,1 2 1 0 0,2-1-1 0 0,1 2 0 0 0,-16 56 0 0 0,5 7-173 0 0,5 1 0 0 0,4 0 0 0 0,4 2 0 0 0,1 140 0 0 0,12-186-49 0 0,1-1 0 0 0,4 1 0 0 0,1-1 0 0 0,3-1 0 0 0,18 57 0 0 0,-17-77-50 0 0,0-1 0 0 0,2 0 0 0 0,2-1 0 0 0,1-1 0 0 0,0 0 0 0 0,2-1 0 0 0,2-1 0 0 0,0-1 0 0 0,37 36 0 0 0,-31-38-58 0 0,1-1-1 0 0,0-1 1 0 0,2-2 0 0 0,0-1 0 0 0,1-1-1 0 0,1-1 1 0 0,34 11 0 0 0,-22-12 46 0 0,1-2 0 0 0,0-2 0 0 0,1-1 0 0 0,82 5 1 0 0,-49-13 446 0 0,0-4 0 0 0,0-3 0 0 0,0-3 0 0 0,-1-4 0 0 0,0-3 0 0 0,75-25 0 0 0,-121 30-24 0 0,-1-1-1 0 0,0-1 1 0 0,0-1 0 0 0,-1-2-1 0 0,-1-1 1 0 0,-1-1 0 0 0,0-2-1 0 0,-1 0 1 0 0,-1-2-1 0 0,-1 0 1 0 0,-1-2 0 0 0,28-36-1 0 0,-24 24-165 0 0,-2-1 0 0 0,-1-1 0 0 0,-2-1 0 0 0,-2-1 0 0 0,-1-1-1 0 0,-2 0 1 0 0,-2-1 0 0 0,-2-1 0 0 0,-1-1 0 0 0,-3 0 0 0 0,-1 0-1 0 0,-2 0 1 0 0,-2-1 0 0 0,-3-66 0 0 0,-9-6-47 0 0,-4 1-1 0 0,-6 1 1 0 0,-33-117 0 0 0,38 178-129 0 0,-2 1 0 0 0,-2 0 0 0 0,-2 1 0 0 0,-30-54 0 0 0,40 88-60 0 0,0 2 0 0 0,-1-1 0 0 0,-1 1 0 0 0,-1 1 0 0 0,0 0 0 0 0,0 0 0 0 0,-2 1 1 0 0,1 1-1 0 0,-2 0 0 0 0,0 1 0 0 0,0 1 0 0 0,-1 0 0 0 0,0 1 0 0 0,0 1 0 0 0,-34-12 0 0 0,-19 4-710 0 0,-5 9-184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6:43.9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9 11058 0 0,'-6'-9'1881'0'0,"9"23"2101"0"0,34 102-1773 0 0,23 127 1 0 0,6 128-1615 0 0,-26-136-267 0 0,-12-67-290 0 0,16 83 54 0 0,-29-182-66 0 0,40 106 0 0 0,-42-140-113 0 0,1-2-940 0 0,-2 1 0 0 0,-1 0 1 0 0,12 65-1 0 0,-22-81-5694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6:44.7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4145 0 0,'0'0'118'0'0,"0"1"0"0"0,0-1 0 0 0,0 1 0 0 0,0-1-1 0 0,0 1 1 0 0,0-1 0 0 0,0 1 0 0 0,0-1 0 0 0,1 1 0 0 0,-1-1 0 0 0,0 1 0 0 0,0-1 0 0 0,1 1 0 0 0,-1-1 0 0 0,0 0 0 0 0,1 1-1 0 0,-1-1 1 0 0,0 1 0 0 0,1-1 0 0 0,-1 0 0 0 0,1 0 0 0 0,-1 1 0 0 0,0-1 0 0 0,1 0 0 0 0,-1 1 0 0 0,1-1 0 0 0,-1 0 0 0 0,1 0-1 0 0,-1 0 1 0 0,1 0 0 0 0,-1 0 0 0 0,1 1 0 0 0,-1-1 0 0 0,1 0 0 0 0,-1 0 0 0 0,1 0 0 0 0,-1 0 0 0 0,1 0 0 0 0,-1-1 0 0 0,1 1-1 0 0,-1 0 1 0 0,1 0 0 0 0,-1 0 0 0 0,1 0 0 0 0,-1 0 0 0 0,1-1 0 0 0,-1 1 0 0 0,1 0 0 0 0,-1 0 0 0 0,1-1 0 0 0,-1 1 0 0 0,0 0-1 0 0,1-1 1 0 0,-1 1 0 0 0,0-1 0 0 0,1 1 0 0 0,-1 0 0 0 0,0-1 0 0 0,1 1 0 0 0,-1-1 0 0 0,0 1 0 0 0,0-1 0 0 0,1 1-1 0 0,-1-1 1 0 0,0 1 0 0 0,0-1 0 0 0,3 16 521 0 0,1-1 0 0 0,0 1 0 0 0,1 0 0 0 0,7 14-1 0 0,11 32 1372 0 0,-18-37-847 0 0,4 43 0 0 0,-8-47-708 0 0,2 1 1 0 0,0-1-1 0 0,7 22 1 0 0,2-17-329 0 0,-12-23-127 0 0,1-1 0 0 0,-1 0 1 0 0,1 0-1 0 0,0 1 0 0 0,0-1 0 0 0,-1 0 0 0 0,1 0 1 0 0,0 0-1 0 0,0 0 0 0 0,0 0 0 0 0,0 0 0 0 0,0 0 0 0 0,0 0 1 0 0,0 0-1 0 0,1-1 0 0 0,1 2 0 0 0,-8-14-3439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6:46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355 40 9674 0 0,'-250'105'3046'0'0,"163"-65"-1168"0"0,70-31-994 0 0,22-8 135 0 0,29-8-149 0 0,-33 7-896 0 0,179-41 1118 0 0,244-26 1 0 0,106 40-170 0 0,121-12 205 0 0,-617 34-1176 0 0,-14 2-114 0 0,1 0 0 0 0,0 1 0 0 0,1 1 0 0 0,-1 1 0 0 0,36 5-1 0 0,-43 2-2596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6:46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99 8754 0 0,'-11'0'5346'0'0,"84"-20"-1852"0"0,148-37 478 0 0,-180 49-4634 0 0,0 2 1 0 0,1 1 0 0 0,58 2-1 0 0,-82 3-862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6:47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8290 0 0,'0'0'889'0'0,"3"32"6954"0"0,5 19-4554 0 0,1-2-2389 0 0,18 175 367 0 0,79 465-404 0 0,-71-493-678 0 0,-26-111-6633 0 0,-8-67-892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6:47.7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10 336 10594 0 0,'-9'-7'733'0'0,"8"5"95"0"0,18 4 673 0 0,0 1-926 0 0,46-5 531 0 0,-1-1 1 0 0,70-14-1 0 0,-41 4-556 0 0,143-17 723 0 0,589-48 400 0 0,-609 73-1598 0 0,899-41 513 0 0,-1046 40-585 0 0,837-56 292 0 0,-385 36 149 0 0,-315 16-410 0 0,-67 2-10 0 0,193 12 0 0 0,-316-6-1131 0 0,-16-8-1456 0 0,0 9 2111 0 0,1-1 1 0 0,-1 1-1 0 0,1-1 1 0 0,-1 1-1 0 0,0-1 1 0 0,1 1-1 0 0,-1 0 1 0 0,0-1-1 0 0,0 1 1 0 0,-4-1-1 0 0,2 1-156 0 0,0 1 0 0 0,0 0-1 0 0,0-1 1 0 0,0 2-1 0 0,-1-1 1 0 0,1 0 0 0 0,0 1-1 0 0,-7 2 1 0 0,1-1 213 0 0,-4 1 395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6:48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 2761 0 0,'-1'0'134'0'0,"1"0"1"0"0,0 0-1 0 0,-1 0 0 0 0,-6 3 3228 0 0,6-2-3228 0 0,1-1 1 0 0,0 0-1 0 0,0 1 1 0 0,0-1-1 0 0,0 0 1 0 0,0 1-1 0 0,-1-1 1 0 0,1 0-1 0 0,0 1 0 0 0,0-1 1 0 0,0 0-1 0 0,0 1 1 0 0,0-1-1 0 0,0 0 1 0 0,0 1-1 0 0,0-1 1 0 0,0 1-1 0 0,1-1 1 0 0,-1 0-1 0 0,0 1 0 0 0,1 1 1077 0 0,0-1-1077 0 0,16 23 6805 0 0,-11-17-6601 0 0,0 3 502 0 0,0 1 0 0 0,-1 0-1 0 0,6 18 1 0 0,0 4-478 0 0,5 36-1 0 0,37 273-117 0 0,-32-181-253 0 0,45 164 0 0 0,-42-237 14 0 0,-4 1 0 0 0,17 176 1 0 0,-31-176 498 0 0,31 160 0 0 0,-35-240-590 0 0,-1 1 0 0 0,0 0 0 0 0,0-1 0 0 0,-1 1 0 0 0,0 0 0 0 0,-1 0 0 0 0,-2 9 0 0 0,-9 36-4894 0 0,4-20-1267 0 0,5-22 3975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6:49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0 6449 0 0,'-40'45'5966'0'0,"-6"7"-3584"0"0,40-47-2259 0 0,2-1 78 0 0,0 0 0 0 0,-1 0 0 0 0,1 0 0 0 0,1 1-1 0 0,-1-1 1 0 0,-4 9 0 0 0,7-12-164 0 0,1 0-1 0 0,0 0 0 0 0,-1 0 1 0 0,1-1-1 0 0,0 1 1 0 0,0 0-1 0 0,0 0 1 0 0,0 0-1 0 0,0 0 1 0 0,0-1-1 0 0,0 1 1 0 0,0 0-1 0 0,0 0 1 0 0,0 0-1 0 0,0 0 1 0 0,0-1-1 0 0,1 1 0 0 0,-1 0 1 0 0,0 0-1 0 0,1 1 1 0 0,0-1 3 0 0,1 1 1 0 0,-1-1 0 0 0,0 0-1 0 0,1 1 1 0 0,-1-1-1 0 0,1 0 1 0 0,-1 0-1 0 0,1 0 1 0 0,-1 0 0 0 0,1-1-1 0 0,0 1 1 0 0,0 0-1 0 0,2 0 1 0 0,16 5 146 0 0,0-1-1 0 0,1-1 1 0 0,0-1 0 0 0,37 1 0 0 0,84-9 647 0 0,-142 4-832 0 0,1 1 0 0 0,0 0 0 0 0,0 0-1 0 0,0 0 1 0 0,0 0 0 0 0,0-1 0 0 0,-1 1 0 0 0,1 1 0 0 0,0-1-1 0 0,0 0 1 0 0,0 0 0 0 0,0 0 0 0 0,0 0 0 0 0,0 1-1 0 0,-1-1 1 0 0,1 0 0 0 0,0 1 0 0 0,0-1 0 0 0,0 0 0 0 0,-1 1-1 0 0,1-1 1 0 0,0 1 0 0 0,-1-1 0 0 0,1 1 0 0 0,0 0-1 0 0,0 0 1 0 0,-1 0 5 0 0,0 0-1 0 0,0 1 1 0 0,0-1 0 0 0,0 0-1 0 0,0 0 1 0 0,0 0-1 0 0,0 0 1 0 0,0 0 0 0 0,-1 0-1 0 0,1 0 1 0 0,0 0-1 0 0,-1 0 1 0 0,1 0-1 0 0,-1 0 1 0 0,1 0 0 0 0,-1 0-1 0 0,0 1 1 0 0,-36 41 264 0 0,35-41-254 0 0,-32 30 141 0 0,21-20-77 0 0,0-1 0 0 0,0 2 0 0 0,2-1 1 0 0,-1 2-1 0 0,2 0 0 0 0,0 0 0 0 0,0 0 0 0 0,-7 17 0 0 0,16-30-91 0 0,1 1-1 0 0,-1-1 1 0 0,1 0-1 0 0,-1 0 1 0 0,1 1-1 0 0,-1-1 0 0 0,1 0 1 0 0,-1 0-1 0 0,1 1 1 0 0,0-1-1 0 0,0 0 1 0 0,0 1-1 0 0,0-1 1 0 0,0 1-1 0 0,0-1 0 0 0,0 0 1 0 0,0 1-1 0 0,1-1 1 0 0,-1 0-1 0 0,0 1 1 0 0,1-1-1 0 0,-1 0 0 0 0,1 0 1 0 0,0 0-1 0 0,-1 1 1 0 0,1-1-1 0 0,0 0 1 0 0,0 0-1 0 0,-1 0 0 0 0,1 0 1 0 0,0 0-1 0 0,0 0 1 0 0,0 0-1 0 0,0 0 1 0 0,0-1-1 0 0,1 1 0 0 0,-1 0 1 0 0,0-1-1 0 0,0 1 1 0 0,0 0-1 0 0,1-1 1 0 0,-1 0-1 0 0,0 1 1 0 0,1-1-1 0 0,-1 0 0 0 0,0 1 1 0 0,1-1-1 0 0,-1 0 1 0 0,3 0-1 0 0,9 0-121 0 0,-1 0 0 0 0,1-1-1 0 0,-1-1 1 0 0,16-3 0 0 0,-17 3 105 0 0,17-3 19 0 0,-15 2-5 0 0,1 0-1 0 0,-1 1 1 0 0,1 1 0 0 0,21 0-1 0 0,-35 1 14 0 0,1 0-1 0 0,-1 0 0 0 0,1 0 0 0 0,-1 0 0 0 0,1 0 1 0 0,0 0-1 0 0,-1 1 0 0 0,1-1 0 0 0,-1 0 0 0 0,1 0 1 0 0,-1 0-1 0 0,1 0 0 0 0,0 1 0 0 0,-1-1 0 0 0,1 0 1 0 0,-1 1-1 0 0,1-1 0 0 0,-1 0 0 0 0,0 1 0 0 0,1-1 1 0 0,-1 1-1 0 0,1-1 0 0 0,-1 1 0 0 0,0-1 0 0 0,1 0 1 0 0,-1 1-1 0 0,0-1 0 0 0,1 1 0 0 0,-1 0 0 0 0,0-1 0 0 0,0 2 1 0 0,0-1-3 0 0,0 1 0 0 0,0-1 0 0 0,0 1 0 0 0,0-1 0 0 0,-1 1 0 0 0,1-1 0 0 0,-1 0 1 0 0,1 1-1 0 0,-1-1 0 0 0,1 1 0 0 0,-1-1 0 0 0,-1 2 0 0 0,-28 36-50 0 0,28-37 52 0 0,-35 36 87 0 0,24-28-25 0 0,2 2 0 0 0,0 0 1 0 0,0 0-1 0 0,1 1 0 0 0,-17 28 1 0 0,27-40-55 0 0,-1-1 0 0 0,1 1 1 0 0,-1 0-1 0 0,1-1 1 0 0,0 1-1 0 0,0 0 1 0 0,-1 0-1 0 0,1 0 0 0 0,0-1 1 0 0,0 1-1 0 0,0 0 1 0 0,0 0-1 0 0,0 0 1 0 0,0-1-1 0 0,0 1 1 0 0,0 0-1 0 0,0 0 0 0 0,0 0 1 0 0,0-1-1 0 0,0 1 1 0 0,1 0-1 0 0,-1 0 1 0 0,0-1-1 0 0,0 1 0 0 0,1 0 1 0 0,-1 0-1 0 0,1-1 1 0 0,0 2-1 0 0,0-1-10 0 0,1 0 0 0 0,-1 0 0 0 0,1-1 0 0 0,-1 1 0 0 0,1 0 0 0 0,-1-1-1 0 0,1 1 1 0 0,-1-1 0 0 0,1 0 0 0 0,0 1 0 0 0,-1-1 0 0 0,1 0 0 0 0,2 0 0 0 0,8 0-110 0 0,1-1-1 0 0,23-6 1 0 0,-30 6 81 0 0,7-1-4 0 0,39-7-528 0 0,-49 9 297 0 0,0-1 0 0 0,0 1 0 0 0,0 0 0 0 0,0 0-1 0 0,-1 1 1 0 0,1-1 0 0 0,0 1 0 0 0,0-1 0 0 0,0 1 0 0 0,-1 0 0 0 0,1 0 0 0 0,0 0-1 0 0,-1 0 1 0 0,5 3 0 0 0,-7-4 169 0 0,1 1-1 0 0,-1 0 1 0 0,1-1-1 0 0,-1 1 0 0 0,1 0 1 0 0,-1-1-1 0 0,0 1 1 0 0,1 0-1 0 0,-1 0 1 0 0,0 0-1 0 0,0-1 1 0 0,1 1-1 0 0,-1 0 1 0 0,0 0-1 0 0,0 0 0 0 0,0 0 1 0 0,0 1-1 0 0,-5 31 1781 0 0,1-6 321 0 0,9 1-996 0 0,0-1 0 0 0,2 0-1 0 0,14 39 1 0 0,-9-32-404 0 0,9 43-1 0 0,8 148 264 0 0,4 20-465 0 0,76 438 1175 0 0,-102-613-1720 0 0,15 295-1552 0 0,-22-345-3975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6:50.2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34 4609 0 0,'-1'-18'2572'0'0,"0"3"3270"0"0,2 15-5666 0 0,0 1 0 0 0,0-1 0 0 0,-1 1-1 0 0,1-1 1 0 0,0 1 0 0 0,0-1 0 0 0,0 1 0 0 0,-1-1 0 0 0,1 1-1 0 0,0 0 1 0 0,-1-1 0 0 0,1 1 0 0 0,-1 0 0 0 0,1 0-1 0 0,0-1 1 0 0,-1 1 0 0 0,0 0 0 0 0,1 0 0 0 0,0 1 0 0 0,24 38 1432 0 0,-1 1 0 0 0,36 87 0 0 0,18 94-1182 0 0,-36-96-781 0 0,-39-117-72 0 0,4 8-864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6:50.5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20 503 5985 0 0,'-7'-32'266'0'0,"2"0"-1"0"0,1-1 0 0 0,2 1 1 0 0,1-1-1 0 0,5-51 1 0 0,-4 78-243 0 0,2-19 592 0 0,1 1 0 0 0,1-1-1 0 0,2 1 1 0 0,13-41-1 0 0,-17 60-422 0 0,0 0 0 0 0,0 0 0 0 0,1 0 0 0 0,0 0 0 0 0,0 0 0 0 0,0 1 1 0 0,0-1-1 0 0,1 1 0 0 0,0 0 0 0 0,0 0 0 0 0,0 0 0 0 0,0 0 0 0 0,1 1 0 0 0,-1 0 0 0 0,1 0 0 0 0,0 0 0 0 0,0 0 0 0 0,0 1 0 0 0,0 0 0 0 0,1 0 0 0 0,-1 0 0 0 0,0 0 0 0 0,1 1 0 0 0,-1 0 0 0 0,1 1 0 0 0,11-1 0 0 0,-13 1-37 0 0,0 0 0 0 0,0 0 0 0 0,0 0 0 0 0,0 0 0 0 0,0 1 0 0 0,-1 0 0 0 0,1 0 0 0 0,0 0 0 0 0,0 0 0 0 0,-1 1 0 0 0,6 2 0 0 0,-8-3-117 0 0,1 1 0 0 0,0-1 1 0 0,-1 1-1 0 0,1 0 0 0 0,-1 0 1 0 0,1-1-1 0 0,-1 1 0 0 0,0 0 1 0 0,0 0-1 0 0,0 1 0 0 0,0-1 1 0 0,0 0-1 0 0,0 0 1 0 0,-1 0-1 0 0,1 1 0 0 0,-1-1 1 0 0,1 0-1 0 0,-1 1 0 0 0,0-1 1 0 0,0 4-1 0 0,-2 22-22 0 0,-1 0 0 0 0,-1 0 0 0 0,-1 0 1 0 0,-2-1-1 0 0,-15 41 0 0 0,4-10-9 0 0,9-27 73 0 0,-12 43 17 0 0,20-66 61 0 0,0-1 0 0 0,0 0 0 0 0,0 1 0 0 0,1-1 0 0 0,0 1 0 0 0,1-1-1 0 0,2 14 1 0 0,-3-19-131 0 0,1 1-1 0 0,0-1 1 0 0,0 0-1 0 0,-1 0 1 0 0,1 0-1 0 0,1 0 1 0 0,-1 0-1 0 0,0 0 0 0 0,0-1 1 0 0,1 1-1 0 0,-1 0 1 0 0,1-1-1 0 0,-1 1 1 0 0,1 0-1 0 0,0-1 1 0 0,0 0-1 0 0,-1 1 1 0 0,1-1-1 0 0,3 1 1 0 0,-1 0 64 0 0,1-1 1 0 0,-1 1-1 0 0,1-1 1 0 0,-1 0-1 0 0,1-1 1 0 0,0 1-1 0 0,-1-1 1 0 0,1 0-1 0 0,4 0 1 0 0,5-2 116 0 0,0 0 1 0 0,0-1 0 0 0,-1 0-1 0 0,1-1 1 0 0,17-8 0 0 0,6-5-670 0 0,47-18-3635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6:50.8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6913 0 0,'6'6'851'0'0,"1"1"0"0"0,-1 0 0 0 0,0 0 0 0 0,-1 1 0 0 0,0-1 0 0 0,0 1 0 0 0,-1 0 1 0 0,7 17-1 0 0,1-1 678 0 0,4 10 95 0 0,-2 0 0 0 0,0 1 0 0 0,13 62 0 0 0,10 112-3611 0 0,-36-183-914 0 0,-1-21 2540 0 0,0 0 0 0 0,0-1 0 0 0,0 1-1 0 0,0 0 1 0 0,1-1 0 0 0,0 1 0 0 0,0 0-1 0 0,3 6 1 0 0,-3-11 361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6:51.0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0 185 7834 0 0,'62'-34'9363'0'0,"76"-36"-4363"0"0,-7-11-6838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6:51.2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19 3569 0 0,'-3'-2'101'0'0,"0"0"0"0"0,0 0 0 0 0,0 0 0 0 0,-1 0 1 0 0,1 1-1 0 0,-1-1 0 0 0,1 1 0 0 0,-1 0 0 0 0,0 0 0 0 0,1 0 1 0 0,-1 1-1 0 0,-4-1 0 0 0,6 1 128 0 0,0 0-1 0 0,1 0 1 0 0,-1 0-1 0 0,1 0 1 0 0,-1 0 0 0 0,1 0-1 0 0,-1 0 1 0 0,1 1 0 0 0,-1-1-1 0 0,1 1 1 0 0,0-1 0 0 0,-1 1-1 0 0,1-1 1 0 0,-1 1-1 0 0,1 0 1 0 0,0 0 0 0 0,0 0-1 0 0,-1 0 1 0 0,1 0 0 0 0,0 0-1 0 0,0 0 1 0 0,0 0-1 0 0,0 0 1 0 0,0 0 0 0 0,0 1-1 0 0,1-1 1 0 0,-1 0 0 0 0,0 1-1 0 0,1-1 1 0 0,-1 0-1 0 0,1 1 1 0 0,-1-1 0 0 0,0 4-1 0 0,1-3 161 0 0,0 1-1 0 0,0 0 0 0 0,0 0 0 0 0,1 0 0 0 0,-1-1 1 0 0,1 1-1 0 0,-1 0 0 0 0,1 0 0 0 0,0-1 0 0 0,0 1 1 0 0,0 0-1 0 0,0-1 0 0 0,1 1 0 0 0,2 3 0 0 0,30 36 2121 0 0,-20-27-1877 0 0,-1 2-326 0 0,0 1 1 0 0,-2 0 0 0 0,0 1 0 0 0,16 34 0 0 0,18 86-2112 0 0,-38-114-5838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6:51.5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6 9218 0 0,'-7'-5'3028'0'0,"21"18"-411"0"0,19 36-1113 0 0,-2 2-1 0 0,-2 1 1 0 0,35 88 0 0 0,-41-88-1193 0 0,9 10-1178 0 0,-22-47-75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6:51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5 299 5529 0 0,'-1'-4'199'0'0,"0"-1"-1"0"0,0 1 1 0 0,0-1-1 0 0,1 1 1 0 0,0-1-1 0 0,0 1 1 0 0,0-1-1 0 0,0 1 1 0 0,1-1-1 0 0,-1 1 1 0 0,1-1-1 0 0,2-5 1 0 0,20-53 2360 0 0,-17 50-1932 0 0,1 1 0 0 0,0-1-1 0 0,1 1 1 0 0,0 0 0 0 0,1 1 0 0 0,1 0 0 0 0,17-16 0 0 0,-20 20-313 0 0,1 1 1 0 0,-1 0-1 0 0,1 0 0 0 0,1 1 1 0 0,-1 0-1 0 0,1 1 1 0 0,0 0-1 0 0,0 0 0 0 0,0 1 1 0 0,0 0-1 0 0,0 0 0 0 0,14-1 1 0 0,-21 4-274 0 0,0-1 1 0 0,-1 1-1 0 0,1 0 1 0 0,0 0-1 0 0,0 0 1 0 0,0 0-1 0 0,0 1 0 0 0,-1-1 1 0 0,1 1-1 0 0,0-1 1 0 0,0 1-1 0 0,-1-1 1 0 0,1 1-1 0 0,0 0 0 0 0,-1 0 1 0 0,1 0-1 0 0,-1 0 1 0 0,1 0-1 0 0,-1 0 1 0 0,1 0-1 0 0,-1 0 1 0 0,0 1-1 0 0,2 1 0 0 0,-1 1-20 0 0,0-1 0 0 0,-1 0-1 0 0,1 1 1 0 0,-1 0 0 0 0,0-1 0 0 0,0 1-1 0 0,0 0 1 0 0,0-1 0 0 0,-1 1-1 0 0,0 7 1 0 0,0 7-92 0 0,-2 0 0 0 0,0 0 0 0 0,-8 30-1 0 0,-34 89-553 0 0,5-24 720 0 0,38-110 11 0 0,0 1 1 0 0,0-1-1 0 0,0 1 1 0 0,1 0-1 0 0,0-1 1 0 0,-1 1-1 0 0,1 0 1 0 0,0 0 0 0 0,1-1-1 0 0,-1 1 1 0 0,1 0-1 0 0,-1-1 1 0 0,1 1-1 0 0,2 5 1 0 0,-2-8-68 0 0,0 1 1 0 0,0-1-1 0 0,1 1 0 0 0,-1-1 1 0 0,0 0-1 0 0,1 0 0 0 0,-1 1 1 0 0,1-1-1 0 0,-1 0 0 0 0,1 0 1 0 0,-1 0-1 0 0,1-1 0 0 0,0 1 1 0 0,-1 0-1 0 0,1 0 0 0 0,0-1 1 0 0,0 1-1 0 0,-1-1 0 0 0,1 0 1 0 0,0 0-1 0 0,0 1 0 0 0,0-1 1 0 0,0 0-1 0 0,0 0 1 0 0,-1-1-1 0 0,1 1 0 0 0,0 0 1 0 0,0-1-1 0 0,0 1 0 0 0,2-2 1 0 0,10-2-46 0 0,0-2 0 0 0,0 1 0 0 0,-1-2 0 0 0,0 0 0 0 0,0 0 0 0 0,-1-1 0 0 0,13-10 0 0 0,29-18-1991 0 0,-38 26 498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6:52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44 8290 0 0,'0'-1'127'0'0,"-1"1"-1"0"0,1-1 1 0 0,0 1 0 0 0,-1-1 0 0 0,1 0 0 0 0,0 1-1 0 0,-1-1 1 0 0,1 0 0 0 0,0 1 0 0 0,0-1 0 0 0,0 0-1 0 0,0 0 1 0 0,0 1 0 0 0,-1-1 0 0 0,1 0 0 0 0,0 1-1 0 0,1-1 1 0 0,-1 0 0 0 0,0 0 0 0 0,0 1-1 0 0,0-1 1 0 0,0 0 0 0 0,0 1 0 0 0,1-1 0 0 0,-1 0-1 0 0,0 1 1 0 0,1-1 0 0 0,-1 0 0 0 0,0 1 0 0 0,2-2-1 0 0,-1 1 197 0 0,1-1 0 0 0,0 0 0 0 0,0 1 0 0 0,0 0 0 0 0,0-1 0 0 0,0 1 0 0 0,0 0 0 0 0,1 0 0 0 0,3-1 0 0 0,0 0 321 0 0,1 0 0 0 0,-1 1-1 0 0,1 0 1 0 0,0 0 0 0 0,-1 0 0 0 0,13 1-1 0 0,-16 0-524 0 0,0 1 0 0 0,0 0 0 0 0,0-1-1 0 0,0 1 1 0 0,-1 0 0 0 0,1 0 0 0 0,0 1 0 0 0,0-1-1 0 0,-1 0 1 0 0,1 1 0 0 0,-1 0 0 0 0,1 0-1 0 0,-1-1 1 0 0,0 1 0 0 0,1 1 0 0 0,-1-1 0 0 0,3 5-1 0 0,-3-3-44 0 0,0 0 0 0 0,0 0 0 0 0,0 0 0 0 0,0 1 0 0 0,-1-1 0 0 0,0 1-1 0 0,0 0 1 0 0,0-1 0 0 0,0 1 0 0 0,-1 7 0 0 0,0 9-58 0 0,-2 1 1 0 0,-1-1 0 0 0,-1 1-1 0 0,-7 22 1 0 0,6-22 99 0 0,-2 5-88 0 0,3-15-2 0 0,1 1 1 0 0,0-1 0 0 0,1 0 0 0 0,0 1 0 0 0,1 0 0 0 0,0-1 0 0 0,1 1 0 0 0,0 0-1 0 0,4 19 1 0 0,-4-30-25 0 0,1 0 0 0 0,-1-1 0 0 0,1 1 0 0 0,-1-1 0 0 0,1 1 0 0 0,0-1 0 0 0,-1 1-1 0 0,1-1 1 0 0,0 0 0 0 0,0 1 0 0 0,0-1 0 0 0,0 0 0 0 0,0 0 0 0 0,0 1 0 0 0,1-1 0 0 0,-1 0 0 0 0,0 0-1 0 0,0 0 1 0 0,1-1 0 0 0,-1 1 0 0 0,1 0 0 0 0,-1 0 0 0 0,1-1 0 0 0,-1 1 0 0 0,1-1 0 0 0,-1 1-1 0 0,1-1 1 0 0,0 0 0 0 0,-1 0 0 0 0,1 1 0 0 0,-1-1 0 0 0,1 0 0 0 0,0 0 0 0 0,-1-1 0 0 0,1 1-1 0 0,0 0 1 0 0,-1 0 0 0 0,1-1 0 0 0,1 0 0 0 0,6-2-9 0 0,-1-1-1 0 0,0 0 1 0 0,-1 0-1 0 0,1 0 1 0 0,12-11-1 0 0,3-2-172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6:52.9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7 6913 0 0,'-33'26'-220'0'0,"31"-25"373"0"0,1 0 1 0 0,0 1-1 0 0,-1-1 0 0 0,1 1 0 0 0,0-1 0 0 0,0 1 0 0 0,-1-1 0 0 0,1 1 0 0 0,0 0 0 0 0,1 0 0 0 0,-1-1 0 0 0,0 1 1 0 0,0 0-1 0 0,1 0 0 0 0,-1 0 0 0 0,1 0 0 0 0,0 0 0 0 0,-1 3 0 0 0,2-4-13 0 0,0 0 0 0 0,-1 0 0 0 0,1-1 0 0 0,0 1 0 0 0,0 0 0 0 0,-1-1-1 0 0,1 1 1 0 0,0 0 0 0 0,0-1 0 0 0,0 1 0 0 0,0-1 0 0 0,0 1 0 0 0,0-1 0 0 0,0 0 0 0 0,0 1 0 0 0,0-1-1 0 0,0 0 1 0 0,0 0 0 0 0,0 0 0 0 0,0 1 0 0 0,2-2 0 0 0,27 3 693 0 0,-26-2-655 0 0,112-6 1186 0 0,146-24 0 0 0,65-5 173 0 0,363 27 271 0 0,-124 51-1744 0 0,-538-39-57 0 0,-15-3 5 0 0,0 0-1 0 0,0 2 1 0 0,0 0-1 0 0,0 0 1 0 0,-1 1 0 0 0,17 7-1 0 0,-28-11-10 0 0,0 1 0 0 0,-1-1 0 0 0,1 0 1 0 0,0 1-1 0 0,0-1 0 0 0,-1 1 0 0 0,1-1 0 0 0,-1 1 0 0 0,1-1 0 0 0,0 1 0 0 0,-1-1 0 0 0,1 1 0 0 0,-1-1 0 0 0,1 1 0 0 0,-1 0 0 0 0,1-1 0 0 0,-1 1 0 0 0,0 0 0 0 0,1 0 1 0 0,-1-1-1 0 0,0 1 0 0 0,1 0 0 0 0,-1 0 0 0 0,0-1 0 0 0,0 1 0 0 0,0 0 0 0 0,0 0 0 0 0,0 0 0 0 0,0-1 0 0 0,0 1 0 0 0,0 1 0 0 0,-1 0 41 0 0,0-1 0 0 0,0 1-1 0 0,0 0 1 0 0,0-1 0 0 0,0 1-1 0 0,0-1 1 0 0,0 0 0 0 0,-1 1-1 0 0,1-1 1 0 0,-1 0 0 0 0,1 0 0 0 0,-1 0-1 0 0,-1 1 1 0 0,-3 1-342 0 0,1 0-1 0 0,-1 0 1 0 0,0 0 0 0 0,0-1 0 0 0,0 0-1 0 0,0 0 1 0 0,-10 1 0 0 0,11-3-1172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6:53.1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 1376 0 0,'-1'-1'310'0'0,"-1"1"-1"0"0,1 0 0 0 0,0 0 0 0 0,-1 0 1 0 0,1 0-1 0 0,-1 1 0 0 0,1-1 0 0 0,0 0 1 0 0,-1 1-1 0 0,1-1 0 0 0,0 0 1 0 0,0 1-1 0 0,-1 0 0 0 0,1-1 0 0 0,0 1 1 0 0,0 0-1 0 0,0-1 0 0 0,0 1 0 0 0,-1 0 1 0 0,1 0-1 0 0,1 0 0 0 0,-1 0 0 0 0,0 0 1 0 0,0 0-1 0 0,0 0 0 0 0,0 1 1 0 0,1-1-1 0 0,-1 0 0 0 0,0 0 0 0 0,1 0 1 0 0,0 1-1 0 0,-1-1 0 0 0,1 0 0 0 0,-1 1 1 0 0,1-1-1 0 0,0 0 0 0 0,0 1 1 0 0,0 2-1 0 0,0 5 687 0 0,1 1 0 0 0,1-1 0 0 0,-1 1 0 0 0,7 16 0 0 0,-2 1-647 0 0,39 320 2647 0 0,-7-42-2325 0 0,40 73-171 0 0,21 142 102 0 0,-80-386-508 0 0,-5-42-39 0 0,2 124 1 0 0,-17-183-1776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6:54.1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0 10594 0 0,'-52'31'1103'0'0,"38"-24"-128"0"0,0 1 0 0 0,0 1 0 0 0,0 0 0 0 0,1 1 0 0 0,1 0 1 0 0,-16 16-1 0 0,28-26-955 0 0,0 1 1 0 0,0-1-1 0 0,0 0 1 0 0,0 0-1 0 0,-1 0 1 0 0,1 0-1 0 0,0 0 1 0 0,0 1 0 0 0,0-1-1 0 0,0 0 1 0 0,0 0-1 0 0,0 0 1 0 0,0 0-1 0 0,0 1 1 0 0,0-1-1 0 0,0 0 1 0 0,0 0 0 0 0,0 0-1 0 0,0 0 1 0 0,0 1-1 0 0,0-1 1 0 0,0 0-1 0 0,0 0 1 0 0,0 0-1 0 0,0 0 1 0 0,0 1 0 0 0,0-1-1 0 0,0 0 1 0 0,0 0-1 0 0,1 0 1 0 0,-1 0-1 0 0,0 1 1 0 0,0-1-1 0 0,0 0 1 0 0,0 0 0 0 0,0 0-1 0 0,0 0 1 0 0,0 0-1 0 0,1 0 1 0 0,-1 0-1 0 0,0 1 1 0 0,0-1-1 0 0,0 0 1 0 0,0 0-1 0 0,1 0 1 0 0,-1 0 0 0 0,0 0-1 0 0,14 3 391 0 0,12-1-96 0 0,27-7 105 0 0,-36 3-387 0 0,0 0 0 0 0,0 1 0 0 0,0 1 0 0 0,0 0-1 0 0,22 4 1 0 0,-38-4-35 0 0,0 0 0 0 0,0 0 0 0 0,-1 1 0 0 0,1-1-1 0 0,0 0 1 0 0,-1 0 0 0 0,1 0 0 0 0,-1 1 0 0 0,1-1 0 0 0,0 0-1 0 0,-1 1 1 0 0,1-1 0 0 0,-1 1 0 0 0,1-1 0 0 0,-1 0-1 0 0,1 1 1 0 0,-1-1 0 0 0,1 1 0 0 0,-1-1 0 0 0,1 1-1 0 0,-1 0 1 0 0,0-1 0 0 0,1 1 0 0 0,-1-1 0 0 0,0 1-1 0 0,1 0 1 0 0,-1-1 0 0 0,0 1 0 0 0,0 0 0 0 0,0 0-1 0 0,0 1-18 0 0,0 0 0 0 0,0 0-1 0 0,-1 0 1 0 0,1 0-1 0 0,-1-1 1 0 0,0 1 0 0 0,1 0-1 0 0,-1 0 1 0 0,0-1-1 0 0,0 1 1 0 0,-2 2 0 0 0,-5 7-278 0 0,-1-1 0 0 0,-15 16 0 0 0,17-20 24 0 0,-32 34-334 0 0,17-20 582 0 0,1 2 0 0 0,0 0 1 0 0,2 1-1 0 0,-28 45 0 0 0,47-67 49 0 0,-1 0 1 0 0,0 0-1 0 0,1 0 0 0 0,-1-1 0 0 0,1 1 0 0 0,0 0 1 0 0,-1 0-1 0 0,1 0 0 0 0,0 0 0 0 0,-1 1 0 0 0,1-1 0 0 0,0 0 1 0 0,0 0-1 0 0,0 0 0 0 0,0 0 0 0 0,0 0 0 0 0,0 0 0 0 0,0 0 1 0 0,0 0-1 0 0,1 0 0 0 0,-1 0 0 0 0,0 0 0 0 0,1 0 0 0 0,-1 0 1 0 0,1 2-1 0 0,1-2 1 0 0,-1 0 1 0 0,0 0-1 0 0,0 0 1 0 0,1 0-1 0 0,-1-1 1 0 0,1 1-1 0 0,-1 0 1 0 0,0-1 0 0 0,1 1-1 0 0,-1-1 1 0 0,1 1-1 0 0,0-1 1 0 0,-1 0-1 0 0,1 1 1 0 0,1-1-1 0 0,10 0 89 0 0,-1 0-1 0 0,0-1 1 0 0,18-3-1 0 0,-25 3-63 0 0,12-2 96 0 0,-10 1-131 0 0,-1 0 1 0 0,0 1-1 0 0,1 0 1 0 0,-1 0-1 0 0,1 1 0 0 0,0 0 1 0 0,-1 0-1 0 0,1 1 0 0 0,11 1 1 0 0,-17-1-22 0 0,-1-1 0 0 0,1 1 1 0 0,0 0-1 0 0,-1-1 1 0 0,1 1-1 0 0,-1 0 0 0 0,1-1 1 0 0,-1 1-1 0 0,1 0 1 0 0,-1-1-1 0 0,1 1 0 0 0,-1 0 1 0 0,0 0-1 0 0,0 0 1 0 0,1-1-1 0 0,-1 1 0 0 0,0 0 1 0 0,0 0-1 0 0,0 0 1 0 0,0 0-1 0 0,0 0 0 0 0,0-1 1 0 0,0 1-1 0 0,0 0 1 0 0,0 0-1 0 0,0 0 0 0 0,0 0 1 0 0,-1-1-1 0 0,1 1 1 0 0,0 0-1 0 0,-1 0 0 0 0,1 0 1 0 0,0-1-1 0 0,-1 1 1 0 0,1 0-1 0 0,-1 0 0 0 0,1-1 1 0 0,-1 1-1 0 0,-1 0 1 0 0,-23 32-433 0 0,23-31 413 0 0,-32 34-652 0 0,20-23 274 0 0,0 2-1 0 0,1 0 1 0 0,1 0 0 0 0,0 2 0 0 0,-13 23 0 0 0,24-38 254 0 0,0 1 0 0 0,0-1 0 0 0,0 0 0 0 0,0 1 0 0 0,0-1 1 0 0,1 0-1 0 0,-1 1 0 0 0,1-1 0 0 0,0 1 0 0 0,0 4 0 0 0,0-6 17 0 0,0 0-1 0 0,0 0 0 0 0,1 0 1 0 0,-1 0-1 0 0,0 0 0 0 0,1 0 1 0 0,-1 0-1 0 0,1 0 1 0 0,-1-1-1 0 0,1 1 0 0 0,-1 0 1 0 0,1 0-1 0 0,0 0 1 0 0,-1-1-1 0 0,1 1 0 0 0,0 0 1 0 0,0-1-1 0 0,-1 1 0 0 0,2 0 1 0 0,3 1-624 0 0,1 0 0 0 0,-1 0 0 0 0,1-1 0 0 0,-1 1 0 0 0,1-1 0 0 0,-1-1 0 0 0,10 1 0 0 0,-11-1 559 0 0,0 0 0 0 0,0 0 0 0 0,0 0 0 0 0,0 1 0 0 0,0 0 0 0 0,0-1 1 0 0,-1 1-1 0 0,1 1 0 0 0,0-1 0 0 0,-1 0 0 0 0,1 1 0 0 0,-1 0 1 0 0,5 3-1 0 0,-5-2 669 0 0,-1 1 1 0 0,0 0-1 0 0,0 0 1 0 0,0 0 0 0 0,0 0-1 0 0,-1 0 1 0 0,1 0-1 0 0,-1 1 1 0 0,0-1 0 0 0,0 7-1 0 0,2 50 7198 0 0,-2-27-6783 0 0,75 454 4464 0 0,-24-205-4303 0 0,44 333 1021 0 0,-90-578-2069 0 0,-1 0 1 0 0,-2 1-1 0 0,-2-1 0 0 0,-2 0 1 0 0,-1 1-1 0 0,-9 45 0 0 0,6-65-330 0 0,-2-2-87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6:54.7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 9218 0 0,'1'-1'331'0'0,"0"0"-1"0"0,0 0 1 0 0,0 0-1 0 0,0 0 1 0 0,0 0-1 0 0,0 0 1 0 0,0 1-1 0 0,1-1 1 0 0,-1 0 0 0 0,0 1-1 0 0,0-1 1 0 0,1 1-1 0 0,-1-1 1 0 0,0 1-1 0 0,0-1 1 0 0,1 1 0 0 0,-1 0-1 0 0,1 0 1 0 0,-1 0-1 0 0,0 0 1 0 0,1 0-1 0 0,-1 0 1 0 0,0 0 0 0 0,1 0-1 0 0,-1 0 1 0 0,2 1-1 0 0,-1 0-52 0 0,1 1 0 0 0,-1-1 0 0 0,0 1 0 0 0,1 0 1 0 0,-1-1-1 0 0,0 1 0 0 0,0 0 0 0 0,0 0 0 0 0,-1 0 0 0 0,1 1 0 0 0,0-1 0 0 0,1 3 0 0 0,4 8 33 0 0,-1 0 1 0 0,0 1-1 0 0,6 23 1 0 0,0 15-102 0 0,-2 0 0 0 0,-3 0 1 0 0,1 101-1 0 0,4 29-186 0 0,-10-161-25 0 0,2 0 1 0 0,9 32-1 0 0,-12-48-103 0 0,1 0 0 0 0,0-1 0 0 0,-1 1 0 0 0,1-1 0 0 0,1 1 0 0 0,-1-1 0 0 0,1 0 0 0 0,-1 0 0 0 0,1 0 0 0 0,0 0 0 0 0,1-1 0 0 0,-1 1 0 0 0,1-1 0 0 0,-1 0 0 0 0,1 0 0 0 0,0 0 0 0 0,7 3 0 0 0,-6-4-1037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6:55.0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1 200 3225 0 0,'7'-14'802'0'0,"2"1"0"0"0,0 0 1 0 0,0 0-1 0 0,2 1 0 0 0,-1 0 1 0 0,16-12-1 0 0,5-8 1223 0 0,-26 27-1531 0 0,38-37 2887 0 0,-41 40-3099 0 0,1 0-1 0 0,-1 0 1 0 0,1 0 0 0 0,0 1 0 0 0,0-1 0 0 0,0 1 0 0 0,0-1 0 0 0,0 1 0 0 0,0 0-1 0 0,0 0 1 0 0,1 1 0 0 0,-1-1 0 0 0,0 0 0 0 0,0 1 0 0 0,5 0 0 0 0,-8 0-236 0 0,1 0 0 0 0,0 0 0 0 0,0 0 0 0 0,-1 1 0 0 0,1-1 1 0 0,0 0-1 0 0,0 0 0 0 0,-1 1 0 0 0,1-1 0 0 0,0 0 0 0 0,0 1 0 0 0,-1-1 0 0 0,1 1 1 0 0,0-1-1 0 0,-1 1 0 0 0,1-1 0 0 0,-1 1 0 0 0,1-1 0 0 0,-1 1 0 0 0,1 0 0 0 0,-1-1 1 0 0,1 1-1 0 0,-1 0 0 0 0,0-1 0 0 0,1 1 0 0 0,-1 0 0 0 0,1 1 0 0 0,-1 0-14 0 0,1 1-1 0 0,-1-1 0 0 0,0 1 1 0 0,0-1-1 0 0,0 1 0 0 0,0 0 1 0 0,0-1-1 0 0,-1 5 1 0 0,-17 45-329 0 0,18-52 299 0 0,-36 72-503 0 0,26-55 591 0 0,0 0 0 0 0,2 1 0 0 0,0 0 0 0 0,1 0 1 0 0,-8 35-1 0 0,14-50 1 0 0,1 0-1 0 0,0 0 1 0 0,0-1 0 0 0,0 1 0 0 0,0 0-1 0 0,0 0 1 0 0,0 0 0 0 0,1-1 0 0 0,0 1 0 0 0,-1 0-1 0 0,1-1 1 0 0,0 1 0 0 0,0 0 0 0 0,0-1 0 0 0,1 1-1 0 0,-1-1 1 0 0,1 0 0 0 0,2 4 0 0 0,0-2-23 0 0,0 0-1 0 0,0-1 1 0 0,0 0 0 0 0,0 0 0 0 0,1 0-1 0 0,-1 0 1 0 0,1-1 0 0 0,0 1 0 0 0,7 1-1 0 0,2 1-53 0 0,0-2 0 0 0,1 1-1 0 0,0-2 1 0 0,0 0-1 0 0,-1-1 1 0 0,19-1 0 0 0,42-6-3627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6:55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 6449 0 0,'2'-1'513'0'0,"0"0"0"0"0,0 0 0 0 0,0 0 0 0 0,0 1 0 0 0,0-1 1 0 0,0 1-1 0 0,0-1 0 0 0,0 1 0 0 0,0 0 0 0 0,0 0 0 0 0,0 0 0 0 0,1 0 0 0 0,-1 0 0 0 0,2 1 0 0 0,31 7 4106 0 0,-33-7-4520 0 0,0 1 1 0 0,0-1-1 0 0,0 1 1 0 0,-1-1-1 0 0,1 1 1 0 0,0 0-1 0 0,-1 0 1 0 0,0 0-1 0 0,1 0 1 0 0,-1 0-1 0 0,0 0 1 0 0,0 0-1 0 0,0 0 1 0 0,-1 0-1 0 0,1 0 1 0 0,0 1-1 0 0,-1-1 1 0 0,1 0-1 0 0,-1 1 1 0 0,0-1-1 0 0,0 0 1 0 0,0 1-1 0 0,0-1 1 0 0,0 0-1 0 0,0 1 1 0 0,-1-1-1 0 0,1 0 0 0 0,-2 4 1 0 0,-2 10-143 0 0,0 0 1 0 0,-14 28-1 0 0,14-33 115 0 0,-8 15-104 0 0,7-15 4 0 0,0 0 1 0 0,0 1-1 0 0,1 0 1 0 0,0-1-1 0 0,-3 21 0 0 0,7-29 25 0 0,0-1 0 0 0,0 1-1 0 0,0 0 1 0 0,0-1 0 0 0,1 1-1 0 0,-1 0 1 0 0,1-1 0 0 0,-1 1-1 0 0,1 0 1 0 0,0-1 0 0 0,0 1 0 0 0,0-1-1 0 0,0 1 1 0 0,0-1 0 0 0,1 0-1 0 0,-1 1 1 0 0,1-1 0 0 0,0 0-1 0 0,0 0 1 0 0,-1 0 0 0 0,1 0-1 0 0,0-1 1 0 0,1 1 0 0 0,-1 0-1 0 0,0-1 1 0 0,0 1 0 0 0,1-1-1 0 0,-1 0 1 0 0,1 0 0 0 0,4 2 0 0 0,22 7-47 0 0,-17-7-33 0 0,0 1 0 0 0,-1 1 1 0 0,1 0-1 0 0,-1 1 0 0 0,0 0 0 0 0,11 8 0 0 0,-19-11 67 0 0,-1-1 1 0 0,1 1-1 0 0,-1-1 0 0 0,0 1 1 0 0,0 0-1 0 0,0 0 0 0 0,0 0 0 0 0,0 0 1 0 0,0 0-1 0 0,-1 1 0 0 0,0-1 1 0 0,0 0-1 0 0,0 1 0 0 0,0-1 0 0 0,0 1 1 0 0,0-1-1 0 0,-1 1 0 0 0,0 0 1 0 0,0-1-1 0 0,0 1 0 0 0,0-1 1 0 0,0 1-1 0 0,-1-1 0 0 0,0 1 0 0 0,0-1 1 0 0,-1 6-1 0 0,-4 6 5 0 0,0 1-1 0 0,-1-1 1 0 0,-1 0 0 0 0,0-1 0 0 0,-1 1-1 0 0,-1-2 1 0 0,0 1 0 0 0,-1-2 0 0 0,0 1-1 0 0,-1-1 1 0 0,0-1 0 0 0,-1 0 0 0 0,0-1-1 0 0,0 0 1 0 0,-19 9 0 0 0,15-12-7181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6:56.6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1 148 6913 0 0,'519'-23'5941'0'0,"-169"4"-3944"0"0,27 0 117 0 0,215-5 613 0 0,366-27-1006 0 0,-946 49-1724 0 0,106-7 11 0 0,-104 8-17 0 0,-1 2 1 0 0,1 0 0 0 0,0 0-1 0 0,0 1 1 0 0,-1 1 0 0 0,19 6-1 0 0,-31-9 20 0 0,0 1 0 0 0,1-1 0 0 0,-1 1 0 0 0,0-1 0 0 0,0 1-1 0 0,0-1 1 0 0,0 1 0 0 0,0 0 0 0 0,0 0 0 0 0,0-1 0 0 0,0 1 0 0 0,0 0 0 0 0,2 2-1 0 0,-3-3-86 0 0,0 1 0 0 0,0-1 0 0 0,0 0 0 0 0,0 1 0 0 0,0-1-1 0 0,0 1 1 0 0,0-1 0 0 0,0 0 0 0 0,0 1 0 0 0,0-1-1 0 0,0 0 1 0 0,0 1 0 0 0,0-1 0 0 0,0 0 0 0 0,0 1-1 0 0,0-1 1 0 0,0 0 0 0 0,-1 1 0 0 0,1-1 0 0 0,0 0-1 0 0,0 1 1 0 0,0-1 0 0 0,-1 0 0 0 0,1 1 0 0 0,0-1-1 0 0,0 0 1 0 0,-1 0 0 0 0,1 1 0 0 0,0-1 0 0 0,-1 0-1 0 0,-1 2-655 0 0,0-1-1 0 0,-1 1 0 0 0,1-1 0 0 0,-1 0 0 0 0,1 0 0 0 0,-1 0 0 0 0,0 0 0 0 0,1-1 0 0 0,-1 1 1 0 0,-4 0-1 0 0,-4 0-2531 0 0,-18 1 649 0 0,1 6 4552 0 0,27-8-1686 0 0,0 0-1 0 0,0 1 1 0 0,0-1 0 0 0,0 1 0 0 0,1 0 0 0 0,-1-1 0 0 0,0 1 0 0 0,0 0 0 0 0,0-1 0 0 0,0 1 0 0 0,1 0 0 0 0,-1 0 0 0 0,0 0-1 0 0,1 0 1 0 0,-1 0 0 0 0,1 0 0 0 0,-1 0 0 0 0,1 0 0 0 0,-1 1 0 0 0,1-1 139 0 0,0 1 0 0 0,0 0 0 0 0,0-1 0 0 0,0 1 0 0 0,0-1 0 0 0,1 1 0 0 0,-1 0 0 0 0,0-1 0 0 0,1 1 0 0 0,-1-1 0 0 0,1 1 0 0 0,0-1 1 0 0,-1 1-1 0 0,1-1 0 0 0,0 1 0 0 0,2 1 0 0 0,5 11 30 0 0,0 0 1 0 0,-2 1-1 0 0,1 0 1 0 0,-2 0 0 0 0,0 0-1 0 0,0 0 1 0 0,-2 1-1 0 0,4 31 1 0 0,-3 9-471 0 0,-4 69 0 0 0,-2-52 292 0 0,27 382-7 0 0,29-2 93 0 0,-27-246-127 0 0,42 238 529 0 0,-7-49-146 0 0,-28 4-347 0 0,-31-242-198 0 0,8 186 600 0 0,-11-329-689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6:58.8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9338 0 6449 0 0,'-20'14'3430'0'0,"14"-10"-2665"0"0,-9 5 286 0 0,1 1 0 0 0,0 0-1 0 0,0 0 1 0 0,1 2-1 0 0,1-1 1 0 0,0 2 0 0 0,-15 19-1 0 0,26-31-997 0 0,1-1-1 0 0,-1 1 1 0 0,1 0-1 0 0,-1 0 0 0 0,1 0 1 0 0,0 0-1 0 0,-1 0 1 0 0,1 0-1 0 0,0 0 1 0 0,0 0-1 0 0,-1 0 0 0 0,1 0 1 0 0,0 0-1 0 0,0 0 1 0 0,0 0-1 0 0,0 0 0 0 0,1 0 1 0 0,-1 0-1 0 0,0 0 1 0 0,0 0-1 0 0,0 0 0 0 0,1 0 1 0 0,-1 0-1 0 0,1 0 1 0 0,-1 0-1 0 0,1 0 0 0 0,0 1 1 0 0,1 0 27 0 0,0 0 1 0 0,0-1 0 0 0,0 1-1 0 0,0 0 1 0 0,0-1-1 0 0,1 1 1 0 0,-1-1-1 0 0,1 0 1 0 0,-1 0-1 0 0,4 1 1 0 0,8 2 178 0 0,0 0 0 0 0,28 2-1 0 0,-41-6-248 0 0,27 2 197 0 0,-21-3-207 0 0,-1 1 0 0 0,1 0 1 0 0,-1 1-1 0 0,1 0 0 0 0,-1 0 1 0 0,1 0-1 0 0,-1 1 0 0 0,0-1 0 0 0,0 2 1 0 0,0-1-1 0 0,0 1 0 0 0,8 4 0 0 0,-13-6 2 0 0,-1 0-1 0 0,1 0 1 0 0,0 0-1 0 0,-1 0 0 0 0,1 0 1 0 0,-1 1-1 0 0,1-1 1 0 0,-1 0-1 0 0,0 0 0 0 0,1 1 1 0 0,-1-1-1 0 0,0 0 0 0 0,0 0 1 0 0,0 1-1 0 0,0-1 1 0 0,0 0-1 0 0,0 1 0 0 0,0-1 1 0 0,0 0-1 0 0,-1 0 0 0 0,1 1 1 0 0,0-1-1 0 0,-1 0 1 0 0,1 0-1 0 0,-1 0 0 0 0,1 0 1 0 0,-1 1-1 0 0,-1 0 1 0 0,-22 33-94 0 0,24-35 91 0 0,-70 75-187 0 0,51-57 127 0 0,0 1 0 0 0,2 1-1 0 0,0 1 1 0 0,-15 24 0 0 0,32-45 60 0 0,-1 1 1 0 0,1 0 0 0 0,-1 0-1 0 0,1 0 1 0 0,-1 0 0 0 0,1 0 0 0 0,0 0-1 0 0,0 0 1 0 0,-1 0 0 0 0,1 0-1 0 0,0 0 1 0 0,0 0 0 0 0,0 0-1 0 0,0 0 1 0 0,0 0 0 0 0,0 0 0 0 0,0 0-1 0 0,0 0 1 0 0,0 0 0 0 0,1 0-1 0 0,-1 0 1 0 0,0 0 0 0 0,1 0-1 0 0,-1 0 1 0 0,1-1 0 0 0,-1 1 0 0 0,1 0-1 0 0,-1 0 1 0 0,1 0 0 0 0,-1 0-1 0 0,1-1 1 0 0,0 1 0 0 0,0 0 0 0 0,-1-1-1 0 0,1 1 1 0 0,0 0 0 0 0,0-1-1 0 0,0 1 1 0 0,0-1 0 0 0,-1 1-1 0 0,1-1 1 0 0,2 1 0 0 0,6 2-6 0 0,0 0 1 0 0,0 0-1 0 0,1-1 0 0 0,9 1 1 0 0,8 3-14 0 0,-25-6 4 0 0,-1 0 0 0 0,1 1 1 0 0,-1 0-1 0 0,1-1 0 0 0,-1 1 1 0 0,1 0-1 0 0,-1 0 0 0 0,1 0 0 0 0,-1 0 1 0 0,0 0-1 0 0,1 0 0 0 0,-1 0 1 0 0,0 0-1 0 0,0 0 0 0 0,0 1 1 0 0,0-1-1 0 0,0 0 0 0 0,0 1 1 0 0,-1-1-1 0 0,1 1 0 0 0,0-1 0 0 0,-1 1 1 0 0,1 0-1 0 0,-1-1 0 0 0,1 1 1 0 0,-1-1-1 0 0,0 1 0 0 0,1 0 1 0 0,-1-1-1 0 0,0 1 0 0 0,0 0 1 0 0,0-1-1 0 0,-1 1 0 0 0,1 0 0 0 0,0-1 1 0 0,-1 1-1 0 0,1-1 0 0 0,-1 1 1 0 0,1 0-1 0 0,-2 2 0 0 0,-4 7-59 0 0,-1 0 0 0 0,0 0 0 0 0,0-1 0 0 0,-15 16 1 0 0,-2 3 211 0 0,23-28-120 0 0,1 0 0 0 0,-1 0 0 0 0,0 0-1 0 0,0 0 1 0 0,0 0 0 0 0,1 0 0 0 0,-1 1-1 0 0,1-1 1 0 0,-1 0 0 0 0,1 0 0 0 0,-1 0 0 0 0,1 1-1 0 0,0-1 1 0 0,-1 0 0 0 0,1 1 0 0 0,0-1 0 0 0,0 0-1 0 0,0 1 1 0 0,0-1 0 0 0,0 0 0 0 0,0 0-1 0 0,0 1 1 0 0,1-1 0 0 0,-1 0 0 0 0,0 1 0 0 0,1-1-1 0 0,-1 0 1 0 0,1 0 0 0 0,0 2 0 0 0,1-2-3 0 0,0 1 0 0 0,1-1 0 0 0,-1 0 0 0 0,0 0 0 0 0,0 0 0 0 0,1 0 1 0 0,-1 0-1 0 0,0 0 0 0 0,1 0 0 0 0,-1-1 0 0 0,1 0 0 0 0,-1 1 0 0 0,1-1 0 0 0,4 0 0 0 0,19 0 146 0 0,-16 0-127 0 0,0 0 1 0 0,0 0 0 0 0,1 1-1 0 0,-1 1 1 0 0,0 0 0 0 0,0 0-1 0 0,10 4 1 0 0,-18-5-35 0 0,-1 0 1 0 0,0 0-1 0 0,1 0 1 0 0,-1 0-1 0 0,0 0 0 0 0,0 1 1 0 0,0-1-1 0 0,0 0 1 0 0,0 1-1 0 0,0-1 1 0 0,0 0-1 0 0,0 1 1 0 0,-1-1-1 0 0,1 1 0 0 0,-1 0 1 0 0,1-1-1 0 0,-1 1 1 0 0,1-1-1 0 0,-1 1 1 0 0,0 0-1 0 0,0-1 1 0 0,0 1-1 0 0,0 0 0 0 0,0-1 1 0 0,0 1-1 0 0,0 0 1 0 0,-1-1-1 0 0,1 1 1 0 0,0 0-1 0 0,-1-1 1 0 0,-1 4-1 0 0,-1 6-38 0 0,-2 0 1 0 0,1 0-1 0 0,-8 12 0 0 0,10-19 33 0 0,-19 32-68 0 0,-9 16-288 0 0,18-17-3073 0 0,12-33 2890 0 0,0 0 1 0 0,0 0 0 0 0,0 0-1 0 0,0 0 1 0 0,0 0 0 0 0,1 0-1 0 0,-1 0 1 0 0,1 0 0 0 0,-1 0-1 0 0,1-1 1 0 0,0 1 0 0 0,-1 0-1 0 0,1 0 1 0 0,0 0 0 0 0,0-1-1 0 0,1 1 1 0 0,1 2 0 0 0,18 18-3016 0 0,-5-5 3596 0 0,-4 1 3338 0 0,5 22 2513 0 0,22 78 0 0 0,-6 50-3040 0 0,-9 171-2871 0 0,-34 65 247 0 0,-1-73 432 0 0,10-304-523 0 0,-7 37 0 0 0,5-44-128 0 0,0 0 1 0 0,1 1 0 0 0,3 37-1 0 0,2-42-15 0 0,-2-6 72 0 0,-15-8-10 0 0,9-3-18 0 0,1 1 1 0 0,-1-1-1 0 0,0-1 0 0 0,1 1 0 0 0,-1-1 1 0 0,-6-3-1 0 0,-19-5-23 0 0,-38 5 278 0 0,1 2-1 0 0,-118 12 1 0 0,132-6-190 0 0,-699 22-164 0 0,72-5-38 0 0,-805 18-826 0 0,-109-14-511 0 0,1474-21 1361 0 0,-261 3-192 0 0,-75-20-482 0 0,95 22 495 0 0,134 2 508 0 0,-4-9 199 0 0,-166 5-29 0 0,-22-5-383 0 0,140-5 91 0 0,-1 0-138 0 0,96-6 34 0 0,-282 22 0 0 0,27 13 368 0 0,354-24 28 0 0,39-1-774 0 0,-84 10 0 0 0,123-11-1537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6:59.2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10594 0 0,'12'28'3777'0'0,"-7"-12"-2401"0"0,0 1 0 0 0,-2 0 0 0 0,3 23 0 0 0,-2 104-559 0 0,-5-96-290 0 0,22 659 947 0 0,-17-649-1990 0 0,2 0 1 0 0,22 89-1 0 0,-21-126-7067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6:59.8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0 3681 0 0,'-3'7'7079'0'0,"3"12"-3595"0"0,6 17-84 0 0,24 124 1138 0 0,-11-36-3893 0 0,5 127 1 0 0,-22-177-614 0 0,-3-31-9 0 0,3 0 1 0 0,1 0-1 0 0,2 0 0 0 0,19 70 0 0 0,-21-102-74 0 0,1-4-202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00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0 7834 0 0,'-1'7'654'0'0,"0"0"1"0"0,0 0 0 0 0,0-1-1 0 0,1 1 1 0 0,0 0 0 0 0,1 0 0 0 0,1 10-1 0 0,-1-7-41 0 0,12 386 5849 0 0,-7-118-8332 0 0,-7-242-2594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00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0 120 11058 0 0,'2'-5'405'0'0,"1"0"1"0"0,-1-1-1 0 0,1 1 0 0 0,0 0 0 0 0,0 1 0 0 0,1-1 0 0 0,-1 0 0 0 0,1 1 0 0 0,0 0 0 0 0,0 0 1 0 0,7-5-1 0 0,-1 1 210 0 0,-1 1 0 0 0,1 1 0 0 0,0-1 0 0 0,18-7 0 0 0,-19 11-391 0 0,-1 0 1 0 0,1 0-1 0 0,0 1 1 0 0,-1 0-1 0 0,1 0 1 0 0,0 1-1 0 0,0 0 1 0 0,0 1-1 0 0,11 1 1 0 0,-17-1-217 0 0,-1 0 1 0 0,0 1-1 0 0,1-1 1 0 0,-1 1-1 0 0,0 0 1 0 0,0-1-1 0 0,1 1 1 0 0,-1 0-1 0 0,0 1 0 0 0,0-1 1 0 0,0 0-1 0 0,0 0 1 0 0,0 1-1 0 0,0-1 1 0 0,0 1-1 0 0,-1 0 1 0 0,1 0-1 0 0,-1 0 1 0 0,1-1-1 0 0,-1 1 1 0 0,0 0-1 0 0,1 1 0 0 0,-1-1 1 0 0,0 0-1 0 0,0 0 1 0 0,-1 0-1 0 0,1 1 1 0 0,0-1-1 0 0,-1 0 1 0 0,1 1-1 0 0,-1-1 1 0 0,0 1-1 0 0,0-1 1 0 0,0 0-1 0 0,0 1 1 0 0,0-1-1 0 0,0 1 0 0 0,-2 3 1 0 0,-2 17-52 0 0,-2-1 1 0 0,0 1-1 0 0,-2-1 0 0 0,0 0 1 0 0,-1-1-1 0 0,-22 36 0 0 0,18-35-1 0 0,1 2-1 0 0,2-1 1 0 0,0 1-1 0 0,1 1 1 0 0,-5 25-1 0 0,13-47 60 0 0,0-1-1 0 0,1 0 1 0 0,-1 1-1 0 0,1-1 1 0 0,0 1-1 0 0,0-1 1 0 0,0 1-1 0 0,0-1 1 0 0,1 1-1 0 0,-1-1 1 0 0,0 0-1 0 0,1 1 1 0 0,0-1-1 0 0,0 0 1 0 0,-1 1-1 0 0,1-1 1 0 0,0 0-1 0 0,1 0 1 0 0,-1 0-1 0 0,0 0 1 0 0,1 0-1 0 0,-1 0 1 0 0,1 0-1 0 0,0 0 0 0 0,-1-1 1 0 0,1 1-1 0 0,0 0 1 0 0,0-1-1 0 0,0 0 1 0 0,0 1-1 0 0,0-1 1 0 0,1 0-1 0 0,-1 0 1 0 0,0 0-1 0 0,0-1 1 0 0,1 1-1 0 0,-1 0 1 0 0,4 0-1 0 0,9 1 143 0 0,1 0 0 0 0,0-1 0 0 0,0-1 0 0 0,30-3 0 0 0,-17 1-82 0 0,45 0-7485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01.4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 8290 0 0,'0'0'106'0'0,"1"-1"1"0"0,-1 1-1 0 0,0 0 1 0 0,0-1-1 0 0,0 1 0 0 0,0 0 1 0 0,0-1-1 0 0,0 1 1 0 0,0 0-1 0 0,0-1 1 0 0,0 1-1 0 0,1 0 0 0 0,-1-1 1 0 0,0 1-1 0 0,0 0 1 0 0,0 0-1 0 0,1-1 1 0 0,-1 1-1 0 0,0 0 1 0 0,0 0-1 0 0,1 0 0 0 0,-1-1 1 0 0,0 1-1 0 0,1 0 1 0 0,-1 0-1 0 0,0 0 1 0 0,1 0-1 0 0,-1-1 0 0 0,0 1 1 0 0,1 0-1 0 0,-1 0 1 0 0,0 0-1 0 0,1 0 1 0 0,-1 0-1 0 0,0 0 1 0 0,1 0-1 0 0,-1 0 0 0 0,0 0 1 0 0,1 0-1 0 0,-1 0 1 0 0,0 0-1 0 0,1 0 1 0 0,-1 1-1 0 0,0-1 0 0 0,1 0 1 0 0,-1 0-1 0 0,0 0 1 0 0,1 1-1 0 0,0-1 155 0 0,0 0 0 0 0,0 1-1 0 0,0-1 1 0 0,0 1 0 0 0,0-1 0 0 0,0 1-1 0 0,-1-1 1 0 0,1 1 0 0 0,0 0 0 0 0,0-1-1 0 0,0 1 1 0 0,-1 0 0 0 0,1 0 0 0 0,0 0-1 0 0,-1 0 1 0 0,1-1 0 0 0,0 3 0 0 0,3 16 193 0 0,0-1 0 0 0,1 36 0 0 0,-4-33 84 0 0,1-1 1 0 0,1 0-1 0 0,7 26 1 0 0,-9-41-477 0 0,1-1 0 0 0,0 1 0 0 0,0 0 0 0 0,0 0-1 0 0,1-1 1 0 0,-1 1 0 0 0,1-1 0 0 0,0 0 0 0 0,0 0 0 0 0,1 0 0 0 0,-1 0 0 0 0,1-1-1 0 0,0 1 1 0 0,0-1 0 0 0,0 0 0 0 0,0 0 0 0 0,8 3 0 0 0,-7-4-146 0 0,0 0 1 0 0,1-1 0 0 0,-1 0-1 0 0,1 0 1 0 0,-1-1 0 0 0,0 1-1 0 0,1-1 1 0 0,-1 0-1 0 0,1-1 1 0 0,-1 1 0 0 0,1-1-1 0 0,-1 0 1 0 0,0 0-1 0 0,1-1 1 0 0,-1 0 0 0 0,0 0-1 0 0,0 0 1 0 0,0 0-1 0 0,0-1 1 0 0,8-6 0 0 0,-9 6-7 0 0,1 1 1 0 0,-1-1 0 0 0,0-1-1 0 0,0 1 1 0 0,0-1 0 0 0,-1 1 0 0 0,1-1-1 0 0,-1 0 1 0 0,0-1 0 0 0,0 1-1 0 0,-1 0 1 0 0,1-1 0 0 0,-1 1 0 0 0,0-1-1 0 0,0 0 1 0 0,0 0 0 0 0,-1 0-1 0 0,1 0 1 0 0,-1 0 0 0 0,-1 0 0 0 0,1 0-1 0 0,-1-6 1 0 0,-10-19-1725 0 0,-1 15 5711 0 0,12 16-3734 0 0,1 0 1 0 0,-1 1-1 0 0,1-1 0 0 0,-1 0 1 0 0,0 1-1 0 0,1-1 0 0 0,-1 1 0 0 0,0-1 1 0 0,0 1-1 0 0,0 0 0 0 0,0-1 1 0 0,0 1-1 0 0,-1 0 0 0 0,1 0 0 0 0,0-1 1 0 0,-1 1-1 0 0,1 0 0 0 0,-1 0 0 0 0,0 0 1 0 0,1 2-1 0 0,-1 45-418 0 0,0-32 538 0 0,-8 150-59 0 0,-1 10 30 0 0,10-144-873 0 0,1-1 1 0 0,1 0-1 0 0,11 47 0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04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60 102 9218 0 0,'-8'-10'932'0'0,"1"1"0"0"0,0-2 1 0 0,0 1-1 0 0,1-1 0 0 0,-8-18 0 0 0,4 8 3484 0 0,11 26-3915 0 0,1 1 0 0 0,-1 0 0 0 0,-1 0 0 0 0,1 0 1 0 0,-1 8-1 0 0,2 9-330 0 0,11 139 81 0 0,-7 168-1 0 0,-4-65-218 0 0,1-165-29 0 0,26 402 147 0 0,-25-453-414 0 0,-3 0 1 0 0,-5 52 0 0 0,3-86-208 0 0,0-4-653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04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36 10594 0 0,'-12'1'1232'0'0,"1"-1"0"0"0,0 1 1 0 0,-1 1-1 0 0,1 0 0 0 0,0 1 0 0 0,0 0 0 0 0,-13 6 0 0 0,84-12 376 0 0,78-19-1133 0 0,-59 9-307 0 0,99-5-1 0 0,216 28 170 0 0,-79 1-114 0 0,-144-21-510 0 0,-116 4 2 0 0,0 2 0 0 0,81 7-1 0 0,-130-3-121 0 0,-4 0 162 0 0,0 0 1 0 0,0 0-1 0 0,0 0 0 0 0,0 0 1 0 0,0 1-1 0 0,0-1 1 0 0,0 1-1 0 0,0-1 1 0 0,0 1-1 0 0,0 0 0 0 0,0 0 1 0 0,-1 0-1 0 0,1-1 1 0 0,0 2-1 0 0,-1-1 1 0 0,3 1-1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05.0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50 7834 0 0,'-4'12'11610'0'0,"11"-12"-11214"0"0,-3 0-1784 0 0,27-1 1995 0 0,-1-1 0 0 0,1-2-1 0 0,-1-1 1 0 0,46-14 0 0 0,-8 2-1222 0 0,-21 7-2168 0 0,-25 7-3847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05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10594 0 0,'8'141'7036'0'0,"11"1"-3690"0"0,-8-65-2643 0 0,82 435 931 0 0,-11-79-850 0 0,-64-300-454 0 0,3 173 0 0 0,-23-142-368 0 0,4 104-3411 0 0,3-243-692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06.0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1 205 7834 0 0,'11'5'733'0'0,"0"-1"1"0"0,1 0-1 0 0,0-1 1 0 0,-1 0-1 0 0,1-1 1 0 0,24 1-1 0 0,75-4 1654 0 0,-108 1-2320 0 0,349-40 3447 0 0,-141 10-2422 0 0,738-30 753 0 0,-441 36-1445 0 0,-120-11-97 0 0,-38 2 7 0 0,2 27 169 0 0,-40 14 80 0 0,-299-6-1801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07.7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7834 0 0,'3'3'1304'0'0,"-1"0"1"0"0,1 1-1 0 0,-1-1 1 0 0,1 1-1 0 0,-1 0 1 0 0,2 6-1 0 0,9 33 2027 0 0,2 54-3682 0 0,-11-60 1436 0 0,2 5-790 0 0,83 578 846 0 0,-61-473-1130 0 0,-13-82-7 0 0,-3 0-1 0 0,5 115 0 0 0,-23-91-142 0 0,-18 41-5666 0 0,23-126 5564 0 0,-2 9 230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08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1 5985 0 0,'13'0'1013'0'0,"-6"0"-204"0"0,1 0 0 0 0,-1 0 0 0 0,1 0 0 0 0,-1 1-1 0 0,0 0 1 0 0,11 3 0 0 0,-17-3-681 0 0,0-1 0 0 0,0 1 0 0 0,0-1 0 0 0,1 1-1 0 0,-1 0 1 0 0,0-1 0 0 0,0 1 0 0 0,0 0 0 0 0,0 0 0 0 0,-1 0-1 0 0,1 0 1 0 0,0 0 0 0 0,0 0 0 0 0,0 0 0 0 0,-1 0 0 0 0,1 0-1 0 0,0 2 1 0 0,0-1-58 0 0,-1 0 0 0 0,1 0 0 0 0,-1 0 0 0 0,0 0-1 0 0,0 0 1 0 0,0 0 0 0 0,0 1 0 0 0,0-1 0 0 0,-1 0 0 0 0,1 0-1 0 0,-1 0 1 0 0,1 0 0 0 0,-1 0 0 0 0,-1 2 0 0 0,-10 24 87 0 0,-2-2 1 0 0,-1 1-1 0 0,-33 44 1 0 0,-19 31 1488 0 0,66-101-1604 0 0,1 0 0 0 0,0 0 0 0 0,-1-1 0 0 0,1 1 0 0 0,0 0 0 0 0,0 0 0 0 0,0 0 0 0 0,-1 0 0 0 0,1 0 0 0 0,0 0 0 0 0,0 0 0 0 0,0 0 0 0 0,1-1 0 0 0,-1 1 0 0 0,0 0 0 0 0,0 0 0 0 0,0 0 0 0 0,1 0 0 0 0,-1 0 0 0 0,0-1 0 0 0,1 1 0 0 0,-1 0-1 0 0,0 0 1 0 0,1 0 0 0 0,-1-1 0 0 0,1 1 0 0 0,0 0 0 0 0,-1-1 0 0 0,1 1 0 0 0,0 0 0 0 0,-1-1 0 0 0,1 1 0 0 0,0-1 0 0 0,0 1 0 0 0,-1-1 0 0 0,1 1 0 0 0,0-1 0 0 0,0 0 0 0 0,0 1 0 0 0,-1-1 0 0 0,1 0 0 0 0,0 0 0 0 0,1 1 0 0 0,52 11-311 0 0,-32-8-71 0 0,-18-4 166 0 0,0 1 0 0 0,-1 1 0 0 0,1-1-1 0 0,0 0 1 0 0,-1 1 0 0 0,1 0 0 0 0,0-1 0 0 0,-1 1 0 0 0,0 1 0 0 0,0-1 0 0 0,1 0 0 0 0,3 6 0 0 0,-5-6 162 0 0,-1 0 0 0 0,0 0 0 0 0,0 0 0 0 0,0 0 0 0 0,-1 1 0 0 0,1-1 0 0 0,-1 0 0 0 0,1 0 0 0 0,-1 1 0 0 0,0-1 0 0 0,1 0 0 0 0,-1 1 0 0 0,0-1 0 0 0,-1 1 0 0 0,1-1 0 0 0,0 0 0 0 0,-1 0 0 0 0,1 1 0 0 0,-1-1 0 0 0,0 0 0 0 0,0 0 0 0 0,-1 3 0 0 0,-14 29 139 0 0,-6 11 29 0 0,21-42-143 0 0,0 0 0 0 0,0 0 0 0 0,0 0 1 0 0,1 0-1 0 0,-1 0 0 0 0,1 0 0 0 0,-1 0 0 0 0,1 0 1 0 0,0 0-1 0 0,0 0 0 0 0,1 0 0 0 0,0 4 0 0 0,0-5-14 0 0,-1 0 1 0 0,1-1-1 0 0,0 1 0 0 0,0 0 0 0 0,1 0 0 0 0,-1-1 0 0 0,0 1 0 0 0,1-1 0 0 0,-1 1 0 0 0,0-1 0 0 0,1 1 0 0 0,0-1 0 0 0,-1 0 1 0 0,1 0-1 0 0,0 0 0 0 0,0 0 0 0 0,3 1 0 0 0,39 12-84 0 0,-13-5 48 0 0,-27-7-57 0 0,0 0 1 0 0,0 0-1 0 0,0 0 0 0 0,0 1 1 0 0,0-1-1 0 0,0 1 1 0 0,-1 0-1 0 0,1 0 1 0 0,-1 0-1 0 0,0 1 0 0 0,0-1 1 0 0,0 1-1 0 0,0-1 1 0 0,-1 1-1 0 0,0 0 1 0 0,1 0-1 0 0,-1 0 1 0 0,2 6-1 0 0,-4-6-64 0 0,1-1 1 0 0,-1 1-1 0 0,0-1 0 0 0,0 1 1 0 0,0-1-1 0 0,0 0 1 0 0,0 1-1 0 0,-1-1 0 0 0,1 1 1 0 0,-1-1-1 0 0,0 0 1 0 0,0 1-1 0 0,0-1 0 0 0,-1 0 1 0 0,1 0-1 0 0,-1 0 0 0 0,0 0 1 0 0,0 0-1 0 0,0 0 1 0 0,0 0-1 0 0,0-1 0 0 0,0 1 1 0 0,-1-1-1 0 0,0 0 0 0 0,-3 3 1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09.1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3496 0 9218 0 0,'1'7'885'0'0,"0"0"0"0"0,1-1 1 0 0,0 1-1 0 0,0-1 0 0 0,1 0 0 0 0,-1 0 1 0 0,1 0-1 0 0,7 11 0 0 0,5 12 1897 0 0,38 97-30 0 0,-29-65-2555 0 0,-3 2-1 0 0,23 116 1 0 0,19 364 9 0 0,-38-286-140 0 0,-12-167 274 0 0,46 163 0 0 0,-28-172-222 0 0,-24-66 47 0 0,0 1 1 0 0,-1 0-1 0 0,-1 0 0 0 0,-1 0 1 0 0,0 1-1 0 0,2 20 0 0 0,-6-35-161 0 0,1 8 20 0 0,0 0 1 0 0,-1-1 0 0 0,0 1 0 0 0,-3 16-1 0 0,2-23-20 0 0,0 1 1 0 0,0-1-1 0 0,0-1 0 0 0,-1 1 0 0 0,1 0 0 0 0,-1 0 0 0 0,1 0 0 0 0,-1-1 0 0 0,0 1 0 0 0,0-1 1 0 0,0 1-1 0 0,0-1 0 0 0,-1 0 0 0 0,1 0 0 0 0,0 0 0 0 0,-1 0 0 0 0,0 0 0 0 0,-3 1 1 0 0,-19 9-3 0 0,-1-2 1 0 0,-38 11 0 0 0,60-20-1 0 0,-40 11 23 0 0,-1-2-1 0 0,-64 5 1 0 0,-93-2 48 0 0,166-12-66 0 0,-761 45-3084 0 0,458-20 2918 0 0,-40 3-317 0 0,76 2-2030 0 0,75-4 54 0 0,92-15 1454 0 0,-188 10 1869 0 0,78-30 1228 0 0,140 2-515 0 0,-157 11 1 0 0,242-2-1405 0 0,0 1 1 0 0,-32 11-1 0 0,30-8 213 0 0,-34 5 0 0 0,56-11-444 0 0,0-1 1 0 0,1 0 0 0 0,-1 0-1 0 0,1 0 1 0 0,-1 0-1 0 0,0 0 1 0 0,1 0 0 0 0,-1 0-1 0 0,1 0 1 0 0,-1 0-1 0 0,0 0 1 0 0,1 0 0 0 0,-1-1-1 0 0,1 1 1 0 0,-1 0-1 0 0,1 0 1 0 0,-1-1 0 0 0,1 1-1 0 0,-1 0 1 0 0,1-1-1 0 0,-1 1 1 0 0,1 0 0 0 0,-1-1-1 0 0,1 1 1 0 0,-1-1-1 0 0,1 1 1 0 0,0 0 0 0 0,-1-1-1 0 0,1 1 1 0 0,0-1-1 0 0,-1 0 1 0 0,1 0 0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09.7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92 920 0 0,'11'-35'666'0'0,"7"-21"15435"0"0,-18 56-16034 0 0,-12 6 2127 0 0,-9 12-395 0 0,11-5-1676 0 0,1 0 0 0 0,1 0 0 0 0,0 1 0 0 0,1 0 0 0 0,0 1 0 0 0,2-1 0 0 0,-1 1 0 0 0,2 0 0 0 0,-5 25 0 0 0,0 18-104 0 0,-3 68 0 0 0,12-121-2 0 0,-4 48 13 0 0,3 0 0 0 0,3 0 0 0 0,14 94 1 0 0,-11-121 6 0 0,1 1 0 0 0,2-1 0 0 0,1 0 1 0 0,0-1-1 0 0,2 0 0 0 0,1-1 0 0 0,1 0 1 0 0,1 0-1 0 0,22 25 0 0 0,-7-14-145 0 0,2-1 0 0 0,1-2 0 0 0,2-2 0 0 0,0 0 0 0 0,3-3 0 0 0,0-1 0 0 0,1-2 0 0 0,2-1 0 0 0,53 22 0 0 0,-91-44-210 0 0,1 0 0 0 0,-1 0-1 0 0,1 0 1 0 0,-1 0 0 0 0,1-1 0 0 0,-1 1 0 0 0,1-1 0 0 0,0 0 0 0 0,-1 1 0 0 0,1-1 0 0 0,-1 0-1 0 0,1-1 1 0 0,-1 1 0 0 0,6-1 0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10.1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13827 0 0,'23'25'6409'0'0,"25"43"-3868"0"0,-34-42-2329 0 0,0 1-1 0 0,-2 1 1 0 0,-1 0 0 0 0,-1 1-1 0 0,7 35 1 0 0,19 152 286 0 0,-27-145-473 0 0,36 137 1 0 0,-43-201-84 0 0,0 2-125 0 0,1 1-1 0 0,0-1 0 0 0,1 1 0 0 0,0-1 0 0 0,1 0 0 0 0,0 0 0 0 0,9 11 1 0 0,-14-20 136 0 0,0 1 1 0 0,0-1 0 0 0,0 0-1 0 0,0 0 1 0 0,0 0 0 0 0,0 0 0 0 0,3 1-1435 0 0,-3-1 1434 0 0,0 0 1 0 0,1 0 0 0 0,-1 0 0 0 0,1-2-1019 0 0,-1-7-1163 0 0,-1-1 518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10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38 822 2761 0 0,'-17'-115'2736'0'0,"5"0"1"0"0,3-184-1 0 0,9 285-2330 0 0,1 0 0 0 0,0-1-1 0 0,0 2 1 0 0,2-1 0 0 0,0 0-1 0 0,0 0 1 0 0,1 1 0 0 0,1-1-1 0 0,7-13 1 0 0,-6 17 74 0 0,0-1 0 0 0,1 1 0 0 0,1 1 0 0 0,-1-1 1 0 0,2 1-1 0 0,-1 0 0 0 0,1 1 0 0 0,0 0 0 0 0,1 1 0 0 0,18-12 0 0 0,-21 15-252 0 0,0 0 0 0 0,0 0 0 0 0,1 1 0 0 0,0 0 0 0 0,-1 0-1 0 0,1 0 1 0 0,0 1 0 0 0,0 1 0 0 0,16-2 0 0 0,-21 3-205 0 0,1 0 0 0 0,-1 0 1 0 0,0 1-1 0 0,1-1 0 0 0,-1 1 1 0 0,0 0-1 0 0,0 0 0 0 0,0 0 1 0 0,0 0-1 0 0,0 0 0 0 0,0 1 1 0 0,0 0-1 0 0,0-1 0 0 0,0 1 0 0 0,-1 0 1 0 0,1 0-1 0 0,-1 1 0 0 0,1-1 1 0 0,-1 0-1 0 0,0 1 0 0 0,0-1 1 0 0,0 1-1 0 0,0 0 0 0 0,-1 0 1 0 0,1 0-1 0 0,-1 0 0 0 0,2 4 1 0 0,0 2-29 0 0,-1 0-1 0 0,0-1 1 0 0,0 1 0 0 0,-1 0 0 0 0,0 0 0 0 0,0 0 0 0 0,-1 0 0 0 0,-1 0 0 0 0,1 0 0 0 0,-2 0 0 0 0,1 0-1 0 0,-1-1 1 0 0,-5 15 0 0 0,-5 12-111 0 0,-2-1 0 0 0,-19 33 0 0 0,11-22 101 0 0,15-31 73 0 0,1 1-1 0 0,0 0 1 0 0,1 0-1 0 0,0 0 1 0 0,-4 31 0 0 0,9-43-31 0 0,-1 0 1 0 0,1 0 0 0 0,0 0 0 0 0,0 0 0 0 0,0 0-1 0 0,0 0 1 0 0,1-1 0 0 0,-1 1 0 0 0,1 0-1 0 0,0 0 1 0 0,0 0 0 0 0,0-1 0 0 0,0 1-1 0 0,0 0 1 0 0,1-1 0 0 0,-1 1 0 0 0,1-1-1 0 0,-1 1 1 0 0,1-1 0 0 0,0 0 0 0 0,0 0-1 0 0,0 0 1 0 0,0 0 0 0 0,0 0 0 0 0,1 0 0 0 0,-1 0-1 0 0,1-1 1 0 0,-1 1 0 0 0,1-1 0 0 0,-1 0-1 0 0,1 0 1 0 0,0 0 0 0 0,0 0 0 0 0,-1 0-1 0 0,1-1 1 0 0,0 1 0 0 0,0-1 0 0 0,0 0-1 0 0,5 0 1 0 0,102 0-23 0 0,-79-1-965 0 0,0 1 0 0 0,52 6 0 0 0,-67-3-350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10.6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12443 0 0,'12'13'2682'0'0,"0"0"1"0"0,14 22 0 0 0,12 31 968 0 0,18 77-3433 0 0,-12-23-53 0 0,-36-105-589 0 0,0 1 0 0 0,0-1 0 0 0,18 22 0 0 0,-14-21-152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10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63 1376 0 0,'18'-3'10872'0'0,"20"-7"-5580"0"0,11-2-3082 0 0,193-13 950 0 0,-117 15-4075 0 0,-104 8 53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11.1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 8754 0 0,'0'0'115'0'0,"-1"0"0"0"0,0 0 0 0 0,1 0 0 0 0,-1 0 0 0 0,0 0 0 0 0,1 0-1 0 0,-1 0 1 0 0,0 0 0 0 0,1 1 0 0 0,-1-1 0 0 0,0 0 0 0 0,1 0 0 0 0,-1 1 0 0 0,1-1 0 0 0,-1 0 0 0 0,0 1 0 0 0,1-1 0 0 0,-1 1 0 0 0,1-1 0 0 0,-1 1 0 0 0,1-1 0 0 0,-1 1-1 0 0,1-1 1 0 0,0 1 0 0 0,-1-1 0 0 0,1 1 0 0 0,0 0 0 0 0,-1-1 0 0 0,1 1 0 0 0,-1 1 0 0 0,9 20 4983 0 0,-5-15-4811 0 0,17 36 2582 0 0,69 176 509 0 0,-29-36-3330 0 0,-52-160-264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11.3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11522 0 0,'20'45'6143'0'0,"-6"-11"-3788"0"0,18 67-1 0 0,-2 39-957 0 0,-18-78-2059 0 0,39 119-1 0 0,-45-164-458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11.6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1 309 5985 0 0,'-1'-14'331'0'0,"1"-1"-1"0"0,0 0 1 0 0,4-24 0 0 0,-2 28 598 0 0,1 1 1 0 0,0-1 0 0 0,1 1 0 0 0,0 0 0 0 0,9-18 0 0 0,-6 16-241 0 0,1 0 1 0 0,0 0-1 0 0,1 1 1 0 0,1 0 0 0 0,0 1-1 0 0,0 0 1 0 0,0 0-1 0 0,2 1 1 0 0,12-8-1 0 0,-18 13-541 0 0,0 0-1 0 0,0 0 0 0 0,1 1 1 0 0,0 0-1 0 0,-1 0 1 0 0,1 1-1 0 0,0 0 0 0 0,0 0 1 0 0,1 1-1 0 0,-1-1 1 0 0,0 1-1 0 0,0 1 0 0 0,1 0 1 0 0,-1 0-1 0 0,0 0 1 0 0,1 1-1 0 0,-1 0 0 0 0,0 0 1 0 0,13 5-1 0 0,-18-5-146 0 0,1 0-1 0 0,-1 0 1 0 0,1 0-1 0 0,-1 0 1 0 0,0 1-1 0 0,1-1 1 0 0,-1 1-1 0 0,0 0 1 0 0,0-1-1 0 0,0 1 1 0 0,0 0-1 0 0,-1 0 1 0 0,1 0-1 0 0,0 1 1 0 0,-1-1-1 0 0,0 0 1 0 0,1 1-1 0 0,0 3 1 0 0,0-1-1 0 0,-1-1 0 0 0,-1 0 0 0 0,1 1 1 0 0,-1-1-1 0 0,1 1 0 0 0,-1 0 0 0 0,-1-1 0 0 0,1 1 1 0 0,-1-1-1 0 0,-1 6 0 0 0,-3 10-1 0 0,-2-1 1 0 0,0 0 0 0 0,-20 35-1 0 0,22-43 2 0 0,-14 22-9 0 0,13-24 53 0 0,0 0 0 0 0,1 1 0 0 0,0-1 0 0 0,1 1 0 0 0,0 0 0 0 0,0 0 0 0 0,1 1-1 0 0,0-1 1 0 0,-1 15 0 0 0,4-23-25 0 0,1-1-1 0 0,-1 1 1 0 0,0-1 0 0 0,1 1-1 0 0,-1-1 1 0 0,1 1-1 0 0,0-1 1 0 0,0 0 0 0 0,-1 1-1 0 0,1-1 1 0 0,0 0-1 0 0,0 1 1 0 0,0-1 0 0 0,0 0-1 0 0,0 0 1 0 0,1 0-1 0 0,-1 0 1 0 0,0 0 0 0 0,0 0-1 0 0,1 0 1 0 0,-1-1-1 0 0,1 1 1 0 0,-1 0 0 0 0,0-1-1 0 0,1 1 1 0 0,-1-1-1 0 0,1 1 1 0 0,0-1 0 0 0,-1 0-1 0 0,1 0 1 0 0,-1 0-1 0 0,4 0 1 0 0,8 1 102 0 0,1 0-1 0 0,25-3 1 0 0,-26 1-55 0 0,27-1-141 0 0,7 0-797 0 0,-16 1-5616 0 0,-14 1-756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12.1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 8754 0 0,'43'-13'3344'0'0,"-33"10"-2053"0"0,0 0 0 0 0,1 0 0 0 0,-1 1 0 0 0,0 0 0 0 0,17-1 0 0 0,-24 4-1166 0 0,0-1 0 0 0,0 0 0 0 0,1 1 0 0 0,-1-1 1 0 0,0 1-1 0 0,0 0 0 0 0,0 0 0 0 0,0 0 0 0 0,0 1 0 0 0,-1-1 0 0 0,1 1 1 0 0,0 0-1 0 0,0-1 0 0 0,-1 1 0 0 0,1 0 0 0 0,-1 1 0 0 0,0-1 1 0 0,0 0-1 0 0,0 1 0 0 0,0-1 0 0 0,0 1 0 0 0,0-1 0 0 0,1 4 1 0 0,2 6-108 0 0,0-1 1 0 0,0 1-1 0 0,-2 0 1 0 0,1 1 0 0 0,-2-1-1 0 0,0 1 1 0 0,0-1-1 0 0,0 22 1 0 0,-2-21 17 0 0,0 0 0 0 0,2 0 1 0 0,0-1-1 0 0,0 1 0 0 0,1-1 0 0 0,0 0 1 0 0,1 1-1 0 0,6 12 0 0 0,-8-22 14 0 0,0 0 1 0 0,0 0-1 0 0,1 0 1 0 0,-1 0-1 0 0,0 0 1 0 0,1-1-1 0 0,0 1 1 0 0,-1-1-1 0 0,1 0 1 0 0,0 0-1 0 0,0 0 1 0 0,0 0-1 0 0,1 0 1 0 0,-1 0-1 0 0,0-1 1 0 0,1 0-1 0 0,-1 0 1 0 0,1 0-1 0 0,-1 0 1 0 0,1 0-1 0 0,0-1 1 0 0,-1 1-1 0 0,5-1 1 0 0,-3 0-189 0 0,0 0 0 0 0,0-1 0 0 0,1 0 0 0 0,-1 0 0 0 0,0 0 0 0 0,9-3 0 0 0,-9 2-823 0 0,0-1 0 0 0,0 1 0 0 0,-1-1 0 0 0,1 0 0 0 0,0 0 0 0 0,5-6 0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12.4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 10594 0 0,'1'-1'261'0'0,"0"1"-1"0"0,-1-1 1 0 0,1 0-1 0 0,0 1 0 0 0,0-1 1 0 0,0 0-1 0 0,0 1 1 0 0,0-1-1 0 0,0 1 1 0 0,0-1-1 0 0,0 1 1 0 0,0 0-1 0 0,0-1 0 0 0,0 1 1 0 0,0 0-1 0 0,0 0 1 0 0,1 0-1 0 0,-1 0 1 0 0,0 0-1 0 0,0 0 0 0 0,0 0 1 0 0,0 0-1 0 0,2 1 1 0 0,30 1 2818 0 0,-22 2-2667 0 0,-1-1 0 0 0,0 1 0 0 0,-1 1 0 0 0,1 0 0 0 0,-1 0-1 0 0,0 1 1 0 0,0 0 0 0 0,0 0 0 0 0,-1 1 0 0 0,9 10 0 0 0,12 13-190 0 0,31 42 1 0 0,-52-62-64 0 0,13 17-139 0 0,-1 1 1 0 0,-2 0 0 0 0,-1 1-1 0 0,-1 1 1 0 0,-2 0 0 0 0,0 1-1 0 0,-3 1 1 0 0,0 0 0 0 0,6 36-1 0 0,-14-50-41 0 0,0 1 0 0 0,-2 0-1 0 0,0-1 1 0 0,0 1-1 0 0,-2 0 1 0 0,-1 0 0 0 0,0-1-1 0 0,-1 1 1 0 0,-1-1-1 0 0,-1 0 1 0 0,0 0-1 0 0,-2 0 1 0 0,0-1 0 0 0,-1 0-1 0 0,0 0 1 0 0,-1-1-1 0 0,-21 28 1 0 0,13-24-875 0 0,0-1 0 0 0,-33 29 1 0 0,18-24-7119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13.4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1840 0 0,'3'0'712'0'0,"-1"0"-1"0"0,1 1 0 0 0,-1-1 1 0 0,0 0-1 0 0,1 1 0 0 0,-1 0 1 0 0,1 0-1 0 0,-1 0 1 0 0,0 0-1 0 0,0 0 0 0 0,0 0 1 0 0,4 3-1 0 0,-2-1 99 0 0,0 1 1 0 0,0 0-1 0 0,0-1 0 0 0,-1 1 1 0 0,5 8-1 0 0,-1-1 266 0 0,0 1-1 0 0,-1-1 1 0 0,8 26-1 0 0,60 223 1091 0 0,-7-24-2094 0 0,-21-105 55 0 0,-22-71 45 0 0,-4 1 0 0 0,21 104 0 0 0,-40-159-316 0 0,3 47 464 0 0,-4-50-562 0 0,0-1 0 0 0,-1 1 0 0 0,1 0 0 0 0,-1-1 0 0 0,0 1 0 0 0,0 0 0 0 0,0-1 0 0 0,0 1 0 0 0,0-1 0 0 0,-2 4 0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13.7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5065 0 0,'3'6'6496'0'0,"4"5"-3653"0"0,8 15-274 0 0,10 39-961 0 0,-2 2-1 0 0,-3 0 1 0 0,11 74-1 0 0,17 212-1599 0 0,-33-224 527 0 0,-7-21-3770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14.1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7834 0 0,'23'15'6134'0'0,"-10"-1"-5292"0"0,0-1 0 0 0,-1 2 0 0 0,-1-1 0 0 0,0 2 0 0 0,0-1 0 0 0,-2 2 0 0 0,0-1 0 0 0,-1 1 0 0 0,7 21 0 0 0,3 21-480 0 0,17 90 0 0 0,-25-97-323 0 0,2 0 0 0 0,25 67 0 0 0,16-11-214 0 0,-27-63-2812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14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3 244 2304 0 0,'-3'-47'1541'0'0,"4"31"193"0"0,0 0 1 0 0,0 1-1 0 0,5-17 0 0 0,-4 23-707 0 0,0 0 0 0 0,1 1 1 0 0,0-1-1 0 0,1 1 1 0 0,-1 0-1 0 0,9-12 0 0 0,-9 15-777 0 0,0 1-1 0 0,0 1 0 0 0,1-1 1 0 0,-1 0-1 0 0,1 1 1 0 0,0-1-1 0 0,6-3 0 0 0,-8 6-175 0 0,0-1-1 0 0,0 1 0 0 0,0 0 1 0 0,1-1-1 0 0,-1 1 0 0 0,0 0 0 0 0,0 0 1 0 0,1 1-1 0 0,-1-1 0 0 0,0 0 1 0 0,1 1-1 0 0,-1 0 0 0 0,1-1 1 0 0,-1 1-1 0 0,1 0 0 0 0,-1 0 1 0 0,0 0-1 0 0,1 1 0 0 0,-1-1 1 0 0,1 0-1 0 0,-1 1 0 0 0,1 0 1 0 0,-1 0-1 0 0,0-1 0 0 0,0 2 1 0 0,1-1-1 0 0,-1 0 0 0 0,0 0 0 0 0,4 3 1 0 0,-3 0-57 0 0,1 1 0 0 0,-1-1-1 0 0,1 0 1 0 0,-1 1 0 0 0,-1 0 0 0 0,1 0 0 0 0,-1 0 0 0 0,0 0 0 0 0,0 0 0 0 0,0 0 0 0 0,0 0 0 0 0,0 9-1 0 0,0-3-30 0 0,-1 0 0 0 0,0 0 0 0 0,-1 0 0 0 0,0 0 0 0 0,-1 0 0 0 0,0 0 1 0 0,-1-1-1 0 0,0 1 0 0 0,-1 0 0 0 0,-6 16 0 0 0,-5 5-185 0 0,-1-1 1 0 0,-20 31-1 0 0,20-39 399 0 0,1 2-1 0 0,1 0 0 0 0,-18 51 0 0 0,31-74-182 0 0,-1 1-1 0 0,0-1 0 0 0,0 0 0 0 0,1 0 0 0 0,-1 1 0 0 0,1-1 0 0 0,0 0 0 0 0,0 1 0 0 0,0-1 0 0 0,0 0 0 0 0,0 1 0 0 0,0-1 0 0 0,1 0 0 0 0,-1 1 0 0 0,1-1 0 0 0,-1 0 0 0 0,1 0 0 0 0,0 0 0 0 0,0 1 0 0 0,0-1 1 0 0,0 0-1 0 0,0 0 0 0 0,1 0 0 0 0,-1 0 0 0 0,1-1 0 0 0,-1 1 0 0 0,1 0 0 0 0,-1-1 0 0 0,1 1 0 0 0,0-1 0 0 0,0 1 0 0 0,0-1 0 0 0,0 0 0 0 0,0 0 0 0 0,0 0 0 0 0,0 0 0 0 0,0 0 0 0 0,1 0 0 0 0,-1-1 0 0 0,4 2 1 0 0,10 0 148 0 0,0 0 0 0 0,0 0 1 0 0,1-2-1 0 0,30-2 1 0 0,-15 1-74 0 0,42 2-1821 0 0,1 5-3469 0 0,-48-2-2150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14.9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28 3681 0 0,'-18'-2'1437'0'0,"15"2"-221"0"0,-1-1 0 0 0,0 1 0 0 0,1 0 0 0 0,-1-1 0 0 0,1 0 0 0 0,-1 0 0 0 0,1 0 0 0 0,-7-3 0 0 0,10 4-1102 0 0,0-1 0 0 0,1 1 1 0 0,-1 0-1 0 0,0-1 0 0 0,0 1 0 0 0,0-1 0 0 0,0 1 1 0 0,0 0-1 0 0,0-1 0 0 0,0 1 0 0 0,1 0 0 0 0,-1 0 1 0 0,0-1-1 0 0,0 1 0 0 0,0 0 0 0 0,1-1 229 0 0,-1 1-229 0 0,1-1 0 0 0,-1 1 0 0 0,0 0 1 0 0,1 0-1 0 0,-1 0 0 0 0,0-1 0 0 0,1 1 0 0 0,-1 0 1 0 0,0 0-1 0 0,1 0 0 0 0,-1 0 0 0 0,0 0 0 0 0,1 0 1 0 0,-1 0-1 0 0,0 0 0 0 0,1 0 0 0 0,-1 0 0 0 0,0 0 1 0 0,1 0-1 0 0,-1 0 0 0 0,1 0 0 0 0,19-4-5 0 0,-19 3 89 0 0,4 0-140 0 0,1 0-1 0 0,0 1 1 0 0,-1-1-1 0 0,1 1 1 0 0,-1 0-1 0 0,1 0 1 0 0,0 1-1 0 0,-1 0 1 0 0,1 0-1 0 0,-1 0 1 0 0,1 0-1 0 0,6 4 1 0 0,-9-3-29 0 0,0-1-1 0 0,0 1 1 0 0,0 0 0 0 0,-1 1-1 0 0,1-1 1 0 0,-1 0-1 0 0,1 1 1 0 0,-1-1 0 0 0,0 1-1 0 0,0 0 1 0 0,0 0 0 0 0,0 0-1 0 0,-1 0 1 0 0,1 0-1 0 0,-1 0 1 0 0,0 0 0 0 0,0 0-1 0 0,0 1 1 0 0,0-1 0 0 0,0 0-1 0 0,-1 7 1 0 0,1 1-29 0 0,-1 0 1 0 0,0 0-1 0 0,-1 1 0 0 0,0-1 1 0 0,-1 0-1 0 0,-5 15 1 0 0,-4 40-18 0 0,11-63-4 0 0,0 0-1 0 0,1 0 0 0 0,-1 0 1 0 0,1 0-1 0 0,0 0 0 0 0,0 0 0 0 0,0 0 1 0 0,0 0-1 0 0,0-1 0 0 0,1 1 0 0 0,-1 0 1 0 0,1-1-1 0 0,0 1 0 0 0,-1-1 1 0 0,1 1-1 0 0,1-1 0 0 0,-1 0 0 0 0,0 0 1 0 0,0 0-1 0 0,1 0 0 0 0,-1 0 1 0 0,1 0-1 0 0,5 2 0 0 0,8 4-237 0 0,0 0-1 0 0,1-2 1 0 0,18 6 0 0 0,-9-3 129 0 0,-20-7 72 0 0,-1 0 0 0 0,1 0 0 0 0,-1 1-1 0 0,0-1 1 0 0,0 1 0 0 0,0 1 0 0 0,-1-1 0 0 0,1 1 0 0 0,-1-1-1 0 0,0 1 1 0 0,0 1 0 0 0,5 5 0 0 0,-7-7 47 0 0,-1 0 1 0 0,1 0-1 0 0,-1 0 0 0 0,0 1 1 0 0,0-1-1 0 0,0 0 0 0 0,0 0 1 0 0,-1 1-1 0 0,1-1 0 0 0,-1 0 1 0 0,0 1-1 0 0,0-1 0 0 0,0 0 1 0 0,0 1-1 0 0,-1-1 0 0 0,1 0 1 0 0,-1 1-1 0 0,0-1 0 0 0,0 0 1 0 0,0 0-1 0 0,-1 0 0 0 0,-2 5 1 0 0,-2 4 127 0 0,-2-1 0 0 0,0 1 1 0 0,0-1-1 0 0,-1-1 0 0 0,0 0 1 0 0,-1 0-1 0 0,0-1 1 0 0,0 0-1 0 0,-1-1 0 0 0,0 0 1 0 0,-1-1-1 0 0,-18 9 0 0 0,18-10-788 0 0,-1 0 0 0 0,0-1 0 0 0,-26 6 0 0 0,22-9-6069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15.3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15203 0 0,'3'1'254'0'0,"0"0"0"0"0,-1 1-1 0 0,1-1 1 0 0,-1 1 0 0 0,1 0 0 0 0,-1-1-1 0 0,1 1 1 0 0,-1 0 0 0 0,0 1-1 0 0,0-1 1 0 0,0 0 0 0 0,0 0-1 0 0,2 5 1 0 0,21 39 2624 0 0,-20-36-2826 0 0,6 13 125 0 0,-1 0 1 0 0,-2 1 0 0 0,0 0 0 0 0,-2 0-1 0 0,0 0 1 0 0,2 29 0 0 0,1 151 1299 0 0,-7-114-1254 0 0,-2-70-250 0 0,2 1-1 0 0,4 23 1 0 0,-4-38-132 0 0,-1 0 0 0 0,1 1 0 0 0,0-1 0 0 0,0 0 0 0 0,1 0 1 0 0,0 0-1 0 0,0-1 0 0 0,0 1 0 0 0,1-1 0 0 0,7 10 1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15.6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7834 0 0,'0'0'11298'0'0,"3"4"-9859"0"0,9 20-918 0 0,0 0 0 0 0,-1 1 1 0 0,-1 0-1 0 0,-1 0 0 0 0,5 33 0 0 0,21 142-294 0 0,-23-115 216 0 0,-5-42-561 0 0,-1 1-112 0 0,1 0 0 0 0,3-1 0 0 0,1 0 0 0 0,19 46 0 0 0,-27-84-1541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15.9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11522 0 0,'2'0'225'0'0,"0"0"0"0"0,1 0-1 0 0,-1 0 1 0 0,0 0 0 0 0,1 0-1 0 0,-1 0 1 0 0,0 1-1 0 0,1-1 1 0 0,-1 1 0 0 0,0 0-1 0 0,0-1 1 0 0,0 1 0 0 0,1 0-1 0 0,-1 0 1 0 0,0 1-1 0 0,0-1 1 0 0,0 0 0 0 0,-1 1-1 0 0,1-1 1 0 0,0 1 0 0 0,0-1-1 0 0,-1 1 1 0 0,1 0-1 0 0,2 3 1 0 0,3 5 700 0 0,0 0-1 0 0,0 0 1 0 0,7 16-1 0 0,-1 4-777 0 0,-1 0 0 0 0,-1 1 0 0 0,-2 1-1 0 0,-1 0 1 0 0,-1 0 0 0 0,-2 0-1 0 0,-1 1 1 0 0,-2 0 0 0 0,-1 0-1 0 0,-2 0 1 0 0,-1 0 0 0 0,-1-1 0 0 0,-2 1-1 0 0,-12 42 1 0 0,9-46-398 0 0,-3 11-4147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16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0 290 4145 0 0,'3'-30'840'0'0,"1"0"1"0"0,2 1-1 0 0,1-1 0 0 0,1 1 1 0 0,1 1-1 0 0,16-34 0 0 0,-22 58-650 0 0,-1 0-1 0 0,1 1 1 0 0,0-1-1 0 0,0 1 1 0 0,0 0-1 0 0,0 0 1 0 0,1 0-1 0 0,-1 0 1 0 0,1 0-1 0 0,0 1 1 0 0,0-1-1 0 0,0 1 1 0 0,0 0-1 0 0,0 0 1 0 0,0 1-1 0 0,0-1 1 0 0,1 1-1 0 0,-1 0 1 0 0,0 0-1 0 0,1 1 1 0 0,-1-1-1 0 0,1 1 1 0 0,-1 0-1 0 0,1 0 1 0 0,0 0-1 0 0,-1 1 1 0 0,0-1-1 0 0,8 3 1 0 0,-8-2-30 0 0,0 0 0 0 0,0 0 0 0 0,0 1 0 0 0,0-1 0 0 0,-1 1 0 0 0,1 0 0 0 0,0 0 0 0 0,-1 1 0 0 0,1-1 0 0 0,-1 1 0 0 0,0-1 1 0 0,0 1-1 0 0,0 0 0 0 0,0 0 0 0 0,0 0 0 0 0,-1 1 0 0 0,1-1 0 0 0,-1 1 0 0 0,0-1 0 0 0,0 1 0 0 0,0 0 0 0 0,-1 0 0 0 0,1 0 0 0 0,-1 0 0 0 0,0 0 0 0 0,0 0 0 0 0,0 0 0 0 0,-1 0 0 0 0,1 0 0 0 0,-1 0 0 0 0,-1 5 0 0 0,-1 8-97 0 0,-2 1-1 0 0,0-1 0 0 0,-1 0 0 0 0,0-1 0 0 0,-2 1 0 0 0,-13 26 1 0 0,10-24 46 0 0,1 1 1 0 0,1 0-1 0 0,-9 36 1 0 0,16-54-72 0 0,1-1 0 0 0,-1 1 0 0 0,1 0 0 0 0,0-1 0 0 0,0 1 0 0 0,-1-1 0 0 0,1 1 0 0 0,0 0 0 0 0,0-1 0 0 0,0 1-1 0 0,1-1 1 0 0,-1 1 0 0 0,0-1 0 0 0,1 1 0 0 0,-1 0 0 0 0,1-1 0 0 0,-1 1 0 0 0,1-1 0 0 0,0 0 0 0 0,-1 1 0 0 0,1-1 0 0 0,0 1 0 0 0,0-1 0 0 0,0 0 0 0 0,0 0 0 0 0,0 0 0 0 0,0 1 0 0 0,1-1 0 0 0,-1 0 0 0 0,0 0 0 0 0,1-1 0 0 0,-1 1-1 0 0,0 0 1 0 0,1 0 0 0 0,-1-1 0 0 0,1 1 0 0 0,2 0 0 0 0,5 1-59 0 0,1-1 0 0 0,0 0-1 0 0,-1-1 1 0 0,1 0 0 0 0,14-2-1 0 0,18 1-600 0 0,-28 3-42 0 0,-2 1-22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16.7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34 5985 0 0,'8'-17'1442'0'0,"-5"13"412"0"0,-1 2-1236 0 0,-1 1 0 0 0,1 0 0 0 0,0 0 0 0 0,-1 0 0 0 0,1 0 0 0 0,0 0 0 0 0,-1 0 0 0 0,1 0 0 0 0,0 1 0 0 0,0-1 0 0 0,0 0 0 0 0,0 1 0 0 0,-1 0 0 0 0,1-1 0 0 0,0 1 0 0 0,0 0 0 0 0,0 0 0 0 0,0 0 0 0 0,3 1 0 0 0,-10 40 1130 0 0,3-10-1709 0 0,1 0 0 0 0,2 0-1 0 0,1-1 1 0 0,11 54 0 0 0,-9-67-25 0 0,0 0 1 0 0,2-1-1 0 0,0 1 1 0 0,0-1-1 0 0,1-1 0 0 0,1 1 1 0 0,1-1-1 0 0,0-1 0 0 0,1 0 1 0 0,12 14-1 0 0,-18-25-37 0 0,0 1 0 0 0,1-1 0 0 0,-1 1 0 0 0,1-1 0 0 0,-1-1 0 0 0,1 1 0 0 0,0-1 0 0 0,0 1 0 0 0,0-1 0 0 0,1-1 0 0 0,-1 1 0 0 0,0-1-1 0 0,1 0 1 0 0,-1 0 0 0 0,1-1 0 0 0,-1 1 0 0 0,1-1 0 0 0,-1 0 0 0 0,1-1 0 0 0,-1 0 0 0 0,1 1 0 0 0,-1-2 0 0 0,0 1 0 0 0,6-3 0 0 0,3 0-161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16.9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0 4609 0 0,'-1'12'17076'0'0,"-3"6"-13503"0"0,-3 13-6252 0 0,5-20 4433 0 0,-6 81-1143 0 0,3 0 0 0 0,4 1 0 0 0,4-1 0 0 0,17 98 1 0 0,-13-153-739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22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0 6913 0 0,'-2'2'282'0'0,"0"-1"0"0"0,0 1 0 0 0,0 0 0 0 0,0 0 0 0 0,0-1 0 0 0,0 1 0 0 0,1 1-1 0 0,-1-1 1 0 0,1 0 0 0 0,-1 0 0 0 0,1 1 0 0 0,0-1 0 0 0,0 0 0 0 0,0 1-1 0 0,0-1 1 0 0,0 1 0 0 0,1 0 0 0 0,-1-1 0 0 0,1 1 0 0 0,0-1 0 0 0,0 1-1 0 0,0 0 1 0 0,0-1 0 0 0,0 4 0 0 0,1 9 409 0 0,1 0-1 0 0,7 28 1 0 0,-9-42-632 0 0,84 268 2361 0 0,-31-112-2015 0 0,-43-124-662 0 0,0 0 0 0 0,3 0 0 0 0,0-1-1 0 0,2-1 1 0 0,35 54 0 0 0,-35-66-5986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22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0 230 5529 0 0,'2'-9'455'0'0,"0"0"0"0"0,1 0-1 0 0,0 0 1 0 0,1 0 0 0 0,0 1 0 0 0,0-1-1 0 0,0 1 1 0 0,1 0 0 0 0,1 1 0 0 0,10-13-1 0 0,6-6 1830 0 0,40-34 0 0 0,-57 56-1997 0 0,0 0 0 0 0,0 0 0 0 0,1 0 0 0 0,-1 1-1 0 0,1 0 1 0 0,-1 0 0 0 0,1 0 0 0 0,0 1 0 0 0,0-1 0 0 0,1 1-1 0 0,9-1 1 0 0,-14 2-253 0 0,1 1-1 0 0,-1 0 1 0 0,1 0-1 0 0,-1 1 1 0 0,0-1-1 0 0,1 0 1 0 0,-1 1-1 0 0,1 0 0 0 0,-1-1 1 0 0,0 1-1 0 0,0 0 1 0 0,1 0-1 0 0,-1 0 1 0 0,0 1-1 0 0,0-1 1 0 0,0 0-1 0 0,0 1 1 0 0,0-1-1 0 0,-1 1 0 0 0,1 0 1 0 0,0-1-1 0 0,-1 1 1 0 0,1 0-1 0 0,-1 0 1 0 0,0 0-1 0 0,1 0 1 0 0,-1 1-1 0 0,0-1 1 0 0,0 0-1 0 0,0 0 1 0 0,-1 1-1 0 0,1-1 0 0 0,0 4 1 0 0,2 9-33 0 0,0-1 1 0 0,-2 1-1 0 0,1 0 0 0 0,-2 0 0 0 0,0 0 1 0 0,-1 0-1 0 0,0 0 0 0 0,-1 0 1 0 0,-6 21-1 0 0,-3 2 4 0 0,-2 1 0 0 0,-21 46 0 0 0,16-48 49 0 0,10-21 254 0 0,0 0 0 0 0,1 0 0 0 0,0 1 0 0 0,2 0 0 0 0,0 0 0 0 0,-3 20 0 0 0,8-37-289 0 0,0 1 0 0 0,0 0 1 0 0,-1-1-1 0 0,1 1 0 0 0,0 0 0 0 0,0-1 1 0 0,1 1-1 0 0,-1 0 0 0 0,0-1 1 0 0,0 1-1 0 0,0 0 0 0 0,0-1 1 0 0,0 1-1 0 0,1 0 0 0 0,-1-1 0 0 0,0 1 1 0 0,1-1-1 0 0,-1 1 0 0 0,0-1 1 0 0,1 1-1 0 0,-1-1 0 0 0,1 1 1 0 0,-1-1-1 0 0,0 1 0 0 0,1-1 0 0 0,0 1 1 0 0,-1-1-1 0 0,1 0 0 0 0,-1 1 1 0 0,1-1-1 0 0,-1 0 0 0 0,1 1 1 0 0,0-1-1 0 0,2 1 7 0 0,-1-1 1 0 0,0 0-1 0 0,1 0 0 0 0,-1 0 1 0 0,1 0-1 0 0,-1-1 1 0 0,0 1-1 0 0,1 0 0 0 0,3-2 1 0 0,51-24 142 0 0,-54 25-138 0 0,58-34 76 0 0,47-23 70 0 0,-93 51-561 0 0,1 1 0 0 0,0 0 1 0 0,0 2-1 0 0,0-1 1 0 0,19-1-1 0 0,-19 4-1039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22.9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79 325 6913 0 0,'0'-5'278'0'0,"0"0"-1"0"0,0 1 0 0 0,1-1 0 0 0,0 0 0 0 0,-1 1 0 0 0,2-1 0 0 0,-1 1 0 0 0,1-1 0 0 0,-1 1 0 0 0,1 0 0 0 0,3-5 0 0 0,2-7 477 0 0,-1-3 266 0 0,26-79 3469 0 0,-29 86-4106 0 0,0 0-1 0 0,-1 0 0 0 0,-1-1 1 0 0,0 1-1 0 0,0 0 0 0 0,-2-15 0 0 0,1 26-354 0 0,0-1 0 0 0,0 1 0 0 0,0 0 0 0 0,0-1-1 0 0,0 1 1 0 0,-1-1 0 0 0,1 1 0 0 0,-1 0-1 0 0,1-1 1 0 0,-1 1 0 0 0,1 0 0 0 0,-1-1-1 0 0,1 1 1 0 0,-1 0 0 0 0,0 0 0 0 0,0 0 0 0 0,0 0-1 0 0,0 0 1 0 0,0 0 0 0 0,0 0 0 0 0,0 0-1 0 0,0 0 1 0 0,0 0 0 0 0,0 0 0 0 0,0 0-1 0 0,-1 1 1 0 0,-1-2 0 0 0,1 2-18 0 0,0 0 1 0 0,0 1-1 0 0,0-1 0 0 0,0 0 1 0 0,0 1-1 0 0,0-1 0 0 0,0 1 1 0 0,1-1-1 0 0,-1 1 0 0 0,0 0 1 0 0,0 0-1 0 0,0 0 0 0 0,0 0 1 0 0,1 0-1 0 0,-1 0 0 0 0,1 0 1 0 0,-1 1-1 0 0,1-1 0 0 0,-2 2 1 0 0,-6 6-24 0 0,0 1 0 0 0,1 0 0 0 0,0 0 0 0 0,1 1 0 0 0,0 0 0 0 0,0 0 0 0 0,1 1 0 0 0,1 0 0 0 0,0 0 0 0 0,1 0 0 0 0,0 0 0 0 0,1 1 0 0 0,0-1 0 0 0,-1 14 0 0 0,4-18 41 0 0,-1-1 0 0 0,1 0 0 0 0,0 0 0 0 0,0 0 0 0 0,1 1-1 0 0,0-1 1 0 0,0 0 0 0 0,1 0 0 0 0,0 0 0 0 0,0 0 0 0 0,0 0 0 0 0,1-1 0 0 0,0 1 0 0 0,1-1 0 0 0,-1 0 0 0 0,1 1 0 0 0,0-2 0 0 0,1 1 0 0 0,0 0 0 0 0,-1-1 0 0 0,2 0 0 0 0,-1 0 0 0 0,1-1 0 0 0,-1 1 0 0 0,1-1 0 0 0,9 5 0 0 0,-3-4-41 0 0,-1 1 0 0 0,1-1 0 0 0,1-1-1 0 0,-1 0 1 0 0,1-1 0 0 0,-1 0 0 0 0,26 1 0 0 0,-24-3-722 0 0,-1-2 0 0 0,1 1 0 0 0,0-2 0 0 0,17-3 0 0 0,-6-2-5501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23.6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138 159 5065 0 0,'0'-3'429'0'0,"0"0"0"0"0,0-1 0 0 0,0 1 0 0 0,-1 0 1 0 0,0 0-1 0 0,1 0 0 0 0,-1 0 0 0 0,0 0 0 0 0,0 0 0 0 0,-1 1 0 0 0,1-1 0 0 0,-1 0 0 0 0,1 0 0 0 0,-1 1 1 0 0,0-1-1 0 0,0 1 0 0 0,0 0 0 0 0,0-1 0 0 0,-4-1 0 0 0,5 3-277 0 0,-1 0 1 0 0,1 0-1 0 0,-1 0 0 0 0,1 1 1 0 0,-1-1-1 0 0,0 1 0 0 0,1-1 1 0 0,-1 1-1 0 0,0 0 0 0 0,1 0 1 0 0,-1-1-1 0 0,0 1 0 0 0,1 0 1 0 0,-1 1-1 0 0,0-1 0 0 0,0 0 1 0 0,1 0-1 0 0,-1 1 0 0 0,0-1 1 0 0,1 1-1 0 0,-1-1 0 0 0,1 1 1 0 0,-1 0-1 0 0,1 0 0 0 0,-1 0 1 0 0,1-1-1 0 0,-1 1 0 0 0,1 1 0 0 0,0-1 1 0 0,0 0-1 0 0,-1 0 0 0 0,1 0 1 0 0,0 1-1 0 0,0-1 0 0 0,-1 3 1 0 0,-6 6-30 0 0,1 1-1 0 0,0 0 1 0 0,0 0 0 0 0,-8 22 0 0 0,13-27-89 0 0,0-1 0 0 0,0 1 0 0 0,0 0 0 0 0,1 0 0 0 0,0-1 0 0 0,0 1 1 0 0,1 0-1 0 0,-1 0 0 0 0,1 0 0 0 0,1 0 0 0 0,-1 0 0 0 0,3 10 0 0 0,-3-15-31 0 0,0 0-1 0 0,0 0 0 0 0,0 0 0 0 0,1 0 1 0 0,-1-1-1 0 0,0 1 0 0 0,1 0 1 0 0,-1 0-1 0 0,0 0 0 0 0,1 0 0 0 0,-1-1 1 0 0,1 1-1 0 0,-1 0 0 0 0,1 0 1 0 0,0-1-1 0 0,-1 1 0 0 0,1 0 0 0 0,0-1 1 0 0,-1 1-1 0 0,1-1 0 0 0,0 1 1 0 0,0-1-1 0 0,0 1 0 0 0,-1-1 0 0 0,1 0 1 0 0,0 1-1 0 0,0-1 0 0 0,2 1 1 0 0,-2-2 7 0 0,1 1 0 0 0,-1-1 0 0 0,1 1 0 0 0,0-1 0 0 0,-1 1 0 0 0,1-1 0 0 0,-1 0 1 0 0,1 1-1 0 0,-1-1 0 0 0,0 0 0 0 0,1 0 0 0 0,-1 0 0 0 0,0 0 0 0 0,2-2 0 0 0,3-4 46 0 0,0 0 0 0 0,0-1-1 0 0,0 1 1 0 0,6-13-1 0 0,-10 14 70 0 0,11-18 202 0 0,-8 18 135 0 0,-2 10 430 0 0,1 21-875 0 0,1 0 1 0 0,1 0-1 0 0,1-1 0 0 0,1 0 1 0 0,1-1-1 0 0,1 0 0 0 0,1 0 1 0 0,1-1-1 0 0,1 0 1 0 0,1-1-1 0 0,1-1 0 0 0,1 0 1 0 0,35 35-1 0 0,-40-47 80 0 0,-9-9 151 0 0,-10-17 432 0 0,-2-5-197 0 0,5 3-306 0 0,1-1 0 0 0,1 1 1 0 0,1-1-1 0 0,1 0 0 0 0,1 0 0 0 0,0 0 0 0 0,2 0 0 0 0,4-24 0 0 0,45-164-553 0 0,-28 139-1986 0 0,-10 40-5972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25.3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19 105 2304 0 0,'-2'-6'474'0'0,"0"0"-1"0"0,1 0 0 0 0,0 0 0 0 0,0 0 1 0 0,0-1-1 0 0,1-10 0 0 0,-1-13 1860 0 0,-8 9 5042 0 0,9 32-5446 0 0,72 420 2235 0 0,7 73-3593 0 0,-78-500-574 0 0,14 214-493 0 0,-16-202 163 0 0,-4-4-4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25.7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0 220 12443 0 0,'3'-9'245'0'0,"1"1"0"0"0,-1 0 0 0 0,1 0 1 0 0,1 0-1 0 0,-1 0 0 0 0,1 1 0 0 0,1-1 0 0 0,10-11 1 0 0,7-4 296 0 0,25-20 1 0 0,-37 33-287 0 0,1 1 0 0 0,0 0-1 0 0,0 1 1 0 0,1 1 0 0 0,0 0-1 0 0,15-6 1 0 0,-25 12-213 0 0,0 0 1 0 0,0 0 0 0 0,0 0-1 0 0,0 0 1 0 0,0 0-1 0 0,0 1 1 0 0,0-1-1 0 0,0 1 1 0 0,0 0-1 0 0,1 0 1 0 0,-1 0 0 0 0,0 0-1 0 0,0 1 1 0 0,0-1-1 0 0,0 1 1 0 0,0 0-1 0 0,0 0 1 0 0,0 0-1 0 0,0 0 1 0 0,0 1 0 0 0,0-1-1 0 0,-1 1 1 0 0,1-1-1 0 0,-1 1 1 0 0,1 0-1 0 0,-1 0 1 0 0,1 0-1 0 0,-1 1 1 0 0,0-1 0 0 0,0 0-1 0 0,0 1 1 0 0,0 0-1 0 0,-1-1 1 0 0,3 6-1 0 0,1 3-19 0 0,-1 0 0 0 0,0 1 0 0 0,-1 0 0 0 0,0-1-1 0 0,-1 1 1 0 0,0 1 0 0 0,-1-1 0 0 0,0 0 0 0 0,-2 21-1 0 0,-1-6-9 0 0,-2 0-1 0 0,0 0 0 0 0,-11 35 0 0 0,4-32 62 0 0,0-1 1 0 0,-2 0-1 0 0,-1-1 1 0 0,-1 0-1 0 0,-1-1 0 0 0,-2-1 1 0 0,-1-1-1 0 0,0 0 0 0 0,-36 33 1 0 0,43-49 1678 0 0,37-23-774 0 0,-11 9-943 0 0,1 2 1 0 0,-1 0-1 0 0,1 0 1 0 0,0 1-1 0 0,0 1 1 0 0,0 1-1 0 0,0 0 1 0 0,0 1 0 0 0,16 2-1 0 0,-8 1-13 0 0,0 1 1 0 0,-1 0-1 0 0,0 2 0 0 0,0 0 1 0 0,26 14-1 0 0,-32-11-60 0 0,0 0 0 0 0,-1 2 0 0 0,0 0 0 0 0,-1 1 0 0 0,0 0 0 0 0,-1 1 0 0 0,23 30-1 0 0,-4-5-1568 0 0,-16-19-6087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26.5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0 500 7834 0 0,'0'2'148'0'0,"1"-1"1"0"0,-1 0 0 0 0,0 0 0 0 0,1 0-1 0 0,-1 0 1 0 0,1 0 0 0 0,-1 0 0 0 0,1 0-1 0 0,-1 0 1 0 0,1 0 0 0 0,0 0 0 0 0,0 0-1 0 0,0 0 1 0 0,-1 0 0 0 0,1 0 0 0 0,0-1-1 0 0,0 1 1 0 0,0 0 0 0 0,0-1 0 0 0,0 1-1 0 0,0-1 1 0 0,0 1 0 0 0,0-1-1 0 0,0 1 1 0 0,1-1 0 0 0,-1 0 0 0 0,0 0-1 0 0,0 1 1 0 0,0-1 0 0 0,0 0 0 0 0,3 0-1 0 0,1 0 160 0 0,-1 1 1 0 0,1-1-1 0 0,0 0 0 0 0,0-1 0 0 0,0 1 0 0 0,7-2 0 0 0,-4-1 4 0 0,0-1 0 0 0,0 0 0 0 0,0 0 0 0 0,-1 0 0 0 0,1-1 0 0 0,-1 0 0 0 0,0-1-1 0 0,-1 0 1 0 0,8-7 0 0 0,51-65 1453 0 0,-56 67-1645 0 0,11-16 40 0 0,-1-1 1 0 0,0-1-1 0 0,18-42 1 0 0,-32 61-275 0 0,0-1 0 0 0,-1 0 1 0 0,0 0-1 0 0,-1 0 0 0 0,0 0 0 0 0,-1-1 1 0 0,0 0-1 0 0,-1 1 0 0 0,0-1 1 0 0,-1 0-1 0 0,0 1 0 0 0,-1-1 1 0 0,-3-16-1 0 0,3 26 67 0 0,1 0 0 0 0,-1-1 0 0 0,0 1 0 0 0,1 0-1 0 0,-1-1 1 0 0,0 1 0 0 0,0 0 0 0 0,0 0 0 0 0,-1 0 0 0 0,1 0 0 0 0,-1 0 0 0 0,1 0 0 0 0,-1 0-1 0 0,1 0 1 0 0,-1 1 0 0 0,0-1 0 0 0,0 1 0 0 0,0-1 0 0 0,0 1 0 0 0,0 0 0 0 0,0 0 0 0 0,0-1-1 0 0,-1 2 1 0 0,1-1 0 0 0,0 0 0 0 0,0 0 0 0 0,-1 1 0 0 0,1-1 0 0 0,-1 1 0 0 0,1 0 0 0 0,0 0 0 0 0,-1 0-1 0 0,1 0 1 0 0,-1 0 0 0 0,1 0 0 0 0,-1 0 0 0 0,1 1 0 0 0,-3 0 0 0 0,-2 1 47 0 0,1 1-1 0 0,-1-1 1 0 0,0 1 0 0 0,1 1-1 0 0,-1-1 1 0 0,1 1 0 0 0,0 0 0 0 0,0 0-1 0 0,1 1 1 0 0,-1-1 0 0 0,-7 10 0 0 0,3 0 120 0 0,0 1 1 0 0,1 0-1 0 0,0 0 0 0 0,1 1 1 0 0,1 0-1 0 0,0 0 1 0 0,2 1-1 0 0,0 0 1 0 0,0 0-1 0 0,2 0 0 0 0,0 0 1 0 0,1 1-1 0 0,1-1 1 0 0,0 1-1 0 0,2 17 1 0 0,0-29-84 0 0,-1-1 0 0 0,1 1 0 0 0,0-1 0 0 0,1 0 0 0 0,-1 1 0 0 0,1-1-1 0 0,0 0 1 0 0,0 0 0 0 0,1 0 0 0 0,-1 0 0 0 0,1-1 0 0 0,0 1 0 0 0,1-1 0 0 0,-1 1 0 0 0,1-1 0 0 0,0 0 0 0 0,0-1 0 0 0,0 1 0 0 0,0 0 0 0 0,1-1 0 0 0,-1 0 0 0 0,1 0 0 0 0,0-1 0 0 0,9 5 0 0 0,6-3-448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27.0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270 14 7370 0 0,'0'-1'172'0'0,"0"0"0"0"0,-1 0 0 0 0,1 1 1 0 0,-1-1-1 0 0,1 0 0 0 0,-1 0 0 0 0,1 1 1 0 0,-1-1-1 0 0,0 0 0 0 0,1 1 0 0 0,-1-1 1 0 0,0 1-1 0 0,1-1 0 0 0,-1 1 0 0 0,0-1 1 0 0,0 1-1 0 0,0 0 0 0 0,1-1 0 0 0,-1 1 1 0 0,0 0-1 0 0,0-1 0 0 0,0 1 0 0 0,0 0 1 0 0,0 0-1 0 0,1 0 0 0 0,-1 0 0 0 0,0 0 1 0 0,0 0-1 0 0,0 0 0 0 0,0 0 0 0 0,0 0 1 0 0,0 1-1 0 0,0-1 0 0 0,0 1 0 0 0,-33 5 2377 0 0,23-1-2153 0 0,1 0-1 0 0,0 0 1 0 0,0 1-1 0 0,1 1 1 0 0,0-1-1 0 0,0 2 0 0 0,0-1 1 0 0,1 1-1 0 0,0 0 1 0 0,1 1-1 0 0,0 0 1 0 0,0 0-1 0 0,1 1 1 0 0,-8 14-1 0 0,-3 10-200 0 0,2 1 1 0 0,1 0-1 0 0,-9 38 1 0 0,21-66-191 0 0,1 0 1 0 0,-1 0 0 0 0,2 0-1 0 0,-1 14 1 0 0,1-21-8 0 0,0 1 0 0 0,0 0-1 0 0,0 0 1 0 0,0-1 0 0 0,0 1 0 0 0,0 0 0 0 0,0 0 0 0 0,0-1 0 0 0,1 1-1 0 0,-1 0 1 0 0,0 0 0 0 0,1-1 0 0 0,-1 1 0 0 0,0 0 0 0 0,1-1 0 0 0,-1 1-1 0 0,1-1 1 0 0,-1 1 0 0 0,1 0 0 0 0,-1-1 0 0 0,2 1 0 0 0,-1 0-11 0 0,0-1 0 0 0,0-1 0 0 0,0 1-1 0 0,0 0 1 0 0,0 0 0 0 0,0 0 0 0 0,0 0 0 0 0,0-1 0 0 0,0 1 0 0 0,0-1 0 0 0,-1 1 0 0 0,1 0 0 0 0,0-1 0 0 0,0 1-1 0 0,0-1 1 0 0,0 0 0 0 0,-1 1 0 0 0,1-1 0 0 0,0 0 0 0 0,-1 1 0 0 0,1-1 0 0 0,1-1 0 0 0,4-7-27 0 0,1 1 1 0 0,-1-1-1 0 0,-1 0 1 0 0,1 0-1 0 0,-1 0 0 0 0,-1-1 1 0 0,0 0-1 0 0,4-16 1 0 0,-4 15 126 0 0,0-1 0 0 0,1 0 0 0 0,0 1 0 0 0,0 0 0 0 0,13-17 0 0 0,-17 26-76 0 0,0 1-1 0 0,0-1 0 0 0,0 1 0 0 0,1-1 0 0 0,-1 1 0 0 0,1 0 0 0 0,-1 0 0 0 0,1 0 0 0 0,-1-1 0 0 0,1 1 0 0 0,0 1 0 0 0,-1-1 0 0 0,1 0 0 0 0,0 0 0 0 0,0 1 0 0 0,0-1 0 0 0,0 1 0 0 0,-1-1 0 0 0,1 1 0 0 0,0 0 0 0 0,3-1 1 0 0,-2 2 4 0 0,-1 0 0 0 0,1-1 0 0 0,0 1 0 0 0,-1 0 0 0 0,1 0 1 0 0,0 0-1 0 0,-1 0 0 0 0,1 1 0 0 0,-1-1 0 0 0,0 1 0 0 0,1 0 1 0 0,3 3-1 0 0,3 5 31 0 0,0-1 0 0 0,-1 2-1 0 0,-1-1 1 0 0,1 1 0 0 0,5 12 0 0 0,180 361 254 0 0,-184-371 129 0 0,-10-31 412 0 0,-1-1-677 0 0,-5-89 663 0 0,2 53-994 0 0,3-89 0 0 0,6 94-1341 0 0,3 1-4292 0 0,2 3-1998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27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42 3225 0 0,'-9'6'-540'0'0,"-26"26"9988"0"0,34-30-8659 0 0,0 0-1 0 0,-1 2 1 0 0,28-19 3941 0 0,-8 5-4351 0 0,-3 0-218 0 0,-2 0-874 0 0,0 1 0 0 0,29-13 0 0 0,-36 19-153 0 0,-1 1 1 0 0,1 1 0 0 0,-1-1-1 0 0,1 1 1 0 0,0 0-1 0 0,0 0 1 0 0,6 0-1 0 0,-5 2 218 0 0,-2 3 512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27.6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0 8754 0 0,'-2'1'111'0'0,"1"0"0"0"0,0 0 0 0 0,0 0 0 0 0,0 1-1 0 0,0-1 1 0 0,1 0 0 0 0,-1 0 0 0 0,0 1 0 0 0,0-1 0 0 0,1 0 0 0 0,-1 1 0 0 0,1-1 0 0 0,-1 1 0 0 0,1-1 0 0 0,0 1-1 0 0,-1-1 1 0 0,1 1 0 0 0,0-1 0 0 0,0 1 0 0 0,0-1 0 0 0,0 1 0 0 0,0-1 0 0 0,0 1 0 0 0,1 2 0 0 0,1-1 132 0 0,0-1 0 0 0,0 1 0 0 0,1-1 0 0 0,-1 1 0 0 0,0-1 0 0 0,1 0 0 0 0,0 0 0 0 0,-1 0 0 0 0,1 0 0 0 0,0-1 0 0 0,4 3 0 0 0,1 0-413 0 0,0-1 0 0 0,1 0 1 0 0,-1 0-1 0 0,1 0 0 0 0,0-1 0 0 0,0-1 0 0 0,-1 1 1 0 0,1-1-1 0 0,0-1 0 0 0,1 0 0 0 0,8-1 0 0 0,2-1 104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27.8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3 8754 0 0,'-1'0'364'0'0,"-1"-1"1"0"0,0 1-1 0 0,1-1 0 0 0,-1 1 1 0 0,1 0-1 0 0,-1 0 0 0 0,0 0 1 0 0,1 0-1 0 0,-1 0 0 0 0,0 0 1 0 0,1 1-1 0 0,-1-1 0 0 0,0 0 1 0 0,1 1-1 0 0,-1-1 1 0 0,1 1-1 0 0,-1 0 0 0 0,1-1 1 0 0,-1 1-1 0 0,-1 1 0 0 0,1 0-117 0 0,1 0 0 0 0,-1 0 0 0 0,1-1-1 0 0,0 1 1 0 0,-1 0 0 0 0,1 0 0 0 0,0 0 0 0 0,0 0-1 0 0,0 0 1 0 0,1 1 0 0 0,-1-1 0 0 0,0 0-1 0 0,0 3 1 0 0,0 8 37 0 0,0-1-1 0 0,1 1 1 0 0,0 0 0 0 0,3 16-1 0 0,-2-21-78 0 0,17 117 871 0 0,37 134 0 0 0,0-4-2265 0 0,-34-83-4629 0 0,-19-144-1336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28.2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98 5065 0 0,'1'-4'345'0'0,"0"-1"0"0"0,0 0 0 0 0,0 1-1 0 0,0-1 1 0 0,0 1 0 0 0,1 0 0 0 0,0-1 0 0 0,0 1 0 0 0,0 0 0 0 0,1 0-1 0 0,-1 0 1 0 0,1 1 0 0 0,0-1 0 0 0,0 0 0 0 0,0 1 0 0 0,0 0-1 0 0,1 0 1 0 0,0 0 0 0 0,-1 0 0 0 0,1 1 0 0 0,0-1 0 0 0,0 1 0 0 0,0 0-1 0 0,1 0 1 0 0,-1 0 0 0 0,0 1 0 0 0,1-1 0 0 0,-1 1 0 0 0,1 0 0 0 0,6 0-1 0 0,-9 1-239 0 0,0 0-1 0 0,0 1 0 0 0,1-1 0 0 0,-1 1 1 0 0,0-1-1 0 0,0 1 0 0 0,0 0 1 0 0,0 0-1 0 0,0 0 0 0 0,0 0 0 0 0,-1 0 1 0 0,1 0-1 0 0,0 0 0 0 0,0 1 0 0 0,-1-1 1 0 0,1 1-1 0 0,-1-1 0 0 0,1 1 1 0 0,-1 0-1 0 0,0 0 0 0 0,0-1 0 0 0,1 1 1 0 0,-1 0-1 0 0,0 0 0 0 0,-1 0 0 0 0,1 0 1 0 0,0 0-1 0 0,-1 0 0 0 0,1 0 0 0 0,-1 0 1 0 0,1 1-1 0 0,-1-1 0 0 0,0 0 1 0 0,0 3-1 0 0,1 6 30 0 0,-1 0 0 0 0,0 0 0 0 0,-1-1-1 0 0,0 1 1 0 0,-4 16 0 0 0,-10 25-504 0 0,-34 81-1 0 0,27-80-724 0 0,-19 69 0 0 0,41-119 1155 0 0,-1-1-1 0 0,0 1 0 0 0,0 0 1 0 0,1 0-1 0 0,0 0 1 0 0,-1 0-1 0 0,1 0 1 0 0,0-1-1 0 0,0 1 1 0 0,1 0-1 0 0,-1 0 1 0 0,2 5-1 0 0,-2-7 18 0 0,1 0 0 0 0,-1-1 1 0 0,1 1-1 0 0,-1-1 0 0 0,0 1 0 0 0,1-1 0 0 0,-1 1 0 0 0,1-1 0 0 0,-1 0 0 0 0,1 1 0 0 0,0-1 1 0 0,-1 0-1 0 0,1 1 0 0 0,-1-1 0 0 0,1 0 0 0 0,-1 1 0 0 0,1-1 0 0 0,0 0 0 0 0,-1 0 0 0 0,1 0 1 0 0,1 0-1 0 0,22-4 1593 0 0,16-12-794 0 0,-4 2-823 0 0,0 1 1 0 0,62-13-1 0 0,-81 24-621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28.8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11 390 14283 0 0,'-10'11'1382'0'0,"25"-17"-844"0"0,25-17 864 0 0,-18 6-637 0 0,-1 0 0 0 0,-1-2 0 0 0,29-33 0 0 0,-39 39-665 0 0,1-1-1 0 0,-2 0 0 0 0,1-1 1 0 0,-2 0-1 0 0,0 0 0 0 0,11-32 1 0 0,-18 42-90 0 0,0 0 0 0 0,0-1 0 0 0,-1 1 0 0 0,0-1 0 0 0,0 1 0 0 0,0 0 0 0 0,0-1 0 0 0,-1 1 0 0 0,0-1 0 0 0,0 1 0 0 0,-1 0 1 0 0,1 0-1 0 0,-1-1 0 0 0,0 1 0 0 0,0 0 0 0 0,-1 1 0 0 0,-4-8 0 0 0,6 10-28 0 0,-1 0 0 0 0,0-1 0 0 0,0 1 0 0 0,0 0 0 0 0,0 0 0 0 0,0 0 0 0 0,0 0 0 0 0,0 0 0 0 0,0 1 1 0 0,-1-1-1 0 0,1 0 0 0 0,-1 1 0 0 0,1 0 0 0 0,-1 0 0 0 0,0 0 0 0 0,1 0 0 0 0,-1 0 0 0 0,0 0 0 0 0,0 1 0 0 0,0-1 0 0 0,0 1 0 0 0,1 0 0 0 0,-1 0 0 0 0,0 0 0 0 0,0 0 0 0 0,0 1 0 0 0,0-1 0 0 0,1 1 0 0 0,-1-1 1 0 0,0 1-1 0 0,0 0 0 0 0,1 0 0 0 0,-1 0 0 0 0,-3 3 0 0 0,3-2 35 0 0,0 1-1 0 0,-1 0 1 0 0,2 0 0 0 0,-1 0-1 0 0,0 0 1 0 0,1 0 0 0 0,-1 1-1 0 0,1-1 1 0 0,0 1 0 0 0,0 0 0 0 0,0-1-1 0 0,1 1 1 0 0,-1 0 0 0 0,1 0-1 0 0,0 0 1 0 0,0 0 0 0 0,0 1 0 0 0,0 7-1 0 0,0 0 42 0 0,0 1 1 0 0,1-1-1 0 0,1 0 0 0 0,0 1 0 0 0,3 14 1 0 0,-3-21-67 0 0,1 0 1 0 0,0 0-1 0 0,0 0 0 0 0,1 0 1 0 0,0-1-1 0 0,0 1 1 0 0,0-1-1 0 0,0 0 1 0 0,1 0-1 0 0,0 0 0 0 0,7 7 1 0 0,-9-10-96 0 0,1 1 0 0 0,0-1 0 0 0,0 0 0 0 0,0 0 0 0 0,0 0 0 0 0,0 0 0 0 0,0-1 0 0 0,0 1-1 0 0,0-1 1 0 0,1 0 0 0 0,-1 0 0 0 0,0 0 0 0 0,1 0 0 0 0,-1-1 0 0 0,1 1 0 0 0,-1-1 0 0 0,1 0 0 0 0,-1 0 0 0 0,1 0 0 0 0,-1 0 0 0 0,5-2 0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29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268 57 6449 0 0,'-6'-6'898'0'0,"0"0"0"0"0,0 1 0 0 0,-1 0-1 0 0,0 0 1 0 0,0 0 0 0 0,0 1 0 0 0,-1 0-1 0 0,0 0 1 0 0,0 1 0 0 0,-12-4 0 0 0,16 6-717 0 0,0 0 1 0 0,0 1 0 0 0,1-1 0 0 0,-1 1-1 0 0,0 0 1 0 0,0 0 0 0 0,0 1 0 0 0,0-1-1 0 0,0 1 1 0 0,1 0 0 0 0,-1 0-1 0 0,0 0 1 0 0,1 0 0 0 0,-1 1 0 0 0,1-1-1 0 0,-1 1 1 0 0,1 0 0 0 0,0 0 0 0 0,-1 0-1 0 0,1 0 1 0 0,0 1 0 0 0,1 0 0 0 0,-1-1-1 0 0,0 1 1 0 0,-3 5 0 0 0,-3 5-90 0 0,0 1-1 0 0,1 0 1 0 0,1 1 0 0 0,0-1-1 0 0,1 1 1 0 0,1 1 0 0 0,0-1 0 0 0,-3 21-1 0 0,1 3 107 0 0,1 0 0 0 0,1 50 0 0 0,5-78-198 0 0,-1 15 0 0 0,4 40 0 0 0,-2-60 0 0 0,0 0 0 0 0,0 0 0 0 0,0 0 0 0 0,1 0 0 0 0,-1 0 0 0 0,1-1 0 0 0,1 1 0 0 0,-1 0 0 0 0,1-1 0 0 0,0 0 0 0 0,0 0 0 0 0,7 8 0 0 0,-9-12-3 0 0,0 0 1 0 0,-1-1-1 0 0,1 1 1 0 0,0-1-1 0 0,-1 1 1 0 0,1-1-1 0 0,0 1 0 0 0,0-1 1 0 0,0 1-1 0 0,-1-1 1 0 0,1 0-1 0 0,0 1 1 0 0,0-1-1 0 0,0 0 1 0 0,0 0-1 0 0,0 1 1 0 0,0-1-1 0 0,-1 0 0 0 0,1 0 1 0 0,0 0-1 0 0,0 0 1 0 0,0 0-1 0 0,0-1 1 0 0,0 1-1 0 0,0 0 1 0 0,0 0-1 0 0,0 0 0 0 0,1-1 1 0 0,0-1-15 0 0,1 1-1 0 0,-1-1 1 0 0,0 0-1 0 0,1 0 1 0 0,-1 0 0 0 0,0 0-1 0 0,0 0 1 0 0,0 0-1 0 0,1-4 1 0 0,5-5-103 0 0,-2 0-1 0 0,11-24 0 0 0,-9 10-19 0 0,0 0-1 0 0,-2 0 0 0 0,-1-1 0 0 0,3-27 0 0 0,-4 22 403 0 0,1 1 1 0 0,12-39-1 0 0,-17 69-250 0 0,0 0 0 0 0,0 0 0 0 0,0 0 0 0 0,0-1 0 0 0,0 1 0 0 0,0 0 0 0 0,0 0 0 0 0,0 0 0 0 0,0 0 0 0 0,0 0 0 0 0,0 0 0 0 0,0-1 0 0 0,0 1 0 0 0,0 0 0 0 0,0 0 0 0 0,0 0 0 0 0,1 0 0 0 0,-1 0 0 0 0,0 0 0 0 0,0 0 0 0 0,0 0 0 0 0,0-1 1 0 0,0 1-1 0 0,0 0 0 0 0,0 0 0 0 0,1 0 0 0 0,-1 0 0 0 0,0 0 0 0 0,0 0 0 0 0,0 0 0 0 0,0 0 0 0 0,0 0 0 0 0,0 0 0 0 0,1 0 0 0 0,-1 0 0 0 0,0 0 0 0 0,0 0 0 0 0,0 0 0 0 0,0 0 0 0 0,0 0 0 0 0,0 0 0 0 0,1 0 0 0 0,-1 0 0 0 0,0 0 0 0 0,0 0 0 0 0,0 0 0 0 0,0 0 0 0 0,0 0 0 0 0,0 0 0 0 0,1 1 0 0 0,-1-1 0 0 0,0 0 0 0 0,0 0 0 0 0,0 0 0 0 0,0 0 0 0 0,0 0 0 0 0,0 0 0 0 0,0 0 0 0 0,8 12 257 0 0,3 14-120 0 0,17 72 47 0 0,-17-54-33 0 0,28 71 1 0 0,-34-103-142 0 0,1 0-1 0 0,0-1 1 0 0,1 1 0 0 0,0-1 0 0 0,1-1 0 0 0,0 1-1 0 0,1-1 1 0 0,0 0 0 0 0,0-1 0 0 0,14 10 0 0 0,-22-18-18 0 0,0-1 0 0 0,-1 1 1 0 0,1 0-1 0 0,0-1 1 0 0,0 0-1 0 0,0 1 0 0 0,0-1 1 0 0,0 1-1 0 0,0-1 0 0 0,0 0 1 0 0,0 0-1 0 0,0 1 0 0 0,0-1 1 0 0,0 0-1 0 0,0 0 0 0 0,0 0 1 0 0,0 0-1 0 0,0 0 1 0 0,0-1-1 0 0,0 1 0 0 0,0 0 1 0 0,0 0-1 0 0,0-1 0 0 0,0 1 1 0 0,0 0-1 0 0,0-1 0 0 0,0 1 1 0 0,0-1-1 0 0,0 1 0 0 0,-1-1 1 0 0,1 0-1 0 0,0 1 1 0 0,0-1-1 0 0,0 0 0 0 0,-1 0 1 0 0,1 1-1 0 0,-1-1 0 0 0,1 0 1 0 0,0 0-1 0 0,-1 0 0 0 0,1 0 1 0 0,-1 0-1 0 0,0 0 0 0 0,1 0 1 0 0,-1 0-1 0 0,0 0 1 0 0,1-1-1 0 0,2-8 42 0 0,1-1 0 0 0,-2 1-1 0 0,3-17 1 0 0,-3 18-23 0 0,38-213-2513 0 0,-32 185-5328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29.9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0 8754 0 0,'-4'6'482'0'0,"1"-1"1"0"0,-1 0-1 0 0,1 1 1 0 0,0-1 0 0 0,1 1-1 0 0,-1 0 1 0 0,1 0-1 0 0,0 0 1 0 0,1 0-1 0 0,-1 1 1 0 0,1-1-1 0 0,1 0 1 0 0,-1 1-1 0 0,1 7 1 0 0,0 5 611 0 0,1 1 1 0 0,0-1-1 0 0,6 28 1 0 0,-3-32-692 0 0,0 0 1 0 0,0 0 0 0 0,12 23-1 0 0,-15-34-383 0 0,1-1-1 0 0,0 0 0 0 0,-1 0 1 0 0,1 1-1 0 0,0-1 1 0 0,0 0-1 0 0,1-1 0 0 0,-1 1 1 0 0,0 0-1 0 0,1-1 0 0 0,0 1 1 0 0,0-1-1 0 0,0 0 0 0 0,0 0 1 0 0,0 0-1 0 0,0 0 0 0 0,0 0 1 0 0,0-1-1 0 0,1 0 0 0 0,-1 0 1 0 0,6 2-1 0 0,-7-3-84 0 0,0-1 0 0 0,-1 1 0 0 0,1 0 1 0 0,0-1-1 0 0,0 1 0 0 0,0-1 0 0 0,0 0 0 0 0,-1 1 0 0 0,1-1 0 0 0,0 0 0 0 0,-1 0 0 0 0,1 0 0 0 0,0 0 0 0 0,-1-1 1 0 0,1 1-1 0 0,-1 0 0 0 0,0-1 0 0 0,1 1 0 0 0,-1-1 0 0 0,0 1 0 0 0,0-1 0 0 0,0 1 0 0 0,1-3 0 0 0,21-48-1930 0 0,-18 39 1549 0 0,16-48-458 0 0,-13 37 967 0 0,1 0-1 0 0,0 1 1 0 0,16-27-1 0 0,-25 49-7 0 0,1 1 0 0 0,-1 0-1 0 0,0 0 1 0 0,0-1 0 0 0,0 1-1 0 0,0 0 1 0 0,0 0 0 0 0,1-1-1 0 0,-1 1 1 0 0,0 0 0 0 0,0 0 0 0 0,0-1-1 0 0,0 1 1 0 0,1 0 0 0 0,-1 0-1 0 0,0 0 1 0 0,0 0 0 0 0,1-1-1 0 0,-1 1 1 0 0,0 0 0 0 0,0 0 0 0 0,1 0-1 0 0,-1 0 1 0 0,0 0 0 0 0,1 0-1 0 0,-1 0 1 0 0,0 0 0 0 0,0 0-1 0 0,1 0 1 0 0,-1 0 0 0 0,0 0 0 0 0,1 0-1 0 0,-1 0 1 0 0,0 0 0 0 0,0 0-1 0 0,1 0 1 0 0,-1 0 0 0 0,0 0-1 0 0,0 0 1 0 0,1 0 0 0 0,-1 0 0 0 0,0 1-1 0 0,0-1 1 0 0,1 0 0 0 0,-1 0-1 0 0,10 17 1364 0 0,3 25-382 0 0,-13-41-1009 0 0,4 17 128 0 0,1 0-1 0 0,1 1 1 0 0,9 16 0 0 0,-14-31-152 0 0,1 0 0 0 0,0 0 0 0 0,0 0 0 0 0,1-1 0 0 0,-1 1 0 0 0,1-1 0 0 0,-1 1 0 0 0,1-1 0 0 0,0 0 1 0 0,1 0-1 0 0,-1 0 0 0 0,0 0 0 0 0,1-1 0 0 0,-1 1 0 0 0,1-1 0 0 0,0 0 0 0 0,0 0 0 0 0,0 0 0 0 0,5 1 0 0 0,-7-3-23 0 0,-1 0 1 0 0,1 0-1 0 0,-1 0 0 0 0,1 0 0 0 0,-1 0 0 0 0,1 0 0 0 0,-1-1 0 0 0,0 1 1 0 0,1 0-1 0 0,-1-1 0 0 0,1 1 0 0 0,-1-1 0 0 0,0 0 0 0 0,1 1 0 0 0,-1-1 0 0 0,0 0 1 0 0,0 0-1 0 0,0 0 0 0 0,1 0 0 0 0,-1 0 0 0 0,0 0 0 0 0,0 0 0 0 0,-1 0 1 0 0,1 0-1 0 0,0-1 0 0 0,0 1 0 0 0,1-2 0 0 0,17-46-827 0 0,-11 26 349 0 0,-5 15 179 0 0,1 0 1 0 0,-1 1 0 0 0,2 0-1 0 0,-1 0 1 0 0,11-12 0 0 0,7 2-3611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30.4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12443 0 0,'6'14'1415'0'0,"0"-1"0"0"0,-2 1 1 0 0,6 20-1 0 0,7 85 1242 0 0,-16-108-2323 0 0,2 37 114 0 0,2 12-500 0 0,2-23-3067 0 0,-5-32 2004 0 0,1-3 662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30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20 13827 0 0,'-4'-3'671'0'0,"0"1"0"0"0,0 0 0 0 0,0 0 0 0 0,0 0 0 0 0,0 0 1 0 0,-1 1-1 0 0,1-1 0 0 0,-1 1 0 0 0,1 0 0 0 0,0 1 0 0 0,-6-1 0 0 0,-15 6-32 0 0,25-5-657 0 0,-1 0-1 0 0,1 1 1 0 0,0-1-1 0 0,-1 0 1 0 0,1 1-1 0 0,-1-1 1 0 0,1 0-1 0 0,0 1 0 0 0,-1-1 1 0 0,1 0-1 0 0,0 1 1 0 0,0-1-1 0 0,-1 1 1 0 0,1-1-1 0 0,0 1 0 0 0,0-1 1 0 0,-1 1-1 0 0,1-1 1 0 0,0 1-1 0 0,0-1 1 0 0,0 1-1 0 0,0-1 1 0 0,0 1-1 0 0,0-1 0 0 0,0 1 1 0 0,0-1-1 0 0,0 1 1 0 0,0-1-1 0 0,0 1 1 0 0,0-1-1 0 0,0 1 0 0 0,0-1 1 0 0,1 0-1 0 0,-1 1 1 0 0,0-1-1 0 0,0 1 1 0 0,1-1-1 0 0,-1 1 0 0 0,0-1 1 0 0,0 0-1 0 0,1 1 1 0 0,-1-1-1 0 0,0 1 1 0 0,1-1-1 0 0,-1 0 1 0 0,1 1-1 0 0,-1-1 0 0 0,0 0 1 0 0,1 0-1 0 0,0 1 1 0 0,25 20-3073 0 0,-22-17 2226 0 0,10 6-813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30.9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6913 0 0,'5'3'8423'0'0,"6"8"-5459"0"0,-2 9-1860 0 0,0 0 0 0 0,-1 0 1 0 0,6 25-1 0 0,5 12-745 0 0,-17-50-348 0 0,50 116 202 0 0,-45-111-198 0 0,-1 1 0 0 0,1-2 0 0 0,1 1 0 0 0,0-1 0 0 0,0-1 1 0 0,2 1-1 0 0,15 14 0 0 0,-24-25-13 0 0,0 1 1 0 0,-1 0-1 0 0,1-1 0 0 0,0 1 1 0 0,0-1-1 0 0,0 1 0 0 0,0-1 1 0 0,0 1-1 0 0,-1-1 0 0 0,1 0 1 0 0,0 1-1 0 0,0-1 0 0 0,0 0 1 0 0,0 0-1 0 0,0 0 0 0 0,0 1 1 0 0,0-1-1 0 0,0 0 0 0 0,0 0 1 0 0,0-1-1 0 0,0 1 0 0 0,0 0 1 0 0,0 0-1 0 0,0 0 0 0 0,0-1 1 0 0,0 1-1 0 0,0 0 0 0 0,0-1 1 0 0,0 1-1 0 0,0-1 0 0 0,0 1 1 0 0,0-1-1 0 0,-1 0 0 0 0,1 1 1 0 0,0-1-1 0 0,0 0 0 0 0,-1 1 1 0 0,1-1-1 0 0,0 0 0 0 0,-1 0 1 0 0,1 0-1 0 0,-1 0 0 0 0,1 0 1 0 0,-1 1-1 0 0,0-1 0 0 0,1 0 1 0 0,-1-2-1 0 0,4-6 44 0 0,-1-1 1 0 0,0 1-1 0 0,3-19 0 0 0,-5 21-23 0 0,13-68 271 0 0,-7 29-386 0 0,3 0 0 0 0,20-60-1 0 0,-24 93-424 0 0,0 1-111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31.3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310 65 7370 0 0,'-11'-9'463'0'0,"2"1"812"0"0,0 0 0 0 0,-1 1 0 0 0,0 0 1 0 0,0 1-1 0 0,-12-6 0 0 0,19 10-1007 0 0,-1 1 0 0 0,1 0 0 0 0,-1 0 0 0 0,0 0 0 0 0,1 1 0 0 0,-1-1 0 0 0,0 1 0 0 0,0 0 0 0 0,0 0 0 0 0,0 0 0 0 0,1 0 0 0 0,-1 1 0 0 0,0 0 0 0 0,0 0 0 0 0,1 0-1 0 0,-1 0 1 0 0,1 0 0 0 0,-1 1 0 0 0,1-1 0 0 0,-5 4 0 0 0,-3 2-100 0 0,1 0-1 0 0,0 1 1 0 0,1 1-1 0 0,0 0 1 0 0,0 0-1 0 0,1 0 1 0 0,0 1-1 0 0,-11 18 1 0 0,11-13-167 0 0,-1 0 1 0 0,2 1 0 0 0,0 0-1 0 0,0 0 1 0 0,-6 31 0 0 0,11-41 0 0 0,1 1 0 0 0,1 0 0 0 0,-1-1 0 0 0,1 1 1 0 0,1 0-1 0 0,-1 0 0 0 0,1-1 0 0 0,3 13 0 0 0,-4-17-28 0 0,1-1 0 0 0,-1 0 0 0 0,1 1 0 0 0,-1-1 0 0 0,1 1 0 0 0,0-1 0 0 0,-1 0 1 0 0,1 1-1 0 0,0-1 0 0 0,0 0 0 0 0,0 0 0 0 0,0 0 0 0 0,0 0 0 0 0,0 1 0 0 0,0-2 0 0 0,0 1 0 0 0,1 0 0 0 0,-1 0 0 0 0,0 0 0 0 0,1 0 0 0 0,-1-1 0 0 0,0 1 0 0 0,1-1 0 0 0,-1 1 0 0 0,1-1 1 0 0,-1 1-1 0 0,1-1 0 0 0,-1 0 0 0 0,1 0 0 0 0,-1 0 0 0 0,1 0 0 0 0,-1 0 0 0 0,1 0 0 0 0,-1 0 0 0 0,1 0 0 0 0,-1-1 0 0 0,1 1 0 0 0,-1-1 0 0 0,1 1 0 0 0,-1-1 0 0 0,1 1 0 0 0,-1-1 0 0 0,0 0 1 0 0,2-1-1 0 0,5-2-230 0 0,0-1 1 0 0,-1 0 0 0 0,1-1 0 0 0,-1 1-1 0 0,0-1 1 0 0,-1-1 0 0 0,11-12 0 0 0,38-59-780 0 0,-26 35 1076 0 0,-20 29 92 0 0,-7 10 113 0 0,0 1 1 0 0,0-1 0 0 0,1 0-1 0 0,-1 0 1 0 0,1 1 0 0 0,0 0-1 0 0,0-1 1 0 0,1 1 0 0 0,-1 0 0 0 0,6-3-1 0 0,-9 6-205 0 0,1 0-1 0 0,0 0 0 0 0,-1 0 0 0 0,1 0 1 0 0,-1 0-1 0 0,1 0 0 0 0,0 1 1 0 0,-1-1-1 0 0,1 0 0 0 0,-1 0 1 0 0,1 1-1 0 0,-1-1 0 0 0,1 0 0 0 0,-1 1 1 0 0,1-1-1 0 0,-1 0 0 0 0,1 1 1 0 0,-1-1-1 0 0,1 1 0 0 0,-1-1 1 0 0,0 1-1 0 0,1-1 0 0 0,-1 1 0 0 0,0-1 1 0 0,1 1-1 0 0,-1-1 0 0 0,0 1 1 0 0,0-1-1 0 0,1 1 0 0 0,-1-1 1 0 0,0 1-1 0 0,0 0 0 0 0,7 24 179 0 0,-6-22-175 0 0,13 74 472 0 0,-4-19-1948 0 0,-1-21-3898 0 0,-1-7-1834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31.6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0 8290 0 0,'-1'1'320'0'0,"0"-1"0"0"0,0 0-1 0 0,0 1 1 0 0,0 0 0 0 0,0-1 0 0 0,1 1 0 0 0,-1-1 0 0 0,-1 2 320 0 0,2-2-320 0 0,-1 1-1 0 0,0 0 1 0 0,1 0 0 0 0,-1 0 0 0 0,1 0 0 0 0,-1 0 0 0 0,1-1 0 0 0,-1 1 0 0 0,1 0 0 0 0,0 0 0 0 0,0 0-1 0 0,-1 0 1 0 0,1 0 0 0 0,0 0 0 0 0,0 0 0 0 0,0 2 0 0 0,-4 31 2357 0 0,4-32-2437 0 0,-1 49 1692 0 0,11 90 1 0 0,-2-45-1133 0 0,-4-39-554 0 0,3-1 0 0 0,13 60-1 0 0,-12-88-3979 0 0,14 38 0 0 0,-11-42-3906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32.3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90 415 6417 0 0,'1'-7'302'0'0,"1"1"0"0"0,0 0 0 0 0,0 0 0 0 0,0 0-1 0 0,1 0 1 0 0,0 0 0 0 0,0 0 0 0 0,1 0 0 0 0,0 1 0 0 0,7-9-1 0 0,7-11 2159 0 0,-8 8-1536 0 0,-1 0-1 0 0,-1-1 0 0 0,0 1 0 0 0,-1-2 1 0 0,-1 1-1 0 0,4-20 0 0 0,-9 31-759 0 0,1 0 0 0 0,-1-1 0 0 0,-1 1 0 0 0,1 0 0 0 0,-1 0 0 0 0,0-1 0 0 0,-1 1 1 0 0,0 0-1 0 0,0 0 0 0 0,-1 0 0 0 0,1 0 0 0 0,-1 0 0 0 0,-1 0 0 0 0,0 0 0 0 0,0 1 0 0 0,0-1 0 0 0,-1 1 0 0 0,1 0 0 0 0,-7-8 0 0 0,8 12-158 0 0,0-1 0 0 0,0 1 0 0 0,0 0-1 0 0,-1 1 1 0 0,1-1 0 0 0,0 0 0 0 0,-1 0 0 0 0,1 1 0 0 0,-1 0 0 0 0,1-1 0 0 0,-1 1 0 0 0,0 0 0 0 0,1 0 0 0 0,-1 0 0 0 0,0 1 0 0 0,0-1 0 0 0,0 1 0 0 0,1 0 0 0 0,-1-1 0 0 0,0 1-1 0 0,0 0 1 0 0,0 1 0 0 0,0-1 0 0 0,0 0 0 0 0,0 1 0 0 0,1 0 0 0 0,-1 0 0 0 0,0 0 0 0 0,0 0 0 0 0,1 0 0 0 0,-1 0 0 0 0,1 0 0 0 0,-1 1 0 0 0,1 0 0 0 0,-1-1 0 0 0,1 1 0 0 0,0 0-1 0 0,-3 4 1 0 0,-2 0-51 0 0,0 1-1 0 0,1 0 0 0 0,0 1 0 0 0,0-1 0 0 0,1 1 1 0 0,0 0-1 0 0,1 1 0 0 0,-1-1 0 0 0,2 1 0 0 0,-6 16 1 0 0,7-16 22 0 0,1 0 0 0 0,0-1 0 0 0,1 1 1 0 0,0 0-1 0 0,0 0 0 0 0,1-1 0 0 0,0 1 1 0 0,0 0-1 0 0,1-1 0 0 0,0 1 0 0 0,1-1 1 0 0,0 1-1 0 0,0-1 0 0 0,8 14 1 0 0,-7-16 13 0 0,-1 0 1 0 0,1-1 0 0 0,0 1-1 0 0,0-1 1 0 0,1 0 0 0 0,-1-1 0 0 0,1 1-1 0 0,0-1 1 0 0,0 1 0 0 0,1-1 0 0 0,-1-1-1 0 0,1 1 1 0 0,0-1 0 0 0,0 0-1 0 0,0-1 1 0 0,0 1 0 0 0,1-1 0 0 0,-1 0-1 0 0,1-1 1 0 0,7 2 0 0 0,-9-3 3 0 0,0 0 0 0 0,0-1 0 0 0,1 1 0 0 0,-1-1 0 0 0,0 0 0 0 0,0-1-1 0 0,0 1 1 0 0,0-1 0 0 0,0 0 0 0 0,-1 0 0 0 0,1 0 0 0 0,-1-1 0 0 0,1 0 0 0 0,-1 1 0 0 0,5-6 0 0 0,8-6 91 0 0,0-2 0 0 0,18-21 0 0 0,-7 6-31 0 0,-14 17 17 0 0,-2 0-81 0 0,2 1 0 0 0,17-14 0 0 0,-28 25 34 0 0,0 0 0 0 0,-1 0 1 0 0,1 0-1 0 0,0 0 0 0 0,0 1 0 0 0,0-1 0 0 0,0 1 1 0 0,1 0-1 0 0,-1 0 0 0 0,0 0 0 0 0,1 0 1 0 0,-1 0-1 0 0,0 1 0 0 0,1 0 0 0 0,-1-1 0 0 0,1 1 1 0 0,-1 1-1 0 0,7 0 0 0 0,-7 0 31 0 0,0 1 1 0 0,0 0-1 0 0,0 0 1 0 0,0 0-1 0 0,0 0 0 0 0,0 1 1 0 0,0-1-1 0 0,-1 1 0 0 0,1-1 1 0 0,-1 1-1 0 0,0 0 1 0 0,0 0-1 0 0,0 0 0 0 0,3 7 1 0 0,21 50 197 0 0,-24-53-222 0 0,1 0-26 0 0,17 41 2 0 0,-20-46-9 0 0,1-1 1 0 0,-1 1 0 0 0,1-1 0 0 0,0 1 0 0 0,0-1 0 0 0,0 0 0 0 0,0 1 0 0 0,0-1 0 0 0,0 0-1 0 0,0 0 1 0 0,1 0 0 0 0,-1 0 0 0 0,0 0 0 0 0,1 0 0 0 0,-1 0 0 0 0,0 0 0 0 0,1 0 0 0 0,-1 0 0 0 0,1-1-1 0 0,-1 1 1 0 0,1-1 0 0 0,0 1 0 0 0,-1-1 0 0 0,4 1 0 0 0,-4-2-3 0 0,1 0 0 0 0,-1 1 0 0 0,0-1 0 0 0,0 0 0 0 0,0 1 1 0 0,0-1-1 0 0,1 0 0 0 0,-1 0 0 0 0,0 0 0 0 0,0 0 0 0 0,-1 0 0 0 0,1 0 0 0 0,0 0 0 0 0,0 0 0 0 0,0 0 1 0 0,-1-1-1 0 0,1 1 0 0 0,0 0 0 0 0,-1 0 0 0 0,0-1 0 0 0,1 1 0 0 0,0-3 0 0 0,7-36-94 0 0,-7 28 85 0 0,3-7-26 0 0,1-1 1 0 0,11-31-1 0 0,-15 47 33 0 0,0 1 1 0 0,1-1-1 0 0,-1 0 0 0 0,1 1 1 0 0,0-1-1 0 0,0 1 0 0 0,0 0 1 0 0,1 0-1 0 0,-1 0 0 0 0,1 0 1 0 0,0 0-1 0 0,0 0 0 0 0,0 1 0 0 0,0-1 1 0 0,0 1-1 0 0,0 0 0 0 0,0 0 1 0 0,1 0-1 0 0,-1 1 0 0 0,1-1 1 0 0,5-1-1 0 0,-8 3 10 0 0,1 0 1 0 0,-1 0-1 0 0,0 0 1 0 0,0 0-1 0 0,1 0 1 0 0,-1 0-1 0 0,0 1 1 0 0,0-1 0 0 0,1 0-1 0 0,-1 1 1 0 0,0-1-1 0 0,0 1 1 0 0,0 0-1 0 0,0-1 1 0 0,1 1-1 0 0,-1 0 1 0 0,0-1-1 0 0,0 1 1 0 0,0 0-1 0 0,-1 0 1 0 0,1 0-1 0 0,0 0 1 0 0,0 0-1 0 0,0 0 1 0 0,-1 0-1 0 0,1 0 1 0 0,0 1-1 0 0,-1-1 1 0 0,1 0-1 0 0,-1 0 1 0 0,0 0-1 0 0,1 1 1 0 0,-1-1-1 0 0,0 2 1 0 0,3 9 114 0 0,-1-1 0 0 0,-1 1 0 0 0,0 13 1 0 0,2 4 21 0 0,0-17-115 0 0,0-1 0 0 0,1 1-1 0 0,0 0 1 0 0,1-1 0 0 0,1 0 0 0 0,9 14-1 0 0,-12-20-122 0 0,0 0 0 0 0,1 0 1 0 0,-1-1-1 0 0,1 1 0 0 0,0-1 0 0 0,1 0 0 0 0,-1 0 0 0 0,1 0 0 0 0,0 0 0 0 0,0-1 0 0 0,0 0 1 0 0,0 0-1 0 0,1 0 0 0 0,-1-1 0 0 0,7 2 0 0 0,-11-4-81 0 0,0 1 0 0 0,0-1-1 0 0,0 0 1 0 0,0 0 0 0 0,0 0 0 0 0,0 0-1 0 0,0 0 1 0 0,0 0 0 0 0,0-1 0 0 0,0 1-1 0 0,0 0 1 0 0,0 0 0 0 0,0-1 0 0 0,0 1-1 0 0,0 0 1 0 0,0-1 0 0 0,0 1 0 0 0,-1-1-1 0 0,1 0 1 0 0,0 1 0 0 0,1-2 0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32.6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0 9218 0 0,'-1'0'475'0'0,"-1"1"-1"0"0,1-1 1 0 0,0 0-1 0 0,-11 7 4747 0 0,10-5-4746 0 0,-15 20 2979 0 0,12-14-2839 0 0,1 1 0 0 0,0-1 0 0 0,-5 17 0 0 0,3 1-252 0 0,2 0 0 0 0,0 1 0 0 0,2-1-1 0 0,2 49 1 0 0,4-20 106 0 0,14 70-1 0 0,-7-78-250 0 0,3-1-1 0 0,28 68 1 0 0,13 39-3909 0 0,-51-133-4433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32.8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0 178 18436 0 0,'3'2'1900'0'0,"10"-3"-1136"0"0,16-2-19 0 0,30-12-522 0 0,-1-3 1 0 0,0-3 0 0 0,106-53 0 0 0,-95 41-1497 0 0,-39 18 586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37:32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 20276 0 0,'-1'3'1801'0'0,"0"-2"-1441"0"0,2-1-288 0 0,2 0 24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08.6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3 129 5065 0 0,'-1'-38'4365'0'0,"2"21"652"0"0,-3 40-1719 0 0,24 188-2727 0 0,-2-13-159 0 0,-13-158-333 0 0,1-1-1 0 0,25 75 1 0 0,-22-87-40 0 0,0-1 1 0 0,2 0-1 0 0,22 33 1 0 0,-27-48-28 0 0,0 0 0 0 0,0 0 0 0 0,1-1 0 0 0,0-1 0 0 0,1 1 0 0 0,0-2 0 0 0,1 1 0 0 0,0-1-1 0 0,17 10 1 0 0,-24-17 7 0 0,-1 1 0 0 0,1 0 0 0 0,0-1-1 0 0,-1 1 1 0 0,1-1 0 0 0,0 0 0 0 0,0-1-1 0 0,0 1 1 0 0,0-1 0 0 0,0 1 0 0 0,0-1-1 0 0,0 0 1 0 0,0 0 0 0 0,0-1 0 0 0,0 0-1 0 0,0 1 1 0 0,0-1 0 0 0,-1 0 0 0 0,5-2-1 0 0,-2 0 30 0 0,-1 0 0 0 0,0-1-1 0 0,0 1 1 0 0,0-1-1 0 0,0 0 1 0 0,-1 0 0 0 0,0-1-1 0 0,1 1 1 0 0,-2-1 0 0 0,1 0-1 0 0,4-6 1 0 0,2-9 178 0 0,0 0 0 0 0,-1-1 0 0 0,0 0 0 0 0,-2-1 0 0 0,7-35 1 0 0,8-77 414 0 0,6-183 1 0 0,-21 218-481 0 0,-6 82-156 0 0,0 0 1 0 0,0 0-1 0 0,-2 0 0 0 0,0 0 1 0 0,-1 0-1 0 0,0 0 0 0 0,-2 1 1 0 0,-5-18-1 0 0,9 33-21 0 0,0 1 1 0 0,0-1-1 0 0,0 1 1 0 0,0-1-1 0 0,-1 1 1 0 0,1-1-1 0 0,0 1 1 0 0,0-1-1 0 0,0 1 1 0 0,-1 0-1 0 0,1-1 0 0 0,0 1 1 0 0,0-1-1 0 0,-1 1 1 0 0,1 0-1 0 0,0-1 1 0 0,-1 1-1 0 0,1-1 1 0 0,-1 1-1 0 0,1 0 1 0 0,0 0-1 0 0,-1-1 0 0 0,1 1 1 0 0,-1 0-1 0 0,1 0 1 0 0,-1-1-1 0 0,1 1 1 0 0,-1 0-1 0 0,1 0 1 0 0,-1 0-1 0 0,1 0 1 0 0,-1 0-1 0 0,1 0 1 0 0,-1 0-1 0 0,1 0 0 0 0,-1 0 1 0 0,1 0-1 0 0,-1 0 1 0 0,1 0-1 0 0,-1 0 1 0 0,1 0-1 0 0,-1 0 1 0 0,1 1-1 0 0,-1-1 1 0 0,1 0-1 0 0,-1 0 1 0 0,1 0-1 0 0,0 1 0 0 0,-1-1 1 0 0,1 0-1 0 0,-1 1 1 0 0,1-1-1 0 0,0 0 1 0 0,-1 1-1 0 0,1-1 1 0 0,0 1-1 0 0,-1-1 1 0 0,1 1-1 0 0,-17 27-1948 0 0,10-9 492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09.2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71 108 456 0 0,'-2'-1'14'0'0,"1"0"0"0"0,0 0-1 0 0,-1 0 1 0 0,1 1 0 0 0,-1-1 0 0 0,0 0-1 0 0,1 1 1 0 0,-1-1 0 0 0,1 1 0 0 0,-1-1-1 0 0,0 1 1 0 0,1 0 0 0 0,-1 0 0 0 0,0 0-1 0 0,1 0 1 0 0,-1 0 0 0 0,-3 1 0 0 0,4-1-4 0 0,0 0 0 0 0,0 0 0 0 0,-1 1 1 0 0,1-1-1 0 0,0 0 0 0 0,0 0 1 0 0,0 0-1 0 0,0 0 0 0 0,-1 0 1 0 0,1 0-1 0 0,0-1 0 0 0,0 1 0 0 0,0 0 1 0 0,0-1-1 0 0,0 1 0 0 0,0 0 1 0 0,-1-1-1 0 0,1 1 0 0 0,0-1 1 0 0,0 0-1 0 0,0 1 0 0 0,0-1 0 0 0,1 0 1 0 0,-1 0-1 0 0,0 1 0 0 0,0-1 1 0 0,0 0-1 0 0,1 0 0 0 0,-1 0 1 0 0,0 0-1 0 0,1 0 0 0 0,-1 0 1 0 0,1 0-1 0 0,-1 0 0 0 0,1 0 0 0 0,0-1 1 0 0,-1 1-1 0 0,1 0 0 0 0,0 0 1 0 0,0 0-1 0 0,-1-3 0 0 0,1 0 503 0 0,-1 0 0 0 0,0-1 0 0 0,1 1 0 0 0,0-1-1 0 0,0 0 1 0 0,0 1 0 0 0,0-1 0 0 0,1 1 0 0 0,0-1-1 0 0,0 1 1 0 0,0 0 0 0 0,0-1 0 0 0,12-11 5549 0 0,-8 43-4290 0 0,2 41-66 0 0,32 128 1 0 0,-30-166-1526 0 0,1-2 0 0 0,1 1-1 0 0,1-1 1 0 0,1-1 0 0 0,2 0 0 0 0,32 44 0 0 0,-17-29-268 0 0,25 29 530 0 0,-48-63-2015 0 0,0-1 1 0 0,1 1-1 0 0,12 7 1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09.6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 8 6449 0 0,'-16'-8'8519'0'0,"15"9"-8245"0"0,0 0-10 0 0,0 0 0 0 0,0 0 0 0 0,1 0-1 0 0,-1 0 1 0 0,0 0 0 0 0,1 1 0 0 0,-1-1-1 0 0,1 0 1 0 0,0 0 0 0 0,-1 1 0 0 0,1-1 0 0 0,0 0-1 0 0,0 0 1 0 0,0 2 0 0 0,1 57 1150 0 0,0-51-960 0 0,2 69 28 0 0,3 32-191 0 0,1-37-6320 0 0,-2-35-764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11.9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7834 0 0,'0'0'602'0'0,"8"24"1202"0"0,-2 17-400 0 0,-2 1 1 0 0,-2 65 0 0 0,0-16-2177 0 0,-2-81 684 0 0,1 0 0 0 0,0 0 0 0 0,1 0 0 0 0,0 0 1 0 0,5 14-1 0 0,1-8 88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12.1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0 10594 0 0,'-4'3'944'0'0,"1"0"-751"0"0,3-1-193 0 0,1 1 0 0 0,2 1 0 0 0,-2 1 0 0 0,1 5-81 0 0,-2 4 81 0 0,2 5-984 0 0,1 0-136 0 0,3 1-32 0 0,-4-1-8 0 0,-2-3 903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12.5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125 0 5065 0 0,'-4'1'269'0'0,"0"0"1"0"0,1 0-1 0 0,-1 0 0 0 0,1 0 1 0 0,-1 0-1 0 0,1 0 0 0 0,0 1 1 0 0,-1 0-1 0 0,1 0 0 0 0,0 0 1 0 0,0 0-1 0 0,0 0 0 0 0,1 0 1 0 0,-1 1-1 0 0,0 0 0 0 0,-2 3 1 0 0,-4 4 293 0 0,1 1 0 0 0,1-1 0 0 0,-8 15 0 0 0,10-17-318 0 0,1 0 0 0 0,0 0 0 0 0,1 0 1 0 0,0 0-1 0 0,0 0 0 0 0,-3 17 0 0 0,6-22-222 0 0,0-1 0 0 0,0 1-1 0 0,0-1 1 0 0,0 1 0 0 0,0-1 0 0 0,0 1-1 0 0,1-1 1 0 0,-1 1 0 0 0,1-1-1 0 0,0 1 1 0 0,0-1 0 0 0,0 0 0 0 0,0 1-1 0 0,0-1 1 0 0,0 0 0 0 0,1 0-1 0 0,-1 0 1 0 0,1 0 0 0 0,-1 0 0 0 0,1 0-1 0 0,0 0 1 0 0,0 0 0 0 0,0-1-1 0 0,0 1 1 0 0,0-1 0 0 0,0 1 0 0 0,0-1-1 0 0,4 1 1 0 0,5 3-77 0 0,1-1 1 0 0,-1-1-1 0 0,1 0 1 0 0,0 0-1 0 0,21 1 0 0 0,-23-3 27 0 0,1 0 0 0 0,-1 0-1 0 0,1 2 1 0 0,-1-1 0 0 0,0 1-1 0 0,0 0 1 0 0,0 1-1 0 0,10 6 1 0 0,-19-10 54 0 0,0 1 1 0 0,0-1-1 0 0,0 1 1 0 0,-1-1-1 0 0,1 1 1 0 0,0 0-1 0 0,0-1 1 0 0,0 1-1 0 0,-1 0 1 0 0,1 0 0 0 0,0 0-1 0 0,-1-1 1 0 0,1 1-1 0 0,-1 0 1 0 0,1 0-1 0 0,-1 0 1 0 0,1 0-1 0 0,-1 0 1 0 0,0 0-1 0 0,1 0 1 0 0,-1 0-1 0 0,0 0 1 0 0,0 0-1 0 0,0 0 1 0 0,0 0-1 0 0,0 0 1 0 0,0 0-1 0 0,0 0 1 0 0,0 2-1 0 0,-1 0 89 0 0,0-1-1 0 0,-1 1 0 0 0,1-1 1 0 0,-1 0-1 0 0,1 0 0 0 0,-1 0 1 0 0,0 1-1 0 0,1-1 0 0 0,-1-1 1 0 0,0 1-1 0 0,-4 2 0 0 0,-6 5 404 0 0,-2 0-1 0 0,-26 12 1 0 0,39-20-534 0 0,-56 21-1125 0 0,26-12-4675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13.0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117 26 3225 0 0,'0'-1'201'0'0,"0"0"1"0"0,-1-1 0 0 0,1 1 0 0 0,-1 0-1 0 0,1 0 1 0 0,-1-1 0 0 0,0 1-1 0 0,1 0 1 0 0,-1 0 0 0 0,0 0 0 0 0,0 0-1 0 0,0 0 1 0 0,0 0 0 0 0,0 0-1 0 0,0 0 1 0 0,0 0 0 0 0,0 0 0 0 0,0 0-1 0 0,-1 1 1 0 0,1-1 0 0 0,0 0-1 0 0,0 1 1 0 0,-1-1 0 0 0,1 1 0 0 0,0 0-1 0 0,-1-1 1 0 0,1 1 0 0 0,0 0-1 0 0,-1 0 1 0 0,1 0 0 0 0,-1 0 0 0 0,1 0-1 0 0,0 0 1 0 0,-1 0 0 0 0,1 0-1 0 0,-1 1 1 0 0,1-1 0 0 0,0 0 0 0 0,0 1-1 0 0,-1-1 1 0 0,1 1 0 0 0,0 0-1 0 0,0-1 1 0 0,-1 1 0 0 0,1 0 0 0 0,0 0-1 0 0,-1 1 1 0 0,-3 1 0 0 0,0 1 0 0 0,0-1 1 0 0,0 1-1 0 0,1 1 0 0 0,0-1 0 0 0,0 1 0 0 0,0-1 1 0 0,0 1-1 0 0,1 0 0 0 0,-4 6 0 0 0,5-4-90 0 0,-1 0 0 0 0,1 0-1 0 0,0 0 1 0 0,0 0-1 0 0,1 0 1 0 0,0 0 0 0 0,0 0-1 0 0,1 1 1 0 0,0-1 0 0 0,0 0-1 0 0,1 1 1 0 0,0-1-1 0 0,0 0 1 0 0,1 0 0 0 0,0 0-1 0 0,0 0 1 0 0,0 0 0 0 0,1 0-1 0 0,0 0 1 0 0,1-1-1 0 0,-1 0 1 0 0,9 12 0 0 0,-4-9-305 0 0,-1 0 0 0 0,1 0 0 0 0,0-1 0 0 0,1 0 0 0 0,0 0 0 0 0,1-1 0 0 0,-1 0 0 0 0,1-1 0 0 0,0 0 0 0 0,1 0 0 0 0,0-1 0 0 0,0-1 0 0 0,18 6 0 0 0,-5-5-5290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13.4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 30 7834 0 0,'-2'2'307'0'0,"1"0"0"0"0,-1 0 0 0 0,0 0 0 0 0,1 0 0 0 0,0 0 1 0 0,-1 0-1 0 0,1 1 0 0 0,0-1 0 0 0,0 0 0 0 0,0 1 0 0 0,0-1 0 0 0,1 0 1 0 0,-1 1-1 0 0,1-1 0 0 0,-1 4 0 0 0,-5 40 2899 0 0,5-40-3035 0 0,1 1 0 0 0,0-1 0 0 0,0 1-1 0 0,1 0 1 0 0,-1-1 0 0 0,1 1 0 0 0,1-1 0 0 0,-1 0 0 0 0,1 1 0 0 0,0-1-1 0 0,1 0 1 0 0,-1 0 0 0 0,1 0 0 0 0,7 9 0 0 0,-7-10-171 0 0,1-1-1 0 0,0 0 1 0 0,1 0 0 0 0,-1 0-1 0 0,1-1 1 0 0,-1 1 0 0 0,1-1 0 0 0,0 0-1 0 0,0 0 1 0 0,1-1 0 0 0,-1 0 0 0 0,0 0-1 0 0,1 0 1 0 0,-1 0 0 0 0,1-1-1 0 0,0 0 1 0 0,6 1 0 0 0,-6-2-103 0 0,1 1 1 0 0,-1-1-1 0 0,1 0 0 0 0,-1 0 0 0 0,1-1 1 0 0,-1 0-1 0 0,1 0 0 0 0,-1 0 1 0 0,0-1-1 0 0,1 0 0 0 0,-1 0 0 0 0,0-1 1 0 0,0 0-1 0 0,8-5 0 0 0,-10 6 91 0 0,-1-1-1 0 0,0 0 1 0 0,0 0 0 0 0,0 0-1 0 0,0 0 1 0 0,-1 0-1 0 0,1-1 1 0 0,-1 1-1 0 0,0-1 1 0 0,0 0-1 0 0,0 0 1 0 0,0 1 0 0 0,-1-1-1 0 0,1 0 1 0 0,-1 0-1 0 0,0-1 1 0 0,0 1-1 0 0,-1 0 1 0 0,1 0 0 0 0,-1 0-1 0 0,0 0 1 0 0,0-1-1 0 0,-1-5 1 0 0,0 4 32 0 0,0-1 0 0 0,-1 1 0 0 0,1 0 0 0 0,-1 0 0 0 0,-1-1 0 0 0,1 1 0 0 0,-1 1 0 0 0,0-1 0 0 0,0 0 0 0 0,-1 1 0 0 0,1-1 0 0 0,-1 1 0 0 0,0 0 0 0 0,-1 0 0 0 0,1 1 0 0 0,-10-8 0 0 0,6 6-226 0 0,-1 0 1 0 0,0 1-1 0 0,0 0 1 0 0,-1 0-1 0 0,1 1 1 0 0,-1 1-1 0 0,0-1 1 0 0,0 1-1 0 0,-19-2 1 0 0,7 2-5215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13.9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14 6913 0 0,'7'-3'-111'0'0,"-5"1"576"0"0,0 1 1 0 0,0 0 0 0 0,0 0 0 0 0,1 0-1 0 0,-1 0 1 0 0,0 0 0 0 0,1 0-1 0 0,-1 1 1 0 0,1-1 0 0 0,2 1 0 0 0,-4 0-313 0 0,0 1 0 0 0,0-1 0 0 0,0 1 1 0 0,0-1-1 0 0,0 1 0 0 0,0-1 0 0 0,-1 1 1 0 0,1 0-1 0 0,0 0 0 0 0,0-1 0 0 0,-1 1 1 0 0,1 0-1 0 0,0 0 0 0 0,-1 0 0 0 0,1 0 1 0 0,-1 0-1 0 0,1 0 0 0 0,-1-1 0 0 0,1 1 1 0 0,-1 1-1 0 0,0-1 0 0 0,0 0 0 0 0,1 0 1 0 0,-1 0-1 0 0,0 0 0 0 0,0 0 0 0 0,0 0 1 0 0,0 0-1 0 0,0 2 0 0 0,0 13 347 0 0,0 0 0 0 0,-1 0 0 0 0,-3 22 0 0 0,-2 35-408 0 0,6-67-197 0 0,0 0 0 0 0,1 0 0 0 0,-1 0 0 0 0,2 0 0 0 0,-1 0 0 0 0,1 0 0 0 0,-1 0 0 0 0,2-1 0 0 0,3 9 0 0 0,-6-14 59 0 0,0 1 1 0 0,1-1 0 0 0,-1 1-1 0 0,1-1 1 0 0,-1 1 0 0 0,1-1-1 0 0,-1 1 1 0 0,1-1-1 0 0,-1 1 1 0 0,1-1 0 0 0,-1 0-1 0 0,1 1 1 0 0,-1-1 0 0 0,1 0-1 0 0,0 1 1 0 0,-1-1-1 0 0,1 0 1 0 0,0 0 0 0 0,-1 0-1 0 0,1 0 1 0 0,-1 1 0 0 0,1-1-1 0 0,0 0 1 0 0,0 0 0 0 0,-1 0-1 0 0,1 0 1 0 0,0-1-1 0 0,-1 1 1 0 0,1 0 0 0 0,-1 0-1 0 0,1 0 1 0 0,0 0 0 0 0,-1-1-1 0 0,1 1 1 0 0,0 0-1 0 0,-1-1 1 0 0,1 1 0 0 0,-1 0-1 0 0,1-1 1 0 0,-1 1 0 0 0,1-1-1 0 0,-1 1 1 0 0,1-1-1 0 0,-1 1 1 0 0,1-1 0 0 0,-1 1-1 0 0,0-1 1 0 0,1 0 0 0 0,25-35-251 0 0,-21 30 176 0 0,21-33 54 0 0,-12 16 266 0 0,1 1 0 0 0,0 1 0 0 0,2 0 0 0 0,1 2 0 0 0,31-29 0 0 0,-48 47-50 0 0,0 0-1 0 0,0 0 1 0 0,1 0-1 0 0,-1 0 1 0 0,1 0-1 0 0,-1 0 1 0 0,1 0-1 0 0,-1 1 1 0 0,1-1-1 0 0,0 0 1 0 0,-1 1-1 0 0,1-1 1 0 0,0 1-1 0 0,0 0 1 0 0,-1 0-1 0 0,1-1 1 0 0,0 1-1 0 0,0 0 1 0 0,-1 0-1 0 0,1 1 1 0 0,0-1-1 0 0,3 1 1 0 0,-4 0-56 0 0,1 0 0 0 0,0 1-1 0 0,0-1 1 0 0,-1 0 0 0 0,1 1 0 0 0,-1-1 0 0 0,1 1 0 0 0,-1 0 0 0 0,0-1 0 0 0,1 1 0 0 0,-1 0-1 0 0,0 0 1 0 0,0 0 0 0 0,0 0 0 0 0,1 3 0 0 0,2 9-1 0 0,-1-1-1 0 0,0 1 1 0 0,-1 0-1 0 0,1 18 1 0 0,-3-32-87 0 0,0 11-366 0 0,1 7 360 0 0,1-1 0 0 0,4 18-1 0 0,7-2-2338 0 0,-12-31 1668 0 0,1 1-1 0 0,-1-1 1 0 0,1 1-1 0 0,0-1 1 0 0,0 0 0 0 0,0 0-1 0 0,0 0 1 0 0,1 0-1 0 0,2 2 1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14.3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50 2304 0 0,'0'-1'58'0'0,"0"0"-1"0"0,1 1 0 0 0,-1-1 0 0 0,0 0 0 0 0,1 1 0 0 0,-1-1 0 0 0,1 0 0 0 0,-1 1 0 0 0,1-1 0 0 0,-1 1 0 0 0,1-1 0 0 0,0 1 0 0 0,-1-1 1 0 0,1 1-1 0 0,0-1 0 0 0,-1 1 0 0 0,1 0 0 0 0,0-1 0 0 0,-1 1 0 0 0,1 0 0 0 0,0 0 0 0 0,1-1 0 0 0,21-5 2052 0 0,-18 5-1828 0 0,2-1 241 0 0,0 0 0 0 0,0 0 0 0 0,0 1 0 0 0,1 0 0 0 0,-1 1 0 0 0,0 0 0 0 0,1 0 0 0 0,-1 0 0 0 0,0 1 0 0 0,0 0 1 0 0,1 0-1 0 0,7 4 0 0 0,-9-3-255 0 0,0 1 0 0 0,0 0 0 0 0,-1 0 1 0 0,1 1-1 0 0,-1-1 0 0 0,0 1 0 0 0,0 1 1 0 0,0-1-1 0 0,-1 1 0 0 0,0-1 0 0 0,1 1 1 0 0,-2 0-1 0 0,1 1 0 0 0,4 6 0 0 0,-1 3-11 0 0,0 0-1 0 0,-1 1 0 0 0,0-1 1 0 0,5 27-1 0 0,4 12-658 0 0,-16-68 125 0 0,2 0 0 0 0,0 0 0 0 0,0-1 0 0 0,7-25 0 0 0,-6 28 222 0 0,-1 6 41 0 0,17-68-121 0 0,-16 68 142 0 0,0 1-1 0 0,0 0 1 0 0,0-1 0 0 0,1 1 0 0 0,0 0-1 0 0,0 0 1 0 0,0 0 0 0 0,1 1 0 0 0,-1-1-1 0 0,9-6 1 0 0,-12 10 39 0 0,1 0 0 0 0,0 1 0 0 0,0 0-1 0 0,0-1 1 0 0,0 1 0 0 0,0-1 0 0 0,0 1 0 0 0,0 0-1 0 0,0 0 1 0 0,0 0 0 0 0,0 0 0 0 0,0-1 0 0 0,0 1-1 0 0,0 0 1 0 0,0 1 0 0 0,0-1 0 0 0,0 0 0 0 0,0 0 0 0 0,0 0-1 0 0,0 1 1 0 0,0-1 0 0 0,0 0 0 0 0,0 1 0 0 0,0-1-1 0 0,0 1 1 0 0,0-1 0 0 0,0 1 0 0 0,0 0 0 0 0,-1-1 0 0 0,1 1-1 0 0,0 0 1 0 0,0-1 0 0 0,-1 1 0 0 0,1 0 0 0 0,-1 0-1 0 0,2 1 1 0 0,26 41 1587 0 0,-19-27-1430 0 0,38 39-1900 0 0,-35-43-2563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14.7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0 254 2761 0 0,'6'-1'455'0'0,"0"0"1"0"0,0 0 0 0 0,0 0-1 0 0,0-1 1 0 0,-1 0 0 0 0,1 0-1 0 0,-1-1 1 0 0,1 1 0 0 0,-1-1-1 0 0,0 0 1 0 0,0-1 0 0 0,0 1-1 0 0,-1-1 1 0 0,1 0 0 0 0,5-7-1 0 0,0 1-97 0 0,-1-1 1 0 0,0 0-1 0 0,-1-1 0 0 0,0 1 0 0 0,9-21 0 0 0,-13 25-280 0 0,-1-1 1 0 0,0 0-1 0 0,0 0 1 0 0,-1 0-1 0 0,0 0 1 0 0,0 0-1 0 0,0-12 1 0 0,-2 18 7 0 0,0 0 1 0 0,0 1-1 0 0,0-1 1 0 0,0 0 0 0 0,0 0-1 0 0,-1 0 1 0 0,1 1-1 0 0,-1-1 1 0 0,1 0-1 0 0,-1 1 1 0 0,0-1-1 0 0,0 0 1 0 0,0 1-1 0 0,1-1 1 0 0,-1 1-1 0 0,-1-1 1 0 0,1 1-1 0 0,0 0 1 0 0,0-1-1 0 0,0 1 1 0 0,-1 0-1 0 0,1 0 1 0 0,-1 0-1 0 0,1 0 1 0 0,-1 0 0 0 0,1 0-1 0 0,-1 0 1 0 0,0 1-1 0 0,1-1 1 0 0,-1 0-1 0 0,0 1 1 0 0,1 0-1 0 0,-1-1 1 0 0,0 1-1 0 0,0 0 1 0 0,0 0-1 0 0,1 0 1 0 0,-1 0-1 0 0,-3 0 1 0 0,1 0 28 0 0,0 0-1 0 0,-1 0 1 0 0,1 1 0 0 0,0-1 0 0 0,0 1-1 0 0,0 0 1 0 0,0 0 0 0 0,0 0 0 0 0,0 1-1 0 0,0-1 1 0 0,1 1 0 0 0,-1 0 0 0 0,0 0-1 0 0,1 0 1 0 0,0 0 0 0 0,-1 1 0 0 0,1 0-1 0 0,0-1 1 0 0,-3 5 0 0 0,3-3 20 0 0,0 1 0 0 0,0 0 0 0 0,0 0 0 0 0,1 0 0 0 0,0 0 0 0 0,0 1 0 0 0,0-1 1 0 0,0 1-1 0 0,1-1 0 0 0,0 1 0 0 0,0-1 0 0 0,1 9 0 0 0,-1-1-270 0 0,2 0-1 0 0,0 0 0 0 0,0 0 1 0 0,1 0-1 0 0,5 14 1 0 0,-4-15-948 0 0,1 0 1 0 0,0-1-1 0 0,1 1 0 0 0,11 17 1 0 0,-3-10-4990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14.9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183 23 1376 0 0,'4'-3'21'0'0,"7"-11"247"0"0,-12 10 522 0 0,-10 3 845 0 0,0 2-543 0 0,-1 0 0 0 0,0 1 0 0 0,0 1 0 0 0,1 0 0 0 0,-1 0 0 0 0,1 1-1 0 0,-12 6 1 0 0,18-7-780 0 0,0-1-1 0 0,0 1 1 0 0,0 0 0 0 0,1 0-1 0 0,0 1 1 0 0,0 0-1 0 0,0-1 1 0 0,0 1-1 0 0,0 0 1 0 0,1 1-1 0 0,-1-1 1 0 0,1 1 0 0 0,0-1-1 0 0,1 1 1 0 0,-1 0-1 0 0,1 0 1 0 0,-3 9-1 0 0,2-1-150 0 0,0 0-1 0 0,0 1 0 0 0,1-1 1 0 0,1 1-1 0 0,0 0 0 0 0,1-1 1 0 0,3 25-1 0 0,-2-34-219 0 0,0 0 0 0 0,0 0 0 0 0,0 0 0 0 0,0 0 0 0 0,1 0-1 0 0,-1 0 1 0 0,1-1 0 0 0,0 1 0 0 0,0-1 0 0 0,1 1 0 0 0,-1-1 0 0 0,1 1 0 0 0,-1-1 0 0 0,1 0 0 0 0,0 0 0 0 0,0-1 0 0 0,1 1 0 0 0,-1-1 0 0 0,0 1 0 0 0,1-1-1 0 0,0 0 1 0 0,-1 0 0 0 0,1 0 0 0 0,0-1 0 0 0,0 0 0 0 0,0 1 0 0 0,0-1 0 0 0,0-1 0 0 0,6 2 0 0 0,1-1-754 0 0,-1-1-1 0 0,0 0 1 0 0,1 0 0 0 0,-1-1 0 0 0,0 0-1 0 0,1-1 1 0 0,-1 0 0 0 0,0-1 0 0 0,0 0-1 0 0,0-1 1 0 0,-1 1 0 0 0,1-2 0 0 0,-1 0-1 0 0,12-7 1 0 0,-2-1-1707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15.1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0 317 3681 0 0,'13'-42'277'0'0,"23"-99"2330"0"0,-32 123-1122 0 0,-1-1-1 0 0,-1 1 0 0 0,-1-1 1 0 0,-1 0-1 0 0,-2-22 6297 0 0,15 111-6992 0 0,21 32-1133 0 0,78 162 0 0 0,-96-230-561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15.3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73 5065 0 0,'0'-1'224'0'0,"2"-1"48"0"0,0 1-272 0 0,1 0 0 0 0,-2-1 0 0 0,2 2 0 0 0,1-1 512 0 0,3-2 56 0 0,5-2 9 0 0,4-2-1 0 0,4-1-256 0 0,0 0-40 0 0,1 0-16 0 0,2 0 0 0 0,1 3-264 0 0,0-1 0 0 0,-2 0 0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15.6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0 255 3681 0 0,'23'-3'716'0'0,"-1"-1"0"0"0,-1-2 0 0 0,1 0 0 0 0,-1-1 0 0 0,37-18 0 0 0,-47 20-483 0 0,1-2 1 0 0,-1 0-1 0 0,0 0 0 0 0,-1-1 0 0 0,1 0 0 0 0,-2 0 1 0 0,1-1-1 0 0,-1-1 0 0 0,-1 0 0 0 0,1 0 0 0 0,8-15 1 0 0,-16 22-86 0 0,1 0 0 0 0,0 0 1 0 0,-1-1-1 0 0,1 1 0 0 0,-1-1 1 0 0,0 1-1 0 0,0-1 0 0 0,-1 0 1 0 0,1 1-1 0 0,-1-1 0 0 0,0 0 0 0 0,0 1 1 0 0,0-1-1 0 0,0 0 0 0 0,-2-5 1 0 0,2 7-25 0 0,-1 0 0 0 0,0 1 0 0 0,0-1 0 0 0,0 0 0 0 0,0 1 0 0 0,0-1 0 0 0,0 1 0 0 0,0 0-1 0 0,0-1 1 0 0,-1 1 0 0 0,1 0 0 0 0,-1 0 0 0 0,1 0 0 0 0,-1 0 0 0 0,1 0 0 0 0,-1 0 0 0 0,1 0 0 0 0,-1 0 0 0 0,0 1 0 0 0,1-1 0 0 0,-1 1 0 0 0,0-1 0 0 0,0 1 0 0 0,0 0 0 0 0,1-1 0 0 0,-1 1 0 0 0,0 0 0 0 0,0 0 0 0 0,0 0 0 0 0,0 1 0 0 0,1-1 0 0 0,-1 0 0 0 0,-3 2 0 0 0,3-2-62 0 0,-1 0 0 0 0,1 1 1 0 0,0-1-1 0 0,0 1 0 0 0,-1-1 1 0 0,1 1-1 0 0,0 0 0 0 0,0 0 1 0 0,0 0-1 0 0,0 0 0 0 0,0 1 1 0 0,0-1-1 0 0,0 0 0 0 0,1 1 1 0 0,-1-1-1 0 0,0 1 0 0 0,1 0 1 0 0,-1-1-1 0 0,1 1 0 0 0,0 0 1 0 0,-2 2-1 0 0,2-1-44 0 0,0 0 0 0 0,0 1 0 0 0,0-1 0 0 0,0 0-1 0 0,1 1 1 0 0,-1-1 0 0 0,1 1 0 0 0,0-1 0 0 0,0 0 0 0 0,0 1 0 0 0,1-1-1 0 0,1 7 1 0 0,0 0-222 0 0,2 1 0 0 0,-1 0 0 0 0,2-1 1 0 0,-1 0-1 0 0,1 0 0 0 0,1 0 0 0 0,12 16 0 0 0,13 6-5099 0 0,-13-19 119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15.8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112 0 456 0 0,'-10'7'793'0'0,"0"1"-1"0"0,1 0 1 0 0,0 1 0 0 0,0-1 0 0 0,1 1-1 0 0,0 1 1 0 0,-13 20 0 0 0,21-29-758 0 0,-4 4 274 0 0,1 1 0 0 0,0-1 0 0 0,0 1-1 0 0,0 0 1 0 0,1-1 0 0 0,0 1 0 0 0,0 1-1 0 0,0-1 1 0 0,1 0 0 0 0,0 0-1 0 0,0 0 1 0 0,1 1 0 0 0,0-1 0 0 0,0 0-1 0 0,1 9 1 0 0,-1-11-261 0 0,1-1 0 0 0,0 0 0 0 0,0 0 0 0 0,0 0 0 0 0,1 0 0 0 0,-1 0 1 0 0,1 0-1 0 0,-1 0 0 0 0,1 0 0 0 0,0 0 0 0 0,0-1 0 0 0,0 1 0 0 0,3 2 0 0 0,-2-3-349 0 0,0 0 0 0 0,0 0 0 0 0,0 0 1 0 0,0 0-1 0 0,1 0 0 0 0,-1-1 0 0 0,1 1 0 0 0,-1-1 0 0 0,1 0 0 0 0,0 0 0 0 0,-1 0 1 0 0,1-1-1 0 0,5 1 0 0 0,8 0-3260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16.0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53 580 920 0 0,'14'-76'67'0'0,"-12"61"249"0"0,0-1-1 0 0,-1 1 1 0 0,-2-19 0 0 0,1-8 283 0 0,5-52 864 0 0,0 40 1003 0 0,-3 0 0 0 0,-8-88-1 0 0,6 140-2203 0 0,0 0 0 0 0,0 0 0 0 0,-1 0 0 0 0,1 1 0 0 0,0-1 0 0 0,-1 0 1 0 0,1 0-1 0 0,-1 0 0 0 0,0 0 0 0 0,1 1 0 0 0,-1-1 0 0 0,0 0 0 0 0,0 1 0 0 0,0-1 0 0 0,-1 1 0 0 0,1-1 0 0 0,0 1 0 0 0,0-1 0 0 0,-1 1 0 0 0,-2-2 0 0 0,3 2-105 0 0,1 1 0 0 0,-1 0 0 0 0,0 0-1 0 0,1 0 1 0 0,-1 0 0 0 0,1 0 0 0 0,-1 0-1 0 0,0 0 1 0 0,1 0 0 0 0,-1 1 0 0 0,0-1-1 0 0,1 0 1 0 0,-1 0 0 0 0,1 0 0 0 0,-1 1-1 0 0,1-1 1 0 0,-1 0 0 0 0,0 0 0 0 0,1 1-1 0 0,-1-1 1 0 0,1 1 0 0 0,-1 0 0 0 0,-14 21 967 0 0,9-4-1018 0 0,0-1 1 0 0,1 1-1 0 0,2 1 0 0 0,-1-1 0 0 0,2 0 0 0 0,0 1 1 0 0,2 0-1 0 0,0-1 0 0 0,1 1 0 0 0,0-1 1 0 0,2 1-1 0 0,8 30 0 0 0,3 3-194 0 0,3-1 0 0 0,1-1-1 0 0,31 56 1 0 0,-28-64-1585 0 0,2 0-5973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16.6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72 8290 0 0,'-1'-4'359'0'0,"-1"-1"0"0"0,1 1 0 0 0,1-1 0 0 0,-1 1 0 0 0,1-1 0 0 0,-1 0 0 0 0,2-6 0 0 0,7-18 6562 0 0,-2 54-3634 0 0,1 37-2813 0 0,-2 1 0 0 0,-5 69 0 0 0,2 43-1795 0 0,1-137 190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17.1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1 254 5529 0 0,'0'-1'21'0'0,"0"1"-1"0"0,0-1 1 0 0,0 1-1 0 0,0-1 1 0 0,0 1-1 0 0,0-1 1 0 0,0 1-1 0 0,0-1 0 0 0,0 1 1 0 0,0-1-1 0 0,0 1 1 0 0,0 0-1 0 0,0-1 1 0 0,0 1-1 0 0,0-1 1 0 0,0 1-1 0 0,1-1 1 0 0,-1 1-1 0 0,0-1 1 0 0,0 1-1 0 0,1-1 1 0 0,-1 1-1 0 0,0 0 1 0 0,0-1-1 0 0,1 1 1 0 0,-1 0-1 0 0,0-1 1 0 0,1 1-1 0 0,-1 0 1 0 0,1-1-1 0 0,-1 1 0 0 0,0 0 1 0 0,1 0-1 0 0,-1-1 1 0 0,1 1-1 0 0,-1 0 1 0 0,1 0-1 0 0,0 0 1 0 0,23-13 691 0 0,-21 12-538 0 0,30-14 443 0 0,46-22 1203 0 0,2 4 0 0 0,89-24 0 0 0,-149 52-1873 0 0,1 1 0 0 0,39-3 0 0 0,-53 7-2 0 0,0 0 0 0 0,0 0 0 0 0,-1 1 0 0 0,1-1 0 0 0,0 2 0 0 0,-1-1 0 0 0,1 1 0 0 0,-1 0 0 0 0,0 1 0 0 0,1 0 0 0 0,9 5 0 0 0,-16-7 142 0 0,1 0 0 0 0,-1 0 0 0 0,0 0-1 0 0,0 0 1 0 0,0 1 0 0 0,1-1 0 0 0,-1 0 0 0 0,0 1 0 0 0,-1-1-1 0 0,1 0 1 0 0,0 1 0 0 0,0-1 0 0 0,0 1 0 0 0,-1-1 0 0 0,1 1-1 0 0,-1 0 1 0 0,1-1 0 0 0,-1 1 0 0 0,0 0 0 0 0,0-1 0 0 0,0 1 0 0 0,0 0-1 0 0,0-1 1 0 0,0 1 0 0 0,0-1 0 0 0,0 1 0 0 0,-1 0 0 0 0,1-1-1 0 0,0 1 1 0 0,-2 1 0 0 0,-2 8 638 0 0,0-1 0 0 0,-1 0-1 0 0,-10 17 1 0 0,-5 11 391 0 0,18-31-1127 0 0,1-1 0 0 0,0 1 0 0 0,0 0 0 0 0,1 0 1 0 0,0 0-1 0 0,0 0 0 0 0,1-1 0 0 0,0 1 0 0 0,0 0 0 0 0,1 0 1 0 0,-1-1-1 0 0,1 1 0 0 0,1-1 0 0 0,-1 1 0 0 0,1-1 0 0 0,0 0 1 0 0,1 0-1 0 0,-1 0 0 0 0,1-1 0 0 0,1 1 0 0 0,6 7 0 0 0,-8-10 2 0 0,-1-1 0 0 0,1 1 0 0 0,0 0 0 0 0,0-1 0 0 0,0 0 0 0 0,0 0 0 0 0,0 0 0 0 0,1 0 0 0 0,-1 0 0 0 0,0-1 0 0 0,1 0 0 0 0,0 1 0 0 0,-1-1 0 0 0,1 0 0 0 0,0-1 0 0 0,-1 1 0 0 0,1-1 0 0 0,0 0 0 0 0,0 0 0 0 0,-1 0 0 0 0,1 0 0 0 0,0 0 0 0 0,0-1 0 0 0,-1 0 0 0 0,1 0 0 0 0,0 0 0 0 0,-1 0 0 0 0,1 0 0 0 0,-1-1 0 0 0,0 1 0 0 0,1-1 0 0 0,-1 0 0 0 0,0 0 0 0 0,0-1 0 0 0,0 1 0 0 0,0-1 0 0 0,0 1 0 0 0,-1-1 0 0 0,5-5 0 0 0,1-3 102 0 0,0 0 0 0 0,-1 0 0 0 0,0-1 0 0 0,-1 0 0 0 0,-1 0-1 0 0,1-1 1 0 0,-2 1 0 0 0,0-1 0 0 0,0 0 0 0 0,-1-1 0 0 0,-1 1 0 0 0,0 0 0 0 0,-1-1 0 0 0,-1 1 0 0 0,0-1 0 0 0,0 1-1 0 0,-4-19 1 0 0,2 27-307 0 0,0-1 0 0 0,-1 0-1 0 0,1 1 1 0 0,-1 0-1 0 0,0 0 1 0 0,-1 0 0 0 0,1 0-1 0 0,-1 0 1 0 0,0 0 0 0 0,0 1-1 0 0,-1 0 1 0 0,1 0-1 0 0,-1 0 1 0 0,0 0 0 0 0,-8-4-1 0 0,-3-1-1216 0 0,0 1-1 0 0,-1 1 0 0 0,-33-10 1 0 0,26 10-3376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17.5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6913 0 0,'3'9'7007'0'0,"3"13"-3845"0"0,41 267 2235 0 0,-13-59-8324 0 0,-25-186-4166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18.0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0 154 3225 0 0,'42'-17'1101'0'0,"0"1"1"0"0,1 3 0 0 0,0 1 0 0 0,56-7 0 0 0,-28 5-774 0 0,-14 1-353 0 0,98-16 1513 0 0,-152 29-1336 0 0,0-1 1 0 0,0 1 0 0 0,0 0-1 0 0,0 0 1 0 0,0 0-1 0 0,0 0 1 0 0,0 1-1 0 0,0-1 1 0 0,0 1-1 0 0,0 0 1 0 0,-1-1-1 0 0,1 1 1 0 0,0 1-1 0 0,0-1 1 0 0,0 0 0 0 0,-1 1-1 0 0,1-1 1 0 0,-1 1-1 0 0,1 0 1 0 0,-1 0-1 0 0,0 0 1 0 0,0 0-1 0 0,0 0 1 0 0,0 0-1 0 0,0 1 1 0 0,2 2 0 0 0,-1 2 154 0 0,0 0 1 0 0,0 1 0 0 0,-1-1 0 0 0,0 0 0 0 0,0 1 0 0 0,-1 0 0 0 0,0-1 0 0 0,0 1 0 0 0,-1 9-1 0 0,0 18 148 0 0,2 0-1 0 0,2 0 1 0 0,10 48-1 0 0,-9-67-454 0 0,-5-21 0 0 0,3-32 0 0 0,13-8-71 0 0,3-1 0 0 0,2 2 0 0 0,37-58 0 0 0,-56 98 125 0 0,26-35 77 0 0,-27 38-54 0 0,0-1-1 0 0,0 1 0 0 0,0 0 1 0 0,0-1-1 0 0,1 1 1 0 0,-1 0-1 0 0,1 0 1 0 0,-1 0-1 0 0,1 0 1 0 0,-1 0-1 0 0,1 0 1 0 0,0 0-1 0 0,-1 0 1 0 0,1 1-1 0 0,0-1 0 0 0,-1 0 1 0 0,1 1-1 0 0,0 0 1 0 0,0-1-1 0 0,0 1 1 0 0,3 0-1 0 0,-3 1-10 0 0,-1 0 0 0 0,1 0 0 0 0,-1 0-1 0 0,1 0 1 0 0,-1 0 0 0 0,1 0 0 0 0,-1 0 0 0 0,0 0-1 0 0,1 1 1 0 0,-1-1 0 0 0,0 1 0 0 0,0-1 0 0 0,0 1-1 0 0,0-1 1 0 0,0 1 0 0 0,-1-1 0 0 0,1 1 0 0 0,0 0-1 0 0,0 1 1 0 0,10 39 179 0 0,-10-33-179 0 0,6 23-159 0 0,1 0 0 0 0,1-1 0 0 0,1 0 0 0 0,2 0 0 0 0,16 29-1 0 0,-11-32-516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18.3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5 276 1296 0 0,'-5'2'5389'0'0,"16"-16"-1566"0"0,-7 9-4826 0 0,18-20 2398 0 0,-2-1 1 0 0,21-34-1 0 0,-35 51-1231 0 0,-1-1-1 0 0,0 0 0 0 0,0 0 0 0 0,-1 0 0 0 0,0-1 0 0 0,-1 1 0 0 0,-1-1 1 0 0,1 0-1 0 0,-2 0 0 0 0,1-12 0 0 0,-1 22-103 0 0,-1 1 1 0 0,0-1-1 0 0,0 0 0 0 0,0 0 1 0 0,0 0-1 0 0,0 1 0 0 0,0-1 1 0 0,-1 0-1 0 0,1 0 1 0 0,0 0-1 0 0,0 1 0 0 0,-1-1 1 0 0,1 0-1 0 0,0 0 0 0 0,-1 1 1 0 0,1-1-1 0 0,0 0 0 0 0,-1 1 1 0 0,1-1-1 0 0,-1 0 0 0 0,0 1 1 0 0,1-1-1 0 0,-1 1 0 0 0,1-1 1 0 0,-1 1-1 0 0,0-1 1 0 0,1 1-1 0 0,-1-1 0 0 0,-1 1 1 0 0,0-1 57 0 0,1 1 0 0 0,-1 0 1 0 0,0 0-1 0 0,0 0 0 0 0,0 0 1 0 0,1 0-1 0 0,-1 0 0 0 0,0 1 1 0 0,0-1-1 0 0,0 1 0 0 0,1-1 1 0 0,-4 2-1 0 0,-3 2 200 0 0,1 0 1 0 0,-1 0-1 0 0,1 0 1 0 0,-11 9-1 0 0,14-9-245 0 0,0 0 1 0 0,0 0-1 0 0,0 0 1 0 0,1 0-1 0 0,-1 1 0 0 0,1-1 1 0 0,0 1-1 0 0,0 0 1 0 0,1 0-1 0 0,-1 0 0 0 0,1 0 1 0 0,-2 10-1 0 0,3-11-142 0 0,0 0 0 0 0,1 0-1 0 0,0 0 1 0 0,-1 0 0 0 0,2 0-1 0 0,-1 0 1 0 0,0 0 0 0 0,1 0-1 0 0,0 0 1 0 0,0 0 0 0 0,0 0-1 0 0,0 0 1 0 0,1-1 0 0 0,-1 1 0 0 0,1 0-1 0 0,0-1 1 0 0,0 1 0 0 0,3 3-1 0 0,8 8-998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18.8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225 9 8290 0 0,'-1'-1'84'0'0,"1"0"1"0"0,-1 0-1 0 0,-1 1 1 0 0,1-1 0 0 0,0 0-1 0 0,0 1 1 0 0,0-1-1 0 0,0 1 1 0 0,0-1-1 0 0,-1 1 1 0 0,1-1-1 0 0,0 1 1 0 0,0 0 0 0 0,-1 0-1 0 0,1-1 1 0 0,0 1-1 0 0,-1 0 1 0 0,1 0-1 0 0,0 0 1 0 0,0 1-1 0 0,-1-1 1 0 0,0 0 0 0 0,-2 1 120 0 0,0 1-1 0 0,0-1 1 0 0,1 1 0 0 0,-1-1 0 0 0,1 1 0 0 0,-1 0 0 0 0,-3 4 0 0 0,-4 2 565 0 0,0 2 1 0 0,1-1-1 0 0,-12 15 0 0 0,13-12-197 0 0,0-1-1 0 0,0 1 1 0 0,1 1-1 0 0,1 0 1 0 0,-9 19 0 0 0,15-30-532 0 0,-1 1 0 0 0,1-1 0 0 0,0 1 0 0 0,1 0 0 0 0,-1-1 1 0 0,0 1-1 0 0,1 0 0 0 0,-1 0 0 0 0,1 0 0 0 0,0 0 0 0 0,0-1 0 0 0,0 1 1 0 0,0 0-1 0 0,1 0 0 0 0,-1 0 0 0 0,1 0 0 0 0,0-1 0 0 0,0 1 1 0 0,0 0-1 0 0,0-1 0 0 0,0 1 0 0 0,0-1 0 0 0,1 1 0 0 0,-1-1 1 0 0,1 1-1 0 0,0-1 0 0 0,0 0 0 0 0,-1 0 0 0 0,1 0 0 0 0,1 0 0 0 0,-1 0 1 0 0,0 0-1 0 0,0-1 0 0 0,1 1 0 0 0,2 1 0 0 0,59 24-380 0 0,-47-21 178 0 0,-1 0 1 0 0,1 2 0 0 0,15 10 0 0 0,-31-18 129 0 0,0 1 1 0 0,0-1-1 0 0,0 1 0 0 0,0 0 1 0 0,-1-1-1 0 0,1 1 0 0 0,0 0 0 0 0,0-1 1 0 0,-1 1-1 0 0,1 0 0 0 0,-1 0 1 0 0,1 0-1 0 0,-1-1 0 0 0,1 1 1 0 0,-1 0-1 0 0,1 0 0 0 0,-1 0 1 0 0,0 0-1 0 0,1 0 0 0 0,-1 0 0 0 0,0 0 1 0 0,0 0-1 0 0,0 0 0 0 0,0 2 1 0 0,0-2 3 0 0,-1 1 1 0 0,1 0-1 0 0,-1-1 1 0 0,1 1-1 0 0,-1-1 1 0 0,0 1 0 0 0,0-1-1 0 0,0 1 1 0 0,0-1-1 0 0,0 1 1 0 0,0-1-1 0 0,0 0 1 0 0,-2 2-1 0 0,-6 4 8 0 0,0 0-1 0 0,0-1 0 0 0,-16 9 0 0 0,18-11 38 0 0,-9 5 34 0 0,1-1 0 0 0,-2-1-1 0 0,1 0 1 0 0,-25 7 0 0 0,-8-7-5761 0 0,35-7 435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19.2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96 0 1376 0 0,'-35'39'7273'0'0,"2"9"-3604"0"0,29-43-3487 0 0,1 1 1 0 0,-1 0-1 0 0,2 0 0 0 0,-1 0 0 0 0,1 0 0 0 0,-1 0 1 0 0,2 1-1 0 0,-1-1 0 0 0,1 0 0 0 0,0 1 0 0 0,0 0 1 0 0,1-1-1 0 0,0 1 0 0 0,1 9 0 0 0,0-10-82 0 0,1-1 0 0 0,1 0 0 0 0,-1 0 0 0 0,0 0 0 0 0,1 0-1 0 0,0-1 1 0 0,0 1 0 0 0,1-1 0 0 0,-1 0 0 0 0,1 0 0 0 0,0 0 0 0 0,0 0-1 0 0,1 0 1 0 0,-1-1 0 0 0,1 0 0 0 0,-1 0 0 0 0,9 4 0 0 0,-4-3 6 0 0,0 1 0 0 0,0-1 0 0 0,1-1 0 0 0,-1 0 0 0 0,1 0 0 0 0,0-1 1 0 0,0 0-1 0 0,18 0 0 0 0,-23-2-87 0 0,-1 0 1 0 0,1 0-1 0 0,-1 0 1 0 0,1-1-1 0 0,-1 0 1 0 0,1 0-1 0 0,-1 0 1 0 0,1 0-1 0 0,-1-1 1 0 0,0 0-1 0 0,0 0 1 0 0,0 0-1 0 0,0 0 1 0 0,0-1-1 0 0,0 1 1 0 0,0-1 0 0 0,-1 0-1 0 0,1 0 1 0 0,-1-1-1 0 0,0 1 1 0 0,0-1-1 0 0,0 1 1 0 0,-1-1-1 0 0,1 0 1 0 0,-1 0-1 0 0,0 0 1 0 0,0 0-1 0 0,0-1 1 0 0,-1 1-1 0 0,0 0 1 0 0,1-1-1 0 0,-1 1 1 0 0,-1-1-1 0 0,1 1 1 0 0,-1-1-1 0 0,0 0 1 0 0,0 1-1 0 0,0-1 1 0 0,0 1-1 0 0,-1-1 1 0 0,0 0-1 0 0,0 1 1 0 0,0 0-1 0 0,-1-1 1 0 0,-3-7-1 0 0,-1-2 335 0 0,0 1 1 0 0,-1 1-1 0 0,0-1 0 0 0,-1 1 0 0 0,-12-14 0 0 0,17 22-362 0 0,-1-1 0 0 0,0 1 0 0 0,0 0 0 0 0,0 0 0 0 0,-1 1 0 0 0,1-1 0 0 0,-1 1 0 0 0,0 0 0 0 0,0 0 0 0 0,0 0 0 0 0,0 1 0 0 0,-1 0 0 0 0,1 0 0 0 0,0 0 0 0 0,-1 1 0 0 0,-6-2 0 0 0,-2 3-862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19.5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0 2304 0 0,'-2'8'1046'0'0,"2"0"0"0"0,-1-1 0 0 0,1 1 0 0 0,0-1-1 0 0,0 1 1 0 0,1-1 0 0 0,3 13 0 0 0,16 54 3639 0 0,-17-64-4311 0 0,0 0 35 0 0,1 0 0 0 0,1 0 0 0 0,-1 0 0 0 0,1-1 0 0 0,1 0 0 0 0,0 0 0 0 0,12 14 0 0 0,-17-21-443 0 0,1 0 0 0 0,-1-1-1 0 0,1 1 1 0 0,-1-1 0 0 0,1 1 0 0 0,0-1-1 0 0,-1 0 1 0 0,1 1 0 0 0,0-1 0 0 0,0 0 0 0 0,0 0-1 0 0,0 0 1 0 0,0-1 0 0 0,0 1 0 0 0,0 0-1 0 0,0-1 1 0 0,0 1 0 0 0,0-1 0 0 0,0 0 0 0 0,1 0-1 0 0,-1 0 1 0 0,0 0 0 0 0,0 0 0 0 0,0 0-1 0 0,0-1 1 0 0,0 1 0 0 0,1 0 0 0 0,-1-1-1 0 0,0 0 1 0 0,0 0 0 0 0,0 1 0 0 0,0-1 0 0 0,-1 0-1 0 0,1-1 1 0 0,0 1 0 0 0,0 0 0 0 0,-1 0-1 0 0,1-1 1 0 0,0 1 0 0 0,-1-1 0 0 0,1 0 0 0 0,-1 1-1 0 0,0-1 1 0 0,0 0 0 0 0,2-2 0 0 0,7-11-319 0 0,-1-1 0 0 0,0 0 0 0 0,-1-1 0 0 0,11-31 0 0 0,-11 26 785 0 0,1 0-1 0 0,13-23 0 0 0,-21 44-345 0 0,-1 0 0 0 0,0 0 0 0 0,1 1 0 0 0,-1-1 0 0 0,1 0 0 0 0,-1 0 0 0 0,1 1 0 0 0,0-1 0 0 0,-1 0 0 0 0,1 1 0 0 0,0-1 0 0 0,-1 0 0 0 0,1 1 0 0 0,0-1 0 0 0,0 1 0 0 0,-1-1 0 0 0,1 1 0 0 0,0 0 0 0 0,1-1 0 0 0,-1 1-40 0 0,-1 0 0 0 0,1 0 0 0 0,-1 1 0 0 0,1-1 0 0 0,-1 0 0 0 0,1 0 0 0 0,-1 1 0 0 0,1-1 0 0 0,-1 0 0 0 0,1 1 1 0 0,-1-1-1 0 0,0 0 0 0 0,1 1 0 0 0,-1-1 0 0 0,0 1 0 0 0,1-1 0 0 0,-1 1 0 0 0,0-1 0 0 0,1 1 0 0 0,-1-1 0 0 0,0 1 0 0 0,0-1 0 0 0,1 2 0 0 0,9 47 924 0 0,-6-25-766 0 0,-1-16-271 0 0,0-1-1 0 0,1 1 0 0 0,-1-1 0 0 0,2 0 0 0 0,6 9 0 0 0,7 2-5482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19.9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67 1376 0 0,'23'29'3973'0'0,"61"62"992"0"0,-55-62-3753 0 0,32 40 1 0 0,-65-74-523 0 0,1 0 0 0 0,0-1 0 0 0,0 1 0 0 0,1-1 0 0 0,-1 0 0 0 0,1 0 0 0 0,0 0 1 0 0,-1-6-1 0 0,1 0-12 0 0,1 1 0 0 0,0-1 0 0 0,1-22 0 0 0,10-36-1926 0 0,9 6-4422 0 0,-8 39-672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20.2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75 0 4145 0 0,'-4'4'886'0'0,"0"0"1"0"0,0 1 0 0 0,1-1-1 0 0,-1 1 1 0 0,1 0-1 0 0,0 0 1 0 0,-2 5 0 0 0,0 0 151 0 0,-1-1-318 0 0,1 1 0 0 0,0 0 0 0 0,0 0 1 0 0,1 0-1 0 0,1 0 0 0 0,-1 1 0 0 0,2 0 0 0 0,-3 18 0 0 0,5-23-640 0 0,0-1 0 0 0,0 1-1 0 0,0-1 1 0 0,1 0 0 0 0,0 0-1 0 0,0 1 1 0 0,0-1-1 0 0,1 0 1 0 0,0 0 0 0 0,0 0-1 0 0,0 0 1 0 0,1 0 0 0 0,-1-1-1 0 0,1 1 1 0 0,0-1 0 0 0,1 0-1 0 0,-1 0 1 0 0,1 0-1 0 0,0 0 1 0 0,4 3 0 0 0,6 3-712 0 0,1 0 1 0 0,0-1-1 0 0,0-1 1 0 0,1-1-1 0 0,-1 0 0 0 0,2-1 1 0 0,-1-1-1 0 0,24 4 1 0 0,-12-2 120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20.5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0 290 3913 0 0,'22'-8'854'0'0,"-1"-2"0"0"0,0 0 0 0 0,-1-1 0 0 0,0-1 0 0 0,0-1 0 0 0,-2-1 0 0 0,0 0 0 0 0,32-33-1 0 0,-48 44-659 0 0,0-1-1 0 0,0 1 0 0 0,0-1 0 0 0,0 0 1 0 0,0 1-1 0 0,-1-1 0 0 0,0 0 0 0 0,0 0 1 0 0,0 0-1 0 0,0 0 0 0 0,0 0 0 0 0,-1 0 1 0 0,0 0-1 0 0,0-1 0 0 0,0 1 0 0 0,0 0 1 0 0,-1 0-1 0 0,1 0 0 0 0,-1 0 0 0 0,0 0 1 0 0,0 0-1 0 0,-1 0 0 0 0,1 1 0 0 0,-1-1 1 0 0,0 0-1 0 0,0 1 0 0 0,0-1 0 0 0,0 1 1 0 0,-1 0-1 0 0,0-1 0 0 0,1 1 0 0 0,-1 0 1 0 0,0 1-1 0 0,0-1 0 0 0,-1 0 0 0 0,1 1 1 0 0,0 0-1 0 0,-1 0 0 0 0,0 0 0 0 0,1 0 0 0 0,-1 0 1 0 0,0 1-1 0 0,0 0 0 0 0,0 0 0 0 0,0 0 1 0 0,0 0-1 0 0,0 0 0 0 0,0 1 0 0 0,0 0 1 0 0,-7 0-1 0 0,6 1-144 0 0,1 1 0 0 0,-1 0 1 0 0,1 0-1 0 0,0 0 0 0 0,0 0 0 0 0,-1 0 1 0 0,1 1-1 0 0,1 0 0 0 0,-1-1 0 0 0,0 2 1 0 0,1-1-1 0 0,-1 0 0 0 0,1 1 0 0 0,0-1 0 0 0,0 1 1 0 0,1 0-1 0 0,-1 0 0 0 0,-2 6 0 0 0,-5 9 1 0 0,1-1 0 0 0,-12 36-1 0 0,19-48-41 0 0,0-1-1 0 0,1 1 1 0 0,0 0 0 0 0,0 0-1 0 0,0-1 1 0 0,0 1-1 0 0,1 0 1 0 0,0 0 0 0 0,0 0-1 0 0,1 0 1 0 0,0 0-1 0 0,0 0 1 0 0,0-1 0 0 0,1 1-1 0 0,-1 0 1 0 0,6 9-1 0 0,-4-9-60 0 0,1-1-1 0 0,-1 0 0 0 0,2 0 0 0 0,-1 0 1 0 0,0 0-1 0 0,1 0 0 0 0,0-1 0 0 0,0 0 0 0 0,0 0 1 0 0,1 0-1 0 0,-1-1 0 0 0,1 0 0 0 0,0 0 0 0 0,12 4 1 0 0,-8-3-587 0 0,1-1-1 0 0,0-1 1 0 0,16 3 0 0 0,7-2-6385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39.3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 3 10138 0 0,'-35'-3'4572'0'0,"55"5"-4347"0"0,96 17 520 0 0,160 46-1 0 0,-100-21-443 0 0,-130-33-199 0 0,280 71 1091 0 0,-245-57-454 0 0,151 68-1 0 0,-199-76-691 0 0,-2 2-1 0 0,0 1 1 0 0,32 28-1 0 0,78 79 173 0 0,-125-111-114 0 0,-1 0 0 0 0,0 0 0 0 0,-2 2 0 0 0,0-1 0 0 0,0 2 0 0 0,-2 0 0 0 0,0 0 0 0 0,-2 1 0 0 0,0 0 0 0 0,-1 1 0 0 0,-1 0 0 0 0,-1 0 0 0 0,4 23 1 0 0,-5-24-169 0 0,-3-16-274 0 0,0 0 0 0 0,-1 0 0 0 0,0 0 1 0 0,0 0-1 0 0,0 1 0 0 0,-1-1 1 0 0,1 0-1 0 0,-1 1 0 0 0,-1 6 1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39.7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1 512 7370 0 0,'0'0'29'0'0,"0"0"0"0"0,0 0 0 0 0,0 0 0 0 0,0-1 0 0 0,0 1 0 0 0,-1 0 0 0 0,1 0-1 0 0,0 0 1 0 0,0-1 0 0 0,0 1 0 0 0,0 0 0 0 0,0 0 0 0 0,0-1 0 0 0,0 1 0 0 0,0 0 0 0 0,0 0 0 0 0,0 0 0 0 0,0-1 0 0 0,0 1 0 0 0,0 0 0 0 0,0 0 0 0 0,0 0 0 0 0,1-1 0 0 0,-1 1 0 0 0,0 0 0 0 0,0 0 0 0 0,0 0 0 0 0,0-1 0 0 0,0 1 0 0 0,0 0 0 0 0,0 0 0 0 0,1 0 0 0 0,-1 0 0 0 0,0-1 0 0 0,0 1 0 0 0,0 0 0 0 0,0 0 0 0 0,1 0 0 0 0,-1 0 0 0 0,0 0 0 0 0,0 0 0 0 0,0 0 0 0 0,1-1 0 0 0,-1 1 0 0 0,0 0 0 0 0,16 4 3127 0 0,0 4-2548 0 0,1 0 1 0 0,-1-1 0 0 0,2-1 0 0 0,-1-1 0 0 0,1 0-1 0 0,33 3 1 0 0,116 4 2335 0 0,-152-11-2631 0 0,1-1 0 0 0,-1 0 0 0 0,0-2 0 0 0,1 0 0 0 0,-1 0 0 0 0,23-8 0 0 0,-30 7-210 0 0,0-1-1 0 0,0 0 1 0 0,0 0-1 0 0,0-1 1 0 0,0 0-1 0 0,-1 0 1 0 0,0-1-1 0 0,0 0 1 0 0,-1 0-1 0 0,1-1 1 0 0,-1 0-1 0 0,8-12 0 0 0,-4 3-15 0 0,0-1 0 0 0,-1 0 0 0 0,0 0-1 0 0,-2-1 1 0 0,0 0 0 0 0,-1-1-1 0 0,-1 0 1 0 0,4-25 0 0 0,-2-15-22 0 0,0-82 0 0 0,-6 105-105 0 0,0 10-337 0 0,2 3-91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40.8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59 591 3225 0 0,'-6'-7'454'0'0,"0"0"0"0"0,1 0 0 0 0,-8-14 1 0 0,-16-20 7344 0 0,36 52-3856 0 0,15 8-3156 0 0,-13-12-485 0 0,20 23 315 0 0,44 61-1 0 0,18 18 227 0 0,-80-98-739 0 0,0-1 0 0 0,0 0 0 0 0,2 0 0 0 0,-1-2 0 0 0,1 1 0 0 0,0-2 0 0 0,17 8-1 0 0,-27-13-59 0 0,-1-1-1 0 0,1 0 1 0 0,0 0-1 0 0,0 0 0 0 0,0 0 1 0 0,-1 0-1 0 0,1-1 1 0 0,0 1-1 0 0,0-1 0 0 0,0 0 1 0 0,0 0-1 0 0,0 0 0 0 0,0 0 1 0 0,0 0-1 0 0,0-1 1 0 0,0 1-1 0 0,0-1 0 0 0,-1 0 1 0 0,1 0-1 0 0,0 0 1 0 0,0 0-1 0 0,-1 0 0 0 0,5-3 1 0 0,-4 1 27 0 0,-1 0 0 0 0,1 0 0 0 0,0-1 0 0 0,-1 1-1 0 0,0-1 1 0 0,0 0 0 0 0,0 1 0 0 0,0-1 0 0 0,0 0 0 0 0,-1 0 0 0 0,0 0 0 0 0,0 0 0 0 0,0-1 0 0 0,0 1 0 0 0,0-7 0 0 0,1-35 215 0 0,-1 0 0 0 0,-9-72 1 0 0,0 6-175 0 0,4-254-338 0 0,4 325-55 0 0,-4-15-2385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41.5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104 41 1840 0 0,'-6'-14'171'0'0,"2"-13"10555"0"0,4 27-10669 0 0,-8 9 852 0 0,-5 14-456 0 0,-5 24 830 0 0,2 0-1 0 0,-19 98 1 0 0,34-143-1263 0 0,0-1 1 0 0,1 1-1 0 0,0 0 1 0 0,-1 0 0 0 0,1 0-1 0 0,0 0 1 0 0,0 0-1 0 0,0 0 1 0 0,0 0-1 0 0,0 0 1 0 0,0 0-1 0 0,1 0 1 0 0,-1 0-1 0 0,1-1 1 0 0,-1 1-1 0 0,1 0 1 0 0,0 0-1 0 0,-1 0 1 0 0,1-1 0 0 0,0 1-1 0 0,0 0 1 0 0,1-1-1 0 0,-1 1 1 0 0,0-1-1 0 0,0 1 1 0 0,1-1-1 0 0,1 2 1 0 0,1-1-17 0 0,0-1 0 0 0,0 1 0 0 0,1-1 0 0 0,-1 0 0 0 0,0 0 0 0 0,0 0 1 0 0,1-1-1 0 0,-1 1 0 0 0,1-1 0 0 0,-1 0 0 0 0,6-1 0 0 0,16-1 86 0 0,-5 0 88 0 0,1 2-1 0 0,-1 0 1 0 0,26 3 0 0 0,-43-3-127 0 0,1 1 0 0 0,-1 0 0 0 0,0 0 0 0 0,0 0 0 0 0,0 0 0 0 0,0 0 1 0 0,0 1-1 0 0,0 0 0 0 0,0 0 0 0 0,0 0 0 0 0,-1 0 0 0 0,1 1 0 0 0,-1-1 0 0 0,0 1 0 0 0,1 0 1 0 0,-1 0-1 0 0,0 0 0 0 0,-1 0 0 0 0,1 1 0 0 0,-1-1 0 0 0,1 1 0 0 0,1 4 0 0 0,-3-5 8 0 0,0 0-1 0 0,-1 1 1 0 0,1-1-1 0 0,-1 0 1 0 0,1 1-1 0 0,-1-1 0 0 0,0 0 1 0 0,-1 1-1 0 0,1-1 1 0 0,-1 1-1 0 0,1-1 1 0 0,-1 0-1 0 0,0 0 0 0 0,0 1 1 0 0,0-1-1 0 0,-1 0 1 0 0,1 0-1 0 0,-1 0 0 0 0,0 0 1 0 0,1-1-1 0 0,-1 1 1 0 0,-1 0-1 0 0,1-1 1 0 0,0 1-1 0 0,-3 1 0 0 0,-3 5 58 0 0,-1-2 1 0 0,0 1-1 0 0,0-1 0 0 0,-1-1 0 0 0,-20 11 0 0 0,-43 9 269 0 0,58-22-521 0 0,0 1-1 0 0,1 0 0 0 0,-1 1 1 0 0,-24 14-1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42.8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170 468 7370 0 0,'-14'-4'933'0'0,"0"-1"1"0"0,0 0 0 0 0,1-1 0 0 0,-23-14 0 0 0,0 1 654 0 0,25 13-903 0 0,8 4-241 0 0,0 0 0 0 0,0 1 0 0 0,0-1 0 0 0,0 1 0 0 0,0 0 0 0 0,-1 0 0 0 0,-5-1 0 0 0,48 17 2566 0 0,71 9-2035 0 0,-54-13-542 0 0,110 38-1 0 0,-130-35-521 0 0,58 22 106 0 0,-82-33-24 0 0,0 0 1 0 0,0 0 0 0 0,0-1 0 0 0,0-1 0 0 0,24 1 0 0 0,-35-2 11 0 0,0 0 1 0 0,0 0-1 0 0,1 0 0 0 0,-1 0 1 0 0,0 0-1 0 0,1 0 0 0 0,-1 0 1 0 0,0-1-1 0 0,0 1 1 0 0,0 0-1 0 0,1-1 0 0 0,-1 1 1 0 0,0-1-1 0 0,0 1 1 0 0,0-1-1 0 0,0 0 0 0 0,0 1 1 0 0,0-1-1 0 0,0 0 0 0 0,0 0 1 0 0,0 0-1 0 0,0 0 1 0 0,0 0-1 0 0,0 0 0 0 0,-1 0 1 0 0,1 0-1 0 0,0 0 0 0 0,-1 0 1 0 0,1 0-1 0 0,-1 0 1 0 0,1-1-1 0 0,-1 1 0 0 0,0 0 1 0 0,1 0-1 0 0,-1-1 0 0 0,0 1 1 0 0,0 0-1 0 0,0 0 1 0 0,0-1-1 0 0,0 1 0 0 0,0 0 1 0 0,0 0-1 0 0,0-1 1 0 0,-1-1-1 0 0,-2-7 45 0 0,0 0 0 0 0,-1 1 0 0 0,0-1 0 0 0,-8-14 1 0 0,4 9 8 0 0,-43-83 17 0 0,25 51-895 0 0,2-1 0 0 0,-35-100 0 0 0,56 135-256 0 0,0-1 0 0 0,-1-24-1 0 0,3 7-5408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43.1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35 6913 0 0,'23'87'276'0'0,"-17"-58"148"0"0,14 36-1 0 0,-17-57-141 0 0,0-1 0 0 0,0 1 1 0 0,1-1-1 0 0,0 0 0 0 0,1 0 0 0 0,0 0 0 0 0,0 0 0 0 0,0-1 0 0 0,8 7 0 0 0,-11-11-154 0 0,1 0 1 0 0,-1 0-1 0 0,1 0 1 0 0,0 0-1 0 0,0 0 1 0 0,0-1-1 0 0,0 1 1 0 0,0-1-1 0 0,0 0 1 0 0,0 0-1 0 0,0 0 1 0 0,0 0-1 0 0,1-1 1 0 0,-1 1-1 0 0,0-1 1 0 0,1 0-1 0 0,-1 0 1 0 0,0 0-1 0 0,1 0 1 0 0,-1-1-1 0 0,0 1 1 0 0,0-1-1 0 0,1 0 1 0 0,-1 0-1 0 0,0 0 1 0 0,0 0-1 0 0,0-1 1 0 0,0 1-1 0 0,0-1 1 0 0,0 0-1 0 0,-1 0 1 0 0,1 0-1 0 0,2-2 1 0 0,2-2 44 0 0,0-1 0 0 0,0 0 0 0 0,0 0 0 0 0,-1-1 0 0 0,0 1 1 0 0,-1-1-1 0 0,0-1 0 0 0,0 1 0 0 0,-1-1 0 0 0,4-10 0 0 0,-5 10 6 0 0,0 1-1 0 0,-1-1 1 0 0,0 0-1 0 0,-1 0 1 0 0,0 0-1 0 0,0 0 1 0 0,-1 0-1 0 0,0 0 0 0 0,-1 0 1 0 0,0 0-1 0 0,-3-14 1 0 0,3 19-142 0 0,0 0-1 0 0,-1 0 1 0 0,1 0 0 0 0,-1 0 0 0 0,0 0-1 0 0,0 0 1 0 0,-1 1 0 0 0,1-1 0 0 0,-1 1-1 0 0,1-1 1 0 0,-1 1 0 0 0,0 0 0 0 0,-1 0-1 0 0,1 0 1 0 0,0 1 0 0 0,-1-1 0 0 0,1 1-1 0 0,-1 0 1 0 0,0 0 0 0 0,0 0 0 0 0,0 0 0 0 0,0 1-1 0 0,0-1 1 0 0,0 1 0 0 0,0 0 0 0 0,-6 0-1 0 0,2 0-188 0 0,-1 0 0 0 0,1 1-1 0 0,-1 0 1 0 0,1 1 0 0 0,-1 0 0 0 0,-14 4-1 0 0,16-4-620 0 0,0 2-1 0 0,0-1 0 0 0,1 1 1 0 0,-13 7-1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43.3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2 10594 0 0,'0'0'63'0'0,"0"0"1"0"0,0 0-1 0 0,-1 0 0 0 0,1-1 0 0 0,0 1 1 0 0,0 0-1 0 0,0 0 0 0 0,0 0 0 0 0,-1 0 0 0 0,1 0 1 0 0,0 0-1 0 0,0 0 0 0 0,-1 0 0 0 0,1 0 1 0 0,0 0-1 0 0,0 0 0 0 0,0 0 0 0 0,-1 0 0 0 0,1 0 1 0 0,0 0-1 0 0,0 0 0 0 0,-1 0 0 0 0,1 0 0 0 0,0 0 1 0 0,0 0-1 0 0,0 0 0 0 0,-1 0 0 0 0,1 0 1 0 0,0 0-1 0 0,0 0 0 0 0,0 1 0 0 0,0-1 0 0 0,-1 0 1 0 0,1 0-1 0 0,0 0 0 0 0,0 0 0 0 0,0 0 1 0 0,0 1-1 0 0,-1-1 0 0 0,1 0 0 0 0,0 0 0 0 0,0 0 1 0 0,0 1-1 0 0,0-1 0 0 0,0 0 0 0 0,4 13 1548 0 0,13 13 400 0 0,85 98 1330 0 0,114 153-3066 0 0,-197-249-783 0 0,40 56-2431 0 0,-13-36-2378 0 0,-28-35 2903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43.7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 11058 0 0,'-2'4'3701'0'0,"2"-4"-3642"0"0,13 14 2361 0 0,29 24 68 0 0,-30-27-1764 0 0,16 18-402 0 0,-2 1 0 0 0,0 1 0 0 0,-3 2 0 0 0,36 62 0 0 0,5 9-1998 0 0,-30-59-1783 0 0,-21-26-2832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44.2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0 364 3681 0 0,'3'-7'535'0'0,"1"0"0"0"0,0 0 1 0 0,0 1-1 0 0,0 0 0 0 0,1 0 0 0 0,-1 0 1 0 0,2 0-1 0 0,-1 1 0 0 0,9-7 0 0 0,4-6 306 0 0,109-109-428 0 0,4 6-6438 0 0,-121 111 5579 0 0,-8 7 400 0 0,0 1 0 0 0,0 0 0 0 0,0 0 0 0 0,0 0 0 0 0,0 1 0 0 0,0-1 0 0 0,0 0 0 0 0,5-1 411 0 0,-28 27 6688 0 0,14-14-6828 0 0,0 1 0 0 0,1-1 0 0 0,0 1 0 0 0,0 1 0 0 0,1-1 0 0 0,1 1-1 0 0,0 0 1 0 0,-3 18 0 0 0,5-23-164 0 0,1 1-1 0 0,0 0 1 0 0,0 0-1 0 0,1 0 1 0 0,0 0-1 0 0,0 0 1 0 0,1 0 0 0 0,0 0-1 0 0,0 0 1 0 0,1 0-1 0 0,0 0 1 0 0,1-1-1 0 0,-1 1 1 0 0,2-1-1 0 0,3 8 1 0 0,-6-14-45 0 0,-1 1 1 0 0,1 0-1 0 0,0-1 1 0 0,0 1-1 0 0,1-1 1 0 0,-1 1-1 0 0,0-1 1 0 0,0 0-1 0 0,1 1 0 0 0,-1-1 1 0 0,1 0-1 0 0,-1 0 1 0 0,1 0-1 0 0,-1 0 1 0 0,1 0-1 0 0,0 0 1 0 0,-1 0-1 0 0,1-1 1 0 0,0 1-1 0 0,0-1 0 0 0,-1 1 1 0 0,1-1-1 0 0,0 0 1 0 0,0 1-1 0 0,0-1 1 0 0,0 0-1 0 0,0 0 1 0 0,0-1-1 0 0,-1 1 1 0 0,1 0-1 0 0,0 0 0 0 0,0-1 1 0 0,0 1-1 0 0,2-2 1 0 0,-1 0 10 0 0,0 1 1 0 0,-1-1 0 0 0,1 0-1 0 0,-1 0 1 0 0,1 0 0 0 0,-1-1-1 0 0,0 1 1 0 0,0 0-1 0 0,0-1 1 0 0,0 1 0 0 0,0-1-1 0 0,-1 0 1 0 0,1 0-1 0 0,-1 0 1 0 0,0 0 0 0 0,0 1-1 0 0,0-2 1 0 0,0 1 0 0 0,1-4-1 0 0,-1-8-10 0 0,0-1 1 0 0,-2-20-1 0 0,1 23 222 0 0,-1 1 0 0 0,2-1-1 0 0,0 0 1 0 0,3-15 0 0 0,-4 27-200 0 0,0 1 0 0 0,0-1 1 0 0,0 1-1 0 0,0 0 0 0 0,0-1 1 0 0,0 1-1 0 0,0-1 0 0 0,0 1 0 0 0,1 0 1 0 0,-1-1-1 0 0,0 1 0 0 0,0 0 1 0 0,0-1-1 0 0,1 1 0 0 0,-1 0 1 0 0,0-1-1 0 0,0 1 0 0 0,1 0 0 0 0,-1 0 1 0 0,0-1-1 0 0,1 1 0 0 0,-1 0 1 0 0,0 0-1 0 0,1-1 0 0 0,-1 1 1 0 0,0 0-1 0 0,1 0 0 0 0,-1 0 0 0 0,0 0 1 0 0,1 0-1 0 0,-1-1 0 0 0,1 1 1 0 0,-1 0-1 0 0,0 0 0 0 0,2 0 1 0 0,13 10 743 0 0,12 22-219 0 0,-26-30-524 0 0,18 25 88 0 0,-8-10-377 0 0,2 0 0 0 0,17 18 0 0 0,-25-30-233 0 0,0 0 0 0 0,0-1 0 0 0,1 0 1 0 0,0 0-1 0 0,0 0 0 0 0,7 3 0 0 0,3-1-798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44.6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176 1 2761 0 0,'-10'5'1252'0'0,"0"1"0"0"0,1 1 0 0 0,0 0 0 0 0,-16 15 0 0 0,7-4 125 0 0,1 1 0 0 0,-24 37 0 0 0,41-55-1344 0 0,-27 45 1289 0 0,25-43-1207 0 0,1-1 0 0 0,0 1 0 0 0,-1 0-1 0 0,2 0 1 0 0,-1 0 0 0 0,0 0 0 0 0,0 0-1 0 0,1 0 1 0 0,0 0 0 0 0,-1 0 0 0 0,1 0 0 0 0,1 1-1 0 0,-1-1 1 0 0,1 4 0 0 0,-1-6-126 0 0,0-1 1 0 0,0 0-1 0 0,0 0 1 0 0,0 1-1 0 0,0-1 1 0 0,0 0-1 0 0,0 0 1 0 0,0 1-1 0 0,1-1 1 0 0,-1 0-1 0 0,0 0 1 0 0,0 1-1 0 0,0-1 1 0 0,0 0-1 0 0,0 0 1 0 0,1 0-1 0 0,-1 1 1 0 0,0-1-1 0 0,0 0 1 0 0,0 0-1 0 0,1 0 1 0 0,-1 0-1 0 0,0 1 1 0 0,0-1-1 0 0,0 0 1 0 0,1 0-1 0 0,-1 0 1 0 0,0 0-1 0 0,0 0 1 0 0,1 0-1 0 0,-1 0 1 0 0,0 0 0 0 0,0 0-1 0 0,1 0 1 0 0,-1 0-1 0 0,0 0 1 0 0,0 0-1 0 0,1 0 1 0 0,-1 0-1 0 0,1 0 1 0 0,8-9-1100 0 0,5-16-328 0 0,28-90 1799 0 0,-42 113-296 0 0,0 1-1 0 0,1-1 1 0 0,-1 1 0 0 0,1-1-1 0 0,-1 1 1 0 0,1 0 0 0 0,0-1-1 0 0,-1 1 1 0 0,1 0-1 0 0,0-1 1 0 0,0 1 0 0 0,0 0-1 0 0,0 0 1 0 0,0 0-1 0 0,0 0 1 0 0,1 0 0 0 0,-1 0-1 0 0,0 0 1 0 0,0 0 0 0 0,1 0-1 0 0,-1 1 1 0 0,0-1-1 0 0,1 0 1 0 0,-1 1 0 0 0,1-1-1 0 0,-1 1 1 0 0,1 0-1 0 0,-1 0 1 0 0,1-1 0 0 0,-1 1-1 0 0,1 0 1 0 0,-1 0 0 0 0,1 0-1 0 0,-1 0 1 0 0,1 1-1 0 0,-1-1 1 0 0,1 0 0 0 0,-1 1-1 0 0,1-1 1 0 0,-1 1-1 0 0,1-1 1 0 0,-1 1 0 0 0,0 0-1 0 0,1-1 1 0 0,-1 1 0 0 0,0 0-1 0 0,0 0 1 0 0,3 2-1 0 0,4 3 243 0 0,-1 1-1 0 0,1 0 1 0 0,-1 0-1 0 0,-1 0 1 0 0,1 1 0 0 0,5 9-1 0 0,25 48 501 0 0,-2 2 0 0 0,33 90 0 0 0,-55-127-686 0 0,-7-14-62 0 0,1 0 0 0 0,-2 0 1 0 0,6 33-1 0 0,-10-45-147 0 0,0 0 0 0 0,-1 0 1 0 0,1 0-1 0 0,-1 0 1 0 0,0 0-1 0 0,-1 0 0 0 0,1 0 1 0 0,-1 0-1 0 0,1-1 1 0 0,-1 1-1 0 0,0 0 0 0 0,-1 0 1 0 0,1-1-1 0 0,-1 1 1 0 0,1-1-1 0 0,-1 1 0 0 0,0-1 1 0 0,0 1-1 0 0,-1-1 1 0 0,1 0-1 0 0,-1 0 0 0 0,0 0 1 0 0,-3 2-1 0 0,-2 1-884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44.9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25 361 6913 0 0,'35'-43'2991'0'0,"-29"36"-2569"0"0,1 0 1 0 0,-1 0-1 0 0,-1-1 1 0 0,1 1-1 0 0,-1-1 0 0 0,-1-1 1 0 0,0 1-1 0 0,6-17 1 0 0,-5 7-113 0 0,-1-1 1 0 0,-1 1-1 0 0,0-1 0 0 0,-2 0 1 0 0,0 0-1 0 0,-2 0 1 0 0,0 0-1 0 0,0 0 1 0 0,-6-21-1 0 0,7 39-257 0 0,0 0-1 0 0,-1 0 1 0 0,1 0-1 0 0,0 0 1 0 0,0 0-1 0 0,-1-1 1 0 0,1 1-1 0 0,-1 0 1 0 0,1 0 0 0 0,-1 0-1 0 0,0 1 1 0 0,1-1-1 0 0,-1 0 1 0 0,0 0-1 0 0,1 0 1 0 0,-1 0-1 0 0,0 1 1 0 0,0-1-1 0 0,0 0 1 0 0,0 1-1 0 0,0-1 1 0 0,0 0-1 0 0,0 1 1 0 0,0-1 0 0 0,0 1-1 0 0,-1-1 1 0 0,0 1 13 0 0,0 0 1 0 0,0 0-1 0 0,0 0 0 0 0,0 1 1 0 0,0-1-1 0 0,0 0 1 0 0,0 1-1 0 0,0-1 1 0 0,0 1-1 0 0,0 0 1 0 0,0 0-1 0 0,0 0 1 0 0,-2 1-1 0 0,-2 2-6 0 0,0 0-1 0 0,1 0 0 0 0,-1 0 0 0 0,1 1 1 0 0,0 0-1 0 0,0 0 0 0 0,-7 9 1 0 0,10-9-83 0 0,-1-1 1 0 0,1 0 0 0 0,-1 1 0 0 0,1-1 0 0 0,1 1 0 0 0,-1-1 0 0 0,1 1 0 0 0,0 0 0 0 0,0 0 0 0 0,0 0 0 0 0,0 0 0 0 0,1 0 0 0 0,0 0 0 0 0,1 8 0 0 0,0-9 3 0 0,0 0 0 0 0,0 1 0 0 0,1-1 0 0 0,0 0 0 0 0,0-1 0 0 0,0 1 0 0 0,0 0 0 0 0,1 0 0 0 0,-1-1 0 0 0,1 0 0 0 0,0 1 0 0 0,0-1 0 0 0,0 0 0 0 0,0 0 0 0 0,1-1 0 0 0,6 6 0 0 0,23 12-837 0 0,0 0 0 0 0,1-2 0 0 0,1-2 0 0 0,1-1 0 0 0,41 12 0 0 0,-56-22-5106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45.1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4609 0 0,'5'12'7116'0'0,"-4"12"-4106"0"0,-1-15-1606 0 0,1 17 653 0 0,10 120 558 0 0,-7-122-2934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0:03.40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18 1 5985 0 0,'-1'0'221'0'0,"1"0"-1"0"0,-1 0 1 0 0,-9 6 3969 0 0,10-6-3969 0 0,0 1-1 0 0,-1-1 1 0 0,1 1-1 0 0,0 1 1 0 0,-4 21 2538 0 0,11 36-1458 0 0,-5-45-685 0 0,54 827 3386 0 0,-51-676-3199 0 0,-4 15-464 0 0,-30 242 0 0 0,28-412-1604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0:03.81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275 10 4145 0 0,'-18'-3'698'0'0,"0"0"0"0"0,0 1 0 0 0,-1 1 0 0 0,1 0 1 0 0,0 1-1 0 0,-1 2 0 0 0,1 0 0 0 0,0 0 0 0 0,-1 2 0 0 0,1 0 1 0 0,-31 13-1 0 0,47-17-531 0 0,1 0 0 0 0,-1 1 0 0 0,0 0 1 0 0,1-1-1 0 0,-1 1 0 0 0,1 0 0 0 0,-1 0 1 0 0,1 0-1 0 0,-1 0 0 0 0,1 0 0 0 0,0 0 1 0 0,0 0-1 0 0,-1 0 0 0 0,1 1 0 0 0,-1 1 1 0 0,6 4 1581 0 0,14-3-981 0 0,114-1 1571 0 0,0 0-851 0 0,73 27-602 0 0,16 1-838 0 0,-179-29-2116 0 0,66-3-1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0:04.10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28 0 11522 0 0,'-27'20'9737'0'0,"50"1"-9368"0"0,0 1 0 0 0,-1 1 0 0 0,24 31 0 0 0,54 89 41 0 0,-16-22-331 0 0,-60-88-282 0 0,-2-3-922 0 0,40 43-1 0 0,-46-59-568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0:04.32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377 14 7370 0 0,'8'-13'3093'0'0,"-19"28"1857"0"0,-175 244 1867 0 0,25-32-5833 0 0,157-222-1291 0 0,-12 19 344 0 0,9-6-6276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0:05.03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198 82 6913 0 0,'-10'-29'2'0'0,"8"24"770"0"0,0 0 0 0 0,-1 0 1 0 0,0 0-1 0 0,0 0 0 0 0,-6-8 1 0 0,8 12-476 0 0,-1-1 0 0 0,1 1 0 0 0,0 0 0 0 0,0 0 0 0 0,-1 0 0 0 0,1 0 0 0 0,0 0 0 0 0,-1 0 0 0 0,1 1 0 0 0,-1-1 0 0 0,1 0 0 0 0,-1 1 0 0 0,1-1 0 0 0,-1 1 0 0 0,0-1 0 0 0,-2 1 1 0 0,1 0-101 0 0,1 0 1 0 0,0 1 0 0 0,0-1 0 0 0,-1 1-1 0 0,1-1 1 0 0,0 1 0 0 0,0 0 0 0 0,0 0-1 0 0,0 0 1 0 0,0 0 0 0 0,0 0 0 0 0,0 1 0 0 0,0-1-1 0 0,0 0 1 0 0,-2 3 0 0 0,-4 4-14 0 0,0 1 0 0 0,1 0 0 0 0,0 0 1 0 0,0 1-1 0 0,1 0 0 0 0,0 0 0 0 0,1 0 0 0 0,0 1 1 0 0,-4 14-1 0 0,1 1-107 0 0,0 0 0 0 0,-6 51 1 0 0,12-52-69 0 0,0 0 0 0 0,1 1 1 0 0,2-1-1 0 0,0 0 0 0 0,2 1 1 0 0,1-1-1 0 0,1 0 0 0 0,8 24 1 0 0,-7-30-5 0 0,2 0 1 0 0,0 0-1 0 0,1-1 1 0 0,1 0-1 0 0,0-1 0 0 0,2 0 1 0 0,0-1-1 0 0,0 0 1 0 0,2-1-1 0 0,22 21 1 0 0,-27-28-34 0 0,8 7-426 0 0,36 24 1 0 0,-49-36 395 0 0,0 0 0 0 0,0-1 0 0 0,0 0 0 0 0,0 0 0 0 0,0 0 0 0 0,0-1 0 0 0,0 1 0 0 0,0-1 0 0 0,1 0 0 0 0,-1 0 0 0 0,1-1 0 0 0,-1 1 0 0 0,1-1 0 0 0,-1 0 0 0 0,1 0 0 0 0,6-2 0 0 0,-9 2-43 0 0,0-1 0 0 0,0 0 0 0 0,0 0 0 0 0,0 0 0 0 0,0-1 0 0 0,0 1 0 0 0,0 0 1 0 0,0-1-1 0 0,0 1 0 0 0,-1-1 0 0 0,1 1 0 0 0,-1-1 0 0 0,1 0 0 0 0,-1 0 0 0 0,0 0 0 0 0,0 0 0 0 0,0 0 0 0 0,0 0 0 0 0,0 0 0 0 0,0 0 0 0 0,0 0 0 0 0,-1-1 0 0 0,1 1 0 0 0,-1 0 0 0 0,1 0 0 0 0,-1-1 0 0 0,0 1 0 0 0,0 0 0 0 0,0 0 0 0 0,0-1 0 0 0,-1-3 0 0 0,0-3-69 0 0,-1 1 0 0 0,1 0 0 0 0,-1-1 0 0 0,-1 1 0 0 0,0 0 0 0 0,0 0 0 0 0,-5-8 0 0 0,-9-11 124 0 0,-1 1 0 0 0,-2 1 0 0 0,0 0 0 0 0,-38-33 0 0 0,49 48 106 0 0,8 9-68 0 0,0 0 0 0 0,0 0 0 0 0,0 0-1 0 0,1 0 1 0 0,-1 0 0 0 0,1 0 0 0 0,-1 0 0 0 0,1-1-1 0 0,-1 1 1 0 0,1 0 0 0 0,-1 0 0 0 0,1-1 0 0 0,0 1-1 0 0,0 0 1 0 0,0 0 0 0 0,0-1 0 0 0,0 1-1 0 0,0 0 1 0 0,0-1 0 0 0,0 1 0 0 0,0 0 0 0 0,1 0-1 0 0,-1-1 1 0 0,0 1 0 0 0,1 0 0 0 0,-1 0 0 0 0,1 0-1 0 0,-1 0 1 0 0,1-1 0 0 0,0 1 0 0 0,-1 0-1 0 0,1 0 1 0 0,0 0 0 0 0,0 0 0 0 0,0 0 0 0 0,1 0-1 0 0,5-7-24 0 0,1 1-1 0 0,0 0 1 0 0,13-9-1 0 0,-10 9 11 0 0,4-5 264 0 0,0 2 0 0 0,1-1 0 0 0,0 2 1 0 0,1 0-1 0 0,31-11 0 0 0,-41 18-125 0 0,0 0 1 0 0,-1 0-1 0 0,1 1 0 0 0,0-1 1 0 0,0 1-1 0 0,0 1 0 0 0,0 0 1 0 0,-1 0-1 0 0,1 0 1 0 0,0 1-1 0 0,0-1 0 0 0,0 2 1 0 0,0-1-1 0 0,-1 1 0 0 0,1 0 1 0 0,0 0-1 0 0,-1 1 0 0 0,0 0 1 0 0,7 4-1 0 0,-8-3-11 0 0,0 1 0 0 0,0-1 0 0 0,0 1 0 0 0,-1 1 0 0 0,1-1-1 0 0,-1 1 1 0 0,-1-1 0 0 0,1 1 0 0 0,-1 0 0 0 0,0 0 0 0 0,0 1 0 0 0,-1-1 0 0 0,1 1 0 0 0,-2-1 0 0 0,3 14 0 0 0,1 10 235 0 0,-2 0 1 0 0,-1 39 0 0 0,-1-46-147 0 0,-1-1-335 0 0,5 75 948 0 0,-3-86-1766 0 0,0 1 0 0 0,1 0 0 0 0,5 13 0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0:05.42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38 101 13075 0 0,'-26'-71'2938'0'0,"14"42"1812"0"0,14 83-2552 0 0,78 380-2570 0 0,-60-362-2806 0 0,-13-53-3894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0:05.73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0 247 4145 0 0,'0'-1'319'0'0,"1"1"-137"0"0,-1-1 0 0 0,4-6 2917 0 0,-3 7-2917 0 0,-1 0 1 0 0,1-1-1 0 0,-1 1 0 0 0,1 0 0 0 0,-1 0 1 0 0,1-1-1 0 0,-1 1 0 0 0,1 0 1 0 0,-1 0-1 0 0,1 0 0 0 0,-1 0 0 0 0,1 0 1 0 0,-1 0-1 0 0,1 0 0 0 0,-1 0 1 0 0,1 0-1 0 0,-1 0 0 0 0,1 0 0 0 0,-1 0 1 0 0,1 0-1 0 0,-1 1 0 0 0,1-1 1 0 0,-1 0-1 0 0,1 0 0 0 0,-1 0 1 0 0,1 1-1 0 0,-1-1 0 0 0,1 1 0 0 0,25 11 840 0 0,-8-2-603 0 0,4 3 877 0 0,45 18 0 0 0,-60-28-1064 0 0,-1-1 0 0 0,1 0 0 0 0,0 0-1 0 0,0-1 1 0 0,0 0 0 0 0,0 0 0 0 0,0 0 0 0 0,0-1 0 0 0,1 0 0 0 0,-1-1-1 0 0,12-1 1 0 0,-17 1-153 0 0,-1 0 0 0 0,1 0 0 0 0,-1 0 0 0 0,0 0 0 0 0,1 0 0 0 0,-1 0 0 0 0,0 0-1 0 0,0 0 1 0 0,0-1 0 0 0,0 1 0 0 0,0 0 0 0 0,0-1 0 0 0,0 1 0 0 0,0-1 0 0 0,0 1 0 0 0,0-1 0 0 0,-1 1 0 0 0,1-1-1 0 0,-1 0 1 0 0,1 1 0 0 0,-1-1 0 0 0,0 0 0 0 0,0 1 0 0 0,0-1 0 0 0,0 0 0 0 0,0 0 0 0 0,0 1 0 0 0,0-1-1 0 0,-1-2 1 0 0,-8-59 556 0 0,7 51-564 0 0,-17-124 220 0 0,15 77-2517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0:06.06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6913 0 0,'7'17'7570'0'0,"-2"26"-4720"0"0,-3-21-1526 0 0,23 111 1680 0 0,29 62-2647 0 0,-37-139-2256 0 0,-11-27-5345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0:06.35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42 6913 0 0,'-1'-20'438'0'0,"1"18"-172"0"0,0 1 1 0 0,0 0-1 0 0,1 0 1 0 0,-1 0-1 0 0,0 0 1 0 0,1 0 0 0 0,-1 0-1 0 0,1 0 1 0 0,-1 0-1 0 0,1 0 1 0 0,-1 0-1 0 0,1 0 1 0 0,-1 1-1 0 0,1-1 1 0 0,0 0 0 0 0,0 0-1 0 0,1-1 1 0 0,-1 2-24 0 0,1-1 0 0 0,0 1 1 0 0,-1-1-1 0 0,1 1 0 0 0,0 0 1 0 0,-1-1-1 0 0,1 1 0 0 0,0 0 1 0 0,-1 0-1 0 0,1 0 0 0 0,0 0 1 0 0,-1 1-1 0 0,1-1 0 0 0,0 0 1 0 0,-1 1-1 0 0,1-1 0 0 0,0 1 1 0 0,-1 0-1 0 0,1-1 0 0 0,-1 1 0 0 0,1 0 1 0 0,2 2-1 0 0,43 29 969 0 0,-2 1-1 0 0,-1 3 1 0 0,70 72-1 0 0,-106-101-1172 0 0,-1 0 0 0 0,0 1-1 0 0,-1 0 1 0 0,1 0 0 0 0,-1 0-1 0 0,-1 1 1 0 0,0 0-1 0 0,0 0 1 0 0,0 0 0 0 0,-2 1-1 0 0,1-1 1 0 0,-1 1 0 0 0,0 0-1 0 0,-1 0 1 0 0,0 0-1 0 0,-1 0 1 0 0,0 0 0 0 0,0 0-1 0 0,-1 1 1 0 0,-1-1 0 0 0,1 0-1 0 0,-2 0 1 0 0,0 0-1 0 0,-3 14 1 0 0,-5 8-72 0 0,-1 0 1 0 0,-1-1-1 0 0,-2 0 0 0 0,-1-1 1 0 0,-1-1-1 0 0,-2-1 0 0 0,-1 0 1 0 0,-1-1-1 0 0,-38 40 0 0 0,28-38-384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0:49.4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515 399 2304 0 0,'-11'-8'510'0'0,"-1"0"-1"0"0,1 0 0 0 0,-1 2 1 0 0,-1-1-1 0 0,0 1 0 0 0,0 1 0 0 0,0 1 1 0 0,-25-6-1 0 0,30 8-300 0 0,1 1 0 0 0,0 1 0 0 0,0 0 0 0 0,0 0 0 0 0,0 0 0 0 0,-1 1 0 0 0,1 0 0 0 0,0 0 0 0 0,0 1 0 0 0,0 0 0 0 0,0 0 0 0 0,1 0 0 0 0,-1 1 0 0 0,1 0-1 0 0,-1 1 1 0 0,1-1 0 0 0,0 1 0 0 0,-10 8 0 0 0,4 1-27 0 0,0-1 1 0 0,0 2-1 0 0,2-1 0 0 0,-1 2 0 0 0,2-1 0 0 0,0 1 0 0 0,0 1 1 0 0,-9 24-1 0 0,-3 18 189 0 0,-15 64 1 0 0,28-91-247 0 0,-13 49 62 0 0,4 1 0 0 0,3 0 1 0 0,4 1-1 0 0,0 158 1 0 0,12-189-155 0 0,3 0-1 0 0,1 0 1 0 0,3-1 0 0 0,2 0 0 0 0,2 0 0 0 0,2-1 0 0 0,3-1-1 0 0,1 0 1 0 0,29 49 0 0 0,-36-78-27 0 0,1 0-1 0 0,0-1 0 0 0,2 0 1 0 0,0-1-1 0 0,1 0 1 0 0,0-1-1 0 0,1-1 0 0 0,1-1 1 0 0,1-1-1 0 0,0 0 1 0 0,1-1-1 0 0,0-1 0 0 0,0-1 1 0 0,1-1-1 0 0,0-1 1 0 0,1-1-1 0 0,33 7 0 0 0,-4-4-55 0 0,1-2-1 0 0,0-3 0 0 0,0-1 0 0 0,0-3 0 0 0,0-3 1 0 0,0-1-1 0 0,0-3 0 0 0,0-2 0 0 0,85-25 0 0 0,-88 18-41 0 0,-1-3 0 0 0,0-1-1 0 0,-1-3 1 0 0,-1-2-1 0 0,-2-1 1 0 0,0-3-1 0 0,-2-1 1 0 0,-1-2 0 0 0,70-69-1 0 0,-84 69 334 0 0,-1-1-1 0 0,-2-1 1 0 0,-1-2 0 0 0,32-63-1 0 0,-30 45 194 0 0,-3 0 0 0 0,27-102 0 0 0,-38 105-101 0 0,-3 1 0 0 0,-2-1 0 0 0,-2 0 0 0 0,-2 0 0 0 0,-10-100 0 0 0,-1 77 395 0 0,-4 1 0 0 0,-3 1 0 0 0,-36-102 0 0 0,40 140-520 0 0,-2 1 1 0 0,0 1-1 0 0,-3 1 1 0 0,0 0-1 0 0,-25-32 0 0 0,25 41-137 0 0,0 1 0 0 0,-2 0 0 0 0,-1 2-1 0 0,0 0 1 0 0,-1 1 0 0 0,-1 1 0 0 0,-26-15-1 0 0,15 14-65 0 0,0 2-1 0 0,-1 1 0 0 0,-1 1 0 0 0,0 2 0 0 0,0 2 0 0 0,-1 1 0 0 0,0 1 0 0 0,0 3 0 0 0,-1 0 0 0 0,0 3 0 0 0,1 1 0 0 0,-1 2 1 0 0,0 1-1 0 0,1 2 0 0 0,-66 17 0 0 0,88-18-193 0 0,1 2 0 0 0,-1-1 0 0 0,1 1 1 0 0,0 1-1 0 0,-20 14 0 0 0,21-12-1833 0 0,1 1 1 0 0,-20 21-1 0 0,-1 7-4611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0:49.9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764 3313 4609 0 0,'-6'8'28'0'0,"0"-1"-1"0"0,0 1 1 0 0,0-1-1 0 0,-1-1 1 0 0,0 1-1 0 0,0-1 1 0 0,-1-1-1 0 0,0 1 1 0 0,0-1-1 0 0,0-1 1 0 0,-1 1-1 0 0,-9 2 1 0 0,13-5 106 0 0,0-1-1 0 0,-1 1 1 0 0,1-2 0 0 0,0 1 0 0 0,-1 0-1 0 0,1-1 1 0 0,-1 0 0 0 0,1-1 0 0 0,0 1-1 0 0,-1-1 1 0 0,1 0 0 0 0,0 0 0 0 0,-1 0-1 0 0,1-1 1 0 0,0 0 0 0 0,0 0 0 0 0,0 0-1 0 0,0-1 1 0 0,1 0 0 0 0,-1 0 0 0 0,1 0-1 0 0,-7-6 1 0 0,-3-4 286 0 0,0-1 1 0 0,1-1-1 0 0,0 0 0 0 0,1-1 1 0 0,1-1-1 0 0,-9-17 0 0 0,-50-114 933 0 0,45 92-992 0 0,-45-108 1091 0 0,7-2 0 0 0,-58-244 1 0 0,91 273-1105 0 0,6-1 1 0 0,6-1-1 0 0,0-221 0 0 0,23 231-138 0 0,6 2 0 0 0,5-1 0 0 0,33-123 0 0 0,2 58 262 0 0,90-223 1 0 0,-83 280-323 0 0,-49 117-216 0 0,2 1-1 0 0,-1 0 0 0 0,2 0 1 0 0,27-30-1 0 0,-38 46-7 0 0,1 0 1 0 0,0 0-1 0 0,-1 0 0 0 0,1 1 1 0 0,0-1-1 0 0,0 0 0 0 0,0 1 0 0 0,1 0 1 0 0,-1-1-1 0 0,0 1 0 0 0,0 0 1 0 0,1 0-1 0 0,-1 0 0 0 0,1 0 1 0 0,-1 1-1 0 0,1-1 0 0 0,-1 1 1 0 0,1-1-1 0 0,4 1 0 0 0,6 6-1059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0:50.6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15 474 6913 0 0,'-6'-80'3180'0'0,"6"61"-1903"0"0,-1 0 1 0 0,0 0 0 0 0,-6-20-1 0 0,40 211 2034 0 0,9 37-3226 0 0,-35-186-99 0 0,0 0 0 0 0,2 0 0 0 0,1-1 0 0 0,1 0-1 0 0,0-1 1 0 0,27 35 0 0 0,-30-47 3 0 0,0-1 0 0 0,0 1 0 0 0,1-2 0 0 0,0 1 1 0 0,1-1-1 0 0,0-1 0 0 0,0 0 0 0 0,0 0 0 0 0,1-1 0 0 0,-1 0 0 0 0,1-1 0 0 0,1 0 0 0 0,19 3 1 0 0,-25-6-20 0 0,0 0 1 0 0,0 0-1 0 0,1-1 1 0 0,-1 0 0 0 0,0 0-1 0 0,0-1 1 0 0,1 0-1 0 0,-1 0 1 0 0,0 0 0 0 0,0-1-1 0 0,11-4 1 0 0,-12 4-21 0 0,-1 0 1 0 0,0-1 0 0 0,0 0-1 0 0,0 0 1 0 0,0 0-1 0 0,-1 0 1 0 0,1-1-1 0 0,-1 0 1 0 0,0 1-1 0 0,0-1 1 0 0,0 0 0 0 0,0 0-1 0 0,-1-1 1 0 0,1 1-1 0 0,-1-1 1 0 0,2-7-1 0 0,2-8-103 0 0,-1 0-1 0 0,-1 0 0 0 0,0 0 0 0 0,-2-1 0 0 0,0-23 1 0 0,-8-108-47 0 0,3 110 158 0 0,-11-120 98 0 0,4 62 1202 0 0,4-134 1 0 0,6 230-1149 0 0,0 1-1 0 0,-1 0 1 0 0,1 0-1 0 0,1 0 0 0 0,-1 0 0 0 0,0 0 0 0 0,1 0 0 0 0,-1 0 0 0 0,1 0 0 0 0,0 0 0 0 0,0 0 0 0 0,0 1 0 0 0,1-1 0 0 0,1-3 0 0 0,-2 8-9 0 0,0 0-1 0 0,1-1 1 0 0,-1 1-1 0 0,0 0 1 0 0,0 0-1 0 0,-1 0 1 0 0,1 0-1 0 0,0 0 1 0 0,-1 0-1 0 0,1 4 0 0 0,0-4-24 0 0,12 48 239 0 0,6 54 1 0 0,-13-63-308 0 0,2-1 0 0 0,2 0 0 0 0,14 39 0 0 0,0-21-176 0 0,1-1 0 0 0,3-1 0 0 0,2-2 0 0 0,70 94 0 0 0,-70-114-1180 0 0,1-2-3514 0 0,1-2-1584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0:51.0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40 6913 0 0,'24'-14'1708'0'0,"-18"10"-1122"0"0,0 1 1 0 0,0-1 0 0 0,0 1-1 0 0,1 0 1 0 0,-1 1 0 0 0,12-4-1 0 0,-15 6-477 0 0,-1 0-1 0 0,0 0 1 0 0,0 0-1 0 0,0 0 0 0 0,1 0 1 0 0,-1 1-1 0 0,0-1 1 0 0,0 0-1 0 0,0 1 0 0 0,0 0 1 0 0,0 0-1 0 0,0-1 1 0 0,0 1-1 0 0,0 0 0 0 0,0 1 1 0 0,0-1-1 0 0,-1 0 0 0 0,1 1 1 0 0,0-1-1 0 0,-1 0 1 0 0,1 1-1 0 0,-1 0 0 0 0,1-1 1 0 0,-1 1-1 0 0,0 0 1 0 0,2 3-1 0 0,3 6 78 0 0,0 0-1 0 0,-1 0 0 0 0,0 1 1 0 0,0-1-1 0 0,-2 1 1 0 0,4 14-1 0 0,7 76 699 0 0,-11-71 183 0 0,1 0 0 0 0,9 31-1 0 0,-13-61-1035 0 0,0 0-1 0 0,0-1 1 0 0,0 1-1 0 0,0 0 1 0 0,1 0-1 0 0,-1-1 1 0 0,0 1-1 0 0,0 0 0 0 0,1-1 1 0 0,-1 1-1 0 0,0 0 1 0 0,1-1-1 0 0,-1 1 1 0 0,1 0-1 0 0,-1-1 0 0 0,1 1 1 0 0,-1-1-1 0 0,1 1 1 0 0,-1-1-1 0 0,1 1 1 0 0,-1-1-1 0 0,1 1 1 0 0,0-1-1 0 0,-1 1 0 0 0,1-1 1 0 0,0 0-1 0 0,0 1 1 0 0,-1-1-1 0 0,1 0 1 0 0,0 0-1 0 0,-1 0 0 0 0,1 0 1 0 0,0 0-1 0 0,0 1 1 0 0,-1-1-1 0 0,1 0 1 0 0,0-1-1 0 0,0 1 1 0 0,0 0-1 0 0,-1 0 0 0 0,1 0 1 0 0,0 0-1 0 0,-1-1 1 0 0,1 1-1 0 0,0 0 1 0 0,0 0-1 0 0,-1-1 0 0 0,1 1 1 0 0,0-1-1 0 0,-1 1 1 0 0,1-1-1 0 0,-1 1 1 0 0,1-1-1 0 0,-1 1 1 0 0,1-1-1 0 0,6-6-67 0 0,0 1-1 0 0,0-1 1 0 0,8-13 0 0 0,-9 13 85 0 0,58-68-3061 0 0,-38 45-4131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0:52.5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4 238 5985 0 0,'0'0'7'0'0,"0"0"-1"0"0,0 0 0 0 0,0 0 1 0 0,-1 0-1 0 0,1 0 0 0 0,0 0 1 0 0,0 0-1 0 0,0 0 0 0 0,0 0 1 0 0,0 0-1 0 0,0 0 0 0 0,0 0 1 0 0,-1 0-1 0 0,1 0 0 0 0,0 0 1 0 0,0 0-1 0 0,0 0 0 0 0,0 0 1 0 0,0 0-1 0 0,0 0 0 0 0,0 0 1 0 0,0 0-1 0 0,0 0 0 0 0,-1 0 1 0 0,1 0-1 0 0,0-1 0 0 0,0 1 1 0 0,0 0-1 0 0,0 0 0 0 0,0 0 1 0 0,0 0-1 0 0,0 0 0 0 0,0 0 1 0 0,0 0-1 0 0,0 0 0 0 0,0 0 1 0 0,0-1-1 0 0,0 1 0 0 0,0 0 1 0 0,0 0-1 0 0,0 0 0 0 0,0 0 1 0 0,0 0-1 0 0,0 0 0 0 0,0 0 1 0 0,0 0-1 0 0,0-1 0 0 0,0 1 1 0 0,0 0-1 0 0,0 0 0 0 0,0 0 1 0 0,0 0-1 0 0,0 0 0 0 0,0 0 1 0 0,0 0-1 0 0,0-1 0 0 0,0 1 1 0 0,0 0-1 0 0,0 0 0 0 0,0 0 1 0 0,0 0-1 0 0,0 0 0 0 0,9-9 777 0 0,12-8 565 0 0,167-79 2709 0 0,-51 28-2753 0 0,-74 37-2216 0 0,-35 19-3722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0:53.8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8 442 6913 0 0,'-6'-36'2473'0'0,"5"34"-2215"0"0,1 0-1 0 0,0 0 1 0 0,0-1 0 0 0,0 1 0 0 0,0 0-1 0 0,0 0 1 0 0,1 0 0 0 0,-1 0 0 0 0,1-1-1 0 0,-1 1 1 0 0,1 0 0 0 0,0 0 0 0 0,0 0-1 0 0,1-3 1 0 0,-1 5-201 0 0,0 0 1 0 0,-1 0-1 0 0,1 0 0 0 0,-1-1 0 0 0,1 1 1 0 0,0 0-1 0 0,-1 0 0 0 0,1 0 0 0 0,-1 0 1 0 0,1 0-1 0 0,0 0 0 0 0,-1 0 0 0 0,1 0 1 0 0,-1 0-1 0 0,1 1 0 0 0,0-1 0 0 0,-1 0 1 0 0,1 0-1 0 0,-1 0 0 0 0,1 1 0 0 0,-1-1 1 0 0,1 0-1 0 0,-1 1 0 0 0,1-1 0 0 0,-1 0 1 0 0,1 1-1 0 0,-1-1 0 0 0,1 1 0 0 0,-1-1 1 0 0,1 1-1 0 0,-1-1 0 0 0,0 1 0 0 0,1-1 1 0 0,-1 1-1 0 0,0-1 0 0 0,1 2 0 0 0,15 23 648 0 0,-15-23-609 0 0,31 64 888 0 0,-19-37-696 0 0,31 50 1 0 0,-39-72-292 0 0,0 0 0 0 0,0-1 0 0 0,1 1 0 0 0,-1-1 0 0 0,2 0 1 0 0,-1 0-1 0 0,1-1 0 0 0,-1 0 0 0 0,1 0 0 0 0,1 0 0 0 0,12 5 0 0 0,-18-9-19 0 0,0 0 0 0 0,0-1-1 0 0,0 1 1 0 0,1 0 0 0 0,-1-1-1 0 0,0 0 1 0 0,0 1 0 0 0,1-1 0 0 0,-1 0-1 0 0,0 0 1 0 0,0 0 0 0 0,0 0-1 0 0,1-1 1 0 0,-1 1 0 0 0,0-1 0 0 0,0 1-1 0 0,0-1 1 0 0,0 0 0 0 0,0 0-1 0 0,3-1 1 0 0,-2 0-17 0 0,0-1-1 0 0,0 0 1 0 0,0 1 0 0 0,0-1-1 0 0,0 0 1 0 0,-1 0 0 0 0,1 0-1 0 0,-1-1 1 0 0,0 1-1 0 0,3-7 1 0 0,1-4 0 0 0,-1-1 0 0 0,0 0 0 0 0,-2 0 0 0 0,5-28 0 0 0,-6 0-198 0 0,-3 0-1 0 0,-1-1 1 0 0,-10-57 0 0 0,4 30 1117 0 0,8 104-540 0 0,2-1 0 0 0,1 0 0 0 0,11 48 0 0 0,-11-67-321 0 0,1 0 1 0 0,0-1-1 0 0,0 0 0 0 0,1 0 1 0 0,1 0-1 0 0,0 0 0 0 0,0-1 1 0 0,1 0-1 0 0,1 0 0 0 0,0-1 1 0 0,15 15-1 0 0,-21-22-43 0 0,0-1 0 0 0,1 0 0 0 0,-1 0-1 0 0,1-1 1 0 0,-1 1 0 0 0,1-1 0 0 0,0 1 0 0 0,-1-1 0 0 0,1 0 0 0 0,0 0 0 0 0,0 0 0 0 0,0 0-1 0 0,0 0 1 0 0,0-1 0 0 0,0 1 0 0 0,0-1 0 0 0,0 0 0 0 0,0 0 0 0 0,0 0 0 0 0,0 0-1 0 0,0 0 1 0 0,0-1 0 0 0,0 0 0 0 0,3 0 0 0 0,-2-1-35 0 0,-1 0-1 0 0,0 0 1 0 0,0 0-1 0 0,0 0 1 0 0,0 0-1 0 0,0-1 1 0 0,-1 1-1 0 0,1-1 1 0 0,-1 0-1 0 0,1 0 1 0 0,-1 0-1 0 0,0 0 1 0 0,0 0-1 0 0,0 0 1 0 0,-1 0-1 0 0,1-1 1 0 0,-1 1-1 0 0,0-1 1 0 0,1-4-1 0 0,7-31 423 0 0,5-60-1 0 0,-12 72-135 0 0,1 0-1 0 0,1 1 1 0 0,1 0-1 0 0,2 0 0 0 0,17-43 1 0 0,-24 66-177 0 0,1 1 0 0 0,0 0 0 0 0,0 0 1 0 0,0 0-1 0 0,1 0 0 0 0,-1 0 1 0 0,0 0-1 0 0,1 0 0 0 0,-1 0 0 0 0,1 1 1 0 0,0-1-1 0 0,-1 0 0 0 0,1 1 1 0 0,0 0-1 0 0,0-1 0 0 0,0 1 0 0 0,0 0 1 0 0,0 0-1 0 0,0 0 0 0 0,1 0 1 0 0,-1 0-1 0 0,0 1 0 0 0,3-2 0 0 0,-2 3-1 0 0,1-1-1 0 0,-1 0 0 0 0,0 1 1 0 0,0 0-1 0 0,0 0 0 0 0,0 0 0 0 0,1 0 1 0 0,-2 0-1 0 0,1 1 0 0 0,0-1 1 0 0,0 1-1 0 0,0 0 0 0 0,-1-1 0 0 0,5 5 1 0 0,8 8 144 0 0,-1 1 1 0 0,-1 0 0 0 0,0 1-1 0 0,11 19 1 0 0,-22-33-159 0 0,14 24-77 0 0,0 1 0 0 0,-2 0 0 0 0,20 55 0 0 0,-34-81 40 0 0,0-1 1 0 0,0 0-1 0 0,0 0 1 0 0,0 1 0 0 0,0-1-1 0 0,0 0 1 0 0,0 0 0 0 0,0 1-1 0 0,0-1 1 0 0,0 0-1 0 0,0 0 1 0 0,0 0 0 0 0,0 1-1 0 0,0-1 1 0 0,1 0 0 0 0,-1 0-1 0 0,0 1 1 0 0,0-1-1 0 0,0 0 1 0 0,0 0 0 0 0,0 0-1 0 0,0 1 1 0 0,0-1 0 0 0,1 0-1 0 0,-1 0 1 0 0,0 0-1 0 0,0 0 1 0 0,0 1 0 0 0,0-1-1 0 0,1 0 1 0 0,-1 0 0 0 0,0 0-1 0 0,0 0 1 0 0,1 0-1 0 0,-1 0 1 0 0,0 0 0 0 0,0 1-1 0 0,0-1 1 0 0,1 0 0 0 0,-1 0-1 0 0,0 0 1 0 0,0 0-1 0 0,1 0 1 0 0,-1 0 0 0 0,0 0-1 0 0,0 0 1 0 0,1 0 0 0 0,-1 0-1 0 0,0 0 1 0 0,0-1 0 0 0,1 1-1 0 0,4-16-78 0 0,1-33-118 0 0,-6 43 147 0 0,4-30-128 0 0,14-108-214 0 0,-15 127 374 0 0,1 1-1 0 0,0 0 1 0 0,1 0-1 0 0,1 0 1 0 0,1 1 0 0 0,12-21-1 0 0,-18 34 31 0 0,0 0-1 0 0,0 0 0 0 0,1 0 1 0 0,-1 1-1 0 0,0-1 1 0 0,1 0-1 0 0,0 1 0 0 0,-1-1 1 0 0,1 1-1 0 0,0 0 0 0 0,0-1 1 0 0,0 1-1 0 0,-1 0 0 0 0,1 0 1 0 0,0 0-1 0 0,1 0 1 0 0,-1 1-1 0 0,0-1 0 0 0,0 1 1 0 0,0-1-1 0 0,4 0 0 0 0,-3 2 36 0 0,1-1 1 0 0,-1 1-1 0 0,1-1 0 0 0,-1 1 0 0 0,1 0 0 0 0,-1 0 0 0 0,0 0 0 0 0,0 1 0 0 0,1-1 0 0 0,-1 1 0 0 0,0 0 0 0 0,3 3 0 0 0,9 6 126 0 0,-2 1-1 0 0,1 1 1 0 0,-2 0-1 0 0,13 17 1 0 0,-22-26-183 0 0,14 18-188 0 0,-2 1 1 0 0,22 40-1 0 0,0 14-3694 0 0,-24-51 1126 0 0,-5-10 976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0:54.1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0 9218 0 0,'-1'1'238'0'0,"0"0"0"0"0,0-1-1 0 0,0 1 1 0 0,0 0 0 0 0,1 0 0 0 0,-1-1-1 0 0,0 1 1 0 0,1 0 0 0 0,-1 0 0 0 0,0 0-1 0 0,1 0 1 0 0,-1 0 0 0 0,1 0 0 0 0,-1 0-1 0 0,1 0 1 0 0,0 0 0 0 0,0 0 0 0 0,-1 0 0 0 0,1 0-1 0 0,0 1 1 0 0,0-1 0 0 0,0 0 0 0 0,0 0-1 0 0,0 0 1 0 0,0 0 0 0 0,1 2 0 0 0,0 34 1466 0 0,-1-37-1646 0 0,7 52 1365 0 0,2-1 0 0 0,25 78 1 0 0,45 96-3475 0 0,-69-197 1208 0 0,4 9-5978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0:54.4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173 2 6913 0 0,'-8'-1'235'0'0,"0"0"1"0"0,0 1-1 0 0,0 0 0 0 0,0 1 0 0 0,0 0 0 0 0,0 0 0 0 0,1 1 0 0 0,-1 0 0 0 0,0 0 0 0 0,1 1 0 0 0,-13 5 0 0 0,16-6-14 0 0,-1 0 0 0 0,1 0 1 0 0,0 0-1 0 0,0 0 0 0 0,1 1 1 0 0,-1 0-1 0 0,1 0 0 0 0,-1 0 1 0 0,1 0-1 0 0,0 0 0 0 0,0 0 1 0 0,0 1-1 0 0,0 0 0 0 0,1 0 1 0 0,-1-1-1 0 0,1 1 0 0 0,0 1 1 0 0,0-1-1 0 0,1 0 0 0 0,-1 0 1 0 0,-1 8-1 0 0,3-11-124 0 0,0 0-1 0 0,0 1 1 0 0,0-1-1 0 0,1 0 1 0 0,-1 0 0 0 0,0 0-1 0 0,0 1 1 0 0,1-1-1 0 0,-1 0 1 0 0,0 0-1 0 0,1 0 1 0 0,-1 0 0 0 0,1 0-1 0 0,0 0 1 0 0,-1 0-1 0 0,1 0 1 0 0,0 0-1 0 0,0 0 1 0 0,-1 0 0 0 0,1 0-1 0 0,0 0 1 0 0,2 1-1 0 0,0-1 64 0 0,0 1 0 0 0,0 0-1 0 0,0-1 1 0 0,0 1-1 0 0,0-1 1 0 0,1 0 0 0 0,6 1-1 0 0,2 0 107 0 0,0-1 0 0 0,1-1 0 0 0,18-1 0 0 0,2-1-87 0 0,60-7-2533 0 0,-77 6-3818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0:54.7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59 7370 0 0,'-2'2'269'0'0,"1"0"0"0"0,0 0 0 0 0,0 0 0 0 0,0 0 0 0 0,0 1 0 0 0,0-1 0 0 0,0 0 0 0 0,1 1 0 0 0,-1-1 0 0 0,1 1 0 0 0,0-1 0 0 0,-1 0 0 0 0,1 1 0 0 0,0-1 0 0 0,0 1 0 0 0,1-1 0 0 0,0 3 0 0 0,-1 1 373 0 0,1 1 1 0 0,1-1 0 0 0,-1 0-1 0 0,1 0 1 0 0,4 9-1 0 0,79 123 2823 0 0,-74-201-6048 0 0,-9 51 2451 0 0,1-14 123 0 0,2-1 0 0 0,14-42 0 0 0,-17 64 89 0 0,0-1 0 0 0,0 1 1 0 0,0 0-1 0 0,0 0 0 0 0,1 0 1 0 0,0 0-1 0 0,0 0 0 0 0,1 0 0 0 0,-1 1 1 0 0,1 0-1 0 0,0-1 0 0 0,0 2 1 0 0,0-1-1 0 0,1 0 0 0 0,-1 1 1 0 0,1 0-1 0 0,0 0 0 0 0,0 0 1 0 0,5-2-1 0 0,-7 4-21 0 0,-1 1 0 0 0,1-1 0 0 0,0 1 0 0 0,-1 0 0 0 0,1 0 0 0 0,-1 0 1 0 0,1 0-1 0 0,-1 0 0 0 0,1 1 0 0 0,-1-1 0 0 0,1 1 0 0 0,-1-1 0 0 0,1 1 0 0 0,-1 0 0 0 0,0 0 0 0 0,1 0 0 0 0,-1 0 1 0 0,0 0-1 0 0,0 1 0 0 0,1-1 0 0 0,-1 1 0 0 0,0 0 0 0 0,-1-1 0 0 0,1 1 0 0 0,0 0 0 0 0,0 0 0 0 0,-1 0 1 0 0,1 0-1 0 0,1 4 0 0 0,5 8 235 0 0,0 0 0 0 0,-2 1 0 0 0,10 27 0 0 0,-7-17-68 0 0,55 116-1857 0 0,-54-124 303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0:55.5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0 386 6913 0 0,'6'-10'3813'0'0,"-4"31"1236"0"0,-1-11-5841 0 0,1-1 962 0 0,1 0 0 0 0,0 0-1 0 0,0 0 1 0 0,1 0 0 0 0,0 0-1 0 0,0-1 1 0 0,1 1 0 0 0,0-1 0 0 0,1 0-1 0 0,0-1 1 0 0,0 0 0 0 0,0 0-1 0 0,1 0 1 0 0,0 0 0 0 0,0-1 0 0 0,1 0-1 0 0,9 5 1 0 0,-4-4-7 0 0,0 0 1 0 0,0-1-1 0 0,0 0 1 0 0,0-1-1 0 0,1-1 1 0 0,0 0-1 0 0,0-1 1 0 0,0 0-1 0 0,1-1 1 0 0,22 0-1 0 0,-33-2-177 0 0,-1 0-1 0 0,1 0 1 0 0,-1 0 0 0 0,0-1-1 0 0,1 1 1 0 0,-1-1-1 0 0,1 0 1 0 0,-1 0-1 0 0,0 0 1 0 0,0 0 0 0 0,0 0-1 0 0,1-1 1 0 0,-1 0-1 0 0,0 1 1 0 0,-1-1-1 0 0,1 0 1 0 0,0 0 0 0 0,0-1-1 0 0,-1 1 1 0 0,0-1-1 0 0,3-2 1 0 0,-3 2-50 0 0,-1 0 0 0 0,0 0 0 0 0,0 0 0 0 0,0 0 0 0 0,0 0 0 0 0,-1 0-1 0 0,1 0 1 0 0,-1 0 0 0 0,1 0 0 0 0,-1 0 0 0 0,0-1 0 0 0,-1 1 0 0 0,1 0 0 0 0,0 0 0 0 0,-1 0 0 0 0,0 0 0 0 0,0 0 0 0 0,0 0 0 0 0,0 0-1 0 0,0 0 1 0 0,0 0 0 0 0,-1 0 0 0 0,-2-3 0 0 0,-1-2-46 0 0,-1-1 1 0 0,0 1-1 0 0,0 0 0 0 0,-1 0 1 0 0,0 1-1 0 0,-1 0 0 0 0,1 0 0 0 0,-13-7 1 0 0,-7-3-143 0 0,-39-18 0 0 0,38 21-420 0 0,-33-22 0 0 0,60 36 595 0 0,0-1 1 0 0,0 1 0 0 0,1-1-1 0 0,-1 1 1 0 0,0-1-1 0 0,0 1 1 0 0,1-1 0 0 0,-1 1-1 0 0,1-1 1 0 0,-1 0-1 0 0,0 1 1 0 0,1-1 0 0 0,-1 0-1 0 0,1 0 1 0 0,-1 1-1 0 0,1-1 1 0 0,0 0 0 0 0,-1 0-1 0 0,1 0 1 0 0,0 0-1 0 0,0 1 1 0 0,-1-1-1 0 0,1 0 1 0 0,0 0 0 0 0,0 0-1 0 0,0 0 1 0 0,0 0-1 0 0,0 0 1 0 0,0-1 0 0 0,1 0-35 0 0,0 0-1 0 0,0 1 1 0 0,1-1 0 0 0,-1 1 0 0 0,0-1 0 0 0,0 1 0 0 0,1-1 0 0 0,-1 1 0 0 0,1 0 0 0 0,-1 0 0 0 0,1-1 0 0 0,0 1 0 0 0,2-1 0 0 0,8-4-576 0 0,2 0 0 0 0,24-7 0 0 0,-35 12 555 0 0,37-8-748 0 0,68-9 1 0 0,-71 13 1505 0 0,-1-1 1 0 0,60-17 0 0 0,-91 20-241 0 0,1 1 0 0 0,0 1 0 0 0,0-1 0 0 0,0 1 0 0 0,0 0 0 0 0,0 0 0 0 0,1 1 0 0 0,9 0-1 0 0,-13 0-259 0 0,-1 1 0 0 0,1 0 0 0 0,-1 0 0 0 0,1-1 0 0 0,-1 2 0 0 0,0-1 0 0 0,1 0 1 0 0,-1 0-1 0 0,0 1 0 0 0,0-1 0 0 0,0 1 0 0 0,0-1 0 0 0,0 1 0 0 0,0 0 0 0 0,-1 0 0 0 0,1 0 0 0 0,0 0 0 0 0,-1 0 0 0 0,1 0 0 0 0,-1 1 0 0 0,0-1 0 0 0,0 0 0 0 0,1 3 0 0 0,7 19 282 0 0,-2-7-196 0 0,0 0 0 0 0,1 0 0 0 0,1-1 0 0 0,18 27 0 0 0,-25-40-157 0 0,1 0 0 0 0,-1 0 0 0 0,1 0-1 0 0,-1 0 1 0 0,1-1 0 0 0,0 0 0 0 0,0 1-1 0 0,0-1 1 0 0,0 0 0 0 0,1 0 0 0 0,-1-1 0 0 0,0 1-1 0 0,1-1 1 0 0,-1 1 0 0 0,1-1 0 0 0,0 0-1 0 0,-1-1 1 0 0,1 1 0 0 0,0-1 0 0 0,-1 1-1 0 0,1-1 1 0 0,0 0 0 0 0,0 0 0 0 0,-1-1-1 0 0,1 1 1 0 0,0-1 0 0 0,-1 0 0 0 0,1 0-1 0 0,6-3 1 0 0,-7 3-19 0 0,1-1-1 0 0,-1 1 1 0 0,0-1 0 0 0,0 0 0 0 0,0 0-1 0 0,0-1 1 0 0,0 1 0 0 0,-1-1 0 0 0,1 1-1 0 0,-1-1 1 0 0,1 0 0 0 0,-1 0 0 0 0,0 0-1 0 0,0 0 1 0 0,-1 0 0 0 0,1 0-1 0 0,2-7 1 0 0,0-4 221 0 0,-1 1 0 0 0,0-1 0 0 0,2-21 0 0 0,-4 24-146 0 0,0 0-1 0 0,1 0 1 0 0,0 0 0 0 0,6-16 0 0 0,-7 27-112 0 0,-1-1 1 0 0,0 1 0 0 0,0 0 0 0 0,1-1 0 0 0,-1 1 0 0 0,0 0 0 0 0,0-1 0 0 0,1 1 0 0 0,-1 0 0 0 0,0 0 0 0 0,1-1 0 0 0,-1 1 0 0 0,0 0 0 0 0,1 0 0 0 0,-1-1 0 0 0,0 1-1 0 0,1 0 1 0 0,-1 0 0 0 0,0 0 0 0 0,1 0 0 0 0,-1 0 0 0 0,1 0 0 0 0,-1 0 0 0 0,0 0 0 0 0,1 0 0 0 0,-1 0 0 0 0,1 0 0 0 0,-1 0 0 0 0,0 0 0 0 0,1 0 0 0 0,-1 0 0 0 0,1 0-1 0 0,-1 0 1 0 0,0 0 0 0 0,1 0 0 0 0,-1 1 0 0 0,1-1 0 0 0,-1 0 0 0 0,0 0 0 0 0,1 0 0 0 0,-1 1 0 0 0,0-1 0 0 0,0 0 0 0 0,1 1 0 0 0,-1-1 0 0 0,0 0 0 0 0,0 1 0 0 0,1-1-1 0 0,-1 0 1 0 0,0 1 0 0 0,1 0 0 0 0,15 20 11 0 0,-14-19-5 0 0,0 2 9 0 0,8 10 80 0 0,0 1 1 0 0,1-1 0 0 0,14 13-1 0 0,-22-24-85 0 0,0-1 0 0 0,0 1 0 0 0,-1-1-1 0 0,1 1 1 0 0,1-1 0 0 0,-1 0 0 0 0,0 0 0 0 0,0-1 0 0 0,1 1-1 0 0,-1-1 1 0 0,1 1 0 0 0,0-1 0 0 0,-1 0 0 0 0,1 0-1 0 0,0-1 1 0 0,0 1 0 0 0,-1-1 0 0 0,1 0 0 0 0,0 0 0 0 0,0 0-1 0 0,4-1 1 0 0,-6 0 11 0 0,1 0 1 0 0,-1 0-1 0 0,0 0 0 0 0,0 0 0 0 0,0 0 0 0 0,0-1 1 0 0,0 1-1 0 0,0-1 0 0 0,0 1 0 0 0,0-1 0 0 0,-1 0 0 0 0,1 0 1 0 0,0 0-1 0 0,-1 0 0 0 0,0 0 0 0 0,1 0 0 0 0,-1 0 0 0 0,0 0 1 0 0,0 0-1 0 0,0-1 0 0 0,-1 1 0 0 0,1 0 0 0 0,0-1 1 0 0,-1 1-1 0 0,0-1 0 0 0,1 1 0 0 0,-1 0 0 0 0,0-1 0 0 0,-1-3 1 0 0,1-9 18 0 0,-1 0 0 0 0,-1 0 1 0 0,-5-22-1 0 0,5 27-47 0 0,-21-85-512 0 0,19 83-1098 0 0,-1-1 0 0 0,-11-21 1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0:55.8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0 118 5985 0 0,'0'0'104'0'0,"0"0"0"0"0,0-1 0 0 0,0 1 0 0 0,0 0 0 0 0,0-1 0 0 0,0 1 0 0 0,0 0 0 0 0,1 0 0 0 0,-1-1 0 0 0,0 1 0 0 0,0 0 0 0 0,0-1-1 0 0,0 1 1 0 0,1 0 0 0 0,-1 0 0 0 0,0-1 0 0 0,0 1 0 0 0,0 0 0 0 0,1 0 0 0 0,-1-1 0 0 0,0 1 0 0 0,1 0 0 0 0,-1 0 0 0 0,0 0 0 0 0,0-1 0 0 0,1 1 0 0 0,-1 0 0 0 0,0 0-1 0 0,1 0 1 0 0,-1 0 0 0 0,0 0 0 0 0,1 0 0 0 0,-1 0 0 0 0,0 0 0 0 0,1 0 0 0 0,-1 0 0 0 0,0 0 0 0 0,1 0 0 0 0,-1 0 0 0 0,0 0 0 0 0,1 0 0 0 0,-1 0 0 0 0,0 0 0 0 0,1 0-1 0 0,13 16 2774 0 0,6 24-79 0 0,-15-22-1944 0 0,0 3-182 0 0,0 0-1 0 0,-1 0 1 0 0,0 26 0 0 0,-4-50-416 0 0,-1-2-132 0 0,1 0 0 0 0,-1 0 0 0 0,1 0 0 0 0,0-1 0 0 0,1-7 0 0 0,5-7-82 0 0,0 0 0 0 0,1 1 0 0 0,1 0 0 0 0,0 0 0 0 0,2 1 0 0 0,0 0 0 0 0,1 0 0 0 0,1 1 0 0 0,0 1 0 0 0,21-22 1 0 0,-30 35-28 0 0,0 0 0 0 0,-1 1 1 0 0,1-1-1 0 0,0 1 1 0 0,1 0-1 0 0,-1-1 0 0 0,0 1 1 0 0,1 1-1 0 0,-1-1 1 0 0,1 0-1 0 0,-1 1 0 0 0,1 0 1 0 0,0 0-1 0 0,-1 0 1 0 0,1 0-1 0 0,0 1 0 0 0,0-1 1 0 0,0 1-1 0 0,0 0 1 0 0,0 0-1 0 0,0 1 0 0 0,-1-1 1 0 0,1 1-1 0 0,0 0 1 0 0,0 0-1 0 0,-1 0 0 0 0,1 0 1 0 0,0 0-1 0 0,-1 1 1 0 0,1 0-1 0 0,-1 0 0 0 0,5 3 1 0 0,7 7 101 0 0,-2 0-1 0 0,1 2 1 0 0,-1-1 0 0 0,-1 1 0 0 0,16 25-1 0 0,3 1-963 0 0,-16-24-4423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0:56.0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3209 0 0,'1'0'288'0'0,"0"0"-288"0"0,2 0 0 0 0,0 0 0 0 0,1 0 1232 0 0,0 0-568 0 0,1 0 0 0 0,3 0 617 0 0,3 0 127 0 0,2 3 32 0 0,-2-2 8 0 0,-4-2-1151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1:33.5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1775 173 920 0 0,'-5'-3'348'0'0,"-1"0"-1"0"0,1 0 1 0 0,-1-1-1 0 0,1 0 1 0 0,0 0 0 0 0,1-1-1 0 0,-1 1 1 0 0,1-1-1 0 0,0 0 1 0 0,0 0-1 0 0,0-1 1 0 0,-4-8 0 0 0,5 8-3 0 0,-1 0 1 0 0,0 0 0 0 0,0 0 0 0 0,-1 0-1 0 0,0 1 1 0 0,0 0 0 0 0,0 0-1 0 0,-1 0 1 0 0,1 0 0 0 0,-1 1 0 0 0,-7-4-1 0 0,-2 2-63 0 0,0 0 0 0 0,0 1 0 0 0,-1 1 0 0 0,-32-4 0 0 0,-68-1 437 0 0,68 7-350 0 0,26 1-146 0 0,0 2 0 0 0,1 0-1 0 0,-1 1 1 0 0,0 2 0 0 0,1 0 0 0 0,-25 8-1 0 0,-121 53-277 0 0,82-30-495 0 0,54-23 532 0 0,0 2 1 0 0,1 1 0 0 0,0 1-1 0 0,1 2 1 0 0,1 1 0 0 0,1 1-1 0 0,1 1 1 0 0,-41 43 0 0 0,-15 28-145 0 0,-45 47-163 0 0,88-100 380 0 0,2 2 0 0 0,1 2 1 0 0,2 1-1 0 0,3 1 0 0 0,1 2 0 0 0,3 1 0 0 0,-37 88 0 0 0,38-73-23 0 0,3 1 0 0 0,3 1-1 0 0,3 1 1 0 0,2 0-1 0 0,-6 85 1 0 0,18-115-211 0 0,-10 331 963 0 0,15-323-636 0 0,1 0 0 0 0,3 0 0 0 0,1 0 0 0 0,2-1 0 0 0,3 0 0 0 0,20 52 0 0 0,2-26 241 0 0,4-1 0 0 0,89 122 0 0 0,-109-165-341 0 0,10 14-128 0 0,2-2-1 0 0,2 0 1 0 0,1-2-1 0 0,2-2 0 0 0,1-1 1 0 0,2-1-1 0 0,1-3 1 0 0,1-1-1 0 0,1-1 1 0 0,1-3-1 0 0,1-2 0 0 0,1-1 1 0 0,91 26-1 0 0,41 6 9 0 0,127 30 109 0 0,-270-76-24 0 0,0-2 0 0 0,0-1 0 0 0,1-1 0 0 0,-1-2 0 0 0,1-1-1 0 0,-1-2 1 0 0,41-8 0 0 0,-42 2-30 0 0,-1-1 0 0 0,0-2 0 0 0,0-1 0 0 0,-1-1 0 0 0,-1-1 0 0 0,35-25 0 0 0,-17 7-46 0 0,-1-3 1 0 0,71-71-1 0 0,-81 68 270 0 0,-2-2 0 0 0,-2-1 0 0 0,-1-1 0 0 0,-3-2 0 0 0,-1-1 0 0 0,-2-1 0 0 0,-3-1 0 0 0,30-94 1 0 0,-12 16 260 0 0,-7-3 1 0 0,23-170 0 0 0,-47 222-305 0 0,-4 0 1 0 0,-3-1-1 0 0,-4 0 0 0 0,-2 1 1 0 0,-21-102-1 0 0,-158-500 983 0 0,172 647-1007 0 0,-1 1 1 0 0,-2 1-1 0 0,0 0 0 0 0,-37-53 0 0 0,37 64 20 0 0,-1 1-1 0 0,-1 0 0 0 0,0 2 1 0 0,-1 0-1 0 0,-1 0 1 0 0,0 2-1 0 0,-37-23 0 0 0,-270-123 7 0 0,238 124-720 0 0,44 22-37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27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8 5529 0 0,'-3'-8'2382'0'0,"17"14"-484"0"0,3 7-1874 0 0,-1 1 1 0 0,-1 0-1 0 0,26 32 1 0 0,36 61 140 0 0,10 10 253 0 0,132 123 991 0 0,-63-72-361 0 0,118 101 387 0 0,-17-17-350 0 0,-97-88-576 0 0,14 15-170 0 0,-151-152-253 0 0,0 2 0 0 0,23 38 0 0 0,-36-50-300 0 0,0 0 0 0 0,-2 0 0 0 0,0 1 0 0 0,-1 0 0 0 0,9 36 0 0 0,-14-36-1311 0 0,-1-1-3517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27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1736 24 10138 0 0,'0'-1'86'0'0,"0"0"-33"0"0,0 1-1 0 0,-1-1 0 0 0,1 0 0 0 0,0 1 0 0 0,0-1 0 0 0,0 0 0 0 0,0 0 0 0 0,-1 1 0 0 0,1-1 0 0 0,0 0 1 0 0,0 0-1 0 0,0 1 0 0 0,1-1 0 0 0,-1 0 0 0 0,0 0 0 0 0,0 1 0 0 0,0-1 0 0 0,0 0 0 0 0,1 0 1 0 0,-1 1-1 0 0,0-1 0 0 0,1 0 0 0 0,-1 1 0 0 0,1-1 0 0 0,-1 1 0 0 0,1-1 0 0 0,-1 0 0 0 0,1 1 0 0 0,-1-1 1 0 0,1 1-1 0 0,-1-1 0 0 0,2 0 0 0 0,-1 2-87 0 0,-1-1 0 0 0,1 0-1 0 0,-1 1 1 0 0,0-1 0 0 0,1 1 0 0 0,-1-1 0 0 0,1 1 0 0 0,-1-1-1 0 0,0 1 1 0 0,0 0 0 0 0,1-1 0 0 0,-1 1 0 0 0,0-1-1 0 0,0 1 1 0 0,0 0 0 0 0,1-1 0 0 0,-1 1 0 0 0,0 0 0 0 0,0-1-1 0 0,0 1 1 0 0,0-1 0 0 0,0 1 0 0 0,0 0 0 0 0,0-1 0 0 0,-1 1-1 0 0,1 0 1 0 0,0-1 0 0 0,0 1 0 0 0,-1 0 0 0 0,-2 23-724 0 0,-4 3 383 0 0,-1 0 1 0 0,-2 0-1 0 0,0-1 0 0 0,-2-1 0 0 0,-1 0 1 0 0,-24 35-1 0 0,-111 132 174 0 0,80-110 175 0 0,-328 373 2338 0 0,66-79 2314 0 0,174-188-2862 0 0,7-3-1177 0 0,-199 323 0 0 0,329-482-552 0 0,15-22-171 0 0,0 0 0 0 0,1 0 0 0 0,0 1 0 0 0,0-1 0 0 0,0 1 0 0 0,1 0 0 0 0,-1-1 0 0 0,1 1 0 0 0,0 0 0 0 0,-2 10 0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36.0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86 11058 0 0,'-2'-11'1012'0'0,"1"0"-1"0"0,1 0 0 0 0,0 0 1 0 0,1 0-1 0 0,3-20 0 0 0,-20 158 1772 0 0,12 78-2717 0 0,3-144 131 0 0,-2 155-105 0 0,5 363 410 0 0,42-217 1849 0 0,-14-163-4327 0 0,-24-162-2337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36.9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90 151 6449 0 0,'-12'-2'507'0'0,"-1"-1"-1"0"0,0 0 0 0 0,-13-6 0 0 0,2-1 411 0 0,22 8-18 0 0,11 3 471 0 0,24 4-168 0 0,0-2-1 0 0,0-1 1 0 0,59-4 0 0 0,101-21 962 0 0,-133 14-1527 0 0,423-81-849 0 0,-465 86 55 0 0,-12 3-563 0 0,0 0-1 0 0,0 0 1 0 0,0 0 0 0 0,0 1 0 0 0,0-1 0 0 0,10 2 0 0 0,-5 2-975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37.2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0 120 10138 0 0,'53'-26'2426'0'0,"1"2"0"0"0,58-17 0 0 0,-85 33-3131 0 0,1 2 0 0 0,0 0 1 0 0,1 2-1 0 0,0 1 0 0 0,-1 1 0 0 0,35 3 1 0 0,7 5-3201 0 0,-56-4 2849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37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 10594 0 0,'-1'0'53'0'0,"0"0"0"0"0,1 0 0 0 0,-1 0-1 0 0,0 1 1 0 0,0-1 0 0 0,1 0 0 0 0,-1 1-1 0 0,0-1 1 0 0,0 0 0 0 0,1 1 0 0 0,-1-1-1 0 0,0 1 1 0 0,1-1 0 0 0,-1 1 0 0 0,0-1-1 0 0,1 1 1 0 0,-1-1 0 0 0,1 1 0 0 0,-1 0 0 0 0,1-1-1 0 0,-1 1 1 0 0,1 0 0 0 0,0 0 0 0 0,-1 0-1 0 0,14 9 329 0 0,6 2-264 0 0,-13-7 28 0 0,-1 0 1 0 0,0 1 0 0 0,-1 0 0 0 0,1 0 0 0 0,-1 1-1 0 0,0-1 1 0 0,-1 1 0 0 0,0 0 0 0 0,0-1 0 0 0,3 12-1 0 0,2 12 1026 0 0,6 37 0 0 0,-10-47-918 0 0,84 548 4160 0 0,-85-544-4548 0 0,13 157-1651 0 0,-16-165-5080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38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275 377 920 0 0,'-18'-4'98'0'0,"1"0"0"0"0,-1-2 0 0 0,1 0 0 0 0,0-1 0 0 0,1-1 0 0 0,0 0 0 0 0,-24-17 0 0 0,29 18 618 0 0,0 0-1 0 0,-22-8 0 0 0,29 13-419 0 0,1 1-1 0 0,-1-1 1 0 0,0 1 0 0 0,0 1 0 0 0,0-1 0 0 0,0 0-1 0 0,0 1 1 0 0,0 0 0 0 0,0 0 0 0 0,0 0 0 0 0,0 0-1 0 0,0 0 1 0 0,-5 2 0 0 0,47 1 754 0 0,632-84 5712 0 0,-488 51-5713 0 0,695-109 1815 0 0,-773 126-2725 0 0,128 0 1 0 0,-184 13-398 0 0,0 3 1 0 0,-1 2 0 0 0,0 1-1 0 0,1 3 1 0 0,46 15 0 0 0,-72-16-1456 0 0,-1 0-4391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38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 10594 0 0,'0'0'19'0'0,"-1"0"0"0"0,1-1 0 0 0,0 1 0 0 0,0-1 0 0 0,0 1 0 0 0,0 0 0 0 0,1-1 0 0 0,-1 1 0 0 0,0 0 0 0 0,0-1 0 0 0,0 1 0 0 0,0 0 0 0 0,0-1 0 0 0,0 1 1 0 0,0 0-1 0 0,1-1 0 0 0,-1 1 0 0 0,0 0 0 0 0,0-1 0 0 0,1 1 0 0 0,-1 0 0 0 0,0 0 0 0 0,0-1 0 0 0,1 1 0 0 0,-1 0 0 0 0,0 0 0 0 0,0-1 0 0 0,1 1 0 0 0,-1 0 0 0 0,0 0 0 0 0,1 0 0 0 0,-1 0 0 0 0,0 0 0 0 0,1 0 0 0 0,-1-1 0 0 0,1 1 0 0 0,-1 0 0 0 0,0 0 0 0 0,1 0 0 0 0,-1 0 0 0 0,21 7-96 0 0,-16-4 167 0 0,1 1 0 0 0,-1-1-1 0 0,0 1 1 0 0,0 0 0 0 0,5 6 0 0 0,-5-3 88 0 0,-1 0 1 0 0,1 1 0 0 0,-2 0-1 0 0,1-1 1 0 0,-1 1 0 0 0,0 1-1 0 0,-1-1 1 0 0,0 0-1 0 0,2 16 1 0 0,-1 9 740 0 0,-1 40 0 0 0,-1-45-409 0 0,10 469 1953 0 0,-11-462-4183 0 0,0-19-4303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39.1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30 10138 0 0,'20'-4'5160'0'0,"88"-12"-4448"0"0,-86 13-575 0 0,39-3 555 0 0,-58 6-679 0 0,0 0 0 0 0,1 0 0 0 0,-1 0 0 0 0,1 1 0 0 0,-1-1 0 0 0,0 1 0 0 0,0 0 0 0 0,1 0 0 0 0,-1 0 0 0 0,0 0 0 0 0,0 1 0 0 0,0-1 0 0 0,0 1 0 0 0,3 2 0 0 0,-5-3-36 0 0,0 1 1 0 0,0-1-1 0 0,0 1 0 0 0,0-1 0 0 0,0 1 0 0 0,0 0 0 0 0,0-1 0 0 0,-1 1 0 0 0,1 0 0 0 0,-1 0 1 0 0,1-1-1 0 0,-1 1 0 0 0,0 0 0 0 0,0 0 0 0 0,0 0 0 0 0,0 0 0 0 0,0-1 0 0 0,0 1 1 0 0,0 0-1 0 0,-1 0 0 0 0,1 0 0 0 0,0 0 0 0 0,-1-1 0 0 0,0 1 0 0 0,1 0 0 0 0,-1-1 0 0 0,0 1 1 0 0,0 0-1 0 0,0-1 0 0 0,-2 3 0 0 0,-4 7 14 0 0,-1 0 1 0 0,0-1-1 0 0,-9 10 1 0 0,14-18-17 0 0,-37 38 768 0 0,28-29-349 0 0,-1 1 0 0 0,2 0 0 0 0,0 1-1 0 0,0 0 1 0 0,-14 24 0 0 0,25-36-408 0 0,0-1-1 0 0,-1 1 0 0 0,1 0 1 0 0,0 0-1 0 0,0-1 0 0 0,0 1 1 0 0,0 0-1 0 0,-1 0 1 0 0,1-1-1 0 0,0 1 0 0 0,0 0 1 0 0,1 0-1 0 0,-1-1 1 0 0,0 1-1 0 0,0 0 0 0 0,0-1 1 0 0,0 1-1 0 0,1 0 1 0 0,-1 0-1 0 0,0-1 0 0 0,0 1 1 0 0,1 0-1 0 0,-1-1 1 0 0,1 1-1 0 0,-1-1 0 0 0,1 1 1 0 0,-1 0-1 0 0,1-1 0 0 0,-1 1 1 0 0,1-1-1 0 0,-1 1 1 0 0,1-1-1 0 0,0 0 0 0 0,-1 1 1 0 0,1-1-1 0 0,0 0 1 0 0,-1 1-1 0 0,1-1 0 0 0,0 0 1 0 0,-1 0-1 0 0,1 1 1 0 0,0-1-1 0 0,0 0 0 0 0,-1 0 1 0 0,1 0-1 0 0,0 0 1 0 0,0 0-1 0 0,0 0 0 0 0,49 2-830 0 0,-37-2 1047 0 0,-2 1-136 0 0,-4-1 78 0 0,1 0 1 0 0,-1 1-1 0 0,1 0 1 0 0,-1 0-1 0 0,14 5 0 0 0,-19-6-108 0 0,-1 1 0 0 0,1 0 0 0 0,-1-1 0 0 0,0 1 0 0 0,1 0 0 0 0,-1 0-1 0 0,0 0 1 0 0,0 0 0 0 0,0 0 0 0 0,1 0 0 0 0,-1 1 0 0 0,0-1-1 0 0,0 0 1 0 0,-1 1 0 0 0,1-1 0 0 0,0 0 0 0 0,0 1 0 0 0,-1-1 0 0 0,1 1-1 0 0,-1-1 1 0 0,1 1 0 0 0,-1-1 0 0 0,0 1 0 0 0,1 0 0 0 0,-1-1 0 0 0,0 1-1 0 0,0-1 1 0 0,0 1 0 0 0,0 0 0 0 0,-1-1 0 0 0,1 1 0 0 0,0-1-1 0 0,-2 4 1 0 0,-1 6 195 0 0,-1 1-1 0 0,0-1 0 0 0,-1 0 1 0 0,-12 20-1 0 0,11-22-184 0 0,1 0 0 0 0,0 0 0 0 0,1 0 0 0 0,0 1 0 0 0,0 0 0 0 0,1 0 1 0 0,-2 12-1 0 0,5-21-224 0 0,1 0 0 0 0,-1 1 0 0 0,0-1 0 0 0,0 0 0 0 0,1 1 0 0 0,-1-1 1 0 0,1 0-1 0 0,-1 1 0 0 0,1-1 0 0 0,0 0 0 0 0,-1 0 0 0 0,1 0 0 0 0,0 0 0 0 0,0 0 1 0 0,0 0-1 0 0,0 0 0 0 0,0 0 0 0 0,0 0 0 0 0,0 0 0 0 0,0 0 0 0 0,0 0 0 0 0,0-1 1 0 0,1 1-1 0 0,-1 0 0 0 0,0-1 0 0 0,0 1 0 0 0,1-1 0 0 0,-1 0 0 0 0,0 1 0 0 0,1-1 1 0 0,2 0-1 0 0,3 2-1716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39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 7858 0 0,'-1'1'137'0'0,"0"0"1"0"0,1 0-1 0 0,-1 1 1 0 0,0-1-1 0 0,1 0 1 0 0,-1 0 0 0 0,1 1-1 0 0,-1-1 1 0 0,1 0-1 0 0,0 1 1 0 0,-1-1-1 0 0,1 0 1 0 0,0 1-1 0 0,0-1 1 0 0,0 1 0 0 0,0-1-1 0 0,0 0 1 0 0,1 1-1 0 0,-1 1 1 0 0,11 34 2840 0 0,-3-5-1979 0 0,17 264 3775 0 0,-8-67-2388 0 0,-9-156-1913 0 0,9 170 25 0 0,-19-212-1495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40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1 11522 0 0,'-17'4'2542'0'0,"-16"7"-634"0"0,31-11-1860 0 0,1 1 0 0 0,0-1 0 0 0,0 1 0 0 0,0 0-1 0 0,0 0 1 0 0,0 0 0 0 0,0-1 0 0 0,0 1 0 0 0,0 0 0 0 0,0 0 0 0 0,0 0-1 0 0,0 1 1 0 0,0-1 0 0 0,1 0 0 0 0,-1 0 0 0 0,1 0 0 0 0,-1 0 0 0 0,1 1-1 0 0,-1-1 1 0 0,1 0 0 0 0,-1 3 0 0 0,1-3 0 0 0,0 0 0 0 0,1 0 0 0 0,-1 0 0 0 0,0 0-1 0 0,1 0 1 0 0,-1 0 0 0 0,1 1 0 0 0,-1-1 0 0 0,1 0 0 0 0,-1 0 0 0 0,1-1 0 0 0,0 1 0 0 0,0 0 0 0 0,-1 0-1 0 0,1 0 1 0 0,0 0 0 0 0,0-1 0 0 0,0 1 0 0 0,0 0 0 0 0,0-1 0 0 0,0 1 0 0 0,0 0 0 0 0,0-1-1 0 0,0 0 1 0 0,0 1 0 0 0,0-1 0 0 0,0 1 0 0 0,0-1 0 0 0,1 0 0 0 0,-1 0 0 0 0,0 0 0 0 0,0 0 0 0 0,0 0-1 0 0,3 0 1 0 0,42 0 400 0 0,-15-4-507 0 0,41-10 0 0 0,-54 9 23 0 0,1 1-1 0 0,0 0 1 0 0,0 2 0 0 0,0 0-1 0 0,0 1 1 0 0,0 1-1 0 0,21 2 1 0 0,-40-2 38 0 0,1 0-1 0 0,0 0 1 0 0,0 1-1 0 0,0-1 1 0 0,0 0-1 0 0,0 0 1 0 0,0 1 0 0 0,0-1-1 0 0,-1 0 1 0 0,1 1-1 0 0,0-1 1 0 0,0 1-1 0 0,-1-1 1 0 0,1 1 0 0 0,0-1-1 0 0,0 1 1 0 0,-1 0-1 0 0,1-1 1 0 0,-1 1-1 0 0,1 0 1 0 0,-1 0 0 0 0,1-1-1 0 0,-1 1 1 0 0,1 0-1 0 0,-1 0 1 0 0,1 0 0 0 0,-1 1-1 0 0,0 0 7 0 0,0 0 0 0 0,0 0 0 0 0,0 0 1 0 0,0 0-1 0 0,0 0 0 0 0,-1 0 0 0 0,1 0 0 0 0,-1 0 0 0 0,1 0 0 0 0,-1-1 0 0 0,0 1 0 0 0,-1 2 0 0 0,-6 9 70 0 0,0-1-1 0 0,-19 22 1 0 0,19-24-44 0 0,-50 59 333 0 0,-33 44 878 0 0,91-113-1281 0 0,-1 0 0 0 0,1 1-1 0 0,0-1 1 0 0,-1 0-1 0 0,1 1 1 0 0,0-1-1 0 0,0 1 1 0 0,-1-1 0 0 0,1 0-1 0 0,0 1 1 0 0,0-1-1 0 0,0 1 1 0 0,-1-1-1 0 0,1 0 1 0 0,0 1 0 0 0,0-1-1 0 0,0 1 1 0 0,0-1-1 0 0,0 1 1 0 0,0-1 0 0 0,0 1-1 0 0,0-1 1 0 0,0 1-1 0 0,0-1 1 0 0,0 0-1 0 0,0 1 1 0 0,1-1 0 0 0,-1 1-1 0 0,0-1 1 0 0,0 1-1 0 0,1-1 1 0 0,14 5-763 0 0,38-11 300 0 0,-27 3 910 0 0,-22 2-334 0 0,0 1-1 0 0,1 0 1 0 0,-1 0-1 0 0,0 1 1 0 0,1-1-1 0 0,-1 1 1 0 0,0 0-1 0 0,0 0 1 0 0,0 0-1 0 0,0 1 1 0 0,0-1-1 0 0,0 1 1 0 0,0 0-1 0 0,0 0 1 0 0,-1 0-1 0 0,1 1 1 0 0,-1-1-1 0 0,0 1 1 0 0,4 3-1 0 0,-5-3-22 0 0,0 0-1 0 0,0 0 0 0 0,-1 0 0 0 0,1 1 1 0 0,-1-1-1 0 0,0 0 0 0 0,0 1 0 0 0,0-1 1 0 0,0 0-1 0 0,0 1 0 0 0,-1-1 0 0 0,0 1 1 0 0,1-1-1 0 0,-1 1 0 0 0,-1 0 1 0 0,1-1-1 0 0,0 1 0 0 0,-1-1 0 0 0,0 1 1 0 0,0-1-1 0 0,0 0 0 0 0,0 1 0 0 0,-3 4 1 0 0,-25 49 350 0 0,22-46-753 0 0,0 0-1 0 0,1 0 1 0 0,1 1 0 0 0,0 0 0 0 0,1 0-1 0 0,-6 24 1 0 0,12-22-2184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41.0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2813 1 2304 0 0,'4'24'8404'0'0,"4"9"-5024"0"0,40 141 2076 0 0,1 91-3109 0 0,-35-196-1761 0 0,41 118 1 0 0,-54-186-594 0 0,-1-1 0 0 0,0 1 1 0 0,1 0-1 0 0,-1 0 1 0 0,0-1-1 0 0,0 1 1 0 0,1 0-1 0 0,-1 0 1 0 0,0 0-1 0 0,0-1 0 0 0,0 1 1 0 0,0 0-1 0 0,0 0 1 0 0,0 0-1 0 0,0-1 1 0 0,-1 1-1 0 0,1 0 0 0 0,0 0 1 0 0,0 0-1 0 0,-1-1 1 0 0,1 1-1 0 0,0 0 1 0 0,-1-1-1 0 0,1 1 0 0 0,-1 0 1 0 0,1 0-1 0 0,-1-1 1 0 0,1 1-1 0 0,-1-1 1 0 0,1 1-1 0 0,-1-1 1 0 0,1 1-1 0 0,-1-1 0 0 0,0 1 1 0 0,0-1-1 0 0,0 1 1 0 0,-1 0-32 0 0,1-1 1 0 0,-1 0 0 0 0,0 1 0 0 0,0-1-1 0 0,0 0 1 0 0,1 0 0 0 0,-1 0 0 0 0,0 0-1 0 0,0 0 1 0 0,0-1 0 0 0,1 1 0 0 0,-1-1-1 0 0,0 1 1 0 0,1-1 0 0 0,-1 1 0 0 0,-2-2-1 0 0,-21-13-1293 0 0,21 12 1144 0 0,0 1 0 0 0,0-1-1 0 0,-1 1 1 0 0,1 0 0 0 0,-1 0 0 0 0,1 0 0 0 0,-1 0 0 0 0,0 1 0 0 0,0 0-1 0 0,-8-1 1 0 0,-203 2-764 0 0,32 2 373 0 0,-195 0 462 0 0,-2 0-268 0 0,106-16 1872 0 0,-209 0 1501 0 0,-38 39-2044 0 0,278-35-238 0 0,119 2-774 0 0,122 8-74 0 0,-29-3 431 0 0,31 3-404 0 0,0 0 0 0 0,0 0 0 0 0,-1 0 0 0 0,1 0 0 0 0,0-1 0 0 0,0 1 0 0 0,0 0 0 0 0,-1-1 0 0 0,1 1-1 0 0,0-1 1 0 0,0 1 0 0 0,0-1 0 0 0,0 0 0 0 0,0 1 0 0 0,0-1 0 0 0,0 0 0 0 0,0 0 0 0 0,0 1 0 0 0,-1-3 0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41.8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151 134 7834 0 0,'-20'5'457'0'0,"1"-2"1"0"0,-32 3-1 0 0,-10 5-63 0 0,86-8 380 0 0,275-42 1093 0 0,-188 21-856 0 0,560-64 2926 0 0,5 61-1535 0 0,-549 20-2706 0 0,54 3 1122 0 0,-155 0-2215 0 0,1 1-1 0 0,-1 2 1 0 0,0 1 0 0 0,41 14 0 0 0,-52-14-4248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42.2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12443 0 0,'2'1'85'0'0,"0"-1"1"0"0,0 1 0 0 0,-1 0 0 0 0,1 0 0 0 0,0 0-1 0 0,0 0 1 0 0,-1 0 0 0 0,1 0 0 0 0,-1 0-1 0 0,1 1 1 0 0,-1-1 0 0 0,1 0 0 0 0,1 4-1 0 0,21 25-759 0 0,-19-24 674 0 0,4 8 153 0 0,0 0 0 0 0,-1 0-1 0 0,-1 1 1 0 0,0 0 0 0 0,-1 1-1 0 0,-1-1 1 0 0,0 1 0 0 0,3 19-1 0 0,1 20 1434 0 0,1 61-1 0 0,-5-50-699 0 0,8 81 771 0 0,45 203 0 0 0,-36-266-1376 0 0,-9-42-241 0 0,-3 1 1 0 0,-1 0-1 0 0,-2 1 0 0 0,2 49 1 0 0,-5-26-1495 0 0,5-24-3974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42.8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1 14283 0 0,'-10'1'316'0'0,"0"1"0"0"0,1 1 0 0 0,-1 0 0 0 0,1 0 0 0 0,0 1 0 0 0,0 0 0 0 0,0 0 0 0 0,0 1-1 0 0,-9 7 1 0 0,18-12-314 0 0,0 0 1 0 0,0 1-1 0 0,-1-1 0 0 0,1 0 0 0 0,0 0 0 0 0,0 0 0 0 0,0 0 0 0 0,0 1 0 0 0,-1-1 0 0 0,1 0 0 0 0,0 0 0 0 0,0 0 1 0 0,0 0-1 0 0,0 1 0 0 0,0-1 0 0 0,0 0 0 0 0,0 0 0 0 0,0 1 0 0 0,-1-1 0 0 0,1 0 0 0 0,0 0 0 0 0,0 0 1 0 0,0 1-1 0 0,0-1 0 0 0,0 0 0 0 0,0 0 0 0 0,0 1 0 0 0,0-1 0 0 0,0 0 0 0 0,0 0 0 0 0,1 0 0 0 0,-1 1 0 0 0,0-1 1 0 0,0 0-1 0 0,0 0 0 0 0,0 1 0 0 0,0-1 0 0 0,0 0 0 0 0,0 0 0 0 0,0 0 0 0 0,1 0 0 0 0,-1 1 0 0 0,0-1 0 0 0,14 4-8 0 0,15-2 228 0 0,40-7 49 0 0,-21 1 88 0 0,0 2 1 0 0,72 6 0 0 0,-120-4-365 0 0,1 0 0 0 0,-1 0 1 0 0,1 0-1 0 0,0 0 0 0 0,-1 0 0 0 0,1 1 0 0 0,0-1 0 0 0,-1 0 1 0 0,1 0-1 0 0,-1 0 0 0 0,1 1 0 0 0,0-1 0 0 0,-1 0 1 0 0,1 0-1 0 0,-1 1 0 0 0,1-1 0 0 0,-1 1 0 0 0,1-1 0 0 0,-1 0 1 0 0,1 1-1 0 0,-1-1 0 0 0,0 1 0 0 0,1-1 0 0 0,-1 1 0 0 0,0-1 1 0 0,1 1-1 0 0,-1-1 0 0 0,0 1 0 0 0,1 0 0 0 0,-1-1 0 0 0,0 1 1 0 0,0 1-1 0 0,0-1-26 0 0,0 1-1 0 0,0 0 1 0 0,-1 0 0 0 0,1 0 0 0 0,-1 0-1 0 0,0-1 1 0 0,1 1 0 0 0,-1 0 0 0 0,0-1-1 0 0,0 1 1 0 0,-2 2 0 0 0,-40 46-748 0 0,36-42 688 0 0,-21 21 226 0 0,13-15 111 0 0,2 0-1 0 0,0 1 1 0 0,1 0 0 0 0,-19 32 0 0 0,30-47-265 0 0,1 1 0 0 0,0-1 0 0 0,-1 1 0 0 0,1-1 0 0 0,0 1 0 0 0,-1 0 0 0 0,1-1 0 0 0,0 1-1 0 0,0 0 1 0 0,0-1 0 0 0,0 1 0 0 0,0 0 0 0 0,0 0 0 0 0,0-1 0 0 0,0 1 0 0 0,0 0 0 0 0,0-1 0 0 0,0 1 0 0 0,0 0 0 0 0,0-1 0 0 0,0 1 0 0 0,1 0 0 0 0,-1-1-1 0 0,0 1 1 0 0,0 0 0 0 0,1-1 0 0 0,0 2 0 0 0,0-2-71 0 0,0 1 0 0 0,0 0 0 0 0,0 0 0 0 0,0-1 0 0 0,1 1 0 0 0,-1 0 0 0 0,0-1 0 0 0,1 1-1 0 0,-1-1 1 0 0,0 0 0 0 0,1 0 0 0 0,-1 1 0 0 0,2-1 0 0 0,53-3-2571 0 0,-43 1 2285 0 0,-3 2 63 0 0,7-2-63 0 0,1 1 0 0 0,25 3 0 0 0,-39-2 407 0 0,-1 0 0 0 0,1 1-1 0 0,0 0 1 0 0,0-1 0 0 0,0 1 0 0 0,0 1 0 0 0,-1-1 0 0 0,1 1-1 0 0,0-1 1 0 0,-1 1 0 0 0,0 0 0 0 0,1 0 0 0 0,-1 1-1 0 0,0-1 1 0 0,0 1 0 0 0,5 5 0 0 0,-6-5 87 0 0,-1-1-1 0 0,0 1 1 0 0,0 0 0 0 0,0-1 0 0 0,-1 1-1 0 0,1 0 1 0 0,-1 0 0 0 0,1 0 0 0 0,-1 0-1 0 0,0 0 1 0 0,0 0 0 0 0,0-1 0 0 0,0 1-1 0 0,-1 0 1 0 0,1 0 0 0 0,-1 0 0 0 0,0 0 0 0 0,0-1-1 0 0,0 1 1 0 0,-3 5 0 0 0,0 2 182 0 0,-1 0 0 0 0,-1-1 0 0 0,0 1 0 0 0,-7 9 0 0 0,-10 6-982 0 0,16-20-101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43.4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868 1 15203 0 0,'0'6'170'0'0,"0"0"1"0"0,0 0-1 0 0,1 0 0 0 0,0 0 0 0 0,0 0 0 0 0,0 0 0 0 0,1 0 1 0 0,-1 0-1 0 0,2 0 0 0 0,-1-1 0 0 0,6 11 0 0 0,4 13 213 0 0,2 21-338 0 0,-2 1 0 0 0,8 83 1 0 0,-1-9 205 0 0,128 780 3986 0 0,-125-759-4020 0 0,-4-26 82 0 0,4 175-1 0 0,-23-293-291 0 0,1 1 0 0 0,0-1 0 0 0,0 0 0 0 0,-1 0-1 0 0,1 0 1 0 0,-1 1 0 0 0,0-1 0 0 0,0 0 0 0 0,0 0 0 0 0,0 0 0 0 0,0 0-1 0 0,0 0 1 0 0,0 0 0 0 0,-1 0 0 0 0,1-1 0 0 0,0 1 0 0 0,-4 3-1 0 0,0-2-18 0 0,1 1-1 0 0,-1-1 1 0 0,0 0-1 0 0,0-1 1 0 0,0 1-1 0 0,-11 3 1 0 0,-2-1 12 0 0,-1 0 0 0 0,1-1 0 0 0,-27 1 0 0 0,-618 46-457 0 0,355-27-2266 0 0,269-20 1637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44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81 4921 0 0,'-4'-2'72'0'0,"0"0"0"0"0,0 1 0 0 0,-1-1 0 0 0,1 1 0 0 0,0-1 0 0 0,-1 1 0 0 0,1 1 0 0 0,-1-1 0 0 0,1 0 0 0 0,-1 1 0 0 0,1 0 0 0 0,-1 0 0 0 0,1 1 0 0 0,-1-1 0 0 0,-4 2 0 0 0,9-2-53 0 0,0 0 0 0 0,0 1-1 0 0,0-1 1 0 0,0 0 0 0 0,0 0-1 0 0,0 1 1 0 0,0-1 0 0 0,0 0-1 0 0,0 0 1 0 0,0 1 0 0 0,0-1-1 0 0,0 0 1 0 0,0 0 0 0 0,0 1-1 0 0,0-1 1 0 0,0 0 0 0 0,1 0-1 0 0,-1 0 1 0 0,0 1 0 0 0,0-1-1 0 0,0 0 1 0 0,0 0 0 0 0,1 0-1 0 0,-1 0 1 0 0,0 1 0 0 0,0-1-1 0 0,0 0 1 0 0,0 0 0 0 0,1 0-1 0 0,-1 0 1 0 0,0 0 0 0 0,0 0-1 0 0,1 0 1 0 0,-1 1 0 0 0,0-1-1 0 0,0 0 1 0 0,0 0 0 0 0,1 0-1 0 0,-1 0 1 0 0,0 0 0 0 0,0 0-1 0 0,1 0 1 0 0,-1 0 0 0 0,0 0 0 0 0,0 0-1 0 0,1 0 1 0 0,-1-1 0 0 0,15 7 458 0 0,0-3 95 0 0,1 0 0 0 0,1-2 1 0 0,-1 0-1 0 0,31-1 0 0 0,70-14 612 0 0,-32 2-1010 0 0,279-4 1891 0 0,-142 10 333 0 0,73-12 838 0 0,343-6-1547 0 0,-389 30-3167 0 0,-238-5 378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44.5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9674 0 0,'5'0'411'0'0,"1"-1"1"0"0,-1 1-1 0 0,0 0 0 0 0,0 0 1 0 0,0 1-1 0 0,0 0 0 0 0,0 0 1 0 0,8 2-1 0 0,-4-1-464 0 0,0 0 87 0 0,0 0 1 0 0,0 1-1 0 0,-1 0 0 0 0,1 0 1 0 0,-1 1-1 0 0,1 0 0 0 0,-1 1 1 0 0,0-1-1 0 0,-1 2 1 0 0,1-1-1 0 0,-1 1 0 0 0,9 9 1 0 0,-8-6 230 0 0,-2-1 0 0 0,1 2 0 0 0,-1-1 1 0 0,-1 0-1 0 0,1 1 0 0 0,-2 0 1 0 0,1 1-1 0 0,-2-1 0 0 0,1 1 0 0 0,1 12 1 0 0,7 41 851 0 0,-4 1 0 0 0,1 92 0 0 0,6 54-365 0 0,22-23-531 0 0,-23-131-135 0 0,-2 1 0 0 0,-3 0 0 0 0,2 69 1 0 0,-12-95-2045 0 0,-1-1 0 0 0,-14 61 0 0 0,12-74-3867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45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52 5529 0 0,'-4'-19'2559'0'0,"4"17"-2103"0"0,0-1 0 0 0,0 1 1 0 0,0 0-1 0 0,-1-1 0 0 0,1 1 0 0 0,-1 0 1 0 0,0-1-1 0 0,1 1 0 0 0,-1 0 0 0 0,0 0 0 0 0,-1 0 1 0 0,-1-3-1 0 0,15 15 3064 0 0,-8-7-3370 0 0,0-1-1 0 0,0 0 1 0 0,0 0-1 0 0,0 0 0 0 0,0 0 1 0 0,0-1-1 0 0,1 0 1 0 0,6 2-1 0 0,12-1 35 0 0,0 0 0 0 0,0-2 1 0 0,33-2-1 0 0,-25 0 191 0 0,34 2 0 0 0,-55 1-330 0 0,0 0 0 0 0,0 1 1 0 0,0 0-1 0 0,-1 0 0 0 0,1 1 0 0 0,-1 0 0 0 0,14 7 0 0 0,-20-9-39 0 0,-1 0 1 0 0,0 1-1 0 0,0-1 0 0 0,0 0 0 0 0,0 1 0 0 0,0-1 0 0 0,0 1 0 0 0,0 0 0 0 0,-1 0 0 0 0,1 0 0 0 0,0 0 0 0 0,-1 0 0 0 0,0 0 0 0 0,1 0 0 0 0,-1 0 0 0 0,0 1 0 0 0,0-1 0 0 0,0 0 0 0 0,0 1 0 0 0,0 4 0 0 0,-1-3 17 0 0,0 1 0 0 0,0-1 0 0 0,0 0 0 0 0,-1 1 0 0 0,1-1 0 0 0,-1 0 1 0 0,0 1-1 0 0,-1-1 0 0 0,1 0 0 0 0,-1 0 0 0 0,-2 5 0 0 0,-5 7 54 0 0,-2 1-1 0 0,0-1 1 0 0,0-1 0 0 0,-19 19-1 0 0,-1-10-274 0 0,26-20-13 0 0,0-1-1 0 0,0 1 1 0 0,0 0 0 0 0,1 0 0 0 0,-8 9 0 0 0,13-12 78 0 0,0-1 1 0 0,0 1 0 0 0,1-1-1 0 0,-1 0 1 0 0,0 0 0 0 0,0 1 0 0 0,1-1-1 0 0,-1 0 1 0 0,0 0 0 0 0,1 0 0 0 0,-1 0-1 0 0,0 0 1 0 0,1-1 0 0 0,-1 1-1 0 0,0 0 1 0 0,1-1 0 0 0,-1 1 0 0 0,0 0-1 0 0,0-1 1 0 0,2 0 0 0 0,15-5-166 0 0,-7 1 40 0 0,1 2 0 0 0,0-1 0 0 0,0 1 1 0 0,20-1-1 0 0,-34 7 254 0 0,-1 1 1 0 0,0 0 0 0 0,0-1-1 0 0,-1 0 1 0 0,1 0 0 0 0,0 0-1 0 0,-5 3 1 0 0,-90 76 2933 0 0,89-74-2698 0 0,0 1 1 0 0,1 1 0 0 0,0 0-1 0 0,1 0 1 0 0,0 0 0 0 0,0 1-1 0 0,1 0 1 0 0,-5 13 0 0 0,10-23-341 0 0,1 1 0 0 0,-1-1 1 0 0,1 1-1 0 0,0-1 0 0 0,-1 1 0 0 0,1 0 1 0 0,0-1-1 0 0,0 1 0 0 0,0 0 0 0 0,0-1 1 0 0,0 1-1 0 0,0 0 0 0 0,1-1 0 0 0,-1 1 1 0 0,0-1-1 0 0,1 1 0 0 0,0 0 0 0 0,-1-1 1 0 0,1 1-1 0 0,0-1 0 0 0,0 0 0 0 0,1 3 1 0 0,0-2-6 0 0,1 1-1 0 0,-1-1 1 0 0,1 1 0 0 0,0-1 0 0 0,0 0 0 0 0,0 0 0 0 0,0 0 0 0 0,1 0 0 0 0,5 2 0 0 0,7 1-257 0 0,0 0 0 0 0,0-1 0 0 0,23 2 0 0 0,-36-5 272 0 0,49 7-2698 0 0,-41-7-1857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45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999 1 9218 0 0,'0'2'241'0'0,"0"-1"1"0"0,1 1-1 0 0,-1-1 1 0 0,0 1-1 0 0,1-1 0 0 0,-1 1 1 0 0,1-1-1 0 0,-1 1 1 0 0,1-1-1 0 0,0 1 0 0 0,-1-1 1 0 0,1 0-1 0 0,0 1 1 0 0,0-1-1 0 0,0 0 0 0 0,2 2 1 0 0,11 23 2503 0 0,-11-7-1440 0 0,-1 1 0 0 0,1 24-1 0 0,-10 86 458 0 0,2-52-1594 0 0,2 75-13 0 0,28 251 0 0 0,-12-263-54 0 0,-9-72 2 0 0,3-1-1 0 0,3 1 1 0 0,22 75 0 0 0,-24-123-260 0 0,18 35 1 0 0,6 16-131 0 0,-11 4 299 0 0,-13-47-456 0 0,1 0 1 0 0,20 47-1 0 0,-14-51 177 0 0,-12-21 381 0 0,0 0 1 0 0,0 0-1 0 0,0 1 0 0 0,-1-1 1 0 0,1 1-1 0 0,-1 0 0 0 0,-1-1 1 0 0,1 1-1 0 0,-1 0 0 0 0,2 8 1 0 0,-42-33-2360 0 0,27 14 2067 0 0,-1 1-1 0 0,0 0 0 0 0,-1 0 0 0 0,1 2 1 0 0,-1-1-1 0 0,1 2 0 0 0,-25-2 1 0 0,-100 4-753 0 0,111 1 989 0 0,-374 34 2450 0 0,299-23-2248 0 0,28-1-188 0 0,-122 37 1 0 0,114-26-61 0 0,51-14-878 0 0,-1-2-3783 0 0,1-1-1649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49.3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12899 0 0,'2'2'105'0'0,"0"0"0"0"0,1 1 1 0 0,-1 0-1 0 0,0 0 0 0 0,0-1 0 0 0,0 1 1 0 0,-1 0-1 0 0,1 0 0 0 0,-1 1 0 0 0,0-1 1 0 0,1 0-1 0 0,-1 0 0 0 0,-1 1 1 0 0,1-1-1 0 0,0 6 0 0 0,11 64 1003 0 0,-4 17-1155 0 0,-5-45-106 0 0,2 0 0 0 0,1-1 0 0 0,3 0 0 0 0,22 70 0 0 0,-22-93-683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49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1 108 6449 0 0,'0'-2'45'0'0,"-1"1"-1"0"0,1 0 0 0 0,0-1 1 0 0,0 1-1 0 0,0-1 0 0 0,0 1 0 0 0,0 0 1 0 0,1-1-1 0 0,-1 1 0 0 0,0-1 1 0 0,0 1-1 0 0,1 0 0 0 0,-1-1 1 0 0,1 1-1 0 0,0 0 0 0 0,-1 0 0 0 0,1-1 1 0 0,0 1-1 0 0,-1 0 0 0 0,1 0 1 0 0,0 0-1 0 0,0 0 0 0 0,0 0 1 0 0,0 0-1 0 0,0 0 0 0 0,0 0 0 0 0,1 0 1 0 0,-1 1-1 0 0,2-2 0 0 0,44-23 1479 0 0,-37 20-947 0 0,9-4 665 0 0,0 1 0 0 0,33-8 1 0 0,-45 14-909 0 0,1 0 0 0 0,0 0 0 0 0,0 1 0 0 0,0 1 0 0 0,0-1 0 0 0,0 1 0 0 0,0 0 0 0 0,0 1 1 0 0,14 3-1 0 0,-19-4-316 0 0,-1 1 1 0 0,0 0 0 0 0,0 0 0 0 0,1 0 0 0 0,-1 0 0 0 0,0 0-1 0 0,0 0 1 0 0,0 1 0 0 0,0-1 0 0 0,0 1 0 0 0,0-1 0 0 0,-1 1-1 0 0,1 0 1 0 0,0 0 0 0 0,-1 0 0 0 0,1-1 0 0 0,-1 2-1 0 0,0-1 1 0 0,2 3 0 0 0,-2-1 34 0 0,0 0-1 0 0,0 0 1 0 0,0 0-1 0 0,-1 0 1 0 0,1 0 0 0 0,-1 0-1 0 0,0 0 1 0 0,0 0-1 0 0,-1 0 1 0 0,0 7-1 0 0,-4 6 111 0 0,0 0 0 0 0,-1 1 0 0 0,0-2 0 0 0,-10 18 0 0 0,14-29-159 0 0,-22 37 228 0 0,17-31-96 0 0,0 1 0 0 0,1 0 0 0 0,0 0 0 0 0,1 0-1 0 0,-7 26 1 0 0,12-37-91 0 0,0 0-1 0 0,0 0 1 0 0,1-1-1 0 0,-1 1 1 0 0,0 0-1 0 0,1 0 1 0 0,-1 0-1 0 0,0-1 1 0 0,1 1-1 0 0,-1 0 1 0 0,1-1-1 0 0,-1 1 1 0 0,1 0-1 0 0,-1-1 1 0 0,1 1-1 0 0,0 0 1 0 0,-1-1-1 0 0,1 1 1 0 0,0-1-1 0 0,-1 1 1 0 0,1-1-1 0 0,0 0 1 0 0,0 1-1 0 0,-1-1 1 0 0,1 0-1 0 0,0 1 1 0 0,0-1-1 0 0,0 0 1 0 0,-1 0-1 0 0,1 0 1 0 0,0 1-1 0 0,0-1 1 0 0,0 0-1 0 0,0 0 1 0 0,0-1-1 0 0,-1 1 1 0 0,3 0-1 0 0,34-2 261 0 0,10-12-867 0 0,-10 2-3586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50.2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60 7834 0 0,'-1'0'105'0'0,"1"0"1"0"0,0-1-1 0 0,0 1 0 0 0,-1-1 1 0 0,1 1-1 0 0,0 0 1 0 0,0-1-1 0 0,0 1 0 0 0,0 0 1 0 0,0-1-1 0 0,-1 1 1 0 0,1-1-1 0 0,0 1 1 0 0,0-1-1 0 0,0 1 0 0 0,0 0 1 0 0,0-1-1 0 0,0 1 1 0 0,0-1-1 0 0,0 1 0 0 0,0 0 1 0 0,1-1-1 0 0,-1 1 1 0 0,0-1-1 0 0,0 1 1 0 0,0 0-1 0 0,0-1 0 0 0,0 1 1 0 0,1-1-1 0 0,-1 1 1 0 0,0 0-1 0 0,0-1 0 0 0,1 1 1 0 0,17-16 1588 0 0,21-5-990 0 0,-35 19-664 0 0,-1 1 0 0 0,0-1 0 0 0,1 1 1 0 0,-1 0-1 0 0,0 0 0 0 0,1 1 0 0 0,-1-1 0 0 0,1 1 0 0 0,0-1 0 0 0,-1 1 0 0 0,1 0 0 0 0,-1 1 0 0 0,1-1 0 0 0,6 2 0 0 0,-8-1 20 0 0,-1 0 0 0 0,1 0 0 0 0,0 0 0 0 0,-1 0 0 0 0,1 0 0 0 0,-1 0 0 0 0,0 0 0 0 0,1 1 0 0 0,-1-1 0 0 0,0 0 1 0 0,0 1-1 0 0,0-1 0 0 0,0 1 0 0 0,0-1 0 0 0,0 1 0 0 0,0 0 0 0 0,0 0 0 0 0,-1-1 0 0 0,1 1 0 0 0,-1 0 0 0 0,1 0 0 0 0,-1-1 0 0 0,0 1 0 0 0,0 0 0 0 0,0 0 0 0 0,1 0 0 0 0,-2 0 0 0 0,1 0 0 0 0,0 2 0 0 0,-11 46 567 0 0,9-41-453 0 0,-1 0 0 0 0,1 0-1 0 0,1 0 1 0 0,-1 0-1 0 0,2 1 1 0 0,-1 10-1 0 0,2-18-160 0 0,-1 0 0 0 0,1 1 0 0 0,-1-1 0 0 0,1 0 0 0 0,0 0 0 0 0,0 1 0 0 0,0-1 0 0 0,0 0 0 0 0,0 0 0 0 0,0 0 0 0 0,0 0 0 0 0,1 0 0 0 0,-1-1 0 0 0,1 1 0 0 0,0 0 0 0 0,-1-1 0 0 0,1 1 0 0 0,0-1 0 0 0,0 1 1 0 0,0-1-1 0 0,0 0 0 0 0,0 0 0 0 0,0 0 0 0 0,0 0 0 0 0,1 0 0 0 0,-1 0 0 0 0,0-1 0 0 0,1 1 0 0 0,1 0 0 0 0,2 0-156 0 0,-1 0 0 0 0,1 1 1 0 0,-1-1-1 0 0,0 1 0 0 0,0 1 1 0 0,1-1-1 0 0,-2 1 0 0 0,1 0 1 0 0,0 0-1 0 0,5 4 0 0 0,-8-4 61 0 0,1 0 0 0 0,0 1 0 0 0,-1-1 0 0 0,0 0 0 0 0,0 1 0 0 0,0 0 0 0 0,0-1 0 0 0,0 1 0 0 0,-1 0-1 0 0,0 0 1 0 0,0 0 0 0 0,0 0 0 0 0,0 0 0 0 0,0 8 0 0 0,0-3 233 0 0,1 1 0 0 0,-2-1 0 0 0,0 1 0 0 0,0-1 0 0 0,0 1 0 0 0,-2-1 0 0 0,1 1 0 0 0,-1-1-1 0 0,0 0 1 0 0,-4 10 0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50.6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14891 0 0,'0'0'332'0'0,"23"15"1065"0"0,-14-7-1235 0 0,0 1 0 0 0,-1-1 0 0 0,-1 2 1 0 0,1-1-1 0 0,-2 1 0 0 0,1 0 1 0 0,-1 0-1 0 0,-1 1 0 0 0,0 0 0 0 0,0 0 1 0 0,-1 0-1 0 0,3 15 0 0 0,-2-6-87 0 0,-2-1 0 0 0,3 28 0 0 0,-7 37-3164 0 0,0-69-2742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51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1 152 8754 0 0,'0'-4'33'0'0,"1"0"-1"0"0,1 0 1 0 0,-1 0 0 0 0,0 1 0 0 0,1-1 0 0 0,0 0 0 0 0,0 1-1 0 0,0-1 1 0 0,0 1 0 0 0,0 0 0 0 0,1 0 0 0 0,0 0-1 0 0,-1 0 1 0 0,1 0 0 0 0,0 1 0 0 0,1-1 0 0 0,3-2-1 0 0,8-4-418 0 0,0 0-1 0 0,27-11 1 0 0,-24 11 412 0 0,3 0-226 0 0,0 0 0 0 0,33-9 0 0 0,-49 17 381 0 0,1-1 0 0 0,0 1 0 0 0,0 0 0 0 0,0 0 0 0 0,0 1 0 0 0,-1 0 0 0 0,1 0 0 0 0,0 0-1 0 0,0 1 1 0 0,0-1 0 0 0,0 2 0 0 0,0-1 0 0 0,0 0 0 0 0,10 6 0 0 0,-15-6-30 0 0,1 0 1 0 0,0 0 0 0 0,-1 0-1 0 0,0 0 1 0 0,1 0-1 0 0,-1 1 1 0 0,0-1-1 0 0,1 1 1 0 0,-1-1 0 0 0,0 1-1 0 0,0-1 1 0 0,0 1-1 0 0,-1 0 1 0 0,1 0-1 0 0,0-1 1 0 0,0 1 0 0 0,-1 0-1 0 0,1 0 1 0 0,-1 0-1 0 0,0-1 1 0 0,0 1-1 0 0,1 0 1 0 0,-1 0 0 0 0,0 0-1 0 0,-1 0 1 0 0,1 0-1 0 0,0 0 1 0 0,0 0-1 0 0,-1-1 1 0 0,1 1 0 0 0,-1 0-1 0 0,0 0 1 0 0,1-1-1 0 0,-1 1 1 0 0,-2 2-1 0 0,-3 8-63 0 0,0 0 0 0 0,-2-1-1 0 0,-15 20 1 0 0,16-22-1 0 0,-22 27-42 0 0,15-20 340 0 0,0 2 0 0 0,2-1-1 0 0,-1 1 1 0 0,2 1-1 0 0,-12 27 1 0 0,22-45-317 0 0,1 1 0 0 0,-1 0 0 0 0,1-1 1 0 0,0 1-1 0 0,-1 0 0 0 0,1-1 0 0 0,0 1 0 0 0,0 0 1 0 0,0 0-1 0 0,0-1 0 0 0,0 1 0 0 0,1 0 0 0 0,-1 0 0 0 0,1-1 1 0 0,-1 1-1 0 0,1 0 0 0 0,-1-1 0 0 0,1 1 0 0 0,0-1 0 0 0,0 1 1 0 0,1 1-1 0 0,1 0 16 0 0,-1 0 0 0 0,1 0 0 0 0,0 0 0 0 0,0-1 0 0 0,0 1 0 0 0,0-1 0 0 0,1 0 0 0 0,-1 0 0 0 0,5 2 0 0 0,3 0-149 0 0,-1 0 0 0 0,1 0 0 0 0,-1-1 0 0 0,1-1 0 0 0,0 0-1 0 0,12 1 1 0 0,58-6-4753 0 0,-63 1-986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51.4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2 10138 0 0,'0'0'77'0'0,"-1"0"-1"0"0,1 1 1 0 0,0-1-1 0 0,0 0 0 0 0,-1 0 1 0 0,1 0-1 0 0,0 0 1 0 0,0 0-1 0 0,0 0 1 0 0,-1 0-1 0 0,1 1 1 0 0,0-1-1 0 0,0 0 1 0 0,0 0-1 0 0,-1 0 1 0 0,1 0-1 0 0,0 1 0 0 0,0-1 1 0 0,0 0-1 0 0,0 0 1 0 0,0 1-1 0 0,-1-1 1 0 0,1 0-1 0 0,0 0 1 0 0,0 0-1 0 0,0 1 1 0 0,0-1-1 0 0,0 0 1 0 0,0 0-1 0 0,0 1 1 0 0,0-1-1 0 0,0 0 0 0 0,0 0 1 0 0,0 1-1 0 0,0-1 1 0 0,0 0-1 0 0,0 0 1 0 0,0 1-1 0 0,0-1 1 0 0,0 0-1 0 0,0 0 1 0 0,1 1-1 0 0,-1-1 1 0 0,7 20 728 0 0,13 17-310 0 0,-18-33-307 0 0,9 14 1760 0 0,23 28 1 0 0,-31-43-1847 0 0,0 1 0 0 0,0-1 0 0 0,0 0 0 0 0,0 0 0 0 0,1 0 0 0 0,-1 0 0 0 0,1-1 0 0 0,0 0 0 0 0,0 1 0 0 0,-1-1 0 0 0,1-1 0 0 0,1 1 0 0 0,-1 0 0 0 0,8 1 0 0 0,-9-3-399 0 0,0-1 0 0 0,0 1 0 0 0,0-1 0 0 0,0 1 0 0 0,0-1 0 0 0,-1 0 1 0 0,1 0-1 0 0,0 0 0 0 0,-1-1 0 0 0,1 1 0 0 0,-1-1 0 0 0,1 1 0 0 0,-1-1 0 0 0,0 0 1 0 0,1 0-1 0 0,-1 0 0 0 0,0 0 0 0 0,2-4 0 0 0,34-47-6079 0 0,-33 45 5342 0 0,20-38-1239 0 0,5 6 16196 0 0,-26 76-11165 0 0,-4 71-1455 0 0,-2-72-1408 0 0,2-1-1 0 0,1 1 0 0 0,8 43 0 0 0,-2-47-360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52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14 11979 0 0,'-1'0'95'0'0,"1"-1"1"0"0,0 1 0 0 0,0-1 0 0 0,-1 1 0 0 0,1-1 0 0 0,0 0 0 0 0,0 1 0 0 0,0-1-1 0 0,-1 1 1 0 0,1-1 0 0 0,0 1 0 0 0,0-1 0 0 0,0 0 0 0 0,0 1 0 0 0,0-1-1 0 0,0 1 1 0 0,0-1 0 0 0,0 0 0 0 0,1 1 0 0 0,-1-1 0 0 0,0 1 0 0 0,1-2 0 0 0,12 2 1659 0 0,-12 1-1469 0 0,0 0-277 0 0,-1 0 1 0 0,0 1-1 0 0,1-1 0 0 0,-1 0 1 0 0,1 0-1 0 0,0 1 1 0 0,-1-1-1 0 0,1 0 1 0 0,0 0-1 0 0,0 0 0 0 0,0 0 1 0 0,1 2-1 0 0,9 14-17 0 0,-5 7 161 0 0,-1 0 0 0 0,-1 0 0 0 0,-2 0 0 0 0,0 46 0 0 0,1 15 237 0 0,5-21-1222 0 0,25 96 0 0 0,-30-147-395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52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0 214 9218 0 0,'0'-5'141'0'0,"1"0"0"0"0,0 0 1 0 0,-1 1-1 0 0,2-1 0 0 0,-1 1 0 0 0,0-1 1 0 0,1 1-1 0 0,0-1 0 0 0,0 1 0 0 0,0 0 0 0 0,5-7 1 0 0,38-41 1100 0 0,-29 35-1092 0 0,34-33 228 0 0,-45 46-393 0 0,0 0 1 0 0,0 0 0 0 0,0 1 0 0 0,0 0-1 0 0,1 0 1 0 0,-1 0 0 0 0,1 0 0 0 0,-1 1-1 0 0,10-2 1 0 0,-12 4 102 0 0,0 0 0 0 0,0 0 0 0 0,0 0 0 0 0,0 1 0 0 0,0-1 0 0 0,0 1 0 0 0,0 0 0 0 0,0 0 0 0 0,0 0 0 0 0,0 0 0 0 0,-1 0 0 0 0,1 1 0 0 0,0-1 0 0 0,-1 1 0 0 0,1 0 0 0 0,-1 0 0 0 0,1-1 0 0 0,-1 2 0 0 0,0-1 0 0 0,0 0 1 0 0,3 5-1 0 0,0-1 161 0 0,-1 0 0 0 0,0 0 1 0 0,0 0-1 0 0,0 0 0 0 0,-1 1 1 0 0,0-1-1 0 0,-1 1 1 0 0,3 9-1 0 0,-3-5-152 0 0,-1 1 1 0 0,-1 0 0 0 0,0-1-1 0 0,-1 1 1 0 0,0 0-1 0 0,-1-1 1 0 0,0 1 0 0 0,-1-1-1 0 0,0 1 1 0 0,-1-1-1 0 0,-9 20 1 0 0,-10 35 782 0 0,23-65-799 0 0,-1 0 0 0 0,1 0-1 0 0,-1 1 1 0 0,1-1 0 0 0,0 0 0 0 0,0 0-1 0 0,0 1 1 0 0,-1-1 0 0 0,1 0 0 0 0,0 0-1 0 0,1 1 1 0 0,-1-1 0 0 0,0 0 0 0 0,0 1-1 0 0,0-1 1 0 0,1 0 0 0 0,-1 0 0 0 0,1 0-1 0 0,-1 1 1 0 0,1-1 0 0 0,-1 0 0 0 0,1 0-1 0 0,0 0 1 0 0,0 0 0 0 0,-1 0 0 0 0,1 0-1 0 0,0 0 1 0 0,1 1 0 0 0,1-1-5 0 0,-1 0 0 0 0,1 0 0 0 0,0 0 0 0 0,-1 0 0 0 0,1 0 0 0 0,0-1 0 0 0,-1 1 0 0 0,1-1 0 0 0,0 0 0 0 0,0 0 0 0 0,-1 0 0 0 0,5-1 0 0 0,9-1 0 0 0,0-1 1 0 0,0 0 0 0 0,20-9 0 0 0,50-25-1928 0 0,-66 28 601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52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0 920 0 0,'15'6'16522'0'0,"-14"0"-17798"0"0,13 73 3601 0 0,6 29-3782 0 0,-13-81-4655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53.3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13363 0 0,'20'22'1453'0'0,"-13"-10"-1303"0"0,0 0 0 0 0,-2 0-1 0 0,1 1 1 0 0,-1 0 0 0 0,-1 0-1 0 0,0 0 1 0 0,3 21 0 0 0,6 101 719 0 0,-11-107-684 0 0,-1-21-352 0 0,1 58 292 0 0,-7-23-5379 0 0,2-27 187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53.6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1 168 9674 0 0,'0'-4'77'0'0,"0"1"0"0"0,0-1 0 0 0,0 1 0 0 0,0-1-1 0 0,0 0 1 0 0,1 1 0 0 0,0-1 0 0 0,0 1 0 0 0,0-1 0 0 0,0 1 0 0 0,0 0-1 0 0,1-1 1 0 0,-1 1 0 0 0,1 0 0 0 0,0 0 0 0 0,0 0 0 0 0,0 0 0 0 0,0 0 0 0 0,5-3-1 0 0,7-9-74 0 0,0 0-1 0 0,17-12 0 0 0,-28 25-23 0 0,3-3-96 0 0,0 0 0 0 0,0 0 0 0 0,1 1-1 0 0,0 0 1 0 0,-1 1 0 0 0,1-1 0 0 0,13-3 0 0 0,-19 6 82 0 0,1 1 1 0 0,-1 0-1 0 0,0 0 1 0 0,1-1-1 0 0,-1 1 1 0 0,0 0-1 0 0,1 0 1 0 0,-1 0-1 0 0,1 1 1 0 0,-1-1-1 0 0,0 0 1 0 0,1 0-1 0 0,-1 1 1 0 0,0-1-1 0 0,1 1 1 0 0,-1-1-1 0 0,0 1 1 0 0,0 0 0 0 0,2 0-1 0 0,-2 1 47 0 0,1-1-1 0 0,-1 1 1 0 0,0 0 0 0 0,0 0-1 0 0,0-1 1 0 0,0 1 0 0 0,0 0-1 0 0,0 0 1 0 0,0 0 0 0 0,-1 0-1 0 0,1 0 1 0 0,-1 0 0 0 0,1 0-1 0 0,-1 0 1 0 0,0 0 0 0 0,0 0-1 0 0,0 2 1 0 0,0 12 488 0 0,-2-1 0 0 0,1 1-1 0 0,-2-1 1 0 0,0 0 0 0 0,-6 16 0 0 0,5-17 217 0 0,1-1 1 0 0,0 1-1 0 0,0-1 1 0 0,1 1-1 0 0,1 0 1 0 0,1 23-1 0 0,0-36-659 0 0,0-1-1 0 0,0 1 0 0 0,0 0 0 0 0,0 0 1 0 0,1 0-1 0 0,-1-1 0 0 0,0 1 0 0 0,1 0 1 0 0,-1 0-1 0 0,0-1 0 0 0,1 1 0 0 0,-1 0 1 0 0,1-1-1 0 0,-1 1 0 0 0,1 0 0 0 0,-1-1 1 0 0,1 1-1 0 0,0-1 0 0 0,-1 1 0 0 0,1-1 0 0 0,0 1 1 0 0,-1-1-1 0 0,1 1 0 0 0,0-1 0 0 0,0 0 1 0 0,-1 1-1 0 0,1-1 0 0 0,0 0 0 0 0,0 0 1 0 0,0 1-1 0 0,-1-1 0 0 0,1 0 0 0 0,0 0 1 0 0,0 0-1 0 0,0 0 0 0 0,0 0 0 0 0,-1 0 1 0 0,1 0-1 0 0,0-1 0 0 0,0 1 0 0 0,0 0 0 0 0,-1 0 1 0 0,1-1-1 0 0,1 1 0 0 0,40-19 684 0 0,-32 13-598 0 0,13-5-37 0 0,-13 5-694 0 0,1 1 0 0 0,0 0 1 0 0,0 0-1 0 0,1 1 0 0 0,-1 1 0 0 0,21-4 0 0 0,-17 7-1158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54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78 6449 0 0,'0'0'54'0'0,"0"0"0"0"0,0 0 0 0 0,0 0 0 0 0,-1 0-1 0 0,1 0 1 0 0,0 0 0 0 0,0 0 0 0 0,0 0-1 0 0,-1 0 1 0 0,1 0 0 0 0,0 0 0 0 0,0 0 0 0 0,0 0-1 0 0,-1 0 1 0 0,1 0 0 0 0,0 0 0 0 0,0 0-1 0 0,0 0 1 0 0,-1 0 0 0 0,1 0 0 0 0,0-1 0 0 0,0 1-1 0 0,0 0 1 0 0,0 0 0 0 0,-1 0 0 0 0,1 0 0 0 0,0 0-1 0 0,0 0 1 0 0,0-1 0 0 0,0 1 0 0 0,0 0-1 0 0,-1 0 1 0 0,1 0 0 0 0,0 0 0 0 0,0-1 0 0 0,0 1-1 0 0,0 0 1 0 0,0 0 0 0 0,0 0 0 0 0,0-1 0 0 0,0 1-1 0 0,0 0 1 0 0,0 0 0 0 0,0 0 0 0 0,0-1-1 0 0,0 1 1 0 0,0 0 0 0 0,0 0 0 0 0,0 0 0 0 0,0-1-1 0 0,0 1 1 0 0,0 0 0 0 0,0 0 0 0 0,0 0 0 0 0,0-1-1 0 0,0 1 1 0 0,0 0 0 0 0,1 0 0 0 0,12-16 1920 0 0,22-13-255 0 0,-31 26-1671 0 0,0 0-1 0 0,0 0 0 0 0,0 1 1 0 0,1-1-1 0 0,-1 1 1 0 0,0 0-1 0 0,1 1 0 0 0,0-1 1 0 0,-1 1-1 0 0,1 0 1 0 0,7-1-1 0 0,-11 2-19 0 0,0 0-1 0 0,1 0 1 0 0,-1 0-1 0 0,1 0 1 0 0,-1 1-1 0 0,0-1 1 0 0,1 1-1 0 0,-1-1 1 0 0,0 1 0 0 0,0-1-1 0 0,1 1 1 0 0,-1 0-1 0 0,0-1 1 0 0,0 1-1 0 0,0 0 1 0 0,2 2 0 0 0,-1-1 53 0 0,0 0 1 0 0,-1 1 0 0 0,1-1 0 0 0,-1 0 0 0 0,0 1 0 0 0,0-1 0 0 0,0 1 0 0 0,0 0 0 0 0,0-1 0 0 0,0 1 0 0 0,0 3 0 0 0,2 24 319 0 0,-1 0 1 0 0,-1-1 0 0 0,-1 1 0 0 0,-6 33 0 0 0,2-8 1000 0 0,4-54-1339 0 0,-1 0 0 0 0,1 0 0 0 0,0 0 0 0 0,0 0 0 0 0,0 1 0 0 0,0-1-1 0 0,0 0 1 0 0,0 0 0 0 0,0 0 0 0 0,0 0 0 0 0,0 1 0 0 0,0-1 0 0 0,1 0 0 0 0,-1 0 0 0 0,0 0 0 0 0,1 0 0 0 0,-1 0-1 0 0,1 0 1 0 0,-1 0 0 0 0,1 0 0 0 0,0 0 0 0 0,-1 0 0 0 0,1 0 0 0 0,0 0 0 0 0,0 0 0 0 0,-1 0 0 0 0,1-1 0 0 0,0 1 0 0 0,0 0-1 0 0,0-1 1 0 0,0 1 0 0 0,0 0 0 0 0,0-1 0 0 0,0 1 0 0 0,0-1 0 0 0,1 0 0 0 0,-1 1 0 0 0,0-1 0 0 0,0 0 0 0 0,0 0 0 0 0,0 0-1 0 0,0 1 1 0 0,1-1 0 0 0,-1 0 0 0 0,0-1 0 0 0,0 1 0 0 0,0 0 0 0 0,0 0 0 0 0,1 0 0 0 0,-1-1 0 0 0,0 1 0 0 0,1-1 0 0 0,9-3 57 0 0,0 0 0 0 0,-1-1 0 0 0,1 0 0 0 0,11-8 0 0 0,-14 8-143 0 0,48-29-486 0 0,-23 12-157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57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27 370 11522 0 0,'-2'-1'182'0'0,"0"-1"0"0"0,0 1 0 0 0,0-1-1 0 0,0 1 1 0 0,1-1 0 0 0,-1 0 0 0 0,1 0-1 0 0,-1 0 1 0 0,1 0 0 0 0,-1 0 0 0 0,1 0-1 0 0,0 0 1 0 0,0 0 0 0 0,0 0-1 0 0,1-1 1 0 0,-1 1 0 0 0,0 0 0 0 0,1 0-1 0 0,-1-1 1 0 0,1-2 0 0 0,0 0 62 0 0,1 0 0 0 0,-1 0 0 0 0,1 0 0 0 0,0 0 0 0 0,1 0 0 0 0,-1 1 1 0 0,1-1-1 0 0,0 0 0 0 0,3-4 0 0 0,-5 8-230 0 0,0 0 1 0 0,1 1 0 0 0,-1-1-1 0 0,0 0 1 0 0,1 0 0 0 0,-1 1-1 0 0,1-1 1 0 0,-1 0 0 0 0,1 1-1 0 0,-1-1 1 0 0,1 1-1 0 0,0-1 1 0 0,-1 1 0 0 0,1-1-1 0 0,-1 1 1 0 0,1-1 0 0 0,0 1-1 0 0,0 0 1 0 0,-1-1 0 0 0,1 1-1 0 0,0 0 1 0 0,0-1 0 0 0,-1 1-1 0 0,1 0 1 0 0,0 0-1 0 0,0 0 1 0 0,-1 0 0 0 0,1 0-1 0 0,0 0 1 0 0,0 0 0 0 0,0 0-1 0 0,-1 0 1 0 0,1 0 0 0 0,0 0-1 0 0,0 1 1 0 0,0-1-1 0 0,-1 0 1 0 0,1 1 0 0 0,0-1-1 0 0,-1 0 1 0 0,1 1 0 0 0,0-1-1 0 0,-1 1 1 0 0,1-1 0 0 0,0 1-1 0 0,-1-1 1 0 0,1 1 0 0 0,-1-1-1 0 0,1 1 1 0 0,-1 0-1 0 0,1-1 1 0 0,-1 1 0 0 0,1 1-1 0 0,6 6 100 0 0,0 1 0 0 0,-1 0-1 0 0,6 12 1 0 0,-5-10 185 0 0,12 17-98 0 0,1-1 0 0 0,2-1 0 0 0,0 0 0 0 0,2-2 0 0 0,1 0 0 0 0,0-2 0 0 0,34 21 0 0 0,-59-42-171 0 0,1 0 0 0 0,0 0 0 0 0,0 0 0 0 0,0-1 0 0 0,0 1 0 0 0,0 0 0 0 0,0-1 0 0 0,0 1-1 0 0,0-1 1 0 0,0 1 0 0 0,1-1 0 0 0,-1 1 0 0 0,0-1 0 0 0,0 0 0 0 0,0 1 0 0 0,1-1 0 0 0,-1 0-1 0 0,0 0 1 0 0,0 0 0 0 0,0 0 0 0 0,1 0 0 0 0,-1 0 0 0 0,0-1 0 0 0,0 1 0 0 0,0 0 0 0 0,1-1-1 0 0,-1 1 1 0 0,0 0 0 0 0,0-1 0 0 0,0 1 0 0 0,0-1 0 0 0,0 0 0 0 0,0 1 0 0 0,0-1-1 0 0,0 0 1 0 0,0 0 0 0 0,0 0 0 0 0,0 0 0 0 0,-1 1 0 0 0,1-1 0 0 0,0 0 0 0 0,0 0 0 0 0,-1 0-1 0 0,1-1 1 0 0,-1 1 0 0 0,1 0 0 0 0,-1 0 0 0 0,1-2 0 0 0,2-7 189 0 0,-1 0 1 0 0,0-1 0 0 0,-1 1-1 0 0,0-19 1 0 0,0 18-302 0 0,-1-47 242 0 0,-7-64 0 0 0,2 72-387 0 0,3 1 0 0 0,4-65 0 0 0,2 91-876 0 0,1 1-4352 0 0,1 4-1645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57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17 9218 0 0,'-1'0'53'0'0,"1"-1"0"0"0,0 0 1 0 0,0 1-1 0 0,1-1 0 0 0,-1 0 0 0 0,0 1 1 0 0,0-1-1 0 0,0 1 0 0 0,0-1 0 0 0,0 0 1 0 0,1 1-1 0 0,-1-1 0 0 0,0 1 0 0 0,0-1 1 0 0,1 0-1 0 0,-1 1 0 0 0,1-1 0 0 0,-1 1 1 0 0,0-1-1 0 0,1 1 0 0 0,-1-1 0 0 0,1 1 1 0 0,-1 0-1 0 0,1-1 0 0 0,-1 1 0 0 0,1 0 1 0 0,-1-1-1 0 0,1 1 0 0 0,0 0 0 0 0,-1 0 1 0 0,1-1-1 0 0,-1 1 0 0 0,1 0 0 0 0,0 0 1 0 0,-1 0-1 0 0,1 0 0 0 0,0 0 0 0 0,-1 0 1 0 0,2 0-1 0 0,-1 0-37 0 0,-1 1 0 0 0,1 0 0 0 0,0 0-1 0 0,-1-1 1 0 0,1 1 0 0 0,-1 0 0 0 0,1 0 0 0 0,-1 0 0 0 0,1 0 0 0 0,-1-1 0 0 0,0 1 0 0 0,1 0 0 0 0,-1 0 0 0 0,0 0-1 0 0,0 0 1 0 0,1 0 0 0 0,-1 0 0 0 0,0 0 0 0 0,0 0 0 0 0,0 0 0 0 0,0 0 0 0 0,-1 0 0 0 0,1 0 0 0 0,0 0-1 0 0,0 0 1 0 0,0 0 0 0 0,-1 1 0 0 0,-7 22-387 0 0,-20 43 0 0 0,20-53 739 0 0,1 1 0 0 0,1-1 0 0 0,1 1 0 0 0,0 1 0 0 0,1-1 0 0 0,0 1 0 0 0,-2 27 0 0 0,6-41-275 0 0,0 0 0 0 0,1 0 0 0 0,-1 0 0 0 0,1 0 0 0 0,-1 0 0 0 0,1 0 0 0 0,0 0 0 0 0,0 0 0 0 0,0 0 0 0 0,0-1 0 0 0,0 1 0 0 0,0 0 0 0 0,0 0 0 0 0,0-1 0 0 0,1 1 0 0 0,-1-1 0 0 0,1 1 0 0 0,-1-1 0 0 0,1 0 0 0 0,-1 0 0 0 0,1 0 0 0 0,0 0 0 0 0,2 2 0 0 0,7 2 43 0 0,0 0-1 0 0,1-1 1 0 0,12 3-1 0 0,14 6-44 0 0,-32-10-107 0 0,0 0-1 0 0,-1 0 1 0 0,1 1 0 0 0,-1 0 0 0 0,0 0 0 0 0,0 0 0 0 0,0 0 0 0 0,-1 1 0 0 0,1 0 0 0 0,-1 0 0 0 0,4 7 0 0 0,-6-10 52 0 0,-1 1 0 0 0,0-1 0 0 0,0 1 0 0 0,0 0 0 0 0,-1-1 0 0 0,1 1 0 0 0,0 0 0 0 0,-1-1 0 0 0,0 1 0 0 0,0 0 0 0 0,0 0 0 0 0,0-1 0 0 0,0 1 0 0 0,0 0 0 0 0,-1-1 0 0 0,1 1 0 0 0,-1 0 0 0 0,0-1 0 0 0,0 1 0 0 0,0 0 0 0 0,0-1 0 0 0,0 1 1 0 0,-1-1-1 0 0,1 0 0 0 0,-1 1 0 0 0,1-1 0 0 0,-1 0 0 0 0,0 0 0 0 0,-2 2 0 0 0,0 0-54 0 0,0 0 1 0 0,-1-1 0 0 0,1 1-1 0 0,-1-1 1 0 0,1 0 0 0 0,-10 4-1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3:35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16432 14107 9674 0 0,'19'-20'1148'0'0,"0"0"1"0"0,1 1-1 0 0,1 0 0 0 0,25-16 0 0 0,-41 31-837 0 0,-1 1 119 0 0,1-1 0 0 0,-1 1 1 0 0,1 0-1 0 0,-1 1 0 0 0,1-1 0 0 0,9-2 0 0 0,-34 38-147 0 0,-6-9-1025 0 0,-1-1 0 0 0,-1-1 0 0 0,-1-2 0 0 0,0-1 0 0 0,-40 19 0 0 0,8-3-95 0 0,-25 16-258 0 0,-359 194-212 0 0,408-228 1547 0 0,-508 230 3014 0 0,372-179-2521 0 0,-219 57 0 0 0,-256 5-111 0 0,-7-48 975 0 0,-918-8 554 0 0,-2-136-375 0 0,208-100-1122 0 0,926 75-576 0 0,-456-155 0 0 0,-154-127-241 0 0,110-33-108 0 0,696 281 208 0 0,-399-263 0 0 0,366 178 63 0 0,8-11 0 0 0,-458-483 0 0 0,211 126 0 0 0,445 489 0 0 0,-368-445 0 0 0,293 346 0 0 0,-83-109 0 0 0,-538-881 0 0 0,748 1138 0 0 0,-337-649 0 0 0,45-74-107 0 0,223 504-259 0 0,-77-371 1 0 0,13-277-333 0 0,125 663 620 0 0,11 0 0 0 0,10-1 0 0 0,11-1 0 0 0,44-299 0 0 0,6 192 501 0 0,15 2 1 0 0,118-347-1 0 0,-141 565-346 0 0,69-135-1 0 0,85-111 139 0 0,-118 240-203 0 0,6 3 0 0 0,110-125 0 0 0,239-212-35 0 0,-107 182-49 0 0,-250 221-28 0 0,493-357-1376 0 0,-379 302 1293 0 0,50-33 16 0 0,234-132 352 0 0,-449 270-170 0 0,29-15 176 0 0,2 3-1 0 0,1 3 1 0 0,1 2-1 0 0,68-15 1 0 0,-127 37-265 0 0,42-7 304 0 0,-43 7-377 0 0,0 1-1 0 0,1 0 0 0 0,-1 0 0 0 0,1 0 0 0 0,-1 0 0 0 0,1 0 0 0 0,-1 1 0 0 0,1-1 0 0 0,-1 1 0 0 0,0 0 0 0 0,1-1 0 0 0,-1 1 1 0 0,0 0-1 0 0,0 0 0 0 0,3 2 0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3:36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16 17508 0 0,'0'0'22'0'0,"0"-1"0"0"0,0 1 1 0 0,-1 0-1 0 0,1-1 0 0 0,0 1 1 0 0,0-1-1 0 0,0 1 0 0 0,0 0 0 0 0,-1-1 1 0 0,1 1-1 0 0,0-1 0 0 0,0 1 1 0 0,0 0-1 0 0,0-1 0 0 0,0 1 0 0 0,0-1 1 0 0,0 1-1 0 0,0 0 0 0 0,0-1 1 0 0,0 1-1 0 0,0-1 0 0 0,1 1 1 0 0,-1 0-1 0 0,0-1 0 0 0,0 1 0 0 0,0-1 1 0 0,0 1-1 0 0,1 0 0 0 0,-1-1 1 0 0,0 1-1 0 0,0 0 0 0 0,1-1 0 0 0,-1 1 1 0 0,0 0-1 0 0,1-1 0 0 0,-1 1 1 0 0,0 0-1 0 0,1 0 0 0 0,-1-1 1 0 0,0 1-1 0 0,1 0 0 0 0,-1 0 0 0 0,1 0 1 0 0,26 2-965 0 0,30 18-254 0 0,141 80 759 0 0,-148-71 333 0 0,2-2 0 0 0,0-2 0 0 0,2-2 0 0 0,72 19 0 0 0,272 40-71 0 0,-352-76 321 0 0,67-1-1 0 0,-67-4 866 0 0,61 8 0 0 0,-106-8-994 0 0,0-1 0 0 0,1 0 0 0 0,-1 0 0 0 0,0 1 0 0 0,1-1 1 0 0,-1 0-1 0 0,0 1 0 0 0,0-1 0 0 0,1 1 0 0 0,-1 0 0 0 0,0-1 1 0 0,0 1-1 0 0,0 0 0 0 0,0 0 0 0 0,0 0 0 0 0,0 0 0 0 0,0 0 0 0 0,0 0 1 0 0,0 0-1 0 0,0 0 0 0 0,-1 0 0 0 0,1 0 0 0 0,0 0 0 0 0,-1 1 0 0 0,1-1 1 0 0,-1 0-1 0 0,1 0 0 0 0,-1 1 0 0 0,1-1 0 0 0,-1 0 0 0 0,0 1 1 0 0,0-1-1 0 0,0 1 0 0 0,0-1 0 0 0,0 0 0 0 0,0 1 0 0 0,0-1 0 0 0,0 0 1 0 0,-1 1-1 0 0,1-1 0 0 0,-1 2 0 0 0,-2 7 115 0 0,0 0 0 0 0,-1 0 1 0 0,-1 0-1 0 0,-7 12 0 0 0,6-11 20 0 0,-70 126 1209 0 0,37-71-883 0 0,3 1 1 0 0,-41 109-1 0 0,61-124-1012 0 0,1 1 1 0 0,-14 106-1 0 0,26-136-6739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3:40.4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 45 7834 0 0,'-27'-45'11557'0'0,"40"100"-11007"0"0,-2 0 0 0 0,3 64 0 0 0,-3-27-346 0 0,72 365 116 0 0,-58-366-485 0 0,9 40 282 0 0,-15-44-5137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3:40.8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301 250 3225 0 0,'-184'45'3972'0'0,"150"-34"-661"0"0,-49 25 0 0 0,105-40 1670 0 0,31-4-4267 0 0,463-133 1163 0 0,-483 132-1751 0 0,532-157 3 0 0,-555 163-174 0 0,-5 1-4 0 0,0 0 0 0 0,0 0 0 0 0,0 1 0 0 0,0 0 0 0 0,0 0 0 0 0,0 0 0 0 0,0 1 0 0 0,0 0 0 0 0,0-1 0 0 0,5 2 0 0 0,-9-1-59 0 0,-1 1 1 0 0,0-1-1 0 0,1 0 0 0 0,-1 1 0 0 0,0-1 1 0 0,1 1-1 0 0,-1-1 0 0 0,0 0 1 0 0,0 1-1 0 0,1-1 0 0 0,-1 1 1 0 0,0-1-1 0 0,0 1 0 0 0,0-1 1 0 0,0 0-1 0 0,0 1 0 0 0,1-1 1 0 0,-1 1-1 0 0,0-1 0 0 0,0 1 1 0 0,0-1-1 0 0,0 1 0 0 0,0-1 1 0 0,-1 1-1 0 0,1-1 0 0 0,0 1 1 0 0,0-1-1 0 0,0 1 0 0 0,0-1 1 0 0,0 0-1 0 0,-1 1 0 0 0,1-1 1 0 0,0 1-1 0 0,0-1 0 0 0,-1 0 1 0 0,1 1-1 0 0,0-1 0 0 0,-1 1 1 0 0,1-1-1 0 0,0 0 0 0 0,-1 1 1 0 0,1-1-1 0 0,0 0 0 0 0,-1 1 1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3:41.1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 75 5529 0 0,'-12'4'-231'0'0,"-14"4"6429"0"0,34-10-4350 0 0,-2 0-1392 0 0,99-35 4091 0 0,-79 25-4837 0 0,2 2 0 0 0,-1 1 0 0 0,31-6-1 0 0,-37 15-2013 0 0,-12 3 1121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3:41.4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3681 0 0,'0'1'570'0'0,"0"1"0"0"0,0-1 1 0 0,-1 1-1 0 0,1-1 0 0 0,0 0 0 0 0,0 1 1 0 0,0-1-1 0 0,0 1 0 0 0,1-1 0 0 0,-1 1 1 0 0,0-1-1 0 0,1 0 0 0 0,-1 1 1 0 0,0-1-1 0 0,1 1 0 0 0,1 1 0 0 0,11 26 1800 0 0,-2-8-1424 0 0,16 30 475 0 0,-2 0 1 0 0,23 66-1 0 0,0 60-927 0 0,-8 2 0 0 0,24 242 0 0 0,-63-417-497 0 0,1 9-156 0 0,0 0 1 0 0,-1 0-1 0 0,-1 0 1 0 0,0 1-1 0 0,0-1 1 0 0,-1 0-1 0 0,-1 0 1 0 0,-4 13-1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3:41.9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136 319 456 0 0,'-9'-1'597'0'0,"0"1"-1"0"0,0 0 1 0 0,0 1 0 0 0,1 0 0 0 0,-1 0-1 0 0,0 1 1 0 0,1 0 0 0 0,-1 0-1 0 0,1 1 1 0 0,0 0 0 0 0,-1 1-1 0 0,2 0 1 0 0,-14 8 0 0 0,20-12-566 0 0,1 0-1 0 0,0 0 1 0 0,0 0 0 0 0,0 0 0 0 0,0 0 0 0 0,0 0-1 0 0,0 0 1 0 0,-1 0 0 0 0,1 1 0 0 0,0-1-1 0 0,0 0 1 0 0,0 0 0 0 0,0 0 0 0 0,0 0 0 0 0,0 0-1 0 0,-1 0 1 0 0,1 0 0 0 0,0 0 0 0 0,0 0-1 0 0,0 0 1 0 0,0 0 0 0 0,0 1 0 0 0,0-1 0 0 0,0 0-1 0 0,0 0 1 0 0,0 0 0 0 0,-1 0 0 0 0,1 0-1 0 0,0 0 1 0 0,0 0 0 0 0,0 1 0 0 0,0-1 0 0 0,0 0-1 0 0,0 0 1 0 0,0 0 0 0 0,0 0 0 0 0,0 0-1 0 0,0 1 1 0 0,0-1 0 0 0,0 0 0 0 0,0 0-1 0 0,0 0 1 0 0,0 0 0 0 0,0 0 0 0 0,0 1 0 0 0,0-1-1 0 0,0 0 1 0 0,0 0 0 0 0,1 0 0 0 0,-1 0-1 0 0,0 0 1 0 0,0 0 0 0 0,0 0 0 0 0,0 1 0 0 0,0-1-1 0 0,0 0 1 0 0,0 0 0 0 0,0 0 0 0 0,0 0-1 0 0,1 0 1 0 0,-1 0 0 0 0,13 1 607 0 0,16-4-311 0 0,113-37 1993 0 0,52-10-361 0 0,209-12 360 0 0,-230 36-2030 0 0,168-35 22 0 0,-250 36-289 0 0,137-34-35 0 0,-164 46 525 0 0,104-8 1 0 0,-113 22 151 0 0,-51-1-765 0 0,-1 0 1 0 0,0 1 0 0 0,1 0 0 0 0,-1-1-1 0 0,0 1 1 0 0,0 1 0 0 0,1-1 0 0 0,-1 0-1 0 0,0 1 1 0 0,0-1 0 0 0,0 1 0 0 0,-1 0-1 0 0,1 0 1 0 0,2 3 0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3:43.7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2761 0 0,'0'2'701'0'0,"1"3"-190"0"0,0 0 1 0 0,1 0-1 0 0,0 0 0 0 0,0 0 1 0 0,0 0-1 0 0,1 0 0 0 0,0 0 1 0 0,4 5-1 0 0,4 10 427 0 0,16 32 725 0 0,56 121 2207 0 0,-67-133-3401 0 0,-1 0-1 0 0,13 64 1 0 0,-10 3-632 0 0,11 47 770 0 0,-25-138-1232 0 0,2 1 0 0 0,0-1 0 0 0,1 0 0 0 0,0-1 1 0 0,1 0-1 0 0,1 0 0 0 0,11 14 0 0 0,-3-7-4272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3:44.5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125 1 4489 0 0,'-11'0'328'0'0,"0"2"1"0"0,1-1-1 0 0,-1 1 1 0 0,1 1-1 0 0,-14 5 0 0 0,-24 12 4109 0 0,86-36-897 0 0,-30 13-3460 0 0,0 0-1 0 0,0 1 1 0 0,0 1 0 0 0,0-1 0 0 0,1 1 0 0 0,-1 1 0 0 0,1-1 0 0 0,-1 1 0 0 0,13 2 0 0 0,-21-2-87 0 0,1 0 0 0 0,-1 0-1 0 0,1 1 1 0 0,-1-1-1 0 0,0 0 1 0 0,1 0 0 0 0,-1 0-1 0 0,0 0 1 0 0,1 1 0 0 0,-1-1-1 0 0,0 0 1 0 0,1 0 0 0 0,-1 0-1 0 0,0 1 1 0 0,0-1 0 0 0,1 0-1 0 0,-1 1 1 0 0,0-1-1 0 0,0 0 1 0 0,1 1 0 0 0,-1-1-1 0 0,0 0 1 0 0,0 1 0 0 0,0-1-1 0 0,0 0 1 0 0,1 1 0 0 0,-1-1-1 0 0,0 1 1 0 0,0-1-1 0 0,0 0 1 0 0,0 1 0 0 0,-3 17-153 0 0,-14 18-148 0 0,14-32 218 0 0,-20 38 150 0 0,14-28 9 0 0,0 1-1 0 0,1-1 1 0 0,1 2-1 0 0,0-1 1 0 0,1 1-1 0 0,1 0 0 0 0,-6 30 1 0 0,11-45-65 0 0,-1-1 0 0 0,1 1 0 0 0,0 0-1 0 0,0 0 1 0 0,0 0 0 0 0,0 0 0 0 0,0 0 0 0 0,0 0 0 0 0,1 0 0 0 0,-1 0 0 0 0,0 0 0 0 0,0 0-1 0 0,1-1 1 0 0,-1 1 0 0 0,0 0 0 0 0,1 0 0 0 0,-1 0 0 0 0,1 0 0 0 0,-1-1 0 0 0,1 1 0 0 0,0 0-1 0 0,-1-1 1 0 0,1 1 0 0 0,-1 0 0 0 0,3 0 0 0 0,-2 0 6 0 0,1-1 0 0 0,-1 1 0 0 0,1-1 1 0 0,-1 0-1 0 0,1 0 0 0 0,-1 0 0 0 0,1 0 0 0 0,-1 0 0 0 0,1 0 0 0 0,-1 0 1 0 0,1 0-1 0 0,0 0 0 0 0,-1-1 0 0 0,2 0 0 0 0,9-3-35 0 0,-1-1-1 0 0,1 0 1 0 0,12-9 0 0 0,-14 8-230 0 0,-2 2 186 0 0,0 0 1 0 0,0 1-1 0 0,0 0 0 0 0,14-4 0 0 0,-21 7 67 0 0,0 0 0 0 0,0 0 1 0 0,0-1-1 0 0,0 1 0 0 0,0 0 0 0 0,0 0 0 0 0,0 0 0 0 0,0 0 0 0 0,0 1 1 0 0,0-1-1 0 0,0 0 0 0 0,0 0 0 0 0,0 1 0 0 0,0-1 0 0 0,0 0 0 0 0,0 1 1 0 0,0-1-1 0 0,0 1 0 0 0,1 0 0 0 0,-1 0 2 0 0,-1 1 0 0 0,1-1 1 0 0,-1 0-1 0 0,1 0 0 0 0,-1 0 0 0 0,1 0 1 0 0,-1 1-1 0 0,0-1 0 0 0,0 0 0 0 0,0 0 1 0 0,1 1-1 0 0,-1-1 0 0 0,0 0 0 0 0,0 0 0 0 0,-1 1 1 0 0,1-1-1 0 0,0 0 0 0 0,0 0 0 0 0,-1 0 1 0 0,1 1-1 0 0,-1 0 0 0 0,-4 12 115 0 0,-1 0 0 0 0,0 0 0 0 0,-1-1 0 0 0,-17 25 0 0 0,17-28-100 0 0,1 0 0 0 0,-1 0 0 0 0,2 0 0 0 0,-1 1 0 0 0,2 0 0 0 0,-1 0 0 0 0,1 0 1 0 0,1 0-1 0 0,-2 13 0 0 0,5-23-18 0 0,0 1 1 0 0,-1-1 0 0 0,1 0-1 0 0,1 0 1 0 0,-1 1 0 0 0,0-1-1 0 0,0 0 1 0 0,0 0 0 0 0,1 0 0 0 0,-1 1-1 0 0,0-1 1 0 0,1 0 0 0 0,-1 0-1 0 0,1 0 1 0 0,0 0 0 0 0,-1 0-1 0 0,1 0 1 0 0,0 0 0 0 0,0 0 0 0 0,-1 0-1 0 0,1 0 1 0 0,0 0 0 0 0,0 0-1 0 0,0-1 1 0 0,0 1 0 0 0,0 0-1 0 0,0-1 1 0 0,0 1 0 0 0,1-1-1 0 0,-1 1 1 0 0,0-1 0 0 0,0 1 0 0 0,0-1-1 0 0,0 0 1 0 0,1 0 0 0 0,-1 0-1 0 0,0 1 1 0 0,0-1 0 0 0,1 0-1 0 0,-1 0 1 0 0,0-1 0 0 0,3 1 0 0 0,8-1-171 0 0,0-1 0 0 0,0 0 1 0 0,20-6-1 0 0,-10 2-331 0 0,-19 5 442 0 0,-1 1 0 0 0,1-1-1 0 0,0 1 1 0 0,-1 0 0 0 0,1 0 0 0 0,-1 0 0 0 0,1 0 0 0 0,-1 0-1 0 0,1 1 1 0 0,-1-1 0 0 0,1 1 0 0 0,-1-1 0 0 0,1 1 0 0 0,-1 0-1 0 0,1 0 1 0 0,-1 0 0 0 0,0 0 0 0 0,3 2 0 0 0,-4-2 23 0 0,0 1 1 0 0,-1-1 0 0 0,1 1 0 0 0,0-1 0 0 0,-1 0-1 0 0,1 1 1 0 0,-1-1 0 0 0,1 1 0 0 0,-1-1 0 0 0,0 1-1 0 0,0 0 1 0 0,1-1 0 0 0,-1 1 0 0 0,0-1 0 0 0,0 1-1 0 0,-1-1 1 0 0,1 1 0 0 0,0-1 0 0 0,0 1-1 0 0,-1-1 1 0 0,1 1 0 0 0,-1-1 0 0 0,1 1 0 0 0,-1-1-1 0 0,0 1 1 0 0,0-1 0 0 0,0 0 0 0 0,1 0 0 0 0,-1 1-1 0 0,-2 1 1 0 0,0 1-110 0 0,-1 2-474 0 0,0 1 0 0 0,0 0-1 0 0,0 0 1 0 0,-4 12 0 0 0,7-12-170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3:45.2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1396 7 3225 0 0,'6'-2'629'0'0,"-1"1"0"0"0,0 0 0 0 0,1 0 0 0 0,-1 0-1 0 0,1 1 1 0 0,0 0 0 0 0,-1 0 0 0 0,1 0 0 0 0,-1 1 0 0 0,9 1 0 0 0,-11 0-291 0 0,0-1 0 0 0,0 1 0 0 0,0-1 0 0 0,0 1 0 0 0,0 0-1 0 0,0 0 1 0 0,0 0 0 0 0,0 1 0 0 0,-1-1 0 0 0,1 1 0 0 0,-1 0 0 0 0,0-1-1 0 0,0 1 1 0 0,0 0 0 0 0,0 0 0 0 0,0 0 0 0 0,2 7 0 0 0,20 49 1235 0 0,30 122 1 0 0,-39-121-1115 0 0,3-1-1 0 0,30 69 1 0 0,-15-50 70 0 0,36 139 0 0 0,-55-172-482 0 0,-11-33-39 0 0,1-1 0 0 0,1 1 0 0 0,6 11 0 0 0,-9-19-6 0 0,0 0 1 0 0,1 0 0 0 0,-1 0-1 0 0,1-1 1 0 0,0 1 0 0 0,0-1-1 0 0,1 0 1 0 0,-1 0 0 0 0,1 0-1 0 0,-1 0 1 0 0,7 3 0 0 0,-9-5-3 0 0,-13 13 0 0 0,3-7-9 0 0,-1 0-1 0 0,0 0 1 0 0,0-1 0 0 0,0 0 0 0 0,-1-1 0 0 0,1 0-1 0 0,-1-1 1 0 0,-1 0 0 0 0,1-1 0 0 0,0 0 0 0 0,-1-1 0 0 0,-12 1-1 0 0,-18 6-6 0 0,-259 89 213 0 0,5-1-28 0 0,34-18-171 0 0,107-29-42 0 0,104-38 57 0 0,0-2-1 0 0,-58 4 1 0 0,53-7 4 0 0,-79 18 0 0 0,97-15-45 0 0,15-2-416 0 0,-1-1 0 0 0,0-2 0 0 0,-1 0 0 0 0,1-2-1 0 0,-1 0 1 0 0,-25-1 0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3:47.2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132 373 1696 0 0,'-9'1'413'0'0,"0"1"0"0"0,0 0 0 0 0,0 0 0 0 0,1 1 0 0 0,-1 0 0 0 0,1 1-1 0 0,0-1 1 0 0,-8 6 0 0 0,-30 12 1239 0 0,50-19-869 0 0,12-3-588 0 0,36-16 380 0 0,0-2 1 0 0,51-28-1 0 0,-43 20-190 0 0,72-25 0 0 0,132-16 136 0 0,-102 29-218 0 0,50-8-204 0 0,41-11 172 0 0,-218 48-160 0 0,1-1 198 0 0,1 1 1 0 0,65-8-1 0 0,-100 18-275 0 0,0 0 0 0 0,0 0 0 0 0,0 0 1 0 0,0 0-1 0 0,0 0 0 0 0,0 0 0 0 0,0 0 1 0 0,0 1-1 0 0,0-1 0 0 0,0 1 0 0 0,0-1 1 0 0,0 1-1 0 0,0 0 0 0 0,0 0 0 0 0,0 0 1 0 0,1 1-1 0 0,-2-1-160 0 0,-1 0 1 0 0,1 0 0 0 0,-1 0-1 0 0,1 0 1 0 0,-1-1-1 0 0,1 1 1 0 0,-1 0-1 0 0,0 0 1 0 0,1 0 0 0 0,-1 0-1 0 0,0 1 1 0 0,0-1-1 0 0,0 0 1 0 0,0 0-1 0 0,1 0 1 0 0,-2 0 0 0 0,1 0-1 0 0,0 0 1 0 0,0 0-1 0 0,0 0 1 0 0,0 0 0 0 0,-1 0-1 0 0,1 0 1 0 0,0 0-1 0 0,-1 0 1 0 0,1 0-1 0 0,-1 0 1 0 0,1 0 0 0 0,-1 0-1 0 0,-1 1 1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3:47.6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 6913 0 0,'5'-4'6264'0'0,"8"15"-4976"0"0,10 19-1151 0 0,5 16 850 0 0,-2 1 0 0 0,36 97 0 0 0,-45-103-786 0 0,117 330 630 0 0,-112-292-651 0 0,-4 2 0 0 0,15 145 0 0 0,-28-170-163 0 0,5 123 10 0 0,-10-176-7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3:48.8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806 0 3225 0 0,'-3'0'269'0'0,"-1"1"0"0"0,1-1 1 0 0,0 0-1 0 0,0 1 0 0 0,0 0 1 0 0,0 0-1 0 0,0 0 0 0 0,0 0 1 0 0,0 0-1 0 0,0 0 1 0 0,0 1-1 0 0,0 0 0 0 0,1-1 1 0 0,-6 5-1 0 0,5-3 114 0 0,0-1-1 0 0,0 1 1 0 0,0 0 0 0 0,0-1-1 0 0,0 1 1 0 0,0 1 0 0 0,1-1-1 0 0,-1 0 1 0 0,1 1 0 0 0,0-1 0 0 0,-2 6-1 0 0,4-8-343 0 0,0-1 0 0 0,-1 0-1 0 0,1 1 1 0 0,0-1 0 0 0,0 0-1 0 0,0 1 1 0 0,0-1 0 0 0,0 0 0 0 0,0 1-1 0 0,0-1 1 0 0,0 0 0 0 0,0 1 0 0 0,0-1-1 0 0,0 0 1 0 0,1 1 0 0 0,-1-1-1 0 0,0 0 1 0 0,0 1 0 0 0,0-1 0 0 0,0 0-1 0 0,0 1 1 0 0,1-1 0 0 0,-1 0-1 0 0,0 0 1 0 0,0 1 0 0 0,1-1 0 0 0,-1 0-1 0 0,0 0 1 0 0,0 1 0 0 0,1-1-1 0 0,-1 0 1 0 0,0 0 0 0 0,0 0 0 0 0,1 1-1 0 0,0-1 1 0 0,15 1 642 0 0,15-8 62 0 0,17-12 1 0 0,25-8-185 0 0,-67 25-523 0 0,1 0-1 0 0,-1 1 0 0 0,1 0 1 0 0,0 0-1 0 0,-1 1 0 0 0,1 0 1 0 0,-1 0-1 0 0,1 0 0 0 0,7 2 0 0 0,-14-2-36 0 0,1 0-1 0 0,-1 0 0 0 0,1 0 0 0 0,-1 1 0 0 0,1-1 0 0 0,-1 0 0 0 0,1 0 1 0 0,-1 0-1 0 0,1 1 0 0 0,-1-1 0 0 0,0 0 0 0 0,1 0 0 0 0,-1 1 0 0 0,1-1 0 0 0,-1 0 1 0 0,0 1-1 0 0,1-1 0 0 0,-1 1 0 0 0,0-1 0 0 0,1 0 0 0 0,-1 1 0 0 0,0-1 0 0 0,0 1 1 0 0,1-1-1 0 0,-1 1 0 0 0,0-1 0 0 0,0 1 0 0 0,0-1 0 0 0,0 1 0 0 0,1 0 0 0 0,-7 18-292 0 0,-22 19-778 0 0,24-33 807 0 0,-11 12 113 0 0,10-12 147 0 0,-1 1-1 0 0,1 0 1 0 0,0 0 0 0 0,0 1 0 0 0,0 0 0 0 0,1 0-1 0 0,0 0 1 0 0,1 0 0 0 0,0 0 0 0 0,-4 12-1 0 0,7-18 8 0 0,0 0-1 0 0,1 0 1 0 0,-1 0-1 0 0,0 0 1 0 0,0 0-1 0 0,1 0 1 0 0,-1 0-1 0 0,0-1 1 0 0,1 1-1 0 0,-1 0 1 0 0,1 0-1 0 0,-1 0 1 0 0,1 0-1 0 0,0-1 1 0 0,-1 1-1 0 0,1 0 1 0 0,0-1-1 0 0,-1 1 0 0 0,1 0 1 0 0,0-1-1 0 0,0 1 1 0 0,-1-1-1 0 0,1 1 1 0 0,0-1-1 0 0,0 0 1 0 0,0 1-1 0 0,0-1 1 0 0,0 0-1 0 0,0 0 1 0 0,0 1-1 0 0,0-1 1 0 0,0 0-1 0 0,0 0 1 0 0,-1 0-1 0 0,1 0 1 0 0,0 0-1 0 0,2 0 1 0 0,45-2-232 0 0,-37 1 151 0 0,-11 1 78 0 0,7-1-47 0 0,0 1 1 0 0,0 0-1 0 0,0 0 1 0 0,0 0-1 0 0,0 1 1 0 0,11 3-1 0 0,-17-4 42 0 0,0 0 0 0 0,0 1 0 0 0,0-1-1 0 0,0 1 1 0 0,0-1 0 0 0,0 1 0 0 0,0 0 0 0 0,0-1-1 0 0,-1 1 1 0 0,1 0 0 0 0,0 0 0 0 0,0 0 0 0 0,-1-1 0 0 0,1 1-1 0 0,0 0 1 0 0,-1 0 0 0 0,1 0 0 0 0,-1 0 0 0 0,1 1-1 0 0,0 0 12 0 0,-1 1-1 0 0,0-1 1 0 0,0 0-1 0 0,0 0 1 0 0,0 0-1 0 0,0 0 0 0 0,0 0 1 0 0,0 0-1 0 0,-1 1 1 0 0,1-1-1 0 0,-1 0 0 0 0,0 0 1 0 0,-1 3-1 0 0,-34 64 584 0 0,27-53-543 0 0,0-1 1 0 0,1 1-1 0 0,-10 28 1 0 0,18-42-155 0 0,-1-1 0 0 0,1 0 0 0 0,-1 0-1 0 0,1 0 1 0 0,-1 0 0 0 0,1 1 0 0 0,0-1 0 0 0,0 0 0 0 0,0 0 0 0 0,0 0 0 0 0,0 1 0 0 0,0-1 0 0 0,0 0 0 0 0,0 0 0 0 0,0 1 0 0 0,0-1 0 0 0,1 0-1 0 0,-1 0 1 0 0,0 0 0 0 0,1 1 0 0 0,-1-1 0 0 0,1 0 0 0 0,0 0 0 0 0,-1 0 0 0 0,1 0 0 0 0,0 0 0 0 0,-1 0 0 0 0,1 0 0 0 0,0 0 0 0 0,0 0 0 0 0,0-1-1 0 0,0 1 1 0 0,0 0 0 0 0,0 0 0 0 0,0-1 0 0 0,0 1 0 0 0,0-1 0 0 0,0 1 0 0 0,1-1 0 0 0,-1 1 0 0 0,1-1 0 0 0,7 2-316 0 0,-1-2 0 0 0,1 1 1 0 0,-1-1-1 0 0,1 0 0 0 0,11-2 0 0 0,22 1 1772 0 0,-35 2-1164 0 0,0 1 1 0 0,0 0-1 0 0,0 1 0 0 0,0-1 0 0 0,0 1 0 0 0,0 1 0 0 0,-1-1 0 0 0,0 1 1 0 0,0 0-1 0 0,0 1 0 0 0,0-1 0 0 0,-1 1 0 0 0,1 0 0 0 0,-1 1 1 0 0,0-1-1 0 0,-1 1 0 0 0,1 0 0 0 0,-1 0 0 0 0,-1 0 0 0 0,4 8 1 0 0,5 13 1321 0 0,-2 0 0 0 0,-1 0 0 0 0,11 54 1 0 0,3 12-5 0 0,-13-69-1475 0 0,1-1-1 0 0,1 0 0 0 0,1 0 0 0 0,1-1 1 0 0,22 26-1 0 0,-15-19 23 0 0,35 60 0 0 0,-54-84 0 0 0,1 0 0 0 0,-1 0 0 0 0,0 0 0 0 0,0 0 0 0 0,-1 1 0 0 0,0-1-1 0 0,1 1 1 0 0,-2-1 0 0 0,1 1 0 0 0,-1-1 0 0 0,0 1 0 0 0,0-1 0 0 0,-1 11 0 0 0,0-13-20 0 0,-1 0 0 0 0,1 0 0 0 0,0 0 0 0 0,-1 0 1 0 0,1 0-1 0 0,-1 0 0 0 0,0 0 0 0 0,0-1 1 0 0,0 1-1 0 0,0-1 0 0 0,-1 1 0 0 0,1-1 1 0 0,-1 0-1 0 0,1 0 0 0 0,-1 0 0 0 0,0 0 1 0 0,0 0-1 0 0,0-1 0 0 0,0 1 0 0 0,0-1 1 0 0,0 0-1 0 0,0 0 0 0 0,0 0 0 0 0,-4 0 1 0 0,-28 6 174 0 0,-60 4 0 0 0,63-9-140 0 0,0 2 0 0 0,-53 13-1 0 0,-174 78 54 0 0,169-58-114 0 0,30-17-24 0 0,-1-3 0 0 0,-82 13 0 0 0,-30 7 19 0 0,142-28-8 0 0,1 1 0 0 0,0 1 0 0 0,-43 24-1 0 0,15 0-1689 0 0,42-23-421 0 0,0-2 0 0 0,-1 0 0 0 0,0-1 1 0 0,-29 10-1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3:49.6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78 4609 0 0,'-1'0'178'0'0,"0"0"0"0"0,1 0-1 0 0,-1 0 1 0 0,0-1 0 0 0,0 1 0 0 0,1 0 0 0 0,-1-1-1 0 0,0 1 1 0 0,1-1 0 0 0,-1 1 0 0 0,0 0-1 0 0,1-1 1 0 0,-1 1 0 0 0,1-1 0 0 0,-1 0 0 0 0,1 1-1 0 0,-1-1 1 0 0,1 1 0 0 0,-1-1 0 0 0,1 0 0 0 0,0 0-1 0 0,-1 1 1 0 0,1-1 0 0 0,0 0 0 0 0,0 1-1 0 0,-1-1 1 0 0,1 0 0 0 0,0 0 0 0 0,0 1 0 0 0,0-1-1 0 0,0 0 1 0 0,0 0 0 0 0,0 0 0 0 0,0 0 0 0 0,1-1 30 0 0,0 0 1 0 0,1 1-1 0 0,-1-1 1 0 0,0 1-1 0 0,1-1 1 0 0,-1 1-1 0 0,1 0 1 0 0,-1-1-1 0 0,1 1 1 0 0,0 0-1 0 0,-1 0 1 0 0,5-1-1 0 0,9-5 361 0 0,0 1 0 0 0,22-6 0 0 0,-16 8-400 0 0,1 0 1 0 0,-1 1 0 0 0,1 1 0 0 0,-1 1 0 0 0,1 1-1 0 0,0 1 1 0 0,-1 1 0 0 0,1 1 0 0 0,-1 1 0 0 0,1 0 0 0 0,30 12-1 0 0,-30-8-4 0 0,0 1 0 0 0,-1 1 0 0 0,0 1 0 0 0,-1 0 0 0 0,0 2 0 0 0,-1 0 0 0 0,-1 1-1 0 0,0 1 1 0 0,0 1 0 0 0,23 28 0 0 0,-28-26-152 0 0,-1 0 1 0 0,-1 1-1 0 0,0 1 0 0 0,-2 0 1 0 0,0 0-1 0 0,-1 1 0 0 0,-1 0 0 0 0,7 36 1 0 0,-1 19 67 0 0,3 88 1 0 0,-11-96-69 0 0,8 631-181 0 0,-4-44 16 0 0,3-414 716 0 0,-12-190-333 0 0,-2 1 1 0 0,-16 84 0 0 0,12-103 362 0 0,-2 49-1 0 0,7-32-8652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3:50.0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82 166 4897 0 0,'-28'-23'761'0'0,"23"20"-237"0"0,1 1 0 0 0,0-1 0 0 0,0 0 0 0 0,0-1 0 0 0,1 1 0 0 0,-1-1 0 0 0,1 1 0 0 0,0-1 0 0 0,0 0 0 0 0,0 0 0 0 0,0 0 0 0 0,1-1 0 0 0,0 1 0 0 0,-3-9 0 0 0,4 13-473 0 0,1 0 1 0 0,0 0 0 0 0,0-1-1 0 0,0 1 1 0 0,0 0 0 0 0,0-1 0 0 0,0 1-1 0 0,0 0 1 0 0,-1-1 0 0 0,1 1-1 0 0,0 0 1 0 0,0 0 0 0 0,0-1 0 0 0,0 1-1 0 0,0 0 1 0 0,1-1 0 0 0,-1 1-1 0 0,0 0 1 0 0,0-1 0 0 0,0 1-1 0 0,0 0 1 0 0,0 0 0 0 0,0-1 0 0 0,0 1-1 0 0,1 0 1 0 0,-1-1 0 0 0,0 1-1 0 0,0 0 1 0 0,0 0 0 0 0,1-1 0 0 0,-1 1-1 0 0,0 0 1 0 0,0 0 0 0 0,0 0-1 0 0,1 0 1 0 0,-1-1 0 0 0,0 1 0 0 0,1 0-1 0 0,-1 0 1 0 0,0 0 0 0 0,0 0-1 0 0,1 0 1 0 0,-1 0 0 0 0,0 0 0 0 0,1-1-1 0 0,-1 1 1 0 0,0 0 0 0 0,1 0-1 0 0,-1 0 1 0 0,0 0 0 0 0,1 0-1 0 0,-1 1 1 0 0,0-1 0 0 0,0 0 0 0 0,1 0-1 0 0,-1 0 1 0 0,0 0 0 0 0,1 0-1 0 0,-1 0 1 0 0,0 0 0 0 0,0 1 0 0 0,1-1-1 0 0,-1 0 1 0 0,0 0 0 0 0,0 0-1 0 0,1 1 1 0 0,-1-1 0 0 0,0 0 0 0 0,0 0-1 0 0,19 15 1389 0 0,-11 0-1024 0 0,0 1-1 0 0,-1 0 0 0 0,10 32 1 0 0,-11-28-277 0 0,1-1 1 0 0,19 38-1 0 0,-23-52-121 0 0,-1-1-1 0 0,1 1 0 0 0,1-1 1 0 0,-1 0-1 0 0,1 0 1 0 0,0 0-1 0 0,-1 0 1 0 0,2-1-1 0 0,-1 1 1 0 0,0-1-1 0 0,1 0 1 0 0,-1 0-1 0 0,1-1 0 0 0,0 1 1 0 0,0-1-1 0 0,6 1 1 0 0,-7-2 21 0 0,-1-1-1 0 0,1 1 1 0 0,0-1 0 0 0,0 0 0 0 0,-1 0 0 0 0,1-1-1 0 0,0 1 1 0 0,0-1 0 0 0,-1 0 0 0 0,1 0 0 0 0,0 0-1 0 0,-1 0 1 0 0,1-1 0 0 0,-1 0 0 0 0,0 1 0 0 0,1-1-1 0 0,-1 0 1 0 0,0-1 0 0 0,0 1 0 0 0,0 0 0 0 0,-1-1-1 0 0,1 0 1 0 0,0 0 0 0 0,2-4 0 0 0,8-10 146 0 0,-1 1-1 0 0,0-2 1 0 0,10-21 0 0 0,-17 29-174 0 0,29-59 148 0 0,7-13-325 0 0,-7 32-6119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3:51.4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 41 4609 0 0,'-27'-41'6675'0'0,"50"93"-1355"0"0,2 44-4480 0 0,-13-47 96 0 0,22 98 444 0 0,-18-73-1250 0 0,36 107 0 0 0,-49-174-542 0 0,9 22-776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3:51.8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10 131 1840 0 0,'8'-13'531'0'0,"0"0"0"0"0,1 1 0 0 0,1-1 0 0 0,0 2-1 0 0,0 0 1 0 0,1 0 0 0 0,1 0 0 0 0,19-12-1 0 0,-30 22-370 0 0,1-1 0 0 0,-1 1 0 0 0,1 0 0 0 0,0 0 0 0 0,-1 0 0 0 0,1 0-1 0 0,0 0 1 0 0,0 0 0 0 0,0 1 0 0 0,-1-1 0 0 0,1 0 0 0 0,0 1 0 0 0,0 0-1 0 0,0-1 1 0 0,0 1 0 0 0,0 0 0 0 0,0 0 0 0 0,0 0 0 0 0,3 1 0 0 0,-4-1-94 0 0,0 1 0 0 0,0 0 0 0 0,0 0 0 0 0,0 0 0 0 0,0 0 0 0 0,0 1 0 0 0,0-1 0 0 0,0 0 1 0 0,0 0-1 0 0,0 0 0 0 0,-1 1 0 0 0,1-1 0 0 0,-1 0 0 0 0,1 1 0 0 0,-1-1 0 0 0,1 1 1 0 0,-1-1-1 0 0,0 0 0 0 0,0 1 0 0 0,1-1 0 0 0,-1 1 0 0 0,0-1 0 0 0,-1 1 0 0 0,1-1 1 0 0,0 1-1 0 0,-1 1 0 0 0,0 15 95 0 0,-2-1-1 0 0,0 1 1 0 0,-1 0 0 0 0,0-1 0 0 0,-10 21-1 0 0,-39 82-80 0 0,52-118-80 0 0,-35 62-331 0 0,22-40 1991 0 0,-21 48 1 0 0,35-72-1596 0 0,-1 1-1 0 0,1 0 1 0 0,0 0 0 0 0,0-1 0 0 0,-1 1-1 0 0,1 0 1 0 0,0 0 0 0 0,0-1-1 0 0,0 1 1 0 0,0 0 0 0 0,0 0 0 0 0,0 0-1 0 0,0-1 1 0 0,0 1 0 0 0,0 0 0 0 0,0 0-1 0 0,0 0 1 0 0,1-1 0 0 0,-1 1-1 0 0,0 0 1 0 0,0 0 0 0 0,1-1 0 0 0,-1 1-1 0 0,1 0 1 0 0,-1-1 0 0 0,0 1-1 0 0,1 0 1 0 0,0 0 0 0 0,1 0 7 0 0,-1 0 0 0 0,1-1-1 0 0,-1 1 1 0 0,1 0 0 0 0,-1-1 0 0 0,1 1 0 0 0,-1-1 0 0 0,1 1 0 0 0,0-1 0 0 0,0 0-1 0 0,-1 0 1 0 0,3 0 0 0 0,5 0 67 0 0,-1 0 0 0 0,0-1 0 0 0,0 0 0 0 0,11-4 0 0 0,45-17 243 0 0,20-5-1751 0 0,-72 25 414 0 0,0 0 0 0 0,-1 0-1 0 0,15 1 1 0 0,-6 1-4383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3:52.0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9674 0 0,'1'12'1389'0'0,"1"0"1"0"0,0 0-1 0 0,1 0 0 0 0,5 13 1 0 0,0 4 309 0 0,3 17-301 0 0,-3-10-1267 0 0,2-1 0 0 0,22 57 0 0 0,-23-74-1086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3:52.3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4 184 7370 0 0,'0'0'65'0'0,"0"0"1"0"0,-1 0 0 0 0,1 0-1 0 0,0 0 1 0 0,0-1 0 0 0,0 1-1 0 0,-1 0 1 0 0,1 0 0 0 0,0 0 0 0 0,0-1-1 0 0,0 1 1 0 0,-1 0 0 0 0,1 0-1 0 0,0 0 1 0 0,0-1 0 0 0,0 1-1 0 0,0 0 1 0 0,0 0 0 0 0,-1-1 0 0 0,1 1-1 0 0,0 0 1 0 0,0-1 0 0 0,0 1-1 0 0,0 0 1 0 0,0 0 0 0 0,0-1-1 0 0,0 1 1 0 0,0 0 0 0 0,0-1-1 0 0,0 1 1 0 0,0 0 0 0 0,0 0 0 0 0,0-1-1 0 0,0 1 1 0 0,1 0 0 0 0,-1-1-1 0 0,0 1 1 0 0,0 0 0 0 0,0 0-1 0 0,0-1 1 0 0,0 1 0 0 0,1 0 0 0 0,-1 0-1 0 0,16-16 1985 0 0,32-15 404 0 0,-37 24-1888 0 0,58-43 1421 0 0,-45 31-3884 0 0,41-24 0 0 0,-51 36-3144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3:52.8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6913 0 0,'1'4'378'0'0,"0"0"0"0"0,0 0-1 0 0,1 0 1 0 0,-1 0 0 0 0,1 0 0 0 0,0-1-1 0 0,0 1 1 0 0,3 4 0 0 0,8 15 1241 0 0,2 27 768 0 0,-3 0 0 0 0,10 74 0 0 0,-15-73-2135 0 0,3 1 0 0 0,21 68-1 0 0,-19-88-1672 0 0,0 0-5187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3:53.0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9 11522 0 0,'-1'0'33'0'0,"1"0"-1"0"0,0 0 0 0 0,0 0 0 0 0,0 0 0 0 0,-1-1 0 0 0,1 1 0 0 0,0 0 0 0 0,0 0 0 0 0,0 0 1 0 0,0 0-1 0 0,0-1 0 0 0,-1 1 0 0 0,1 0 0 0 0,0 0 0 0 0,0-1 0 0 0,0 1 0 0 0,0 0 0 0 0,0 0 0 0 0,0 0 1 0 0,0-1-1 0 0,0 1 0 0 0,0 0 0 0 0,0 0 0 0 0,0-1 0 0 0,0 1 0 0 0,0 0 0 0 0,0 0 0 0 0,0-1 1 0 0,0 1-1 0 0,0 0 0 0 0,0 0 0 0 0,0-1 0 0 0,0 1 0 0 0,0 0 0 0 0,0 0 0 0 0,0 0 0 0 0,1-1 1 0 0,-1 1-1 0 0,0 0 0 0 0,11 2 574 0 0,13 12 639 0 0,-17-7-824 0 0,-1 0 0 0 0,0 0 0 0 0,-1 1 0 0 0,0 0 1 0 0,0 0-1 0 0,0 1 0 0 0,-1-1 0 0 0,-1 1 0 0 0,6 16 0 0 0,0 12-241 0 0,6 43-1 0 0,-6-27-67 0 0,-2-15-517 0 0,12 49-1239 0 0,-16-78 471 0 0,0-1 0 0 0,1 0 0 0 0,0 0 0 0 0,6 11 0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3:53.4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72 6913 0 0,'1'-3'39'0'0,"0"-1"0"0"0,0 1 0 0 0,0 0 0 0 0,0 0 0 0 0,1-1 0 0 0,-1 1-1 0 0,1 0 1 0 0,0 0 0 0 0,0 0 0 0 0,0 1 0 0 0,0-1 0 0 0,0 0-1 0 0,0 1 1 0 0,1-1 0 0 0,0 1 0 0 0,4-4 0 0 0,-4 4 133 0 0,-1 0 1 0 0,0 0-1 0 0,1 1 1 0 0,0-1 0 0 0,-1 1-1 0 0,1-1 1 0 0,0 1-1 0 0,0 0 1 0 0,0 0-1 0 0,-1 0 1 0 0,1 0 0 0 0,0 0-1 0 0,1 1 1 0 0,-1 0-1 0 0,0-1 1 0 0,0 1-1 0 0,0 0 1 0 0,0 0-1 0 0,5 1 1 0 0,-7 0-78 0 0,1 0-1 0 0,-1 0 1 0 0,1 1 0 0 0,-1-1 0 0 0,1 0-1 0 0,-1 0 1 0 0,0 1 0 0 0,0-1 0 0 0,0 1-1 0 0,0-1 1 0 0,0 1 0 0 0,0-1-1 0 0,0 1 1 0 0,0 0 0 0 0,0 0 0 0 0,-1-1-1 0 0,1 1 1 0 0,-1 0 0 0 0,1 0-1 0 0,-1 0 1 0 0,0-1 0 0 0,0 1 0 0 0,0 3-1 0 0,-2 51 1006 0 0,1-42-999 0 0,1-6-225 0 0,-1-1 585 0 0,0 1-1 0 0,1-1 0 0 0,0 0 1 0 0,1 1-1 0 0,-1-1 0 0 0,4 12 0 0 0,-4-17-361 0 0,1-1 0 0 0,0 1 0 0 0,0-1-1 0 0,-1 0 1 0 0,1 1 0 0 0,0-1 0 0 0,0 0-1 0 0,0 0 1 0 0,0 0 0 0 0,1 1 0 0 0,-1-1-1 0 0,0 0 1 0 0,0 0 0 0 0,1-1 0 0 0,-1 1-1 0 0,1 0 1 0 0,-1 0 0 0 0,0-1 0 0 0,1 1-1 0 0,-1-1 1 0 0,1 1 0 0 0,-1-1 0 0 0,1 0-1 0 0,0 1 1 0 0,-1-1 0 0 0,1 0 0 0 0,-1 0-1 0 0,1 0 1 0 0,0 0 0 0 0,-1 0 0 0 0,1-1-1 0 0,-1 1 1 0 0,1 0 0 0 0,-1-1 0 0 0,1 1-1 0 0,2-2 1 0 0,6-2-382 0 0,1 0 0 0 0,-1 0 0 0 0,0-1 0 0 0,-1 0 0 0 0,17-11 0 0 0,17-10-6125 0 0,-31 19 4593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3:53.8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84 6913 0 0,'-1'0'40'0'0,"0"1"-1"0"0,1-1 0 0 0,-1 0 0 0 0,0 0 0 0 0,1 0 0 0 0,-1-1 0 0 0,0 1 0 0 0,1 0 0 0 0,-1 0 0 0 0,1 0 0 0 0,-1 0 0 0 0,0-1 0 0 0,1 1 0 0 0,-1 0 0 0 0,1 0 0 0 0,-1-1 0 0 0,1 1 0 0 0,-1 0 0 0 0,1-1 0 0 0,-1 1 0 0 0,1-1 0 0 0,-1 1 0 0 0,1-1 0 0 0,-1 1 0 0 0,1-1 0 0 0,0 1 0 0 0,-1-1 0 0 0,1 1 0 0 0,0-1 0 0 0,0 1 0 0 0,-1-1 0 0 0,1 0 0 0 0,0-1 160 0 0,0 0-1 0 0,0 0 0 0 0,0 0 1 0 0,0 0-1 0 0,0 0 0 0 0,0 0 1 0 0,1 0-1 0 0,-1 1 0 0 0,1-1 1 0 0,-1 0-1 0 0,2-2 0 0 0,0 0 249 0 0,0 0 0 0 0,0 0-1 0 0,1 0 1 0 0,-1 0 0 0 0,1 0 0 0 0,0 0-1 0 0,0 1 1 0 0,0 0 0 0 0,7-6 0 0 0,-9 8-415 0 0,0 0 0 0 0,0 1 0 0 0,0-1 0 0 0,0 1 0 0 0,0-1 0 0 0,0 1 0 0 0,0 0 0 0 0,0-1 0 0 0,0 1 0 0 0,1 0 0 0 0,-1 0 0 0 0,0 0 0 0 0,0 0 0 0 0,0 0 0 0 0,0 0 0 0 0,1 0 0 0 0,-1 0 1 0 0,0 1-1 0 0,0-1 0 0 0,0 0 0 0 0,0 1 0 0 0,0-1 0 0 0,0 0 0 0 0,2 2 0 0 0,-1 0-9 0 0,0 0 0 0 0,0-1 0 0 0,0 1 0 0 0,-1 0 0 0 0,1 0 0 0 0,-1 0 0 0 0,1 0 0 0 0,-1 1 0 0 0,0-1 0 0 0,2 5 0 0 0,1 3 48 0 0,-1 1 1 0 0,0 0 0 0 0,-1-1-1 0 0,2 16 1 0 0,-3 8 283 0 0,-1 0 0 0 0,-5 38 0 0 0,0 23 2215 0 0,4-94-2537 0 0,1-1 0 0 0,0 0 0 0 0,0 1 0 0 0,0-1 0 0 0,0 0 0 0 0,0 1 0 0 0,1-1 0 0 0,-1 0 0 0 0,0 1 0 0 0,0-1 0 0 0,0 0 0 0 0,0 0 0 0 0,0 1 0 0 0,0-1 0 0 0,0 0 0 0 0,1 1 0 0 0,-1-1 0 0 0,0 0 0 0 0,0 0 0 0 0,0 1 0 0 0,0-1 0 0 0,1 0 0 0 0,-1 0 0 0 0,0 0 0 0 0,0 1 0 0 0,1-1 0 0 0,-1 0 0 0 0,0 0 0 0 0,0 0 0 0 0,1 0 0 0 0,-1 0 0 0 0,0 1 0 0 0,1-1 0 0 0,-1 0 0 0 0,0 0-1 0 0,1 0 1 0 0,-1 0 0 0 0,0 0 0 0 0,1 0 0 0 0,-1 0 0 0 0,0 0 0 0 0,0 0 0 0 0,1 0 0 0 0,-1 0 0 0 0,0 0 0 0 0,1 0 0 0 0,-1-1 0 0 0,0 1 0 0 0,1 0 0 0 0,-1 0 0 0 0,0 0 0 0 0,0 0 0 0 0,1 0 0 0 0,-1-1 0 0 0,0 1 0 0 0,0 0 0 0 0,1 0 0 0 0,-1 0 0 0 0,0-1 0 0 0,0 1 0 0 0,0 0 0 0 0,1 0 0 0 0,-1-1 0 0 0,0 1 0 0 0,0 0 0 0 0,0-1 0 0 0,0 1 0 0 0,20-20 158 0 0,-18 19-103 0 0,78-95 159 0 0,-54 67-483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3:55.6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 6913 0 0,'-5'0'2008'0'0,"16"12"-527"0"0,3 18-285 0 0,-1 0 1 0 0,-1 2-1 0 0,-2-1 0 0 0,9 48 0 0 0,17 49-749 0 0,-29-106-808 0 0,2-1-1 0 0,0-1 1 0 0,1 0 0 0 0,1 0-1 0 0,18 25 1 0 0,-17-30-970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3:55.9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0 101 3225 0 0,'8'-10'398'0'0,"0"1"-1"0"0,0 0 1 0 0,1 1 0 0 0,0 0 0 0 0,0 0 0 0 0,1 1-1 0 0,0 0 1 0 0,0 1 0 0 0,1 0 0 0 0,0 1 0 0 0,0 0 0 0 0,19-6-1 0 0,-28 11-297 0 0,-1-1 0 0 0,1 1 0 0 0,-1 0-1 0 0,0 0 1 0 0,1 0 0 0 0,-1 0-1 0 0,1 0 1 0 0,-1 0 0 0 0,1 0-1 0 0,-1 0 1 0 0,0 0 0 0 0,1 1-1 0 0,-1-1 1 0 0,1 1 0 0 0,-1-1-1 0 0,0 1 1 0 0,0 0 0 0 0,1-1-1 0 0,-1 1 1 0 0,0 0 0 0 0,0 0-1 0 0,0 0 1 0 0,0 0 0 0 0,1 1 0 0 0,0 0 59 0 0,0 1 1 0 0,0 0 0 0 0,-1 0 0 0 0,1-1 0 0 0,-1 1 0 0 0,0 0 0 0 0,0 1 0 0 0,0-1 0 0 0,0 0 0 0 0,0 4 0 0 0,1 8 248 0 0,-2 0 0 0 0,1 0 0 0 0,-4 21 0 0 0,3-36-406 0 0,-7 52 589 0 0,4-39-422 0 0,1 1-1 0 0,0 0 1 0 0,1 0 0 0 0,0-1 0 0 0,1 1 0 0 0,1 0 0 0 0,0 0 0 0 0,4 18 0 0 0,-5-31-122 0 0,1 1 1 0 0,-1 0-1 0 0,1-1 1 0 0,0 1-1 0 0,-1-1 0 0 0,1 0 1 0 0,0 1-1 0 0,0-1 1 0 0,0 0-1 0 0,0 1 1 0 0,0-1-1 0 0,0 0 1 0 0,1 0-1 0 0,-1 0 0 0 0,0 0 1 0 0,1 0-1 0 0,-1 0 1 0 0,0 0-1 0 0,1 0 1 0 0,-1-1-1 0 0,1 1 1 0 0,2 0-1 0 0,0 0 81 0 0,-1-1-1 0 0,0 0 1 0 0,1 0 0 0 0,-1 0-1 0 0,1 0 1 0 0,-1-1 0 0 0,0 1-1 0 0,1-1 1 0 0,-1 0 0 0 0,5-2-1 0 0,7-3 345 0 0,0-1 0 0 0,-1-1-1 0 0,22-15 1 0 0,-33 21-459 0 0,-2 1-22 0 0,74-47 334 0 0,-22 21-3452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3:58.0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24 4145 0 0,'0'0'428'0'0,"10"0"406"0"0,0 0 0 0 0,-1-1 0 0 0,1 0 0 0 0,0 0 0 0 0,-1-1 0 0 0,1 0 0 0 0,-1-1 0 0 0,0 0 0 0 0,10-4 0 0 0,-16 6-820 0 0,-1 0-1 0 0,0 1 0 0 0,1-1 0 0 0,-1 1 0 0 0,0 0 0 0 0,1 0 0 0 0,-1 0 0 0 0,0 0 0 0 0,1 0 0 0 0,-1 0 1 0 0,0 1-1 0 0,1-1 0 0 0,-1 1 0 0 0,0-1 0 0 0,0 1 0 0 0,1 0 0 0 0,-1 0 0 0 0,0 0 0 0 0,0 0 0 0 0,0 0 1 0 0,0 1-1 0 0,0-1 0 0 0,0 1 0 0 0,-1-1 0 0 0,1 1 0 0 0,0 0 0 0 0,-1-1 0 0 0,1 1 0 0 0,-1 0 0 0 0,2 3 1 0 0,0 0 33 0 0,0-1 0 0 0,0 1 0 0 0,0 0 0 0 0,-1 0 0 0 0,0 0 0 0 0,0 0 0 0 0,0 1 0 0 0,-1-1 0 0 0,1 0 0 0 0,-1 1 0 0 0,-1-1 0 0 0,1 6 0 0 0,-3 8 43 0 0,-2-1 1 0 0,0 0-1 0 0,-1-1 0 0 0,0 1 1 0 0,-1-1-1 0 0,-2 0 1 0 0,1-1-1 0 0,-12 18 0 0 0,2-2 92 0 0,22-35-100 0 0,-1 0-1 0 0,1 0 1 0 0,0 0 0 0 0,0 0 0 0 0,0 1-1 0 0,0 0 1 0 0,0 0 0 0 0,7-2 0 0 0,2-1 26 0 0,-4 1-70 0 0,1 1-1 0 0,0 0 1 0 0,0 0-1 0 0,0 1 1 0 0,0 1-1 0 0,0 0 1 0 0,0 0-1 0 0,23 2 1 0 0,-31-1-34 0 0,1 1 1 0 0,-1-1 0 0 0,0 1-1 0 0,1-1 1 0 0,-1 1 0 0 0,1 0 0 0 0,-1 0-1 0 0,0 1 1 0 0,0-1 0 0 0,0 0-1 0 0,0 1 1 0 0,0 0 0 0 0,0 0-1 0 0,0 0 1 0 0,0 0 0 0 0,-1 0 0 0 0,1 1-1 0 0,-1-1 1 0 0,0 1 0 0 0,1 0-1 0 0,-1 0 1 0 0,-1-1 0 0 0,1 1-1 0 0,0 1 1 0 0,-1-1 0 0 0,1 0 0 0 0,-1 0-1 0 0,0 0 1 0 0,0 1 0 0 0,0-1-1 0 0,-1 0 1 0 0,1 1 0 0 0,0 3-1 0 0,-2 1 69 0 0,1-1-1 0 0,-1 1 0 0 0,0-1 1 0 0,-1 1-1 0 0,0-1 0 0 0,0 0 1 0 0,-1 1-1 0 0,1-1 1 0 0,-1-1-1 0 0,-6 10 0 0 0,-23 34-958 0 0,10-22-3176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3:58.4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7370 0 0,'0'0'762'0'0,"1"0"-490"0"0,5 17 5832 0 0,-3-1-4717 0 0,23 98 2375 0 0,24 91-1348 0 0,-39-168-2621 0 0,3 0 1 0 0,1-1 0 0 0,27 48 0 0 0,-39-79-76 0 0,19 37-1287 0 0,-16-14-2835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3:58.7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34 1840 0 0,'0'-2'208'0'0,"0"1"-1"0"0,0 0 1 0 0,0 0-1 0 0,0 0 1 0 0,0 0-1 0 0,0-1 1 0 0,1 1-1 0 0,-1 0 1 0 0,0 0-1 0 0,1 0 1 0 0,-1 0-1 0 0,0 0 1 0 0,1 0-1 0 0,0 0 1 0 0,-1 0-1 0 0,1 0 1 0 0,-1 0-1 0 0,1 0 1 0 0,0 0 0 0 0,0 0-1 0 0,0 0 1 0 0,0 0-1 0 0,-1 1 1 0 0,1-1-1 0 0,0 0 1 0 0,0 1-1 0 0,0-1 1 0 0,0 1-1 0 0,0-1 1 0 0,1 1-1 0 0,-1-1 1 0 0,0 1-1 0 0,0 0 1 0 0,0 0-1 0 0,0-1 1 0 0,2 1-1 0 0,-1 0 110 0 0,0-1-1 0 0,0 1 1 0 0,0-1-1 0 0,0 1 1 0 0,0 0 0 0 0,0 0-1 0 0,-1 0 1 0 0,1 0-1 0 0,0 0 1 0 0,0 0 0 0 0,0 1-1 0 0,0-1 1 0 0,0 1-1 0 0,0-1 1 0 0,0 1 0 0 0,0 0-1 0 0,-1-1 1 0 0,1 1-1 0 0,0 0 1 0 0,-1 0 0 0 0,1 0-1 0 0,0 1 1 0 0,-1-1-1 0 0,3 2 1 0 0,5 13 320 0 0,-1 1 0 0 0,-1 0 0 0 0,0 0 0 0 0,-1 0 0 0 0,-1 1 0 0 0,6 30 0 0 0,7 24-247 0 0,-5-32-464 0 0,2-1 0 0 0,2-1 0 0 0,2 0 0 0 0,1-1 0 0 0,1-2 1 0 0,41 51-1 0 0,-56-73-2208 0 0,-5-9 1107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00.4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18 10594 0 0,'0'0'86'0'0,"0"-1"0"0"0,1 0 0 0 0,-1 0 0 0 0,0 1-1 0 0,0-1 1 0 0,0 0 0 0 0,0 1 0 0 0,0-1 0 0 0,1 0 0 0 0,-1 0-1 0 0,0 1 1 0 0,1-1 0 0 0,-1 1 0 0 0,0-1 0 0 0,1 0 0 0 0,-1 1-1 0 0,1-1 1 0 0,-1 1 0 0 0,1-1 0 0 0,-1 1 0 0 0,1-1 0 0 0,-1 1-1 0 0,1-1 1 0 0,0 1 0 0 0,-1 0 0 0 0,1-1 0 0 0,0 1-1 0 0,-1 0 1 0 0,1-1 0 0 0,0 1 0 0 0,-1 0 0 0 0,1 0 0 0 0,0 0-1 0 0,0 0 1 0 0,-1 0 0 0 0,1 0 0 0 0,0 0 0 0 0,0 0 0 0 0,-1 0-1 0 0,1 0 1 0 0,0 0 0 0 0,-1 0 0 0 0,2 1 0 0 0,28 9 2729 0 0,-25-6-2647 0 0,-1 0 0 0 0,1 0 0 0 0,-1 1-1 0 0,0-1 1 0 0,0 1 0 0 0,0 0-1 0 0,-1 0 1 0 0,0 0 0 0 0,0 0 0 0 0,0 1-1 0 0,2 7 1 0 0,5 12 272 0 0,6 34 1 0 0,-3-15 59 0 0,19 41 253 0 0,-2-34-3555 0 0,-30-51 2695 0 0,0 0-1 0 0,0 1 1 0 0,1-1 0 0 0,-1 0 0 0 0,0 1 0 0 0,0-1 0 0 0,0 0 0 0 0,0 0 0 0 0,4 3-1393 0 0,-4-3 1393 0 0,0 0-1 0 0,1 0 1 0 0,-1 0 0 0 0,0 0 0 0 0,1 0 0 0 0,-1 0 0 0 0,0 0 0 0 0,1 0 0 0 0,-1 0-1 0 0,0 0 1 0 0,0 0 0 0 0,1 0 0 0 0,-1 0 0 0 0,0 0 0 0 0,1 0 0 0 0,-1-1 0 0 0,0 1 0 0 0,0 0-1 0 0,1 0 1 0 0,-1 0 0 0 0,0 0 0 0 0,1-1-321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00.8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1 130 5153 0 0,'9'-17'852'0'0,"0"0"-1"0"0,21-26 1 0 0,-27 38-597 0 0,1 1 0 0 0,-1 0 0 0 0,1-1 0 0 0,0 1 0 0 0,1 1 0 0 0,-1-1 0 0 0,1 1 0 0 0,-1-1 0 0 0,1 1 0 0 0,0 0 0 0 0,0 1 0 0 0,1 0 0 0 0,8-3 0 0 0,-13 4-224 0 0,0 1 0 0 0,0 0-1 0 0,0 0 1 0 0,0-1 0 0 0,0 1-1 0 0,0 0 1 0 0,0 0-1 0 0,0 0 1 0 0,0 0 0 0 0,0 1-1 0 0,0-1 1 0 0,0 0 0 0 0,0 0-1 0 0,0 1 1 0 0,0-1-1 0 0,0 0 1 0 0,0 1 0 0 0,0-1-1 0 0,0 1 1 0 0,0-1 0 0 0,0 1-1 0 0,0 0 1 0 0,-1-1-1 0 0,1 1 1 0 0,0 0 0 0 0,1 1-1 0 0,-1 0 8 0 0,-1 0 0 0 0,1 0 0 0 0,0 0 0 0 0,0 0 0 0 0,-1 0 0 0 0,1 0 1 0 0,-1 0-1 0 0,0 1 0 0 0,0-1 0 0 0,1 0 0 0 0,-2 0 0 0 0,1 3 0 0 0,-1 5 47 0 0,-1 0-1 0 0,0 0 1 0 0,0 0 0 0 0,-6 13 0 0 0,-12 20-5 0 0,14-31 152 0 0,0 1 0 0 0,1-1 1 0 0,0 1-1 0 0,-5 20 1 0 0,10-32-146 0 0,0-1 1 0 0,1 1-1 0 0,-1 0 1 0 0,0 0-1 0 0,0 0 1 0 0,1 0-1 0 0,-1-1 0 0 0,0 1 1 0 0,1 0-1 0 0,-1 0 1 0 0,0-1-1 0 0,1 1 1 0 0,-1 0-1 0 0,1-1 1 0 0,-1 1-1 0 0,1 0 1 0 0,0-1-1 0 0,-1 1 1 0 0,1-1-1 0 0,0 1 1 0 0,-1-1-1 0 0,1 1 1 0 0,0-1-1 0 0,0 1 1 0 0,-1-1-1 0 0,1 0 0 0 0,0 0 1 0 0,0 1-1 0 0,0-1 1 0 0,-1 0-1 0 0,1 0 1 0 0,0 0-1 0 0,0 0 1 0 0,0 0-1 0 0,0 0 1 0 0,0 0-1 0 0,1 0 1 0 0,38 0 774 0 0,-34-1-791 0 0,117-3-2636 0 0,-107 4-3247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01.1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0 3225 0 0,'-6'5'6819'0'0,"8"0"-5937"0"0,-1-1-99 0 0,3 9-418 0 0,1 0 0 0 0,0 0 0 0 0,1-1 0 0 0,0 0 0 0 0,1 0 1 0 0,0-1-1 0 0,1 0 0 0 0,1 0 0 0 0,9 9 0 0 0,-12-13-257 0 0,0-2 0 0 0,0 1 0 0 0,1-1 0 0 0,-1 0 0 0 0,2 0 0 0 0,-1 0 0 0 0,0-1 0 0 0,1 0 0 0 0,-1-1 0 0 0,1 0 0 0 0,0 0 0 0 0,0-1 0 0 0,1 0 0 0 0,-1 0 0 0 0,0-1 0 0 0,13 1 0 0 0,-17-2-486 0 0,-1-1 1 0 0,1 0-1 0 0,0 0 0 0 0,0 0 1 0 0,0-1-1 0 0,-1 1 1 0 0,1-1-1 0 0,-1 0 0 0 0,1 0 1 0 0,-1 0-1 0 0,0 0 1 0 0,0-1-1 0 0,0 1 1 0 0,0-1-1 0 0,4-4 0 0 0,2-2-766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01.3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 1 2761 0 0,'0'0'224'0'0,"-1"0"0"0"0,0-1 1 0 0,0 1-1 0 0,0 0 0 0 0,0 0 1 0 0,1 0-1 0 0,-1 0 1 0 0,0 0-1 0 0,0 1 0 0 0,0-1 1 0 0,0 0-1 0 0,1 0 0 0 0,-1 0 1 0 0,0 1-1 0 0,0-1 0 0 0,1 0 1 0 0,-1 1-1 0 0,0-1 1 0 0,0 1-1 0 0,1-1 0 0 0,-1 1 1 0 0,0-1-1 0 0,1 1 0 0 0,-1 0 1 0 0,1-1-1 0 0,-1 1 0 0 0,1 0 1 0 0,-1-1-1 0 0,1 1 1 0 0,-1 0-1 0 0,1-1 0 0 0,0 1 1 0 0,-1 0-1 0 0,1 0 0 0 0,0 0 1 0 0,0-1-1 0 0,-1 2 0 0 0,1 3 543 0 0,1-1 0 0 0,0 0 0 0 0,-1 1 0 0 0,1-1-1 0 0,1 0 1 0 0,1 6 0 0 0,5 20 409 0 0,0 101 1635 0 0,0 14-1570 0 0,-5-121-1745 0 0,1 0 1 0 0,1-1 0 0 0,16 45-1 0 0,-11-43-6641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02.6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0 299 7834 0 0,'30'27'5495'0'0,"32"28"-3838"0"0,-29-24-759 0 0,3-1 1 0 0,0-2-1 0 0,52 31 0 0 0,-44-30 47 0 0,-37-24-826 0 0,-1-1-5 0 0,0 0 0 0 0,0 0 0 0 0,1 0 0 0 0,-1-1 0 0 0,14 5 0 0 0,-19-8-85 0 0,1 0 0 0 0,-1 1-1 0 0,0-1 1 0 0,1 0 0 0 0,-1 0-1 0 0,1 0 1 0 0,-1 0 0 0 0,0 0-1 0 0,1-1 1 0 0,-1 1 0 0 0,0 0-1 0 0,1 0 1 0 0,-1-1 0 0 0,0 1-1 0 0,1-1 1 0 0,-1 1 0 0 0,0-1-1 0 0,0 0 1 0 0,0 0 0 0 0,0 1-1 0 0,1-1 1 0 0,-1 0 0 0 0,0 0-1 0 0,0 0 1 0 0,0 0 0 0 0,-1 0-1 0 0,1 0 1 0 0,0 0 0 0 0,0 0-1 0 0,-1-1 1 0 0,1 1 0 0 0,0 0-1 0 0,-1 0 1 0 0,1-1 0 0 0,-1 1-1 0 0,0 0 1 0 0,1-3 0 0 0,2-6 122 0 0,-1 0 0 0 0,-1 0 1 0 0,1 0-1 0 0,-1 0 0 0 0,-1 0 1 0 0,-1-18-1 0 0,-14-64 18 0 0,4 24-92 0 0,-1-76-60 0 0,11 121-30 0 0,2-1 1 0 0,1 0 0 0 0,0 0-1 0 0,7-23 1 0 0,-9 45-67 0 0,0 1-42 0 0,1-1 0 0 0,-1 1-1 0 0,0 0 1 0 0,1-1-1 0 0,-1 1 1 0 0,1-1-1 0 0,-1 1 1 0 0,1-1-1 0 0,-1 1 1 0 0,1 0 0 0 0,0 0-1 0 0,0-1 1 0 0,0 1-1 0 0,0 0 1 0 0,0 0-1 0 0,0 0 1 0 0,0 0 0 0 0,0 0-1 0 0,2-1 1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03.3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53 9 3225 0 0,'-5'-9'4836'0'0,"-5"24"-3594"0"0,-7 29-674 0 0,14-32-426 0 0,-12 63 775 0 0,14-67-749 0 0,0 0 0 0 0,0-1 0 0 0,1 1 0 0 0,1 0 0 0 0,-1 0 0 0 0,1-1 0 0 0,3 13 1 0 0,-3-18-139 0 0,-1-1 0 0 0,1 1 1 0 0,-1-1-1 0 0,1 1 1 0 0,0 0-1 0 0,0-1 0 0 0,0 0 1 0 0,0 1-1 0 0,0-1 1 0 0,0 1-1 0 0,0-1 0 0 0,0 0 1 0 0,1 0-1 0 0,-1 0 0 0 0,0 0 1 0 0,1 0-1 0 0,-1 0 1 0 0,1 0-1 0 0,-1 0 0 0 0,1 0 1 0 0,-1-1-1 0 0,1 1 1 0 0,0-1-1 0 0,-1 1 0 0 0,1-1 1 0 0,0 0-1 0 0,-1 1 1 0 0,1-1-1 0 0,0 0 0 0 0,-1 0 1 0 0,3-1-1 0 0,6 0-12 0 0,0 0 0 0 0,0-1 0 0 0,0-1 0 0 0,14-5 0 0 0,17-4 759 0 0,-40 12-747 0 0,0 0 1 0 0,-1 0-1 0 0,1 0 1 0 0,0 0-1 0 0,-1 0 1 0 0,1 0-1 0 0,0 0 1 0 0,0 0-1 0 0,-1 0 0 0 0,1 0 1 0 0,0 1-1 0 0,-1-1 1 0 0,1 0-1 0 0,-1 0 1 0 0,1 1-1 0 0,0-1 1 0 0,-1 0-1 0 0,1 1 1 0 0,-1-1-1 0 0,1 1 1 0 0,-1-1-1 0 0,1 1 1 0 0,-1-1-1 0 0,1 1 1 0 0,-1-1-1 0 0,1 1 1 0 0,-1 0-1 0 0,3 22 541 0 0,-17 26 57 0 0,12-45-567 0 0,-48 125-870 0 0,44-109-4727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24.5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 29 8754 0 0,'-7'-15'1646'0'0,"-1"1"3714"0"0,7 15-5238 0 0,1 0 0 0 0,-1 0 1 0 0,0 0-1 0 0,1 0 0 0 0,-1 0 1 0 0,1 0-1 0 0,0 1 0 0 0,-1-1 1 0 0,1 0-1 0 0,0 0 0 0 0,0 0 1 0 0,0 0-1 0 0,-1 0 0 0 0,1 1 1 0 0,0-1-1 0 0,1 0 0 0 0,-1 0 1 0 0,0 2-1 0 0,1 27 440 0 0,0 1 1 0 0,3 0-1 0 0,9 44 1 0 0,1 8-133 0 0,16 317 135 0 0,-27-328-537 0 0,6 16-611 0 0,3 0 0 0 0,32 116 0 0 0,-36-169-6446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24.8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90 19 6449 0 0,'-60'21'1772'0'0,"30"-2"5985"0"0,67-20-6365 0 0,302-42 2237 0 0,174 28-2865 0 0,-425 16-637 0 0,-36-2-1537 0 0,62 8 1 0 0,-113-7 1061 0 0,1 0 0 0 0,-1 0 0 0 0,0 0 1 0 0,1 1-1 0 0,-1-1 0 0 0,0 1 0 0 0,1-1 1 0 0,-1 0-1 0 0,0 1 0 0 0,0 0 0 0 0,1-1 1 0 0,1 3-1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25.1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 42 2304 0 0,'-27'-8'11184'0'0,"32"7"-10284"0"0,58-12 2106 0 0,-36 6-2321 0 0,47-5 0 0 0,-57 12-2923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25.4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5985 0 0,'14'14'2590'0'0,"0"30"2473"0"0,-6 28-1970 0 0,-4-29-1994 0 0,28 173 1783 0 0,14 150-1184 0 0,-39-242-2052 0 0,8 84 1514 0 0,-1-105-2903 0 0,10-2-3552 0 0,-18-85-1657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25.9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131 261 3225 0 0,'-4'-3'148'0'0,"1"0"0"0"0,-1 1-1 0 0,0 0 1 0 0,1 0 0 0 0,-1 0 0 0 0,0 0 0 0 0,-1 1 0 0 0,1-1 0 0 0,0 1 0 0 0,0 0 0 0 0,0 1 0 0 0,-1-1 0 0 0,-7 0-1 0 0,6 1 269 0 0,0 0-1 0 0,1 0 1 0 0,-1 1-1 0 0,0-1 1 0 0,0 1 0 0 0,1 0-1 0 0,-1 1 1 0 0,1 0-1 0 0,-1-1 1 0 0,-3 7 2605 0 0,9-8-2979 0 0,14 2 905 0 0,17-3-293 0 0,89-24 1216 0 0,16-2-570 0 0,116-3-869 0 0,262 1 0 0 0,-359 30-402 0 0,198-4 52 0 0,-250-2-60 0 0,146-28 1 0 0,-104 4-254 0 0,236-42-1415 0 0,-367 69 540 0 0,-4 1-12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26.3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 7370 0 0,'0'8'6880'0'0,"-1"37"-5237"0"0,23 234-123 0 0,-9-168-248 0 0,-6 224-1 0 0,-35-97-8602 0 0,24-218 2556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27.7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2325 14 6913 0 0,'-74'10'2237'0'0,"44"-3"5185"0"0,99-21-7091 0 0,-55 10-254 0 0,-1 0 0 0 0,0 2 0 0 0,1-1 0 0 0,-1 1 0 0 0,1 1 0 0 0,0 1 0 0 0,0 0 0 0 0,24 3 0 0 0,-36-2-79 0 0,-1-1 0 0 0,1 0 0 0 0,-1 0 1 0 0,1 1-1 0 0,-1-1 0 0 0,0 1 0 0 0,1-1 0 0 0,-1 1 1 0 0,0 0-1 0 0,1 0 0 0 0,-1-1 0 0 0,0 1 0 0 0,0 0 1 0 0,0 0-1 0 0,1 0 0 0 0,-1 0 0 0 0,0 0 0 0 0,0 1 1 0 0,-1-1-1 0 0,1 0 0 0 0,0 0 0 0 0,1 2 0 0 0,-2-1-3 0 0,0 0 0 0 0,0-1-1 0 0,0 1 1 0 0,0-1 0 0 0,0 1-1 0 0,0 0 1 0 0,-1-1 0 0 0,1 1-1 0 0,0-1 1 0 0,-1 1 0 0 0,1-1-1 0 0,-1 1 1 0 0,0-1 0 0 0,1 1-1 0 0,-1-1 1 0 0,0 1 0 0 0,-1 0-1 0 0,-6 8-31 0 0,0 0-1 0 0,-1-1 1 0 0,0 0-1 0 0,-11 9 1 0 0,13-13 24 0 0,-12 12 12 0 0,7-9 20 0 0,2 1 1 0 0,-1 1 0 0 0,1 0 0 0 0,-14 19 0 0 0,24-29-27 0 0,-1 1 0 0 0,1-1 0 0 0,-1 1 1 0 0,1 0-1 0 0,0-1 0 0 0,-1 1 0 0 0,1-1 1 0 0,0 1-1 0 0,0-1 0 0 0,-1 1 0 0 0,1 0 0 0 0,0-1 1 0 0,0 1-1 0 0,0 0 0 0 0,0-1 0 0 0,0 1 1 0 0,0 0-1 0 0,0-1 0 0 0,0 1 0 0 0,0 0 1 0 0,0-1-1 0 0,0 1 0 0 0,0 0 0 0 0,0-1 0 0 0,1 1 1 0 0,-1-1-1 0 0,0 1 0 0 0,0 0 0 0 0,1-1 1 0 0,0 2-1 0 0,0-1-30 0 0,0 0-1 0 0,1 0 1 0 0,-1-1 0 0 0,0 1 0 0 0,1 0-1 0 0,-1-1 1 0 0,1 1 0 0 0,-1-1 0 0 0,1 1-1 0 0,-1-1 1 0 0,1 0 0 0 0,2 1 0 0 0,55-4-881 0 0,-51 2 859 0 0,5 0-10 0 0,1 1 0 0 0,-1 1 0 0 0,1 0 0 0 0,-1 0-1 0 0,18 5 1 0 0,-26-5 54 0 0,-1 1 0 0 0,1-1 0 0 0,-1 1-1 0 0,1 0 1 0 0,-1 0 0 0 0,0 1 0 0 0,1-1-1 0 0,3 5 1 0 0,-6-6 25 0 0,0 1 1 0 0,-1-1 0 0 0,1 1-1 0 0,-1 0 1 0 0,1 0-1 0 0,-1-1 1 0 0,0 1-1 0 0,0 0 1 0 0,0 0-1 0 0,0 0 1 0 0,0 1-1 0 0,0-1 1 0 0,-1 0-1 0 0,1 0 1 0 0,-1 0-1 0 0,1 1 1 0 0,-1-1-1 0 0,0 3 1 0 0,0-1 39 0 0,-1 1 1 0 0,0-1 0 0 0,0 0 0 0 0,0 0-1 0 0,0 0 1 0 0,0 0 0 0 0,-1 0 0 0 0,0 0 0 0 0,0-1-1 0 0,0 1 1 0 0,-3 3 0 0 0,-34 41 823 0 0,20-25-678 0 0,15-19-361 0 0,1 0 0 0 0,0 1 1 0 0,0 0-1 0 0,0 0 1 0 0,1 0-1 0 0,-1 0 1 0 0,1 0-1 0 0,-3 10 0 0 0,5-15 122 0 0,0 1 0 0 0,0 0 0 0 0,0 0 0 0 0,0 0-1 0 0,0 0 1 0 0,0-1 0 0 0,0 1 0 0 0,0 0 0 0 0,0 0-1 0 0,1 0 1 0 0,-1 0 0 0 0,0-1 0 0 0,0 1 0 0 0,1 0-1 0 0,-1 0 1 0 0,0-1 0 0 0,1 1 0 0 0,-1 0 0 0 0,1 0 0 0 0,-1-1-1 0 0,1 1 1 0 0,-1-1 0 0 0,1 1 0 0 0,0 0 0 0 0,1 0 1 0 0,0 0 1 0 0,0 0 0 0 0,0-1-1 0 0,0 1 1 0 0,0-1 0 0 0,0 1-1 0 0,0-1 1 0 0,0 0 0 0 0,0 0-1 0 0,0 1 1 0 0,0-2 0 0 0,0 1 0 0 0,0 0-1 0 0,3-1 1 0 0,32-11-1527 0 0,-32 9 1272 0 0,-1 1 1 0 0,1 0-1 0 0,-1 1 1 0 0,1-1-1 0 0,0 1 0 0 0,0 0 1 0 0,5 0-1 0 0,-17 37 870 0 0,5-29-62 0 0,1 0 0 0 0,0 0 0 0 0,0 0 1 0 0,0 1-1 0 0,1-1 0 0 0,0 0 1 0 0,0 0-1 0 0,1 1 0 0 0,0-1 1 0 0,2 9-1 0 0,3 5 487 0 0,1 0 0 0 0,11 21 0 0 0,-10-24-527 0 0,-1 0-1 0 0,0 1 0 0 0,5 23 1 0 0,24 116 94 0 0,70 185 0 0 0,-92-299-547 0 0,-1-6 3 0 0,1 0 104 0 0,-2 0-1 0 0,-2 1 1 0 0,7 47 0 0 0,-16-76-101 0 0,0 1 1 0 0,0 0 0 0 0,-1 0 0 0 0,-1-1-1 0 0,1 1 1 0 0,-2 0 0 0 0,0-1 0 0 0,0 1-1 0 0,-1-1 1 0 0,0 0 0 0 0,-1 1 0 0 0,0-2 0 0 0,0 1-1 0 0,-1 0 1 0 0,0-1 0 0 0,-13 17 0 0 0,11-19 35 0 0,0-1 0 0 0,0 0 0 0 0,0 0 1 0 0,-1-1-1 0 0,1 1 0 0 0,-1-2 0 0 0,-1 1 1 0 0,1-1-1 0 0,-1 0 0 0 0,-17 4 0 0 0,-3 0 14 0 0,1-2 0 0 0,-36 3 0 0 0,-122-3-36 0 0,27-3 32 0 0,-201 39-23 0 0,296-34-43 0 0,-371 43-131 0 0,-123 18 0 0 0,-137 9-278 0 0,663-74 440 0 0,-58 14 0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29.9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191 137 3681 0 0,'2'-8'661'0'0,"-1"-1"0"0"0,0 0 0 0 0,0 0 1 0 0,-1 1-1 0 0,0-1 0 0 0,-1 0 0 0 0,0 0 0 0 0,0 0 1 0 0,-4-12-1 0 0,5 19-396 0 0,-1 0 1 0 0,0-1-1 0 0,0 1 0 0 0,0 0 1 0 0,0 0-1 0 0,0 0 1 0 0,0 0-1 0 0,-1 0 0 0 0,1 1 1 0 0,-1-1-1 0 0,1 0 0 0 0,-1 0 1 0 0,0 1-1 0 0,1-1 1 0 0,-1 1-1 0 0,-4-2 0 0 0,4 2-92 0 0,0 0-1 0 0,0 1 0 0 0,-1-1 0 0 0,1 1 0 0 0,0 0 0 0 0,-1 0 1 0 0,1 0-1 0 0,0 0 0 0 0,0 0 0 0 0,-1 1 0 0 0,1-1 0 0 0,0 1 1 0 0,-1-1-1 0 0,1 1 0 0 0,0 0 0 0 0,0 0 0 0 0,0 0 0 0 0,0 0 1 0 0,0 0-1 0 0,-3 2 0 0 0,-2 2-9 0 0,0 1-1 0 0,0 0 1 0 0,0 0-1 0 0,1 0 1 0 0,0 1 0 0 0,0 0-1 0 0,1 0 1 0 0,-1 1-1 0 0,2-1 1 0 0,-1 1 0 0 0,1 0-1 0 0,0 1 1 0 0,-5 16-1 0 0,2-2-54 0 0,1 2 0 0 0,1-1 0 0 0,-4 46 1 0 0,7-47-42 0 0,1 0 0 0 0,2 0 0 0 0,0 0 0 0 0,1 0 0 0 0,2 0 0 0 0,0-1 0 0 0,1 0 0 0 0,1 0 0 0 0,1 0 0 0 0,2 0 0 0 0,0-1 0 0 0,1-1 0 0 0,1 1 0 0 0,0-2 0 0 0,2 0 0 0 0,0 0 0 0 0,1-1 0 0 0,1-1 0 0 0,20 18 0 0 0,20 13 93 0 0,98 63 1 0 0,-95-71-294 0 0,98 85-1 0 0,-153-122-120 0 0,31 27-356 0 0,-9-13-5763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30.2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 38 5065 0 0,'-39'-38'11070'0'0,"55"64"-5832"0"0,4 25-4955 0 0,-17-43 106 0 0,6 21-273 0 0,-1 1 1 0 0,5 45 0 0 0,-7-38-103 0 0,14 54 1 0 0,-16-81-146 0 0,-1 0 0 0 0,1-1 1 0 0,0 1-1 0 0,1-1 0 0 0,0 0 0 0 0,1 0 1 0 0,0 0-1 0 0,0-1 0 0 0,15 15 1 0 0,-12-16-924 0 0,-2-2-261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30.6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26 154 4145 0 0,'-2'-1'189'0'0,"1"0"0"0"0,-1 0 0 0 0,0 0 0 0 0,1 0 0 0 0,0 0 0 0 0,-1 0 0 0 0,1 0 0 0 0,0 0 0 0 0,-1-1 0 0 0,1 1 0 0 0,0 0 0 0 0,0-1 0 0 0,0 1 0 0 0,0-1 1 0 0,0 0-1 0 0,0 1 0 0 0,1-1 0 0 0,-1 0 0 0 0,1 1 0 0 0,-1-1 0 0 0,1 0 0 0 0,-1 0 0 0 0,1 1 0 0 0,0-1 0 0 0,0 0 0 0 0,0 0 0 0 0,0 0 0 0 0,0 1 0 0 0,0-1 0 0 0,1 0 0 0 0,-1 0 0 0 0,1 1 0 0 0,-1-1 0 0 0,1 0 0 0 0,-1 0 0 0 0,1 1 1 0 0,0-1-1 0 0,0 1 0 0 0,0-1 0 0 0,2-2 0 0 0,0 0 333 0 0,2-1 1 0 0,-1 1-1 0 0,1-1 1 0 0,-1 1-1 0 0,1 1 1 0 0,0-1 0 0 0,0 1-1 0 0,1 0 1 0 0,-1 0-1 0 0,11-4 1 0 0,2 0 26 0 0,12-4 255 0 0,38-8 1 0 0,-61 17-738 0 0,1 0 0 0 0,-1 1 1 0 0,1 0-1 0 0,0 1 0 0 0,-1 0 0 0 0,1 0 1 0 0,-1 0-1 0 0,1 1 0 0 0,0 0 0 0 0,12 4 1 0 0,-16-3-65 0 0,-1-1 1 0 0,0 0 0 0 0,-1 1 0 0 0,1-1-1 0 0,0 1 1 0 0,0 0 0 0 0,-1 0 0 0 0,1 0-1 0 0,-1 1 1 0 0,1-1 0 0 0,-1 0-1 0 0,0 1 1 0 0,0 0 0 0 0,0-1 0 0 0,-1 1-1 0 0,3 4 1 0 0,-2-1 31 0 0,0-1 0 0 0,0 0 0 0 0,-1 1 0 0 0,0 0-1 0 0,0-1 1 0 0,0 1 0 0 0,-1 0 0 0 0,0 10 0 0 0,-2 0 77 0 0,0 0-1 0 0,-1-1 1 0 0,0 1-1 0 0,-2-1 1 0 0,-10 27 0 0 0,13-38-55 0 0,0 0 1 0 0,0 0-1 0 0,1 1 1 0 0,-1-1-1 0 0,1 1 1 0 0,0 0-1 0 0,1-1 1 0 0,-1 1-1 0 0,1-1 1 0 0,0 1-1 0 0,0 7 1 0 0,1-10-29 0 0,0 0 1 0 0,0 1-1 0 0,0-1 0 0 0,0 0 1 0 0,0 1-1 0 0,0-1 0 0 0,1 0 1 0 0,-1 0-1 0 0,1 0 0 0 0,-1 0 1 0 0,1 0-1 0 0,0-1 1 0 0,0 1-1 0 0,0 0 0 0 0,0-1 1 0 0,0 1-1 0 0,0-1 0 0 0,0 0 1 0 0,1 0-1 0 0,-1 0 1 0 0,5 2-1 0 0,25 13-1755 0 0,-26-12 1112 0 0,0 0 0 0 0,0-1 0 0 0,1 0 0 0 0,-1 0 0 0 0,9 2-1 0 0,-12-5 77 0 0,-1 0-1 0 0,1 0 0 0 0,0 0 1 0 0,-1 0-1 0 0,1 0 0 0 0,0-1 1 0 0,0 1-1 0 0,-1-1 0 0 0,1 0 1 0 0,-1 0-1 0 0,4-1 0 0 0,7-4-3718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15 6449 0 0,'0'-1'205'0'0,"6"-12"5535"0"0,-5 12-5535 0 0,14 7 5598 0 0,1 9-2065 0 0,-5-2-3787 0 0,-2 3 184 0 0,-2 1 0 0 0,1 0-1 0 0,-2 0 1 0 0,0 0-1 0 0,-1 1 1 0 0,-1 0-1 0 0,2 22 1 0 0,0-9-90 0 0,13 86-2291 0 0,-15-96-5294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31.6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86 5529 0 0,'-22'17'8115'0'0,"36"-16"-6229"0"0,22-8-33 0 0,-1-1 0 0 0,59-22 1 0 0,-23 6-2397 0 0,2 7-3355 0 0,-58 15 1731 0 0,-11 2 1255 0 0,0-1-1 0 0,0 1 0 0 0,0-1 1 0 0,0 0-1 0 0,0 0 0 0 0,0 0 0 0 0,-1-1 1 0 0,6-2-1 0 0,-4-1 726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31.8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1 5529 0 0,'-13'5'7795'0'0,"21"13"-5010"0"0,38 82 2971 0 0,-36-74-5583 0 0,-1 0 0 0 0,-1 0 0 0 0,7 52 0 0 0,10 108-3130 0 0,-22-164 1529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32.0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4609 0 0,'2'0'389'0'0,"-1"1"1"0"0,1-1 0 0 0,-1 1-1 0 0,1-1 1 0 0,-1 1-1 0 0,1 0 1 0 0,-1 0-1 0 0,0 0 1 0 0,1 0-1 0 0,-1 0 1 0 0,0 0-1 0 0,0 0 1 0 0,1 1-1 0 0,-1-1 1 0 0,0 0-1 0 0,0 0 1 0 0,-1 1-1 0 0,1-1 1 0 0,0 1-1 0 0,0-1 1 0 0,0 3-1 0 0,16 37 3663 0 0,-16-36-3572 0 0,7 22 356 0 0,-1-1 0 0 0,-1 2 0 0 0,3 32 0 0 0,-3 84-2258 0 0,-7-117 122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32.4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7 201 1840 0 0,'-1'-3'140'0'0,"0"0"-1"0"0,0 0 0 0 0,0 0 0 0 0,0 1 0 0 0,1-1 0 0 0,-1 0 1 0 0,1 0-1 0 0,0 0 0 0 0,-1 0 0 0 0,1 0 0 0 0,1 0 1 0 0,-1 0-1 0 0,0 0 0 0 0,1 0 0 0 0,0 0 0 0 0,1-4 0 0 0,0 1 249 0 0,1 0 0 0 0,0-1 0 0 0,0 1 0 0 0,1 1 0 0 0,-1-1 0 0 0,1 0 0 0 0,5-4 0 0 0,1-1 475 0 0,-1 2 1 0 0,2-1-1 0 0,-1 2 0 0 0,1-1 1 0 0,0 1-1 0 0,24-12 1 0 0,-28 17-467 0 0,1 0 0 0 0,-1 0 0 0 0,0 1 0 0 0,1-1 0 0 0,0 2 0 0 0,0-1 0 0 0,9 0 0 0 0,-15 2-345 0 0,0 0-1 0 0,0 0 1 0 0,0 0-1 0 0,0 0 1 0 0,0 1-1 0 0,0-1 1 0 0,0 1-1 0 0,0-1 1 0 0,0 1-1 0 0,0 0 1 0 0,0-1-1 0 0,-1 1 1 0 0,1 0-1 0 0,0 0 0 0 0,-1 0 1 0 0,1 1-1 0 0,0-1 1 0 0,-1 0-1 0 0,0 1 1 0 0,1-1-1 0 0,-1 1 1 0 0,0-1-1 0 0,1 1 1 0 0,-1-1-1 0 0,0 1 1 0 0,0 0-1 0 0,-1 0 1 0 0,1 0-1 0 0,0-1 1 0 0,0 1-1 0 0,-1 0 1 0 0,0 0-1 0 0,1 0 0 0 0,-1 2 1 0 0,2 4 2 0 0,-2 0-1 0 0,1 0 1 0 0,-1 0 0 0 0,0 0 0 0 0,-1 0-1 0 0,0 0 1 0 0,0 0 0 0 0,0 0-1 0 0,-5 11 1 0 0,-2 2 5 0 0,-20 40 0 0 0,17-41 270 0 0,1 1-1 0 0,-7 23 0 0 0,17-43-281 0 0,-1 0 1 0 0,0 0-1 0 0,1 0 0 0 0,0 0 0 0 0,-1 0 0 0 0,1 0 0 0 0,0 1 0 0 0,-1-1 0 0 0,1 0 0 0 0,0 0 1 0 0,0 0-1 0 0,0 0 0 0 0,0 1 0 0 0,0-1 0 0 0,0 0 0 0 0,1 0 0 0 0,-1 0 0 0 0,0 0 0 0 0,1 1 1 0 0,-1-1-1 0 0,0 0 0 0 0,1 0 0 0 0,-1 0 0 0 0,1 0 0 0 0,0 0 0 0 0,-1 0 0 0 0,1 0 0 0 0,0 0 1 0 0,0 0-1 0 0,-1-1 0 0 0,1 1 0 0 0,0 0 0 0 0,0 0 0 0 0,0-1 0 0 0,0 1 0 0 0,0 0 0 0 0,0-1 1 0 0,0 1-1 0 0,0-1 0 0 0,0 0 0 0 0,1 1 0 0 0,-1-1 0 0 0,0 0 0 0 0,0 1 0 0 0,0-1 1 0 0,0 0-1 0 0,0 0 0 0 0,1 0 0 0 0,-1 0 0 0 0,0 0 0 0 0,2-1 0 0 0,8 1-93 0 0,1-2-1 0 0,0 0 0 0 0,-1 0 1 0 0,13-5-1 0 0,-13 4-84 0 0,43-9-1471 0 0,-36 10 382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33.2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46 5417 0 0,'-5'-15'6969'0'0,"5"14"-6771"0"0,0 0 0 0 0,0 0-1 0 0,0 0 1 0 0,0 0 0 0 0,1 0-1 0 0,-1 0 1 0 0,0 0 0 0 0,0 0-1 0 0,1 0 1 0 0,-1 0-1 0 0,0 0 1 0 0,1 0 0 0 0,-1 0-1 0 0,1 1 1 0 0,-1-1 0 0 0,2-2-1 0 0,0 2-59 0 0,-1 0-1 0 0,1 0 0 0 0,-1 0 1 0 0,1 0-1 0 0,-1 0 1 0 0,1 0-1 0 0,0 0 1 0 0,0 1-1 0 0,-1-1 1 0 0,1 1-1 0 0,0-1 0 0 0,0 1 1 0 0,0-1-1 0 0,0 1 1 0 0,-1 0-1 0 0,4 0 894 0 0,16-2-1155 0 0,25 7 842 0 0,-46-5-745 0 0,1 3 31 0 0,0 0 1 0 0,-1 0-1 0 0,1 0 0 0 0,0 0 0 0 0,1 0 1 0 0,-1-1-1 0 0,4 6 0 0 0,-3-4-23 0 0,0-1 0 0 0,-1 1 0 0 0,1-1 0 0 0,-1 1 0 0 0,1-1 0 0 0,0 8 0 0 0,-1-6-12 0 0,-1 0 0 0 0,0 0 0 0 0,-1-1 0 0 0,1 1-1 0 0,-1 0 1 0 0,0-1 0 0 0,0 1 0 0 0,0 0 0 0 0,-1-1 0 0 0,0 1 0 0 0,0-1-1 0 0,-4 8 1 0 0,-2-1-35 0 0,0-1-1 0 0,0 0 0 0 0,-12 11 1 0 0,11-13 244 0 0,1 1 1 0 0,1-1-1 0 0,-1 1 1 0 0,2 1 0 0 0,-8 11-1 0 0,14-21-166 0 0,0 0-1 0 0,0 1 1 0 0,0-1-1 0 0,-1 0 1 0 0,1 0-1 0 0,0 0 1 0 0,0 1-1 0 0,0-1 1 0 0,0 0-1 0 0,0 1 1 0 0,0-1-1 0 0,0 0 1 0 0,0 0-1 0 0,0 1 1 0 0,0-1-1 0 0,-1 0 1 0 0,1 0-1 0 0,1 1 1 0 0,-1-1-1 0 0,0 0 1 0 0,0 1-1 0 0,0-1 1 0 0,0 0-1 0 0,0 0 1 0 0,0 1-1 0 0,0-1 1 0 0,0 0-1 0 0,0 0 1 0 0,0 1-1 0 0,1-1 1 0 0,-1 0-1 0 0,0 0 1 0 0,0 1-1 0 0,0-1 1 0 0,0 0-1 0 0,1 0 1 0 0,-1 0-1 0 0,0 1 1 0 0,0-1-1 0 0,1 0 1 0 0,-1 0-1 0 0,0 0 1 0 0,17 1 271 0 0,16-9 57 0 0,-32 8-338 0 0,103-34-1694 0 0,-81 29-5249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33.7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 81 7834 0 0,'-3'-4'247'0'0,"0"0"0"0"0,1 0 0 0 0,-1-1 0 0 0,1 1 0 0 0,-1-1 0 0 0,1 0 0 0 0,-2-9 0 0 0,4 13-121 0 0,-1 0 1 0 0,1 0-1 0 0,-1 0 0 0 0,1 0 0 0 0,0 0 0 0 0,0 0 0 0 0,0 0 0 0 0,0 0 0 0 0,0 0 0 0 0,0 0 0 0 0,0 0 0 0 0,0-1 0 0 0,0 1 0 0 0,0 0 0 0 0,0 0 0 0 0,1 0 0 0 0,-1 0 1 0 0,0 0-1 0 0,1 0 0 0 0,-1 0 0 0 0,1 0 0 0 0,-1 0 0 0 0,1 1 0 0 0,0-1 0 0 0,-1 0 0 0 0,1 0 0 0 0,0 0 0 0 0,0 1 0 0 0,-1-1 0 0 0,1 0 0 0 0,0 0 0 0 0,0 1 1 0 0,0-1-1 0 0,0 1 0 0 0,0-1 0 0 0,0 1 0 0 0,0-1 0 0 0,0 1 0 0 0,0 0 0 0 0,0 0 0 0 0,0-1 0 0 0,0 1 0 0 0,0 0 0 0 0,2 0 0 0 0,2 0 117 0 0,-1 0-1 0 0,1 1 1 0 0,0 0-1 0 0,-1 0 1 0 0,1 0-1 0 0,-1 0 1 0 0,1 1-1 0 0,-1-1 0 0 0,0 1 1 0 0,1 0-1 0 0,5 5 1 0 0,45 33 902 0 0,-43-31-843 0 0,11 10-66 0 0,-1 1-1 0 0,-1 0 0 0 0,0 2 1 0 0,-2 0-1 0 0,0 2 1 0 0,-2 0-1 0 0,0 0 0 0 0,23 50 1 0 0,-30-51-196 0 0,-1 0-1 0 0,-1 1 1 0 0,-1-1 0 0 0,-1 1 0 0 0,-1 1 0 0 0,-1-1 0 0 0,-2 1-1 0 0,0 0 1 0 0,-1 0 0 0 0,-6 48 0 0 0,0-48 16 0 0,0 0 0 0 0,-2 0 0 0 0,-1-1 0 0 0,-1 0 0 0 0,-1-1 0 0 0,-1 0 0 0 0,-27 42 0 0 0,-9 2-2326 0 0,-59 66 0 0 0,89-114-4489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34.2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15 4145 0 0,'11'-9'5657'0'0,"-9"8"-5029"0"0,-1 0 1 0 0,1 0-1 0 0,-1 1 1 0 0,1-1-1 0 0,-1 1 1 0 0,1-1-1 0 0,0 1 1 0 0,-1 0-1 0 0,1-1 1 0 0,3 1-1 0 0,-4 1-464 0 0,1 0 0 0 0,0-1 0 0 0,-1 1 0 0 0,1 0 0 0 0,0 0 1 0 0,-1 0-1 0 0,1 0 0 0 0,-1 0 0 0 0,0 0 0 0 0,1 1 0 0 0,-1-1 0 0 0,0 1 0 0 0,0-1 0 0 0,1 0 0 0 0,-1 1 0 0 0,0 0 0 0 0,1 2 0 0 0,3 6 22 0 0,-1 0 0 0 0,0 0 0 0 0,0 0-1 0 0,-1 1 1 0 0,0-1 0 0 0,-1 1 0 0 0,2 14 0 0 0,0 82 322 0 0,-4-75-380 0 0,-1 68 123 0 0,3 68-149 0 0,1-144-1629 0 0,0-1 0 0 0,11 40 1 0 0,-12-58 21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34.6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18 4609 0 0,'0'-2'233'0'0,"1"1"0"0"0,0 0 0 0 0,-1 0 0 0 0,1 0 0 0 0,0 0 0 0 0,0 0 0 0 0,0 0 0 0 0,0 0 0 0 0,0 0 1 0 0,0 1-1 0 0,0-1 0 0 0,0 0 0 0 0,0 1 0 0 0,0-1 0 0 0,0 0 0 0 0,1 1 0 0 0,-1 0 0 0 0,0-1 0 0 0,0 1 0 0 0,1 0 0 0 0,-1-1 0 0 0,0 1 0 0 0,0 0 0 0 0,1 0 0 0 0,-1 0 0 0 0,0 0 1 0 0,1 0-1 0 0,-1 0 0 0 0,0 1 0 0 0,3-1 0 0 0,-2 1 61 0 0,0 0 1 0 0,0 1 0 0 0,-1-1-1 0 0,1 0 1 0 0,0 0 0 0 0,0 1-1 0 0,-1-1 1 0 0,1 1-1 0 0,-1 0 1 0 0,1-1 0 0 0,-1 1-1 0 0,0 0 1 0 0,0 0 0 0 0,1 0-1 0 0,-1 0 1 0 0,-1 0-1 0 0,1 0 1 0 0,1 3 0 0 0,14 54 1572 0 0,8 66 0 0 0,-5-25-1238 0 0,-8-44-897 0 0,21 85 1448 0 0,-1-51-7758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36.8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132 158 4609 0 0,'3'-14'1214'0'0,"-1"0"-1"0"0,0 0 1 0 0,-1 0-1 0 0,-1 0 1 0 0,0 0 0 0 0,-1 0-1 0 0,-1 0 1 0 0,-4-20-1 0 0,6 34-1124 0 0,0-1 0 0 0,0 1 0 0 0,0-1 1 0 0,0 1-1 0 0,0-1 0 0 0,-1 1 0 0 0,1-1 0 0 0,0 1 0 0 0,0-1 0 0 0,0 1 0 0 0,0-1 0 0 0,-1 1 0 0 0,1 0 0 0 0,0-1 0 0 0,-1 1 0 0 0,1-1 0 0 0,0 1 0 0 0,-1 0 0 0 0,1-1 0 0 0,0 1 0 0 0,-1 0 0 0 0,1-1 0 0 0,0 1 0 0 0,-1 0 0 0 0,1 0 1 0 0,-1-1-1 0 0,1 1 0 0 0,-1 0 0 0 0,1 0 0 0 0,-1 0 0 0 0,1 0 0 0 0,-1-1 0 0 0,1 1 0 0 0,-1 0 0 0 0,1 0 0 0 0,-1 0 0 0 0,1 0 0 0 0,-1 0 0 0 0,1 0 0 0 0,-1 0 0 0 0,1 1 0 0 0,-1-1 0 0 0,1 0 0 0 0,-1 0 0 0 0,1 0 0 0 0,0 0 0 0 0,-1 1 1 0 0,1-1-1 0 0,-1 0 0 0 0,1 0 0 0 0,-1 1 0 0 0,1-1 0 0 0,0 0 0 0 0,-1 1 0 0 0,1-1 0 0 0,0 0 0 0 0,-1 1 0 0 0,1-1 0 0 0,0 1 0 0 0,-1-1 0 0 0,1 0 0 0 0,0 1 0 0 0,0-1 0 0 0,0 1 0 0 0,-1-1 0 0 0,1 1 0 0 0,0 0 0 0 0,-19 35 293 0 0,18-33-231 0 0,-17 39-90 0 0,3 1 0 0 0,1 0 1 0 0,3 1-1 0 0,1 0 0 0 0,2 1 0 0 0,2 0 0 0 0,2 0 0 0 0,2 54 0 0 0,5-73-53 0 0,0-1-1 0 0,1 0 1 0 0,2 0-1 0 0,0 0 1 0 0,2-1 0 0 0,0 0-1 0 0,2 0 1 0 0,1-1 0 0 0,15 25-1 0 0,-3-11-57 0 0,2-2-1 0 0,1 0 1 0 0,2-2-1 0 0,49 47 1 0 0,-67-71-432 0 0,0 0-1 0 0,0-1 1 0 0,0 0 0 0 0,1 0 0 0 0,0-1-1 0 0,1 0 1 0 0,-1-1 0 0 0,1-1 0 0 0,20 7-1 0 0,-14-8-1296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37.1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93 36 3681 0 0,'-20'-10'-75'0'0,"-15"-7"1924"0"0,31 16-986 0 0,1-1-1 0 0,-1 1 0 0 0,0 0 1 0 0,0 0-1 0 0,0 0 0 0 0,-6 0 1 0 0,9 1-717 0 0,1 1 1 0 0,-1-1 0 0 0,1 0-1 0 0,0 1 1 0 0,-1-1-1 0 0,1 1 1 0 0,0-1-1 0 0,0 0 1 0 0,-1 1 0 0 0,1-1-1 0 0,0 1 1 0 0,0-1-1 0 0,0 1 1 0 0,0-1-1 0 0,-1 1 1 0 0,1-1 0 0 0,0 1-1 0 0,0-1 1 0 0,0 1-1 0 0,0-1 1 0 0,0 1 0 0 0,0-1-1 0 0,0 1 1 0 0,0-1-1 0 0,1 1 1 0 0,-1-1-1 0 0,0 1 1 0 0,0-1 0 0 0,0 1-1 0 0,0-1 1 0 0,1 1-1 0 0,-1-1 1 0 0,1 1-1 0 0,6 23 698 0 0,-6-22-474 0 0,41 124 3218 0 0,-18-49-3053 0 0,40 84 0 0 0,-54-140-662 0 0,0-1-873 0 0,14 40 1 0 0,-22-53 85 0 0,0-1 1 0 0,-1 1-1 0 0,0-1 1 0 0,0 1 0 0 0,-1-1-1 0 0,0 10 1 0 0,0-16 756 0 0,0 1 0 0 0,0-1 0 0 0,0 1 0 0 0,0-1 0 0 0,0 1 1 0 0,0-1-1 0 0,-1 1 0 0 0,1-1 0 0 0,0 1 0 0 0,0-1 0 0 0,-1 1 0 0 0,1-1 0 0 0,0 1 0 0 0,-1-1 1 0 0,1 1-1 0 0,0-1 0 0 0,-1 0 0 0 0,1 1 0 0 0,-1-1 0 0 0,1 0 0 0 0,-1 1 0 0 0,1-1 0 0 0,-1 0 0 0 0,1 0 1 0 0,-1 1-1 0 0,1-1 0 0 0,-1 0 0 0 0,1 0 0 0 0,-1 0 0 0 0,1 0 0 0 0,-1 0 0 0 0,1 0 0 0 0,-1 1 1 0 0,1-1-1 0 0,-1-1 0 0 0,1 1 0 0 0,-1 0 0 0 0,0 0 0 0 0,1 0 0 0 0,-1 0 0 0 0,1 0 0 0 0,-1 0 0 0 0,1-1 1 0 0,-1 1-1 0 0,1 0 0 0 0,-1 0 0 0 0,0-1 0 0 0,-9-4-34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37.4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11 244 4145 0 0,'-3'-9'416'0'0,"1"0"-1"0"0,0-1 1 0 0,0 1 0 0 0,1 0-1 0 0,1-1 1 0 0,-1 1-1 0 0,1-1 1 0 0,1 1 0 0 0,0 0-1 0 0,0-1 1 0 0,1 1 0 0 0,0 0-1 0 0,1 0 1 0 0,5-14 0 0 0,-6 17-128 0 0,1 0 0 0 0,0 1 0 0 0,0-1 0 0 0,1 1 0 0 0,0 0 0 0 0,-1 0 0 0 0,2 0 0 0 0,-1 1 0 0 0,0-1 0 0 0,1 1 0 0 0,0 0 0 0 0,0 1 0 0 0,0-1 0 0 0,1 1 0 0 0,-1 0 0 0 0,1 0 0 0 0,-1 0 0 0 0,1 1 0 0 0,0 0 0 0 0,0 0 0 0 0,0 1 0 0 0,12-2 0 0 0,-16 3-219 0 0,0-1 0 0 0,0 1 0 0 0,0 0 0 0 0,0 0 0 0 0,0 0-1 0 0,0 0 1 0 0,0 0 0 0 0,0 1 0 0 0,1-1 0 0 0,-1 1 0 0 0,0-1 0 0 0,0 1 0 0 0,0 0 0 0 0,-1 0 0 0 0,1 0 0 0 0,0 0 0 0 0,0 0 0 0 0,0 0 0 0 0,-1 1 0 0 0,1-1 0 0 0,-1 0 0 0 0,1 1 0 0 0,-1-1 0 0 0,1 1 0 0 0,-1 0 0 0 0,0-1 0 0 0,0 1 0 0 0,0 0 0 0 0,0 0 0 0 0,0 0 0 0 0,0 0 0 0 0,0 0 0 0 0,-1 0 0 0 0,1 0 0 0 0,-1 0 0 0 0,1 0 0 0 0,-1 0 0 0 0,0 0 0 0 0,0 0 0 0 0,0 3 0 0 0,0 11 29 0 0,0-1 1 0 0,-2 1 0 0 0,0-1 0 0 0,-5 22 0 0 0,4-22 67 0 0,-4 14-62 0 0,-2-1-1 0 0,0-1 0 0 0,-15 31 1 0 0,-4 8 501 0 0,28-65-570 0 0,-1 0 0 0 0,1 0 0 0 0,-1 0-1 0 0,1 1 1 0 0,-1-1 0 0 0,1 0 0 0 0,0 0 0 0 0,-1 1 0 0 0,1-1-1 0 0,0 0 1 0 0,0 0 0 0 0,0 1 0 0 0,0-1 0 0 0,0 0-1 0 0,0 1 1 0 0,1-1 0 0 0,-1 0 0 0 0,0 1 0 0 0,1-1-1 0 0,-1 0 1 0 0,1 0 0 0 0,-1 0 0 0 0,1 1 0 0 0,0-1-1 0 0,1 2 1 0 0,-1-2-8 0 0,1 0 0 0 0,0 0 1 0 0,-1 0-1 0 0,1 0 0 0 0,0-1 0 0 0,0 1 0 0 0,0 0 0 0 0,0-1 0 0 0,0 1 0 0 0,0-1 0 0 0,-1 0 0 0 0,1 0 0 0 0,0 0 1 0 0,0 0-1 0 0,2 0 0 0 0,8-1 15 0 0,0-1 1 0 0,0 0 0 0 0,0 0 0 0 0,15-6 0 0 0,85-35-2188 0 0,-94 38 622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38.0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55 5985 0 0,'0'-1'89'0'0,"0"1"-1"0"0,-1 0 0 0 0,1-1 1 0 0,-1 1-1 0 0,1-1 0 0 0,0 1 1 0 0,-1-1-1 0 0,1 1 0 0 0,0-1 1 0 0,-1 1-1 0 0,1-1 1 0 0,0 1-1 0 0,0-1 0 0 0,0 1 1 0 0,-1-1-1 0 0,1 1 0 0 0,0-1 1 0 0,0 1-1 0 0,0-1 0 0 0,0 1 1 0 0,0-1-1 0 0,0 0 0 0 0,0 1 1 0 0,0-1-1 0 0,0 1 0 0 0,0-1 1 0 0,0 1-1 0 0,1-1 1 0 0,-1 1-1 0 0,0-1 0 0 0,0 1 1 0 0,0-1-1 0 0,1 1 0 0 0,-1-1 1 0 0,21-14 4785 0 0,33-1 273 0 0,-52 15-5443 0 0,3 0 368 0 0,0 0 0 0 0,0 0 0 0 0,0 0 0 0 0,1 0 0 0 0,-1 1 0 0 0,0 0 0 0 0,0 0 0 0 0,0 1 0 0 0,0-1 0 0 0,0 1 0 0 0,7 2 0 0 0,-10-2-48 0 0,0 0 0 0 0,0 0 1 0 0,-1 0-1 0 0,1 0 0 0 0,0 1 1 0 0,0-1-1 0 0,0 1 0 0 0,-1-1 1 0 0,1 1-1 0 0,-1-1 0 0 0,1 1 1 0 0,-1 0-1 0 0,0 0 0 0 0,0 0 1 0 0,0 0-1 0 0,0 0 1 0 0,0 0-1 0 0,0 0 0 0 0,0 0 1 0 0,-1 0-1 0 0,1 0 0 0 0,-1 1 1 0 0,1-1-1 0 0,-1 0 0 0 0,0 0 1 0 0,0 1-1 0 0,0 3 0 0 0,-1 7 17 0 0,-1 1 0 0 0,0-1 0 0 0,-1 1 0 0 0,-7 21-1 0 0,6-20 1 0 0,0 0 0 0 0,0 0 0 0 0,0 17 0 0 0,3-31-45 0 0,1 0-1 0 0,0 1 0 0 0,1-1 0 0 0,-1 0 0 0 0,0 1 1 0 0,0-1-1 0 0,1 0 0 0 0,-1 1 0 0 0,0-1 1 0 0,1 0-1 0 0,-1 1 0 0 0,1-1 0 0 0,0 0 0 0 0,-1 0 1 0 0,1 0-1 0 0,0 0 0 0 0,0 0 0 0 0,0 0 0 0 0,0 0 1 0 0,0 0-1 0 0,0 0 0 0 0,0 0 0 0 0,0 0 0 0 0,0 0 1 0 0,0-1-1 0 0,0 1 0 0 0,0 0 0 0 0,1-1 0 0 0,1 1 1 0 0,6 2-91 0 0,-1-1 0 0 0,1 0 0 0 0,17 2 0 0 0,-20-4 1 0 0,0 1 0 0 0,0 0-1 0 0,0 0 1 0 0,1 1-1 0 0,9 3 1 0 0,-14-3 79 0 0,0-1 0 0 0,-1 0 0 0 0,1 1 0 0 0,-1 0 0 0 0,1-1 0 0 0,-1 1 0 0 0,0 0 0 0 0,0 0 0 0 0,0 0 0 0 0,0 0 0 0 0,0 0 0 0 0,0 0 0 0 0,0 0 0 0 0,0 0 0 0 0,-1 0 0 0 0,1 0 0 0 0,-1 0 0 0 0,0 0 0 0 0,0 1 0 0 0,1-1 0 0 0,-1 0 0 0 0,-1 0 0 0 0,1 0 0 0 0,0 1 0 0 0,0-1 0 0 0,-1 0 0 0 0,1 0 0 0 0,-1 0 0 0 0,0 0 0 0 0,-1 3 0 0 0,-2 6 54 0 0,0-1 0 0 0,-1 0 0 0 0,0 0 0 0 0,-11 16 0 0 0,3-9 161 0 0,-1-1 0 0 0,-1 0-1 0 0,0-1 1 0 0,-1-1-1 0 0,0 0 1 0 0,-33 20 0 0 0,-20 6-2015 0 0,53-31-5002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38.3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 0 7370 0 0,'-1'0'289'0'0,"-1"1"1"0"0,0-1 0 0 0,0 0-1 0 0,0 0 1 0 0,0 0-1 0 0,1 1 1 0 0,-1-1 0 0 0,0 1-1 0 0,0 0 1 0 0,1 0 0 0 0,-1-1-1 0 0,0 1 1 0 0,1 0 0 0 0,-1 0-1 0 0,1 0 1 0 0,-1 1 0 0 0,1-1-1 0 0,-1 0 1 0 0,1 0 0 0 0,0 1-1 0 0,0-1 1 0 0,0 1 0 0 0,0-1-1 0 0,0 1 1 0 0,0-1 0 0 0,0 1-1 0 0,0 0 1 0 0,1 0-1 0 0,-1-1 1 0 0,1 1 0 0 0,-1 0-1 0 0,1 0 1 0 0,-1 0 0 0 0,1-1-1 0 0,0 1 1 0 0,0 0 0 0 0,0 0-1 0 0,1 3 1 0 0,-1 10 795 0 0,2 0 0 0 0,0 0 0 0 0,8 28 0 0 0,-5-20-1311 0 0,42 150-117 0 0,-29-118-5680 0 0,-12-34-1037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38.6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55 3889 0 0,'4'-10'-1021'0'0,"3"-8"2486"0"0,12-7 8314 0 0,-18 24-9519 0 0,0 1 1 0 0,-1 0-1 0 0,1 0 1 0 0,-1 0 0 0 0,1 0-1 0 0,0 0 1 0 0,-1 0-1 0 0,1 0 1 0 0,0 0-1 0 0,-1 0 1 0 0,1 0 0 0 0,0 0-1 0 0,1 1-30 0 0,-1 0 0 0 0,1-1 0 0 0,-1 1 0 0 0,1 0 0 0 0,-1 0 0 0 0,0 0 0 0 0,1 0 0 0 0,-1 1 0 0 0,0-1 0 0 0,0 0-1 0 0,0 0 1 0 0,2 3 0 0 0,6 11 154 0 0,-1 0 0 0 0,-1 0-1 0 0,0 1 1 0 0,-1 0-1 0 0,-1 0 1 0 0,6 30-1 0 0,-4-20-331 0 0,14 38 0 0 0,20 47-506 0 0,-26-61-3326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38.9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5065 0 0,'5'30'11537'0'0,"7"4"-6677"0"0,22 36-4954 0 0,-13-27 1035 0 0,3 6-955 0 0,53 79 0 0 0,-26-57-2947 0 0,-36-52-4068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39.2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2 160 1376 0 0,'-1'-2'286'0'0,"1"0"0"0"0,0 0 0 0 0,0-1 0 0 0,0 1-1 0 0,0 0 1 0 0,0 0 0 0 0,0 0 0 0 0,1 0 0 0 0,-1 0 0 0 0,1 0-1 0 0,-1-1 1 0 0,1 1 0 0 0,0 0 0 0 0,0 0 0 0 0,0 0 0 0 0,0 1-1 0 0,0-1 1 0 0,0 0 0 0 0,0 0 0 0 0,1 1 0 0 0,-1-1-1 0 0,1 0 1 0 0,1-1 0 0 0,44-38 3074 0 0,-39 35-2903 0 0,3-2 94 0 0,0 0 0 0 0,1 1 0 0 0,0 0 0 0 0,0 1 0 0 0,1 0 0 0 0,24-7 0 0 0,-28 11-372 0 0,-1 0-1 0 0,1 0 1 0 0,0 1-1 0 0,0 0 1 0 0,0 0-1 0 0,0 1 0 0 0,0 1 1 0 0,0-1-1 0 0,0 1 1 0 0,0 1-1 0 0,13 3 1 0 0,-21-5-173 0 0,0 1 0 0 0,0-1 0 0 0,0 1 0 0 0,0-1 0 0 0,0 1 0 0 0,1-1 0 0 0,-1 1 0 0 0,0 0 0 0 0,0-1 0 0 0,0 1-1 0 0,-1 0 1 0 0,1 0 0 0 0,0 0 0 0 0,0 0 0 0 0,0 0 0 0 0,-1 0 0 0 0,1 0 0 0 0,0 0 0 0 0,-1 0 0 0 0,1 0 0 0 0,-1 0 0 0 0,1 2 0 0 0,0 0 3 0 0,-1-1 0 0 0,0 1-1 0 0,0-1 1 0 0,0 0 0 0 0,0 1 0 0 0,0-1 0 0 0,-1 1-1 0 0,1-1 1 0 0,-1 0 0 0 0,-1 5 0 0 0,-4 5 43 0 0,1 0-1 0 0,-2 0 1 0 0,-11 15 0 0 0,12-18 11 0 0,-35 46 267 0 0,27-38 64 0 0,1 1 0 0 0,-19 33 0 0 0,31-50-362 0 0,0 0 1 0 0,1 1-1 0 0,-1-1 0 0 0,0 1 0 0 0,1 0 0 0 0,-1-1 0 0 0,1 1 1 0 0,-1-1-1 0 0,1 1 0 0 0,0 0 0 0 0,0-1 0 0 0,0 1 0 0 0,0 0 0 0 0,0 0 1 0 0,0-1-1 0 0,0 1 0 0 0,0 0 0 0 0,1 1 0 0 0,0-1-5 0 0,0-1 0 0 0,0 0 0 0 0,-1 0 0 0 0,1 0 0 0 0,0 0 0 0 0,0-1 0 0 0,0 1 0 0 0,0 0 0 0 0,0 0 0 0 0,0 0 0 0 0,0-1 0 0 0,0 1 0 0 0,0-1 0 0 0,1 1 0 0 0,-1-1 0 0 0,0 1 1 0 0,0-1-1 0 0,3 1 0 0 0,6 0-217 0 0,0 0 0 0 0,0 0 1 0 0,0-2-1 0 0,19-1 1 0 0,-11 0-1133 0 0,-8 2-67 0 0,1 0 1 0 0,-1 0 0 0 0,20 4 0 0 0,-15 0-275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39.7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122 18 5025 0 0,'-36'-14'5308'0'0,"34"13"-4743"0"0,0 1 0 0 0,-1-1 0 0 0,1 1 0 0 0,0-1 0 0 0,-1 1 0 0 0,1 0-1 0 0,0 0 1 0 0,-1 0 0 0 0,1 0 0 0 0,0 0 0 0 0,-1 0 0 0 0,1 1 0 0 0,0-1 0 0 0,-3 2 0 0 0,3 1-262 0 0,0 0 1 0 0,0 0-1 0 0,0 0 1 0 0,1 1 0 0 0,0-1-1 0 0,-1 0 1 0 0,1 1-1 0 0,0-1 1 0 0,0 6 0 0 0,-2 2-4 0 0,-4 10-9 0 0,1-1-1 0 0,0 1 1 0 0,-4 42 0 0 0,9-58-334 0 0,1 0-1 0 0,0 1 1 0 0,0-1 0 0 0,0 0 0 0 0,1 0 0 0 0,-1 0 0 0 0,1 0 0 0 0,0 0 0 0 0,1 0 0 0 0,-1 0 0 0 0,1 0 0 0 0,0 0 0 0 0,1 0 0 0 0,-1-1 0 0 0,1 1 0 0 0,0-1 0 0 0,0 0 0 0 0,0 0 0 0 0,0 0 0 0 0,1 0 0 0 0,-1 0-1 0 0,8 4 1 0 0,-9-6-28 0 0,1-1 0 0 0,0 0 0 0 0,0 0 0 0 0,0 0 0 0 0,0 0-1 0 0,0 0 1 0 0,0-1 0 0 0,0 1 0 0 0,0-1 0 0 0,0 0 0 0 0,0 0 0 0 0,0 0-1 0 0,0 0 1 0 0,0 0 0 0 0,0-1 0 0 0,0 0 0 0 0,0 1 0 0 0,0-1-1 0 0,0 0 1 0 0,0 0 0 0 0,0-1 0 0 0,2-1 0 0 0,11-5-413 0 0,-1-1 1 0 0,25-18 0 0 0,-18 11 71 0 0,52-27-2722 0 0,-57 35 1678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39.9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 0 3945 0 0,'-2'1'209'0'0,"0"-1"1"0"0,0 1 0 0 0,0-1-1 0 0,0 1 1 0 0,0 0 0 0 0,1 0-1 0 0,-1 0 1 0 0,0 0-1 0 0,1 0 1 0 0,-1 0 0 0 0,1 0-1 0 0,-1 0 1 0 0,1 1-1 0 0,-1-1 1 0 0,1 0 0 0 0,0 1-1 0 0,0-1 1 0 0,0 1-1 0 0,0 0 1 0 0,0-1 0 0 0,0 1-1 0 0,0 0 1 0 0,0 0 0 0 0,1 0-1 0 0,-1-1 1 0 0,1 1-1 0 0,-1 0 1 0 0,1 0 0 0 0,0 0-1 0 0,0 0 1 0 0,-1 0-1 0 0,2 0 1 0 0,-1 0 0 0 0,0 3-1 0 0,2 8 1067 0 0,-1 0-1 0 0,2 0 0 0 0,0 0 1 0 0,4 12-1 0 0,-2-11-1179 0 0,35 115 1653 0 0,-17-75-7186 0 0,-11-30-595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40.3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 5065 0 0,'4'-3'2341'0'0,"12"0"-286"0"0,17 2 1293 0 0,-18 5-2516 0 0,0 1 0 0 0,0 0 0 0 0,0 1 0 0 0,-1 0 0 0 0,0 2 0 0 0,-1-1 0 0 0,1 2-1 0 0,-1-1 1 0 0,17 16 0 0 0,2 5-172 0 0,-2 1 0 0 0,33 41 0 0 0,-42-47-500 0 0,-1 1 1 0 0,-2 2 0 0 0,0-1-1 0 0,23 50 1 0 0,-37-66-185 0 0,0 0 0 0 0,0 0 0 0 0,-1 0 0 0 0,-1 0 0 0 0,0 0 0 0 0,0 1 0 0 0,-1-1 0 0 0,0 0 0 0 0,-1 1 0 0 0,0-1 0 0 0,-1 1 0 0 0,0-1 0 0 0,-1 1 1 0 0,0-1-1 0 0,0 0 0 0 0,-1 0 0 0 0,-1 0 0 0 0,-5 12 0 0 0,-11 15-483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41.5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4 207 6449 0 0,'-4'-5'6079'0'0,"13"5"-3759"0"0,9 5-1830 0 0,-2 0-315 0 0,-1 1 0 0 0,0 0 0 0 0,-1 2 0 0 0,1-1 0 0 0,-1 2 0 0 0,15 11 0 0 0,68 67 1539 0 0,-25-20-1131 0 0,-70-65-520 0 0,0 0-1 0 0,0 0 0 0 0,1 0 1 0 0,-1-1-1 0 0,0 1 1 0 0,1-1-1 0 0,-1 1 1 0 0,1-1-1 0 0,-1 0 1 0 0,1 0-1 0 0,0 0 1 0 0,-1 0-1 0 0,1-1 1 0 0,0 1-1 0 0,0-1 1 0 0,-1 1-1 0 0,1-1 0 0 0,0 0 1 0 0,0 0-1 0 0,0 0 1 0 0,4-1-1 0 0,-5 0 10 0 0,1-1 0 0 0,-1 1 0 0 0,0-1-1 0 0,1 0 1 0 0,-1 1 0 0 0,0-1 0 0 0,0 0-1 0 0,0 0 1 0 0,0-1 0 0 0,-1 1-1 0 0,1 0 1 0 0,0-1 0 0 0,-1 1 0 0 0,0-1-1 0 0,1 1 1 0 0,-1-1 0 0 0,0 1 0 0 0,0-1-1 0 0,-1 0 1 0 0,1 0 0 0 0,0-3 0 0 0,2-18 128 0 0,-1 1-1 0 0,-1 0 1 0 0,0-1 0 0 0,-2 1 0 0 0,-1 0 0 0 0,-1 0 0 0 0,-8-31-1 0 0,5 19-358 0 0,1 0-1 0 0,-1-38 1 0 0,6 72 22 0 0,0 0 1 0 0,0 0-1 0 0,0 0 0 0 0,0-1 1 0 0,0 1-1 0 0,0 0 0 0 0,0 0 1 0 0,0 0-1 0 0,1-1 0 0 0,-1 1 1 0 0,0 0-1 0 0,1 0 1 0 0,-1 0-1 0 0,1 0 0 0 0,-1 0 1 0 0,1 0-1 0 0,-1 0 0 0 0,1 0 1 0 0,0 0-1 0 0,0 0 0 0 0,0 0 1 0 0,-1 0-1 0 0,1 1 0 0 0,0-1 1 0 0,1-1-1 0 0,5 0-1079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41.8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95 3 3225 0 0,'1'0'13'0'0,"-1"0"1"0"0,0-1-1 0 0,1 1 1 0 0,-1 0-1 0 0,0 0 1 0 0,1 0-1 0 0,-1-1 1 0 0,0 1 0 0 0,1 0-1 0 0,-1 0 1 0 0,0 0-1 0 0,1 0 1 0 0,-1 0-1 0 0,1 0 1 0 0,-1 0-1 0 0,0 0 1 0 0,1 0-1 0 0,-1 0 1 0 0,1 0 0 0 0,-1 0-1 0 0,0 0 1 0 0,1 0-1 0 0,-1 0 1 0 0,0 0-1 0 0,1 0 1 0 0,1 2 798 0 0,-2-1-613 0 0,0-1 1 0 0,1 1 0 0 0,-1-1-1 0 0,0 1 1 0 0,0-1 0 0 0,0 1-1 0 0,0-1 1 0 0,0 1 0 0 0,0-1-1 0 0,0 1 1 0 0,0-1-1 0 0,0 1 1 0 0,0-1 0 0 0,0 1-1 0 0,0-1 1 0 0,-3 6 2196 0 0,2-5-2197 0 0,-27 45 2223 0 0,14-24-1612 0 0,0 0 0 0 0,2 0 0 0 0,1 1 0 0 0,-9 25 0 0 0,19-45-735 0 0,0 0 0 0 0,1-1 0 0 0,-1 1-1 0 0,1 0 1 0 0,-1 0 0 0 0,1-1 0 0 0,0 1 0 0 0,0 0 0 0 0,0 0-1 0 0,0-1 1 0 0,1 1 0 0 0,-1 0 0 0 0,1-1 0 0 0,0 1-1 0 0,0 0 1 0 0,0-1 0 0 0,0 1 0 0 0,0-1 0 0 0,0 1-1 0 0,1-1 1 0 0,-1 0 0 0 0,1 0 0 0 0,0 1 0 0 0,-1-1-1 0 0,1 0 1 0 0,0 0 0 0 0,0-1 0 0 0,3 3 0 0 0,6 3 52 0 0,0-1 0 0 0,0 0 1 0 0,1 0-1 0 0,0-1 0 0 0,13 3 0 0 0,-12-4 43 0 0,-1 1-1 0 0,1 0 0 0 0,11 8 0 0 0,-21-11-134 0 0,1 0 0 0 0,0 0 1 0 0,-1 0-1 0 0,0 1 0 0 0,0 0 0 0 0,1 0 0 0 0,-1 0 0 0 0,-1 0 0 0 0,1 0 0 0 0,0 0 0 0 0,-1 1 0 0 0,0-1 0 0 0,0 1 0 0 0,0 0 0 0 0,0-1 0 0 0,0 1 0 0 0,-1 0 1 0 0,0 0-1 0 0,0 0 0 0 0,0 0 0 0 0,0 1 0 0 0,-1-1 0 0 0,1 0 0 0 0,-1 0 0 0 0,0 0 0 0 0,0 1 0 0 0,-1-1 0 0 0,1 0 0 0 0,-1 0 0 0 0,0 0 0 0 0,0 0 0 0 0,0 0 0 0 0,-3 6 1 0 0,-2 3-143 0 0,0 0 1 0 0,-1 0-1 0 0,0-1 0 0 0,-1 0 1 0 0,-1-1-1 0 0,0 0 1 0 0,-20 20-1 0 0,5-9-7234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13.9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41 591 6913 0 0,'-40'21'142'0'0,"80"-36"3565"0"0,127-101 1121 0 0,-108 71-3241 0 0,98-54 0 0 0,-93 64-1107 0 0,-2-2 0 0 0,109-87 0 0 0,-124 87-818 0 0,-23 19-292 0 0,-2-1 1 0 0,36-38-1 0 0,-51 47-535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14.7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86 819 8290 0 0,'-1'-2'168'0'0,"0"0"0"0"0,1-1 1 0 0,-1 1-1 0 0,1 0 0 0 0,0-1 0 0 0,0 1 1 0 0,0-1-1 0 0,0 1 0 0 0,0 0 0 0 0,0-1 1 0 0,0 1-1 0 0,1-1 0 0 0,0-2 0 0 0,1-26 2538 0 0,-9 5-1284 0 0,0 1 1 0 0,-21-44-1 0 0,17 44-798 0 0,0-1 1 0 0,-9-40-1 0 0,20 65-593 0 0,-1-1-1 0 0,1 1 1 0 0,-1-1 0 0 0,1 1 0 0 0,0-1-1 0 0,0 1 1 0 0,0-1 0 0 0,0 1 0 0 0,0-1-1 0 0,0 1 1 0 0,0-1 0 0 0,0 1 0 0 0,1-1 0 0 0,-1 1-1 0 0,0-1 1 0 0,1 1 0 0 0,0-1 0 0 0,1-2-1 0 0,-2 4-16 0 0,1-1 0 0 0,0 1-1 0 0,0-1 1 0 0,0 1 0 0 0,-1-1-1 0 0,1 1 1 0 0,0 0 0 0 0,0-1-1 0 0,0 1 1 0 0,0 0-1 0 0,0 0 1 0 0,0 0 0 0 0,0 0-1 0 0,0 0 1 0 0,-1 0 0 0 0,1 0-1 0 0,0 0 1 0 0,0 0 0 0 0,0 0-1 0 0,0 0 1 0 0,0 1 0 0 0,1-1-1 0 0,7 4 51 0 0,1 0 0 0 0,-1 0 0 0 0,-1 1 0 0 0,12 7 0 0 0,-14-8-1 0 0,83 57 367 0 0,-54-35-274 0 0,1-2-1 0 0,63 32 1 0 0,-97-55-156 0 0,0 0 0 0 0,0 0 0 0 0,0 0 1 0 0,0-1-1 0 0,0 1 0 0 0,0 0 0 0 0,0-1 0 0 0,0 0 1 0 0,0 1-1 0 0,0-1 0 0 0,0 0 0 0 0,0 0 1 0 0,0 0-1 0 0,1 0 0 0 0,-1 0 0 0 0,0-1 0 0 0,0 1 1 0 0,0-1-1 0 0,0 1 0 0 0,0-1 0 0 0,0 0 1 0 0,3-1-1 0 0,-3 0-5 0 0,0 0 0 0 0,0 0 1 0 0,0-1-1 0 0,-1 1 1 0 0,1 0-1 0 0,-1 0 0 0 0,1-1 1 0 0,-1 1-1 0 0,0-1 1 0 0,0 1-1 0 0,0-1 0 0 0,0 0 1 0 0,0 1-1 0 0,0-6 0 0 0,1-8-24 0 0,0 0-1 0 0,-2 0 0 0 0,0-1 0 0 0,-4-24 0 0 0,-1 6 23 0 0,-13-40-1 0 0,12 55 39 0 0,1-1 0 0 0,0 1 0 0 0,2-1-1 0 0,0 0 1 0 0,1 0 0 0 0,2-37-1 0 0,0 57-22 0 0,0 0-1 0 0,0 1 1 0 0,0-1-1 0 0,0 0 1 0 0,0 0-1 0 0,0 1 1 0 0,0-1 0 0 0,1 0-1 0 0,-1 1 1 0 0,0-1-1 0 0,0 0 1 0 0,0 0-1 0 0,1 1 1 0 0,-1-1-1 0 0,0 0 1 0 0,1 1-1 0 0,-1-1 1 0 0,1 1-1 0 0,-1-1 1 0 0,1 1-1 0 0,-1-1 1 0 0,1 1 0 0 0,-1-1-1 0 0,1 1 1 0 0,-1-1-1 0 0,1 1 1 0 0,-1-1-1 0 0,1 1 1 0 0,0 0-1 0 0,0-1 1 0 0,1 1 10 0 0,-1 1 1 0 0,0-1-1 0 0,0 1 1 0 0,0-1-1 0 0,0 1 1 0 0,0-1-1 0 0,1 1 1 0 0,-1 0-1 0 0,0-1 1 0 0,0 1 0 0 0,-1 0-1 0 0,1 0 1 0 0,0 0-1 0 0,0 0 1 0 0,1 1-1 0 0,28 44 277 0 0,-30-46-298 0 0,5 8 7 0 0,18 34 68 0 0,39 54 1 0 0,-53-84-61 0 0,1-1 0 0 0,0 0-1 0 0,0 0 1 0 0,1-1 0 0 0,0 0 0 0 0,1-1 0 0 0,0-1 0 0 0,25 14 0 0 0,-35-21-11 0 0,1 1 0 0 0,-1-1 1 0 0,0 0-1 0 0,0 0 0 0 0,1-1 1 0 0,-1 1-1 0 0,1 0 0 0 0,-1-1 1 0 0,1 1-1 0 0,-1-1 0 0 0,0 0 1 0 0,1 0-1 0 0,-1 0 0 0 0,1 0 1 0 0,-1 0-1 0 0,1-1 0 0 0,-1 1 0 0 0,1-1 1 0 0,-1 0-1 0 0,4 0 0 0 0,-4-1 3 0 0,0 0-1 0 0,0 1 1 0 0,0-1 0 0 0,0 0-1 0 0,-1 0 1 0 0,1 0-1 0 0,0 0 1 0 0,-1 0-1 0 0,0 0 1 0 0,1-1 0 0 0,-1 1-1 0 0,0 0 1 0 0,0-1-1 0 0,0 1 1 0 0,0-1-1 0 0,0-2 1 0 0,2-9 11 0 0,-1 0-1 0 0,-1 0 1 0 0,0 0 0 0 0,-1 0-1 0 0,-3-25 1 0 0,-19-78-15 0 0,0-2 0 0 0,21 105 0 0 0,0 0 0 0 0,0-1 0 0 0,2 1 0 0 0,0 0 0 0 0,0 0 0 0 0,6-19 0 0 0,-7 31-1 0 0,0 1 0 0 0,0-1 0 0 0,1 0 1 0 0,-1 0-1 0 0,1 1 0 0 0,0-1 0 0 0,0 0 0 0 0,-1 1 0 0 0,1-1 0 0 0,0 1 1 0 0,0-1-1 0 0,0 1 0 0 0,1 0 0 0 0,-1-1 0 0 0,0 1 0 0 0,0 0 0 0 0,1 0 1 0 0,-1-1-1 0 0,1 1 0 0 0,-1 1 0 0 0,1-1 0 0 0,-1 0 0 0 0,1 0 1 0 0,2-1-1 0 0,-1 2-3 0 0,0 0 1 0 0,0 0 0 0 0,0 0-1 0 0,0 0 1 0 0,0 1 0 0 0,0-1-1 0 0,0 1 1 0 0,-1 0 0 0 0,1-1-1 0 0,0 1 1 0 0,0 0 0 0 0,-1 1-1 0 0,5 1 1 0 0,7 6-11 0 0,-1 0 1 0 0,0 1-1 0 0,0 0 0 0 0,13 15 1 0 0,-15-12 13 0 0,1-1 0 0 0,1-1 0 0 0,0 0 0 0 0,1 0 0 0 0,0-1 0 0 0,1-1 0 0 0,0-1 0 0 0,0 0 0 0 0,28 10 0 0 0,-32-15-10 0 0,-1 0-449 0 0,0 0 0 0 0,-1 1-1 0 0,1 0 1 0 0,0 0 0 0 0,-1 1-1 0 0,14 9 1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15.0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9 452 2761 0 0,'-8'12'512'0'0,"16"-20"1584"0"0,15-16 301 0 0,225-226 9739 0 0,-221 227-12085 0 0,1 1 0 0 0,1 1 1 0 0,1 2-1 0 0,1 0 0 0 0,1 3 1 0 0,0 0-1 0 0,63-19 0 0 0,-62 25-1015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16.0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150 960 14283 0 0,'-6'-34'4073'0'0,"-18"-28"-3222"0"0,1-1-910 0 0,-5-30 56 0 0,-19-70-92 0 0,40 132 131 0 0,2 1 0 0 0,0-2 1 0 0,1-38-1 0 0,4 69-10 0 0,-1-1 1 0 0,1 1-1 0 0,0 0 1 0 0,0 0 0 0 0,0 0-1 0 0,1 0 1 0 0,-1-1-1 0 0,0 1 1 0 0,0 0-1 0 0,1 0 1 0 0,-1 0-1 0 0,0 0 1 0 0,1 0 0 0 0,-1 0-1 0 0,1-1 1 0 0,0 1-1 0 0,-1 0 1 0 0,1 1-1 0 0,0-1 1 0 0,1-2-1 0 0,-1 3 2 0 0,0-1 0 0 0,0 1-1 0 0,0 0 1 0 0,-1 0 0 0 0,1 0-1 0 0,0 0 1 0 0,0 0 0 0 0,0 0-1 0 0,0 0 1 0 0,0 0 0 0 0,0 0-1 0 0,0 0 1 0 0,0 0-1 0 0,0 0 1 0 0,0 1 0 0 0,-1-1-1 0 0,1 0 1 0 0,0 1 0 0 0,0-1-1 0 0,1 1 1 0 0,6 4 109 0 0,0 0 0 0 0,-1 1-1 0 0,0 0 1 0 0,7 7 0 0 0,-8-8-150 0 0,24 23 129 0 0,3-2-1 0 0,47 32 1 0 0,-63-49-80 0 0,-1 0 1 0 0,2 0 0 0 0,-1-2 0 0 0,1 0-1 0 0,1-1 1 0 0,-1-1 0 0 0,29 4 0 0 0,-39-7-38 0 0,0-1-1 0 0,0 0 0 0 0,1 0-1 0 0,-1-1 1 0 0,0 1 0 0 0,0-2-1 0 0,10 0 1 0 0,-16 0 2 0 0,0 1 0 0 0,-1-1 1 0 0,1 0-1 0 0,0 1 0 0 0,0-1 0 0 0,-1 0 1 0 0,1 0-1 0 0,-1 0 0 0 0,1 0 0 0 0,-1-1 0 0 0,1 1 1 0 0,-1 0-1 0 0,1 0 0 0 0,-1-1 0 0 0,0 1 1 0 0,0-1-1 0 0,0 1 0 0 0,0-1 0 0 0,0 0 0 0 0,0 1 1 0 0,0-1-1 0 0,-1 0 0 0 0,1 0 0 0 0,0 0 1 0 0,-1 1-1 0 0,0-1 0 0 0,1 0 0 0 0,-1 0 0 0 0,0 0 1 0 0,0 0-1 0 0,0 0 0 0 0,0-2 0 0 0,-2-26 168 0 0,-1-1-1 0 0,-13-52 0 0 0,10 60-139 0 0,2 0 0 0 0,0 0 0 0 0,1-1 0 0 0,2 1 0 0 0,1-40 0 0 0,0 61-26 0 0,0 1 0 0 0,0-1 0 0 0,1 1 0 0 0,-1-1 0 0 0,0 0 0 0 0,1 1 1 0 0,-1-1-1 0 0,1 1 0 0 0,-1-1 0 0 0,1 1 0 0 0,0-1 0 0 0,0 1 0 0 0,0 0 0 0 0,1-2 0 0 0,-2 3-1 0 0,1-1 1 0 0,-1 1-1 0 0,1 0 0 0 0,-1 0 0 0 0,1 0 0 0 0,-1-1 0 0 0,1 1 0 0 0,-1 0 0 0 0,1 0 0 0 0,-1 0 0 0 0,1 0 0 0 0,-1 0 0 0 0,1 0 1 0 0,-1 0-1 0 0,1 0 0 0 0,-1 0 0 0 0,1 0 0 0 0,-1 1 0 0 0,1-1 0 0 0,-1 0 0 0 0,0 0 0 0 0,1 0 0 0 0,-1 1 0 0 0,1-1 0 0 0,-1 0 1 0 0,1 0-1 0 0,-1 1 0 0 0,0-1 0 0 0,1 1 0 0 0,5 4 9 0 0,0 1 0 0 0,-1 0 0 0 0,0 0 0 0 0,7 11 0 0 0,2 3 0 0 0,-7-12-10 0 0,1 0 0 0 0,0-1 0 0 0,0 0 0 0 0,0 0 0 0 0,11 5 0 0 0,-16-10 0 0 0,0 0 0 0 0,0-1 0 0 0,0 1 0 0 0,1-1 0 0 0,-1 0 0 0 0,1 0 0 0 0,-1 0 0 0 0,1-1 0 0 0,-1 1 0 0 0,1-1 0 0 0,-1 0 0 0 0,1 0 0 0 0,-1 0 0 0 0,1 0 0 0 0,-1-1 0 0 0,1 0 0 0 0,-1 1 0 0 0,1-1 0 0 0,4-2 0 0 0,-6 2 0 0 0,0 0 0 0 0,-1-1 0 0 0,1 1 0 0 0,-1 0 0 0 0,1-1 1 0 0,-1 1-1 0 0,1-1 0 0 0,-1 1 0 0 0,0-1 0 0 0,1 0 0 0 0,-1 1 0 0 0,0-1 1 0 0,0 0-1 0 0,0 0 0 0 0,-1 0 0 0 0,1 0 0 0 0,0 0 0 0 0,-1 0 0 0 0,1 0 1 0 0,-1 0-1 0 0,0 0 0 0 0,0 0 0 0 0,1 0 0 0 0,-2-3 0 0 0,1-8 2 0 0,0 1-1 0 0,-5-23 1 0 0,4 27-2 0 0,-3-14 3 0 0,1 4 9 0 0,0-1 0 0 0,1-23-1 0 0,2 38-9 0 0,0-1 0 0 0,0 1-1 0 0,0 0 1 0 0,1 0-1 0 0,0 0 1 0 0,0 0-1 0 0,0-1 1 0 0,0 1 0 0 0,1 1-1 0 0,-1-1 1 0 0,1 0-1 0 0,0 0 1 0 0,0 1 0 0 0,1-1-1 0 0,4-5 1 0 0,-6 8-3 0 0,1-1 0 0 0,0 1 0 0 0,0 0 0 0 0,0 0 0 0 0,0 0 0 0 0,0 0 0 0 0,0 0-1 0 0,0 0 1 0 0,0 0 0 0 0,1 1 0 0 0,-1-1 0 0 0,0 1 0 0 0,0-1 0 0 0,0 1 0 0 0,1 0 0 0 0,-1 0 0 0 0,0 0 0 0 0,0 0 0 0 0,1 1 0 0 0,-1-1 0 0 0,0 1 0 0 0,0-1 0 0 0,0 1 0 0 0,1 0 0 0 0,-1-1 0 0 0,0 1 0 0 0,0 0 0 0 0,3 3 0 0 0,8 4-10 0 0,-1 0 0 0 0,0 0 0 0 0,16 16 0 0 0,-10-9 5 0 0,2-1 23 0 0,1-1 0 0 0,0-1 0 0 0,44 17 0 0 0,-17-7-21 0 0,-44-20-572 0 0,17 9 1483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16.3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1 849 3681 0 0,'2'-1'180'0'0,"1"-1"0"0"0,-1 1 0 0 0,0-1 1 0 0,0 0-1 0 0,0 1 0 0 0,0-1 0 0 0,0 0 0 0 0,2-4 0 0 0,4-3 853 0 0,225-185 9877 0 0,-41 36-6540 0 0,-91 71-3565 0 0,207-138 0 0 0,-218 159-982 0 0,-62 44-966 0 0,61-37 1 0 0,-70 49-281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17.0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22 6913 0 0,'0'-1'189'0'0,"-1"1"-1"0"0,1-1 1 0 0,-1 0-1 0 0,1 0 0 0 0,0 0 1 0 0,0 0-1 0 0,-1 0 0 0 0,1 0 1 0 0,0 0-1 0 0,0 1 0 0 0,0-1 1 0 0,0 0-1 0 0,0 0 0 0 0,0 0 1 0 0,0 0-1 0 0,0 0 0 0 0,0 0 1 0 0,0 0-1 0 0,1 0 0 0 0,-1 0 1 0 0,1-1-1 0 0,0 2-36 0 0,-1-1-1 0 0,1 1 1 0 0,0 0 0 0 0,0 0-1 0 0,-1 0 1 0 0,1 0 0 0 0,0 0-1 0 0,-1 0 1 0 0,1 0 0 0 0,0 1-1 0 0,-1-1 1 0 0,1 0 0 0 0,0 0-1 0 0,-1 0 1 0 0,1 1 0 0 0,0-1-1 0 0,-1 0 1 0 0,1 1 0 0 0,-1-1-1 0 0,1 0 1 0 0,0 2 0 0 0,38 29 2184 0 0,-38-30-2414 0 0,82 84 1800 0 0,107 143 0 0 0,-121-141-1779 0 0,-35-48-388 0 0,-15-17-843 0 0,0 0-3463 0 0,-5-3-1090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17.5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1 138 5065 0 0,'1'-5'176'0'0,"-1"-1"1"0"0,2 0-1 0 0,-1 1 1 0 0,1-1-1 0 0,-1 1 1 0 0,2-1-1 0 0,-1 1 0 0 0,0 0 1 0 0,1 0-1 0 0,0 0 1 0 0,0 0-1 0 0,5-4 0 0 0,-1-1 419 0 0,1 1-1 0 0,0 1 1 0 0,0-1-1 0 0,19-13 0 0 0,-26 22-524 0 0,0-1-1 0 0,0 0 0 0 0,-1 1 1 0 0,1-1-1 0 0,0 0 1 0 0,0 1-1 0 0,0-1 0 0 0,0 1 1 0 0,0 0-1 0 0,-1-1 1 0 0,1 1-1 0 0,0 0 0 0 0,0 0 1 0 0,0-1-1 0 0,0 1 1 0 0,0 0-1 0 0,0 0 0 0 0,0 0 1 0 0,0 0-1 0 0,0 0 0 0 0,0 0 1 0 0,0 0-1 0 0,0 1 1 0 0,0-1-1 0 0,0 0 0 0 0,0 1 1 0 0,0-1-1 0 0,0 0 1 0 0,0 1-1 0 0,1 0 0 0 0,0 1 2 0 0,-1 0 0 0 0,1 0 0 0 0,-1 0 0 0 0,0 0-1 0 0,0 0 1 0 0,0 0 0 0 0,0 1 0 0 0,0-1 0 0 0,0 0 0 0 0,-1 0-1 0 0,1 1 1 0 0,0 3 0 0 0,1 8 15 0 0,-1 0 0 0 0,-1 0 1 0 0,-1 18-1 0 0,-4 6 292 0 0,-1-1 1 0 0,-3 0 0 0 0,0 0-1 0 0,-3-1 1 0 0,-31 70-1 0 0,43-106-303 0 0,-1 0 0 0 0,1 0 0 0 0,0 1 0 0 0,0-1 0 0 0,-1 0-1 0 0,1 1 1 0 0,0-1 0 0 0,0 0 0 0 0,0 1 0 0 0,0-1 0 0 0,0 0 0 0 0,-1 1 0 0 0,1-1 0 0 0,0 0 0 0 0,0 1-1 0 0,0-1 1 0 0,0 1 0 0 0,0-1 0 0 0,0 0 0 0 0,0 1 0 0 0,0-1 0 0 0,0 0 0 0 0,0 1 0 0 0,0-1 0 0 0,0 1-1 0 0,1-1 1 0 0,-1 0 0 0 0,0 1 0 0 0,0-1 0 0 0,0 0 0 0 0,0 1 0 0 0,1-1 0 0 0,-1 0 0 0 0,0 1 0 0 0,0-1-1 0 0,1 0 1 0 0,-1 0 0 0 0,0 1 0 0 0,0-1 0 0 0,1 0 0 0 0,18-3 1212 0 0,27-19-655 0 0,-43 20-431 0 0,24-12 143 0 0,0 1 1 0 0,0 2 0 0 0,2 0 0 0 0,31-7-1 0 0,0 8-2586 0 0,2 6-4186 0 0,-43 5 272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17.8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4 8754 0 0,'-11'-4'8415'0'0,"15"7"-7453"0"0,13 14-270 0 0,0 0 1 0 0,0 1 0 0 0,-2 1-1 0 0,0 1 1 0 0,13 23 0 0 0,-15-21-1181 0 0,1 0 1 0 0,2-2 0 0 0,0 0-1 0 0,1-1 1 0 0,20 18 0 0 0,-11-18-464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18.1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 14283 0 0,'1'-1'48'0'0,"-1"1"0"0"0,0-1 0 0 0,0 1 0 0 0,1-1 0 0 0,-1 1 1 0 0,1-1-1 0 0,-1 1 0 0 0,0-1 0 0 0,1 1 0 0 0,-1-1 0 0 0,1 1 0 0 0,-1 0 0 0 0,1-1 0 0 0,-1 1 0 0 0,1 0 0 0 0,0-1 0 0 0,-1 1 0 0 0,1 0 1 0 0,-1 0-1 0 0,1-1 0 0 0,0 1 0 0 0,-1 0 0 0 0,1 0 0 0 0,-1 0 0 0 0,1 0 0 0 0,0 0 0 0 0,-1 0 0 0 0,2 0 0 0 0,20 10-125 0 0,14 24 455 0 0,-23-14 415 0 0,0-1 0 0 0,-2 1 1 0 0,0 1-1 0 0,14 39 0 0 0,19 35-634 0 0,-39-85-655 0 0,1-1 0 0 0,1 0 0 0 0,-1 0-1 0 0,1 0 1 0 0,1-1 0 0 0,0 0 0 0 0,9 8 0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18.5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1 192 920 0 0,'2'-8'321'0'0,"1"0"0"0"0,1 0-1 0 0,0 0 1 0 0,0 1 0 0 0,0-1 0 0 0,1 1-1 0 0,0 0 1 0 0,1 0 0 0 0,-1 1 0 0 0,1 0-1 0 0,12-10 1 0 0,7-3 1996 0 0,48-30-1 0 0,-67 45-1844 0 0,1 0-1 0 0,-1 0 1 0 0,1 1-1 0 0,0 0 1 0 0,0 1 0 0 0,0-1-1 0 0,12-1 1 0 0,-17 4-373 0 0,1-1 1 0 0,-1 1 0 0 0,0 0-1 0 0,0 0 1 0 0,0 1 0 0 0,1-1-1 0 0,-1 0 1 0 0,0 1-1 0 0,0-1 1 0 0,0 1 0 0 0,0-1-1 0 0,0 1 1 0 0,0 0 0 0 0,0 0-1 0 0,0 0 1 0 0,0 0-1 0 0,0 1 1 0 0,0-1 0 0 0,0 0-1 0 0,-1 1 1 0 0,1-1-1 0 0,-1 1 1 0 0,1 0 0 0 0,-1-1-1 0 0,1 1 1 0 0,-1 0 0 0 0,0 0-1 0 0,0 0 1 0 0,1 3-1 0 0,1 3-46 0 0,0 0-1 0 0,0 0 0 0 0,-1 0 0 0 0,0 0 1 0 0,0 1-1 0 0,-1-1 0 0 0,0 1 0 0 0,-1 10 0 0 0,-1 8 408 0 0,-6 35-1 0 0,-2 24 170 0 0,9-85-565 0 0,0-1 1 0 0,0 1-1 0 0,0-1 0 0 0,0 1 0 0 0,0 0 1 0 0,0-1-1 0 0,0 1 0 0 0,0 0 0 0 0,0-1 1 0 0,0 1-1 0 0,0-1 0 0 0,0 1 0 0 0,1 0 1 0 0,-1-1-1 0 0,0 1 0 0 0,0-1 0 0 0,1 1 1 0 0,-1-1-1 0 0,0 1 0 0 0,1 0 0 0 0,-1-1 1 0 0,1 0-1 0 0,-1 1 0 0 0,1-1 0 0 0,-1 1 1 0 0,1-1-1 0 0,-1 1 0 0 0,1-1 0 0 0,-1 0 1 0 0,1 0-1 0 0,0 1 0 0 0,1-1 15 0 0,-1 0-1 0 0,1 0 0 0 0,-1 0 1 0 0,1 0-1 0 0,-1-1 1 0 0,0 1-1 0 0,1 0 1 0 0,-1-1-1 0 0,1 1 0 0 0,-1-1 1 0 0,0 1-1 0 0,1-1 1 0 0,0-1-1 0 0,43-32 588 0 0,-41 31-606 0 0,39-37 131 0 0,0 1-1718 0 0,-13 15-4667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19.0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48 134 5985 0 0,'-3'1'324'0'0,"0"0"-1"0"0,0-1 0 0 0,-1 0 1 0 0,1 0-1 0 0,0 0 0 0 0,0 0 1 0 0,-1-1-1 0 0,1 1 1 0 0,0-1-1 0 0,-6-2 0 0 0,9 3-200 0 0,-1 0-1 0 0,1 0 1 0 0,-1-1-1 0 0,1 1 0 0 0,0 0 1 0 0,-1 0-1 0 0,1-1 1 0 0,0 1-1 0 0,-1 0 1 0 0,1-1-1 0 0,0 1 0 0 0,-1-1 1 0 0,1 1-1 0 0,0 0 1 0 0,0-1-1 0 0,0 1 0 0 0,-1-1 1 0 0,1 1-1 0 0,0-1 1 0 0,0 1-1 0 0,0 0 1 0 0,0-1-1 0 0,0 1 0 0 0,0-1 1 0 0,0 1-1 0 0,0-1 1 0 0,0 0-1 0 0,0-1-10 0 0,1 0 0 0 0,0 1 0 0 0,-1-1 0 0 0,1 1 0 0 0,0-1 0 0 0,0 1 0 0 0,0-1 0 0 0,0 1 0 0 0,0-1 0 0 0,0 1 0 0 0,3-2 0 0 0,-3 1-47 0 0,1 0-1 0 0,0 0 1 0 0,-1 0 0 0 0,1 0 0 0 0,0 1-1 0 0,0-1 1 0 0,0 1 0 0 0,0-1 0 0 0,0 1 0 0 0,0 0-1 0 0,1 0 1 0 0,-1 0 0 0 0,0 0 0 0 0,1 0-1 0 0,-1 0 1 0 0,0 1 0 0 0,1-1 0 0 0,-1 1 0 0 0,1 0-1 0 0,-1 0 1 0 0,1 0 0 0 0,-1 0 0 0 0,1 0-1 0 0,-1 0 1 0 0,1 1 0 0 0,-1-1 0 0 0,0 1 0 0 0,1-1-1 0 0,-1 1 1 0 0,0 0 0 0 0,1 0 0 0 0,-1 0 0 0 0,0 0-1 0 0,0 1 1 0 0,0-1 0 0 0,0 1 0 0 0,0-1-1 0 0,0 1 1 0 0,2 2 0 0 0,3 4-19 0 0,1 1 0 0 0,-1 1 0 0 0,-1-1 0 0 0,0 1 0 0 0,0 1 1 0 0,8 20-1 0 0,-12-25-87 0 0,1 1 64 0 0,0 1 1 0 0,1 0 0 0 0,0-1-1 0 0,0 0 1 0 0,9 12-1 0 0,-12-18 52 0 0,0 0-1 0 0,0 0 0 0 0,0 0 1 0 0,0-1-1 0 0,0 1 0 0 0,0 0 1 0 0,0 0-1 0 0,1 0 0 0 0,-1-1 1 0 0,0 1-1 0 0,0-1 0 0 0,1 1 0 0 0,-1-1 1 0 0,1 1-1 0 0,-1-1 0 0 0,0 0 1 0 0,1 0-1 0 0,-1 0 0 0 0,1 0 1 0 0,-1 0-1 0 0,0 0 0 0 0,1 0 1 0 0,-1 0-1 0 0,1 0 0 0 0,-1-1 0 0 0,0 1 1 0 0,1-1-1 0 0,-1 1 0 0 0,0-1 1 0 0,1 1-1 0 0,-1-1 0 0 0,0 0 1 0 0,0 1-1 0 0,0-1 0 0 0,1 0 0 0 0,-1 0 1 0 0,0 0-1 0 0,0 0 0 0 0,0 0 1 0 0,1-2-1 0 0,82-88 1611 0 0,-63 66-2191 0 0,0 1 0 0 0,2 1 1 0 0,0 0-1 0 0,30-20 0 0 0,-32 31-477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20.3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37 6913 0 0,'0'-1'279'0'0,"0"-1"-1"0"0,0 1 0 0 0,0-1 1 0 0,0 1-1 0 0,0-1 0 0 0,0 1 1 0 0,0-1-1 0 0,1 1 0 0 0,-1-1 1 0 0,1 1-1 0 0,-1-1 0 0 0,1 1 1 0 0,0 0-1 0 0,-1-1 0 0 0,1 1 1 0 0,0 0-1 0 0,0 0 0 0 0,0-1 1 0 0,0 1-1 0 0,0 0 0 0 0,0 0 1 0 0,2-1-1 0 0,-2 1-71 0 0,1 0-1 0 0,0 1 0 0 0,0-1 1 0 0,0 1-1 0 0,0-1 1 0 0,0 1-1 0 0,0-1 0 0 0,0 1 1 0 0,-1 0-1 0 0,1 0 1 0 0,0 0-1 0 0,0 0 0 0 0,0 1 1 0 0,4 0-1 0 0,3 1 112 0 0,-1 1 0 0 0,1 0-1 0 0,-1 1 1 0 0,0 0-1 0 0,0 0 1 0 0,9 7 0 0 0,-3 0 34 0 0,1 1 0 0 0,-2 0 0 0 0,0 1 1 0 0,0 1-1 0 0,17 23 0 0 0,46 84 479 0 0,-7-10-589 0 0,-54-91-760 0 0,29 46 1580 0 0,-29-31-3092 0 0,-14-31 1091 0 0,0 0 0 0 0,0 0 0 0 0,-1 0 0 0 0,1 0 0 0 0,-1 0 0 0 0,0 8 0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20.6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8 277 1376 0 0,'-1'-4'196'0'0,"-1"0"0"0"0,1 0 0 0 0,0 0 0 0 0,0 0-1 0 0,1 0 1 0 0,-1 0 0 0 0,1 0 0 0 0,0 0 0 0 0,0 0-1 0 0,0 0 1 0 0,0 0 0 0 0,1 0 0 0 0,0 0 0 0 0,2-7-1 0 0,2-1 968 0 0,0 1 0 0 0,1-1 0 0 0,9-14 0 0 0,-8 15-1189 0 0,5-9 1282 0 0,1 1 0 0 0,22-26-1 0 0,-31 40-978 0 0,1 0 0 0 0,0 0 0 0 0,0 1 0 0 0,0-1 0 0 0,0 1-1 0 0,1 0 1 0 0,-1 1 0 0 0,1-1 0 0 0,0 1 0 0 0,0 0 0 0 0,1 1-1 0 0,-1-1 1 0 0,9-1 0 0 0,-13 4-246 0 0,1 0 1 0 0,-1 0-1 0 0,0 0 0 0 0,1 1 1 0 0,-1-1-1 0 0,1 1 0 0 0,-1-1 0 0 0,0 1 1 0 0,0 0-1 0 0,1 0 0 0 0,-1 0 1 0 0,0 0-1 0 0,0 0 0 0 0,0 0 0 0 0,0 1 1 0 0,0-1-1 0 0,0 1 0 0 0,-1 0 0 0 0,1-1 1 0 0,0 1-1 0 0,-1 0 0 0 0,1 0 1 0 0,-1 0-1 0 0,0 0 0 0 0,1 0 0 0 0,-1 0 1 0 0,0 0-1 0 0,0 0 0 0 0,-1 1 1 0 0,2 2-1 0 0,2 7-48 0 0,-1-1 0 0 0,0 1 0 0 0,0 0 1 0 0,1 20-1 0 0,-4 3 147 0 0,-1 0 0 0 0,-1 0 1 0 0,-2 0-1 0 0,-12 47 1 0 0,3-10 2317 0 0,13-72-2395 0 0,-1 1-1 0 0,1-1 0 0 0,0 1 1 0 0,0 0-1 0 0,0-1 0 0 0,0 1 0 0 0,-1 0 1 0 0,1-1-1 0 0,0 1 0 0 0,0-1 1 0 0,1 1-1 0 0,-1 0 0 0 0,0-1 1 0 0,0 1-1 0 0,0 0 0 0 0,0-1 0 0 0,0 1 1 0 0,1-1-1 0 0,-1 1 0 0 0,0 0 1 0 0,0-1-1 0 0,1 1 0 0 0,-1-1 1 0 0,1 1-1 0 0,-1-1 0 0 0,0 1 0 0 0,2 0 1 0 0,-2-1-22 0 0,1 0 0 0 0,0 0 0 0 0,0 0 0 0 0,0 0 1 0 0,0 0-1 0 0,0 0 0 0 0,0 0 0 0 0,0 0 0 0 0,0 0 0 0 0,-1 0 1 0 0,1-1-1 0 0,0 1 0 0 0,0 0 0 0 0,0-1 0 0 0,0 1 1 0 0,1-1-1 0 0,34-26 82 0 0,-34 25-56 0 0,36-31-44 0 0,-20 15-323 0 0,1 1 0 0 0,0 1 0 0 0,2 1 0 0 0,0 1 0 0 0,0 1 0 0 0,32-15 0 0 0,-39 23-1246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21.4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 84 2304 0 0,'10'-84'7707'0'0,"-20"115"-2168"0"0,0-7-4457 0 0,3 2-302 0 0,-12 44 496 0 0,18-63-1196 0 0,0-1 1 0 0,0 0-1 0 0,0 1 1 0 0,1 0-1 0 0,0-1 1 0 0,1 1-1 0 0,-1-1 1 0 0,3 9-1 0 0,-3-13-82 0 0,1-1-1 0 0,0 1 1 0 0,0-1 0 0 0,0 1-1 0 0,0-1 1 0 0,0 1 0 0 0,0-1-1 0 0,0 0 1 0 0,0 1-1 0 0,0-1 1 0 0,1 0 0 0 0,-1 0-1 0 0,1 0 1 0 0,-1 0-1 0 0,1 0 1 0 0,-1 0 0 0 0,1 0-1 0 0,-1 0 1 0 0,1-1 0 0 0,0 1-1 0 0,-1-1 1 0 0,1 1-1 0 0,0-1 1 0 0,0 0 0 0 0,-1 1-1 0 0,1-1 1 0 0,3 0 0 0 0,7 0-134 0 0,1-1 1 0 0,-1 0-1 0 0,14-3 1 0 0,4 0-17 0 0,-25 3 133 0 0,-1 1-1 0 0,0 1 1 0 0,1-1-1 0 0,-1 1 1 0 0,1-1-1 0 0,-1 1 1 0 0,0 1-1 0 0,0-1 1 0 0,0 0-1 0 0,1 1 1 0 0,-1 0-1 0 0,-1 0 1 0 0,1 0-1 0 0,4 4 1 0 0,-6-5 41 0 0,-1 0 0 0 0,0 0 0 0 0,0 1 0 0 0,0-1 0 0 0,0 1 1 0 0,0-1-1 0 0,0 1 0 0 0,0-1 0 0 0,0 1 0 0 0,0 0 0 0 0,-1-1 0 0 0,1 1 1 0 0,-1 0-1 0 0,1-1 0 0 0,-1 1 0 0 0,0 0 0 0 0,1 0 0 0 0,-1-1 0 0 0,0 1 0 0 0,0 0 1 0 0,0 0-1 0 0,-1 0 0 0 0,1-1 0 0 0,0 1 0 0 0,-1 0 0 0 0,1 0 0 0 0,-1-1 1 0 0,0 1-1 0 0,1 0 0 0 0,-1-1 0 0 0,0 1 0 0 0,0-1 0 0 0,0 1 0 0 0,0-1 0 0 0,0 1 1 0 0,-3 1-1 0 0,-4 7 96 0 0,-1-1-1 0 0,0 0 1 0 0,0 0 0 0 0,-1-1-1 0 0,-1 0 1 0 0,1-1 0 0 0,-18 9 0 0 0,-44 18-3731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21.8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13 375 6913 0 0,'0'0'623'0'0,"19"-28"1883"0"0,17-46 3654 0 0,-28 55-5310 0 0,-1 0-1 0 0,5-24 1 0 0,-10 32-830 0 0,0 1 1 0 0,0-1-1 0 0,-1 1 0 0 0,0-1 0 0 0,-1 0 0 0 0,0 0 0 0 0,-1 1 0 0 0,0-1 1 0 0,-1 1-1 0 0,0-1 0 0 0,-1 1 0 0 0,0-1 0 0 0,-7-15 0 0 0,9 24-52 0 0,1 0 0 0 0,-1 0 0 0 0,0 1-1 0 0,0-1 1 0 0,0 1 0 0 0,0-1-1 0 0,0 0 1 0 0,0 1 0 0 0,-1 0 0 0 0,1-1-1 0 0,0 1 1 0 0,-1 0 0 0 0,1 0 0 0 0,-1-1-1 0 0,0 1 1 0 0,1 0 0 0 0,-1 1-1 0 0,0-1 1 0 0,-2-1 0 0 0,3 2-9 0 0,0 0 0 0 0,-1 0 1 0 0,1 0-1 0 0,0 0 0 0 0,0 1 1 0 0,-1-1-1 0 0,1 0 0 0 0,0 1 0 0 0,0-1 1 0 0,0 1-1 0 0,-1-1 0 0 0,1 1 1 0 0,0-1-1 0 0,0 1 0 0 0,0 0 1 0 0,0 0-1 0 0,0-1 0 0 0,0 1 0 0 0,0 0 1 0 0,0 0-1 0 0,0 2 0 0 0,-3 1 21 0 0,1 0 0 0 0,0 1-1 0 0,1 0 1 0 0,-1-1-1 0 0,1 1 1 0 0,0 0 0 0 0,0 0-1 0 0,1 0 1 0 0,-1 1 0 0 0,1-1-1 0 0,0 0 1 0 0,0 8 0 0 0,1-8 84 0 0,0 1-1 0 0,1-1 1 0 0,-1 1 0 0 0,1-1 0 0 0,0 1 0 0 0,1-1 0 0 0,-1 1 0 0 0,1-1-1 0 0,0 0 1 0 0,1 0 0 0 0,-1 0 0 0 0,1 0 0 0 0,0-1 0 0 0,0 1 0 0 0,1 0-1 0 0,-1-1 1 0 0,1 0 0 0 0,0 0 0 0 0,0 0 0 0 0,0-1 0 0 0,0 1 0 0 0,1-1-1 0 0,0 0 1 0 0,-1 0 0 0 0,1-1 0 0 0,0 1 0 0 0,1-1 0 0 0,-1 0 0 0 0,8 1-1 0 0,-3 0-127 0 0,1 0 0 0 0,0-1 0 0 0,0-1 0 0 0,0 0 0 0 0,0-1 0 0 0,0 0 0 0 0,20-2 0 0 0,-21 0-987 0 0,1 0 1 0 0,0-1-1 0 0,-1 0 0 0 0,15-6 1 0 0,-7 0-4710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22.1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0 146 2304 0 0,'3'-3'616'0'0,"0"0"-1"0"0,0 0 1 0 0,0 0-1 0 0,1 0 1 0 0,-1 1-1 0 0,1-1 1 0 0,-1 1-1 0 0,1 0 1 0 0,0 0-1 0 0,0 0 1 0 0,7-2-1 0 0,-8 4-155 0 0,1 0-1 0 0,-1 0 1 0 0,1 0-1 0 0,-1 0 0 0 0,1 1 1 0 0,-1 0-1 0 0,0 0 1 0 0,1 0-1 0 0,-1 0 1 0 0,0 0-1 0 0,0 0 0 0 0,1 1 1 0 0,-1 0-1 0 0,0-1 1 0 0,3 3-1 0 0,6 4 398 0 0,53 35 1795 0 0,-60-40-2550 0 0,0 1 0 0 0,-1 0 1 0 0,1 0-1 0 0,-1 1 0 0 0,0-1 0 0 0,0 1 1 0 0,0 0-1 0 0,-1 0 0 0 0,6 11 1 0 0,-9-16-110 0 0,1 1 1 0 0,-1-1-1 0 0,0 0 0 0 0,0 1 1 0 0,1-1-1 0 0,-1 1 1 0 0,0-1-1 0 0,0 1 1 0 0,0 0-1 0 0,1-1 1 0 0,-1 1-1 0 0,0-1 1 0 0,0 1-1 0 0,0-1 1 0 0,0 1-1 0 0,0-1 1 0 0,0 1-1 0 0,0 0 0 0 0,0-1 1 0 0,0 1-1 0 0,-1-1 1 0 0,1 1-1 0 0,0-1 1 0 0,0 1-1 0 0,0-1 1 0 0,-1 1-1 0 0,1-1 1 0 0,0 1-1 0 0,0-1 1 0 0,-1 1-1 0 0,1-1 1 0 0,-1 0-1 0 0,1 1 0 0 0,0-1 1 0 0,-1 1-1 0 0,1-1 1 0 0,-1 0-1 0 0,1 1 1 0 0,-1-1-1 0 0,1 0 1 0 0,-1 0-1 0 0,1 1 1 0 0,-1-1-1 0 0,1 0 1 0 0,-1 0-1 0 0,1 0 1 0 0,-1 0-1 0 0,1 1 0 0 0,-1-1 1 0 0,1 0-1 0 0,-1 0 1 0 0,0 0-1 0 0,1 0 1 0 0,-1 0-1 0 0,1-1 1 0 0,-1 1-1 0 0,1 0 1 0 0,-1 0-1 0 0,-3-1 1 0 0,1 1 1 0 0,0-1-1 0 0,0 0 0 0 0,0 0 1 0 0,0 0-1 0 0,0 0 0 0 0,0 0 0 0 0,0-1 1 0 0,-2-1-1 0 0,-4-5 56 0 0,1 0 1 0 0,1 0 0 0 0,-1-1-1 0 0,1 0 1 0 0,0 0-1 0 0,1 0 1 0 0,0-1 0 0 0,1 0-1 0 0,0-1 1 0 0,-7-19 0 0 0,8 16-840 0 0,0 0 0 0 0,1 0 0 0 0,1 0 0 0 0,-2-26 0 0 0,5 13-5759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22.3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10594 0 0,'37'108'5338'0'0,"-28"-75"-4904"0"0,2-1 0 0 0,1 0 0 0 0,31 58 0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22.5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 39 10594 0 0,'-37'-38'5599'0'0,"58"67"-9985"0"0,-11-15 3853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22.8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15 331 6913 0 0,'11'-14'824'0'0,"0"-1"-1"0"0,-1 0 0 0 0,0-1 0 0 0,-1 0 1 0 0,-1 0-1 0 0,8-22 0 0 0,-12 28-470 0 0,-1 1-1 0 0,0-1 1 0 0,-1 1-1 0 0,0-1 1 0 0,-1 0-1 0 0,0 0 1 0 0,0 0-1 0 0,-2-12 1 0 0,1 16-209 0 0,0 0 1 0 0,-1 1 0 0 0,0-1-1 0 0,0 1 1 0 0,-1 0 0 0 0,1-1-1 0 0,-1 1 1 0 0,0 0 0 0 0,-1 0-1 0 0,1 0 1 0 0,-1 0 0 0 0,0 1-1 0 0,0-1 1 0 0,-1 1 0 0 0,1-1-1 0 0,-7-4 1 0 0,10 8-127 0 0,-1 0-1 0 0,0 0 1 0 0,0 1 0 0 0,0-1-1 0 0,0 0 1 0 0,0 0 0 0 0,0 1-1 0 0,0-1 1 0 0,0 1 0 0 0,-1-1-1 0 0,1 1 1 0 0,0-1-1 0 0,0 1 1 0 0,0 0 0 0 0,0 0-1 0 0,-1-1 1 0 0,1 1 0 0 0,0 0-1 0 0,0 0 1 0 0,-1 0 0 0 0,1 0-1 0 0,0 1 1 0 0,0-1 0 0 0,0 0-1 0 0,-1 0 1 0 0,0 1 0 0 0,0 1-2 0 0,0-1 0 0 0,1 0 0 0 0,-1 1 0 0 0,0-1 0 0 0,1 1 0 0 0,-1-1 0 0 0,1 1 0 0 0,0 0 0 0 0,0 0 0 0 0,0-1 0 0 0,-1 1 0 0 0,2 0 0 0 0,-3 4 0 0 0,0 2 4 0 0,1 0 0 0 0,0 0 0 0 0,0 1 0 0 0,0-1-1 0 0,1 1 1 0 0,0 11 0 0 0,1-15-6 0 0,0 0 1 0 0,1 0-1 0 0,0 0 1 0 0,0 0-1 0 0,0-1 0 0 0,0 1 1 0 0,1 0-1 0 0,-1-1 0 0 0,1 1 1 0 0,0-1-1 0 0,1 1 1 0 0,-1-1-1 0 0,1 0 0 0 0,0 0 1 0 0,0 0-1 0 0,0-1 0 0 0,0 1 1 0 0,1-1-1 0 0,-1 1 1 0 0,1-1-1 0 0,0 0 0 0 0,6 3 1 0 0,-3-3-113 0 0,0 0 1 0 0,1 0-1 0 0,-1-1 1 0 0,0 1 0 0 0,1-2-1 0 0,-1 1 1 0 0,1-1-1 0 0,-1-1 1 0 0,1 1-1 0 0,0-1 1 0 0,-1 0-1 0 0,1-1 1 0 0,13-2 0 0 0,-1-2-4330 0 0,0 1-1459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23.3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49 0 3681 0 0,'-2'1'597'0'0,"1"0"-1"0"0,-1 0 1 0 0,0 0 0 0 0,1 0 0 0 0,-1 0 0 0 0,1 1 0 0 0,-1-1 0 0 0,1 0-1 0 0,-1 1 1 0 0,-1 1 0 0 0,0 3-78 0 0,-1 0 0 0 0,1-1 0 0 0,-1 1 0 0 0,2 1 0 0 0,-1-1 0 0 0,1 0 0 0 0,0 0 0 0 0,0 1 0 0 0,1 0-1 0 0,-1-1 1 0 0,1 9 0 0 0,1-13-476 0 0,0 1 0 0 0,1 0 1 0 0,-1 0-1 0 0,1-1 0 0 0,-1 1 0 0 0,1 0 0 0 0,0-1 0 0 0,0 1 0 0 0,0-1 0 0 0,1 1 0 0 0,-1-1 0 0 0,0 1 0 0 0,1-1 0 0 0,0 0 0 0 0,-1 0 0 0 0,1 0 0 0 0,0 0 0 0 0,0 0 0 0 0,0 0 1 0 0,1 0-1 0 0,-1-1 0 0 0,0 1 0 0 0,0-1 0 0 0,1 1 0 0 0,-1-1 0 0 0,1 0 0 0 0,0 0 0 0 0,-1 0 0 0 0,5 0 0 0 0,2 1-40 0 0,0 0 1 0 0,-1-1-1 0 0,1 0 0 0 0,16-1 0 0 0,-18-1-61 0 0,0 1 0 0 0,1 0 0 0 0,-1 1 1 0 0,0 0-1 0 0,1 0 0 0 0,11 4 0 0 0,-17-5 8 0 0,-1 1-1 0 0,0-1 1 0 0,0 1 0 0 0,1 0 0 0 0,-1-1 0 0 0,0 1 0 0 0,0 0 0 0 0,0 0-1 0 0,0 0 1 0 0,0 0 0 0 0,0 0 0 0 0,0 0 0 0 0,0 0 0 0 0,0 0-1 0 0,0 0 1 0 0,-1 0 0 0 0,1 0 0 0 0,0 1 0 0 0,-1-1 0 0 0,1 0 0 0 0,-1 0-1 0 0,1 1 1 0 0,-1-1 0 0 0,0 0 0 0 0,1 3 0 0 0,-1-1-28 0 0,0 1 1 0 0,-1-1-1 0 0,1 0 1 0 0,-1 0-1 0 0,0 1 1 0 0,0-1 0 0 0,0 0-1 0 0,0 0 1 0 0,0 0-1 0 0,-3 4 1 0 0,-3 5 55 0 0,-1-1 1 0 0,0-1-1 0 0,0 1 1 0 0,-14 12 0 0 0,16-18-146 0 0,-1 1 0 0 0,1-1 0 0 0,-1-1 0 0 0,-10 6 0 0 0,4-3-4917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23.6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96 11979 0 0,'0'-5'758'0'0,"1"0"0"0"0,0 1 0 0 0,0-1 1 0 0,1 0-1 0 0,-1 1 0 0 0,1-1 0 0 0,5-8 1 0 0,20-27-4092 0 0,-27 39 3257 0 0,1 0 0 0 0,0 0 0 0 0,0 0 0 0 0,0 1-1 0 0,0-1 1 0 0,0 0 0 0 0,0 1 0 0 0,0-1-1 0 0,0 1 1 0 0,0-1 0 0 0,0 1 0 0 0,0 0-1 0 0,1-1 1 0 0,-1 1 0 0 0,0 0 0 0 0,0 0-1 0 0,0 0 1 0 0,0 0 0 0 0,1 0 0 0 0,-1 0-1 0 0,0 0 1 0 0,0 0 0 0 0,2 1 0 0 0,0 2 76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23.7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0 133 9674 0 0,'3'0'263'0'0,"-1"0"0"0"0,0 0 0 0 0,0 0 0 0 0,0-1 0 0 0,0 1 0 0 0,0-1 0 0 0,0 1 0 0 0,0-1 0 0 0,0 0 0 0 0,0 0 0 0 0,0 0 0 0 0,0 0 0 0 0,0 0-1 0 0,0 0 1 0 0,2-2 0 0 0,27-21 2556 0 0,-19 13-2594 0 0,0 0 0 0 0,-1-1 1 0 0,0 0-1 0 0,-1-1 0 0 0,11-16 1 0 0,-18 20-226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24.1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8754 0 0,'2'4'4482'0'0,"12"15"-1921"0"0,57 48 2310 0 0,-46-46-3995 0 0,40 45 1 0 0,-43-38-598 0 0,38 59 0 0 0,-53-73-752 0 0,0 0 0 0 0,8 23-1 0 0,-12-28-547 0 0,-1 1 0 0 0,0-1 1 0 0,0 1-1 0 0,-1 0 0 0 0,0 10 0 0 0,-1-18 483 0 0,0 0 0 0 0,0 0 0 0 0,0 0 0 0 0,0 0-1 0 0,-1 0 1 0 0,1 0 0 0 0,-1 0 0 0 0,1 0 0 0 0,-1 0 0 0 0,0 0 0 0 0,-1 2 0 0 0,-2 2-1678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24.5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0 171 5985 0 0,'2'-11'349'0'0,"0"0"0"0"0,1 1-1 0 0,0-1 1 0 0,0 1 0 0 0,1 0-1 0 0,1 0 1 0 0,5-11-1 0 0,-6 14 236 0 0,0 1 0 0 0,0-1 0 0 0,1 1 0 0 0,0 0 0 0 0,0 0-1 0 0,0 0 1 0 0,1 1 0 0 0,0 0 0 0 0,0 0 0 0 0,13-8 0 0 0,-18 13-452 0 0,0-1 1 0 0,0 0-1 0 0,0 1 1 0 0,0-1 0 0 0,1 1-1 0 0,-1 0 1 0 0,0-1-1 0 0,1 1 1 0 0,-1 0-1 0 0,0 0 1 0 0,0-1 0 0 0,1 1-1 0 0,-1 0 1 0 0,0 1-1 0 0,1-1 1 0 0,-1 0 0 0 0,0 0-1 0 0,1 0 1 0 0,-1 1-1 0 0,0-1 1 0 0,0 1-1 0 0,1-1 1 0 0,1 2 0 0 0,-2-1-53 0 0,1 1 1 0 0,0 0-1 0 0,0-1 1 0 0,-1 1 0 0 0,0 0-1 0 0,1 0 1 0 0,-1 0 0 0 0,0 0-1 0 0,0 0 1 0 0,0 0-1 0 0,0 1 1 0 0,1 2 0 0 0,1 7-43 0 0,0 1 1 0 0,0-1 0 0 0,0 24 0 0 0,-3-33 47 0 0,1 26 43 0 0,-1 0-1 0 0,-1 0 0 0 0,-2-1 1 0 0,-1 1-1 0 0,-1-1 1 0 0,-17 52-1 0 0,21-79-103 0 0,1 0 0 0 0,-1 0 1 0 0,1 0-1 0 0,0 1 0 0 0,-1-1 0 0 0,1 0 0 0 0,0 0 0 0 0,0 1 0 0 0,0-1 1 0 0,0 0-1 0 0,0 1 0 0 0,0-1 0 0 0,0 0 0 0 0,0 0 0 0 0,1 1 1 0 0,0 1-1 0 0,-1-3 1 0 0,0 0 0 0 0,1 1 1 0 0,-1-1-1 0 0,0 0 0 0 0,1 0 1 0 0,-1 1-1 0 0,1-1 0 0 0,-1 0 0 0 0,1 0 1 0 0,-1 1-1 0 0,1-1 0 0 0,-1 0 1 0 0,1 0-1 0 0,-1 0 0 0 0,1 0 1 0 0,-1 0-1 0 0,1 0 0 0 0,-1 0 1 0 0,1 0-1 0 0,-1 0 0 0 0,1 0 0 0 0,-1 0 1 0 0,1 0-1 0 0,-1 0 0 0 0,1-1 1 0 0,-1 1-1 0 0,1 0 0 0 0,7-4 307 0 0,0 0-1 0 0,0 0 1 0 0,12-9-1 0 0,-10 6-220 0 0,11-6-1111 0 0,1 0 1 0 0,0 2-1 0 0,0 0 1 0 0,2 2-1 0 0,-1 1 1 0 0,1 0-1 0 0,43-7 1 0 0,-45 12-4761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24.7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 10594 0 0,'-4'7'6276'0'0,"4"-6"-6074"0"0,7 11 2617 0 0,22 14-2197 0 0,-14-13 659 0 0,0 3-731 0 0,20 30 1 0 0,-29-36-835 0 0,1-1 1 0 0,0 1 0 0 0,0-2 0 0 0,1 1-1 0 0,0-1 1 0 0,0 0 0 0 0,1 0 0 0 0,0-1-1 0 0,1 0 1 0 0,11 6 0 0 0,23 6-964 0 0,-33-15 1247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25.1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1 251 13619 0 0,'0'0'1366'0'0,"15"-19"-346"0"0,81-84 4121 0 0,-39 44-5019 0 0,-2-2-3853 0 0,-48 53 2149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25.3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3225 0 0,'23'26'16551'0'0,"1"4"-12863"0"0,28 30-3822 0 0,-2-3 302 0 0,18 19-2816 0 0,-43-54-4895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25.7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10594 0 0,'4'0'823'0'0,"-1"1"0"0"0,0 0 0 0 0,1 0 0 0 0,-1 0 0 0 0,0 0 0 0 0,0 0 0 0 0,0 1 0 0 0,0-1 0 0 0,5 3 0 0 0,36 29 2194 0 0,-21-12-2559 0 0,31 35 0 0 0,3 8-281 0 0,31 37-4060 0 0,-76-84-3101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26.1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0 143 6913 0 0,'1'-3'48'0'0,"0"0"-1"0"0,-1 0 0 0 0,1 0 0 0 0,0 0 1 0 0,1 0-1 0 0,-1 1 0 0 0,0-1 0 0 0,1 0 1 0 0,0 1-1 0 0,-1-1 0 0 0,4-2 0 0 0,26-29 943 0 0,-27 29-509 0 0,8-7 654 0 0,0 0 1 0 0,18-12-1 0 0,-28 22-929 0 0,0 0 1 0 0,1 0 0 0 0,-1 0 0 0 0,1 1 0 0 0,-1-1 0 0 0,1 1 0 0 0,0-1 0 0 0,-1 1-1 0 0,1 0 1 0 0,0 0 0 0 0,0 0 0 0 0,0 1 0 0 0,0-1 0 0 0,0 1 0 0 0,0 0-1 0 0,0 0 1 0 0,0 0 0 0 0,0 0 0 0 0,0 0 0 0 0,0 0 0 0 0,3 2 0 0 0,-3-1-172 0 0,-1 1 0 0 0,0 0 1 0 0,0 0-1 0 0,0 0 0 0 0,0 0 1 0 0,0 0-1 0 0,0 0 1 0 0,0 1-1 0 0,-1-1 0 0 0,1 0 1 0 0,-1 1-1 0 0,0-1 0 0 0,0 1 1 0 0,0 0-1 0 0,0-1 1 0 0,0 1-1 0 0,0 0 0 0 0,0 5 1 0 0,4 55-331 0 0,-5-57 310 0 0,-4 86-145 0 0,2-64 1077 0 0,0 0 0 0 0,4 39 0 0 0,-2-65-841 0 0,0 0 0 0 0,0-1-1 0 0,1 1 1 0 0,-1 0 0 0 0,0 0 0 0 0,1 0 0 0 0,-1 0-1 0 0,1 0 1 0 0,0 0 0 0 0,0-1 0 0 0,-1 1 0 0 0,1 0 0 0 0,0 0-1 0 0,0-1 1 0 0,1 1 0 0 0,-1-1 0 0 0,0 1 0 0 0,0-1-1 0 0,1 0 1 0 0,-1 1 0 0 0,1-1 0 0 0,-1 0 0 0 0,4 2 0 0 0,-2-2-58 0 0,0-1 0 0 0,-1 1 0 0 0,1-1 0 0 0,0 0 0 0 0,0 0 0 0 0,0 0 0 0 0,-1 0 0 0 0,1 0 0 0 0,0-1 0 0 0,0 1 0 0 0,-1-1 0 0 0,1 1 0 0 0,0-1 0 0 0,3-2 0 0 0,9-4-111 0 0,-1-1 0 0 0,0 0 0 0 0,0-1 1 0 0,17-14-1 0 0,-8 3-431 0 0,6-4-5835 0 0,-11 11-611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26.4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88 920 0 0,'9'2'10751'0'0,"17"-11"-8001"0"0,-6 1-924 0 0,-14 7-1510 0 0,0-1 0 0 0,0 1-1 0 0,-1 0 1 0 0,1 0 0 0 0,0 1-1 0 0,0-1 1 0 0,0 1 0 0 0,0 1-1 0 0,0-1 1 0 0,0 1 0 0 0,0 0-1 0 0,8 2 1 0 0,-11-1-270 0 0,1 0 0 0 0,-1 0 0 0 0,0 0 0 0 0,0 0-1 0 0,0 1 1 0 0,0-1 0 0 0,0 1 0 0 0,0-1 0 0 0,-1 1 0 0 0,1 0 0 0 0,-1 0 0 0 0,0 0 0 0 0,0 1 0 0 0,0-1 0 0 0,0 0 0 0 0,0 1 0 0 0,-1 0-1 0 0,0-1 1 0 0,1 1 0 0 0,-1 4 0 0 0,3 9-46 0 0,-1 0 1 0 0,-1 0-1 0 0,0 29 0 0 0,2 19-95 0 0,-4-65 110 0 0,0 1 0 0 0,0-1 0 0 0,0 1 0 0 0,0-1 0 0 0,0 1 0 0 0,0-1 0 0 0,0 1 0 0 0,1-1 0 0 0,-1 1 0 0 0,0-1 0 0 0,0 0 0 0 0,0 1 0 0 0,0-1 0 0 0,1 1 0 0 0,-1-1 0 0 0,0 1 0 0 0,0-1 0 0 0,1 0 0 0 0,-1 1 0 0 0,0-1 0 0 0,1 1 0 0 0,-1-1 0 0 0,0 0 0 0 0,1 0 0 0 0,-1 1 0 0 0,1-1 0 0 0,-1 0 0 0 0,1 1 0 0 0,10-9 380 0 0,11-27 140 0 0,-18 29-474 0 0,37-64 288 0 0,58-90-1944 0 0,-75 129-6075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30.0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74 474 3225 0 0,'-16'23'1377'0'0,"10"-14"-551"0"0,0 0 1 0 0,-1 0-1 0 0,0-1 0 0 0,0 0 1 0 0,-1 0-1 0 0,-9 7 0 0 0,35-33 4416 0 0,8-20-2895 0 0,3-3-1303 0 0,4 5-833 0 0,1 2-1 0 0,2 2 1 0 0,2 1 0 0 0,1 1 0 0 0,0 3 0 0 0,3 1 0 0 0,54-25 0 0 0,-68 36-746 0 0,0-2 0 0 0,-1 0 0 0 0,38-33 0 0 0,-38 26-2355 0 0,31-37 1 0 0,-45 46-1944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30.3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27 1840 0 0,'21'-22'11704'0'0,"-18"21"-11427"0"0,0 1 1 0 0,1 0-1 0 0,-1 0 0 0 0,0 1 0 0 0,0-1 0 0 0,1 1 0 0 0,-1-1 1 0 0,0 1-1 0 0,0 0 0 0 0,0 0 0 0 0,4 2 0 0 0,-5-2-314 0 0,-1 0 1 0 0,1 0-1 0 0,0 0 0 0 0,0 0 1 0 0,0 0-1 0 0,0-1 0 0 0,0 1 0 0 0,0-1 1 0 0,1 0-1 0 0,-1 1 0 0 0,0-1 1 0 0,0 0-1 0 0,0 0 0 0 0,0 0 0 0 0,0 0 1 0 0,0-1-1 0 0,0 1 0 0 0,0-1 1 0 0,1 1-1 0 0,-1-1 0 0 0,0 0 0 0 0,-1 1 1 0 0,1-1-1 0 0,0 0 0 0 0,0 0 1 0 0,0-1-1 0 0,0 1 0 0 0,-1 0 0 0 0,3-2 1 0 0,1-3-1521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31.0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354 1049 5065 0 0,'0'1'38'0'0,"-7"9"3773"0"0,37-45-1531 0 0,10 7-27 0 0,-23 16-1332 0 0,-1 0-1 0 0,0 0 0 0 0,-1-1 1 0 0,18-21-1 0 0,-33 34-899 0 0,1 0 1 0 0,-1-1-1 0 0,0 1 0 0 0,1-1 0 0 0,-1 1 0 0 0,0-1 0 0 0,0 1 1 0 0,1 0-1 0 0,-1-1 0 0 0,0 1 0 0 0,0-1 0 0 0,1 1 0 0 0,-1-1 1 0 0,0 1-1 0 0,0-1 0 0 0,0 1 0 0 0,0-1 0 0 0,0 1 0 0 0,0-1 1 0 0,0 1-1 0 0,0-1 0 0 0,0 1 0 0 0,0-1 0 0 0,0 1 0 0 0,0-1 1 0 0,0 1-1 0 0,-1-1 0 0 0,1 1 0 0 0,0-1 0 0 0,0 1 0 0 0,0-1 1 0 0,-1 1-1 0 0,1-1 0 0 0,0 1 0 0 0,-1-1 0 0 0,1 1 0 0 0,0 0 1 0 0,-1-1-1 0 0,1 1 0 0 0,0 0 0 0 0,-1-1 0 0 0,1 1 0 0 0,-3-1 1136 0 0,-17-2-761 0 0,13 2-351 0 0,1-1 0 0 0,0 0 0 0 0,0 0 0 0 0,-1 0-1 0 0,1-1 1 0 0,1 0 0 0 0,-1-1 0 0 0,0 1 0 0 0,1-1-1 0 0,-1 0 1 0 0,-7-8 0 0 0,-5-6 34 0 0,-25-34 1 0 0,27 33 60 0 0,-37-46 263 0 0,2-2 0 0 0,3-2 1 0 0,-43-84-1 0 0,84 140-278 0 0,0 1 1 0 0,-14-18-1 0 0,18 26-113 0 0,-1 0 1 0 0,1 0 0 0 0,-1 0-1 0 0,0 1 1 0 0,1-1 0 0 0,-1 1-1 0 0,-1 0 1 0 0,1 0 0 0 0,0 1-1 0 0,-6-3 1 0 0,3 1-133 0 0,8 0-144 0 0,17-2-120 0 0,6 6 307 0 0,-23 0 69 0 0,1 0 0 0 0,0 1 0 0 0,-1-1 0 0 0,1 0 0 0 0,-1 0 0 0 0,1 0 0 0 0,0 0 0 0 0,-1-1 1 0 0,1 1-1 0 0,0 0 0 0 0,-1-1 0 0 0,1 1 0 0 0,-1-1 0 0 0,1 1 0 0 0,-1-1 0 0 0,1 0 0 0 0,-1 0 0 0 0,1 0 1 0 0,-1 0-1 0 0,0 0 0 0 0,0 0 0 0 0,1 0 0 0 0,0-2 0 0 0,22-23-277 0 0,36-51 0 0 0,-45 54-426 0 0,1 1-1 0 0,2 1 0 0 0,0 1 0 0 0,31-27 0 0 0,-8 15-2140 0 0,-19 16-2863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31.8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138 577 3225 0 0,'-29'8'7132'0'0,"28"-9"-6922"0"0,0 0 0 0 0,0 0 1 0 0,0 0-1 0 0,0 0 0 0 0,0 0 1 0 0,0 0-1 0 0,1-1 0 0 0,-1 1 1 0 0,0 0-1 0 0,0-1 0 0 0,1 1 0 0 0,-1-3 1 0 0,-32-65 444 0 0,15 35 224 0 0,-13-39 1 0 0,28 63-768 0 0,0 0 1 0 0,0 1-1 0 0,1-1 0 0 0,0-1 0 0 0,1 1 1 0 0,0 0-1 0 0,1 0 0 0 0,1-20 1 0 0,-1 30-106 0 0,0-1 0 0 0,0 0 0 0 0,0 0 0 0 0,0 0 0 0 0,1 0 0 0 0,-1 0 1 0 0,0 0-1 0 0,0 0 0 0 0,1 0 0 0 0,-1 0 0 0 0,0 0 0 0 0,1 1 0 0 0,-1-1 1 0 0,1 0-1 0 0,-1 0 0 0 0,1 0 0 0 0,-1 1 0 0 0,1-1 0 0 0,0 0 1 0 0,-1 1-1 0 0,1-1 0 0 0,0 0 0 0 0,0 1 0 0 0,-1-1 0 0 0,1 1 0 0 0,0-1 1 0 0,0 1-1 0 0,0 0 0 0 0,0-1 0 0 0,-1 1 0 0 0,1 0 0 0 0,0 0 0 0 0,0-1 1 0 0,0 1-1 0 0,0 0 0 0 0,0 0 0 0 0,0 0 0 0 0,0 0 0 0 0,0 0 1 0 0,0 0-1 0 0,0 0 0 0 0,0 1 0 0 0,0-1 0 0 0,0 0 0 0 0,-1 0 0 0 0,1 1 1 0 0,0-1-1 0 0,0 1 0 0 0,0-1 0 0 0,1 1 0 0 0,7 4 135 0 0,0 1-1 0 0,0 0 0 0 0,15 12 1 0 0,-10-7-40 0 0,35 23 159 0 0,84 43 1 0 0,-132-77-261 0 0,-1 0 1 0 0,1 1 0 0 0,-1-1 0 0 0,1 0 0 0 0,-1 0 0 0 0,1 1 0 0 0,-1-1 0 0 0,1 0-1 0 0,-1 0 1 0 0,1 0 0 0 0,-1 0 0 0 0,1 0 0 0 0,0 1 0 0 0,-1-1 0 0 0,1 0 0 0 0,-1-1 0 0 0,1 1-1 0 0,-1 0 1 0 0,1 0 0 0 0,-1 0 0 0 0,1 0 0 0 0,0 0 0 0 0,-1 0 0 0 0,1-1 0 0 0,-1 1-1 0 0,1 0 1 0 0,-1 0 0 0 0,1-1 0 0 0,-1 1 0 0 0,0 0 0 0 0,1-1 0 0 0,-1 1 0 0 0,1-1 0 0 0,5-21 370 0 0,-11-29 625 0 0,4 49-919 0 0,-17-68 638 0 0,14 57-551 0 0,-1-1 0 0 0,2 0 0 0 0,0 0 0 0 0,1 0 0 0 0,0 0 0 0 0,1 0 0 0 0,0-19 0 0 0,1 32-155 0 0,0 0 1 0 0,0 0-1 0 0,1 0 0 0 0,-1 0 1 0 0,0 0-1 0 0,0 0 0 0 0,0 0 1 0 0,1 0-1 0 0,-1 0 0 0 0,1 0 1 0 0,-1 0-1 0 0,1 0 0 0 0,-1 0 0 0 0,1 0 1 0 0,-1 0-1 0 0,1 1 0 0 0,0-1 1 0 0,-1 0-1 0 0,1 0 0 0 0,0 1 1 0 0,0-1-1 0 0,0 0 0 0 0,-1 1 1 0 0,1-1-1 0 0,0 1 0 0 0,0-1 1 0 0,0 1-1 0 0,2-1 0 0 0,-1 1-2 0 0,1 0 0 0 0,-1 0 0 0 0,0 0 1 0 0,0 0-1 0 0,1 1 0 0 0,-1-1 0 0 0,0 1 0 0 0,0-1 0 0 0,1 1 0 0 0,-1 0 0 0 0,0 0 0 0 0,3 2 0 0 0,7 5 10 0 0,0 0-1 0 0,0 0 1 0 0,11 13-1 0 0,-23-21-16 0 0,0 0-2 0 0,13 13-49 0 0,1-1-1 0 0,0 0 0 0 0,0-1 0 0 0,1 0 0 0 0,0-1 1 0 0,1-1-1 0 0,0-1 0 0 0,23 9 0 0 0,-38-17 32 0 0,-1 0 0 0 0,1-1-1 0 0,-1 1 1 0 0,0 0-1 0 0,1-1 1 0 0,-1 1 0 0 0,0 0-1 0 0,1-1 1 0 0,-1 1-1 0 0,0-1 1 0 0,1 1 0 0 0,-1 0-1 0 0,0-1 1 0 0,0 1 0 0 0,0-1-1 0 0,1 1 1 0 0,-1-1-1 0 0,0 1 1 0 0,0-1 0 0 0,0 1-1 0 0,0-1 1 0 0,0 1 0 0 0,0-1-1 0 0,0 1 1 0 0,0-1-1 0 0,0 1 1 0 0,0-1 0 0 0,0 1-1 0 0,0-1 1 0 0,-1 1 0 0 0,1-1-1 0 0,0 1 1 0 0,0-1-1 0 0,0 1 1 0 0,-1-2 0 0 0,-5-27-744 0 0,5 25 560 0 0,-1-7-386 0 0,1 1 0 0 0,0 0 0 0 0,1 0 0 0 0,0-1 0 0 0,1 1 0 0 0,0 0 0 0 0,0 0 1 0 0,1-1-1 0 0,6-17 0 0 0,-5 20 90 0 0,-1 1 1 0 0,1 0-1 0 0,0-1 1 0 0,1 1 0 0 0,0 0-1 0 0,0 1 1 0 0,0-1 0 0 0,1 1-1 0 0,0 0 1 0 0,0 0 0 0 0,1 0-1 0 0,-1 1 1 0 0,10-7 0 0 0,-13 11 535 0 0,0 0 0 0 0,-1 1 0 0 0,1-1 0 0 0,0 1 0 0 0,0-1 0 0 0,0 1 0 0 0,0 0 0 0 0,0-1 0 0 0,0 1 0 0 0,-1 0 1 0 0,1 0-1 0 0,0 1 0 0 0,0-1 0 0 0,0 0 0 0 0,0 1 0 0 0,0-1 0 0 0,0 1 0 0 0,-1-1 0 0 0,1 1 0 0 0,0 0 1 0 0,0 0-1 0 0,-1 0 0 0 0,1 0 0 0 0,0 0 0 0 0,1 2 0 0 0,8 5 1263 0 0,-1 1 1 0 0,16 17-1 0 0,-5-5-728 0 0,-14-15-903 0 0,0 0 1 0 0,1-1 0 0 0,0 0 0 0 0,15 7 0 0 0,-17-9-280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32.1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1 707 3225 0 0,'1'-6'462'0'0,"1"1"1"0"0,0 0 0 0 0,0 0-1 0 0,0 1 1 0 0,1-1-1 0 0,-1 0 1 0 0,1 1 0 0 0,0 0-1 0 0,6-6 1 0 0,2-6 809 0 0,101-140 6851 0 0,-71 107-6729 0 0,48-43 0 0 0,-50 54-1530 0 0,-1-2 1 0 0,-2-2 0 0 0,44-68-1 0 0,-64 84-106 0 0,-12 18-40 0 0,1 0-1 0 0,0 0 1 0 0,0 0 0 0 0,1 1 0 0 0,-1-1 0 0 0,2 2 0 0 0,-1-1 0 0 0,1 0-1 0 0,0 1 1 0 0,9-5 0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32.8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6913 0 0,'4'33'12703'0'0,"10"-23"-13379"0"0,14 11 1755 0 0,-1 2-1 0 0,44 51 1 0 0,39 61-608 0 0,-4-1-433 0 0,-68-92-79 0 0,59 52 1 0 0,-31-45-3737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33.1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1 595 2761 0 0,'11'-18'2423'0'0,"19"-17"-252"0"0,1 2 0 0 0,2 1 0 0 0,1 1 0 0 0,51-35 0 0 0,35-32 501 0 0,-84 65-2421 0 0,21-17-851 0 0,68-80 0 0 0,-89 90-592 0 0,-19 24-3126 0 0,-3 4-949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33.9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140 615 5985 0 0,'-4'1'2936'0'0,"-2"-9"-857"0"0,-4-15 665 0 0,8 18-1845 0 0,-44-85 3254 0 0,-19-44-3241 0 0,64 132-880 0 0,0-1 0 0 0,0 1 0 0 0,1 0 0 0 0,-1 0 0 0 0,0-1 0 0 0,1 1 0 0 0,-1 0 0 0 0,1-1 0 0 0,0 1 0 0 0,0-5 0 0 0,7 2 293 0 0,10 9-130 0 0,19 13-157 0 0,47 31 0 0 0,5 2-42 0 0,-74-42 0 0 0,-10-5-2 0 0,-1-1 1 0 0,0 0-1 0 0,1 0 1 0 0,-1 0-1 0 0,1 0 1 0 0,-1 0-1 0 0,1-1 1 0 0,0 0-1 0 0,0 0 1 0 0,0 0-1 0 0,0 0 1 0 0,5 0-1 0 0,-8-4-67 0 0,-1 0 0 0 0,0 0 0 0 0,1 0 0 0 0,-1 0 0 0 0,0 0 0 0 0,0-1 0 0 0,-1 1 0 0 0,1 0 0 0 0,-1 0 0 0 0,0 0 0 0 0,-1-4 0 0 0,-5-18-471 0 0,0 4 564 0 0,2 0 0 0 0,0 0 0 0 0,-3-37 0 0 0,8 53 62 0 0,0-1 0 0 0,0 0 0 0 0,0 1-1 0 0,1-1 1 0 0,0 1 0 0 0,0-1 0 0 0,0 1 0 0 0,0 0 0 0 0,1-1-1 0 0,0 1 1 0 0,0 0 0 0 0,1 0 0 0 0,0 0 0 0 0,-1 0-1 0 0,2 0 1 0 0,-1 1 0 0 0,0 0 0 0 0,1-1 0 0 0,6-5-1 0 0,-8 9-70 0 0,0 0 0 0 0,0 0 0 0 0,0-1 0 0 0,-1 1 0 0 0,1 1 0 0 0,0-1-1 0 0,0 0 1 0 0,0 0 0 0 0,0 1 0 0 0,0-1 0 0 0,1 1 0 0 0,-1 0 0 0 0,0 0 0 0 0,0 0-1 0 0,0 0 1 0 0,0 0 0 0 0,0 0 0 0 0,0 0 0 0 0,1 1 0 0 0,-1-1 0 0 0,0 1-1 0 0,0-1 1 0 0,0 1 0 0 0,0 0 0 0 0,0 0 0 0 0,-1 0 0 0 0,1 0 0 0 0,0 0-1 0 0,0 0 1 0 0,0 1 0 0 0,-1-1 0 0 0,3 3 0 0 0,6 5 87 0 0,0 1 0 0 0,0 1 1 0 0,14 20-1 0 0,-15-20-77 0 0,-1-1-66 0 0,0-1 1 0 0,0 0 0 0 0,16 13-1 0 0,-21-20 28 0 0,0 0 0 0 0,0 1 0 0 0,0-1 0 0 0,1 0 0 0 0,-1 0 0 0 0,1-1 0 0 0,-1 1 0 0 0,1-1-1 0 0,0 1 1 0 0,-1-1 0 0 0,1 0 0 0 0,0-1 0 0 0,0 1 0 0 0,0-1 0 0 0,6 1 0 0 0,-9-2-73 0 0,0 1 0 0 0,-1-1 1 0 0,1 1-1 0 0,0-1 0 0 0,0 1 1 0 0,-1-1-1 0 0,1 1 0 0 0,0-1 0 0 0,-1 0 1 0 0,1 1-1 0 0,-1-1 0 0 0,1 0 1 0 0,-1 0-1 0 0,1 0 0 0 0,-1 1 1 0 0,1-1-1 0 0,-1 0 0 0 0,0 0 0 0 0,0 0 1 0 0,1 0-1 0 0,-1 1 0 0 0,0-1 1 0 0,0 0-1 0 0,0 0 0 0 0,0 0 0 0 0,0-1 1 0 0,1-31-1452 0 0,-2 25 930 0 0,-1-53-3148 0 0,0 45 2828 0 0,0 0 1 0 0,2 0 0 0 0,0 0-1 0 0,1 0 1 0 0,0 0 0 0 0,2 0-1 0 0,0 0 1 0 0,8-25 0 0 0,-11 40 892 0 0,0-1 0 0 0,1 0 0 0 0,0 0 0 0 0,-1 1 0 0 0,1-1 0 0 0,0 0 0 0 0,0 1 0 0 0,0-1 0 0 0,0 1 1 0 0,0 0-1 0 0,0-1 0 0 0,0 1 0 0 0,1 0 0 0 0,-1-1 0 0 0,0 1 0 0 0,1 0 0 0 0,-1 0 0 0 0,1 0 0 0 0,-1 0 1 0 0,1 0-1 0 0,0 1 0 0 0,-1-1 0 0 0,1 0 0 0 0,0 1 0 0 0,0-1 0 0 0,-1 1 0 0 0,1 0 0 0 0,0-1 0 0 0,0 1 1 0 0,0 0-1 0 0,-1 0 0 0 0,1 0 0 0 0,0 0 0 0 0,0 1 0 0 0,0-1 0 0 0,-1 0 0 0 0,1 1 0 0 0,0-1 0 0 0,-1 1 1 0 0,1 0-1 0 0,0 0 0 0 0,-1-1 0 0 0,4 3 0 0 0,2 2 904 0 0,0 1-1 0 0,0-1 1 0 0,0 1-1 0 0,-1 0 1 0 0,0 1 0 0 0,0 0-1 0 0,7 9 1 0 0,11 9 105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34.6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512 2001 3681 0 0,'-1'1'97'0'0,"1"0"0"0"0,-1-1-1 0 0,0 1 1 0 0,0 0 0 0 0,1-1 0 0 0,-1 1 0 0 0,0-1 0 0 0,0 1 0 0 0,0-1 0 0 0,0 1-1 0 0,0-1 1 0 0,1 0 0 0 0,-1 0 0 0 0,0 1 0 0 0,0-1 0 0 0,0 0 0 0 0,-2-1 326 0 0,2 1-260 0 0,1 0 0 0 0,0-1 1 0 0,0 1-1 0 0,0-1 0 0 0,-1 1 0 0 0,1 0 1 0 0,0-1-1 0 0,0 1 0 0 0,0-1 0 0 0,0 1 1 0 0,0-1-1 0 0,0 1 0 0 0,0-1 0 0 0,0 1 1 0 0,0 0-1 0 0,0-1 0 0 0,0 1 0 0 0,0-1 1 0 0,1 1-1 0 0,-1 0 0 0 0,0-1 0 0 0,0 1 1 0 0,1-1-1 0 0,9-23 4195 0 0,-3 12-4190 0 0,22-24 1395 0 0,1 1 0 0 0,1 1 1 0 0,2 2-1 0 0,46-34 0 0 0,-46 37-1209 0 0,-14 15-288 0 0,0 1 0 0 0,0 1 0 0 0,1 1 0 0 0,41-17 0 0 0,32-18-76 0 0,-82 39 21 0 0,-1-1-1 0 0,0-1 1 0 0,0 0 0 0 0,15-17-1 0 0,-17 16 20 0 0,0 1-1 0 0,1 1 1 0 0,0 0-1 0 0,0 0 1 0 0,16-10 0 0 0,-11 14-70 0 0,-14 4 38 0 0,1 0 0 0 0,0 0 0 0 0,0 0 0 0 0,0 0 0 0 0,-1 0 0 0 0,1 0 0 0 0,0-1 0 0 0,0 1 0 0 0,0 0 0 0 0,-1-1 0 0 0,1 1 1 0 0,0 0-1 0 0,-1-1 0 0 0,1 1 0 0 0,0-1 0 0 0,-1 1 0 0 0,1-1 0 0 0,0 1 0 0 0,0-2 0 0 0,-11-22-257 0 0,-1 1 0 0 0,-18-28-1 0 0,-12-23-258 0 0,33 56 504 0 0,-43-91-59 0 0,-116-184 0 0 0,-60 17 14 0 0,83 110 615 0 0,68 77 204 0 0,-149-138-1 0 0,160 175-1071 0 0,36 30-29 0 0,-29-28 0 0 0,115 66 425 0 0,-45-10-2051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35.1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1241 920 0 0,'1'14'3086'0'0,"20"-24"-235"0"0,-4-1-1786 0 0,0-2 0 0 0,-2 0-1 0 0,1 0 1 0 0,-2-2-1 0 0,23-27 1 0 0,-3 3 109 0 0,92-87 1763 0 0,154-120-1 0 0,-137 126-1545 0 0,153-118 187 0 0,-203 163-1555 0 0,113-116-1 0 0,-187 172-115 0 0,-7 5-62 0 0,1 2-1 0 0,0-1 1 0 0,1 2 0 0 0,0 0 0 0 0,17-10 0 0 0,-28 20-1300 0 0,-3 1 1401 0 0,0 0 0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35.9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59 11522 0 0,'0'-1'196'0'0,"0"-1"-1"0"0,-1 1 0 0 0,1-1 0 0 0,0 1 0 0 0,0-1 0 0 0,0 1 0 0 0,0-1 0 0 0,0 1 0 0 0,0-1 0 0 0,1 1 0 0 0,-1-1 0 0 0,0 1 0 0 0,1 0 0 0 0,-1-1 1 0 0,1 1-1 0 0,-1-1 0 0 0,1 1 0 0 0,0 0 0 0 0,0-1 0 0 0,0 1 0 0 0,-1 0 0 0 0,1 0 0 0 0,0 0 0 0 0,1 0 0 0 0,0-1 0 0 0,0-1-3 0 0,0 1 0 0 0,0 0 0 0 0,1 0 0 0 0,-1 0 0 0 0,0 0 0 0 0,1 1 0 0 0,0-1 0 0 0,-1 1 0 0 0,1-1 0 0 0,0 1-1 0 0,4-1 1 0 0,-3 2-79 0 0,0 0 0 0 0,0 0-1 0 0,0 0 1 0 0,0 1-1 0 0,0 0 1 0 0,0 0 0 0 0,0 0-1 0 0,0 0 1 0 0,0 0 0 0 0,-1 1-1 0 0,1 0 1 0 0,0 0-1 0 0,-1 0 1 0 0,1 0 0 0 0,-1 0-1 0 0,0 1 1 0 0,5 4 0 0 0,3 3 39 0 0,0 2 0 0 0,0-1 0 0 0,10 16 0 0 0,-4-1-51 0 0,18 38 0 0 0,-27-47-433 0 0,0-1 1 0 0,2 0 0 0 0,-1 0 0 0 0,2-1 0 0 0,0-1 0 0 0,1 1 0 0 0,22 20-1 0 0,-12-23-2033 0 0,-7-11-3582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36.2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0 171 5065 0 0,'2'-7'437'0'0,"0"0"0"0"0,1 0 0 0 0,0 0 0 0 0,0 0 0 0 0,0 1 1 0 0,1-1-1 0 0,0 1 0 0 0,0 0 0 0 0,8-10 0 0 0,-3 5-84 0 0,-3 2 91 0 0,1 0 0 0 0,1 0 0 0 0,-1 1 0 0 0,1 0 0 0 0,1 0 0 0 0,0 1 0 0 0,13-9-1 0 0,-20 14-348 0 0,1 1-1 0 0,-1 0 0 0 0,0 0 0 0 0,1 0 0 0 0,-1 0 0 0 0,1 0 0 0 0,-1 1 0 0 0,1-1 1 0 0,-1 1-1 0 0,1 0 0 0 0,0 0 0 0 0,-1 0 0 0 0,1 0 0 0 0,-1 0 0 0 0,1 0 0 0 0,2 1 1 0 0,-2 0-76 0 0,-1 0 0 0 0,1 1 1 0 0,-1-1-1 0 0,0 1 1 0 0,1-1-1 0 0,-1 1 1 0 0,0 0-1 0 0,0 0 1 0 0,0 0-1 0 0,0 0 0 0 0,0 0 1 0 0,0 0-1 0 0,-1 0 1 0 0,1 1-1 0 0,-1-1 1 0 0,0 1-1 0 0,1-1 0 0 0,0 4 1 0 0,4 9-93 0 0,-1-1 0 0 0,-1 2 0 0 0,0-1 0 0 0,0 0 0 0 0,1 24 0 0 0,-3 79 246 0 0,-2-84 458 0 0,0 1 1 0 0,10 58 0 0 0,-10-93-560 0 0,0 1 0 0 0,0 0 0 0 0,0-1 0 0 0,0 1 0 0 0,0 0 0 0 0,0-1 0 0 0,0 1 0 0 0,0 0 1 0 0,1-1-1 0 0,-1 1 0 0 0,0-1 0 0 0,0 1 0 0 0,1 0 0 0 0,-1-1 0 0 0,1 1 0 0 0,-1-1 0 0 0,0 1 1 0 0,1-1-1 0 0,-1 1 0 0 0,1-1 0 0 0,-1 1 0 0 0,1-1 0 0 0,-1 0 0 0 0,1 1 0 0 0,-1-1 0 0 0,1 0 0 0 0,0 1 1 0 0,-1-1-1 0 0,1 0 0 0 0,-1 0 0 0 0,1 1 0 0 0,0-1 0 0 0,-1 0 0 0 0,1 0 0 0 0,1 0 0 0 0,0 0 36 0 0,0-1-1 0 0,0 0 0 0 0,0 0 0 0 0,0 0 1 0 0,-1 0-1 0 0,1 0 0 0 0,0 0 0 0 0,0 0 1 0 0,-1 0-1 0 0,1-1 0 0 0,2-1 0 0 0,35-45 850 0 0,-7-3-582 0 0,-18 28-341 0 0,26-34-1 0 0,-32 48-896 0 0,0 1 0 0 0,0 0 0 0 0,17-13 0 0 0,-9 10-6023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36.6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10 131 6449 0 0,'-1'-1'107'0'0,"0"0"-1"0"0,1 1 1 0 0,-1-1-1 0 0,0 1 1 0 0,1-1-1 0 0,-1 0 1 0 0,0 0-1 0 0,1 1 1 0 0,-1-1-1 0 0,1 0 1 0 0,-1 0-1 0 0,1 0 1 0 0,0 1-1 0 0,-1-1 1 0 0,1 0-1 0 0,0 0 1 0 0,-1 0-1 0 0,1 0 0 0 0,0 0 1 0 0,0 0-1 0 0,0 0 1 0 0,0 0-1 0 0,0 0 1 0 0,0-1-1 0 0,12-28 1905 0 0,-4 19-846 0 0,0 0 0 0 0,14-16-1 0 0,-19 25-946 0 0,-1-1-1 0 0,1 1 1 0 0,-1-1-1 0 0,1 1 0 0 0,0 0 1 0 0,0 0-1 0 0,0 0 1 0 0,0 0-1 0 0,0 0 1 0 0,1 1-1 0 0,-1 0 0 0 0,0-1 1 0 0,1 1-1 0 0,-1 0 1 0 0,1 1-1 0 0,-1-1 0 0 0,1 1 1 0 0,5-1-1 0 0,-6 2-184 0 0,-1-1 0 0 0,1 1 0 0 0,-1 0 0 0 0,1 0 0 0 0,-1 0 0 0 0,0 0 0 0 0,1 0 0 0 0,-1 0 0 0 0,0 1 0 0 0,0-1 0 0 0,0 1 0 0 0,0 0 1 0 0,0-1-1 0 0,0 1 0 0 0,0 0 0 0 0,0 0 0 0 0,-1 0 0 0 0,1 0 0 0 0,-1 1 0 0 0,0-1 0 0 0,0 0 0 0 0,1 1 0 0 0,-1-1 0 0 0,-1 0 0 0 0,1 1 0 0 0,1 4 0 0 0,0 3-224 0 0,-1 0 0 0 0,1 1 0 0 0,-1 13 0 0 0,3 27-482 0 0,-4-48 621 0 0,1 0 0 0 0,0 0 1 0 0,0 1-1 0 0,0-1 0 0 0,0 0 0 0 0,0 0 1 0 0,1 0-1 0 0,-1-1 0 0 0,1 1 1 0 0,0 0-1 0 0,3 4 0 0 0,-4-6 77 0 0,1 0 0 0 0,-1 0 0 0 0,0 0 0 0 0,1 0 0 0 0,-1-1 0 0 0,1 1 1 0 0,-1 0-1 0 0,1-1 0 0 0,-1 1 0 0 0,1-1 0 0 0,-1 0 0 0 0,1 1 0 0 0,0-1 0 0 0,-1 0 0 0 0,1 0 0 0 0,0 0 0 0 0,-1 0 0 0 0,1 0 0 0 0,-1 0 0 0 0,1-1 0 0 0,0 1 0 0 0,-1 0 0 0 0,1-1 1 0 0,-1 1-1 0 0,3-2 0 0 0,42-23 697 0 0,-19 9-141 0 0,-25 16-576 0 0,-1-1 0 0 0,1 0 0 0 0,-1 1 0 0 0,1-1-1 0 0,0 1 1 0 0,-1 0 0 0 0,1-1 0 0 0,-1 1 0 0 0,1 0-1 0 0,0 0 1 0 0,-1 0 0 0 0,1 0 0 0 0,0 0 0 0 0,-1 1 0 0 0,1-1-1 0 0,0 0 1 0 0,-1 1 0 0 0,1-1 0 0 0,-1 1 0 0 0,1 0 0 0 0,-1-1-1 0 0,1 1 1 0 0,-1 0 0 0 0,3 2 0 0 0,-1-1 8 0 0,-1 1-1 0 0,0 0 1 0 0,1 0-1 0 0,-1 0 1 0 0,0 0-1 0 0,0 1 1 0 0,0-1 0 0 0,-1 1-1 0 0,1-1 1 0 0,0 6-1 0 0,3 8 28 0 0,-2 0 1 0 0,0-1-1 0 0,0 34 0 0 0,-1 45-5672 0 0,-2-74-522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37.2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1 13827 0 0,'-1'1'237'0'0,"0"1"1"0"0,0 0 0 0 0,0-1-1 0 0,1 1 1 0 0,-1 0-1 0 0,0 0 1 0 0,1 0-1 0 0,-1 0 1 0 0,1 0-1 0 0,0-1 1 0 0,0 1-1 0 0,0 0 1 0 0,0 0-1 0 0,0 0 1 0 0,0 0 0 0 0,0 0-1 0 0,0 0 1 0 0,1 0-1 0 0,-1 0 1 0 0,1 0-1 0 0,0 0 1 0 0,-1-1-1 0 0,1 1 1 0 0,1 2-1 0 0,24 41 1022 0 0,11 4-553 0 0,44 43 0 0 0,5 7-517 0 0,-58-65-485 0 0,80 108 765 0 0,-87-111-2743 0 0,19 39 1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37.5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3 186 3225 0 0,'-1'-7'644'0'0,"0"0"1"0"0,0-1-1 0 0,1 1 1 0 0,0 0-1 0 0,1-1 1 0 0,-1 1-1 0 0,1 0 1 0 0,1-1-1 0 0,-1 1 1 0 0,4-8-1 0 0,-2 5 80 0 0,1-1-1 0 0,0 0 1 0 0,1 1 0 0 0,0 0 0 0 0,13-18-1 0 0,-18 27-656 0 0,1-1 0 0 0,0 1-1 0 0,0 0 1 0 0,0 0 0 0 0,1-1-1 0 0,-1 1 1 0 0,0 0-1 0 0,0 0 1 0 0,1 0 0 0 0,-1 1-1 0 0,0-1 1 0 0,1 0-1 0 0,-1 0 1 0 0,1 1 0 0 0,-1-1-1 0 0,1 1 1 0 0,-1-1 0 0 0,1 1-1 0 0,-1 0 1 0 0,1-1-1 0 0,0 1 1 0 0,-1 0 0 0 0,4 0-1 0 0,-2 1-52 0 0,-1 0-1 0 0,1 0 0 0 0,-1 0 1 0 0,1 0-1 0 0,-1 0 0 0 0,0 1 1 0 0,1-1-1 0 0,-1 1 0 0 0,0-1 1 0 0,0 1-1 0 0,0 0 0 0 0,0 0 1 0 0,2 2-1 0 0,2 4-94 0 0,0 0 0 0 0,-1 0 0 0 0,1 1 0 0 0,-1 0 0 0 0,-1 0 0 0 0,7 17 0 0 0,-8-9 289 0 0,0 0-1 0 0,-1 0 1 0 0,-1 0-1 0 0,-1 1 1 0 0,0-1-1 0 0,-1 0 1 0 0,-5 29-1 0 0,-1 15 1998 0 0,7-60-2197 0 0,0-1 0 0 0,0 0 0 0 0,-1 0 0 0 0,1 0 0 0 0,0 1 0 0 0,0-1 0 0 0,0 0-1 0 0,0 0 1 0 0,0 1 0 0 0,0-1 0 0 0,0 0 0 0 0,0 0 0 0 0,0 0 0 0 0,0 1 0 0 0,0-1 0 0 0,0 0 0 0 0,0 0-1 0 0,0 1 1 0 0,0-1 0 0 0,1 0 0 0 0,-1 0 0 0 0,0 0 0 0 0,0 1 0 0 0,0-1 0 0 0,0 0 0 0 0,0 0 0 0 0,0 0-1 0 0,0 1 1 0 0,1-1 0 0 0,-1 0 0 0 0,0 0 0 0 0,0 0 0 0 0,0 0 0 0 0,0 0 0 0 0,1 1 0 0 0,-1-1 0 0 0,0 0-1 0 0,0 0 1 0 0,0 0 0 0 0,1 0 0 0 0,-1 0 0 0 0,0 0 0 0 0,0 0 0 0 0,1 0 0 0 0,-1 0 0 0 0,0 0 0 0 0,0 0-1 0 0,0 0 1 0 0,1 0 0 0 0,-1 0 0 0 0,0 0 0 0 0,0 0 0 0 0,1 0 0 0 0,-1 0 0 0 0,0 0 0 0 0,0 0 0 0 0,0 0-1 0 0,1 0 1 0 0,-1 0 0 0 0,0 0 0 0 0,1-1 0 0 0,18-15 726 0 0,18-25 227 0 0,2-10-1363 0 0,53-61-3485 0 0,-70 90-2627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38.5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41 6145 0 0,'4'-8'544'0'0,"-2"4"-432"0"0,-1 0-112 0 0,-1 1 0 0 0,0 2 0 0 0,0 0 0 0 0,0-1 0 0 0,0 0 0 0 0,1-4 0 0 0,-1 2 0 0 0,0 0 0 0 0,2 3 0 0 0,0 1 0 0 0,1 1 0 0 0,-2 3 0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39.8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21 10594 0 0,'-7'-21'6435'0'0,"11"31"-4899"0"0,9 42-100 0 0,9 64 0 0 0,-16-75-1280 0 0,2 1 0 0 0,2-1 0 0 0,16 45 0 0 0,-25-83-125 0 0,0-1 1 0 0,1 1-1 0 0,-1 0 1 0 0,1 0 0 0 0,-1 0-1 0 0,1-1 1 0 0,0 1-1 0 0,0-1 1 0 0,0 1 0 0 0,0-1-1 0 0,0 0 1 0 0,0 0-1 0 0,1 0 1 0 0,-1 0-1 0 0,1 0 1 0 0,3 1 0 0 0,-4-3-34 0 0,-1 1 0 0 0,1-1 1 0 0,0 0-1 0 0,-1 0 0 0 0,1 0 1 0 0,0 0-1 0 0,0 0 0 0 0,-1 0 1 0 0,1-1-1 0 0,0 1 0 0 0,-1-1 1 0 0,1 1-1 0 0,0-1 0 0 0,-1 1 1 0 0,1-1-1 0 0,-1 0 0 0 0,1 0 1 0 0,-1 0-1 0 0,1 0 0 0 0,-1 0 1 0 0,0 0-1 0 0,0 0 0 0 0,1 0 1 0 0,-1-1-1 0 0,0 1 0 0 0,0 0 1 0 0,0-1-1 0 0,0 1 0 0 0,0-1 1 0 0,0-2-1 0 0,11-16-794 0 0,-1-2 0 0 0,14-35 0 0 0,-5 9-5892 0 0,-10 26 868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40.0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1 14283 0 0,'-2'1'97'0'0,"1"0"0"0"0,0 1 1 0 0,-1 0-1 0 0,1-1 0 0 0,0 1 0 0 0,0 0 0 0 0,0 0 1 0 0,0-1-1 0 0,0 1 0 0 0,0 0 0 0 0,0 0 0 0 0,1 0 0 0 0,-1 0 1 0 0,1 0-1 0 0,0 0 0 0 0,-1 0 0 0 0,1 1 0 0 0,0-1 1 0 0,0 0-1 0 0,0 0 0 0 0,0 0 0 0 0,1 0 0 0 0,-1 0 0 0 0,1 0 1 0 0,-1 0-1 0 0,1 0 0 0 0,0 0 0 0 0,-1 0 0 0 0,1 0 1 0 0,2 3-1 0 0,9 18 2007 0 0,27 45 1 0 0,-10-28-1372 0 0,40 45-1 0 0,-39-54-1027 0 0,40 31 0 0 0,-58-52 32 0 0,11 10-153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40.9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 27 10594 0 0,'-39'-27'7171'0'0,"42"30"-6628"0"0,0-1 0 0 0,0 1 0 0 0,-1 0 0 0 0,1-1 0 0 0,-1 1 0 0 0,4 7 0 0 0,4 3-268 0 0,75 83 631 0 0,-38-46-549 0 0,61 85 0 0 0,4 44-3124 0 0,-107-166 855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41.3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26 215 3681 0 0,'-4'-7'659'0'0,"1"1"1"0"0,0-1 0 0 0,0 1-1 0 0,0-1 1 0 0,1 0 0 0 0,0 0-1 0 0,0 0 1 0 0,1 0 0 0 0,0 0-1 0 0,0-1 1 0 0,0-11 0 0 0,1 13-304 0 0,0-1 0 0 0,0 0 0 0 0,1 1 0 0 0,0-1 0 0 0,0 0 0 0 0,1 1 0 0 0,0 0 1 0 0,0-1-1 0 0,0 1 0 0 0,1 0 0 0 0,-1 0 0 0 0,8-11 0 0 0,-8 15-206 0 0,0 0 0 0 0,-1 0 0 0 0,1 0 0 0 0,0 0-1 0 0,1 0 1 0 0,-1 1 0 0 0,0-1 0 0 0,0 0 0 0 0,1 1 0 0 0,-1 0 0 0 0,1 0-1 0 0,-1 0 1 0 0,1 0 0 0 0,0 0 0 0 0,-1 0 0 0 0,1 0 0 0 0,0 1 0 0 0,-1 0 0 0 0,6-1-1 0 0,-3 2-39 0 0,-1-1 0 0 0,1 1 0 0 0,0 0 1 0 0,0 0-1 0 0,-1 1 0 0 0,1 0 0 0 0,-1-1 0 0 0,0 1 0 0 0,1 1 0 0 0,5 3 0 0 0,1 2-99 0 0,0 1 0 0 0,-1 0 0 0 0,0 0 0 0 0,-1 1 1 0 0,0 0-1 0 0,0 0 0 0 0,8 15 0 0 0,-10-13-226 0 0,-1 1-1 0 0,0-1 1 0 0,-1 1-1 0 0,0 0 1 0 0,-1 0-1 0 0,0 1 1 0 0,2 19 0 0 0,-3 5-3 0 0,-1 53 1 0 0,-2-67 632 0 0,9-31 2468 0 0,29-40-1951 0 0,-30 38-899 0 0,0 0 1 0 0,0 0-1 0 0,1 0 0 0 0,0 1 0 0 0,1 0 0 0 0,0 1 0 0 0,0 0 0 0 0,21-10 0 0 0,-19 12-1131 0 0,1 0 1 0 0,-1 1-1 0 0,1 0 1 0 0,24-3-1 0 0,-18 6-5393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42.0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63 1 2304 0 0,'-3'2'513'0'0,"0"0"0"0"0,0 0 0 0 0,0-1-1 0 0,0 1 1 0 0,0-1 0 0 0,-1 0 0 0 0,1 0-1 0 0,-1 0 1 0 0,1 0 0 0 0,-28 14 11385 0 0,53 7-10236 0 0,15 12-999 0 0,64 65 175 0 0,-87-84-953 0 0,-1 1-1 0 0,0 1 1 0 0,-1 0-1 0 0,16 34 0 0 0,-23-23-3297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42.3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30 200 8290 0 0,'-2'-1'95'0'0,"1"1"-1"0"0,0 0 1 0 0,-1-1 0 0 0,1 1 0 0 0,0-1 0 0 0,0 1-1 0 0,-1-1 1 0 0,1 1 0 0 0,0-1 0 0 0,0 0-1 0 0,0 0 1 0 0,0 1 0 0 0,0-1 0 0 0,0 0 0 0 0,0 0-1 0 0,0 0 1 0 0,0 0 0 0 0,1 0 0 0 0,-1 0 0 0 0,0-1-1 0 0,0-1 1 0 0,-1 0 156 0 0,1 0 1 0 0,1 0-1 0 0,-1 0 0 0 0,0 0 1 0 0,1 0-1 0 0,-1-1 0 0 0,1 1 0 0 0,1-6 1 0 0,0 0 382 0 0,0-1 0 0 0,1 1 0 0 0,0 0 1 0 0,0 0-1 0 0,7-14 0 0 0,-5 14-180 0 0,1 1-1 0 0,0 0 1 0 0,0 0-1 0 0,13-14 1 0 0,-17 20-421 0 0,1 0 0 0 0,-1 1 0 0 0,1-1 0 0 0,-1 0 0 0 0,1 1 0 0 0,-1 0 0 0 0,1-1 0 0 0,0 1 0 0 0,0 0 0 0 0,0 0 0 0 0,0 0 0 0 0,0 0 0 0 0,0 0 0 0 0,0 0 0 0 0,0 1 0 0 0,0-1 0 0 0,0 1 0 0 0,0-1 0 0 0,0 1 0 0 0,1 0 1 0 0,-1 0-1 0 0,0 0 0 0 0,0 0 0 0 0,0 0 0 0 0,0 0 0 0 0,1 1 0 0 0,2 0 0 0 0,-2 1-126 0 0,-1 0 0 0 0,1 0 1 0 0,-1 0-1 0 0,0 0 0 0 0,0 0 0 0 0,0 1 1 0 0,0-1-1 0 0,0 1 0 0 0,-1-1 0 0 0,1 1 1 0 0,-1 0-1 0 0,1 0 0 0 0,-1 0 0 0 0,0 0 1 0 0,0 0-1 0 0,0 0 0 0 0,-1 0 0 0 0,1 0 1 0 0,-1 0-1 0 0,0 0 0 0 0,0 0 0 0 0,0 5 1 0 0,0 4-574 0 0,-1 0 0 0 0,0-1 1 0 0,-1 1-1 0 0,-4 18 1 0 0,-8 10-3089 0 0,9-28-193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42.7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90 1 6913 0 0,'-3'0'392'0'0,"0"1"-1"0"0,0 0 0 0 0,0-1 1 0 0,0 1-1 0 0,1 0 0 0 0,-1 1 1 0 0,0-1-1 0 0,0 0 0 0 0,1 1 0 0 0,-1 0 1 0 0,1-1-1 0 0,-1 1 0 0 0,1 0 1 0 0,0 0-1 0 0,-3 4 0 0 0,0-1-104 0 0,0 1 1 0 0,1 0-1 0 0,-1-1 0 0 0,1 1 1 0 0,-4 10-1 0 0,5-8-179 0 0,1 0 1 0 0,-1 0-1 0 0,2 0 0 0 0,-1 0 1 0 0,1 1-1 0 0,0-1 0 0 0,1 1 1 0 0,0-1-1 0 0,0 1 0 0 0,1-1 1 0 0,0 0-1 0 0,0 1 0 0 0,1-1 1 0 0,0 0-1 0 0,1 0 1 0 0,0 0-1 0 0,0 0 0 0 0,1 0 1 0 0,4 7-1 0 0,-7-13-202 0 0,-1-1 0 0 0,1 0 0 0 0,0 1 0 0 0,0-1 0 0 0,0 0 0 0 0,0 1 0 0 0,0-1 0 0 0,0 0 0 0 0,0 0 0 0 0,1 0 0 0 0,-1 0 0 0 0,0 0 0 0 0,1 0 0 0 0,-1-1 0 0 0,0 1 0 0 0,1 0 0 0 0,-1-1 0 0 0,1 1 0 0 0,-1-1 0 0 0,1 1 0 0 0,0-1 0 0 0,-1 0 0 0 0,1 1 0 0 0,-1-1 0 0 0,1 0 0 0 0,0 0 0 0 0,-1 0 0 0 0,1 0 0 0 0,-1-1 0 0 0,1 1 0 0 0,-1 0 0 0 0,1-1 0 0 0,0 1 0 0 0,-1-1 0 0 0,0 1 0 0 0,1-1 0 0 0,-1 0 0 0 0,3-1 0 0 0,0-1-358 0 0,-1 0 0 0 0,0 0 0 0 0,0 0-1 0 0,0 0 1 0 0,-1 0 0 0 0,1-1 0 0 0,-1 1 0 0 0,0-1 0 0 0,0 1 0 0 0,0-1 0 0 0,0 0 0 0 0,-1 0 0 0 0,3-7 0 0 0,0-12-353 0 0,-2 11 1341 0 0,0 0-1 0 0,1 0 1 0 0,5-12-1 0 0,-8 22-207 0 0,1 0 0 0 0,0 0 0 0 0,0 0 0 0 0,0 0 0 0 0,0 0 0 0 0,0 0 0 0 0,0 0 0 0 0,0 1 0 0 0,1-1 0 0 0,-1 0 0 0 0,0 1 0 0 0,1-1 0 0 0,0 1-1 0 0,-1 0 1 0 0,1 0 0 0 0,0-1 0 0 0,0 1 0 0 0,0 0 0 0 0,-1 0 0 0 0,1 1 0 0 0,0-1 0 0 0,0 0 0 0 0,4 0 0 0 0,-4 1-143 0 0,1 0 0 0 0,-1 0 0 0 0,0 0 0 0 0,0 1 0 0 0,0-1 0 0 0,0 1 0 0 0,0-1 0 0 0,0 1 0 0 0,0 0 0 0 0,0 0 1 0 0,0 0-1 0 0,0 0 0 0 0,0 0 0 0 0,0 0 0 0 0,1 2 0 0 0,29 28-99 0 0,-1-3-3694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43.0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0 102 6913 0 0,'0'0'623'0'0,"18"14"1974"0"0,9 6-961 0 0,-15-13-880 0 0,0 2 1 0 0,-1-1-1 0 0,0 2 1 0 0,-1-1-1 0 0,15 18 0 0 0,-37-40 2561 0 0,-22-26-2385 0 0,28 29-1227 0 0,-1 0 0 0 0,1-1 0 0 0,1 1 0 0 0,0-1 0 0 0,0 0 0 0 0,1-1-1 0 0,1 1 1 0 0,0-1 0 0 0,-3-20 0 0 0,6 8-6092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43.9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0 137 10594 0 0,'8'-29'2949'0'0,"-5"23"-2734"0"0,-1-2-862 0 0,1 0 1 0 0,0 0-1 0 0,0 1 1 0 0,1-1-1 0 0,0 1 1 0 0,0 0-1 0 0,1 0 1 0 0,-1 1-1 0 0,2-1 1 0 0,-1 1-1 0 0,1 0 1 0 0,9-7-1 0 0,-9 9 647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44.0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0 115 2304 0 0,'2'-2'8386'0'0,"0"-5"-7297"0"0,4-2-225 0 0,2-4-32 0 0,0 0-16 0 0,1 0-1200 0 0,1-1-248 0 0,0 4-40 0 0,0-2-16 0 0,-2 1 568 0 0,-3 0 120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45.2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190 1150 1840 0 0,'-58'37'2245'0'0,"48"-29"-1132"0"0,0-1 1 0 0,-1 0-1 0 0,0-1 1 0 0,0 0 0 0 0,-1 0-1 0 0,-12 3 1 0 0,22-8-884 0 0,0-1 1 0 0,0 1-1 0 0,0-1 0 0 0,1 0 1 0 0,-1 1-1 0 0,0-1 0 0 0,0 0 1 0 0,0 0-1 0 0,0-1 0 0 0,0 1 1 0 0,0 0-1 0 0,0-1 0 0 0,0 1 1 0 0,0-1-1 0 0,1 1 1 0 0,-1-1-1 0 0,0 0 0 0 0,0 0 1 0 0,1 0-1 0 0,-1 0 0 0 0,-2-1 1 0 0,5-1-61 0 0,1 0 1 0 0,-1 0-1 0 0,1 0 1 0 0,0 0-1 0 0,0 0 1 0 0,0 1 0 0 0,0-1-1 0 0,0 1 1 0 0,0 0-1 0 0,6-4 1 0 0,-3 0 16 0 0,101-113 1045 0 0,-19 21-542 0 0,100-90 0 0 0,61-59-584 0 0,-151 141-292 0 0,182-156 0 0 0,-246 232-282 0 0,-1-2 1 0 0,35-45 0 0 0,-52 59-97 0 0,-5 6-343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45.7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3 6449 0 0,'-19'-2'7930'0'0,"28"24"-3960"0"0,-3-9-4103 0 0,7 10 1001 0 0,1 1 0 0 0,1-2-1 0 0,33 40 1 0 0,64 56-1862 0 0,-97-102 223 0 0,9 7-6396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46.3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75 104 4609 0 0,'-26'-28'1679'0'0,"15"14"1351"0"0,0-1 1 0 0,1 0-1 0 0,-6-16 3057 0 0,38 53-5064 0 0,115 182 0 0 0,91 118-2581 0 0,-206-296 408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46.7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34 417 4145 0 0,'-33'-1'9071'0'0,"33"0"-8958"0"0,11-14 1488 0 0,59-43 1438 0 0,-7 6-988 0 0,98-91 842 0 0,-128 117-3081 0 0,1 1 1 0 0,2 2 0 0 0,40-20-1 0 0,-63 37-697 0 0,0 0-1 0 0,0 1 0 0 0,20-5 0 0 0,-18 7-642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47.0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10594 0 0,'1'4'487'0'0,"1"-1"-1"0"0,0 1 0 0 0,0-1 0 0 0,0 1 1 0 0,1-1-1 0 0,-1 0 0 0 0,1 0 1 0 0,0 0-1 0 0,4 3 0 0 0,2 4 655 0 0,36 41 2033 0 0,92 117-292 0 0,-72-63-2369 0 0,-39-59-2744 0 0,-6-12-3028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47.3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4 131 9674 0 0,'-1'-3'207'0'0,"0"-1"0"0"0,0 1-1 0 0,1-1 1 0 0,-1 1 0 0 0,1-1 0 0 0,0 1-1 0 0,0-1 1 0 0,1 1 0 0 0,-1 0 0 0 0,1-1-1 0 0,-1 1 1 0 0,1-1 0 0 0,0 1-1 0 0,0 0 1 0 0,1 0 0 0 0,-1-1 0 0 0,1 1-1 0 0,0 0 1 0 0,-1 0 0 0 0,5-4 0 0 0,-3 2 58 0 0,0 0 0 0 0,1 1 1 0 0,-1 0-1 0 0,1 0 0 0 0,0 0 1 0 0,0 1-1 0 0,0-1 0 0 0,0 1 1 0 0,1 0-1 0 0,0 0 0 0 0,-1 0 1 0 0,1 1-1 0 0,6-3 0 0 0,-8 4-204 0 0,1 0 0 0 0,-1 0-1 0 0,1 1 1 0 0,-1-1-1 0 0,1 1 1 0 0,-1 0-1 0 0,1 0 1 0 0,-1 0 0 0 0,1 0-1 0 0,-1 0 1 0 0,1 1-1 0 0,0 0 1 0 0,-1 0-1 0 0,0 0 1 0 0,1 0-1 0 0,-1 0 1 0 0,0 1 0 0 0,1-1-1 0 0,-1 1 1 0 0,0 0-1 0 0,0 0 1 0 0,-1 0-1 0 0,1 1 1 0 0,0-1 0 0 0,-1 0-1 0 0,1 1 1 0 0,-1 0-1 0 0,0 0 1 0 0,0 0-1 0 0,0 0 1 0 0,0 0 0 0 0,0 0-1 0 0,2 5 1 0 0,2 10-15 0 0,0 1 0 0 0,-1-1 0 0 0,-1 1 0 0 0,-1 0 0 0 0,2 21 0 0 0,-1-6 298 0 0,-4-33-282 0 0,0 0 0 0 0,0-1 0 0 0,0 1 0 0 0,0-1 0 0 0,0 1 0 0 0,0 0 0 0 0,0-1 0 0 0,0 1 1 0 0,1 0-1 0 0,-1-1 0 0 0,0 1 0 0 0,0-1 0 0 0,1 1 0 0 0,-1-1 0 0 0,0 1 0 0 0,0 0 0 0 0,1-1 0 0 0,-1 1 0 0 0,1-1 1 0 0,-1 0-1 0 0,1 1 0 0 0,-1-1 0 0 0,1 1 0 0 0,-1-1 0 0 0,1 1 0 0 0,-1-1 0 0 0,1 0 0 0 0,-1 0 0 0 0,1 1 0 0 0,-1-1 1 0 0,1 0-1 0 0,0 1 0 0 0,1-2-6 0 0,-1 1-1 0 0,1-1 1 0 0,-1 1 0 0 0,0-1 0 0 0,1 1-1 0 0,-1-1 1 0 0,0 0 0 0 0,0 1 0 0 0,0-1 0 0 0,1 0-1 0 0,-1 0 1 0 0,0 0 0 0 0,1-2 0 0 0,34-44 243 0 0,-32 42-122 0 0,4-8-436 0 0,1 1 1 0 0,1 0-1 0 0,0 0 1 0 0,1 1-1 0 0,23-18 1 0 0,-25 23-645 0 0,0 0 0 0 0,0 1 0 0 0,1 0 0 0 0,0 0 1 0 0,0 1-1 0 0,0 1 0 0 0,0-1 0 0 0,1 2 0 0 0,13-3 0 0 0,51-8 210 0 0,-52 7 693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47.7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49 59 1368 0 0,'-4'1'155'0'0,"-25"5"2321"0"0,14-9 2992 0 0,14 2-5272 0 0,1 0 0 0 0,0 1-1 0 0,0-1 1 0 0,1 0-1 0 0,-1 1 1 0 0,0-1 0 0 0,0 0-1 0 0,0 1 1 0 0,0-1-1 0 0,0 0 1 0 0,1 1 0 0 0,-1-1-1 0 0,0 0 1 0 0,1 1-1 0 0,-1-1 1 0 0,0 1 0 0 0,1-1-1 0 0,-1 1 1 0 0,1-1 0 0 0,-1 1-1 0 0,1-1 1 0 0,-1 1-1 0 0,1-1 1 0 0,-1 1 0 0 0,2-1-1 0 0,18-16 1465 0 0,-17 15-1108 0 0,0-1-364 0 0,0 0 1 0 0,1 0-1 0 0,-1 1 1 0 0,1 0-1 0 0,0-1 1 0 0,0 1-1 0 0,-1 0 0 0 0,1 1 1 0 0,1-1-1 0 0,-1 1 1 0 0,0 0-1 0 0,0 0 1 0 0,7-1-1 0 0,-8 2-187 0 0,-1 1 0 0 0,0-1 0 0 0,1 1-1 0 0,-1-1 1 0 0,0 1 0 0 0,1 0 0 0 0,-1-1 0 0 0,0 1-1 0 0,0 1 1 0 0,0-1 0 0 0,0 0 0 0 0,0 0 0 0 0,0 1-1 0 0,0-1 1 0 0,0 1 0 0 0,0 0 0 0 0,-1-1 0 0 0,1 1 0 0 0,-1 0-1 0 0,1 0 1 0 0,-1 0 0 0 0,0 0 0 0 0,0 0 0 0 0,0 0-1 0 0,2 5 1 0 0,2 7-184 0 0,0 1-1 0 0,4 20 0 0 0,-7-24 37 0 0,1-1-1 0 0,0 1 0 0 0,0-1 1 0 0,1 0-1 0 0,0 0 0 0 0,10 16 1 0 0,-13-25 150 0 0,-1 0-1 0 0,1 0 1 0 0,0 0 0 0 0,0 0-1 0 0,0 0 1 0 0,0 0 0 0 0,0 0-1 0 0,0 0 1 0 0,0 0 0 0 0,0-1-1 0 0,0 1 1 0 0,0-1 0 0 0,1 1-1 0 0,-1 0 1 0 0,0-1 0 0 0,0 0 0 0 0,0 1-1 0 0,1-1 1 0 0,-1 0 0 0 0,0 0-1 0 0,1 1 1 0 0,0-1 0 0 0,27-9 536 0 0,-26 7-460 0 0,0 1 0 0 0,-1 0 1 0 0,1 0-1 0 0,0 0 0 0 0,0 0 0 0 0,0 0 1 0 0,0 1-1 0 0,0-1 0 0 0,6 1 0 0 0,-8 1-75 0 0,0-1-1 0 0,1 1 1 0 0,-1 0-1 0 0,0-1 0 0 0,0 1 1 0 0,1 0-1 0 0,-1 0 1 0 0,0 0-1 0 0,0 0 0 0 0,0 0 1 0 0,0 0-1 0 0,0 0 0 0 0,0 0 1 0 0,-1 1-1 0 0,1-1 1 0 0,0 0-1 0 0,0 0 0 0 0,-1 1 1 0 0,1-1-1 0 0,-1 1 0 0 0,0-1 1 0 0,1 0-1 0 0,-1 1 1 0 0,0-1-1 0 0,0 1 0 0 0,1-1 1 0 0,-1 3-1 0 0,0 43-1362 0 0,0-45 1151 0 0,-3 26-5297 0 0,0-14 210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48.3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0 190 5065 0 0,'40'-36'11676'0'0,"11"-2"-6775"0"0,-2 4-5963 0 0,76-38 1 0 0,-104 62-5273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48.5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1 10594 0 0,'0'0'125'0'0,"-1"0"-1"0"0,1 0 0 0 0,0 0 1 0 0,-1 0-1 0 0,1-1 1 0 0,-1 1-1 0 0,1 0 0 0 0,-1 0 1 0 0,1 0-1 0 0,0 0 1 0 0,-1 0-1 0 0,1 1 0 0 0,-1-1 1 0 0,1 0-1 0 0,0 0 0 0 0,-1 0 1 0 0,1 0-1 0 0,-1 0 1 0 0,1 1-1 0 0,0-1 0 0 0,-1 0 1 0 0,1 0-1 0 0,0 0 1 0 0,-1 1-1 0 0,1-1 0 0 0,0 0 1 0 0,-1 1-1 0 0,1-1 1 0 0,0 0-1 0 0,0 1 0 0 0,-1-1 1 0 0,1 0-1 0 0,0 1 0 0 0,0-1 1 0 0,0 0-1 0 0,-1 1 1 0 0,1-1-1 0 0,0 1 0 0 0,0-1 1 0 0,0 0-1 0 0,0 1 1 0 0,0-1-1 0 0,0 1 0 0 0,0-1 1 0 0,0 0-1 0 0,0 1 1 0 0,7 30 2610 0 0,22 31-785 0 0,82 107-527 0 0,-27-65-3732 0 0,-63-81-4984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48.7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 51 10138 0 0,'-20'-33'7148'0'0,"11"16"-3838"0"0,97 152-1385 0 0,20 35-177 0 0,4 9-2259 0 0,-81-136 54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49.0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41 572 1376 0 0,'-1'1'-187'0'0,"-30"10"1901"0"0,31-11-1600 0 0,0 0 0 0 0,0 0 0 0 0,-1 0 1 0 0,1 0-1 0 0,0 0 0 0 0,-1 1 0 0 0,1-1 0 0 0,0 0 0 0 0,-1 0 0 0 0,1 0 0 0 0,-5-3 2168 0 0,5 2-2168 0 0,7-15 3792 0 0,12-5-2295 0 0,0 1 0 0 0,1 1 0 0 0,1 0 0 0 0,34-22 0 0 0,10-9 328 0 0,96-99 187 0 0,-98 86-3034 0 0,95-72-1 0 0,-147 128-270 0 0,0 0-1 0 0,0 0 1 0 0,0 1-1 0 0,18-7 1 0 0,-5 6-4501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49.3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10594 0 0,'8'1'950'0'0,"0"0"0"0"0,0 1-1 0 0,0-1 1 0 0,0 2 0 0 0,0-1-1 0 0,0 1 1 0 0,-1 0 0 0 0,1 1-1 0 0,11 7 1 0 0,0 1-127 0 0,0 1 0 0 0,21 20-1 0 0,-10-2-746 0 0,-1 0-1 0 0,-2 2 1 0 0,-1 1-1 0 0,-2 2 0 0 0,31 59 1 0 0,-42-64-1599 0 0,-12-10-2789 0 0,-3-16 2474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49.6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1 102 9674 0 0,'4'-7'493'0'0,"0"-1"0"0"0,1 1 1 0 0,0 0-1 0 0,0 0 0 0 0,1 0 0 0 0,0 1 0 0 0,0 0 1 0 0,0 0-1 0 0,1 0 0 0 0,0 1 0 0 0,0 0 0 0 0,1 0 1 0 0,-1 1-1 0 0,1 0 0 0 0,11-4 0 0 0,-17 7-377 0 0,1 0 1 0 0,0 1-1 0 0,-1-1 0 0 0,1 1 0 0 0,0-1 1 0 0,0 1-1 0 0,-1 0 0 0 0,1 0 0 0 0,0 1 1 0 0,0-1-1 0 0,0 0 0 0 0,-1 1 0 0 0,1 0 1 0 0,0-1-1 0 0,-1 1 0 0 0,1 0 0 0 0,-1 1 1 0 0,4 1-1 0 0,-2-1-38 0 0,0 1 0 0 0,-1 0-1 0 0,1 1 1 0 0,-1-1 0 0 0,0 1 0 0 0,0-1 0 0 0,0 1-1 0 0,0 0 1 0 0,4 8 0 0 0,0 6-120 0 0,0 0 0 0 0,0 1 0 0 0,-2-1 0 0 0,4 22 1 0 0,-9-38 38 0 0,3 16-85 0 0,-1 0-1 0 0,-1 1 1 0 0,-2 20-1 0 0,1-22 335 0 0,0 1-1 0 0,1-1 0 0 0,5 28 0 0 0,-6-44-226 0 0,0 0 0 0 0,0 0-1 0 0,0 0 1 0 0,1 0 0 0 0,-1-1-1 0 0,0 1 1 0 0,1 0 0 0 0,-1 0-1 0 0,1 0 1 0 0,-1-1 0 0 0,1 1-1 0 0,0 0 1 0 0,-1 0 0 0 0,1-1-1 0 0,0 1 1 0 0,-1 0 0 0 0,1-1-1 0 0,0 1 1 0 0,0-1 0 0 0,-1 1-1 0 0,1-1 1 0 0,0 1 0 0 0,0-1 0 0 0,0 0-1 0 0,0 1 1 0 0,0-1 0 0 0,0 0-1 0 0,-1 0 1 0 0,1 0 0 0 0,0 0-1 0 0,0 0 1 0 0,0 0 0 0 0,0 0-1 0 0,0 0 1 0 0,0 0 0 0 0,0 0-1 0 0,0 0 1 0 0,0 0 0 0 0,0-1-1 0 0,0 1 1 0 0,-1 0 0 0 0,1-1 0 0 0,0 1-1 0 0,0-1 1 0 0,0 1 0 0 0,0-1-1 0 0,-1 1 1 0 0,2-2 0 0 0,8-4 239 0 0,-1 0 0 0 0,0-1 0 0 0,11-9 0 0 0,-12 8-184 0 0,90-59-4705 0 0,-72 50 2100 0 0,-4 4-4286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50.0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5 147 10594 0 0,'0'1'339'0'0,"-1"0"0"0"0,0 0-1 0 0,1 0 1 0 0,-1 0 0 0 0,1 0-1 0 0,0 1 1 0 0,-1-1 0 0 0,1 0-1 0 0,0 0 1 0 0,0 0 0 0 0,-1 1 0 0 0,1-1-1 0 0,0 0 1 0 0,0 0 0 0 0,0 0-1 0 0,1 1 1 0 0,-1-1 0 0 0,0 0-1 0 0,0 0 1 0 0,1 2 0 0 0,1 0 82 0 0,-1 0 1 0 0,1 0 0 0 0,0 0 0 0 0,-1 0-1 0 0,1-1 1 0 0,1 1 0 0 0,3 3-1 0 0,5 4 111 0 0,0 0-1 0 0,21 12 0 0 0,-24-17-237 0 0,1 1-192 0 0,1 0 1 0 0,0 0 0 0 0,0-1-1 0 0,1 0 1 0 0,-1-1 0 0 0,1 0-1 0 0,0-1 1 0 0,14 3 0 0 0,-21-5-149 0 0,0-1 0 0 0,0 0 1 0 0,0 0-1 0 0,0 0 1 0 0,0 0-1 0 0,0-1 1 0 0,0 1-1 0 0,0-1 0 0 0,0 0 1 0 0,0 0-1 0 0,0 0 1 0 0,-1-1-1 0 0,1 0 0 0 0,0 1 1 0 0,-1-1-1 0 0,1 0 1 0 0,-1-1-1 0 0,0 1 1 0 0,0-1-1 0 0,0 1 0 0 0,0-1 1 0 0,0 0-1 0 0,0 0 1 0 0,-1 0-1 0 0,0 0 0 0 0,4-7 1 0 0,1-2-623 0 0,0-1 0 0 0,-1 0 1 0 0,-1 0-1 0 0,0 0 0 0 0,-1 0 0 0 0,0-1 1 0 0,-1 0-1 0 0,-1 1 0 0 0,0-1 0 0 0,-1 0 1 0 0,0 0-1 0 0,-1 0 0 0 0,-1 0 0 0 0,0 0 1 0 0,-1 0-1 0 0,1-12 6437 0 0,23 42-2815 0 0,-14-5-2508 0 0,-1 0-1 0 0,0 0 0 0 0,0 0 0 0 0,-1 1 0 0 0,9 24 0 0 0,15 65 175 0 0,-25-83-454 0 0,11 44 71 0 0,-10-30-346 0 0,2 0 0 0 0,1-1-1 0 0,2-1 1 0 0,1 0 0 0 0,31 57-1 0 0,-26-62-8385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59.2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2388 4609 0 0,'4'-3'207'0'0,"0"1"0"0"0,1 0 0 0 0,-1 0 1 0 0,0 1-1 0 0,1 0 0 0 0,0-1 0 0 0,-1 1 0 0 0,7 0 0 0 0,10-3 67 0 0,1-1-1 0 0,-1-1 0 0 0,0-1 1 0 0,0-1-1 0 0,-1 0 1 0 0,26-16-1 0 0,110-78 932 0 0,-78 48-982 0 0,55-35 102 0 0,216-139 620 0 0,50-14 453 0 0,93-30 61 0 0,-299 171-1075 0 0,623-316 5 0 0,-469 233-403 0 0,-175 89 8 0 0,252-101-1 0 0,-385 182 7 0 0,435-142 150 0 0,-275 104 29 0 0,-73 17-140 0 0,190-29 0 0 0,-275 59-44 0 0,-1 2 0 0 0,1 2 0 0 0,0 1 0 0 0,0 2 0 0 0,0 2 1 0 0,-1 2-1 0 0,0 1 0 0 0,78 26 0 0 0,-75-14 20 0 0,-2 2-1 0 0,0 2 1 0 0,59 43 0 0 0,-20-12 221 0 0,113 61 641 0 0,99 67-336 0 0,-150-72-383 0 0,-6 6 0 0 0,182 200 0 0 0,-267-266 31 0 0,2-2 0 0 0,3-3-1 0 0,1-2 1 0 0,113 64-1 0 0,-95-61 90 0 0,-2 3 0 0 0,-3 3 0 0 0,-1 2 0 0 0,-3 4 1 0 0,72 82-1 0 0,-70-64 27 0 0,69 100 0 0 0,-134-172-304 0 0,27 40 108 0 0,-1 0 0 0 0,-2 2 1 0 0,33 80-1 0 0,-55-112-45 0 0,0 1-1 0 0,-1 0 1 0 0,0 0 0 0 0,-1 0 0 0 0,-1 1 0 0 0,-1-1-1 0 0,0 0 1 0 0,-1 1 0 0 0,0-1 0 0 0,-1 1 0 0 0,-1-1-1 0 0,-1 1 1 0 0,0-1 0 0 0,-1 0 0 0 0,0 0-1 0 0,-1-1 1 0 0,-8 15 0 0 0,0-3-43 0 0,-2-1 1 0 0,-1 0-1 0 0,-1-2 1 0 0,-1 0-1 0 0,-28 27 0 0 0,-114 95 8 0 0,89-85-35 0 0,-356 307 6 0 0,89-100-159 0 0,60-51 94 0 0,-22 12 65 0 0,41-34 0 0 0,-306 214-234 0 0,438-322 50 0 0,-33 26-102 0 0,-266 171-307 0 0,69-35 420 0 0,98-64 26 0 0,-244 204 127 0 0,82-57 24 0 0,224-182-355 0 0,100-73-161 0 0,-173 105-1 0 0,94-75-12 0 0,-73 39 966 0 0,214-128-266 0 0,0-1-1 0 0,-1-2 1 0 0,-1-2-1 0 0,0-2 0 0 0,-53 9 1 0 0,57-16-81 0 0,0-1 1 0 0,0-2-1 0 0,0-1 1 0 0,0-1-1 0 0,-47-11 1 0 0,31 2 64 0 0,1-1 1 0 0,-89-38-1 0 0,113 38-122 0 0,0-1 0 0 0,0-1 0 0 0,1-1 0 0 0,1-1 0 0 0,1-1 0 0 0,0 0 0 0 0,-19-23 0 0 0,-118-153 387 0 0,104 121-375 0 0,-19-28 17 0 0,4-3 0 0 0,5-4 0 0 0,5-2 0 0 0,-57-145 0 0 0,-193-496-572 0 0,209 526 6 0 0,48 116 317 0 0,-61-189 0 0 0,103 256 253 0 0,2-1 0 0 0,1 0 0 0 0,3 0 0 0 0,1-1 0 0 0,2 1 0 0 0,6-59 0 0 0,53-252 188 0 0,-33 231-299 0 0,3-22-42 0 0,44-300-300 0 0,-66 373 383 0 0,-3 0 0 0 0,-4 0 0 0 0,-2 0 0 0 0,-15-81 0 0 0,10 96-5783 0 0,6 33-732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6:01.9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 99 5985 0 0,'-4'-5'194'0'0,"1"1"0"0"0,-1-1-1 0 0,1 1 1 0 0,0-1-1 0 0,1 0 1 0 0,-1 0 0 0 0,1-1-1 0 0,0 1 1 0 0,0 0 0 0 0,1-1-1 0 0,-1 1 1 0 0,1-1-1 0 0,0 0 1 0 0,1 1 0 0 0,0-9-1 0 0,0 14-153 0 0,0-1-1 0 0,1 1 0 0 0,-1-1 0 0 0,0 1 1 0 0,1-1-1 0 0,-1 1 0 0 0,1-1 0 0 0,-1 1 1 0 0,0 0-1 0 0,1-1 0 0 0,-1 1 0 0 0,1-1 1 0 0,0 1-1 0 0,-1 0 0 0 0,1 0 0 0 0,-1-1 1 0 0,1 1-1 0 0,-1 0 0 0 0,1 0 1 0 0,0 0-1 0 0,-1 0 0 0 0,1 0 0 0 0,-1 0 1 0 0,1 0-1 0 0,0 0 0 0 0,-1 0 0 0 0,1 0 1 0 0,-1 0-1 0 0,1 0 0 0 0,0 0 0 0 0,-1 0 1 0 0,1 0-1 0 0,-1 1 0 0 0,1-1 0 0 0,-1 0 1 0 0,1 0-1 0 0,0 1 0 0 0,-1-1 0 0 0,1 0 1 0 0,-1 1-1 0 0,0-1 0 0 0,1 1 1 0 0,25 14 438 0 0,-14-5-420 0 0,-1 0-1 0 0,0 0 1 0 0,-1 1-1 0 0,0 1 0 0 0,0 0 1 0 0,-1 0-1 0 0,-1 1 1 0 0,0 0-1 0 0,7 16 0 0 0,6 20 203 0 0,19 66 0 0 0,-10-27 320 0 0,98 225 572 0 0,-97-251-1134 0 0,3 0 1 0 0,74 102-1 0 0,145 176-82 0 0,-203-280 182 0 0,1-2 0 0 0,102 87-1 0 0,136 77 325 0 0,-183-153-322 0 0,3-5 0 0 0,2-4 0 0 0,3-6-1 0 0,2-4 1 0 0,173 48 0 0 0,-16-27 10 0 0,372 48 0 0 0,-90-27 233 0 0,-380-62-380 0 0,894 120 177 0 0,-297-115 280 0 0,8 0 137 0 0,-563-8-327 0 0,217 58 1 0 0,-338-65-414 0 0,-19-10-411 0 0,-61-9 546 0 0,1 1 1 0 0,-1 0-1 0 0,0 1 0 0 0,0 1 1 0 0,0 0-1 0 0,19 8 0 0 0,-35-12 39 0 0,1 1 0 0 0,-1-1 0 0 0,1 0-1 0 0,-1 0 1 0 0,1 1 0 0 0,0-1 0 0 0,-1 0 0 0 0,0 1-1 0 0,1-1 1 0 0,-1 0 0 0 0,1 1 0 0 0,-1-1-1 0 0,1 1 1 0 0,-1-1 0 0 0,0 1 0 0 0,1-1-1 0 0,-1 1 1 0 0,0-1 0 0 0,1 1 0 0 0,-1-1 0 0 0,0 1-1 0 0,0-1 1 0 0,0 1 0 0 0,1 0 0 0 0,-1-1-1 0 0,0 1 1 0 0,0-1 0 0 0,0 2 0 0 0,-11 13-151 0 0,-33 12-1424 0 0,35-22 768 0 0,-5 4 28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6:02.3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39 6913 0 0,'1'-2'78'0'0,"1"0"0"0"0,-1-1 0 0 0,1 1-1 0 0,0 0 1 0 0,0 0 0 0 0,0 0-1 0 0,0 1 1 0 0,0-1 0 0 0,0 0-1 0 0,0 1 1 0 0,1-1 0 0 0,-1 1-1 0 0,0 0 1 0 0,6-2 0 0 0,-4 1 225 0 0,1 0 0 0 0,-1 1 1 0 0,1-1-1 0 0,0 1 0 0 0,0 0 0 0 0,0 0 1 0 0,7 1-1 0 0,4 2 240 0 0,-1 1-1 0 0,0 1 1 0 0,0 1 0 0 0,-1 0-1 0 0,19 9 1 0 0,16 6-82 0 0,-18-9-353 0 0,0 1 0 0 0,35 20 0 0 0,-53-25 3 0 0,0 1 0 0 0,0 1 0 0 0,-1 0 0 0 0,-1 1 0 0 0,0 0 0 0 0,0 1 0 0 0,11 14 0 0 0,-19-21 8 0 0,1 1 1 0 0,-1-1-1 0 0,0 1 0 0 0,0 0 1 0 0,0 0-1 0 0,-1 0 0 0 0,0 0 1 0 0,0 0-1 0 0,2 9 0 0 0,-3-10-41 0 0,-1 0 0 0 0,0 0 0 0 0,-1 0-1 0 0,1 0 1 0 0,-1 0 0 0 0,1 0 0 0 0,-1-1 0 0 0,0 1 0 0 0,0 0-1 0 0,-1 0 1 0 0,1-1 0 0 0,-1 1 0 0 0,0 0 0 0 0,-3 4-1 0 0,-6 7 95 0 0,1 0 0 0 0,-2 0-1 0 0,0-1 1 0 0,-1 0-1 0 0,-19 15 1 0 0,-81 55 528 0 0,49-38-756 0 0,42-29-203 0 0,1 0-1 0 0,0 1 1 0 0,2 1-1 0 0,-19 22 1 0 0,17-11-6230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6:08.5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108 2428 5985 0 0,'-24'0'1041'0'0,"0"0"0"0"0,-33-7-1 0 0,57 7-1011 0 0,0 0-1 0 0,0 0 1 0 0,0 0-1 0 0,0 0 1 0 0,0 0 0 0 0,-1 0-1 0 0,1 0 1 0 0,0 0-1 0 0,0 0 1 0 0,0 0-1 0 0,0 0 1 0 0,0 0-1 0 0,0-1 1 0 0,0 1 0 0 0,-1 0-1 0 0,1 0 1 0 0,0 0-1 0 0,0 0 1 0 0,0 0-1 0 0,0 0 1 0 0,0 0-1 0 0,0-1 1 0 0,0 1 0 0 0,0 0-1 0 0,0 0 1 0 0,0 0-1 0 0,0 0 1 0 0,0 0-1 0 0,0 0 1 0 0,0-1-1 0 0,0 1 1 0 0,0 0 0 0 0,0 0-1 0 0,0 0 1 0 0,0 0-1 0 0,0 0 1 0 0,0-1-1 0 0,0 1 1 0 0,0 0-1 0 0,0 0 1 0 0,0 0-1 0 0,0 0 1 0 0,0 0 0 0 0,0-1-1 0 0,0 1 1 0 0,0 0-1 0 0,0 0 1 0 0,7-10 467 0 0,12-8-280 0 0,-18 18-156 0 0,465-374 3149 0 0,-314 264-3129 0 0,269-176 176 0 0,-147 102-259 0 0,-6 3 100 0 0,267-146 705 0 0,-364 221-647 0 0,177-98 58 0 0,-135 91-300 0 0,165-79 174 0 0,-274 148-141 0 0,1 4 0 0 0,177-43 0 0 0,-174 58-7 0 0,258-45 288 0 0,-241 56-156 0 0,320-20 369 0 0,-372 33-397 0 0,-1 4 1 0 0,0 3-1 0 0,0 3 0 0 0,112 30 0 0 0,23 25 236 0 0,236 108 0 0 0,-299-97-382 0 0,168 116 0 0 0,-305-186 98 0 0,123 88-252 0 0,168 157 0 0 0,41 32 394 0 0,-329-275-115 0 0,423 336 984 0 0,-261-185-799 0 0,252 248 434 0 0,43 119-641 0 0,-120-87 1002 0 0,-144-203 60 0 0,-45-55-842 0 0,-44-44-245 0 0,256 316 375 0 0,-181-216-254 0 0,68 93-585 0 0,286 358 448 0 0,-395-487 32 0 0,-124-162-207 0 0,-3 0 1 0 0,0 2 0 0 0,23 66-1 0 0,-40-92 125 0 0,0 0 0 0 0,-1 0 0 0 0,0 0-1 0 0,-1 0 1 0 0,-1 0 0 0 0,0 0 0 0 0,-1 0-1 0 0,0 0 1 0 0,-2 1 0 0 0,1-1 0 0 0,-2 0-1 0 0,-3 14 1 0 0,1-12 69 0 0,-1-1 1 0 0,-1 0-1 0 0,0 0 1 0 0,-1 0-1 0 0,0-1 0 0 0,-2 0 1 0 0,1-1-1 0 0,-2 0 0 0 0,1 0 1 0 0,-14 11-1 0 0,-6 3-11 0 0,-1-2 1 0 0,-2 0-1 0 0,0-3 1 0 0,-1 0-1 0 0,-39 17 0 0 0,-190 70-360 0 0,37-18 222 0 0,183-71 165 0 0,-921 399-1075 0 0,529-271 792 0 0,354-124 263 0 0,-404 119-834 0 0,-6-28-16 0 0,-48-35 109 0 0,402-65 1513 0 0,-149 8 1061 0 0,66-12-1621 0 0,-115 0-2469 0 0,146-17 2250 0 0,-241 24-1 0 0,4 41 2758 0 0,-145-22-2743 0 0,325-39-390 0 0,-455-11 1758 0 0,4-48-1973 0 0,633 52 643 0 0,0-3-1 0 0,1-2 1 0 0,1-3 0 0 0,-104-43-1 0 0,-64-38 1410 0 0,-8 20-4407 0 0,209 70 2421 0 0,0 0-1 0 0,0-2 1 0 0,1-2-1 0 0,0 0 1 0 0,1-1-1 0 0,1-2 1 0 0,0-1-1 0 0,1-1 1 0 0,-38-33-1 0 0,-259-253 3979 0 0,263 242-3263 0 0,3-3 0 0 0,2-2 0 0 0,3-2 0 0 0,4-3 0 0 0,2-1 1 0 0,-37-84-1 0 0,-32-94-68 0 0,-156-507-1 0 0,127 336 312 0 0,16 52 261 0 0,92 249-422 0 0,-23-139-1 0 0,-24-572 4487 0 0,70 717-4832 0 0,-33-136 1 0 0,34 194-391 0 0,9 47 275 0 0,0 0-1 0 0,0 0 1 0 0,1 0-1 0 0,0-1 0 0 0,1 1 1 0 0,0 0-1 0 0,1-1 1 0 0,0 1-1 0 0,3-16 1 0 0,2 7 199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6:10.5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11799 7834 0 0,'40'3'4292'0'0,"75"13"1"0"0,-75-9-3929 0 0,1-1 0 0 0,56 0-1 0 0,166-32-123 0 0,-58 2-122 0 0,-164 22-122 0 0,498-52-82 0 0,307-93 499 0 0,-7-32-131 0 0,-356 29-595 0 0,-13-33 236 0 0,-388 150 94 0 0,495-202 591 0 0,-387 144 39 0 0,185-119 0 0 0,-312 172-542 0 0,128-77 11 0 0,272-217 0 0 0,-385 269-152 0 0,37-28-348 0 0,187-195 0 0 0,-153 117 180 0 0,171-253 1 0 0,-180 212 451 0 0,118-188 552 0 0,-28-16-21 0 0,239-713 747 0 0,-320 720-1335 0 0,56-163-134 0 0,-30-10-61 0 0,-98 282 31 0 0,121-492 188 0 0,-35-6-65 0 0,-51-193-523 0 0,-91 762 322 0 0,67-996-420 0 0,-83 1031 729 0 0,12-184 379 0 0,-13 350-629 0 0,2-1 0 0 0,1 1 1 0 0,1 0-1 0 0,1 1 0 0 0,18-35 0 0 0,-11 23-2 0 0,16-49 0 0 0,-32 82-14 0 0,1 0 0 0 0,-1 0 0 0 0,1 0 1 0 0,-1 0-1 0 0,0-1 0 0 0,-1 1 0 0 0,1 0 0 0 0,-1 0 0 0 0,-1-5 0 0 0,-3-21-395 0 0,3 46 234 0 0,-2-1 1 0 0,0 1-1 0 0,0 0 1 0 0,-2-1-1 0 0,-8 18 1 0 0,4-9-26 0 0,-3 6-14 0 0,-1-1 0 0 0,-2 0 1 0 0,-1-1-1 0 0,0-1 0 0 0,-3-1 0 0 0,0 0 0 0 0,-33 31 0 0 0,48-51 181 0 0,-1 0 0 0 0,-1-1 0 0 0,1 0 0 0 0,0-1 0 0 0,-1 1 0 0 0,0-1 0 0 0,0-1 0 0 0,-1 1 0 0 0,1-1 0 0 0,0 0 0 0 0,-10 1 0 0 0,17-4 27 0 0,0 0 0 0 0,-1 0 0 0 0,1 1-1 0 0,0-1 1 0 0,-1 0 0 0 0,1 0 0 0 0,0 0 0 0 0,-1 0-1 0 0,1-1 1 0 0,-1 1 0 0 0,1 0 0 0 0,0 0 0 0 0,-1 0-1 0 0,1 0 1 0 0,0 0 0 0 0,-1 0 0 0 0,1-1 0 0 0,0 1-1 0 0,-1 0 1 0 0,1 0 0 0 0,0 0 0 0 0,-1-1 0 0 0,1 1-1 0 0,0 0 1 0 0,0 0 0 0 0,-1-1 0 0 0,1 1 0 0 0,0 0-1 0 0,0-1 1 0 0,0 1 0 0 0,-1 0 0 0 0,1-1 0 0 0,0 1-1 0 0,0-1 1 0 0,1-16 8 0 0,10-15 11 0 0,25-40 10 0 0,-23 49-11 0 0,-1-1 0 0 0,-1-1-1 0 0,-1 0 1 0 0,-1 0 0 0 0,5-29 0 0 0,-12 43 157 0 0,1 1 1 0 0,-1-1-1 0 0,2 0 0 0 0,-1 1 0 0 0,2-1 0 0 0,-1 1 1 0 0,11-16-1 0 0,-14 24-137 0 0,1 0 0 0 0,-1 0 0 0 0,1 0 0 0 0,0 0 0 0 0,0 0-1 0 0,0 0 1 0 0,0 1 0 0 0,0-1 0 0 0,0 0 0 0 0,0 1 0 0 0,0 0 0 0 0,1-1 0 0 0,-1 1 0 0 0,1 0 0 0 0,-1 0 0 0 0,1 0 0 0 0,-1 1 0 0 0,1-1 0 0 0,-1 1 0 0 0,1-1 0 0 0,0 1-1 0 0,-1 0 1 0 0,1 0 0 0 0,0 0 0 0 0,-1 0 0 0 0,1 1 0 0 0,-1-1 0 0 0,1 1 0 0 0,0-1 0 0 0,-1 1 0 0 0,1 0 0 0 0,-1 0 0 0 0,0 0 0 0 0,1 0 0 0 0,-1 1 0 0 0,0-1 0 0 0,4 3-1 0 0,6 6-10 0 0,0 0-1 0 0,-1 1 1 0 0,-1 0-1 0 0,1 0 1 0 0,-2 1-1 0 0,1 1 1 0 0,-2 0 0 0 0,8 14-1 0 0,-3-6-57 0 0,1 0 0 0 0,16 18 0 0 0,-1-10-396 0 0,6 0-110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06.5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252 58 456 0 0,'-251'62'6417'0'0,"292"-66"-1675"0"0,26-2-3034 0 0,110-18 1446 0 0,88-7-2754 0 0,-220 26-1642 0 0,-1-3 0 0 0,80-24 0 0 0,-99 23-3619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07.7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0 650 5985 0 0,'4'-3'367'0'0,"-1"-1"0"0"0,1 1 0 0 0,-1 0 0 0 0,1 0 0 0 0,0 0-1 0 0,0 1 1 0 0,0-1 0 0 0,1 1 0 0 0,5-2 0 0 0,6-5 375 0 0,-5 3-331 0 0,0 0 1 0 0,0 1 0 0 0,1 0-1 0 0,0 1 1 0 0,0 0 0 0 0,0 0-1 0 0,23-2 1 0 0,-8 4-250 0 0,0 1-1 0 0,42 4 1 0 0,-2 2 3040 0 0,-67-5-3201 0 0,1 0-1 0 0,-1-1 1 0 0,0 1 0 0 0,0 0 0 0 0,1-1-1 0 0,-1 1 1 0 0,0 0 0 0 0,0-1 0 0 0,0 1 0 0 0,1 0-1 0 0,-1-1 1 0 0,0 1 0 0 0,0-1 0 0 0,0 1 0 0 0,0 0-1 0 0,0-1 1 0 0,0 1 0 0 0,0-1 0 0 0,0 1 0 0 0,0 0-1 0 0,0-1 1 0 0,0 1 0 0 0,0 0 0 0 0,0-1 0 0 0,0 1-1 0 0,-1-1 1 0 0,1 1 0 0 0,0 0 0 0 0,0-1 0 0 0,0 1-1 0 0,0 0 1 0 0,-1-1 0 0 0,1 1 0 0 0,0 0 0 0 0,0-1-1 0 0,-1 1 1 0 0,-12-28-2 0 0,2 4 1 0 0,8 11-40 0 0,1 0 1 0 0,1-1-1 0 0,-1 1 1 0 0,2 0-1 0 0,0 0 1 0 0,1-1-1 0 0,3-23 1 0 0,4-3-111 0 0,15-47 0 0 0,-20 79 156 0 0,16-46 146 0 0,-18 51-144 0 0,0 0-1 0 0,1 0 1 0 0,-1 1-1 0 0,1-1 1 0 0,-1 0 0 0 0,1 1-1 0 0,0 0 1 0 0,0-1-1 0 0,0 1 1 0 0,0 0 0 0 0,0 0-1 0 0,1 0 1 0 0,-1 0-1 0 0,1 0 1 0 0,3-1 0 0 0,-4 2 1 0 0,-1 1 1 0 0,0 0 0 0 0,0 1-1 0 0,0-1 1 0 0,0 0-1 0 0,1 0 1 0 0,-1 0 0 0 0,0 1-1 0 0,0-1 1 0 0,0 0 0 0 0,0 1-1 0 0,0-1 1 0 0,0 1 0 0 0,0-1-1 0 0,0 1 1 0 0,0 0-1 0 0,0-1 1 0 0,0 1 0 0 0,0 0-1 0 0,0 0 1 0 0,-1 0 0 0 0,1-1-1 0 0,0 1 1 0 0,-1 0-1 0 0,1 0 1 0 0,0 0 0 0 0,-1 0-1 0 0,1 2 1 0 0,17 36 461 0 0,-15-31-380 0 0,28 74 251 0 0,-21-51-177 0 0,1 0 0 0 0,2-1 0 0 0,2 0 0 0 0,21 34 0 0 0,-35-63-161 0 0,-1 0 0 0 0,1 0 0 0 0,-1 0 0 0 0,1 0 0 0 0,0 0 0 0 0,0 0 0 0 0,-1 0 0 0 0,1 0 0 0 0,0 0 0 0 0,0-1-1 0 0,0 1 1 0 0,0 0 0 0 0,0 0 0 0 0,0-1 0 0 0,0 1 0 0 0,0-1 0 0 0,0 1 0 0 0,0-1 0 0 0,0 0 0 0 0,3 1 0 0 0,-4-1 4 0 0,1 0 1 0 0,0-1-1 0 0,-1 1 0 0 0,1-1 1 0 0,0 1-1 0 0,-1-1 1 0 0,1 1-1 0 0,-1-1 0 0 0,1 1 1 0 0,-1-1-1 0 0,1 0 0 0 0,-1 1 1 0 0,1-1-1 0 0,-1 0 0 0 0,0 1 1 0 0,1-1-1 0 0,-1 0 1 0 0,0 0-1 0 0,0 1 0 0 0,1-1 1 0 0,-1 0-1 0 0,0-1 0 0 0,2-10 118 0 0,-1 1-1 0 0,0-24 0 0 0,-1 31-104 0 0,0-11 76 0 0,0-48-42 0 0,9-70 0 0 0,-7 116-117 0 0,1 0-1 0 0,0 0 1 0 0,2 0 0 0 0,0 1-1 0 0,0 0 1 0 0,2 0 0 0 0,0 1 0 0 0,0-1-1 0 0,14-18 1 0 0,-20 32 58 0 0,1 0-1 0 0,-1-1 1 0 0,1 1 0 0 0,0 0-1 0 0,0 0 1 0 0,0 0 0 0 0,0 0-1 0 0,0 1 1 0 0,0-1 0 0 0,1 0-1 0 0,-1 1 1 0 0,0 0 0 0 0,1-1-1 0 0,-1 1 1 0 0,1 0 0 0 0,-1 0-1 0 0,1 0 1 0 0,0 1 0 0 0,-1-1-1 0 0,1 1 1 0 0,0-1-1 0 0,5 1 1 0 0,-4 1-1 0 0,0 0 0 0 0,0 0 0 0 0,-1 1 0 0 0,1-1 0 0 0,0 1 0 0 0,0 0 0 0 0,-1 0 0 0 0,1 0-1 0 0,-1 1 1 0 0,0-1 0 0 0,0 1 0 0 0,1 0 0 0 0,-2 0 0 0 0,6 5 0 0 0,8 13 83 0 0,-1 1-1 0 0,-1 0 1 0 0,-1 1 0 0 0,-1 0 0 0 0,-1 1-1 0 0,13 39 1 0 0,4 9 40 0 0,-25-66-93 0 0,14 29 199 0 0,-16-32-213 0 0,0-1 0 0 0,0 0 1 0 0,1 0-1 0 0,-1 0 0 0 0,1-1 0 0 0,0 1 1 0 0,-1 0-1 0 0,1-1 0 0 0,0 1 0 0 0,0-1 1 0 0,0 1-1 0 0,0-1 0 0 0,3 2 0 0 0,0-4-1011 0 0,1-34-10662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08.4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1 251 456 0 0,'1'-5'8235'0'0,"2"16"-6617"0"0,2 24 100 0 0,8-36 2547 0 0,8-6-3177 0 0,390-125 1704 0 0,-345 113-2656 0 0,41-14-83 0 0,137-33 126 0 0,-184 53-490 0 0,45-7-570 0 0,-104 20 765 0 0,13-1-633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08.8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1 1 4745 0 0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09.0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1 4609 0 0,'-15'0'3253'0'0,"33"17"1998"0"0,-8-9-5967 0 0,19 23 877 0 0,0 1 0 0 0,-3 2-1 0 0,-1 0 1 0 0,-1 2 0 0 0,-2 0 0 0 0,-1 2-1 0 0,20 52 1 0 0,-38-83-455 0 0,-1 1 0 0 0,1 0-1 0 0,-1 0 1 0 0,-1 0 0 0 0,1 0 0 0 0,-1 9 0 0 0,-2-5-3936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09.5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3 135 10138 0 0,'-1'-2'89'0'0,"1"0"1"0"0,-1 1-1 0 0,1-1 0 0 0,0 0 1 0 0,0 0-1 0 0,0 0 0 0 0,0 1 1 0 0,0-1-1 0 0,0 0 0 0 0,1 0 1 0 0,-1 0-1 0 0,1 1 0 0 0,-1-1 0 0 0,1 0 1 0 0,-1 1-1 0 0,1-1 0 0 0,0 0 1 0 0,0 1-1 0 0,0-1 0 0 0,0 1 1 0 0,0-1-1 0 0,0 1 0 0 0,0 0 1 0 0,1-1-1 0 0,-1 1 0 0 0,0 0 0 0 0,1 0 1 0 0,1-1-1 0 0,8-7-111 0 0,0 0 0 0 0,19-9-1 0 0,-25 14 3 0 0,9-4-60 0 0,0 1-1 0 0,0 0 0 0 0,1 1 0 0 0,24-6 1 0 0,-34 10-152 0 0,1 1 0 0 0,-1-1 0 0 0,0 1 0 0 0,1 1 1 0 0,-1-1-1 0 0,0 1 0 0 0,1 0 0 0 0,-1 0 1 0 0,1 1-1 0 0,-1-1 0 0 0,0 1 0 0 0,1 0 1 0 0,-1 1-1 0 0,0-1 0 0 0,0 1 0 0 0,0 0 0 0 0,5 3 1 0 0,-7-3 226 0 0,-1 1 1 0 0,1-1 0 0 0,-1 1-1 0 0,0 0 1 0 0,0 0 0 0 0,0 0-1 0 0,0 0 1 0 0,-1 0 0 0 0,1 0-1 0 0,-1 0 1 0 0,0 0 0 0 0,0 1-1 0 0,0-1 1 0 0,0 0-1 0 0,-1 1 1 0 0,1-1 0 0 0,-1 1-1 0 0,0-1 1 0 0,0 1 0 0 0,0-1-1 0 0,-1 5 1 0 0,-1 12 516 0 0,-1-1 0 0 0,-8 30 0 0 0,7-32-384 0 0,-19 74 1796 0 0,23-90-1843 0 0,0 0-1 0 0,0-1 0 0 0,0 1 0 0 0,0 0 0 0 0,1 0 1 0 0,-1-1-1 0 0,0 1 0 0 0,0 0 0 0 0,0 0 0 0 0,1-1 1 0 0,-1 1-1 0 0,0 0 0 0 0,1 0 0 0 0,-1-1 0 0 0,1 1 0 0 0,-1 0 1 0 0,1-1-1 0 0,-1 1 0 0 0,1-1 0 0 0,-1 1 0 0 0,1-1 1 0 0,0 1-1 0 0,-1-1 0 0 0,1 1 0 0 0,0-1 0 0 0,-1 0 1 0 0,1 1-1 0 0,0-1 0 0 0,0 0 0 0 0,-1 1 0 0 0,1-1 1 0 0,0 0-1 0 0,0 0 0 0 0,-1 0 0 0 0,1 0 0 0 0,0 0 0 0 0,0 0 1 0 0,0 0-1 0 0,-1 0 0 0 0,1 0 0 0 0,1 0 0 0 0,34-2 1670 0 0,-20 0-1574 0 0,-1-2 0 0 0,0 0 1 0 0,0 0-1 0 0,0-1 0 0 0,-1-1 1 0 0,1-1-1 0 0,-1 0 0 0 0,14-10 1 0 0,-16 8-1020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10.7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6 182 4609 0 0,'-5'-1'2167'0'0,"5"1"-2111"0"0,0 0-1 0 0,0 0 1 0 0,0 0-1 0 0,0-1 1 0 0,0 1-1 0 0,0 0 1 0 0,0 0 0 0 0,0 0-1 0 0,0 0 1 0 0,0 0-1 0 0,0-1 1 0 0,0 1-1 0 0,0 0 1 0 0,0 0 0 0 0,0 0-1 0 0,0 0 1 0 0,0 0-1 0 0,0-1 1 0 0,0 1-1 0 0,0 0 1 0 0,0 0 0 0 0,0 0 110 0 0,0-1-110 0 0,4-8 4022 0 0,9-7-2487 0 0,7-3-724 0 0,0 1 1 0 0,31-21-1 0 0,4-2-2912 0 0,-23 14-1149 0 0,-24 19 1807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11.1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 0 2761 0 0,'-2'1'82'0'0,"1"0"1"0"0,0 0 0 0 0,0 0-1 0 0,0 0 1 0 0,0 0 0 0 0,0 0 0 0 0,0 0-1 0 0,0 0 1 0 0,1 0 0 0 0,-1 0-1 0 0,0 1 1 0 0,1-1 0 0 0,-1 0 0 0 0,1 0-1 0 0,-1 1 1 0 0,1-1 0 0 0,-1 0-1 0 0,1 1 1 0 0,0-1 0 0 0,0 2-1 0 0,-8 37 1118 0 0,8-37-976 0 0,-3 11 601 0 0,2 0 0 0 0,0 0-1 0 0,0 1 1 0 0,1-1 0 0 0,1 0-1 0 0,4 20 1 0 0,-5-31-681 0 0,1 0 1 0 0,-1 0-1 0 0,1 0 0 0 0,0 0 1 0 0,0 0-1 0 0,0 0 0 0 0,1 0 1 0 0,-1 0-1 0 0,1 0 0 0 0,-1-1 1 0 0,1 1-1 0 0,0-1 0 0 0,0 1 1 0 0,0-1-1 0 0,1 0 1 0 0,-1 1-1 0 0,0-1 0 0 0,1 0 1 0 0,0-1-1 0 0,-1 1 0 0 0,1 0 1 0 0,0-1-1 0 0,0 1 0 0 0,0-1 1 0 0,0 0-1 0 0,0 0 0 0 0,0 0 1 0 0,0-1-1 0 0,0 1 0 0 0,0-1 1 0 0,0 1-1 0 0,0-1 1 0 0,1 0-1 0 0,5-1 0 0 0,12-2 354 0 0,-1-1-1 0 0,26-8 0 0 0,-27 6-137 0 0,2 1 0 0 0,24-4-1 0 0,-44 9-351 0 0,0 0-1 0 0,1 0 0 0 0,-1 0 1 0 0,0-1-1 0 0,0 1 0 0 0,0 0 1 0 0,0 0-1 0 0,0 0 0 0 0,0 1 0 0 0,0-1 1 0 0,0 0-1 0 0,0 0 0 0 0,0 0 1 0 0,0 1-1 0 0,0-1 0 0 0,0 1 0 0 0,0-1 1 0 0,0 1-1 0 0,0-1 0 0 0,0 1 1 0 0,0-1-1 0 0,0 1 0 0 0,0 0 0 0 0,-1 0 1 0 0,3 1-1 0 0,-3-1-20 0 0,0 1-1 0 0,1-1 0 0 0,-1 1 1 0 0,0-1-1 0 0,0 1 1 0 0,0-1-1 0 0,0 1 1 0 0,0-1-1 0 0,0 1 1 0 0,0-1-1 0 0,-1 1 1 0 0,1-1-1 0 0,0 1 1 0 0,-1-1-1 0 0,1 1 0 0 0,-2 1 1 0 0,-4 9-254 0 0,-1 1-1 0 0,0-1 1 0 0,-11 13 0 0 0,13-19 72 0 0,-82 111-1979 0 0,76-104-3511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12.1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25 5065 0 0,'1'-3'240'0'0,"1"1"0"0"0,0 0 0 0 0,0 0 0 0 0,0 1 0 0 0,0-1 0 0 0,1 0 0 0 0,-1 1-1 0 0,0-1 1 0 0,1 1 0 0 0,-1 0 0 0 0,1 0 0 0 0,-1 0 0 0 0,1 0 0 0 0,-1 0 0 0 0,1 0 0 0 0,0 1 0 0 0,0-1 0 0 0,-1 1 0 0 0,1 0-1 0 0,3 0 1 0 0,-4 1-92 0 0,0 0 0 0 0,1 0 0 0 0,-1 0 0 0 0,0 0 0 0 0,0 1 0 0 0,0-1 0 0 0,0 1 0 0 0,0-1 0 0 0,0 1 0 0 0,0 0 0 0 0,-1 0 0 0 0,1-1 0 0 0,0 1 0 0 0,-1 0 0 0 0,0 1 0 0 0,1-1 0 0 0,-1 0 0 0 0,0 0 0 0 0,0 1 0 0 0,0-1 0 0 0,-1 0 0 0 0,2 4 0 0 0,34 116 1483 0 0,32 194 1 0 0,-55-247-1229 0 0,-3-27-83 0 0,27 74 1 0 0,-14-52-2441 0 0,-12-31-2405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12.8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0 502 3225 0 0,'13'-19'4017'0'0,"0"6"-3453"0"0,1 2 1 0 0,0 0 0 0 0,1 1 0 0 0,1 0 0 0 0,-1 1-1 0 0,2 1 1 0 0,-1 0 0 0 0,1 1 0 0 0,0 1 0 0 0,0 1-1 0 0,27-5 1 0 0,21 0 519 0 0,124-3 0 0 0,-34 4 35 0 0,-21-10-86 0 0,230-63 0 0 0,-203 44-548 0 0,-95 24-252 0 0,-1-2 0 0 0,100-39 0 0 0,-129 39-222 0 0,37-16 16 0 0,108-33-1 0 0,-180 65-98 0 0,31-6 296 0 0,-31 6-313 0 0,-1 0 0 0 0,1 0-1 0 0,0 0 1 0 0,-1 0 0 0 0,1 0-1 0 0,0 1 1 0 0,-1-1 0 0 0,1 0-1 0 0,0 0 1 0 0,-1 0 0 0 0,1 1-1 0 0,0-1 1 0 0,-1 0-1 0 0,1 1 1 0 0,0-1 0 0 0,-1 0-1 0 0,1 1 1 0 0,-1-1 0 0 0,1 1-1 0 0,-1-1 1 0 0,1 1 0 0 0,-1-1-1 0 0,1 1 1 0 0,-1-1 0 0 0,0 1-1 0 0,1 0 1 0 0,-1-1 0 0 0,0 1-1 0 0,1-1 1 0 0,-1 1 0 0 0,0 0-1 0 0,0-1 1 0 0,0 1-1 0 0,1 0 1 0 0,-1-1 0 0 0,0 1-1 0 0,0 0 1 0 0,0 1 0 0 0,0 2-1564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13.3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6449 0 0,'2'12'403'0'0,"1"0"-1"0"0,0-1 1 0 0,1 1-1 0 0,0-1 1 0 0,1 1-1 0 0,0-1 1 0 0,9 14-1 0 0,-8-15-65 0 0,156 326 5218 0 0,-97-192-3903 0 0,-28-67-973 0 0,-4 2-1 0 0,29 106 0 0 0,-57-163-2137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13.6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0 526 920 0 0,'0'-5'194'0'0,"1"1"0"0"0,0-1 0 0 0,0 0 0 0 0,0 0-1 0 0,0 0 1 0 0,1 1 0 0 0,0-1 0 0 0,0 0 0 0 0,0 1 0 0 0,0 0-1 0 0,1-1 1 0 0,-1 1 0 0 0,1 0 0 0 0,0 0 0 0 0,1 1 0 0 0,-1-1-1 0 0,0 1 1 0 0,1-1 0 0 0,0 1 0 0 0,0 0 0 0 0,8-4 0 0 0,8-4 1466 0 0,0 1 1 0 0,0 1 0 0 0,33-10-1 0 0,-28 10-828 0 0,241-93 4987 0 0,145-49-2736 0 0,-154 57-3882 0 0,-210 76-1140 0 0,-26 10-4889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14.2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3225 0 0,'0'0'288'0'0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14.6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2206 1 3225 0 0,'0'0'282'0'0,"-39"2"6484"0"0,-20 9-3517 0 0,-40 9-1489 0 0,-166 40 610 0 0,167-38-1801 0 0,-1-5-1 0 0,-143 8 1 0 0,-36 4 1113 0 0,-66 40-827 0 0,268-53-707 0 0,-85 13 93 0 0,102-21-213 0 0,1 2 0 0 0,1 3 1 0 0,-87 32-1 0 0,123-37-237 0 0,-31 20 1 0 0,47-26-292 0 0,1 1 0 0 0,-1 0 0 0 0,1 0 0 0 0,0 1 0 0 0,0-1 0 0 0,0 1 0 0 0,0 0 0 0 0,0 0 0 0 0,1 1 0 0 0,0-1 1 0 0,0 1-1 0 0,-4 7 0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15.6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6913 0 0,'13'1'6197'0'0,"-12"0"-6009"0"0,17 19 2520 0 0,15 31-1399 0 0,-30-45-767 0 0,80 159 2138 0 0,-55-105-3196 0 0,52 86 1 0 0,-77-143 141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16.0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1 125 3681 0 0,'1'-7'332'0'0,"-1"1"1"0"0,2-1-1 0 0,-1 1 1 0 0,1 0-1 0 0,0 0 1 0 0,0 0-1 0 0,1 0 1 0 0,0 0-1 0 0,0 0 1 0 0,0 0-1 0 0,1 1 1 0 0,-1 0-1 0 0,1-1 1 0 0,1 1-1 0 0,-1 1 1 0 0,1-1-1 0 0,0 1 1 0 0,0 0-1 0 0,0 0 1 0 0,0 0-1 0 0,11-5 1 0 0,-15 9-295 0 0,1-1-1 0 0,-1 1 1 0 0,0 0 0 0 0,1-1 0 0 0,-1 1 0 0 0,0 0 0 0 0,1 0 0 0 0,-1 0-1 0 0,1 0 1 0 0,-1 0 0 0 0,0 1 0 0 0,1-1 0 0 0,-1 0 0 0 0,0 1 0 0 0,1-1-1 0 0,-1 0 1 0 0,0 1 0 0 0,0 0 0 0 0,0-1 0 0 0,1 1 0 0 0,-1 0-1 0 0,2 1 1 0 0,-1 0 68 0 0,0 1 0 0 0,0-1 0 0 0,0 1 0 0 0,0 0 0 0 0,0-1 0 0 0,-1 1 0 0 0,1 0 0 0 0,-1 0 0 0 0,2 5 0 0 0,0 3 203 0 0,0 1 0 0 0,-1 0 0 0 0,0 0 0 0 0,0 14 0 0 0,-3 110 3120 0 0,1-135-3353 0 0,0 0 0 0 0,0 0 0 0 0,0 0 0 0 0,0-1-1 0 0,0 1 1 0 0,0 0 0 0 0,0 0 0 0 0,1 0 0 0 0,-1 0 0 0 0,0-1 0 0 0,0 1 0 0 0,1 0 0 0 0,-1 0 0 0 0,1-1 0 0 0,-1 1 0 0 0,1 0-1 0 0,-1-1 1 0 0,1 1 0 0 0,-1 0 0 0 0,1-1 0 0 0,0 1 0 0 0,-1-1 0 0 0,1 1 0 0 0,0-1 0 0 0,-1 1 0 0 0,1-1 0 0 0,0 1 0 0 0,0-1 0 0 0,-1 0-1 0 0,2 1 1 0 0,1-1 32 0 0,-1 0 0 0 0,1 0-1 0 0,-1 0 1 0 0,0 0 0 0 0,1 0 0 0 0,-1-1-1 0 0,1 1 1 0 0,-1-1 0 0 0,0 0-1 0 0,5-1 1 0 0,5-4 78 0 0,-1 0 0 0 0,0 0 0 0 0,13-10 0 0 0,-11 6-63 0 0,-3 2-111 0 0,0 0-1 0 0,1 1 1 0 0,0 0 0 0 0,0 1-1 0 0,16-6 1 0 0,-25 11-283 0 0,1 0 1 0 0,0 0-1 0 0,0 0 1 0 0,0 1-1 0 0,0-1 0 0 0,-1 1 1 0 0,1 0-1 0 0,0 0 1 0 0,0 0-1 0 0,0 0 1 0 0,0 1-1 0 0,0-1 0 0 0,0 1 1 0 0,-1 0-1 0 0,1-1 1 0 0,0 1-1 0 0,0 0 1 0 0,-1 1-1 0 0,1-1 1 0 0,-1 0-1 0 0,1 1 0 0 0,-1 0 1 0 0,1-1-1 0 0,-1 1 1 0 0,0 0-1 0 0,0 0 1 0 0,0 0-1 0 0,3 5 0 0 0,2 3 218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16.5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45 5985 0 0,'-9'-4'6146'0'0,"6"13"-3345"0"0,6 16-2004 0 0,1-12-498 0 0,2-1 1 0 0,-1 1-1 0 0,2-1 0 0 0,0 0 1 0 0,0 0-1 0 0,1-1 1 0 0,18 20-1 0 0,5 10 421 0 0,-9-7-221 0 0,22 30-43 0 0,-39-58-446 0 0,0 0 0 0 0,0-1-1 0 0,0 1 1 0 0,1-1-1 0 0,0-1 1 0 0,0 1 0 0 0,11 6-1 0 0,-15-10 5 0 0,0 0 0 0 0,0 0 0 0 0,0 0 0 0 0,0 0 0 0 0,1-1 0 0 0,-1 1 0 0 0,0-1 0 0 0,0 1 0 0 0,1-1 0 0 0,-1 0-1 0 0,0 0 1 0 0,1 0 0 0 0,-1 0 0 0 0,0 0 0 0 0,0 0 0 0 0,1-1 0 0 0,-1 1 0 0 0,0-1 0 0 0,0 0 0 0 0,1 0 0 0 0,-1 1 0 0 0,0-1 0 0 0,0 0 0 0 0,0-1-1 0 0,0 1 1 0 0,0 0 0 0 0,-1-1 0 0 0,1 1 0 0 0,0-1 0 0 0,0 1 0 0 0,-1-1 0 0 0,1 0 0 0 0,-1 0 0 0 0,0 0 0 0 0,0 0 0 0 0,1 0 0 0 0,-1 0-1 0 0,0 0 1 0 0,1-3 0 0 0,1-3 81 0 0,0 0 0 0 0,0 0 0 0 0,-1-1-1 0 0,0 1 1 0 0,0-1 0 0 0,-1 1-1 0 0,0-1 1 0 0,-1 1 0 0 0,0-13 0 0 0,-2 8 4 0 0,-1-1 1 0 0,0 1 0 0 0,0-1-1 0 0,-1 1 1 0 0,-1 0 0 0 0,0 1-1 0 0,-1-1 1 0 0,-1 1 0 0 0,0 0-1 0 0,-10-13 1 0 0,10 16-263 0 0,0 0 0 0 0,0 0 0 0 0,-1 1 0 0 0,-1 0 0 0 0,1 1 1 0 0,-1 0-1 0 0,-1 0 0 0 0,1 1 0 0 0,-1 0 0 0 0,0 1 0 0 0,-1 0 0 0 0,-18-6 0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21.2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78 187 2304 0 0,'-3'-3'156'0'0,"1"1"0"0"0,-1-1-1 0 0,1 0 1 0 0,0 0-1 0 0,0 0 1 0 0,1 0-1 0 0,-1 0 1 0 0,0 0-1 0 0,1-1 1 0 0,-2-4-1 0 0,2 4-89 0 0,-18-33 357 0 0,-9-23 1280 0 0,22 13 8242 0 0,6 47-9829 0 0,13 10 2010 0 0,10 20-1116 0 0,34 83 415 0 0,14 26-1001 0 0,-57-115-408 0 0,1-2 0 0 0,2 0 0 0 0,33 37 0 0 0,8 2 28 0 0,44 41-3891 0 0,-86-89-2593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21.6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167 554 1840 0 0,'-31'26'1861'0'0,"3"1"-1"0"0,-39 46 0 0 0,26-17 7908 0 0,81-79-8354 0 0,-15 0-723 0 0,0-1 0 0 0,34-44 0 0 0,-3 3-9 0 0,38-42-61 0 0,-53 58-465 0 0,2 2 0 0 0,78-66 0 0 0,-37 36-102 0 0,0 1-25 0 0,-72 66-131 0 0,1 1 0 0 0,0 1-1 0 0,0 0 1 0 0,1 0 0 0 0,15-5 0 0 0,-25 11-190 0 0,0 1 0 0 0,0 0 1 0 0,0 0-1 0 0,0 0 1 0 0,0 1-1 0 0,8-1 0 0 0,-11 1 171 0 0,0 0-1 0 0,-1 0 0 0 0,1 0 1 0 0,0 0-1 0 0,0 0 0 0 0,0 0 0 0 0,0 1 1 0 0,0-1-1 0 0,-1 0 0 0 0,1 0 1 0 0,0 1-1 0 0,0-1 0 0 0,0 1 1 0 0,-1-1-1 0 0,1 0 0 0 0,0 1 1 0 0,-1-1-1 0 0,1 1 0 0 0,0 0 1 0 0,-1-1-1 0 0,1 1 0 0 0,-1 0 1 0 0,1-1-1 0 0,-1 1 0 0 0,1 0 0 0 0,-1 0 1 0 0,1-1-1 0 0,-1 1 0 0 0,0 0 1 0 0,1 0-1 0 0,-1 0 0 0 0,0-1 1 0 0,0 1-1 0 0,0 0 0 0 0,1 0 1 0 0,-1 0-1 0 0,0 1 0 0 0,-1 7-14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21.9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 7 7834 0 0,'-14'-1'-450'0'0,"-7"-5"7843"0"0,32 8-3899 0 0,-3-1-3301 0 0,-1 2 0 0 0,1-1 0 0 0,-1 1 0 0 0,0 0 1 0 0,1 1-1 0 0,-1-1 0 0 0,-1 1 0 0 0,1 1 1 0 0,-1 0-1 0 0,1-1 0 0 0,-2 2 0 0 0,8 6 0 0 0,8 11 28 0 0,31 46-1 0 0,-28-37-128 0 0,113 166-391 0 0,-85-111-5015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22.3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16 349 4145 0 0,'-4'-10'350'0'0,"1"0"0"0"0,1-1 1 0 0,-1 1-1 0 0,2-1 0 0 0,-1 1 0 0 0,2-1 1 0 0,-1 1-1 0 0,1-1 0 0 0,1 0 0 0 0,0 1 1 0 0,1-1-1 0 0,3-12 0 0 0,0 0 674 0 0,2 1 0 0 0,0 0 1 0 0,2 0-1 0 0,17-33 0 0 0,-23 50-729 0 0,0 0 0 0 0,0 0 0 0 0,1 0 0 0 0,-1 0 0 0 0,1 0 1 0 0,0 1-1 0 0,1-1 0 0 0,7-5 0 0 0,-11 10-252 0 0,0-1 1 0 0,1 0 0 0 0,-1 0-1 0 0,1 1 1 0 0,-1-1-1 0 0,1 1 1 0 0,-1-1-1 0 0,1 1 1 0 0,-1-1-1 0 0,1 1 1 0 0,-1 0 0 0 0,1 0-1 0 0,0 0 1 0 0,-1 0-1 0 0,1 0 1 0 0,-1 0-1 0 0,1 0 1 0 0,-1 1 0 0 0,1-1-1 0 0,0 1 1 0 0,-1-1-1 0 0,1 1 1 0 0,-1-1-1 0 0,0 1 1 0 0,1 0-1 0 0,-1 0 1 0 0,1 0 0 0 0,-1 0-1 0 0,0 0 1 0 0,0 0-1 0 0,0 0 1 0 0,0 0-1 0 0,0 0 1 0 0,0 0-1 0 0,0 1 1 0 0,1 1 0 0 0,3 4 54 0 0,0 0 1 0 0,-1 0 0 0 0,1 1 0 0 0,-2-1 0 0 0,1 1-1 0 0,-1 0 1 0 0,-1 0 0 0 0,1 0 0 0 0,-1 0 0 0 0,1 15 0 0 0,0 6 94 0 0,-4 53 1 0 0,0-55-53 0 0,4 52 1 0 0,-3-78-122 0 0,0-1 0 0 0,0 1 0 0 0,0-1 0 0 0,0 1 0 0 0,0 0 0 0 0,0-1 0 0 0,0 1 0 0 0,1-1 0 0 0,-1 1 0 0 0,0-1 0 0 0,0 1 0 0 0,0-1 0 0 0,1 1 0 0 0,-1-1 0 0 0,0 1 0 0 0,1-1 0 0 0,-1 1 0 0 0,0-1 0 0 0,1 1 0 0 0,-1-1 0 0 0,0 1 0 0 0,1-1 0 0 0,-1 0 0 0 0,1 1 0 0 0,-1-1 0 0 0,1 0 0 0 0,-1 1 0 0 0,1-1 0 0 0,-1 0 0 0 0,2 1 0 0 0,-1-2 22 0 0,0 1 0 0 0,0 0 0 0 0,0 0-1 0 0,0-1 1 0 0,0 1 0 0 0,0 0 0 0 0,0-1 0 0 0,0 1 0 0 0,0-1-1 0 0,0 0 1 0 0,0 1 0 0 0,0-1 0 0 0,-1 0 0 0 0,2-1 0 0 0,24-30 759 0 0,5-34-542 0 0,-21 41-113 0 0,22-35 0 0 0,-28 53-679 0 0,0 1-1 0 0,1 0 1 0 0,0 0 0 0 0,0 0-1 0 0,0 1 1 0 0,1-1-1 0 0,-1 1 1 0 0,1 1 0 0 0,13-9-1 0 0,-1 5-5854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22.6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124 373 6913 0 0,'0'0'529'0'0,"4"-18"2922"0"0,4-24-658 0 0,5-75 0 0 0,-13 100-2686 0 0,0-1 1 0 0,-1 0-1 0 0,-1 0 0 0 0,0 1 0 0 0,-1-1 1 0 0,-1 1-1 0 0,-7-18 0 0 0,11 33-101 0 0,-1 0 1 0 0,0 1-1 0 0,1-1 0 0 0,-1 0 1 0 0,0 0-1 0 0,0 0 0 0 0,0 0 1 0 0,0 1-1 0 0,0-1 0 0 0,0 0 1 0 0,-1 1-1 0 0,1-1 0 0 0,-1 1 1 0 0,1-1-1 0 0,-1 1 0 0 0,1 0 1 0 0,-1 0-1 0 0,0-1 0 0 0,1 1 1 0 0,-1 0-1 0 0,0 1 0 0 0,0-1 1 0 0,0 0-1 0 0,0 0 0 0 0,0 1 1 0 0,0 0-1 0 0,0-1 0 0 0,0 1 1 0 0,0 0-1 0 0,0 0 0 0 0,0 0 1 0 0,0 0-1 0 0,0 0 0 0 0,0 0 1 0 0,0 0-1 0 0,0 1 0 0 0,0-1 1 0 0,0 1-1 0 0,0 0 0 0 0,-3 1 1 0 0,1 0 44 0 0,0 0 1 0 0,1 1-1 0 0,-1-1 1 0 0,0 1-1 0 0,1 0 1 0 0,-1 0-1 0 0,1 0 1 0 0,0 0-1 0 0,0 1 1 0 0,0-1-1 0 0,1 1 1 0 0,-1 0-1 0 0,1 0 1 0 0,0 0-1 0 0,0 0 1 0 0,0 0-1 0 0,-2 8 1 0 0,3-3-21 0 0,0 1-1 0 0,1-1 1 0 0,0 0 0 0 0,0 0 0 0 0,1 1-1 0 0,0-1 1 0 0,0 0 0 0 0,1 0 0 0 0,1 0-1 0 0,-1 0 1 0 0,1 0 0 0 0,1-1 0 0 0,0 1-1 0 0,0-1 1 0 0,1 0 0 0 0,0 0 0 0 0,11 13-1 0 0,-11-15-179 0 0,-1-1-1 0 0,2 1 1 0 0,-1-1-1 0 0,1-1 1 0 0,0 1-1 0 0,0-1 0 0 0,0 0 1 0 0,0 0-1 0 0,1-1 1 0 0,8 4-1 0 0,-10-6-181 0 0,0 1 0 0 0,0-1-1 0 0,0 0 1 0 0,0 0 0 0 0,1-1 0 0 0,-1 1-1 0 0,0-1 1 0 0,0 0 0 0 0,1-1 0 0 0,-1 1-1 0 0,0-1 1 0 0,0 0 0 0 0,1-1-1 0 0,-1 1 1 0 0,5-3 0 0 0,8-4-4215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23.0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50 166 3049 0 0,'1'-10'4'0'0,"0"-17"473"0"0,-3-35 0 0 0,1 55 128 0 0,0-1 1 0 0,0 1-1 0 0,-1 0 0 0 0,0 0 1 0 0,-4-11-1 0 0,6 17-490 0 0,0 1 0 0 0,-1-1 0 0 0,1 1-1 0 0,0-1 1 0 0,0 0 0 0 0,0 1 0 0 0,0-1 0 0 0,-1 1 0 0 0,1-1-1 0 0,0 1 1 0 0,-1-1 0 0 0,1 1 0 0 0,0-1 0 0 0,-1 1 0 0 0,1-1-1 0 0,-1 1 1 0 0,1 0 0 0 0,-1-1 0 0 0,1 1 0 0 0,-1-1 0 0 0,1 1 0 0 0,-1 0-1 0 0,1 0 1 0 0,-1-1 0 0 0,1 1 0 0 0,-1 0 0 0 0,1 0 0 0 0,-1 0-1 0 0,0-1 1 0 0,1 1 0 0 0,-1 0 0 0 0,1 0 0 0 0,-2 0 0 0 0,1 1 59 0 0,0 0 0 0 0,0 0 0 0 0,0 0 1 0 0,1 0-1 0 0,-1 0 0 0 0,0 0 0 0 0,0 0 1 0 0,1 0-1 0 0,-1 0 0 0 0,0 0 0 0 0,1 0 0 0 0,-1 0 1 0 0,1 1-1 0 0,-1 0 0 0 0,-9 47 1748 0 0,9-19-1645 0 0,6 51 0 0 0,-3-67-220 0 0,0-1 1 0 0,1 0-1 0 0,0 0 1 0 0,1 0-1 0 0,1 0 1 0 0,7 15 0 0 0,-10-25-109 0 0,0 0 1 0 0,0 1-1 0 0,1-1 1 0 0,-1 0-1 0 0,1 0 1 0 0,0 0-1 0 0,-1-1 1 0 0,1 1-1 0 0,1-1 1 0 0,-1 1 0 0 0,0-1-1 0 0,0 0 1 0 0,6 2-1 0 0,-8-4 26 0 0,0 1-1 0 0,0-1 1 0 0,0 0-1 0 0,0 0 0 0 0,0 1 1 0 0,0-1-1 0 0,1 0 1 0 0,-1 0-1 0 0,0 0 1 0 0,0 0-1 0 0,0 0 1 0 0,0 0-1 0 0,0-1 0 0 0,0 1 1 0 0,0 0-1 0 0,0-1 1 0 0,1 1-1 0 0,-1 0 1 0 0,1-2-1 0 0,0 1 8 0 0,-1 0 0 0 0,0-1 1 0 0,1 1-1 0 0,-1-1 0 0 0,0 1 0 0 0,0-1 0 0 0,0 1 0 0 0,0-1 1 0 0,0 0-1 0 0,-1 1 0 0 0,1-1 0 0 0,0 0 0 0 0,-1 0 0 0 0,1 1 0 0 0,-1-5 1 0 0,5-40-101 0 0,1-14 975 0 0,-5 56-760 0 0,0 0 1 0 0,0 0-1 0 0,0 0 1 0 0,0 0-1 0 0,1 0 1 0 0,0 1 0 0 0,0-1-1 0 0,0 1 1 0 0,0-1-1 0 0,0 1 1 0 0,4-4-1 0 0,-5 6-69 0 0,0 0-1 0 0,0 0 0 0 0,-1 1 0 0 0,1-1 0 0 0,0 1 0 0 0,0-1 0 0 0,0 0 1 0 0,0 1-1 0 0,0 0 0 0 0,0-1 0 0 0,0 1 0 0 0,0 0 0 0 0,0-1 1 0 0,1 1-1 0 0,-1 0 0 0 0,0 0 0 0 0,0 0 0 0 0,0 0 0 0 0,0 0 0 0 0,0 0 1 0 0,0 0-1 0 0,2 1 0 0 0,0 0 44 0 0,0 0 0 0 0,0 0 1 0 0,0 0-1 0 0,0 1 0 0 0,-1-1 0 0 0,1 1 1 0 0,4 3-1 0 0,3 3 269 0 0,-1 0 0 0 0,15 19 1 0 0,35 46 995 0 0,-82-106-727 0 0,-25-53 0 0 0,26 28-6930 0 0,13 29-512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23.2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7 177 8754 0 0,'0'0'78'0'0,"-1"0"1"0"0,1 0 0 0 0,0 0-1 0 0,-1 0 1 0 0,1 0-1 0 0,0-1 1 0 0,0 1-1 0 0,-1 0 1 0 0,1 0-1 0 0,0 0 1 0 0,0 0 0 0 0,-1-1-1 0 0,1 1 1 0 0,0 0-1 0 0,0 0 1 0 0,-1 0-1 0 0,1-1 1 0 0,0 1-1 0 0,0 0 1 0 0,0 0-1 0 0,0-1 1 0 0,-1 1 0 0 0,1 0-1 0 0,0-1 1 0 0,0 1-1 0 0,0 0 1 0 0,0 0-1 0 0,0-1 1 0 0,0 1-1 0 0,0 0 1 0 0,0-1 0 0 0,0 1-1 0 0,0 0 1 0 0,0-1-1 0 0,0 1 1 0 0,0 0-1 0 0,0-1 1 0 0,0 1-1 0 0,0 0 1 0 0,0-1 0 0 0,6-22 2168 0 0,14-20 181 0 0,-15 34-2299 0 0,0 0 0 0 0,0 1 0 0 0,1 0 0 0 0,13-14 0 0 0,-14 17-721 0 0,1 0 0 0 0,0 0 1 0 0,0 0-1 0 0,1 1 0 0 0,-1 0 0 0 0,13-6 0 0 0,-3 3-894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23.4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1 138 4145 0 0,'3'-1'368'0'0,"9"-8"4809"0"0,-7 3-3329 0 0,3-2-535 0 0,3-4-97 0 0,1-3-32 0 0,-1 1 1 0 0,-1-2-1185 0 0,2-2-225 0 0,-1 1-47 0 0,-3-5-16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24.0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47 57 6449 0 0,'-7'-6'1083'0'0,"1"0"-1"0"0,-1-1 1 0 0,2 0-1 0 0,-1 0 1 0 0,1 0-1 0 0,-5-10 1 0 0,23 28 2510 0 0,14 11-2616 0 0,13 17-228 0 0,-2 2-1 0 0,-2 1 1 0 0,34 52-1 0 0,78 150-737 0 0,-136-221-133 0 0,10 16-2284 0 0,44 63 1 0 0,-47-79-3798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24.3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17 513 6913 0 0,'-16'5'5747'0'0,"16"-5"-5699"0"0,20-24 4731 0 0,-14 16-4958 0 0,171-176 5165 0 0,-118 132-4925 0 0,3 2 0 0 0,123-76 0 0 0,-164 113-289 0 0,56-29-1000 0 0,-71 39 645 0 0,1 0-1 0 0,0 0 1 0 0,0 1-1 0 0,0 0 1 0 0,0 0 0 0 0,0 1-1 0 0,1 0 1 0 0,-1 0 0 0 0,10 1-1 0 0,-15 0 378 0 0,1 0 1 0 0,0 1-1 0 0,-1 0 0 0 0,1-1 0 0 0,-1 1 1 0 0,1 0-1 0 0,-1 0 0 0 0,0 0 0 0 0,4 2 0 0 0,4 5 64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24.6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3681 0 0,'2'2'447'0'0,"0"-1"1"0"0,0 1-1 0 0,1 0 0 0 0,-1-1 1 0 0,0 0-1 0 0,1 1 0 0 0,-1-1 1 0 0,5 2-1 0 0,-3-2-167 0 0,18 10 1221 0 0,-1 1 0 0 0,0 0 0 0 0,-1 2-1 0 0,-1 1 1 0 0,32 29 0 0 0,-24-16-535 0 0,-1 1 1 0 0,42 60-1 0 0,-64-82-1065 0 0,1 0 0 0 0,-1 1 0 0 0,0-1 0 0 0,4 12 0 0 0,-4 4-5665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24.9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3 198 6449 0 0,'-1'-4'152'0'0,"0"-1"0"0"0,1 1 1 0 0,-1-1-1 0 0,1 1 0 0 0,0-1 0 0 0,0 1 0 0 0,1-1 0 0 0,-1 1 0 0 0,1-1 0 0 0,0 1 0 0 0,0 0 0 0 0,1-1 0 0 0,-1 1 0 0 0,1 0 0 0 0,0 0 0 0 0,0 0 0 0 0,4-6 0 0 0,5-7 1056 0 0,1 0 1 0 0,19-22-1 0 0,-27 34-868 0 0,0 1 0 0 0,0-1 1 0 0,1 1-1 0 0,-1 0 0 0 0,1 1 1 0 0,-1-1-1 0 0,1 1 0 0 0,6-3 1 0 0,-10 5-268 0 0,0 1 1 0 0,0-1 0 0 0,1 1 0 0 0,-1 0-1 0 0,0 0 1 0 0,0-1 0 0 0,0 1-1 0 0,0 0 1 0 0,1 0 0 0 0,-1 0-1 0 0,0 0 1 0 0,0 1 0 0 0,0-1-1 0 0,0 0 1 0 0,1 0 0 0 0,-1 1 0 0 0,0-1-1 0 0,1 1 1 0 0,0 0-23 0 0,0 0 0 0 0,-1 1 0 0 0,1-1 0 0 0,-1 1 0 0 0,1-1 0 0 0,-1 1 0 0 0,0-1 0 0 0,1 1 0 0 0,-1 0 0 0 0,0 0 0 0 0,0-1 0 0 0,0 1 0 0 0,1 3 0 0 0,1 4-4 0 0,0 1 0 0 0,0-1-1 0 0,-1 0 1 0 0,0 1 0 0 0,-1-1 0 0 0,0 1 0 0 0,-1-1 0 0 0,0 14 0 0 0,-3 8 169 0 0,-9 39 0 0 0,7-45 195 0 0,1 1 1 0 0,-1 33-1 0 0,5-58-370 0 0,0 0 0 0 0,-1 0-1 0 0,1 0 1 0 0,0-1 0 0 0,0 1-1 0 0,0 0 1 0 0,0 0-1 0 0,0 0 1 0 0,1 0 0 0 0,-1 0-1 0 0,0 0 1 0 0,0 0 0 0 0,0 0-1 0 0,1 0 1 0 0,-1-1 0 0 0,1 1-1 0 0,-1 0 1 0 0,0 0 0 0 0,1 0-1 0 0,-1-1 1 0 0,1 1 0 0 0,0 0-1 0 0,-1 0 1 0 0,1-1-1 0 0,0 1 1 0 0,-1-1 0 0 0,1 1-1 0 0,0 0 1 0 0,1 0 0 0 0,-1-1 3 0 0,1 0 1 0 0,-1-1-1 0 0,1 1 1 0 0,-1 0-1 0 0,1 0 0 0 0,-1-1 1 0 0,1 1-1 0 0,-1-1 1 0 0,1 1-1 0 0,-1-1 1 0 0,0 0-1 0 0,1 1 1 0 0,-1-1-1 0 0,0 0 1 0 0,2-2-1 0 0,9-6 117 0 0,-1-1 1 0 0,15-18-1 0 0,-24 26-151 0 0,10-12-265 0 0,69-72 568 0 0,-68 75-2831 0 0,-1 0 1 0 0,27-14-1 0 0,-17 12-3950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25.2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4 246 10594 0 0,'0'-1'67'0'0,"-1"0"0"0"0,1 0 0 0 0,-1 1 0 0 0,1-1 0 0 0,0 0 1 0 0,-1 0-1 0 0,1 0 0 0 0,0 0 0 0 0,0 0 0 0 0,0 0 0 0 0,0 0 0 0 0,0 0 0 0 0,0 0 0 0 0,0 0 0 0 0,0 0 0 0 0,0 0 0 0 0,0 0 0 0 0,1 0 0 0 0,-1 0 0 0 0,0 0 0 0 0,1 0 0 0 0,0-1 0 0 0,12-26 320 0 0,-9 22-202 0 0,20-42 934 0 0,56-81 0 0 0,-71 117-3286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25.4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1 3225 0 0,'-4'21'37'0'0,"2"0"0"0"0,1-1 0 0 0,1 28 0 0 0,0-41 350 0 0,1 0 1 0 0,0 1-1 0 0,0-1 0 0 0,0 0 1 0 0,1 0-1 0 0,0 0 0 0 0,1 0 1 0 0,0 0-1 0 0,0 0 0 0 0,0-1 1 0 0,1 1-1 0 0,7 10 0 0 0,-8-15-150 0 0,0 1-1 0 0,-1 0 1 0 0,1-1-1 0 0,1 0 1 0 0,-1 0-1 0 0,0 0 1 0 0,0 0-1 0 0,1 0 0 0 0,-1 0 1 0 0,1-1-1 0 0,0 0 1 0 0,-1 0-1 0 0,7 2 1 0 0,2-2 365 0 0,0 0 0 0 0,0-1 1 0 0,13-1-1 0 0,28 2 1955 0 0,-53-1-2515 0 0,1 0-1 0 0,-1 0 1 0 0,1 0 0 0 0,-1 0 0 0 0,1 0 0 0 0,-1 0-1 0 0,1 1 1 0 0,-1-1 0 0 0,1 0 0 0 0,-1 0-1 0 0,0 0 1 0 0,1 1 0 0 0,-1-1 0 0 0,1 0 0 0 0,-1 1-1 0 0,0-1 1 0 0,1 0 0 0 0,-1 1 0 0 0,0-1 0 0 0,1 0-1 0 0,-1 1 1 0 0,0-1 0 0 0,0 0 0 0 0,1 1-1 0 0,-1-1 1 0 0,0 1 0 0 0,0-1 0 0 0,0 1 0 0 0,0-1-1 0 0,1 1 1 0 0,-1-1 0 0 0,0 0 0 0 0,0 1-1 0 0,0-1 1 0 0,0 2 0 0 0,-8 19 265 0 0,-19 17-739 0 0,16-26-944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25.7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12 259 456 0 0,'-1'0'159'0'0,"-8"-5"3817"0"0,9 5-3817 0 0,0 0 0 0 0,0-1 0 0 0,-1 1 0 0 0,1-1 0 0 0,0 1 0 0 0,0 0 0 0 0,0-1 0 0 0,0 1 0 0 0,0-1 1 0 0,0 1-1 0 0,0-1 0 0 0,5-22 4083 0 0,20-26 586 0 0,-23 45-4355 0 0,13-20 1456 0 0,0 0-1 0 0,35-39 1 0 0,-35 47-3480 0 0,1 0 1 0 0,19-14-1 0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25.8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10594 0 0,'47'58'7203'0'0,"-22"-24"-5453"0"0,12 16 294 0 0,-9-19-7730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26.4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 45 10594 0 0,'-20'-21'1660'0'0,"20"21"-1304"0"0,-1-1-1 0 0,0 0 1 0 0,0 0-1 0 0,1 0 1 0 0,-1 0-1 0 0,1-1 0 0 0,-1 1 1 0 0,1 0-1 0 0,-1 0 1 0 0,1 0-1 0 0,0 0 0 0 0,-1 0 1 0 0,1-1-1 0 0,0 1 1 0 0,0 0-1 0 0,0 0 1 0 0,0 0-1 0 0,0-1 0 0 0,0 0 1 0 0,3 3-83 0 0,0 1 0 0 0,0 0-1 0 0,0 0 1 0 0,-1 1 0 0 0,1-1 0 0 0,-1 0 0 0 0,0 1 0 0 0,1-1 0 0 0,1 5-1 0 0,24 34-59 0 0,-3 1-1 0 0,-1 1 1 0 0,33 86-1 0 0,5 9-287 0 0,-36-87-1067 0 0,3-1-4100 0 0,0-3-1846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26.8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106 438 4145 0 0,'-13'9'590'0'0,"1"1"0"0"0,0 0 0 0 0,0 1 0 0 0,1 1 1 0 0,0-1-1 0 0,1 2 0 0 0,-12 18 0 0 0,22-31-543 0 0,0 0 0 0 0,0 0 0 0 0,0 0-1 0 0,0 0 1 0 0,-1 0 0 0 0,1 0 0 0 0,0 1 0 0 0,0-1 0 0 0,0 0 0 0 0,0 0 0 0 0,0 0 0 0 0,-1 0 0 0 0,1 0-1 0 0,0 1 1 0 0,0-1 0 0 0,0 0 0 0 0,0 0 0 0 0,0 0 0 0 0,0 0 0 0 0,0 1 0 0 0,0-1 0 0 0,0 0 0 0 0,0 0-1 0 0,0 0 1 0 0,0 0 0 0 0,0 1 0 0 0,0-1 0 0 0,0 0 0 0 0,0 0 0 0 0,0 0 0 0 0,0 1 0 0 0,0-1-1 0 0,0 0 1 0 0,0 0 0 0 0,0 0 0 0 0,0 0 0 0 0,0 1 0 0 0,0-1 0 0 0,0 0 0 0 0,0 0 0 0 0,0 0 0 0 0,0 0-1 0 0,1 1 1 0 0,-1-1 0 0 0,0 0 0 0 0,0 0 0 0 0,0 0 0 0 0,0 0 0 0 0,0 0 0 0 0,1 0 0 0 0,-1 1 0 0 0,0-1-1 0 0,0 0 1 0 0,0 0 0 0 0,0 0 0 0 0,0 0 0 0 0,1 0 0 0 0,-1 0 0 0 0,0 0 0 0 0,1 0 0 0 0,15-5 1494 0 0,19-14-102 0 0,348-307 5712 0 0,-226 182-6626 0 0,-137 128-2247 0 0,39-26 0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34.2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85 97 2304 0 0,'-2'-3'502'0'0,"0"0"0"0"0,0 0 0 0 0,0 0 0 0 0,0 0 0 0 0,-1 0 0 0 0,1 1-1 0 0,-1-1 1 0 0,0 1 0 0 0,1 0 0 0 0,-6-3 0 0 0,8 4-324 0 0,-1 1 1 0 0,0-1 0 0 0,0 1-1 0 0,1 0 1 0 0,-1-1 0 0 0,0 1-1 0 0,0 0 1 0 0,0 0-1 0 0,1 0 1 0 0,-1 0 0 0 0,0 0-1 0 0,0-1 1 0 0,0 1 0 0 0,0 1-1 0 0,1-1 1 0 0,-1 0 0 0 0,0 0-1 0 0,0 0 1 0 0,0 0 0 0 0,0 1-1 0 0,0 0-60 0 0,0-1 1 0 0,0 1-1 0 0,0 0 0 0 0,0 0 1 0 0,0 0-1 0 0,0 0 0 0 0,1 0 1 0 0,-1 0-1 0 0,0 0 0 0 0,1 0 1 0 0,-1 0-1 0 0,1 0 0 0 0,-1 1 1 0 0,1-1-1 0 0,-1 0 0 0 0,1 0 1 0 0,0 0-1 0 0,0 2 0 0 0,-1 3 13 0 0,0 0 0 0 0,1 0 0 0 0,0-1 0 0 0,1 1-1 0 0,-1 0 1 0 0,1 0 0 0 0,0 0 0 0 0,1 0 0 0 0,3 10 0 0 0,24 50 1067 0 0,-25-58-1174 0 0,1 4 39 0 0,1-1-1 0 0,0 0 0 0 0,1 0 0 0 0,1 0 0 0 0,0-1 0 0 0,16 17 0 0 0,-22-25-49 0 0,0-1 0 0 0,0 1 0 0 0,0 0 0 0 0,0-1 1 0 0,0 0-1 0 0,1 1 0 0 0,-1-1 0 0 0,0 0 1 0 0,1 0-1 0 0,-1 0 0 0 0,1 0 0 0 0,-1-1 0 0 0,1 1 1 0 0,-1-1-1 0 0,1 1 0 0 0,-1-1 0 0 0,1 0 1 0 0,0 0-1 0 0,-1 0 0 0 0,1 0 0 0 0,-1-1 0 0 0,1 1 1 0 0,-1-1-1 0 0,1 1 0 0 0,-1-1 0 0 0,1 0 1 0 0,-1 0-1 0 0,1 0 0 0 0,-1 0 0 0 0,0-1 0 0 0,0 1 1 0 0,1-1-1 0 0,-1 1 0 0 0,0-1 0 0 0,-1 0 1 0 0,1 0-1 0 0,0 1 0 0 0,0-1 0 0 0,-1-1 0 0 0,3-2 1 0 0,1-2 63 0 0,0 1 1 0 0,0-1 0 0 0,-1 0-1 0 0,0 0 1 0 0,0-1-1 0 0,-1 1 1 0 0,1-1 0 0 0,-2 0-1 0 0,1 0 1 0 0,-1 0-1 0 0,0 0 1 0 0,-1 0 0 0 0,0-1-1 0 0,-1 1 1 0 0,1 0-1 0 0,-1-1 1 0 0,-1 1 0 0 0,0 0-1 0 0,0 0 1 0 0,0 0-1 0 0,-1-1 1 0 0,-1 1 0 0 0,1 1-1 0 0,-1-1 1 0 0,0 0-1 0 0,-1 1 1 0 0,0-1 0 0 0,0 1-1 0 0,-1 0 1 0 0,1 0-1 0 0,-2 1 1 0 0,1 0 0 0 0,-1 0-1 0 0,0 0 1 0 0,0 0-1 0 0,-9-6 1 0 0,9 9 51 0 0,0-1 0 0 0,0 1 0 0 0,0 0 0 0 0,-1 0 0 0 0,1 1 0 0 0,-1 0 0 0 0,0 0 1 0 0,1 0-1 0 0,-1 1 0 0 0,-9-1 0 0 0,-1 2-797 0 0,0 1 0 0 0,-31 5 0 0 0,21-2-3062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9:00.8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1738 177 920 0 0,'-5'-7'618'0'0,"0"0"-1"0"0,0 0 0 0 0,-1 0 0 0 0,0 1 1 0 0,0-1-1 0 0,-8-5 0 0 0,3 4-377 0 0,-1 0 0 0 0,0 1-1 0 0,0 0 1 0 0,0 1-1 0 0,-24-9 1 0 0,-2 4-211 0 0,0 2 0 0 0,-63-8-1 0 0,47 11 408 0 0,0 3-1 0 0,-1 2 0 0 0,1 3 0 0 0,0 2 1 0 0,-103 22-1 0 0,67-4 272 0 0,2 4-1 0 0,-143 63 1 0 0,141-51-459 0 0,31-14 444 0 0,0 3 0 0 0,-88 54 1 0 0,130-69-427 0 0,0 0 1 0 0,1 1-1 0 0,0 1 1 0 0,1 0-1 0 0,1 1 1 0 0,1 1-1 0 0,0 0 1 0 0,0 1-1 0 0,2 0 1 0 0,0 1-1 0 0,1 1 1 0 0,-9 24-1 0 0,9-14-184 0 0,1 1 0 0 0,2-1 0 0 0,1 1-1 0 0,2 1 1 0 0,0-1 0 0 0,2 1 0 0 0,5 60-1 0 0,3-29-828 0 0,3-1 0 0 0,33 115 0 0 0,-34-149 451 0 0,1 0-1 0 0,1-1 0 0 0,2 0 0 0 0,28 46 1 0 0,-30-57 227 0 0,1 0 0 0 0,1-1 0 0 0,0 0 0 0 0,1-1 0 0 0,1 0 0 0 0,0-1 0 0 0,1-1 0 0 0,22 14 0 0 0,36 14 277 0 0,1-3 0 0 0,154 50 0 0 0,-184-74-189 0 0,0-1 1 0 0,1-2-1 0 0,0-2 1 0 0,0-2-1 0 0,1-2 1 0 0,-1-3-1 0 0,1-1 0 0 0,-1-2 1 0 0,60-12-1 0 0,-24-2 212 0 0,-1-3 0 0 0,-1-5 1 0 0,-1-2-1 0 0,92-47 0 0 0,-53 11 886 0 0,149-105-1 0 0,-242 150-986 0 0,0 0 0 0 0,-1-2-1 0 0,-1-1 1 0 0,-2 0 0 0 0,0-2-1 0 0,-1 0 1 0 0,-1-1 0 0 0,-1-1-1 0 0,-1-1 1 0 0,-1 0 0 0 0,16-41-1 0 0,-21 40-17 0 0,-1 0-1 0 0,-1 0 0 0 0,-1-1 0 0 0,-1 0 1 0 0,-2 0-1 0 0,-1 0 0 0 0,-1-1 0 0 0,-1 1 1 0 0,-2-1-1 0 0,-1 1 0 0 0,-1 0 0 0 0,-8-33 0 0 0,4 31-76 0 0,-1 1-1 0 0,-2 0 0 0 0,0 1 0 0 0,-3 0 0 0 0,0 0 0 0 0,-1 2 0 0 0,-2-1 0 0 0,-1 2 0 0 0,-1 0 1 0 0,0 2-1 0 0,-2 0 0 0 0,-1 1 0 0 0,-1 0 0 0 0,-1 2 0 0 0,0 1 0 0 0,-2 1 0 0 0,0 1 0 0 0,-36-18 1 0 0,17 14 75 0 0,-1 3 0 0 0,0 2 1 0 0,-2 2-1 0 0,1 2 0 0 0,-1 2 1 0 0,-52-5-1 0 0,21 10-271 0 0,1 2 0 0 0,0 4 0 0 0,-82 11 0 0 0,62 1-560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9:55.3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2043 103 11979 0 0,'-44'-19'1974'0'0,"-73"-20"0"0"0,70 27-1677 0 0,-1 3 0 0 0,0 1 1 0 0,-60 0-1 0 0,-383 13-827 0 0,431-5 387 0 0,-70-7 0 0 0,75 2 396 0 0,-91 4-1 0 0,117 5-146 0 0,0 1 1 0 0,1 1-1 0 0,0 1 1 0 0,-49 20-1 0 0,-102 58 329 0 0,148-69-522 0 0,0 3 0 0 0,1 0 0 0 0,0 2 0 0 0,2 1 1 0 0,1 2-1 0 0,1 0 0 0 0,1 2 0 0 0,-38 50 0 0 0,51-61 43 0 0,2 2 0 0 0,0-1-1 0 0,1 1 1 0 0,1 1 0 0 0,0 0-1 0 0,2 0 1 0 0,0 0 0 0 0,1 1 0 0 0,0 0-1 0 0,2 0 1 0 0,0 0 0 0 0,2 0-1 0 0,0 1 1 0 0,1-1 0 0 0,0 0-1 0 0,2 1 1 0 0,7 32 0 0 0,-4-30 16 0 0,1 0 0 0 0,1 0 0 0 0,2-1 0 0 0,0 0 0 0 0,1-1 0 0 0,1 0 0 0 0,0 0 0 0 0,2-1 0 0 0,1-1 0 0 0,0 0 0 0 0,1-1 0 0 0,0 0 0 0 0,2-1 0 0 0,0-1 0 0 0,1-1 0 0 0,0 0 0 0 0,1-2 0 0 0,38 20 0 0 0,20 2-103 0 0,1-4 0 0 0,1-3 0 0 0,123 25 0 0 0,252 22-486 0 0,-330-59 337 0 0,0-5-1 0 0,132-7 0 0 0,-188-7 342 0 0,0-3-1 0 0,0-2 1 0 0,-1-4 0 0 0,-1-2-1 0 0,88-34 1 0 0,205-114 1821 0 0,-327 147-1667 0 0,-9 4-109 0 0,-1-1-1 0 0,0-1 0 0 0,-1-1 0 0 0,-1-1 0 0 0,0 0 0 0 0,-1-2 0 0 0,-1 0 0 0 0,24-31 0 0 0,-33 37 17 0 0,0-1 1 0 0,-1 0-1 0 0,0 0 0 0 0,-1-1 1 0 0,0 0-1 0 0,-1 0 0 0 0,-1 0 1 0 0,0-1-1 0 0,-1 0 1 0 0,-1 0-1 0 0,0 0 0 0 0,-1 0 1 0 0,-1-1-1 0 0,0 1 0 0 0,-2-24 1 0 0,0 30-4 0 0,-1 1 1 0 0,0-1 0 0 0,0 0 0 0 0,-1 0-1 0 0,0 1 1 0 0,-1-1 0 0 0,0 1-1 0 0,0 0 1 0 0,-1 0 0 0 0,1 1-1 0 0,-8-9 1 0 0,3 6-25 0 0,-2-1 0 0 0,1 1 1 0 0,-1 0-1 0 0,0 1 0 0 0,-1 1 0 0 0,-16-10 0 0 0,-9-1 12 0 0,0 2 0 0 0,-2 2 0 0 0,-75-20 0 0 0,-4 5-792 0 0,-1 4 1 0 0,-2 6-1 0 0,-237-9 1 0 0,261 32-6124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0:15.2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78 8754 0 0,'0'-3'93'0'0,"1"1"0"0"0,-1 0 0 0 0,1-1 0 0 0,-1 1 0 0 0,1 0 0 0 0,0 0 0 0 0,0 0 0 0 0,0 0 0 0 0,0 0 0 0 0,1 0 0 0 0,-1 0 0 0 0,0 0 0 0 0,1 0 0 0 0,-1 1 0 0 0,1-1 0 0 0,0 0 0 0 0,0 1 0 0 0,-1-1 0 0 0,5-1 0 0 0,2-3-53 0 0,0 0 0 0 0,1 1-1 0 0,14-7 1 0 0,-21 11-40 0 0,1 0 0 0 0,0-1-1 0 0,0 1 1 0 0,0 1 0 0 0,1-1 0 0 0,-1 0-1 0 0,0 1 1 0 0,0-1 0 0 0,0 1 0 0 0,0 0-1 0 0,0 0 1 0 0,1 1 0 0 0,-1-1 0 0 0,0 0 0 0 0,0 1-1 0 0,0 0 1 0 0,0 0 0 0 0,0 0 0 0 0,0 0-1 0 0,0 0 1 0 0,0 1 0 0 0,0-1 0 0 0,3 3 0 0 0,-3-1-94 0 0,0 0 0 0 0,0 0 0 0 0,-1 1 1 0 0,1-1-1 0 0,-1 1 0 0 0,0-1 0 0 0,0 1 1 0 0,0 0-1 0 0,0 0 0 0 0,0 0 0 0 0,-1 0 1 0 0,0 0-1 0 0,0 0 0 0 0,0 0 0 0 0,0 0 1 0 0,0 9-1 0 0,-2 71-588 0 0,-1-57 1276 0 0,1 1 0 0 0,5 37 0 0 0,-3-57-465 0 0,0-1 0 0 0,1 1 0 0 0,0-1 0 0 0,0 0 0 0 0,1 1 1 0 0,-1-1-1 0 0,2 0 0 0 0,-1 0 0 0 0,1-1 0 0 0,0 1 0 0 0,0-1 0 0 0,1 0 0 0 0,5 6 0 0 0,-6-8-108 0 0,0-1 0 0 0,0 0-1 0 0,-1 0 1 0 0,2-1 0 0 0,-1 1-1 0 0,0-1 1 0 0,0 0 0 0 0,1 0 0 0 0,0 0-1 0 0,-1-1 1 0 0,1 1 0 0 0,0-1-1 0 0,-1-1 1 0 0,1 1 0 0 0,0 0-1 0 0,8-1 1 0 0,6-1-262 0 0,-1-2 1 0 0,1 1-1 0 0,20-7 1 0 0,-21 4-295 0 0,0 2 0 0 0,21-2 0 0 0,-38 4 530 0 0,1 1 0 0 0,-1 0 0 0 0,1 0 0 0 0,-1 0-1 0 0,1 1 1 0 0,-1-1 0 0 0,1 0 0 0 0,-1 1 0 0 0,1-1 0 0 0,-1 1-1 0 0,1-1 1 0 0,-1 1 0 0 0,0 0 0 0 0,1-1 0 0 0,-1 1 0 0 0,0 0 0 0 0,1 0-1 0 0,-1 0 1 0 0,0 0 0 0 0,0 0 0 0 0,0 0 0 0 0,0 0 0 0 0,0 1 0 0 0,0-1-1 0 0,0 0 1 0 0,-1 0 0 0 0,1 1 0 0 0,0-1 0 0 0,-1 1 0 0 0,1-1 0 0 0,-1 1-1 0 0,1-1 1 0 0,-1 1 0 0 0,0-1 0 0 0,1 1 0 0 0,-1-1 0 0 0,0 1 0 0 0,0-1-1 0 0,0 1 1 0 0,0-1 0 0 0,-1 1 0 0 0,1 1 0 0 0,-2 10 253 0 0,1-1 0 0 0,-2 1-1 0 0,0-1 1 0 0,-5 13 0 0 0,6-18-96 0 0,-8 23 551 0 0,5-15-212 0 0,0 2 1 0 0,0-1-1 0 0,-2 21 0 0 0,7-31-482 0 0,0-1-1 0 0,0 0 0 0 0,0 1 0 0 0,0-1 0 0 0,1 1 0 0 0,0-1 1 0 0,0 0-1 0 0,0 0 0 0 0,1 1 0 0 0,-1-1 0 0 0,1 0 0 0 0,1-1 1 0 0,-1 1-1 0 0,5 7 0 0 0,1 1-1107 0 0,0-1-3499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0:15.7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847 150 9674 0 0,'-13'-5'79'0'0,"3"0"-4"0"0,0 1-1 0 0,0 0 1 0 0,-1 0-1 0 0,0 1 1 0 0,1 1-1 0 0,-1 0 1 0 0,0 0-1 0 0,-1 1 1 0 0,1 0 0 0 0,0 1-1 0 0,0 0 1 0 0,-13 3-1 0 0,-18 7-151 0 0,1 1-1 0 0,1 3 1 0 0,0 1-1 0 0,0 2 1 0 0,-49 30-1 0 0,62-30-27 0 0,0 2-1 0 0,2 0 1 0 0,0 1 0 0 0,2 2-1 0 0,0 0 1 0 0,2 2-1 0 0,-37 50 1 0 0,36-40-109 0 0,1 1 0 0 0,3 1 0 0 0,0 0 0 0 0,3 1 0 0 0,1 1 1 0 0,1 1-1 0 0,2 0 0 0 0,3 0 0 0 0,0 1 0 0 0,-3 74 0 0 0,11-80 327 0 0,0-1 1 0 0,3 1-1 0 0,0-1 1 0 0,3 0-1 0 0,0 0 0 0 0,2 0 1 0 0,2-1-1 0 0,1 0 1 0 0,1-1-1 0 0,1 0 0 0 0,2-1 1 0 0,2-1-1 0 0,28 41 1 0 0,-30-51-9 0 0,2-1 0 0 0,0-1 0 0 0,1 0 1 0 0,0-1-1 0 0,2-1 0 0 0,0 0 1 0 0,0-2-1 0 0,1 0 0 0 0,1-2 1 0 0,0 0-1 0 0,1-1 0 0 0,0-2 1 0 0,0 0-1 0 0,43 8 0 0 0,-8-7 243 0 0,-1-2 0 0 0,1-2-1 0 0,0-4 1 0 0,0-1 0 0 0,66-10 0 0 0,-87 5-3 0 0,-1-2 0 0 0,1-1 1 0 0,-1-2-1 0 0,-1-1 1 0 0,0-2-1 0 0,-1-1 0 0 0,0-2 1 0 0,-1-1-1 0 0,-1-2 0 0 0,-1-1 1 0 0,0-1-1 0 0,34-32 1 0 0,-39 29-161 0 0,-2-1 0 0 0,0-1 0 0 0,-1-1 0 0 0,-2-1 0 0 0,-1-1 0 0 0,-1-1 0 0 0,-1-1 0 0 0,-2 0 0 0 0,-1-1 0 0 0,-2 0 0 0 0,-1-2 0 0 0,-1 1 0 0 0,6-39 0 0 0,-6-3-236 0 0,-3-1-1 0 0,-4 0 1 0 0,-3-1 0 0 0,-3 1 0 0 0,-3 0-1 0 0,-22-105 1 0 0,23 159-96 0 0,-2 0 0 0 0,0 0 0 0 0,-1 0 0 0 0,-1 1 0 0 0,-1 0 0 0 0,-17-28-1 0 0,19 38-65 0 0,-1 0 1 0 0,0 1-1 0 0,-1 0 0 0 0,0 1 0 0 0,0-1 0 0 0,-1 2 0 0 0,0-1 0 0 0,-1 1 0 0 0,0 1 0 0 0,0 0 0 0 0,0 1 0 0 0,-19-8 0 0 0,8 5-851 0 0,-1 2 0 0 0,0 1 0 0 0,0 0 0 0 0,-37-2 0 0 0,-21 3-3245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0:55.6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57 4 5065 0 0,'-6'-1'173'0'0,"-23"-1"1594"0"0,28 2-1582 0 0,0 0-1 0 0,0 0 1 0 0,0 0 0 0 0,0 0 0 0 0,0 0-1 0 0,1 0 1 0 0,-1 0 0 0 0,0 0 0 0 0,0 1 0 0 0,0-1-1 0 0,0 0 1 0 0,1 0 0 0 0,-1 1 0 0 0,0-1-1 0 0,0 1 1 0 0,1-1 0 0 0,-1 1 0 0 0,0-1 0 0 0,1 1-1 0 0,-1-1 1 0 0,0 1 0 0 0,1 0 0 0 0,-1-1-1 0 0,1 1 1 0 0,-1 0 0 0 0,1-1 0 0 0,-1 2 0 0 0,3 0 39 0 0,-1 0 1 0 0,1 0 0 0 0,1 0 0 0 0,-1 0-1 0 0,0 0 1 0 0,0-1 0 0 0,1 1 0 0 0,-1-1-1 0 0,1 0 1 0 0,-1 0 0 0 0,1 0 0 0 0,-1 0 0 0 0,4 1-1 0 0,-2-1 26 0 0,73 33 1295 0 0,0 3-1 0 0,129 85 0 0 0,-196-115-1509 0 0,1-1-1 0 0,0 0 0 0 0,0 0 1 0 0,1-1-1 0 0,12 3 0 0 0,-19-6-138 0 0,0-1 0 0 0,-1 0 0 0 0,1 0 0 0 0,0 0-1 0 0,0-1 1 0 0,-1 1 0 0 0,1-1 0 0 0,0 0-1 0 0,0-1 1 0 0,0 1 0 0 0,-1-1 0 0 0,1 0 0 0 0,0 0-1 0 0,-1-1 1 0 0,1 1 0 0 0,5-4 0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0:55.9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383 1 3225 0 0,'-4'-1'828'0'0,"0"1"0"0"0,0 0 0 0 0,0 1 0 0 0,0-1 0 0 0,0 1 0 0 0,0 0 1 0 0,0 0-1 0 0,0 0 0 0 0,0 0 0 0 0,0 1 0 0 0,0-1 0 0 0,-5 5 0 0 0,4-2-233 0 0,1-1 1 0 0,-1 1-1 0 0,1 1 0 0 0,0-1 0 0 0,-4 7 0 0 0,-11 19 257 0 0,1 0 0 0 0,2 1 0 0 0,-19 54 0 0 0,-7 11-355 0 0,-78 162-160 0 0,76-145-2929 0 0,42-102 1422 0 0,9-15-479 0 0,10-15-460 0 0,-9 0 2109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0:56.5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42 250 456 0 0,'-1'0'-745'0'0,"-39"3"11646"0"0,39-1-10612 0 0,35 10 4395 0 0,48 30-2032 0 0,16 8-1512 0 0,-87-46-1003 0 0,0 0-1 0 0,1 0 1 0 0,-1-1-1 0 0,1-1 0 0 0,-1 0 1 0 0,24 2-1 0 0,-33-4-82 0 0,0 0 0 0 0,1 0 0 0 0,-1 0 0 0 0,0 0 0 0 0,0-1 0 0 0,1 1 0 0 0,-1 0 0 0 0,0-1 0 0 0,0 0 0 0 0,0 1-1 0 0,0-1 1 0 0,1 0 0 0 0,-1 0 0 0 0,0 0 0 0 0,-1-1 0 0 0,1 1 0 0 0,0 0 0 0 0,0-1 0 0 0,0 1 0 0 0,-1-1 0 0 0,1 0 0 0 0,-1 1-1 0 0,1-1 1 0 0,-1 0 0 0 0,0 0 0 0 0,0 0 0 0 0,0 0 0 0 0,0 0 0 0 0,0 0 0 0 0,0 0 0 0 0,0 0 0 0 0,-1-1 0 0 0,2-3-1 0 0,-1-6 39 0 0,-1 0-1 0 0,0-1 0 0 0,0 1 0 0 0,-1 0 0 0 0,-3-16 0 0 0,0-5-110 0 0,-3-165-2566 0 0,7 182 1137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0:57.0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3225 0 0,'-1'5'7534'0'0,"3"6"-3621"0"0,11 58-2116 0 0,-12-63-1735 0 0,2 7-21 0 0,0-1-1 0 0,1 1 0 0 0,1-1 0 0 0,7 16 1 0 0,-10-24-83 0 0,1 0 1 0 0,-1-1-1 0 0,1 1 1 0 0,0-1-1 0 0,0 1 1 0 0,0-1-1 0 0,1 0 1 0 0,-1 0-1 0 0,1-1 1 0 0,0 1-1 0 0,-1-1 1 0 0,1 0-1 0 0,0 1 1 0 0,0-2-1 0 0,1 1 1 0 0,5 1-1 0 0,0 0-193 0 0,1 0 17 0 0,0 0 0 0 0,-1 1 1 0 0,1 0-1 0 0,-1 0 0 0 0,15 10 0 0 0,-23-13 254 0 0,0 1 0 0 0,0-1 0 0 0,0 1 0 0 0,-1-1 0 0 0,1 1 0 0 0,-1 0-1 0 0,1 0 1 0 0,-1-1 0 0 0,1 1 0 0 0,-1 0 0 0 0,0 0 0 0 0,0 1 0 0 0,0-1-1 0 0,0 0 1 0 0,-1 0 0 0 0,1 0 0 0 0,0 1 0 0 0,-1-1 0 0 0,0 0 0 0 0,1 1-1 0 0,-1-1 1 0 0,0 0 0 0 0,0 1 0 0 0,0-1 0 0 0,-1 0 0 0 0,1 0 0 0 0,0 1-1 0 0,-1-1 1 0 0,0 0 0 0 0,1 0 0 0 0,-1 1 0 0 0,-2 3 0 0 0,-2 4 59 0 0,-1 0-1 0 0,1 0 1 0 0,-2-1 0 0 0,1 0 0 0 0,-1 0 0 0 0,-1 0 0 0 0,1-1 0 0 0,-1 0 0 0 0,-1-1-1 0 0,0 1 1 0 0,0-2 0 0 0,0 1 0 0 0,-12 5 0 0 0,6-5-6170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0:57.6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45 51 5065 0 0,'-3'-1'558'0'0,"0"-1"0"0"0,-1 1 0 0 0,1-1 1 0 0,0 0-1 0 0,0 0 0 0 0,0 0 0 0 0,1 0 0 0 0,-1-1 0 0 0,0 1 0 0 0,1-1 0 0 0,-1 0 1 0 0,1 0-1 0 0,0 0 0 0 0,0 0 0 0 0,-2-4 0 0 0,4 7-448 0 0,1-1-1 0 0,-1 1 1 0 0,0-1 0 0 0,1 0 0 0 0,-1 1-1 0 0,0-1 1 0 0,1 1 0 0 0,-1-1-1 0 0,1 1 1 0 0,-1-1 0 0 0,0 1 0 0 0,1 0-1 0 0,-1-1 1 0 0,1 1 0 0 0,-1 0 0 0 0,1-1-1 0 0,0 1 1 0 0,-1 0 0 0 0,1-1-1 0 0,-1 1 1 0 0,1 0 0 0 0,0 0 0 0 0,-1 0-1 0 0,1 0 1 0 0,-1-1 0 0 0,1 1-1 0 0,0 0 1 0 0,-1 0 0 0 0,1 0 0 0 0,0 0-1 0 0,-1 1 1 0 0,1-1 0 0 0,-1 0-1 0 0,1 0 1 0 0,0 0 0 0 0,-1 0 0 0 0,1 1-1 0 0,0-1 1 0 0,25 8 1468 0 0,-14-1-1228 0 0,0 1 0 0 0,-1 0 0 0 0,0 1 0 0 0,-1 0 0 0 0,1 1-1 0 0,16 21 1 0 0,47 76-189 0 0,-39-54-250 0 0,-26-40-263 0 0,33 45-1322 0 0,-9-28-3878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0:57.8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329 1 6913 0 0,'-10'8'979'0'0,"-1"1"0"0"0,2 1 0 0 0,0 0 0 0 0,0 0 0 0 0,0 0 0 0 0,1 1 0 0 0,1 1 0 0 0,-10 19 0 0 0,-4 3 53 0 0,-169 246 1824 0 0,167-241-3610 0 0,17-22-4085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0:58.3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5 278 14283 0 0,'-4'1'1312'0'0,"6"0"-1200"0"0,7 1 2138 0 0,-7-1-2136 0 0,0-1 0 0 0,0 1 1 0 0,0 0-1 0 0,0 0 0 0 0,-1 0 0 0 0,1 0 0 0 0,0 0 0 0 0,0 0 0 0 0,-1 0 0 0 0,1 0 1 0 0,2 3-1 0 0,5 4 247 0 0,8 6-2 0 0,-1 1 0 0 0,0 0-1 0 0,-1 1 1 0 0,17 26 0 0 0,33 33-39 0 0,-58-68-297 0 0,0 0 0 0 0,1-1 0 0 0,0 0 0 0 0,0-1 0 0 0,0 1 0 0 0,0-2 0 0 0,17 8 0 0 0,-24-11-3 0 0,1-1 0 0 0,0 1 0 0 0,-1-1 0 0 0,1 1 0 0 0,0-1 0 0 0,0 1 0 0 0,-1-1 0 0 0,1 0 0 0 0,0 0 0 0 0,0 0-1 0 0,0 0 1 0 0,-1 0 0 0 0,1 0 0 0 0,0 0 0 0 0,0-1 0 0 0,-1 1 0 0 0,1-1 0 0 0,0 1 0 0 0,0-1 0 0 0,-1 0 0 0 0,1 1 0 0 0,-1-1 0 0 0,3-1 0 0 0,-2 0 8 0 0,-1 0 0 0 0,1-1 1 0 0,0 1-1 0 0,-1 0 0 0 0,1-1 1 0 0,-1 1-1 0 0,0-1 0 0 0,1 1 0 0 0,-1-1 1 0 0,0 1-1 0 0,-1-1 0 0 0,1 0 1 0 0,0-3-1 0 0,1-9 49 0 0,-1-1 0 0 0,0 1-1 0 0,-2 0 1 0 0,-1-18 0 0 0,-7-40-108 0 0,-5-81 230 0 0,14 126-1103 0 0,0 1 1 0 0,2 0 0 0 0,8-45 0 0 0,-6 55-6286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0:58.9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108 0 5449 0 0,'0'0'416'0'0,"-7"25"8769"0"0,-20 16-4324 0 0,4-5-3490 0 0,15-21-1045 0 0,2-5-272 0 0,0 0 0 0 0,1 0 0 0 0,0 0 0 0 0,1 0 0 0 0,0 1 0 0 0,1 0 0 0 0,0 0 1 0 0,0 0-1 0 0,-1 21 0 0 0,5-31-83 0 0,-1 1 1 0 0,0 0 0 0 0,1-1 0 0 0,-1 1 0 0 0,1 0-1 0 0,0-1 1 0 0,0 1 0 0 0,0-1 0 0 0,-1 1-1 0 0,1-1 1 0 0,0 0 0 0 0,1 1 0 0 0,-1-1-1 0 0,0 0 1 0 0,0 0 0 0 0,0 0 0 0 0,1 0 0 0 0,-1 0-1 0 0,1 0 1 0 0,-1 0 0 0 0,1 0 0 0 0,-1 0-1 0 0,1-1 1 0 0,-1 1 0 0 0,1-1 0 0 0,0 1-1 0 0,-1-1 1 0 0,1 0 0 0 0,0 1 0 0 0,-1-1-1 0 0,1 0 1 0 0,0 0 0 0 0,0 0 0 0 0,2-1 0 0 0,9 1-249 0 0,0-1 0 0 0,0-1 0 0 0,17-4 0 0 0,-26 5 188 0 0,26-5-423 0 0,81-16-410 0 0,-97 20 611 0 0,0 1 1 0 0,0 0 0 0 0,0 1-1 0 0,-1 1 1 0 0,27 4 0 0 0,-39-5 262 0 0,0 0 1 0 0,0 0 0 0 0,1 1 0 0 0,-1-1-1 0 0,0 0 1 0 0,0 1 0 0 0,0-1 0 0 0,0 1 0 0 0,0-1-1 0 0,1 1 1 0 0,-1 0 0 0 0,0-1 0 0 0,0 1-1 0 0,0 0 1 0 0,-1 0 0 0 0,1-1 0 0 0,0 1 0 0 0,0 0-1 0 0,0 0 1 0 0,-1 0 0 0 0,1 0 0 0 0,0 0-1 0 0,-1 0 1 0 0,1 1 0 0 0,0 0 0 0 0,-1 0 53 0 0,0 0 1 0 0,0 0-1 0 0,0 0 1 0 0,0 0-1 0 0,-1-1 1 0 0,1 1-1 0 0,0 0 1 0 0,-1 0-1 0 0,1 0 0 0 0,-1-1 1 0 0,0 1-1 0 0,0 0 1 0 0,0-1-1 0 0,-1 4 1 0 0,-4 2 286 0 0,1 0 0 0 0,-1 0 0 0 0,0 0 0 0 0,-1-1-1 0 0,-12 10 1 0 0,-12 5 23 0 0,0-2-1 0 0,-2-2 1 0 0,-39 16-1 0 0,55-27-1355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0:59.6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54 6913 0 0,'-1'0'165'0'0,"1"-1"0"0"0,-1 1 0 0 0,0-1 0 0 0,0 1 0 0 0,0-1-1 0 0,0 1 1 0 0,1-1 0 0 0,-1 0 0 0 0,0 1 0 0 0,1-1 0 0 0,-1 0-1 0 0,0 0 1 0 0,1 1 0 0 0,-1-1 0 0 0,1 0 0 0 0,-1 0 0 0 0,1 0-1 0 0,0 0 1 0 0,-1 0 0 0 0,1 0 0 0 0,0 0 0 0 0,0 0 0 0 0,-1 0-1 0 0,1 1 1 0 0,0-1 0 0 0,0-1 0 0 0,1 0 46 0 0,-1 1-1 0 0,1 0 1 0 0,0 0 0 0 0,-1 0 0 0 0,1 0-1 0 0,0 0 1 0 0,0 0 0 0 0,-1 0 0 0 0,1 0-1 0 0,0 0 1 0 0,0 0 0 0 0,0 0 0 0 0,0 1 0 0 0,1-1-1 0 0,-1 0 1 0 0,2 0 0 0 0,3-2 277 0 0,-1 1 0 0 0,1-1 1 0 0,0 2-1 0 0,0-1 0 0 0,0 1 1 0 0,1-1-1 0 0,6 1 0 0 0,-2 2-178 0 0,0 0-1 0 0,1 1 0 0 0,-1 0 0 0 0,0 1 0 0 0,0 0 0 0 0,-1 0 1 0 0,1 2-1 0 0,-1-1 0 0 0,15 9 0 0 0,11 9-211 0 0,39 31-1 0 0,-43-29-163 0 0,-18-13-924 0 0,0 2 0 0 0,0 0 0 0 0,19 24 0 0 0,-17-18-2434 0 0,-12-14 1913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0:59.8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351 1 4145 0 0,'-1'0'156'0'0,"0"0"0"0"0,0-1 0 0 0,0 1 1 0 0,0 0-1 0 0,0 0 0 0 0,0 0 0 0 0,0 0 0 0 0,0 0 1 0 0,0 0-1 0 0,0 0 0 0 0,0 1 0 0 0,0-1 0 0 0,0 0 1 0 0,0 0-1 0 0,0 1 0 0 0,1-1 0 0 0,-1 1 0 0 0,0-1 1 0 0,0 0-1 0 0,0 1 0 0 0,0 0 0 0 0,1-1 0 0 0,-1 1 1 0 0,0 0-1 0 0,0-1 0 0 0,1 1 0 0 0,-1 0 0 0 0,0 0 1 0 0,1-1-1 0 0,-1 2 0 0 0,-23 32 2669 0 0,21-29-2410 0 0,-82 120 4279 0 0,-32 52-1488 0 0,96-141-3829 0 0,1 1-1 0 0,-28 79 1 0 0,42-100-590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00.3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8 284 14283 0 0,'-8'-3'1261'0'0,"9"2"-1256"0"0,14 0 807 0 0,-12 2-24 0 0,13 6-244 0 0,0 0-1 0 0,-1 1 1 0 0,-1 1 0 0 0,1 1-1 0 0,-2 0 1 0 0,16 14-1 0 0,28 19-167 0 0,-46-35-358 0 0,0 0-1 0 0,1-1 1 0 0,0 0 0 0 0,0-1 0 0 0,1 0 0 0 0,-1-1-1 0 0,1-1 1 0 0,17 4 0 0 0,-29-8 11 0 0,0 0 0 0 0,0 0-1 0 0,0-1 1 0 0,0 1 0 0 0,0 0 0 0 0,0-1 0 0 0,0 1-1 0 0,0-1 1 0 0,0 1 0 0 0,0-1 0 0 0,-1 0 0 0 0,1 1-1 0 0,0-1 1 0 0,0 0 0 0 0,0 1 0 0 0,-1-1 0 0 0,1 0-1 0 0,0 0 1 0 0,-1 0 0 0 0,1 0 0 0 0,-1 0 0 0 0,1 1-1 0 0,-1-1 1 0 0,1 0 0 0 0,-1 0 0 0 0,0 0 0 0 0,1-1-1 0 0,-1 1 1 0 0,0-1 0 0 0,8-40 475 0 0,-7 34-448 0 0,5-45 233 0 0,-3-100-1 0 0,-1 4-1854 0 0,4 119-1651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00.8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153 1 3225 0 0,'-9'1'297'0'0,"0"0"1"0"0,1 1 0 0 0,-1 0-1 0 0,1 1 1 0 0,-1-1 0 0 0,1 2-1 0 0,0-1 1 0 0,0 1 0 0 0,0 1-1 0 0,-10 6 1 0 0,12-7 328 0 0,0 1 0 0 0,1-1-1 0 0,-1 1 1 0 0,1 0 0 0 0,0 0 0 0 0,0 1-1 0 0,-6 10 1 0 0,10-15-547 0 0,1-1-1 0 0,0 1 0 0 0,0 0 1 0 0,0 0-1 0 0,-1-1 1 0 0,1 1-1 0 0,0 0 0 0 0,0 0 1 0 0,0 0-1 0 0,0-1 1 0 0,0 1-1 0 0,1 0 1 0 0,-1 0-1 0 0,0-1 0 0 0,0 1 1 0 0,0 0-1 0 0,1 0 1 0 0,-1-1-1 0 0,0 1 0 0 0,1 0 1 0 0,-1-1-1 0 0,1 1 1 0 0,-1 0-1 0 0,1-1 0 0 0,-1 1 1 0 0,1-1-1 0 0,-1 1 1 0 0,1-1-1 0 0,-1 1 1 0 0,1-1-1 0 0,0 1 0 0 0,-1-1 1 0 0,1 1-1 0 0,0-1 1 0 0,0 0-1 0 0,-1 1 0 0 0,1-1 1 0 0,0 0-1 0 0,0 0 1 0 0,-1 0-1 0 0,2 1 1 0 0,42 10 298 0 0,-34-9-140 0 0,27 6-30 0 0,-26-6-121 0 0,0 0 0 0 0,0 1-1 0 0,0 0 1 0 0,0 0 0 0 0,0 1 0 0 0,-1 0-1 0 0,1 1 1 0 0,-1 0 0 0 0,-1 1 0 0 0,15 10 0 0 0,-23-14-61 0 0,1 0 1 0 0,-1 0-1 0 0,1 0 1 0 0,-1 0-1 0 0,0 0 1 0 0,0 0-1 0 0,0 0 1 0 0,0 0-1 0 0,-1 1 1 0 0,1-1-1 0 0,0 0 1 0 0,-1 0-1 0 0,0 1 1 0 0,1-1-1 0 0,-1 0 1 0 0,0 1-1 0 0,0-1 1 0 0,-1 0-1 0 0,1 1 1 0 0,0-1-1 0 0,-1 0 1 0 0,1 1-1 0 0,-1-1 1 0 0,0 0-1 0 0,0 0 1 0 0,1 0-1 0 0,-2 0 1 0 0,1 0-1 0 0,0 0 1 0 0,0 0-1 0 0,-1 0 1 0 0,-1 2-1 0 0,-6 8 167 0 0,0-1 1 0 0,-1 0-1 0 0,-20 16 0 0 0,28-24-151 0 0,-16 12 17 0 0,0-1 1 0 0,0 0 0 0 0,-2-1 0 0 0,0-1 0 0 0,-38 17 0 0 0,33-20-6648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04.83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50 42 5529 0 0,'-20'-16'2890'0'0,"16"14"-2073"0"0,1 0-1 0 0,0 0 1 0 0,0-1 0 0 0,0 1 0 0 0,0-1 0 0 0,0 0 0 0 0,-5-6 0 0 0,17 13 2583 0 0,18 6-2271 0 0,5 5-705 0 0,-1 2 0 0 0,0 1 1 0 0,-1 2-1 0 0,-2 1 0 0 0,0 1 1 0 0,26 26-1 0 0,27 29-1986 0 0,-70-68 943 0 0,1 0 0 0 0,0 0 0 0 0,1-2 0 0 0,0 1 0 0 0,20 7 0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05.04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258 24 3681 0 0,'-35'-23'10179'0'0,"29"22"-9336"0"0,-7 9 4288 0 0,2 7-5612 0 0,-91 190 1864 0 0,45-83-1915 0 0,32-68-571 0 0,16-31 126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05.61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84 1 7834 0 0,'-2'0'174'0'0,"1"0"0"0"0,-1 0 0 0 0,0 0 0 0 0,0 0 0 0 0,0 1 0 0 0,1-1 0 0 0,-1 1 0 0 0,0-1 0 0 0,1 1 0 0 0,-1-1 0 0 0,0 1 1 0 0,1 0-1 0 0,-1 0 0 0 0,1 0 0 0 0,-1 0 0 0 0,1 0 0 0 0,-1 0 0 0 0,1 1 0 0 0,0-1 0 0 0,0 0 0 0 0,-1 1 0 0 0,1-1 0 0 0,0 1 0 0 0,0-1 0 0 0,0 1 0 0 0,1-1 1 0 0,-1 1-1 0 0,0 1 0 0 0,-20 50 2962 0 0,15-33-2828 0 0,1 0 1 0 0,1 1-1 0 0,1 0 1 0 0,0 28-1 0 0,2-38-184 0 0,1 0-1 0 0,1 1 1 0 0,0-1-1 0 0,1 0 1 0 0,0 0 0 0 0,1-1-1 0 0,0 1 1 0 0,0 0-1 0 0,10 19 1 0 0,-10-26-243 0 0,0-1 0 0 0,0 1 0 0 0,0-1 0 0 0,0 1-1 0 0,0-1 1 0 0,1 0 0 0 0,-1 0 0 0 0,1-1 0 0 0,0 1 0 0 0,0-1 0 0 0,0 0-1 0 0,0 0 1 0 0,0 0 0 0 0,0 0 0 0 0,8 1 0 0 0,-9-2 50 0 0,-1-1-1 0 0,1 1 1 0 0,-1-1 0 0 0,1 1-1 0 0,-1-1 1 0 0,1 0 0 0 0,-1 0-1 0 0,1 0 1 0 0,0-1 0 0 0,-1 1-1 0 0,1-1 1 0 0,-1 1 0 0 0,1-1-1 0 0,-1 0 1 0 0,0 0 0 0 0,1 0-1 0 0,-1 0 1 0 0,0 0 0 0 0,1 0-1 0 0,-1-1 1 0 0,0 1 0 0 0,0-1-1 0 0,0 1 1 0 0,0-1 0 0 0,-1 0-1 0 0,1 0 1 0 0,0 0 0 0 0,-1 0-1 0 0,3-4 1 0 0,-3 5 12 0 0,0-1 0 0 0,-1 0 0 0 0,1 0 1 0 0,0 0-1 0 0,-1 0 0 0 0,1 0 0 0 0,-1-1 0 0 0,0 1 1 0 0,0 0-1 0 0,0 0 0 0 0,0 0 0 0 0,0 0 1 0 0,0 0-1 0 0,0 0 0 0 0,-1 0 0 0 0,1 0 0 0 0,-1 0 1 0 0,1 0-1 0 0,-3-4 0 0 0,-24-37 222 0 0,23 38-25 0 0,0 1 0 0 0,1-1 0 0 0,-1 0 0 0 0,1 0 1 0 0,1 0-1 0 0,-1 0 0 0 0,1-1 0 0 0,0 1 0 0 0,0 0 0 0 0,-2-9 1 0 0,4 11-99 0 0,0 0 0 0 0,0 0 0 0 0,1 0 0 0 0,-1 0 0 0 0,1 0 0 0 0,-1 0 0 0 0,1 0 0 0 0,0 0 1 0 0,0 0-1 0 0,1 0 0 0 0,-1 0 0 0 0,0 0 0 0 0,1 1 0 0 0,0-1 0 0 0,0 1 0 0 0,2-3 0 0 0,0 0 62 0 0,0 1-1 0 0,1 0 1 0 0,0 0-1 0 0,0 0 1 0 0,0 0-1 0 0,1 1 0 0 0,10-5 1 0 0,-9 4-5 0 0,1 1 0 0 0,1 0 1 0 0,-1 1-1 0 0,0 0 0 0 0,0 0 1 0 0,1 0-1 0 0,-1 1 0 0 0,1 1 0 0 0,-1-1 1 0 0,1 1-1 0 0,0 1 0 0 0,10 1 1 0 0,-14 0-86 0 0,1 0-1 0 0,0 1 1 0 0,-1 0 0 0 0,1 0 0 0 0,-1 0 0 0 0,0 0 0 0 0,0 1 0 0 0,0-1 0 0 0,-1 1 0 0 0,1 1 0 0 0,-1-1 0 0 0,0 1 0 0 0,0-1 0 0 0,6 11 0 0 0,3 7 150 0 0,-2 0 1 0 0,14 32-1 0 0,-11-20 51 0 0,-8-19-702 0 0,-1 0 0 0 0,6 31 0 0 0,-11-45 420 0 0,3 8-965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05.84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 1 3681 0 0,'-5'18'2047'0'0,"0"1"0"0"0,1-1 0 0 0,-2 32 0 0 0,5-22-1279 0 0,1 1-1 0 0,1-1 1 0 0,9 51-1 0 0,-5-54-1430 0 0,12 36-1 0 0,-10-43-4242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06.12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0 195 3225 0 0,'6'-4'4674'0'0,"-6"4"-4574"0"0,14 7 2455 0 0,16 15-658 0 0,-26-20-1516 0 0,9 8-8 0 0,1-2 0 0 0,-1 1 0 0 0,2-2 0 0 0,-1 0-1 0 0,1-1 1 0 0,21 6 0 0 0,-26-9-347 0 0,-1-1 0 0 0,1 0 1 0 0,0 0-1 0 0,0-1 0 0 0,0-1 0 0 0,0 1 0 0 0,0-2 0 0 0,0 1 0 0 0,0-2 0 0 0,0 1 0 0 0,13-5 0 0 0,-21 6 21 0 0,0-1-1 0 0,0 0 0 0 0,0 0 1 0 0,0 0-1 0 0,-1 0 0 0 0,1 0 1 0 0,0 0-1 0 0,-1-1 0 0 0,1 1 1 0 0,-1-1-1 0 0,1 1 0 0 0,-1-1 1 0 0,0 1-1 0 0,1-1 0 0 0,-1 0 1 0 0,0 1-1 0 0,0-1 0 0 0,0 0 0 0 0,-1 0 1 0 0,1 0-1 0 0,0 0 0 0 0,-1 0 1 0 0,1 0-1 0 0,-1 0 0 0 0,1 0 1 0 0,-1 0-1 0 0,0 0 0 0 0,0 0 1 0 0,0 0-1 0 0,0 0 0 0 0,-1 0 1 0 0,0-4-1 0 0,-1-7 573 0 0,-1 1 0 0 0,-1-1 0 0 0,0 1 0 0 0,-7-14 0 0 0,5 11-175 0 0,-12-28-472 0 0,-28-47 0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06.89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1 1 456 0 0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06.98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5929 0 0,'2'1'0'0'0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07.1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3225 0 0,'2'9'868'0'0,"0"-1"1"0"0,0 1-1 0 0,1-1 1 0 0,0 0-1 0 0,0 0 1 0 0,1 0-1 0 0,8 14 1 0 0,-3-5-138 0 0,31 55 1229 0 0,24 50-3240 0 0,-58-106-2942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07.38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70 6449 0 0,'1'-4'169'0'0,"-1"1"0"0"0,1 0 0 0 0,0 0 0 0 0,1 0-1 0 0,-1 0 1 0 0,0-1 0 0 0,1 2 0 0 0,0-1 0 0 0,-1 0-1 0 0,1 0 1 0 0,1 0 0 0 0,-1 1 0 0 0,0-1-1 0 0,0 1 1 0 0,1 0 0 0 0,0 0 0 0 0,-1 0 0 0 0,1 0-1 0 0,0 0 1 0 0,0 0 0 0 0,0 1 0 0 0,0 0 0 0 0,0-1-1 0 0,0 1 1 0 0,0 0 0 0 0,1 0 0 0 0,2 0 0 0 0,-2 0 26 0 0,0 0 1 0 0,0 0-1 0 0,1 0 1 0 0,-1 0-1 0 0,0 1 1 0 0,0-1-1 0 0,0 1 1 0 0,1 0-1 0 0,-1 0 1 0 0,0 1-1 0 0,0-1 1 0 0,0 1-1 0 0,0 0 1 0 0,0 0-1 0 0,0 1 1 0 0,0-1 0 0 0,0 1-1 0 0,0 0 1 0 0,0 0-1 0 0,-1 0 1 0 0,1 0-1 0 0,2 3 1 0 0,-3-1-147 0 0,0-1 1 0 0,-1 1 0 0 0,0-1-1 0 0,0 1 1 0 0,0 0 0 0 0,0 0-1 0 0,-1 0 1 0 0,0 0 0 0 0,0 0-1 0 0,0 1 1 0 0,0-1 0 0 0,0 0-1 0 0,-1 0 1 0 0,0 1 0 0 0,0-1-1 0 0,0 0 1 0 0,0 1 0 0 0,-2 5-1 0 0,-9 34-949 0 0,-6-4-3355 0 0,4-15-669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07.9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5985 0 0,'29'6'3117'0'0,"6"1"151"0"0,36 13 0 0 0,9 2-1575 0 0,-64-18-2645 0 0,0-1 1 0 0,0-1 0 0 0,18-1 0 0 0,-21-1-4101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08.11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228 32 456 0 0,'-11'-18'101'0'0,"10"17"355"0"0,0-1-1 0 0,0 1 0 0 0,0 0 0 0 0,0 0 1 0 0,0 0-1 0 0,-1 1 0 0 0,1-1 0 0 0,0 0 1 0 0,0 0-1 0 0,-1 1 0 0 0,1-1 0 0 0,-1 0 1 0 0,1 1-1 0 0,-2-1 0 0 0,1 1 128 0 0,0 0 1 0 0,0 0-1 0 0,1 0 0 0 0,-1 0 1 0 0,0 0-1 0 0,0 0 0 0 0,0 1 1 0 0,1-1-1 0 0,-1 0 0 0 0,0 1 0 0 0,-3 1 1 0 0,-13 9-179 0 0,3 1 549 0 0,1 1 1 0 0,0 1-1 0 0,-22 27 0 0 0,-28 52-2876 0 0,53-73-4122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08.86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98 26 3225 0 0,'0'-2'423'0'0,"-1"1"1"0"0,0-1-1 0 0,0 1 1 0 0,0 0 0 0 0,1 0-1 0 0,-1-1 1 0 0,0 1-1 0 0,0 0 1 0 0,-1 0 0 0 0,1 0-1 0 0,0 0 1 0 0,0 0-1 0 0,0 0 1 0 0,-1 0 0 0 0,1 1-1 0 0,0-1 1 0 0,-1 0-1 0 0,1 1 1 0 0,-1-1-1 0 0,1 1 1 0 0,-1-1 0 0 0,1 1-1 0 0,-3 0 1 0 0,2-1 64 0 0,1 0 0 0 0,-1 1 0 0 0,0-1 0 0 0,0 1 0 0 0,-1 0 0 0 0,1-1 1 0 0,0 1-1 0 0,0 0 0 0 0,0 0 0 0 0,0 1 0 0 0,0-1 0 0 0,0 0 0 0 0,0 1 0 0 0,0-1 0 0 0,0 1 1 0 0,0-1-1 0 0,0 1 0 0 0,-1 1 0 0 0,-1 2-473 0 0,1 0 0 0 0,0 1-1 0 0,0 0 1 0 0,1-1 0 0 0,-1 1 0 0 0,1 0 0 0 0,0 0 0 0 0,1 0-1 0 0,-1 0 1 0 0,1 1 0 0 0,0-1 0 0 0,0 0 0 0 0,0 1 0 0 0,1-1-1 0 0,0 0 1 0 0,0 1 0 0 0,1 6 0 0 0,2 8 33 0 0,0 0 0 0 0,1 0 1 0 0,8 24-1 0 0,-6-25-116 0 0,1 0 0 0 0,1-1 0 0 0,1 1 0 0 0,0-2 0 0 0,1 1 0 0 0,15 18 0 0 0,-21-30 38 0 0,1 0-1 0 0,0 0 1 0 0,1 0 0 0 0,-1-1 0 0 0,1 0 0 0 0,0 0-1 0 0,0 0 1 0 0,1-1 0 0 0,-1 0 0 0 0,1 0 0 0 0,0-1-1 0 0,0 0 1 0 0,0 0 0 0 0,1 0 0 0 0,-1-1 0 0 0,1 0-1 0 0,-1-1 1 0 0,1 0 0 0 0,9 1 0 0 0,-16-2-29 0 0,1 0 0 0 0,-1 0 1 0 0,0 0-1 0 0,1 0 0 0 0,-1-1 1 0 0,0 1-1 0 0,1 0 0 0 0,-1-1 1 0 0,0 1-1 0 0,1 0 0 0 0,-1-1 0 0 0,0 0 1 0 0,0 1-1 0 0,0-1 0 0 0,1 0 1 0 0,-1 1-1 0 0,0-1 0 0 0,0 0 1 0 0,0 0-1 0 0,0 0 0 0 0,0 0 1 0 0,-1 0-1 0 0,2-1 0 0 0,-1-1-29 0 0,0 1 0 0 0,0 0 0 0 0,0-1 0 0 0,-1 1 0 0 0,1-1 0 0 0,-1 1-1 0 0,1 0 1 0 0,-1-1 0 0 0,0 1 0 0 0,0-1 0 0 0,-1-4 0 0 0,-1-7-246 0 0,-1-1 1 0 0,0 1-1 0 0,-9-21 0 0 0,7 23 131 0 0,-8-24-121 0 0,8 25 328 0 0,1 0 1 0 0,0 0-1 0 0,1 0 1 0 0,-4-21 0 0 0,7 29 16 0 0,0-1 0 0 0,0 0 0 0 0,0 0 1 0 0,1 1-1 0 0,-1-1 0 0 0,1 0 0 0 0,0 1 0 0 0,0-1 1 0 0,0 0-1 0 0,0 1 0 0 0,0-1 0 0 0,1 1 0 0 0,0 0 1 0 0,0-1-1 0 0,0 1 0 0 0,0 0 0 0 0,0 0 0 0 0,1 0 1 0 0,2-3-1 0 0,-1 3-9 0 0,-1-1 0 0 0,1 1 1 0 0,0 0-1 0 0,0 0 0 0 0,0 0 0 0 0,0 0 0 0 0,0 1 1 0 0,1-1-1 0 0,-1 1 0 0 0,1 0 0 0 0,0 1 0 0 0,-1-1 1 0 0,1 1-1 0 0,0 0 0 0 0,6-1 0 0 0,-7 2 23 0 0,-1 1-1 0 0,1-1 1 0 0,0 1-1 0 0,-1 0 1 0 0,1 0-1 0 0,-1 0 1 0 0,1 0-1 0 0,-1 0 0 0 0,1 1 1 0 0,-1 0-1 0 0,0-1 1 0 0,0 1-1 0 0,0 1 1 0 0,0-1-1 0 0,0 0 1 0 0,0 1-1 0 0,0-1 1 0 0,-1 1-1 0 0,0 0 1 0 0,1 0-1 0 0,1 3 0 0 0,3 5 92 0 0,-1 1 0 0 0,0-1 0 0 0,0 1 0 0 0,-1 0 0 0 0,-1 0 0 0 0,0 0 0 0 0,3 19-1 0 0,10 93-391 0 0,-15-106-106 0 0,-2-12-1297 0 0,0 8-2052 0 0,4-18 3136 0 0,-2-2 605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09.09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 0 5985 0 0,'-2'5'704'0'0,"1"-1"-1"0"0,-1 0 1 0 0,1 0-1 0 0,0 0 1 0 0,0 1-1 0 0,0-1 1 0 0,1 1-1 0 0,-1-1 1 0 0,1 1-1 0 0,0-1 1 0 0,0 0 0 0 0,1 1-1 0 0,1 7 1 0 0,-1 2 43 0 0,1 8-199 0 0,2 0-1 0 0,0 0 1 0 0,1 0-1 0 0,2-1 1 0 0,14 35 0 0 0,3 13-3039 0 0,-19-52-3812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09.39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1 156 5985 0 0,'1'3'876'0'0,"8"-3"225"0"0,12-2 772 0 0,-18 2-1671 0 0,11-1 939 0 0,0 0 0 0 0,0 2-1 0 0,0-1 1 0 0,-1 2 0 0 0,27 5 0 0 0,63 27 101 0 0,-95-31-1218 0 0,-1 0 31 0 0,49 16 190 0 0,-51-18-205 0 0,-1 0 0 0 0,1 0 0 0 0,-1-1-1 0 0,1 1 1 0 0,-1-1 0 0 0,1 0 0 0 0,0 0 0 0 0,-1 0 0 0 0,1-1 0 0 0,5-1 0 0 0,-9 1-5 0 0,0 1 1 0 0,0-1-1 0 0,0 0 1 0 0,0 1 0 0 0,0-1-1 0 0,0 0 1 0 0,0 0-1 0 0,0 0 1 0 0,0 0-1 0 0,0 0 1 0 0,-1 0-1 0 0,1 0 1 0 0,0 0 0 0 0,-1 0-1 0 0,1 0 1 0 0,-1 0-1 0 0,1 0 1 0 0,-1 0-1 0 0,1-1 1 0 0,-1 1-1 0 0,0 0 1 0 0,0 0 0 0 0,0 0-1 0 0,0-1 1 0 0,0 1-1 0 0,0 0 1 0 0,0 0-1 0 0,0-1 1 0 0,0 1 0 0 0,0 0-1 0 0,-1 0 1 0 0,1-1-1 0 0,-1-1 1 0 0,-16-44 283 0 0,14 40-327 0 0,-48-104-3306 0 0,42 89-2961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09.63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 1 5641 0 0,'-3'6'548'0'0,"1"1"0"0"0,1 0 0 0 0,-1 0 0 0 0,1 0 0 0 0,0 0 0 0 0,1 0 0 0 0,0 0 0 0 0,0-1 0 0 0,0 1 0 0 0,1 0 0 0 0,2 8 0 0 0,-1 2 687 0 0,0 2-448 0 0,0 0-1 0 0,2 0 1 0 0,6 20-1 0 0,-7-28-882 0 0,2 1-1 0 0,0-1 1 0 0,0 1-1 0 0,1-1 1 0 0,13 18-1 0 0,-10-17-871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09.85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5 3225 0 0,'49'-5'4209'0'0,"-38"5"-3443"0"0,0 1 0 0 0,0 0 0 0 0,0 1 0 0 0,0 0 0 0 0,0 1 0 0 0,-1 0 0 0 0,1 1 0 0 0,-1 0 0 0 0,0 1 0 0 0,0 0 0 0 0,16 10-1 0 0,-21-11-639 0 0,-1-1-1 0 0,1 0 0 0 0,-1 1 1 0 0,0 0-1 0 0,0 0 0 0 0,-1 0 0 0 0,1 1 1 0 0,-1-1-1 0 0,0 1 0 0 0,0-1 1 0 0,0 1-1 0 0,-1 0 0 0 0,1 0 0 0 0,-1 1 1 0 0,0-1-1 0 0,-1 0 0 0 0,0 1 1 0 0,1-1-1 0 0,-2 1 0 0 0,1-1 0 0 0,-1 1 1 0 0,0-1-1 0 0,0 1 0 0 0,-1 11 1 0 0,-1-8-500 0 0,-1 0 1 0 0,1-1-1 0 0,-8 18 1 0 0,-8 6-4243 0 0,-3-4-1262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10.37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7 4609 0 0,'15'-6'15250'0'0,"-10"21"-14467"0"0,1 4-7612 0 0,12-14-600 0 0,5-17 5134 0 0,-15 4 2279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10.59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54 0 8290 0 0,'-3'2'278'0'0,"-1"1"-1"0"0,0-1 1 0 0,1 1 0 0 0,0 0 0 0 0,-1 0-1 0 0,1 0 1 0 0,0 0 0 0 0,1 1 0 0 0,-1-1-1 0 0,0 1 1 0 0,1-1 0 0 0,0 1 0 0 0,0 0 0 0 0,0 0-1 0 0,1 0 1 0 0,-1 0 0 0 0,1 1 0 0 0,0-1-1 0 0,0 0 1 0 0,0 1 0 0 0,0 4 0 0 0,0-3 6 0 0,0 1 1 0 0,0-1 0 0 0,1 1-1 0 0,0 0 1 0 0,0-1-1 0 0,1 1 1 0 0,0-1 0 0 0,0 1-1 0 0,0-1 1 0 0,1 1-1 0 0,0-1 1 0 0,0 1 0 0 0,5 8-1 0 0,1-10-3175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11.31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96 0 11979 0 0,'-1'0'298'0'0,"0"0"0"0"0,0 0 1 0 0,1 1-1 0 0,-1-1 0 0 0,0 0 0 0 0,0 0 1 0 0,0 0-1 0 0,0 1 0 0 0,0-1 1 0 0,0 0-1 0 0,0 1 0 0 0,1-1 1 0 0,-1 1-1 0 0,0-1 0 0 0,0 1 1 0 0,-1 0-1 0 0,-22 21 1856 0 0,18-17-2088 0 0,1 0 0 0 0,0 1-1 0 0,0 0 1 0 0,1 0 0 0 0,0 1-1 0 0,0-1 1 0 0,0 1 0 0 0,1 0-1 0 0,0 0 1 0 0,0 0 0 0 0,1 0-1 0 0,0 1 1 0 0,0-1 0 0 0,0 0 0 0 0,1 1-1 0 0,1 0 1 0 0,-1-1 0 0 0,1 1-1 0 0,0-1 1 0 0,1 1 0 0 0,0 0-1 0 0,0-1 1 0 0,0 1 0 0 0,1-1 0 0 0,0 0-1 0 0,1 0 1 0 0,0 1 0 0 0,0-2-1 0 0,0 1 1 0 0,1 0 0 0 0,0-1-1 0 0,0 1 1 0 0,1-1 0 0 0,0 0 0 0 0,0-1-1 0 0,0 1 1 0 0,9 6 0 0 0,-2-2-74 0 0,0 0 1 0 0,1-1 0 0 0,1 0-1 0 0,-1-2 1 0 0,1 1 0 0 0,0-2-1 0 0,1 1 1 0 0,0-2-1 0 0,20 5 1 0 0,-28-8-52 0 0,-1-1 0 0 0,1 1-1 0 0,0-1 1 0 0,-1-1 0 0 0,1 1 0 0 0,0-1 0 0 0,-1-1-1 0 0,1 1 1 0 0,0-1 0 0 0,-1 0 0 0 0,1 0 0 0 0,0-1-1 0 0,-1 0 1 0 0,0 0 0 0 0,1-1 0 0 0,-1 0 0 0 0,0 0-1 0 0,0 0 1 0 0,-1-1 0 0 0,1 1 0 0 0,-1-1 0 0 0,1-1-1 0 0,-1 1 1 0 0,5-7 0 0 0,-9 10 12 0 0,1-1 1 0 0,-1 1-1 0 0,0-1 0 0 0,0 0 0 0 0,0 1 1 0 0,0-1-1 0 0,0 0 0 0 0,0 0 0 0 0,0 0 1 0 0,-1 1-1 0 0,1-1 0 0 0,-1 0 0 0 0,1 0 1 0 0,-1 0-1 0 0,0 0 0 0 0,0 0 0 0 0,0 0 1 0 0,0 0-1 0 0,0 0 0 0 0,0 0 1 0 0,-1-3-1 0 0,0 2-44 0 0,0 1 0 0 0,-1-1 0 0 0,1 1 0 0 0,-1-1 0 0 0,1 1 0 0 0,-1 0 0 0 0,0-1 0 0 0,0 1 0 0 0,0 0 1 0 0,0 0-1 0 0,0 1 0 0 0,0-1 0 0 0,-4-2 0 0 0,-6-2-391 0 0,1 0 0 0 0,-1 1 1 0 0,0 0-1 0 0,0 0 0 0 0,-19-3 0 0 0,17 5-185 0 0,5 2 653 0 0,0-1 0 0 0,1 0 0 0 0,-1-1 0 0 0,1 0 0 0 0,0 0 0 0 0,-9-5 0 0 0,16 7 65 0 0,0 0 1 0 0,0 0-1 0 0,0 0 0 0 0,0 0 0 0 0,0 0 0 0 0,0 0 1 0 0,0 0-1 0 0,0 0 0 0 0,0 0 0 0 0,0-1 1 0 0,0 1-1 0 0,1 0 0 0 0,-1 0 0 0 0,0-1 0 0 0,1 1 1 0 0,-1-1-1 0 0,1-1 0 0 0,0 1 15 0 0,0 0 0 0 0,0-1 0 0 0,0 1 0 0 0,0 0 0 0 0,1 0-1 0 0,-1 0 1 0 0,1-1 0 0 0,-1 1 0 0 0,1 0 0 0 0,0 0 0 0 0,0 0 0 0 0,0 0 0 0 0,0 0 0 0 0,3-3 0 0 0,2-3 80 0 0,1 0 1 0 0,0 0-1 0 0,0 1 0 0 0,1 0 1 0 0,0 0-1 0 0,1 1 1 0 0,16-10-1 0 0,-10 7 145 0 0,0 2 0 0 0,0 0 0 0 0,0 0 0 0 0,20-4 0 0 0,-30 10-231 0 0,0 0 0 0 0,0 0 0 0 0,-1 0 0 0 0,1 0 1 0 0,0 1-1 0 0,0 0 0 0 0,0 0 0 0 0,0 0 0 0 0,0 1 0 0 0,0-1 1 0 0,0 1-1 0 0,-1 0 0 0 0,1 1 0 0 0,0-1 0 0 0,-1 1 1 0 0,1 0-1 0 0,-1 0 0 0 0,1 1 0 0 0,6 4 0 0 0,-6-2 0 0 0,0-1-1 0 0,0 1 0 0 0,-1 0 1 0 0,0 1-1 0 0,0-1 1 0 0,0 1-1 0 0,-1 0 0 0 0,1 0 1 0 0,-2 0-1 0 0,1 0 1 0 0,0 1-1 0 0,-1-1 0 0 0,2 12 1 0 0,16 101 724 0 0,3 12-4207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12.78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10594 0 0,'3'2'745'0'0,"1"0"-1"0"0,-1 0 0 0 0,0 0 1 0 0,0 0-1 0 0,0 0 0 0 0,0 1 1 0 0,0 0-1 0 0,0-1 0 0 0,-1 1 1 0 0,5 5-1 0 0,7 8 2889 0 0,-22-38-10165 0 0,14 11 6210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13.65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5065 0 0,'18'12'9322'0'0,"-17"-10"-8832"0"0,15 32 3274 0 0,4 36-1312 0 0,3 87-1201 0 0,-18-52-5500 0 0,-5-87-2404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14.29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1 257 5985 0 0,'12'4'5997'0'0,"12"3"-2840"0"0,-2-1-1949 0 0,0-1-1 0 0,0-1 0 0 0,0-1 0 0 0,38 0 1 0 0,-41-3-1085 0 0,-1 1 0 0 0,1 0 1 0 0,-1 1-1 0 0,0 1 0 0 0,0 1 0 0 0,0 1 1 0 0,27 10-1 0 0,-42-13-104 0 0,0 1 0 0 0,-1-1 0 0 0,1 0 0 0 0,-1 1 0 0 0,1-1 0 0 0,-1 1 0 0 0,0 0 0 0 0,0 0 0 0 0,0 0 0 0 0,-1 0 0 0 0,1 0 0 0 0,0 0 0 0 0,-1 0 0 0 0,2 6 0 0 0,-1-1-13 0 0,0 0-1 0 0,0 0 0 0 0,0 0 1 0 0,-1 0-1 0 0,0 10 0 0 0,-1-32-458 0 0,-1 10 251 0 0,1 1 1 0 0,0-1-1 0 0,0 0 1 0 0,0 1-1 0 0,0-1 1 0 0,1 0-1 0 0,0 1 1 0 0,1-5-1 0 0,-2 6 211 0 0,0 0-1 0 0,0 1 0 0 0,0-1 1 0 0,0 0-1 0 0,0 0 0 0 0,-1 0 0 0 0,1 0 1 0 0,0 1-1 0 0,-1-1 0 0 0,0 0 1 0 0,1 0-1 0 0,-1 1 0 0 0,0-1 1 0 0,0 1-1 0 0,0-1 0 0 0,-1-2 1 0 0,-25-31 300 0 0,11 13-56 0 0,-6-17 424 0 0,-31-78-1 0 0,34 62-2990 0 0,2 0-3726 0 0,13 36 39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14.53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6913 0 0,'21'31'6109'0'0,"2"25"-1530"0"0,-17-37-3280 0 0,36 107 2538 0 0,-36-105-6378 0 0,4 43-1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14.74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 4609 0 0,'13'-2'801'0'0,"-1"1"0"0"0,1 1 0 0 0,0 0 0 0 0,-1 1 0 0 0,1 1 0 0 0,-1-1-1 0 0,1 2 1 0 0,-1 0 0 0 0,0 0 0 0 0,0 1 0 0 0,20 11 0 0 0,-27-14-693 0 0,-1 2 0 0 0,0-1 0 0 0,0 0 0 0 0,-1 1-1 0 0,1 0 1 0 0,-1 0 0 0 0,1 0 0 0 0,-1 0 0 0 0,0 1 0 0 0,0-1 0 0 0,0 1 0 0 0,0 0-1 0 0,-1 0 1 0 0,0 0 0 0 0,0 0 0 0 0,0 0 0 0 0,0 0 0 0 0,0 1 0 0 0,-1-1 0 0 0,0 1 0 0 0,0-1-1 0 0,0 1 1 0 0,0-1 0 0 0,-1 1 0 0 0,0-1 0 0 0,0 1 0 0 0,0 0 0 0 0,-1-1 0 0 0,1 1-1 0 0,-1-1 1 0 0,0 1 0 0 0,0-1 0 0 0,-1 1 0 0 0,-2 6 0 0 0,-9 17-4426 0 0,-3 0-1558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20.81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105 339 920 0 0,'-2'-5'380'0'0,"-1"1"0"0"0,0-1 0 0 0,-1 1 0 0 0,1 0 0 0 0,-1 0 0 0 0,0 0 0 0 0,1 1 0 0 0,-2-1 0 0 0,1 1 0 0 0,0 0-1 0 0,-1 0 1 0 0,1 0 0 0 0,-1 1 0 0 0,-7-3 0 0 0,-8-6 1628 0 0,6-7 967 0 0,13 18-2796 0 0,1-1 1 0 0,-1 1-1 0 0,1-1 0 0 0,-1 1 1 0 0,1-1-1 0 0,0 0 1 0 0,-1 1-1 0 0,1-1 0 0 0,0 1 1 0 0,0-1-1 0 0,0 0 1 0 0,-1 1-1 0 0,1-1 1 0 0,0 1-1 0 0,0-1 0 0 0,0 0 1 0 0,0 1-1 0 0,0-1 1 0 0,0 0-1 0 0,0 1 1 0 0,0-1-1 0 0,0 0 0 0 0,0 1 1 0 0,0-1-1 0 0,1 0 1 0 0,-1 1-1 0 0,0-1 0 0 0,0 1 1 0 0,1-1-1 0 0,-1 0 1 0 0,9 5 1993 0 0,27 42-1952 0 0,33 56-1 0 0,20 25 296 0 0,-74-108-465 0 0,1-1 0 0 0,1 0 0 0 0,0-1 0 0 0,27 19-1 0 0,-40-33-25 0 0,0 0 0 0 0,0 0-1 0 0,1 0 1 0 0,-1-1 0 0 0,0 0-1 0 0,1 0 1 0 0,0 0 0 0 0,-1-1-1 0 0,1 1 1 0 0,0-1 0 0 0,0 0-1 0 0,0-1 1 0 0,6 1 0 0 0,-9-1-8 0 0,1 0 1 0 0,-1-1-1 0 0,1 0 1 0 0,-1 1-1 0 0,0-1 1 0 0,1 0 0 0 0,-1 0-1 0 0,0 0 1 0 0,1-1-1 0 0,-1 1 1 0 0,0 0-1 0 0,0-1 1 0 0,0 0-1 0 0,0 1 1 0 0,-1-1-1 0 0,1 0 1 0 0,0 0-1 0 0,-1 0 1 0 0,1 0-1 0 0,-1 0 1 0 0,1 0 0 0 0,-1 0-1 0 0,0-1 1 0 0,0 1-1 0 0,0 0 1 0 0,1-6-1 0 0,3-10 177 0 0,0-1 0 0 0,-1-1-1 0 0,-1 1 1 0 0,-1-1 0 0 0,0-28 0 0 0,-11-101-81 0 0,4 81-116 0 0,4 54-66 0 0,-5-109-747 0 0,13 41-2644 0 0,-1 65 511 0 0,-3 12 1446 0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21.3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120 0 5985 0 0,'-2'1'113'0'0,"-1"-1"1"0"0,1 1-1 0 0,-1 0 0 0 0,0-1 0 0 0,1 1 1 0 0,-1 1-1 0 0,1-1 0 0 0,0 0 0 0 0,-1 0 0 0 0,1 1 1 0 0,0 0-1 0 0,0-1 0 0 0,0 1 0 0 0,0 0 1 0 0,0 0-1 0 0,0 0 0 0 0,1 0 0 0 0,-2 3 0 0 0,-28 44 1039 0 0,28-44-982 0 0,1-1-74 0 0,-7 12 361 0 0,1 0 0 0 0,-9 28 1 0 0,16-41-406 0 0,0-1 0 0 0,0 1 0 0 0,0 0 0 0 0,0-1 0 0 0,0 1 0 0 0,1 0 0 0 0,0 0 0 0 0,-1 0 0 0 0,1-1 0 0 0,0 1 0 0 0,0 0 0 0 0,1 0 0 0 0,-1 0 0 0 0,1 0-1 0 0,-1-1 1 0 0,1 1 0 0 0,0 0 0 0 0,0-1 0 0 0,0 1 0 0 0,0 0 0 0 0,0-1 0 0 0,1 1 0 0 0,-1-1 0 0 0,1 0 0 0 0,2 3 0 0 0,-1-3-78 0 0,-1-1-1 0 0,0 0 0 0 0,1 1 0 0 0,-1-1 1 0 0,1 0-1 0 0,-1-1 0 0 0,1 1 0 0 0,-1 0 1 0 0,1-1-1 0 0,-1 0 0 0 0,1 1 0 0 0,0-1 1 0 0,3 0-1 0 0,41-6-401 0 0,-15 2 230 0 0,-25 4 164 0 0,-1 0-1 0 0,1 0 1 0 0,-1 0 0 0 0,0 1-1 0 0,1 0 1 0 0,-1 1 0 0 0,0-1 0 0 0,0 1-1 0 0,9 4 1 0 0,-13-5 39 0 0,0 0 1 0 0,0 0 0 0 0,-1 0-1 0 0,1 1 1 0 0,0-1-1 0 0,0 1 1 0 0,-1-1-1 0 0,1 1 1 0 0,-1 0 0 0 0,0-1-1 0 0,1 1 1 0 0,-1 0-1 0 0,0 0 1 0 0,0 0-1 0 0,0 0 1 0 0,0 0-1 0 0,0 0 1 0 0,-1 0 0 0 0,1 0-1 0 0,-1 0 1 0 0,1 1-1 0 0,-1-1 1 0 0,0 0-1 0 0,0 0 1 0 0,0 0 0 0 0,0 1-1 0 0,0-1 1 0 0,0 0-1 0 0,-1 0 1 0 0,0 4-1 0 0,-1 1 167 0 0,0 1 0 0 0,-1-1 0 0 0,0 0 0 0 0,0 1 0 0 0,-1-1 0 0 0,0-1 1 0 0,0 1-1 0 0,-8 9 0 0 0,-2 0-175 0 0,-29 27 0 0 0,27-28-675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21.5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95 7834 0 0,'0'0'602'0'0,"25"-16"2695"0"0,48-27-1354 0 0,6 11-7121 0 0,-68 28 4746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22.2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131 23 1376 0 0,'-1'-3'393'0'0,"-1"1"0"0"0,0 1-1 0 0,-1-1 1 0 0,1 0 0 0 0,0 0 0 0 0,0 1-1 0 0,-1-1 1 0 0,1 1 0 0 0,-1 0-1 0 0,1 0 1 0 0,-1 0 0 0 0,0 0 0 0 0,1 0-1 0 0,-1 1 1 0 0,0-1 0 0 0,0 1 0 0 0,0-1-1 0 0,1 1 1 0 0,-1 0 0 0 0,0 0-1 0 0,0 1 1 0 0,0-1 0 0 0,1 0 0 0 0,-1 1-1 0 0,-4 1 1 0 0,4-1-228 0 0,0 1 0 0 0,0 0 0 0 0,0-1 0 0 0,0 1-1 0 0,1 1 1 0 0,-1-1 0 0 0,0 0 0 0 0,1 1 0 0 0,-1-1 0 0 0,1 1 0 0 0,0 0 0 0 0,0-1 0 0 0,0 1 0 0 0,0 0-1 0 0,1 0 1 0 0,-1 1 0 0 0,1-1 0 0 0,0 0 0 0 0,0 0 0 0 0,-1 5 0 0 0,-3 18-113 0 0,1 1 1 0 0,1 1 0 0 0,1-1-1 0 0,2 0 1 0 0,0 0 0 0 0,2 1-1 0 0,1-1 1 0 0,10 40-1 0 0,-11-60-117 0 0,1-1-1 0 0,0 1 0 0 0,-1-1 0 0 0,2 1 0 0 0,-1-1 1 0 0,1 0-1 0 0,0 0 0 0 0,0-1 0 0 0,1 1 1 0 0,0-1-1 0 0,0 0 0 0 0,0 0 0 0 0,0 0 0 0 0,1-1 1 0 0,0 0-1 0 0,0 0 0 0 0,0 0 0 0 0,0-1 1 0 0,0 0-1 0 0,1 0 0 0 0,10 2 0 0 0,-11-3 15 0 0,0 0-1 0 0,0-1 1 0 0,0 0-1 0 0,0 0 0 0 0,1-1 1 0 0,-1 1-1 0 0,0-1 1 0 0,0-1-1 0 0,1 1 0 0 0,-1-1 1 0 0,0 0-1 0 0,0-1 1 0 0,0 1-1 0 0,0-1 1 0 0,0-1-1 0 0,0 1 0 0 0,0-1 1 0 0,-1 0-1 0 0,0 0 1 0 0,1 0-1 0 0,-1-1 0 0 0,0 0 1 0 0,0 0-1 0 0,6-7 1 0 0,-9 9-5 0 0,-1 0 1 0 0,1 0-1 0 0,0 0 1 0 0,-1 0 0 0 0,0-1-1 0 0,1 1 1 0 0,-1 0-1 0 0,0-1 1 0 0,0 1-1 0 0,0 0 1 0 0,-1-1 0 0 0,1 1-1 0 0,-1-1 1 0 0,1 1-1 0 0,-1-1 1 0 0,0 0-1 0 0,0 1 1 0 0,0-1 0 0 0,0 1-1 0 0,0-1 1 0 0,-1 1-1 0 0,1-1 1 0 0,-1 1-1 0 0,0-1 1 0 0,1 1 0 0 0,-3-4-1 0 0,-2-4-157 0 0,-1 0 1 0 0,-1 1-1 0 0,0-1 0 0 0,0 2 0 0 0,-8-9 1 0 0,8 10 362 0 0,1 1 1 0 0,0-1 0 0 0,1 0 0 0 0,0 0 0 0 0,0-1 0 0 0,0 1 0 0 0,-4-12 0 0 0,9 16-53 0 0,-1 0 1 0 0,1 0-1 0 0,-1-1 0 0 0,1 1 0 0 0,0 0 1 0 0,0-1-1 0 0,0 1 0 0 0,1 0 0 0 0,-1 0 1 0 0,1-1-1 0 0,0 1 0 0 0,0 0 0 0 0,0 0 1 0 0,0 0-1 0 0,1 0 0 0 0,-1 0 0 0 0,1 0 1 0 0,-1 0-1 0 0,1 0 0 0 0,0 1 0 0 0,0-1 1 0 0,1 1-1 0 0,-1-1 0 0 0,0 1 1 0 0,1 0-1 0 0,-1 0 0 0 0,1 0 0 0 0,0 0 1 0 0,0 1-1 0 0,0-1 0 0 0,0 1 0 0 0,0-1 1 0 0,0 1-1 0 0,5-1 0 0 0,-4 0-60 0 0,0 1 0 0 0,-1 0 1 0 0,1 0-1 0 0,0 0 0 0 0,-1 1 0 0 0,1-1 0 0 0,0 1 0 0 0,0 0 1 0 0,0 0-1 0 0,-1 0 0 0 0,1 1 0 0 0,0-1 0 0 0,0 1 0 0 0,0 0 1 0 0,-1 0-1 0 0,1 0 0 0 0,-1 0 0 0 0,1 1 0 0 0,-1 0 1 0 0,1-1-1 0 0,-1 1 0 0 0,0 1 0 0 0,0-1 0 0 0,0 0 0 0 0,0 1 1 0 0,0-1-1 0 0,0 1 0 0 0,-1 0 0 0 0,0 0 0 0 0,4 5 0 0 0,0 7 89 0 0,-1 1 0 0 0,0-1-1 0 0,-1 1 1 0 0,-1 0 0 0 0,-1 0-1 0 0,0 1 1 0 0,-1-1-1 0 0,-2 29 1 0 0,1-16-968 0 0,5 42 0 0 0,-2-54-2940 0 0,0-1-1178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22.70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 45 6913 0 0,'-12'-25'1400'0'0,"9"6"4410"0"0,9 211-950 0 0,-2-147-6758 0 0,1 0-1 0 0,17 58 0 0 0,-16-78-3058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22.9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10 319 4609 0 0,'-1'-2'131'0'0,"-1"-1"-1"0"0,1 1 1 0 0,0 0 0 0 0,0-1-1 0 0,1 0 1 0 0,-1 1 0 0 0,0-1 0 0 0,1 1-1 0 0,-1-1 1 0 0,1 0 0 0 0,0 1-1 0 0,0-1 1 0 0,0 0 0 0 0,0 1-1 0 0,1-1 1 0 0,-1 0 0 0 0,1 1 0 0 0,1-5-1 0 0,-2 6 7 0 0,1-1 0 0 0,0 1 1 0 0,0-1-1 0 0,0 1 0 0 0,0-1 0 0 0,1 1 0 0 0,-1 0 0 0 0,0 0 0 0 0,1-1 1 0 0,-1 1-1 0 0,0 0 0 0 0,1 0 0 0 0,0 0 0 0 0,-1 0 0 0 0,1 1 0 0 0,-1-1 0 0 0,1 0 1 0 0,0 1-1 0 0,0-1 0 0 0,-1 1 0 0 0,1 0 0 0 0,0-1 0 0 0,0 1 0 0 0,-1 0 1 0 0,1 0-1 0 0,0 0 0 0 0,0 0 0 0 0,3 1 0 0 0,17 3 632 0 0,-1 0-1 0 0,30 10 0 0 0,-32-8-605 0 0,-1-1-1 0 0,1-1 1 0 0,-1 0 0 0 0,22 0-1 0 0,-30-3-71 0 0,1-1-1 0 0,-1-1 1 0 0,0 0 0 0 0,0 0-1 0 0,1-1 1 0 0,-1 0 0 0 0,0-1-1 0 0,12-4 1 0 0,-19 5-35 0 0,0 1 0 0 0,0-1 1 0 0,0 0-1 0 0,0 0 0 0 0,0 0 1 0 0,-1 0-1 0 0,1 0 0 0 0,-1 0 1 0 0,1-1-1 0 0,-1 1 0 0 0,0-1 0 0 0,0 0 1 0 0,0 0-1 0 0,0 0 0 0 0,-1 0 1 0 0,1 0-1 0 0,-1 0 0 0 0,0 0 1 0 0,0 0-1 0 0,0-1 0 0 0,0 1 0 0 0,0 0 1 0 0,-1-1-1 0 0,1 1 0 0 0,-1 0 1 0 0,0-1-1 0 0,0 1 0 0 0,-1-5 1 0 0,-5-36 391 0 0,-12-48-1 0 0,10 57-1017 0 0,4 17-284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23.68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 0 6913 0 0,'-13'3'6046'0'0,"13"-2"-5909"0"0,0-1 0 0 0,0 0 1 0 0,0 1-1 0 0,0-1 1 0 0,0 1-1 0 0,7 23 1936 0 0,22 27-1005 0 0,-18-34-845 0 0,7 10-719 0 0,0 1 0 0 0,15 34 0 0 0,-22-36-848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23.88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1 165 3225 0 0,'0'-2'33'0'0,"0"0"0"0"0,-1-1 0 0 0,1 1 1 0 0,0-1-1 0 0,0 1 0 0 0,0 0 0 0 0,0-1 1 0 0,1 1-1 0 0,-1 0 0 0 0,1-1 0 0 0,-1 1 1 0 0,1 0-1 0 0,0-1 0 0 0,0 1 0 0 0,0 0 1 0 0,0 0-1 0 0,0 0 0 0 0,1 0 0 0 0,-1 0 1 0 0,2-2-1 0 0,3-1 207 0 0,-1 0-1 0 0,1 0 1 0 0,0 1 0 0 0,14-8-1 0 0,-6 4 58 0 0,5-4 604 0 0,1 0-1 0 0,1 2 0 0 0,0 1 0 0 0,1 0 1 0 0,29-7-1 0 0,-40 14-598 0 0,1-1 0 0 0,0 1 0 0 0,0 1 0 0 0,-1 0 0 0 0,1 1 0 0 0,0 0 0 0 0,0 1 0 0 0,0 0 0 0 0,0 1 0 0 0,-1 0 0 0 0,1 1 0 0 0,13 5 0 0 0,-22-7-313 0 0,0 1 1 0 0,0-1-1 0 0,0 1 0 0 0,0 0 1 0 0,0 0-1 0 0,0 0 1 0 0,-1 0-1 0 0,1 0 1 0 0,-1 0-1 0 0,1 1 0 0 0,-1-1 1 0 0,0 1-1 0 0,0 0 1 0 0,0 0-1 0 0,0 0 1 0 0,-1 0-1 0 0,3 4 0 0 0,-3-2-462 0 0,0-1-1 0 0,1 0 0 0 0,-2 1 0 0 0,1-1 1 0 0,0 1-1 0 0,-1-1 0 0 0,0 1 0 0 0,0 4 1 0 0,-4 21-3962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25.47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124 345 1376 0 0,'-60'-57'3236'0'0,"1"0"4217"0"0,55 49-3923 0 0,13 7-1303 0 0,16 10-1024 0 0,3 15-762 0 0,0 2-1 0 0,38 45 1 0 0,23 22-281 0 0,-77-82-132 0 0,2 0-1 0 0,-1 0 0 0 0,1-2 0 0 0,1 0 0 0 0,22 11 0 0 0,-33-18-27 0 0,0-1 0 0 0,0 1 0 0 0,-1-1 0 0 0,2 1 0 0 0,-1-1-1 0 0,0 0 1 0 0,0-1 0 0 0,0 1 0 0 0,0-1 0 0 0,0 0 0 0 0,1 0 0 0 0,-1 0 0 0 0,0-1 0 0 0,0 1 0 0 0,0-1 0 0 0,0 0 0 0 0,1 0 0 0 0,-1 0 0 0 0,4-3 0 0 0,-4 1 54 0 0,0 1 1 0 0,-1-1 0 0 0,1 0 0 0 0,-1 0-1 0 0,0 0 1 0 0,0 0 0 0 0,0-1 0 0 0,0 1-1 0 0,-1-1 1 0 0,1 0 0 0 0,-1 0 0 0 0,0 0-1 0 0,0 0 1 0 0,-1 0 0 0 0,1 0-1 0 0,-1-1 1 0 0,0 1 0 0 0,1-5 0 0 0,4-32 229 0 0,-2 1 1 0 0,-2-1-1 0 0,-2 0 1 0 0,-7-65 0 0 0,0-70-5386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25.8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80 0 4145 0 0,'-3'3'542'0'0,"-1"0"1"0"0,1 0 0 0 0,0 1-1 0 0,1-1 1 0 0,-1 1-1 0 0,1-1 1 0 0,-1 1-1 0 0,-1 4 1 0 0,1-4-145 0 0,0 1 5 0 0,-30 53 1659 0 0,31-54-1926 0 0,0 1 0 0 0,0 0 0 0 0,0-1 0 0 0,1 1 0 0 0,-1 0 0 0 0,1 0 0 0 0,0 0 0 0 0,1 0 0 0 0,-1 0 0 0 0,1 8 0 0 0,0-11-112 0 0,1 0-1 0 0,0-1 1 0 0,-1 1-1 0 0,1 0 1 0 0,0-1 0 0 0,0 1-1 0 0,0-1 1 0 0,-1 1 0 0 0,2-1-1 0 0,-1 0 1 0 0,0 1 0 0 0,0-1-1 0 0,0 0 1 0 0,1 0 0 0 0,-1 1-1 0 0,1-1 1 0 0,-1 0 0 0 0,1-1-1 0 0,-1 1 1 0 0,1 0 0 0 0,-1 0-1 0 0,1-1 1 0 0,0 1-1 0 0,-1-1 1 0 0,1 1 0 0 0,0-1-1 0 0,0 0 1 0 0,-1 1 0 0 0,1-1-1 0 0,0 0 1 0 0,0 0 0 0 0,3-1-1 0 0,8 0 172 0 0,0 0-1 0 0,0 0 0 0 0,17-6 1 0 0,-21 5-169 0 0,0 0-24 0 0,53-8 32 0 0,-59 10-32 0 0,1-1 0 0 0,0 1 0 0 0,-1 0 0 0 0,1 0 0 0 0,0 1 0 0 0,-1-1 0 0 0,1 1 0 0 0,0 0 0 0 0,-1 0 0 0 0,1 0 0 0 0,-1 0 0 0 0,1 1 0 0 0,5 2 0 0 0,-8-2-2 0 0,1-1 0 0 0,-1 1 0 0 0,0 0 0 0 0,0-1 0 0 0,0 1 0 0 0,0 0 0 0 0,0 0 0 0 0,0 0 0 0 0,-1-1 0 0 0,1 1 0 0 0,0 0 0 0 0,-1 0 0 0 0,0 0 0 0 0,1 0 0 0 0,-1 0 0 0 0,0 0 0 0 0,0 0 0 0 0,0 0 0 0 0,0 0 0 0 0,-1 0 0 0 0,1 0 0 0 0,0 0 0 0 0,-1 0 0 0 0,1 0 0 0 0,-3 3 0 0 0,-1 7 0 0 0,0-1 0 0 0,-12 20 0 0 0,16-30 0 0 0,-11 17-408 0 0,-1-2 0 0 0,0 1 0 0 0,-1-2 0 0 0,0 0 0 0 0,-2 0 0 0 0,-18 15 0 0 0,14-15-4089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26.0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98 9674 0 0,'2'-3'514'0'0,"0"0"0"0"0,0 0 0 0 0,1 0 0 0 0,-1 0 0 0 0,1 0 0 0 0,0 1 0 0 0,0-1 0 0 0,0 1 0 0 0,4-3 0 0 0,6-5 263 0 0,1-6 145 0 0,12-10-2617 0 0,-23 24 1106 0 0,-1 1-1 0 0,1-1 1 0 0,0 0 0 0 0,0 1-1 0 0,0 0 1 0 0,0 0 0 0 0,-1 0-1 0 0,2 0 1 0 0,5-1 0 0 0,0 0 18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26.7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51 1 4609 0 0,'-17'2'14090'0'0,"13"10"-15168"0"0,3-11 746 0 0,-6 24 585 0 0,0 0 1 0 0,2 1-1 0 0,1 0 1 0 0,1-1-1 0 0,1 1 1 0 0,1 37-1 0 0,2-51-250 0 0,0-1 0 0 0,1 1 0 0 0,0-1 0 0 0,0 1 1 0 0,1-1-1 0 0,1 0 0 0 0,0 0 0 0 0,0 0 0 0 0,1 0 0 0 0,0-1 0 0 0,1 0 0 0 0,1 0 1 0 0,-1 0-1 0 0,1-1 0 0 0,1 0 0 0 0,13 13 0 0 0,-17-20-35 0 0,-1 1-1 0 0,0-1 1 0 0,1 0-1 0 0,0 0 1 0 0,-1-1-1 0 0,1 1 1 0 0,0-1-1 0 0,0 0 1 0 0,0 0-1 0 0,0 0 1 0 0,0 0 0 0 0,0-1-1 0 0,0 0 1 0 0,0 1-1 0 0,0-2 1 0 0,0 1-1 0 0,0 0 1 0 0,0-1-1 0 0,0 0 1 0 0,0 1-1 0 0,0-2 1 0 0,-1 1-1 0 0,1 0 1 0 0,0-1-1 0 0,0 0 1 0 0,4-2 0 0 0,-4 1 30 0 0,1 1 0 0 0,-1-1 1 0 0,0 0-1 0 0,0-1 1 0 0,0 1-1 0 0,0-1 1 0 0,0 1-1 0 0,-1-1 0 0 0,0 0 1 0 0,0 0-1 0 0,0-1 1 0 0,0 1-1 0 0,-1-1 1 0 0,1 1-1 0 0,-1-1 0 0 0,0 0 1 0 0,-1 0-1 0 0,1 0 1 0 0,-1 0-1 0 0,1-6 1 0 0,-2 9-35 0 0,0-1 0 0 0,0 1 0 0 0,0 0 0 0 0,0 0 1 0 0,0 0-1 0 0,0 0 0 0 0,-1-1 0 0 0,1 1 1 0 0,-1 0-1 0 0,0 0 0 0 0,0 0 0 0 0,1 0 1 0 0,-1 0-1 0 0,-1 0 0 0 0,1 0 0 0 0,0 1 0 0 0,0-1 1 0 0,-1 0-1 0 0,1 0 0 0 0,-3-1 0 0 0,-1-1-250 0 0,0 1 0 0 0,0 0 0 0 0,-1 0 0 0 0,1 0 0 0 0,-10-3-1 0 0,-21-12-1319 0 0,35 17 1597 0 0,0 0-1 0 0,1 0 0 0 0,-1 0 1 0 0,1-1-1 0 0,-1 1 0 0 0,1 0 1 0 0,-1 0-1 0 0,1-1 0 0 0,0 1 1 0 0,-1 0-1 0 0,1-1 0 0 0,0 1 1 0 0,0-1-1 0 0,0 1 0 0 0,0 0 1 0 0,0-1-1 0 0,0 1 0 0 0,1 0 1 0 0,-1-1-1 0 0,0 1 0 0 0,1 0 1 0 0,-1-1-1 0 0,1 1 0 0 0,-1 0 1 0 0,1 0-1 0 0,-1 0 0 0 0,1-1 1 0 0,0 1-1 0 0,0 0 0 0 0,0 0 1 0 0,1-1-1 0 0,27-36 147 0 0,-18 27-26 0 0,-1 1-1 0 0,1 0 1 0 0,0 1-1 0 0,1 0 0 0 0,0 1 1 0 0,25-13-1 0 0,-32 19 23 0 0,-1 0 1 0 0,1 1-1 0 0,0-1 0 0 0,-1 1 1 0 0,1-1-1 0 0,0 2 0 0 0,0-1 0 0 0,0 0 1 0 0,0 1-1 0 0,0 0 0 0 0,0 0 1 0 0,0 1-1 0 0,0-1 0 0 0,0 1 0 0 0,0 0 1 0 0,-1 0-1 0 0,1 1 0 0 0,0-1 0 0 0,0 1 1 0 0,-1 0-1 0 0,1 0 0 0 0,-1 1 1 0 0,7 5-1 0 0,-6-5 0 0 0,0 1 0 0 0,-1 1 0 0 0,1-1-1 0 0,-1 1 1 0 0,0-1 0 0 0,-1 1 0 0 0,1 0 0 0 0,-1 1 0 0 0,0-1 0 0 0,0 1 0 0 0,-1-1 0 0 0,1 1 0 0 0,-1 0 0 0 0,2 9-1 0 0,-1 4-332 0 0,-1-1-1 0 0,-1 1 0 0 0,-1 27 0 0 0,0 15-6082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27.0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9218 0 0,'2'1'281'0'0,"0"-1"0"0"0,1 1 1 0 0,-1 0-1 0 0,0 0 0 0 0,0 0 0 0 0,1 0 0 0 0,-1 0 1 0 0,0 1-1 0 0,0-1 0 0 0,0 1 0 0 0,-1-1 1 0 0,1 1-1 0 0,0-1 0 0 0,0 1 0 0 0,-1 0 0 0 0,1 0 1 0 0,-1 0-1 0 0,0 0 0 0 0,1 0 0 0 0,-1 0 1 0 0,0 1-1 0 0,1 2 0 0 0,3 7 599 0 0,0 0-1 0 0,6 23 1 0 0,-4 0-240 0 0,-2 1-1 0 0,2 41 1 0 0,-4-40-1610 0 0,13 72 0 0 0,-13-97-937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27.36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0 147 1840 0 0,'0'0'289'0'0,"0"-1"0"0"0,0 0 0 0 0,7-13 5779 0 0,-5 13-5779 0 0,-1 0 7 0 0,1 1 1 0 0,-1 0 0 0 0,1-1 0 0 0,-1 1-1 0 0,0 0 1 0 0,1 0 0 0 0,-1 0 0 0 0,1 0-1 0 0,-1 0 1 0 0,1 0 0 0 0,-1 0 0 0 0,3 1 0 0 0,40 15 2392 0 0,-40-14-2305 0 0,29 15 219 0 0,-1 2-1 0 0,32 24 1 0 0,-43-27-451 0 0,0-1 0 0 0,2-2 0 0 0,0 0 1 0 0,0-1-1 0 0,47 17 0 0 0,-69-29-110 0 0,-1 0 0 0 0,1 1 0 0 0,0-1 0 0 0,0 0 0 0 0,0 0 0 0 0,-1 0 0 0 0,1 0-1 0 0,0 0 1 0 0,0 0 0 0 0,-1 0 0 0 0,1 0 0 0 0,0 0 0 0 0,0 0 0 0 0,0 0 0 0 0,-1 0 0 0 0,1-1 0 0 0,0 1 0 0 0,0 0 0 0 0,-1-1 0 0 0,1 1 0 0 0,0 0 0 0 0,-1-1-1 0 0,1 1 1 0 0,0-1 0 0 0,-1 1 0 0 0,1-1 0 0 0,0-1 8 0 0,0 1 0 0 0,0 0 0 0 0,-1-1 0 0 0,1 1 0 0 0,-1-1 0 0 0,1 1 0 0 0,-1 0 0 0 0,0-1 0 0 0,0 1 0 0 0,1-1 0 0 0,-1 1 0 0 0,0-1 0 0 0,0-1 0 0 0,-2-9 111 0 0,1 1 0 0 0,-1-1 1 0 0,-5-11-1 0 0,4 11-29 0 0,-11-53-1404 0 0,-28-73 0 0 0,33 113-5530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27.6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7834 0 0,'12'34'2082'0'0,"1"-1"0"0"0,2 0 0 0 0,22 34 0 0 0,-21-37-767 0 0,18 27 283 0 0,19 38-258 0 0,-48-85-1450 0 0,0 1 0 0 0,-1 0 0 0 0,0 1 0 0 0,-1-1 0 0 0,0 1 0 0 0,1 21 1 0 0,-5-12-2757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27.9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25 3681 0 0,'1'-2'213'0'0,"1"0"1"0"0,0 0 0 0 0,-1 0 0 0 0,1 1-1 0 0,0-1 1 0 0,0 0 0 0 0,0 1-1 0 0,1-1 1 0 0,-1 1 0 0 0,0 0 0 0 0,0 0-1 0 0,1 0 1 0 0,-1 0 0 0 0,1 0-1 0 0,-1 0 1 0 0,1 0 0 0 0,-1 1 0 0 0,1 0-1 0 0,-1-1 1 0 0,1 1 0 0 0,-1 0-1 0 0,1 0 1 0 0,4 1 0 0 0,3 0 981 0 0,1 0 0 0 0,-1 0 0 0 0,0 1 1 0 0,16 5-1 0 0,-18-4-888 0 0,-1 0 1 0 0,0 0-1 0 0,0 0 0 0 0,0 1 1 0 0,-1 0-1 0 0,1 0 0 0 0,-1 0 1 0 0,0 1-1 0 0,0 0 1 0 0,0 1-1 0 0,-1-1 0 0 0,0 1 1 0 0,0 0-1 0 0,0 0 1 0 0,5 10-1 0 0,-7-9-229 0 0,0-1 1 0 0,-1 1-1 0 0,0-1 1 0 0,0 1-1 0 0,0 0 0 0 0,-1 0 1 0 0,0 0-1 0 0,-1 0 1 0 0,1 0-1 0 0,-1 0 0 0 0,-1 0 1 0 0,1 0-1 0 0,-1 0 1 0 0,0-1-1 0 0,-1 1 0 0 0,0 0 1 0 0,-3 8-1 0 0,-11 22 137 0 0,-1-1 0 0 0,-2 0-1 0 0,-39 54 1 0 0,-20 36-588 0 0,65-101-111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17.7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220 19 3225 0 0,'-8'-4'1345'0'0,"-1"1"1"0"0,0 0-1 0 0,0 1 1 0 0,0-1-1 0 0,0 2 0 0 0,0 0 1 0 0,-10-1 546 0 0,42 26 1469 0 0,66 57-2868 0 0,-57-49-213 0 0,1-3 0 0 0,1-1 0 0 0,2-1-1 0 0,46 27 1 0 0,-42-35-244 0 0,-24-12-5 0 0,0 1-1 0 0,25 16 1 0 0,-41-23-27 0 0,1-1 0 0 0,-1 0 0 0 0,0 1 1 0 0,0-1-1 0 0,1 1 0 0 0,-1-1 0 0 0,0 1 0 0 0,0-1 0 0 0,0 1 0 0 0,0-1 0 0 0,1 1 0 0 0,-1-1 0 0 0,0 1 0 0 0,0-1 0 0 0,0 1 1 0 0,0-1-1 0 0,0 1 0 0 0,0-1 0 0 0,-1 1 0 0 0,1-1 0 0 0,0 1 0 0 0,0-1 0 0 0,0 1 0 0 0,0-1 0 0 0,0 1 0 0 0,-1-1 0 0 0,1 1 0 0 0,0-1 1 0 0,-1 1-1 0 0,1-1 0 0 0,0 1 0 0 0,-1-1 0 0 0,1 0 0 0 0,0 1 0 0 0,-1-1 0 0 0,1 0 0 0 0,0 1 0 0 0,-1-1 0 0 0,1 0 0 0 0,-1 1 0 0 0,-22 16 277 0 0,20-15-233 0 0,-106 74 1288 0 0,-128 97-677 0 0,173-125-592 0 0,41-32-444 0 0,1 0-1 0 0,1 2 1 0 0,1 0 0 0 0,-19 21-1 0 0,24-13-4494 0 0,15-22 3080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18.46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27 62 2761 0 0,'-2'-1'437'0'0,"1"0"0"0"0,-1-1 0 0 0,0 1 0 0 0,1-1 1 0 0,-1 1-1 0 0,1-1 0 0 0,-1 0 0 0 0,1 1 0 0 0,-1-1 1 0 0,1 0-1 0 0,0 0 0 0 0,0 0 0 0 0,0 0 0 0 0,0 0 1 0 0,1 0-1 0 0,-1 0 0 0 0,0-4 0 0 0,-2-21 9324 0 0,3 34-8146 0 0,-1 18-1656 0 0,2 0 0 0 0,2 0 0 0 0,0 0 0 0 0,1 0 0 0 0,1 0 0 0 0,2-1 1 0 0,0 0-1 0 0,2 0 0 0 0,1-1 0 0 0,0 0 0 0 0,2-1 0 0 0,0 0 0 0 0,2-1 0 0 0,0 0 0 0 0,23 24 0 0 0,-25-30-766 0 0,-5-6-2948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18.90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1 137 6449 0 0,'85'-35'6611'0'0,"4"6"-3623"0"0,-13 5-2024 0 0,-9 4-1559 0 0,8-3-6607 0 0,-61 18 4740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19.69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5985 0 0,'3'65'10107'0'0,"9"38"-10464"0"0,-8-71-1194 0 0,-2-16-3663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19.8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 20 6913 0 0,'-2'-20'1212'0'0,"5"28"802"0"0,2 13-1310 0 0,-2-3-3419 0 0,-1-8 1687 0 0,-1 1 617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20.19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72 4609 0 0,'10'0'588'0'0,"-6"-1"-460"0"0,0 1 1 0 0,0 0-1 0 0,0 0 1 0 0,0 1-1 0 0,0-1 1 0 0,7 3-1 0 0,-10-3-136 0 0,0 1 0 0 0,0-1 0 0 0,0 1-1 0 0,0-1 1 0 0,0 1 0 0 0,0 0 0 0 0,0 0-1 0 0,0 0 1 0 0,-1-1 0 0 0,1 1 0 0 0,0 0-1 0 0,0 0 1 0 0,-1 0 0 0 0,1 0 0 0 0,-1 0-1 0 0,1 0 1 0 0,-1 0 0 0 0,1 1 0 0 0,-1-1-1 0 0,1 0 1 0 0,-1 0 0 0 0,0 0 0 0 0,0 0-1 0 0,0 0 1 0 0,0 1 0 0 0,0-1 0 0 0,0 0-1 0 0,0 2 1 0 0,2 2-533 0 0,5-11 933 0 0,12-27 1995 0 0,9-13 651 0 0,-26 44-2846 0 0,-1 0 0 0 0,1 0 0 0 0,0 0-1 0 0,0 1 1 0 0,-1-1 0 0 0,1 1 0 0 0,0-1 0 0 0,0 1 0 0 0,1 0 0 0 0,-1 0 0 0 0,0 0-1 0 0,0 0 1 0 0,0 0 0 0 0,1 0 0 0 0,-1 0 0 0 0,1 1 0 0 0,-1-1 0 0 0,0 1-1 0 0,1 0 1 0 0,-1 0 0 0 0,5 0 0 0 0,-4 1-60 0 0,-1 0 0 0 0,1 0 1 0 0,0 0-1 0 0,-1 0 0 0 0,1 1 0 0 0,-1-1 1 0 0,0 1-1 0 0,1 0 0 0 0,-1 0 0 0 0,0 0 1 0 0,0 0-1 0 0,0 0 0 0 0,0 0 0 0 0,-1 0 1 0 0,1 1-1 0 0,-1-1 0 0 0,1 0 0 0 0,1 5 0 0 0,26 45-1340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28.7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38 68 456 0 0,'0'-3'347'0'0,"0"-1"-1"0"0,0 1 1 0 0,0-1-1 0 0,-1 1 1 0 0,1-1-1 0 0,-1 0 1 0 0,0 1-1 0 0,0 0 1 0 0,0-1-1 0 0,-1 1 1 0 0,1 0-1 0 0,-28-23 11932 0 0,28 48-11159 0 0,41 471 1042 0 0,1-241-2432 0 0,-23-155-1245 0 0,-12-65-5098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29.0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60 115 5529 0 0,'-14'0'698'0'0,"8"1"-108"0"0,1-1-1 0 0,-1 0 0 0 0,1 0 1 0 0,-1-1-1 0 0,-10-2 0 0 0,16 3-547 0 0,0 0 0 0 0,0 0 0 0 0,-1 0 375 0 0,1-1-376 0 0,0 1 1 0 0,0 0 0 0 0,0 0-1 0 0,-1 0 1 0 0,1 0 0 0 0,0 0-1 0 0,0 0 1 0 0,0 0 0 0 0,0-1 0 0 0,0 1-1 0 0,0 0 1 0 0,0 0 0 0 0,0 0-1 0 0,0 0 1 0 0,0 0 0 0 0,0 0-1 0 0,0 0 1 0 0,0-1 0 0 0,0 1 0 0 0,0 0-1 0 0,0 0 1 0 0,0 0 0 0 0,0 0-1 0 0,1-1 502 0 0,-1 0-502 0 0,1 1 1 0 0,8-7 892 0 0,11-5 11 0 0,17-5 149 0 0,-1 2 0 0 0,2 2 0 0 0,0 2 0 0 0,49-9 0 0 0,-5 10-2484 0 0,0 8-3309 0 0,-46 4-971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29.1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0 1 10370 0 0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29.25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24 6 3225 0 0,'-24'-6'11665'0'0,"35"22"-9242"0"0,4 9-2254 0 0,-1 2-1 0 0,0-1 1 0 0,-2 2-1 0 0,-1 0 1 0 0,7 29-1 0 0,-3-9-1742 0 0,-6-22-4494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29.64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 58 5761 0 0,'-13'31'6028'0'0,"37"-52"-2381"0"0,-18 16-3594 0 0,6-6 3 0 0,0 1 0 0 0,1 1 0 0 0,1 0 0 0 0,15-7 0 0 0,-14 9-5711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29.86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7 139 7370 0 0,'0'1'44'0'0,"0"-1"1"0"0,0 0-1 0 0,0 0 0 0 0,0 0 1 0 0,0 0-1 0 0,0 0 1 0 0,-1 0-1 0 0,1 0 1 0 0,0 0-1 0 0,0 0 1 0 0,0 1-1 0 0,0-1 1 0 0,0 0-1 0 0,-1 0 1 0 0,1 0-1 0 0,0 0 1 0 0,0 0-1 0 0,0 0 1 0 0,0 0-1 0 0,-1 0 1 0 0,1 0-1 0 0,0 0 1 0 0,0 0-1 0 0,0 0 0 0 0,0 0 1 0 0,0 0-1 0 0,-1 0 1 0 0,1 0-1 0 0,0 0 1 0 0,0-1-1 0 0,0 1 1 0 0,0 0-1 0 0,0 0 1 0 0,-1 0-1 0 0,1 0 1 0 0,0 0-1 0 0,0 0 1 0 0,0 0-1 0 0,0 0 1 0 0,0-1-1 0 0,0 1 1 0 0,0 0-1 0 0,-1 0 0 0 0,1 0 1 0 0,0 0-1 0 0,0 0 1 0 0,0 0-1 0 0,0-1 1 0 0,0 1-1 0 0,0 0 1 0 0,0 0-1 0 0,0 0 1 0 0,0 0-1 0 0,0-1 1 0 0,0 1-1 0 0,0 0 1 0 0,0 0-1 0 0,0 0 1 0 0,0 0-1 0 0,0 0 1 0 0,0-1-1 0 0,0 1 1 0 0,0 0-1 0 0,0 0 0 0 0,0 0 1 0 0,11-15 1554 0 0,18-15-189 0 0,32-14-1368 0 0,5 10-5179 0 0,-39 21 2167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30.74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213 446 2761 0 0,'-38'11'1468'0'0,"0"2"0"0"0,1 1 0 0 0,-53 30 1 0 0,81-40-1025 0 0,59-20 3655 0 0,45 1-3020 0 0,-36 6-436 0 0,458-62 1974 0 0,6 21-1177 0 0,-292 22-915 0 0,237-61 0 0 0,216-96-1378 0 0,-564 151-432 0 0,-39 14-3447 0 0,-17 6-930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32.2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28 245 8754 0 0,'-3'-3'303'0'0,"1"0"1"0"0,-1-1 0 0 0,0 1-1 0 0,1-1 1 0 0,0 0 0 0 0,0 0-1 0 0,0 0 1 0 0,0 0-1 0 0,1 0 1 0 0,0-1 0 0 0,0 1-1 0 0,0 0 1 0 0,0-1 0 0 0,0 1-1 0 0,1 0 1 0 0,0-1-1 0 0,0 1 1 0 0,0-1 0 0 0,1 1-1 0 0,1-8 1 0 0,-1 5-80 0 0,1 0 0 0 0,0 0-1 0 0,1 0 1 0 0,-1 0 0 0 0,1 1 0 0 0,1-1 0 0 0,-1 1 0 0 0,1 0-1 0 0,0 0 1 0 0,1 0 0 0 0,8-9 0 0 0,-4 7-190 0 0,-1 1 0 0 0,1 0 0 0 0,1 1 0 0 0,-1 0 0 0 0,1 1 1 0 0,0 0-1 0 0,14-6 0 0 0,-18 9-23 0 0,-1 1 0 0 0,0-1 0 0 0,1 1 0 0 0,-1-1 0 0 0,1 2 0 0 0,-1-1 0 0 0,1 1 0 0 0,-1-1 0 0 0,1 2 0 0 0,-1-1 0 0 0,1 0 0 0 0,0 1 0 0 0,-1 0 0 0 0,0 1 0 0 0,1-1 0 0 0,8 5 0 0 0,-10-4-37 0 0,-1 1 1 0 0,0-1 0 0 0,0 1-1 0 0,0 0 1 0 0,0 1-1 0 0,0-1 1 0 0,-1 0-1 0 0,1 1 1 0 0,-1-1-1 0 0,0 1 1 0 0,0 0 0 0 0,-1 0-1 0 0,1 0 1 0 0,-1 0-1 0 0,1 0 1 0 0,-1 0-1 0 0,0 0 1 0 0,-1 0-1 0 0,1 1 1 0 0,-1-1 0 0 0,0 8-1 0 0,0 6-142 0 0,-1 0-1 0 0,-1 1 1 0 0,-6 29-1 0 0,-18 35-468 0 0,19-63 851 0 0,0-1-1 0 0,2 2 1 0 0,-7 40 0 0 0,12-60-184 0 0,-1 0 0 0 0,1-1 0 0 0,0 1 1 0 0,0 0-1 0 0,0 0 0 0 0,0 0 0 0 0,0-1 1 0 0,1 1-1 0 0,-1 0 0 0 0,0 0 0 0 0,0 0 1 0 0,0 0-1 0 0,1-1 0 0 0,-1 1 0 0 0,0 0 1 0 0,1 0-1 0 0,-1-1 0 0 0,1 1 0 0 0,-1 0 1 0 0,1-1-1 0 0,-1 1 0 0 0,1-1 0 0 0,-1 1 1 0 0,1 0-1 0 0,0-1 0 0 0,-1 1 0 0 0,2 0 1 0 0,0-1-6 0 0,0 1 0 0 0,-1-1 0 0 0,1 1 0 0 0,0-1 0 0 0,0 0 0 0 0,0 0 0 0 0,0 0 0 0 0,0 0 1 0 0,0 0-1 0 0,-1 0 0 0 0,4-1 0 0 0,6-1-70 0 0,-1-1 0 0 0,0-1-1 0 0,12-5 1 0 0,-21 9 39 0 0,86-44-3152 0 0,-63 29-2375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32.42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5529 0 0,'0'0'85'0'0,"0"0"1"0"0,0 1-1 0 0,0-1 0 0 0,0 0 0 0 0,0 1 1 0 0,0-1-1 0 0,0 0 0 0 0,0 1 1 0 0,0-1-1 0 0,0 0 0 0 0,0 1 0 0 0,0-1 1 0 0,0 1-1 0 0,0-1 0 0 0,0 0 0 0 0,0 1 1 0 0,1-1-1 0 0,-1 0 0 0 0,0 1 0 0 0,0-1 1 0 0,0 0-1 0 0,0 0 0 0 0,1 1 0 0 0,-1-1 1 0 0,0 0-1 0 0,0 1 0 0 0,1-1 0 0 0,-1 0 1 0 0,0 0-1 0 0,1 0 0 0 0,-1 1 0 0 0,1-1 1 0 0,16 8 1589 0 0,19 1 254 0 0,-9-6-1387 0 0,-1-2 0 0 0,1-1 0 0 0,0-2 0 0 0,0 0 0 0 0,-1-1 0 0 0,28-8 0 0 0,-32 6-1136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32.6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27 1 8754 0 0,'-5'12'767'0'0,"1"1"1"0"0,-1 0-1 0 0,2 0 0 0 0,0 0 1 0 0,1 0-1 0 0,0 1 0 0 0,0-1 1 0 0,2 1-1 0 0,1 15 0 0 0,2 14 484 0 0,13 66 0 0 0,2-46-1326 0 0,-1-22-5203 0 0,-5-17-552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33.25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19 166 2761 0 0,'-2'-3'367'0'0,"-1"-1"1"0"0,1 0-1 0 0,0 0 1 0 0,1 0 0 0 0,-1 0-1 0 0,1 0 1 0 0,-1 0-1 0 0,1 0 1 0 0,0 0 0 0 0,1-1-1 0 0,-1 1 1 0 0,1 0-1 0 0,0-1 1 0 0,0 1 0 0 0,0 0-1 0 0,1-1 1 0 0,-1 1-1 0 0,1 0 1 0 0,0-1 0 0 0,0 1-1 0 0,1 0 1 0 0,-1 0-1 0 0,1 0 1 0 0,0 0 0 0 0,0 0-1 0 0,0 1 1 0 0,1-1-1 0 0,-1 0 1 0 0,1 1 0 0 0,4-4-1 0 0,-4 3-161 0 0,1 1-1 0 0,0-1 1 0 0,0 1-1 0 0,0 0 1 0 0,0 1-1 0 0,0-1 1 0 0,1 1 0 0 0,-1-1-1 0 0,1 1 1 0 0,0 1-1 0 0,0-1 1 0 0,0 1-1 0 0,-1-1 1 0 0,1 1-1 0 0,1 1 1 0 0,-1-1-1 0 0,0 1 1 0 0,0 0-1 0 0,0 0 1 0 0,0 0-1 0 0,0 1 1 0 0,0 0 0 0 0,0 0-1 0 0,0 0 1 0 0,9 4-1 0 0,-9-3-187 0 0,-1 0 0 0 0,1 1 0 0 0,-1-1 0 0 0,1 1-1 0 0,-1 0 1 0 0,0 0 0 0 0,0 0 0 0 0,0 1 0 0 0,-1 0 0 0 0,1-1-1 0 0,-1 1 1 0 0,0 0 0 0 0,0 1 0 0 0,0-1 0 0 0,0 1 0 0 0,-1-1-1 0 0,0 1 1 0 0,0 0 0 0 0,0-1 0 0 0,-1 1 0 0 0,1 0 0 0 0,-1 0-1 0 0,0 1 1 0 0,-1-1 0 0 0,1 0 0 0 0,-1 0 0 0 0,-1 10 0 0 0,-1 10-20 0 0,-2 0 1 0 0,-1-1 0 0 0,-1 1 0 0 0,-15 37 0 0 0,2-3 411 0 0,19-57-405 0 0,0-1 0 0 0,-1 0 0 0 0,1 1 0 0 0,0-1 0 0 0,-1 0 0 0 0,1 1 0 0 0,0-1 0 0 0,0 1 0 0 0,0-1 0 0 0,1 0 0 0 0,-1 1 0 0 0,0-1 0 0 0,0 1 0 0 0,1-1 0 0 0,-1 0 0 0 0,1 1 0 0 0,-1-1 0 0 0,1 0 0 0 0,-1 0 0 0 0,1 1 0 0 0,0-1 0 0 0,1 2 0 0 0,0-2 10 0 0,0 1-1 0 0,0-1 0 0 0,0 0 0 0 0,0 1 0 0 0,0-1 0 0 0,0 0 1 0 0,0 0-1 0 0,0 0 0 0 0,1-1 0 0 0,-1 1 0 0 0,0 0 1 0 0,4 0-1 0 0,9 0 67 0 0,0 0-1 0 0,0-1 1 0 0,24-4 0 0 0,-21 3-55 0 0,11-3-27 0 0,-21 3 1 0 0,0 0 0 0 0,-1 0 0 0 0,1 0 0 0 0,0 1 0 0 0,-1 0 0 0 0,15 3 0 0 0,-22-3-8 0 0,1 1 0 0 0,-1-1-1 0 0,0 0 1 0 0,1 1-1 0 0,-1-1 1 0 0,0 1-1 0 0,1-1 1 0 0,-1 1-1 0 0,0-1 1 0 0,0 1-1 0 0,1-1 1 0 0,-1 1 0 0 0,0-1-1 0 0,0 1 1 0 0,0-1-1 0 0,0 1 1 0 0,0 0-1 0 0,0-1 1 0 0,0 1-1 0 0,0-1 1 0 0,0 1-1 0 0,0-1 1 0 0,0 1 0 0 0,0-1-1 0 0,0 1 1 0 0,0 0-1 0 0,-1-1 1 0 0,1 1-1 0 0,0-1 1 0 0,0 1-1 0 0,-1-1 1 0 0,1 1-1 0 0,0-1 1 0 0,-1 0 0 0 0,1 1-1 0 0,0-1 1 0 0,-1 1-1 0 0,1-1 1 0 0,0 0-1 0 0,-2 1 1 0 0,-16 22-814 0 0,18-22 762 0 0,-11 11-984 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33.85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299 0 920 0 0,'6'12'9042'0'0,"-6"-12"-8850"0"0,-12 28 3868 0 0,-25 28-1484 0 0,36-54-2238 0 0,-23 29 63 0 0,-1 0 1 0 0,-1-2-1 0 0,-1-1 0 0 0,-2-2 1 0 0,-1 0-1 0 0,-33 21 1 0 0,48-38-1379 0 0,0-2-3718 0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34.55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70 79 5529 0 0,'12'-41'3160'0'0,"-12"40"-3003"0"0,0 0 0 0 0,1-1 0 0 0,-1 1 0 0 0,0-1 0 0 0,0 1 0 0 0,0-1 1 0 0,0 0-1 0 0,0 1 0 0 0,0-1 0 0 0,0 1 0 0 0,-1-1 0 0 0,1 1 0 0 0,0-1 0 0 0,-1 1 0 0 0,1 0 0 0 0,-1-1 0 0 0,0 1 0 0 0,1 0 1 0 0,-1-1-1 0 0,0 1 0 0 0,0 0 0 0 0,0 0 0 0 0,0-1 0 0 0,-1 0 0 0 0,1 2-74 0 0,0-1 0 0 0,0 1 0 0 0,0 0 0 0 0,1 0 0 0 0,-1 0 0 0 0,0 0 0 0 0,0 0 0 0 0,0 0 0 0 0,1 0 0 0 0,-1 0 0 0 0,0 0 0 0 0,0 0 0 0 0,0 0 0 0 0,1 1 0 0 0,-1-1 0 0 0,0 0 0 0 0,0 0 0 0 0,1 1 0 0 0,-1-1 0 0 0,0 1 0 0 0,1-1 0 0 0,-1 0 0 0 0,0 1 0 0 0,1-1 1 0 0,-1 1-1 0 0,1 0 0 0 0,-1-1 0 0 0,1 1 0 0 0,-1-1 0 0 0,1 1 0 0 0,-1 0 0 0 0,1-1 0 0 0,-1 1 0 0 0,1 0 0 0 0,0 0 0 0 0,-1 0 0 0 0,-11 32 889 0 0,11-30-887 0 0,-9 37 302 0 0,2 0 0 0 0,1 0 0 0 0,2 1 0 0 0,1 52 0 0 0,20 166 133 0 0,-9-205-316 0 0,1-1-1 0 0,28 91 0 0 0,-27-119-542 0 0,1-1 0 0 0,1 0 0 0 0,25 42-1 0 0,-25-50-786 0 0,0-1-1 0 0,2 0 1 0 0,17 18-1 0 0,16 8-4866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34.93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10 6449 0 0,'40'-9'1821'0'0,"-30"9"-1276"0"0,1 0 0 0 0,-1 0 1 0 0,0 1-1 0 0,0 1 0 0 0,0-1 1 0 0,0 2-1 0 0,0-1 0 0 0,0 2 0 0 0,0-1 1 0 0,-1 1-1 0 0,0 0 0 0 0,0 1 1 0 0,16 11-1 0 0,-14-7-192 0 0,0 0 0 0 0,-1 1 1 0 0,-1 0-1 0 0,0 1 0 0 0,0 0 0 0 0,-1 0 1 0 0,0 1-1 0 0,-1 0 0 0 0,7 16 1 0 0,-3-1-216 0 0,-1 0 1 0 0,-1 1-1 0 0,-2 0 1 0 0,-1 0-1 0 0,-1 0 1 0 0,-1 1-1 0 0,-1 0 1 0 0,-2 0-1 0 0,-3 36 1 0 0,-2-31-757 0 0,-13 62 1 0 0,1-42-4566 0 0,1-12-1019 0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35.20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7834 0 0,'0'0'705'0'0,"14"19"2977"0"0,50 151 5273 0 0,-46-117-9234 0 0,1-2 1 0 0,34 63-1 0 0,-41-94-7026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35.44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191 1 1376 0 0,'-1'0'218'0'0,"0"0"0"0"0,0 0-1 0 0,0-1 1 0 0,0 1 0 0 0,-1 0 0 0 0,1 0-1 0 0,0 1 1 0 0,0-1 0 0 0,0 0 0 0 0,0 0-1 0 0,0 1 1 0 0,0-1 0 0 0,0 0-1 0 0,0 1 1 0 0,0-1 0 0 0,0 1 0 0 0,0-1-1 0 0,0 1 1 0 0,0 0 0 0 0,0-1 0 0 0,0 1-1 0 0,0 0 1 0 0,0 0 0 0 0,0 0-1 0 0,-1 1 1 0 0,-22 29 1659 0 0,20-24-1350 0 0,-6 6-116 0 0,-12 15 267 0 0,1 1 0 0 0,2 1 0 0 0,1 0 0 0 0,-21 52-1 0 0,38-80-585 0 0,0-1-1 0 0,0 1 0 0 0,1-1 0 0 0,-1 1 0 0 0,1 0 0 0 0,-1 0 0 0 0,1-1 0 0 0,0 1 0 0 0,-1 0 0 0 0,1 0 0 0 0,0-1 0 0 0,0 1 0 0 0,0 0 1 0 0,1 0-1 0 0,-1-1 0 0 0,0 1 0 0 0,1 0 0 0 0,-1 0 0 0 0,1-1 0 0 0,-1 1 0 0 0,1 0 0 0 0,0-1 0 0 0,0 1 0 0 0,0-1 0 0 0,0 1 0 0 0,0-1 0 0 0,0 0 1 0 0,0 1-1 0 0,0-1 0 0 0,0 0 0 0 0,1 0 0 0 0,-1 1 0 0 0,2 0 0 0 0,1-1-18 0 0,0 1 0 0 0,1-1 0 0 0,-1 1-1 0 0,0-1 1 0 0,1-1 0 0 0,-1 1 0 0 0,0 0 0 0 0,1-1 0 0 0,-1 0-1 0 0,1 0 1 0 0,-1-1 0 0 0,7 0 0 0 0,10-3-462 0 0,-1-2 0 0 0,36-13 0 0 0,6-2-2748 0 0,-34 15-1698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36.00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5 382 1376 0 0,'0'-9'1811'0'0,"1"0"0"0"0,1 1-1 0 0,0-1 1 0 0,0 0 0 0 0,6-15 0 0 0,-4 16-1435 0 0,-1-1 0 0 0,-1 0 0 0 0,1 0 0 0 0,-1-1 1 0 0,1-16-1 0 0,-4 11-451 0 0,-1 0 0 0 0,-1 0 0 0 0,0 1 0 0 0,-7-21 0 0 0,6 24-21 0 0,1 0-1 0 0,0-1 1 0 0,1 1 0 0 0,0 0-1 0 0,0-1 1 0 0,1 0 0 0 0,1 1-1 0 0,1-16 1 0 0,-1 26 149 0 0,0 0-1 0 0,0-1 0 0 0,0 1 1 0 0,0-1-1 0 0,1 1 0 0 0,-1-1 1 0 0,1 1-1 0 0,-1-1 1 0 0,1 1-1 0 0,-1 0 0 0 0,1-1 1 0 0,0 1-1 0 0,-1 0 0 0 0,1 0 1 0 0,0-1-1 0 0,0 1 0 0 0,0 0 1 0 0,0 0-1 0 0,0 0 1 0 0,0 0-1 0 0,1 0 0 0 0,-1 0 1 0 0,2 0-1 0 0,-2 0 37 0 0,1 1 1 0 0,-1 0-1 0 0,1 0 0 0 0,-1 0 1 0 0,1 1-1 0 0,-1-1 0 0 0,1 0 0 0 0,-1 0 1 0 0,1 1-1 0 0,-1-1 0 0 0,0 1 1 0 0,1-1-1 0 0,-1 1 0 0 0,0 0 0 0 0,1 0 1 0 0,-1-1-1 0 0,0 1 0 0 0,2 2 1 0 0,5 3 207 0 0,-1 1 0 0 0,0 1 0 0 0,0-1 0 0 0,-1 1 0 0 0,8 13 0 0 0,26 61 277 0 0,-30-58-458 0 0,1 0 0 0 0,28 44-1 0 0,-35-63-12 0 0,0 1-1 0 0,0-1 0 0 0,1 0 1 0 0,-1 0-1 0 0,1 0 0 0 0,1-1 0 0 0,-1 0 1 0 0,1 0-1 0 0,-1 0 0 0 0,1-1 1 0 0,0 1-1 0 0,0-1 0 0 0,1-1 1 0 0,-1 1-1 0 0,1-1 0 0 0,6 1 0 0 0,-9-2-34 0 0,0-1-1 0 0,0 0 1 0 0,-1 0-1 0 0,1 0 0 0 0,0 0 1 0 0,-1-1-1 0 0,1 1 1 0 0,0-1-1 0 0,-1 0 1 0 0,1 0-1 0 0,-1 0 0 0 0,1-1 1 0 0,-1 1-1 0 0,0-1 1 0 0,1 0-1 0 0,-1 0 1 0 0,0 0-1 0 0,0 0 0 0 0,0-1 1 0 0,-1 1-1 0 0,1-1 1 0 0,0 1-1 0 0,-1-1 0 0 0,0 0 1 0 0,3-3-1 0 0,5-11 9 0 0,0 1 0 0 0,-1-1-1 0 0,11-32 1 0 0,-2 7-30 0 0,-16 38-124 0 0,-1 0 1 0 0,1 1-1 0 0,0-1 0 0 0,1 0 0 0 0,-1 1 0 0 0,0-1 0 0 0,1 1 1 0 0,0-1-1 0 0,0 1 0 0 0,0 0 0 0 0,0 0 0 0 0,0 1 0 0 0,1-1 1 0 0,-1 1-1 0 0,1-1 0 0 0,0 1 0 0 0,0 0 0 0 0,0 1 0 0 0,0-1 0 0 0,0 1 1 0 0,8-2-1 0 0,1-1-1016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21.07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35 81 4145 0 0,'-35'-33'8319'0'0,"41"37"-7438"0"0,-1-1 0 0 0,1 1-1 0 0,0-1 1 0 0,0-1 0 0 0,8 3 0 0 0,10 5 54 0 0,44 27 52 0 0,38 17 539 0 0,-99-51-1488 0 0,-1 0 0 0 0,0-1 0 0 0,1 0 1 0 0,0 0-1 0 0,-1-1 0 0 0,1 0 1 0 0,0 0-1 0 0,0 0 0 0 0,0-1 1 0 0,-1 0-1 0 0,14-2 0 0 0,-15 1-7 0 0,-1-1-1 0 0,1 1 1 0 0,-1-1-1 0 0,0 0 1 0 0,0 0 0 0 0,1 0-1 0 0,-1-1 1 0 0,0 0-1 0 0,-1 1 1 0 0,1-2-1 0 0,-1 1 1 0 0,1 0-1 0 0,-1 0 1 0 0,0-1-1 0 0,0 0 1 0 0,0 0 0 0 0,4-7-1 0 0,2-6-230 0 0,-1-1 1 0 0,-1 1-1 0 0,0-1 1 0 0,-1-1-1 0 0,3-19 0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21.52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24 6 10594 0 0,'-20'-6'5997'0'0,"17"34"-1699"0"0,3-24-4855 0 0,0 121 1798 0 0,-1 54-1514 0 0,4-59-4954 0 0,-2-104-796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21.71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9 10594 0 0,'0'-1'472'0'0,"0"-1"96"0"0,2 1-455 0 0,-1 0-113 0 0,0 1 0 0 0,1 0 0 0 0,-1 0 0 0 0,2-2 64 0 0,1 2-64 0 0,1-1 0 0 0,-1 2-561 0 0,1 1-159 0 0,-2 2-32 0 0,0 1-8 0 0,-1 3 584 0 0,0-1 176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22.57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36 0 2304 0 0,'-3'8'7530'0'0,"-9"100"-2791"0"0,-8 169-2223 0 0,20-218-7457 0 0,1-27-286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22.84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 90 7834 0 0,'0'0'44'0'0,"0"0"0"0"0,0 0 0 0 0,-1 0 0 0 0,1 0 1 0 0,0 0-1 0 0,0-1 0 0 0,0 1 0 0 0,0 0 0 0 0,0 0 1 0 0,-1 0-1 0 0,1 0 0 0 0,0-1 0 0 0,0 1 0 0 0,0 0 1 0 0,0 0-1 0 0,0 0 0 0 0,0 0 0 0 0,0-1 0 0 0,0 1 0 0 0,0 0 1 0 0,0 0-1 0 0,0 0 0 0 0,0-1 0 0 0,0 1 0 0 0,0 0 1 0 0,0 0-1 0 0,0 0 0 0 0,0-1 0 0 0,0 1 0 0 0,0 0 1 0 0,0 0-1 0 0,0 0 0 0 0,0-1 0 0 0,0 1 0 0 0,0 0 0 0 0,0 0 1 0 0,0 0-1 0 0,0-1 0 0 0,1 1 0 0 0,-1 0 0 0 0,0 0 1 0 0,0 0-1 0 0,0 0 0 0 0,0 0 0 0 0,0-1 0 0 0,1 1 1 0 0,-1 0-1 0 0,0 0 0 0 0,0 0 0 0 0,0 0 0 0 0,1 0 1 0 0,-1 0-1 0 0,0 0 0 0 0,0 0 0 0 0,0 0 0 0 0,1 0 0 0 0,-1-1 1 0 0,22-13 1585 0 0,28-9 594 0 0,-19 11-1916 0 0,55-13-1 0 0,-72 23-2227 0 0,1 0-1 0 0,0 0 1 0 0,22 1-1 0 0,-20 2-550 0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23.03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 0 10594 0 0,'-2'4'484'0'0,"1"0"0"0"0,0 0 0 0 0,0-1 0 0 0,1 1 0 0 0,-1 0 0 0 0,1 0 0 0 0,-1 0 0 0 0,2 6 0 0 0,-2 2 183 0 0,-2 23 799 0 0,-7 75 316 0 0,9-77-3580 0 0,3 46 1 0 0,1-58 1426 0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23.25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 71 7834 0 0,'-1'-4'696'0'0,"1"0"-560"0"0,0 2-136 0 0,0-1 920 0 0,-2 0 152 0 0,1-3 33 0 0,0-4 7 0 0,-2 0-704 0 0,0-1-144 0 0,1 3-24 0 0,-1 3-8 0 0,0 1-1160 0 0,1 4-240 0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24.4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70 85 1840 0 0,'-19'9'856'0'0,"-28"7"7237"0"0,47-16-8045 0 0,-1 0 0 0 0,1 0 0 0 0,0 0 0 0 0,0 0 0 0 0,0 0 0 0 0,-2-2 961 0 0,2 2-961 0 0,-1 0 1 0 0,1 0-1 0 0,0 0 0 0 0,0 0 0 0 0,0-1 0 0 0,0 1 0 0 0,0 0 0 0 0,0 0 0 0 0,0 0 0 0 0,0 0 0 0 0,0 0 0 0 0,0 0 0 0 0,0-1 0 0 0,0 1 0 0 0,0 0 0 0 0,0 0 0 0 0,0 0 0 0 0,0 0 0 0 0,0 0 1 0 0,0 0-1 0 0,0-1 0 0 0,0 1 0 0 0,0 0 0 0 0,1 0 0 0 0,3-12 817 0 0,8-10-612 0 0,0 1-582 0 0,-10 16 76 0 0,0 0 0 0 0,0 1 0 0 0,1-1 0 0 0,0 1 0 0 0,0-1 0 0 0,0 1 0 0 0,1 0 0 0 0,-1 0 0 0 0,8-5-1 0 0,-8 49 2863 0 0,2 6-912 0 0,18 73 0 0 0,5 26-5102 0 0,-27-125-1817 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24.5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1 106 9218 0 0,'4'0'574'0'0,"0"-1"0"0"0,0 0 0 0 0,0 0 0 0 0,0 0 0 0 0,0 0 0 0 0,5-4 0 0 0,100-42 2485 0 0,5 7-4638 0 0,-84 32 1370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25.36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1 164 4145 0 0,'0'-17'11306'0'0,"2"15"-11111"0"0,-1 1-1 0 0,1-1 0 0 0,0 0 1 0 0,0 0-1 0 0,0 1 1 0 0,0-1-1 0 0,0 1 0 0 0,1 0 1 0 0,-1-1-1 0 0,0 1 1 0 0,3 0-1 0 0,-3 0-117 0 0,-1 1 0 0 0,1 0 0 0 0,-1 0 0 0 0,1 0-1 0 0,-1 0 1 0 0,1 0 0 0 0,-1 1 0 0 0,1-1 0 0 0,-1 0 0 0 0,1 1 0 0 0,-1-1 0 0 0,1 1 0 0 0,-1-1 0 0 0,0 1-1 0 0,1 0 1 0 0,-1 0 0 0 0,0-1 0 0 0,1 1 0 0 0,-1 0 0 0 0,0 0 0 0 0,0 0 0 0 0,0 0 0 0 0,2 3 0 0 0,19 22 201 0 0,-13-15-221 0 0,1 1 0 0 0,0-1 0 0 0,1-1 0 0 0,0 0 0 0 0,21 14 0 0 0,-29-22-43 0 0,0-1 1 0 0,0 1-1 0 0,0-1 1 0 0,0 0-1 0 0,0 0 1 0 0,0 0-1 0 0,0 0 1 0 0,0 0-1 0 0,1-1 1 0 0,-1 0 0 0 0,0 1-1 0 0,1-1 1 0 0,-1 0-1 0 0,0-1 1 0 0,0 1-1 0 0,1 0 1 0 0,-1-1-1 0 0,0 0 1 0 0,0 0 0 0 0,0 0-1 0 0,0 0 1 0 0,0-1-1 0 0,0 1 1 0 0,0-1-1 0 0,0 1 1 0 0,0-1-1 0 0,-1 0 1 0 0,1 0-1 0 0,-1 0 1 0 0,1-1 0 0 0,2-3-1 0 0,7-9 11 0 0,0 0 0 0 0,-1-1 0 0 0,-1-1-1 0 0,-1 0 1 0 0,0 0 0 0 0,-2-1 0 0 0,11-31 0 0 0,-5 13-1591 0 0,-1 7-5419 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25.74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 38 5529 0 0,'-1'-1'-300'0'0,"-4"-34"11801"0"0,7 33-11077 0 0,-2 2-305 0 0,1 1 0 0 0,-1-1 0 0 0,1 0 0 0 0,-1 0 0 0 0,1 1 0 0 0,-1-1 0 0 0,0 0 0 0 0,1 1 0 0 0,-1-1 0 0 0,1 0 0 0 0,-1 1 0 0 0,0-1 0 0 0,1 1 0 0 0,-1-1 0 0 0,0 0 0 0 0,1 1 0 0 0,-1-1 0 0 0,0 1 0 0 0,0-1 0 0 0,0 1 0 0 0,1-1 0 0 0,-1 1 0 0 0,0 0 0 0 0,0-1 0 0 0,0 1 0 0 0,0-1 0 0 0,0 1 0 0 0,0-1 0 0 0,0 1 0 0 0,8 32 356 0 0,-2 1 0 0 0,-1-1 0 0 0,1 49 0 0 0,-8 109-349 0 0,-1-22-1714 0 0,3-139 278 0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25.94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1 167 7834 0 0,'8'-13'476'0'0,"1"2"-1"0"0,0-1 1 0 0,1 1 0 0 0,0 1 0 0 0,1 0 0 0 0,0 0 0 0 0,23-14-1 0 0,-8 4-200 0 0,-24 19-154 0 0,8-7-69 0 0,1 0-1 0 0,-1 1 0 0 0,13-6 1 0 0,-21 12-103 0 0,-1 0 0 0 0,1 0 0 0 0,-1 0 0 0 0,1 0 0 0 0,-1 0 0 0 0,1 1 0 0 0,0-1 0 0 0,-1 1 0 0 0,1-1 0 0 0,0 1 0 0 0,0 0 0 0 0,-1-1 0 0 0,1 1 0 0 0,0 0 0 0 0,-1 0 0 0 0,1 0 0 0 0,0 1 0 0 0,0-1 0 0 0,-1 0 0 0 0,1 1 0 0 0,0-1 0 0 0,-1 1 0 0 0,1-1 0 0 0,0 1 0 0 0,-1 0 0 0 0,1 0 0 0 0,-1-1 0 0 0,1 1 0 0 0,-1 0 1 0 0,0 1-1 0 0,1-1 0 0 0,1 2 0 0 0,4 12 29 0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26.14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78 11058 0 0,'8'-3'991'0'0,"1"0"0"0"0,-1-1-1 0 0,1 0 1 0 0,10-8-1 0 0,0-3-186 0 0,-14 10-1430 0 0,1 1 0 0 0,0 0 0 0 0,0-1-1 0 0,0 2 1 0 0,0-1 0 0 0,1 1-1 0 0,12-5 1 0 0,-13 8 584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26.48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13 5529 0 0,'11'-3'1144'0'0,"0"0"-1"0"0,0 1 0 0 0,1 0 1 0 0,-1 1-1 0 0,0 0 1 0 0,1 1-1 0 0,-1 0 0 0 0,1 1 1 0 0,-1 0-1 0 0,21 5 1 0 0,-30-6-1087 0 0,0 1 0 0 0,0 0 0 0 0,0 0 1 0 0,1 0-1 0 0,-1 0 0 0 0,0 0 1 0 0,0 0-1 0 0,0 1 0 0 0,-1-1 1 0 0,1 1-1 0 0,0-1 0 0 0,-1 1 0 0 0,1 0 1 0 0,0-1-1 0 0,-1 1 0 0 0,0 0 1 0 0,1 0-1 0 0,0 2 0 0 0,0 1-12 0 0,-1-1 0 0 0,0 0 0 0 0,1 1 0 0 0,-1-1 0 0 0,-1 1 0 0 0,1-1 0 0 0,-1 1 0 0 0,1 8 0 0 0,-3 6-23 0 0,-1 1 0 0 0,0 0 0 0 0,-9 26-1 0 0,8-30 64 0 0,-16 42 74 0 0,13-39 268 0 0,1-1-1 0 0,-3 20 0 0 0,8-38-397 0 0,1 0 0 0 0,0 0 1 0 0,0 0-1 0 0,0 1 0 0 0,0-1 0 0 0,0 0 1 0 0,0 0-1 0 0,0 0 0 0 0,0 1 0 0 0,0-1 0 0 0,0 0 1 0 0,0 0-1 0 0,0 1 0 0 0,0-1 0 0 0,0 0 1 0 0,0 0-1 0 0,0 1 0 0 0,0-1 0 0 0,0 0 1 0 0,0 0-1 0 0,0 0 0 0 0,0 1 0 0 0,0-1 0 0 0,0 0 1 0 0,0 0-1 0 0,0 0 0 0 0,0 1 0 0 0,1-1 1 0 0,-1 0-1 0 0,0 0 0 0 0,0 0 0 0 0,0 1 1 0 0,0-1-1 0 0,1 0 0 0 0,-1 0 0 0 0,0 0 1 0 0,0 0-1 0 0,0 0 0 0 0,1 0 0 0 0,-1 1 0 0 0,0-1 1 0 0,0 0-1 0 0,0 0 0 0 0,1 0 0 0 0,-1 0 1 0 0,13-6 440 0 0,11-14-229 0 0,36-42-63 0 0,-33 32-1345 0 0,41-34 0 0 0,-35 39-6436 0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37.58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65 42 8290 0 0,'-33'-21'2602'0'0,"2"1"4646"0"0,33 31-3584 0 0,7 8-3593 0 0,-8-18 121 0 0,30 70 248 0 0,40 137-1 0 0,-6-15-3944 0 0,-49-153-3573 0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37.79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14283 0 0,'0'4'1400'0'0,"0"-3"-1248"0"0,0 1-152 0 0,0 0 0 0 0,0 0 0 0 0,0-1-232 0 0,1 3-80 0 0,1 1-8 0 0,-2 2-8 0 0,1 3 160 0 0,-1 0 32 0 0,1 2 8 0 0,-1 0 0 0 0,0 0 128 0 0,0-1 0 0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38.33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6913 0 0,'3'1'264'0'0,"-1"0"-1"0"0,0 0 0 0 0,0 0 1 0 0,0 0-1 0 0,0 1 0 0 0,0-1 1 0 0,0 1-1 0 0,0-1 0 0 0,-1 1 0 0 0,1 0 1 0 0,0 0-1 0 0,1 2 0 0 0,-1-2-37 0 0,100 118 4730 0 0,-80-95-4014 0 0,-18-19-905 0 0,1 0 0 0 0,0 0 0 0 0,0-1 0 0 0,1 1 0 0 0,0-1 0 0 0,-1-1 0 0 0,9 5 0 0 0,-13-8-104 0 0,0-1 1 0 0,0 0 0 0 0,0 0-1 0 0,-1 0 1 0 0,1 0 0 0 0,0 0-1 0 0,0 0 1 0 0,0 0 0 0 0,0-1 0 0 0,0 1-1 0 0,0 0 1 0 0,0 0 0 0 0,0-1-1 0 0,0 1 1 0 0,0-1 0 0 0,0 1-1 0 0,0-1 1 0 0,0 1 0 0 0,-1-1-1 0 0,1 1 1 0 0,0-1 0 0 0,0 0 0 0 0,-1 1-1 0 0,1-1 1 0 0,0 0 0 0 0,-1 0-1 0 0,1 0 1 0 0,-1 1 0 0 0,1-1-1 0 0,0-1 1 0 0,17-32-881 0 0,-15 29 813 0 0,19-55 162 0 0,-18 46 898 0 0,1-1 1 0 0,11-23-1 0 0,-15 37-850 0 0,0 0 1 0 0,0 0-1 0 0,0 1 0 0 0,-1-1 0 0 0,1 0 1 0 0,0 0-1 0 0,0 0 0 0 0,0 1 0 0 0,0-1 1 0 0,0 0-1 0 0,0 1 0 0 0,1-1 0 0 0,-1 1 1 0 0,0-1-1 0 0,0 1 0 0 0,0 0 0 0 0,0-1 1 0 0,1 1-1 0 0,-1 0 0 0 0,0 0 0 0 0,0 0 1 0 0,1 0-1 0 0,-1 0 0 0 0,0 0 0 0 0,0 0 1 0 0,1 0-1 0 0,-1 1 0 0 0,0-1 0 0 0,2 1 1 0 0,38 16-1337 0 0,-33-13 334 0 0,9 4-5072 0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40.23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61 109 6193 0 0,'-12'1'1365'0'0,"9"0"-1063"0"0,1-1-1 0 0,-1 1 0 0 0,0-1 0 0 0,1 0 0 0 0,-1 1 1 0 0,0-1-1 0 0,1-1 0 0 0,-1 1 0 0 0,0 0 0 0 0,0-1 1 0 0,1 1-1 0 0,-1-1 0 0 0,1 0 0 0 0,-1 0 0 0 0,1 0 1 0 0,-5-2-1 0 0,7 2-208 0 0,0 0 1 0 0,0 1-1 0 0,0-1 1 0 0,0 0-1 0 0,0 0 1 0 0,0 1-1 0 0,0-1 1 0 0,1 0-1 0 0,-1 1 0 0 0,0-1 1 0 0,0 0-1 0 0,1 1 1 0 0,-1-1-1 0 0,0 0 1 0 0,1 1-1 0 0,-1-1 1 0 0,0 1-1 0 0,1-1 1 0 0,-1 1-1 0 0,1-1 1 0 0,-1 1-1 0 0,1-1 1 0 0,-1 1-1 0 0,1-1 1 0 0,0 0-1 0 0,18-14 331 0 0,-17 13-255 0 0,10-7 132 0 0,1 1 0 0 0,0 0 1 0 0,0 0-1 0 0,0 1 0 0 0,1 1 0 0 0,0 0 0 0 0,1 1 1 0 0,20-4-1 0 0,-30 8-230 0 0,1 0 1 0 0,-1 0-1 0 0,0 1 0 0 0,1 0 1 0 0,-1 0-1 0 0,0 0 0 0 0,1 1 1 0 0,-1 0-1 0 0,0 0 0 0 0,0 0 1 0 0,10 4-1 0 0,-12-3-68 0 0,1 0 0 0 0,-1 0 0 0 0,0 0 0 0 0,0 1 0 0 0,1 0 0 0 0,-2-1 0 0 0,1 1 0 0 0,0 0 0 0 0,0 0 0 0 0,-1 0 0 0 0,0 1 0 0 0,0-1 0 0 0,0 1 0 0 0,0-1 0 0 0,0 1 0 0 0,0 0 0 0 0,1 5 0 0 0,0 4-67 0 0,0 0 1 0 0,0 0 0 0 0,-1 0-1 0 0,-1 0 1 0 0,0 0-1 0 0,-2 20 1 0 0,-14 77-603 0 0,3-37 473 0 0,12-72 193 0 0,0-1-1 0 0,-1 1 1 0 0,1-1 0 0 0,0 1 0 0 0,0 0 0 0 0,0-1-1 0 0,0 1 1 0 0,0-1 0 0 0,0 1 0 0 0,0-1-1 0 0,0 1 1 0 0,0-1 0 0 0,0 1 0 0 0,1 0 0 0 0,-1-1-1 0 0,0 1 1 0 0,0-1 0 0 0,0 1 0 0 0,1-1-1 0 0,-1 1 1 0 0,0-1 0 0 0,1 1 0 0 0,-1-1 0 0 0,0 0-1 0 0,1 1 1 0 0,-1-1 0 0 0,0 1 0 0 0,1-1-1 0 0,0 1 1 0 0,0-1-1 0 0,0 0 0 0 0,1 0 0 0 0,-1 0 0 0 0,0 0 0 0 0,0 0 0 0 0,0 0 0 0 0,0 0 0 0 0,0 0 0 0 0,0 0 0 0 0,1-1 0 0 0,-1 1-1 0 0,0 0 1 0 0,0-1 0 0 0,1 0 0 0 0,47-30-34 0 0,-31 19 29 0 0,-12 8 11 0 0,1 1 1 0 0,-1-1 0 0 0,1 1-1 0 0,0 1 1 0 0,0-1 0 0 0,0 1-1 0 0,1 0 1 0 0,7-1 0 0 0,-13 3-4 0 0,0 0 0 0 0,0 0 0 0 0,0 0 0 0 0,0 0 0 0 0,1 1 0 0 0,-1-1 0 0 0,0 1 0 0 0,0-1 0 0 0,0 1 0 0 0,0 0 0 0 0,0-1 0 0 0,0 1 0 0 0,-1 0 0 0 0,1 0 0 0 0,0 1 0 0 0,0-1 0 0 0,-1 0 0 0 0,1 0 0 0 0,0 1 0 0 0,-1-1 0 0 0,1 1 0 0 0,-1 0 0 0 0,0-1 0 0 0,0 1 0 0 0,0 0 0 0 0,0 0 0 0 0,0 0 0 0 0,0 0 0 0 0,0 0 0 0 0,0 0 0 0 0,-1 0 0 0 0,2 3 0 0 0,0 5 109 0 0,0 1-1 0 0,-1-1 0 0 0,0 0 1 0 0,-1 1-1 0 0,0-1 0 0 0,0 1 1 0 0,-1-1-1 0 0,0 1 0 0 0,-1-1 1 0 0,-1 0-1 0 0,1 0 0 0 0,-1 0 1 0 0,-1 0-1 0 0,0 0 1 0 0,-10 16-1 0 0,7-13-1 0 0,-1 0 1 0 0,0-1 0 0 0,-1 0-1 0 0,-1-1 1 0 0,0 0-1 0 0,0 0 1 0 0,-1-1 0 0 0,-1 0-1 0 0,1-1 1 0 0,-21 12-1 0 0,7-8-1571 0 0,0-2-5549 0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41.34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951 216 1840 0 0,'-7'-9'556'0'0,"0"0"-1"0"0,0 0 0 0 0,-1 0 0 0 0,0 1 0 0 0,-1 0 0 0 0,-17-13 0 0 0,5 4 74 0 0,-1-2 367 0 0,-1 0 0 0 0,-1 1 0 0 0,-50-28-1 0 0,65 42-829 0 0,0 0-1 0 0,0 1 0 0 0,0 0 1 0 0,-1 0-1 0 0,1 1 0 0 0,0 0 0 0 0,-1 1 1 0 0,0 0-1 0 0,1 0 0 0 0,-1 1 0 0 0,0 0 1 0 0,0 1-1 0 0,1 0 0 0 0,-1 1 1 0 0,1 0-1 0 0,-11 3 0 0 0,-6 5-158 0 0,1 1-1 0 0,0 1 1 0 0,1 2 0 0 0,0 0-1 0 0,1 1 1 0 0,1 2-1 0 0,0 0 1 0 0,2 1 0 0 0,0 1-1 0 0,0 1 1 0 0,2 1 0 0 0,-25 36-1 0 0,9-5-25 0 0,2 0-1 0 0,3 3 0 0 0,2 0 1 0 0,-31 94-1 0 0,45-110-140 0 0,2 1 0 0 0,2 0 0 0 0,2 0 0 0 0,2 1 0 0 0,-1 62 0 0 0,6-75-51 0 0,1 1 0 0 0,2-1 0 0 0,1 0 1 0 0,1 1-1 0 0,1-2 0 0 0,2 1 0 0 0,0-1 0 0 0,22 45 0 0 0,-23-60 6 0 0,0 0-1 0 0,1 0 1 0 0,0-1-1 0 0,1 0 1 0 0,0 0-1 0 0,1-1 1 0 0,0 0-1 0 0,0-1 1 0 0,21 14-1 0 0,-13-12 39 0 0,0-1 0 0 0,0 0 0 0 0,1-2-1 0 0,0 0 1 0 0,40 9 0 0 0,-14-8 197 0 0,1-2 0 0 0,0-2 0 0 0,1-2 0 0 0,-1-3 0 0 0,55-5 0 0 0,-46-1 550 0 0,1-3 0 0 0,-1-2 0 0 0,-1-3-1 0 0,96-37 1 0 0,-72 18 588 0 0,-2-4 1 0 0,108-70-1 0 0,-144 81-477 0 0,-1-2-1 0 0,-2-2 0 0 0,0-1 1 0 0,42-47-1 0 0,-63 58-382 0 0,0 0 1 0 0,-1-1-1 0 0,-1 0 1 0 0,-1-2-1 0 0,-1 1 1 0 0,-1-1-1 0 0,-1-1 0 0 0,-1 0 1 0 0,11-44-1 0 0,-13 34-65 0 0,-2-1 0 0 0,-1 0 0 0 0,-2-1 0 0 0,-2-50 0 0 0,-1 71-215 0 0,-1 0 0 0 0,0 0 0 0 0,0 1 1 0 0,-2-1-1 0 0,0 0 0 0 0,0 1 0 0 0,-2 0 1 0 0,1 0-1 0 0,-2 0 0 0 0,0 1 0 0 0,-1 0 1 0 0,-17-23-1 0 0,17 28-61 0 0,-1 0 1 0 0,0 0-1 0 0,0 1 0 0 0,-1 1 0 0 0,1-1 1 0 0,-2 2-1 0 0,1-1 0 0 0,0 1 0 0 0,-1 1 0 0 0,0 0 1 0 0,-23-5-1 0 0,10 5-300 0 0,0 0-1 0 0,0 2 1 0 0,-1 0-1 0 0,-42 4 1 0 0,-3 4-949 0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41.95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4032 17 9674 0 0,'-1'-1'116'0'0,"0"0"-1"0"0,0 0 1 0 0,0-1 0 0 0,0 1 0 0 0,0 0-1 0 0,0 0 1 0 0,0 0 0 0 0,-1 0-1 0 0,1 0 1 0 0,0 1 0 0 0,0-1 0 0 0,-1 0-1 0 0,1 0 1 0 0,-1 1 0 0 0,1-1-1 0 0,-1 1 1 0 0,1 0 0 0 0,-1-1-1 0 0,1 1 1 0 0,-1 0 0 0 0,1 0 0 0 0,-1 0-1 0 0,1 0 1 0 0,-1 0 0 0 0,0 0-1 0 0,-2 1 1 0 0,-49 7 475 0 0,48-7-460 0 0,-51 14-1241 0 0,1 2 0 0 0,-103 46 0 0 0,-97 70-850 0 0,189-97 1880 0 0,-261 150 139 0 0,77-42 491 0 0,-30 25-305 0 0,37-20-103 0 0,-22 9-142 0 0,-311 243 0 0 0,454-311 18 0 0,64-49 21 0 0,2 2 1 0 0,-92 92-1 0 0,2 39 398 0 0,23-24-125 0 0,53-64-482 0 0,-67 104 0 0 0,-45 104-1767 0 0,70-102 1433 0 0,-48 79 4958 0 0,144-245-4048 0 0,2 1 1 0 0,-20 54-1 0 0,28-64-449 0 0,1 0 0 0 0,0 1 0 0 0,2-1 1 0 0,0 1-1 0 0,1 0 0 0 0,0 23 0 0 0,7-8-1242 0 0,-1-20-2819 0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42.26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 4 400 0 0,'-12'-4'9090'0'0,"39"54"-4880"0"0,-17-28-3223 0 0,1-1 0 0 0,1 0 0 0 0,23 29 0 0 0,-31-45-875 0 0,0-1 0 0 0,0 0-1 0 0,0 1 1 0 0,0-2 0 0 0,1 1 0 0 0,0 0 0 0 0,0-1-1 0 0,-1 0 1 0 0,2 0 0 0 0,-1-1 0 0 0,0 1 0 0 0,1-1 0 0 0,-1 0-1 0 0,1 0 1 0 0,-1-1 0 0 0,1 0 0 0 0,0 0 0 0 0,0 0-1 0 0,9-1 1 0 0,-8-1-23 0 0,0 0-1 0 0,0-1 0 0 0,-1 1 1 0 0,1-2-1 0 0,-1 1 1 0 0,1-1-1 0 0,-1 0 0 0 0,0 0 1 0 0,0-1-1 0 0,0 1 0 0 0,0-1 1 0 0,-1-1-1 0 0,7-5 1 0 0,8-9-12 0 0,32-40 1 0 0,-20 18-1495 0 0,2-7-5664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46.4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14747 0 0,'18'13'3990'0'0,"-9"-3"-3642"0"0,-1 0-1 0 0,0 1 1 0 0,-1 0-1 0 0,0 1 1 0 0,0-1 0 0 0,-2 1-1 0 0,1 0 1 0 0,-2 1-1 0 0,1 0 1 0 0,2 15-1 0 0,3 21-335 0 0,5 67 0 0 0,-12-89 97 0 0,2 16-175 0 0,27 189-646 0 0,-24-192-199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46.6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40 120 8290 0 0,'-14'0'-769'0'0,"-10"-10"7379"0"0,23 10-6431 0 0,1 0 0 0 0,0-1 0 0 0,0 1 0 0 0,0-1 0 0 0,0 1 0 0 0,0-1 0 0 0,8-17 3369 0 0,-2 11-3089 0 0,0 0 0 0 0,1 0 0 0 0,0 1 0 0 0,13-10 0 0 0,-9 9-704 0 0,0 1 0 0 0,0 0-1 0 0,1 0 1 0 0,-1 1-1 0 0,20-6 1 0 0,-12 7-378 0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47.0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12 4609 0 0,'1'-1'164'0'0,"1"0"0"0"0,-1 0 0 0 0,1 0 0 0 0,-1 0 0 0 0,1 0 0 0 0,0 0 1 0 0,-1 0-1 0 0,1 0 0 0 0,0 1 0 0 0,-1-1 0 0 0,1 1 0 0 0,0-1 0 0 0,0 1 0 0 0,0 0 0 0 0,-1 0 0 0 0,1 0 0 0 0,0 0 0 0 0,0 0 0 0 0,0 0 1 0 0,0 0-1 0 0,-1 0 0 0 0,1 1 0 0 0,0-1 0 0 0,0 1 0 0 0,-1 0 0 0 0,1-1 0 0 0,0 1 0 0 0,-1 0 0 0 0,1 0 0 0 0,0 0 0 0 0,-1 0 0 0 0,1 0 1 0 0,-1 0-1 0 0,0 0 0 0 0,1 1 0 0 0,-1-1 0 0 0,0 0 0 0 0,0 1 0 0 0,0-1 0 0 0,0 1 0 0 0,0 0 0 0 0,0-1 0 0 0,1 4 0 0 0,1 2 41 0 0,0 1 0 0 0,-1-1 0 0 0,1 1 0 0 0,-2 0 0 0 0,1-1 1 0 0,-1 1-1 0 0,0 0 0 0 0,-1 15 0 0 0,-10 61 835 0 0,6-56 1367 0 0,-3 47 0 0 0,7-75-2346 0 0,0 0 0 0 0,0 1 0 0 0,0-1 0 0 0,0 0 0 0 0,0 1 0 0 0,0-1 0 0 0,0 0-1 0 0,0 0 1 0 0,0 1 0 0 0,0-1 0 0 0,0 0 0 0 0,0 1 0 0 0,0-1 0 0 0,0 0 0 0 0,0 1 0 0 0,1-1 0 0 0,-1 0-1 0 0,0 0 1 0 0,0 1 0 0 0,0-1 0 0 0,0 0 0 0 0,0 0 0 0 0,1 1 0 0 0,-1-1 0 0 0,0 0 0 0 0,0 0 0 0 0,1 1-1 0 0,-1-1 1 0 0,0 0 0 0 0,0 0 0 0 0,1 0 0 0 0,-1 0 0 0 0,0 0 0 0 0,0 1 0 0 0,1-1 0 0 0,-1 0 0 0 0,0 0 0 0 0,1 0-1 0 0,-1 0 1 0 0,14-7 697 0 0,12-17-634 0 0,-25 23-45 0 0,87-96-39 0 0,-58 67-320 0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47.7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 42 4609 0 0,'-3'1'-3'0'0,"-1"0"1110"0"0,-1 0 1 0 0,1 0 0 0 0,-1-1-1 0 0,1 0 1 0 0,-1 1 0 0 0,1-1-1 0 0,-1-1 1 0 0,1 1-1 0 0,-10-3 1 0 0,14 3-1004 0 0,0-1-1 0 0,0 1 1 0 0,0-1-1 0 0,0 0 1 0 0,0 1-1 0 0,0-1 1 0 0,0 1-1 0 0,0-1 1 0 0,0 0-1 0 0,0 1 1 0 0,0-1 0 0 0,0 1-1 0 0,1-1 1 0 0,-1 1-1 0 0,0-1 1 0 0,0 0-1 0 0,1 1 1 0 0,-1-1-1 0 0,0 1 1 0 0,1-1-1 0 0,-1 1 1 0 0,1-1 0 0 0,-1 1-1 0 0,0 0 1 0 0,1-1-1 0 0,-1 1 1 0 0,1 0-1 0 0,-1-1 1 0 0,1 1-1 0 0,-1 0 1 0 0,1-1-1 0 0,-1 1 1 0 0,1 0 0 0 0,0-1-1 0 0,20-12 346 0 0,-17 11-671 0 0,0 0 0 0 0,0 0 0 0 0,1 1 0 0 0,-1 0 0 0 0,1-1 0 0 0,-1 1 0 0 0,8 0 0 0 0,-1 1-489 0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47.8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34 8290 0 0,'17'-6'2310'0'0,"35"-11"-1241"0"0,-41 14-1708 0 0,0 1 0 0 0,0-1 0 0 0,13 0 0 0 0,8 3-1855 0 0,-14 0 2036 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48.2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143 125 5985 0 0,'-13'4'1154'0'0,"0"-1"0"0"0,1 2 0 0 0,0 0 0 0 0,0 0 0 0 0,0 1-1 0 0,0 1 1 0 0,1 0 0 0 0,0 0 0 0 0,-18 18 0 0 0,28-25-1072 0 0,1 0 0 0 0,0 0 1 0 0,-1 0-1 0 0,1 0 0 0 0,0 1 1 0 0,-1-1-1 0 0,1 0 0 0 0,0 0 1 0 0,0 1-1 0 0,-1-1 0 0 0,1 0 0 0 0,0 1 1 0 0,0-1-1 0 0,0 0 0 0 0,-1 1 1 0 0,1-1-1 0 0,0 0 0 0 0,0 1 1 0 0,0-1-1 0 0,0 0 0 0 0,0 1 0 0 0,0-1 1 0 0,0 0-1 0 0,0 1 0 0 0,-1-1 1 0 0,1 0-1 0 0,1 1 0 0 0,-1-1 1 0 0,0 1-1 0 0,0-1 0 0 0,0 0 1 0 0,0 1-1 0 0,0-1 0 0 0,0 0 0 0 0,0 1 1 0 0,0-1-1 0 0,0 0 0 0 0,1 1 1 0 0,15 6 1153 0 0,21-3-737 0 0,41-11-30 0 0,116-24 0 0 0,-76 10-211 0 0,331-72-171 0 0,-192 35-3071 0 0,-200 49-3629 0 0,-35 7 500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48.7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1 123 8754 0 0,'99'-35'4330'0'0,"-61"23"-4634"0"0,0-2 1 0 0,70-36-1 0 0,-100 44 286 0 0,-5 0 18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48.9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 1 7834 0 0,'-2'1'101'0'0,"1"0"0"0"0,0 0 0 0 0,0 0 0 0 0,0 0 0 0 0,0 1 0 0 0,-1-1 0 0 0,2 0 0 0 0,-1 1 0 0 0,0-1 1 0 0,0 1-1 0 0,0-1 0 0 0,1 1 0 0 0,-1 0 0 0 0,1-1 0 0 0,-1 1 0 0 0,1-1 0 0 0,-1 1 0 0 0,1 0 0 0 0,0-1 0 0 0,0 3 0 0 0,1 1 497 0 0,0 0-1 0 0,0 0 0 0 0,0 0 0 0 0,1-1 0 0 0,3 8 0 0 0,0 1 275 0 0,1 4 103 0 0,2-1 0 0 0,0 0 0 0 0,0-1 0 0 0,2 0 0 0 0,0 0 0 0 0,0-1 0 0 0,20 20 0 0 0,-27-32-948 0 0,-2 1 0 0 0,1-1 0 0 0,0 0-1 0 0,0 1 1 0 0,-1-1 0 0 0,1 1-1 0 0,-1 0 1 0 0,0-1 0 0 0,0 1 0 0 0,0 0-1 0 0,0 0 1 0 0,0 0 0 0 0,-1 0-1 0 0,1 0 1 0 0,-1 0 0 0 0,0 0 0 0 0,0 0-1 0 0,0 0 1 0 0,0 0 0 0 0,-1 0-1 0 0,1 0 1 0 0,-1 0 0 0 0,1 0 0 0 0,-1-1-1 0 0,0 1 1 0 0,0 0 0 0 0,-1 0-1 0 0,1-1 1 0 0,0 1 0 0 0,-1 0-1 0 0,0-1 1 0 0,1 0 0 0 0,-1 1 0 0 0,-3 1-1 0 0,-2 6-203 0 0,-1-2 0 0 0,-1 1 0 0 0,-9 7 0 0 0,-28 18-4472 0 0,35-26 2199 0 0,-6 4-4159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49.2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 13363 0 0,'1'-1'160'0'0,"0"1"0"0"0,-1-1 0 0 0,1 1 1 0 0,0-1-1 0 0,0 1 0 0 0,0 0 0 0 0,0-1 0 0 0,0 1 1 0 0,0 0-1 0 0,0 0 0 0 0,-1 0 0 0 0,1-1 0 0 0,0 1 0 0 0,0 0 1 0 0,0 0-1 0 0,0 0 0 0 0,0 0 0 0 0,0 1 0 0 0,0-1 1 0 0,0 0-1 0 0,0 0 0 0 0,0 1 0 0 0,0-1 0 0 0,-1 0 1 0 0,1 1-1 0 0,1 0 0 0 0,0 1 113 0 0,1-1 0 0 0,-1 1-1 0 0,0 0 1 0 0,-1 0 0 0 0,1 0 0 0 0,0 0 0 0 0,-1 0 0 0 0,1 1-1 0 0,1 3 1 0 0,1 3 186 0 0,1 1 0 0 0,-2-1 0 0 0,0 1-1 0 0,3 12 1 0 0,-1 13-140 0 0,-2 1 0 0 0,-3 63 0 0 0,-1-65-708 0 0,2 1-1 0 0,8 65 0 0 0,-5-84-1397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49.5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161 0 3681 0 0,'11'2'7249'0'0,"-18"21"-3561"0"0,-10 2-1238 0 0,-34 38 0 0 0,37-47-1936 0 0,0 1 1 0 0,0 0-1 0 0,2 1 1 0 0,0 0-1 0 0,-12 27 1 0 0,23-43-503 0 0,0 0 1 0 0,0 0-1 0 0,1 0 1 0 0,-1 0-1 0 0,0 0 1 0 0,1 0-1 0 0,-1 0 1 0 0,1 0-1 0 0,0 0 1 0 0,0 0-1 0 0,0 0 1 0 0,0 1-1 0 0,0-1 1 0 0,0 0-1 0 0,0 0 1 0 0,1 0-1 0 0,-1 0 1 0 0,1 0-1 0 0,0 0 1 0 0,1 3-1 0 0,-1-3 10 0 0,1-1-1 0 0,-1 1 1 0 0,1-1 0 0 0,-1 1-1 0 0,1-1 1 0 0,0 0 0 0 0,-1 0-1 0 0,1 0 1 0 0,0 0 0 0 0,0 0-1 0 0,0 0 1 0 0,0 0 0 0 0,0-1-1 0 0,0 1 1 0 0,0-1 0 0 0,0 0-1 0 0,2 1 1 0 0,7 0 51 0 0,0-1-1 0 0,0 0 1 0 0,0-1-1 0 0,0 0 1 0 0,0-1-1 0 0,16-4 1 0 0,79-34-734 0 0,-67 25 265 0 0,-9 3-355 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51.4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93 8754 0 0,'5'-8'870'0'0,"2"-1"-1"0"0,-1 1 1 0 0,1 1 0 0 0,1-1 0 0 0,13-10 0 0 0,-17 14-518 0 0,1 0 1 0 0,0 1 0 0 0,1-1-1 0 0,-1 1 1 0 0,0 0 0 0 0,1 1-1 0 0,0-1 1 0 0,0 1 0 0 0,0 0-1 0 0,10-2 1 0 0,-14 4-328 0 0,-1 0 0 0 0,1 0 0 0 0,0 0 0 0 0,0 0 0 0 0,-1 0 0 0 0,1 0 0 0 0,0 0 0 0 0,-1 1 0 0 0,1-1 0 0 0,0 1-1 0 0,-1-1 1 0 0,1 1 0 0 0,-1 0 0 0 0,1-1 0 0 0,-1 1 0 0 0,1 0 0 0 0,-1 0 0 0 0,1 0 0 0 0,-1 0 0 0 0,0 0 0 0 0,3 3 0 0 0,-3-2 45 0 0,1 1 0 0 0,-1 0-1 0 0,0-1 1 0 0,0 1 0 0 0,0 0 0 0 0,0-1-1 0 0,0 1 1 0 0,-1 0 0 0 0,1 0 0 0 0,-1 0-1 0 0,1 5 1 0 0,-2 7 161 0 0,0-1 1 0 0,-1 1-1 0 0,-1-1 0 0 0,-4 15 0 0 0,7-27-229 0 0,-19 56 65 0 0,13-41-11 0 0,1 0-1 0 0,0 0 1 0 0,1 1 0 0 0,1 0 0 0 0,-2 21 0 0 0,5-37-12 0 0,0-1 1 0 0,0 1 0 0 0,0 0-1 0 0,0-1 1 0 0,0 1-1 0 0,1 0 1 0 0,-1-1-1 0 0,1 1 1 0 0,-1-1 0 0 0,1 1-1 0 0,-1 0 1 0 0,1-1-1 0 0,0 1 1 0 0,0-1 0 0 0,-1 0-1 0 0,1 1 1 0 0,0-1-1 0 0,1 0 1 0 0,-1 1 0 0 0,0-1-1 0 0,0 0 1 0 0,2 1-1 0 0,0 0 0 0 0,-1-1 0 0 0,1 0 0 0 0,0 0 0 0 0,-1-1 0 0 0,1 1 1 0 0,0 0-1 0 0,-1-1 0 0 0,1 0 0 0 0,0 1 0 0 0,0-1 0 0 0,0 0 0 0 0,3-1 0 0 0,10-2 35 0 0,0 0 0 0 0,-1-1 0 0 0,28-11-1 0 0,-31 10-75 0 0,79-24-699 0 0,-52 20-5341 0 0,-13 3-838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52.2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9 102 6913 0 0,'-1'-5'439'0'0,"-1"1"-1"0"0,1-1 0 0 0,0 0 1 0 0,0 1-1 0 0,0-1 0 0 0,0 0 1 0 0,1 0-1 0 0,0 1 0 0 0,0-1 1 0 0,0 0-1 0 0,1 0 0 0 0,1-7 0 0 0,1-21 5775 0 0,-2 199-1870 0 0,6 5-3360 0 0,0-84-1726 0 0,33 160 1 0 0,-26-201-2171 0 0,-7-29-4308 0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52.4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86 10138 0 0,'10'-3'448'0'0,"-1"-1"96"0"0,2 0-440 0 0,-2 2-104 0 0,-1-1 0 0 0,0 0 0 0 0,3 1 120 0 0,6-5 0 0 0,12-2 0 0 0,8-3 1 0 0,6-2-121 0 0,-3 2 72 0 0,-4 1-72 0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52.7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10594 0 0,'6'3'933'0'0,"-1"0"-1"0"0,1 1 0 0 0,-1 0 0 0 0,0-1 0 0 0,0 2 1 0 0,0-1-1 0 0,4 5 0 0 0,-5-4-549 0 0,0 1 0 0 0,0-1 0 0 0,-1 1 0 0 0,1 0 0 0 0,-1 0 0 0 0,2 7 1 0 0,-1-2-1122 0 0,-1 0 1 0 0,0 0 0 0 0,-1 0-1 0 0,-1 1 1 0 0,0-1 0 0 0,0 1-1 0 0,-2 20 1 0 0,1-17 254 0 0,-1-10 430 0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52.8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42 28 12899 0 0,'-17'-7'576'0'0,"6"2"112"0"0,3-1-552 0 0,4 4-136 0 0,3 0 0 0 0,2 2 0 0 0,0 0 392 0 0,2-1 56 0 0,0-2 0 0 0,2 2 8 0 0,2 1-1032 0 0,-1 1-216 0 0,2 3-40 0 0,-2 2 0 0 0,-2 0 640 0 0,-3 1 128 0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53.2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8290 0 0,'4'1'202'0'0,"0"1"0"0"0,-1 0 0 0 0,1 0 0 0 0,0 0 0 0 0,0 0 0 0 0,-1 1 1 0 0,0-1-1 0 0,1 1 0 0 0,-1 0 0 0 0,0 0 0 0 0,0 0 0 0 0,-1 0 0 0 0,1 0 0 0 0,-1 1 1 0 0,1-1-1 0 0,-1 1 0 0 0,0 0 0 0 0,0 0 0 0 0,-1 0 0 0 0,1 0 0 0 0,-1 0 0 0 0,2 7 0 0 0,0 6 484 0 0,-1 1 0 0 0,-1-1 0 0 0,0 1 0 0 0,-3 20-1 0 0,1-4 485 0 0,1-34-1156 0 0,0 0 0 0 0,0 0 0 0 0,0 0 0 0 0,0 0 0 0 0,0 0 0 0 0,0 1 0 0 0,0-1 0 0 0,0 0 0 0 0,0 0 1 0 0,0 0-1 0 0,0 0 0 0 0,0 0 0 0 0,0 0 0 0 0,0 0 0 0 0,0 1 0 0 0,0-1 0 0 0,0 0 0 0 0,0 0 0 0 0,0 0 0 0 0,0 0 0 0 0,0 0 0 0 0,0 0 0 0 0,0 0 0 0 0,0 1 0 0 0,0-1 0 0 0,0 0 0 0 0,0 0 0 0 0,0 0 0 0 0,0 0 0 0 0,0 0 0 0 0,0 0 0 0 0,0 0 0 0 0,0 0 1 0 0,0 1-1 0 0,1-1 0 0 0,-1 0 0 0 0,0 0 0 0 0,0 0 0 0 0,0 0 0 0 0,0 0 0 0 0,0 0 0 0 0,0 0 0 0 0,0 0 0 0 0,0 0 0 0 0,1 0 0 0 0,-1 0 0 0 0,0 0 0 0 0,0 0 0 0 0,0 0 0 0 0,0 0 0 0 0,0 0 0 0 0,0 0 0 0 0,0 0 0 0 0,1 0 0 0 0,-1 0 0 0 0,0 0 1 0 0,0 0-1 0 0,0 0 0 0 0,0 0 0 0 0,0 0 0 0 0,0 0 0 0 0,0 0 0 0 0,1 0 0 0 0,-1 0 0 0 0,0 0 0 0 0,0 0 0 0 0,0 0 0 0 0,0 0 0 0 0,9-11 309 0 0,6-17-73 0 0,7-23 218 0 0,-15 33-469 0 0,0 0-1 0 0,2 0 0 0 0,16-26 0 0 0,-24 43 8 0 0,0 0 0 0 0,0-1-1 0 0,0 1 1 0 0,0 0 0 0 0,0 0-1 0 0,1 0 1 0 0,-1 0 0 0 0,0 0-1 0 0,1 0 1 0 0,-1 1 0 0 0,0-1-1 0 0,1 0 1 0 0,-1 1 0 0 0,1-1-1 0 0,-1 1 1 0 0,1-1 0 0 0,-1 1 0 0 0,1 0-1 0 0,-1-1 1 0 0,1 1 0 0 0,-1 0-1 0 0,1 0 1 0 0,0 0 0 0 0,-1 0-1 0 0,1 1 1 0 0,-1-1 0 0 0,1 0-1 0 0,-1 1 1 0 0,1-1 0 0 0,-1 1-1 0 0,1-1 1 0 0,-1 1 0 0 0,1 0 0 0 0,-1-1-1 0 0,0 1 1 0 0,1 0 0 0 0,-1 0-1 0 0,0 0 1 0 0,0 0 0 0 0,2 2-1 0 0,7 6 318 0 0,-1 0-1 0 0,0 1 0 0 0,15 20 1 0 0,-13-16-63 0 0,-2-3-465 0 0,1 0-1 0 0,0 0 0 0 0,1-1 1 0 0,23 17-1 0 0,-16-17-7062 0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54.0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60 11979 0 0,'12'-3'3893'0'0,"54"-12"-2879"0"0,141-19-2770 0 0,-175 26 989 0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0:14.1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555 164 9674 0 0,'-6'-3'160'0'0,"1"0"0"0"0,-1 1 0 0 0,0-1-1 0 0,0 1 1 0 0,0 1 0 0 0,0-1 0 0 0,-1 1 0 0 0,1 0 0 0 0,0 1-1 0 0,-12 0 1 0 0,0 0-191 0 0,0 2 0 0 0,-28 5-1 0 0,28-2-94 0 0,0 1 0 0 0,0 0 0 0 0,1 2-1 0 0,0 0 1 0 0,0 0 0 0 0,1 2 0 0 0,0 0 0 0 0,1 1-1 0 0,-23 20 1 0 0,19-13-52 0 0,0 1 1 0 0,1 1-1 0 0,1 0 1 0 0,1 2-1 0 0,1-1 0 0 0,-15 30 1 0 0,18-24 224 0 0,0 0 0 0 0,2 0-1 0 0,1 1 1 0 0,2 0 0 0 0,0 1 0 0 0,2 0 0 0 0,-1 31 0 0 0,4-34 83 0 0,1 0 0 0 0,2 0 0 0 0,1 1 0 0 0,0-1 0 0 0,2-1 0 0 0,1 1 0 0 0,2-1 0 0 0,10 29 0 0 0,-12-40-97 0 0,1-1 0 0 0,1 0 0 0 0,0-1 0 0 0,1 1 0 0 0,0-1 0 0 0,1-1 0 0 0,1 0 0 0 0,-1 0 0 0 0,2-1-1 0 0,-1 0 1 0 0,23 16 0 0 0,-17-16 10 0 0,1-1 0 0 0,1 0 0 0 0,0-1 0 0 0,0 0 0 0 0,0-2 0 0 0,1 0 0 0 0,38 6 0 0 0,-13-7-63 0 0,-1-3 1 0 0,1-1-1 0 0,0-2 1 0 0,0-2-1 0 0,0-2 1 0 0,0-2-1 0 0,46-13 1 0 0,-6-2-206 0 0,91-37-1 0 0,-146 47 145 0 0,0-2 1 0 0,-1 0-1 0 0,0-2 0 0 0,-2-1 0 0 0,1-1 1 0 0,34-32-1 0 0,-53 43 15 0 0,-1 0 0 0 0,-1-1 0 0 0,0 0 0 0 0,0 0 0 0 0,0 0 0 0 0,-1-1 0 0 0,0 0 0 0 0,-1 0 0 0 0,0 0 0 0 0,0 0 0 0 0,-1-1 0 0 0,3-13 0 0 0,-4 9 62 0 0,-1 1-1 0 0,0-1 1 0 0,0 0 0 0 0,-2 0 0 0 0,0 0 0 0 0,0 0-1 0 0,-7-27 1 0 0,-7-4 401 0 0,-2 0 0 0 0,-2 1 0 0 0,-1 0 0 0 0,-29-43 0 0 0,41 74-206 0 0,-25-48 96 0 0,-3 2 0 0 0,-2 1 0 0 0,-79-89 0 0 0,61 93-4670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0:16.8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132 1 6913 0 0,'-1'0'66'0'0,"-1"-1"0"0"0,1 1 0 0 0,-1 0 0 0 0,1 0 0 0 0,-1 0-1 0 0,1 0 1 0 0,-1 0 0 0 0,1 1 0 0 0,-1-1 0 0 0,1 0-1 0 0,0 1 1 0 0,-1-1 0 0 0,1 1 0 0 0,-1-1 0 0 0,1 1-1 0 0,0 0 1 0 0,-1-1 0 0 0,1 1 0 0 0,0 0 0 0 0,0 0-1 0 0,0 0 1 0 0,-1 0 0 0 0,0 1 0 0 0,-1 3 83 0 0,1-1 0 0 0,0 1 0 0 0,-1-1 0 0 0,1 1 0 0 0,1-1-1 0 0,-2 7 1 0 0,0-3-160 0 0,-54 192-810 0 0,50-168 1130 0 0,1 0 1 0 0,1 1-1 0 0,3-1 1 0 0,0 45-1 0 0,3-70-100 0 0,-1-1-1 0 0,1 1 1 0 0,0-1-1 0 0,0 0 1 0 0,1 1-1 0 0,0-1 1 0 0,0 0-1 0 0,0 0 1 0 0,1 0-1 0 0,3 6 1 0 0,-4-9-110 0 0,1-1 0 0 0,-1 1 0 0 0,0 0 0 0 0,1-1 0 0 0,0 1 0 0 0,-1-1 0 0 0,1 0 1 0 0,0 0-1 0 0,0 0 0 0 0,0 0 0 0 0,0-1 0 0 0,1 1 0 0 0,-1-1 0 0 0,0 0 0 0 0,1 0 0 0 0,-1 0 0 0 0,1 0 1 0 0,-1-1-1 0 0,7 1 0 0 0,-1-1 158 0 0,-1 0 0 0 0,1 0 0 0 0,0-1-1 0 0,-1-1 1 0 0,1 1 0 0 0,-1-1 0 0 0,0-1 0 0 0,1 0 0 0 0,-1 0 0 0 0,0 0 0 0 0,12-9 0 0 0,7-5-426 0 0,47-39 1 0 0,-11 7-4689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0:17.0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 10594 0 0,'0'0'60'0'0,"-1"1"0"0"0,0-1 0 0 0,1 1-1 0 0,-1 0 1 0 0,1-1 0 0 0,-1 1 0 0 0,1-1-1 0 0,0 1 1 0 0,-1 0 0 0 0,1-1 0 0 0,0 1-1 0 0,-1 0 1 0 0,1 0 0 0 0,0-1 0 0 0,0 1 0 0 0,0 0-1 0 0,-1 0 1 0 0,1-1 0 0 0,0 1 0 0 0,0 0-1 0 0,0 0 1 0 0,0 0 0 0 0,0-1 0 0 0,1 1-1 0 0,-1 0 1 0 0,0 0 0 0 0,0-1 0 0 0,0 1 0 0 0,1 0-1 0 0,-1 0 1 0 0,0-1 0 0 0,1 1 0 0 0,-1 0-1 0 0,1 0 1 0 0,16 34 1378 0 0,-13-28-1094 0 0,14 33 1052 0 0,-1 1 0 0 0,20 77 0 0 0,-13-15-2185 0 0,-5 2-4038 0 0,-11-56-779 0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0:17.5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1011 11 9218 0 0,'-23'-4'369'0'0,"0"1"0"0"0,0 1 1 0 0,0 0-1 0 0,-1 2 0 0 0,1 1 0 0 0,0 1 1 0 0,-39 8-1 0 0,27-2-209 0 0,0 1 0 0 0,1 3 0 0 0,0 0 0 0 0,0 2 0 0 0,2 2 0 0 0,0 1 0 0 0,1 1-1 0 0,0 2 1 0 0,2 1 0 0 0,0 1 0 0 0,2 2 0 0 0,1 1 0 0 0,-26 30 0 0 0,13-5-160 0 0,2 1 0 0 0,3 2-1 0 0,2 2 1 0 0,2 1 0 0 0,3 1 0 0 0,3 1 0 0 0,1 1-1 0 0,4 2 1 0 0,2 0 0 0 0,3 0 0 0 0,-11 108-1 0 0,22-136-12 0 0,2 0-1 0 0,1-1 0 0 0,1 1 0 0 0,1 0 0 0 0,3 0 1 0 0,12 49-1 0 0,-12-65-52 0 0,0 0 0 0 0,2 0 0 0 0,0-1-1 0 0,1 0 1 0 0,1-1 0 0 0,0 1 0 0 0,1-2 0 0 0,0 1 0 0 0,2-2 0 0 0,-1 1 0 0 0,2-2 0 0 0,0 1 0 0 0,25 17 0 0 0,-10-11 75 0 0,0-1 0 0 0,2-2 0 0 0,0-1 0 0 0,1-2 0 0 0,1 0 0 0 0,-1-3 0 0 0,38 8 0 0 0,-26-9 322 0 0,0-3 0 0 0,0-1 0 0 0,1-3 0 0 0,87-5 0 0 0,-67-5 90 0 0,-1-3 0 0 0,0-2 1 0 0,-1-3-1 0 0,0-3 0 0 0,-2-2 0 0 0,0-3 1 0 0,88-50-1 0 0,-107 50-149 0 0,-1-2 0 0 0,-1-2 0 0 0,-1-2 0 0 0,-2-1 0 0 0,38-42 0 0 0,-51 48-151 0 0,-2-1 1 0 0,0-1-1 0 0,-2-1 0 0 0,-1 0 0 0 0,-1-2 1 0 0,-2 0-1 0 0,-1 0 0 0 0,12-37 0 0 0,-19 37-103 0 0,0-1 0 0 0,-2 0-1 0 0,-1 0 1 0 0,-2 0 0 0 0,-1 0-1 0 0,-1-1 1 0 0,-9-60 0 0 0,1 49 2 0 0,-1 0 0 0 0,-2 0 0 0 0,-2 1 0 0 0,-1 1 0 0 0,-23-43 0 0 0,27 64 32 0 0,0 1 0 0 0,-2 1 1 0 0,0 0-1 0 0,0 1 1 0 0,-2 0-1 0 0,-18-17 1 0 0,23 25-188 0 0,-1 1 0 0 0,0 0 0 0 0,0 1-1 0 0,-1 0 1 0 0,0 1 0 0 0,0 0 0 0 0,0 0 0 0 0,-1 1 0 0 0,0 1 0 0 0,0 0 0 0 0,-24-4 0 0 0,-28 1-7109 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0:19.3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283 193 5985 0 0,'-6'0'186'0'0,"-1"-1"-1"0"0,1 0 0 0 0,0 1 0 0 0,0 0 0 0 0,0 1 1 0 0,-1-1-1 0 0,1 1 0 0 0,0 0 0 0 0,0 1 1 0 0,0-1-1 0 0,0 1 0 0 0,0 1 0 0 0,1-1 0 0 0,-9 5 1 0 0,6-2-146 0 0,1 1 0 0 0,-1 0 0 0 0,1 0 0 0 0,0 1 1 0 0,0 0-1 0 0,0 0 0 0 0,1 1 0 0 0,-7 12 0 0 0,0 2-182 0 0,1 1 0 0 0,1 1 0 0 0,1 0-1 0 0,1 0 1 0 0,1 1 0 0 0,-4 27 0 0 0,-3 29 108 0 0,4 0-1 0 0,3 1 1 0 0,4 1 0 0 0,4-1 0 0 0,3 0 0 0 0,4 0-1 0 0,3 0 1 0 0,4-1 0 0 0,3 0 0 0 0,55 151 0 0 0,-61-204 8 0 0,1 0 1 0 0,2-1 0 0 0,0 0 0 0 0,2-1-1 0 0,1-1 1 0 0,1 0 0 0 0,1-2-1 0 0,1 0 1 0 0,1-1 0 0 0,1-1 0 0 0,1-1-1 0 0,1-1 1 0 0,1-1 0 0 0,0-1-1 0 0,1-2 1 0 0,1 0 0 0 0,0-2 0 0 0,1-1-1 0 0,0-1 1 0 0,1-1 0 0 0,0-2-1 0 0,1 0 1 0 0,48 4 0 0 0,-48-9-82 0 0,0-1 1 0 0,1-1-1 0 0,-1-2 1 0 0,0-1-1 0 0,0-1 1 0 0,0-2-1 0 0,-1-1 1 0 0,0-1-1 0 0,0-2 1 0 0,0-1-1 0 0,-1-1 1 0 0,-1-1-1 0 0,0-1 1 0 0,38-26-1 0 0,-28 13 34 0 0,-2-2 1 0 0,0-1-1 0 0,-2-1 0 0 0,-1-3 0 0 0,-2 0 1 0 0,-1-2-1 0 0,-2-1 0 0 0,-1-1 0 0 0,-2-1 1 0 0,-2-1-1 0 0,-1-1 0 0 0,-3-1 0 0 0,-1-1 0 0 0,-1-1 1 0 0,8-44-1 0 0,-15 40 394 0 0,-2 0 0 0 0,-2 0-1 0 0,-2-1 1 0 0,-2 0 0 0 0,-3 1 0 0 0,-1-1 0 0 0,-3 1 0 0 0,-1 0 0 0 0,-3 1-1 0 0,-25-75 1 0 0,14 66-38 0 0,-2 0-1 0 0,-2 2 0 0 0,-2 1 1 0 0,-3 1-1 0 0,-2 1 0 0 0,-2 2 1 0 0,-3 1-1 0 0,-48-48 1 0 0,69 78-234 0 0,-1 1 0 0 0,-1 1 0 0 0,0 1 0 0 0,-1 1 1 0 0,0 0-1 0 0,-37-17 0 0 0,41 23-148 0 0,-1 2 1 0 0,-1 0-1 0 0,1 0 1 0 0,-1 1-1 0 0,1 2 1 0 0,-1-1-1 0 0,0 2 0 0 0,0 0 1 0 0,-32 3-1 0 0,-33 10-1060 0 0,0 8-2063 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0:20.2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0 10594 0 0,'0'0'-20'0'0,"0"0"-1"0"0,0 0 1 0 0,0 0-1 0 0,0 0 1 0 0,-1 0 0 0 0,1 1-1 0 0,0-1 1 0 0,0 0-1 0 0,0 0 1 0 0,0 0-1 0 0,0 0 1 0 0,0 0-1 0 0,0 0 1 0 0,0 0 0 0 0,0 0-1 0 0,0 0 1 0 0,0 1-1 0 0,0-1 1 0 0,0 0-1 0 0,-1 0 1 0 0,1 0-1 0 0,0 0 1 0 0,0 0 0 0 0,0 0-1 0 0,0 0 1 0 0,0 1-1 0 0,0-1 1 0 0,0 0-1 0 0,0 0 1 0 0,0 0-1 0 0,0 0 1 0 0,0 0 0 0 0,1 0-1 0 0,-1 1 1 0 0,0-1-1 0 0,0 0 1 0 0,0 0-1 0 0,0 0 1 0 0,0 0-1 0 0,0 0 1 0 0,0 0 0 0 0,0 0-1 0 0,0 0 1 0 0,0 1-1 0 0,0-1 1 0 0,0 0-1 0 0,0 0 1 0 0,1 0-1 0 0,-1 0 1 0 0,0 0 0 0 0,0 0-1 0 0,0 0 1 0 0,0 0-1 0 0,0 0 1 0 0,0 0-1 0 0,1 0 1 0 0,11 12-579 0 0,29 19 351 0 0,-11-9 125 0 0,17 23-175 0 0,-2 1-1 0 0,-2 2 0 0 0,55 81 1 0 0,-53-69-120 0 0,116 159-716 0 0,84 108 741 0 0,-167-233 428 0 0,119 113-1 0 0,10-19 360 0 0,8-10 0 0 0,308 197 0 0 0,-399-297-573 0 0,408 241-1559 0 0,304 94-314 0 0,116-20 5070 0 0,-746-324-1551 0 0,2-9 0 0 0,428 64 0 0 0,446-39 1395 0 0,1465-149-1982 0 0,-2100 11-880 0 0,439-111 0 0 0,-172-33-213 0 0,-506 136 183 0 0,855-285 416 0 0,-13-37 103 0 0,-825 300-465 0 0,482-221-736 0 0,-75-11-288 0 0,-435 210 1176 0 0,321-120 0 0 0,-267 131 106 0 0,206-72-165 0 0,-332 128-165 0 0,219-39 1 0 0,-313 73-182 0 0,0 0 1 0 0,0 3-1 0 0,0 0 1 0 0,44 5-1 0 0,-45 0-4157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0:20.5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 14283 0 0,'1'0'48'0'0,"-1"-1"1"0"0,0 1-1 0 0,1 0 0 0 0,-1-1 1 0 0,1 1-1 0 0,-1-1 0 0 0,0 1 0 0 0,1 0 1 0 0,-1 0-1 0 0,1-1 0 0 0,-1 1 1 0 0,1 0-1 0 0,-1 0 0 0 0,1 0 0 0 0,-1-1 1 0 0,1 1-1 0 0,0 0 0 0 0,-1 0 1 0 0,1 0-1 0 0,-1 0 0 0 0,1 0 0 0 0,-1 0 1 0 0,1 0-1 0 0,-1 0 0 0 0,1 0 1 0 0,0 0-1 0 0,-1 1 0 0 0,1-1 0 0 0,-1 0 1 0 0,1 0-1 0 0,-1 0 0 0 0,1 1 1 0 0,-1-1-1 0 0,1 1 0 0 0,24 7-211 0 0,-25-8 188 0 0,34 13-57 0 0,-1 1-1 0 0,0 2 1 0 0,-2 1 0 0 0,42 30-1 0 0,-64-40-82 0 0,0 0-1 0 0,0 1 1 0 0,-1 0-1 0 0,0 1 0 0 0,0 0 1 0 0,-1 0-1 0 0,0 0 1 0 0,-1 1-1 0 0,0 0 1 0 0,0 1-1 0 0,-1-1 1 0 0,-1 1-1 0 0,1 0 1 0 0,-2 0-1 0 0,0 0 1 0 0,0 1-1 0 0,2 19 1 0 0,-4-2-410 0 0,-2 0 1 0 0,0 0 0 0 0,-2 0 0 0 0,-1 0 0 0 0,-1 0-1 0 0,-10 29 1 0 0,-8 15-652 0 0,-35 75 0 0 0,-54 82 555 0 0,63-137 700 0 0,15-20 133 0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3:11.3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1629 415 5529 0 0,'-7'-14'434'0'0,"-1"1"-1"0"0,-1 0 1 0 0,1 0-1 0 0,-2 0 1 0 0,0 2 0 0 0,0-1-1 0 0,-1 1 1 0 0,-17-13-1 0 0,-13-7 2582 0 0,-54-30 1 0 0,13 8-1450 0 0,46 28-1509 0 0,-2 2 0 0 0,-58-28 1 0 0,75 42-26 0 0,0 1 1 0 0,-1 1-1 0 0,1 1 1 0 0,-2 1 0 0 0,1 1-1 0 0,-38-3 1 0 0,6 6 9 0 0,0 3 1 0 0,1 1 0 0 0,-1 3 0 0 0,1 3-1 0 0,-85 24 1 0 0,102-22-54 0 0,0 2 0 0 0,1 1 0 0 0,1 2-1 0 0,0 2 1 0 0,1 0 0 0 0,1 3 0 0 0,1 0 0 0 0,-52 48 0 0 0,65-49 32 0 0,0 0 0 0 0,2 1 0 0 0,0 1 0 0 0,2 0 0 0 0,0 1 1 0 0,2 1-1 0 0,0 0 0 0 0,-13 39 0 0 0,14-29-36 0 0,2 1 0 0 0,1 0 1 0 0,2 1-1 0 0,1-1 0 0 0,0 66 0 0 0,5-88 18 0 0,1 0 1 0 0,0 0-1 0 0,1 0 0 0 0,0 0 1 0 0,1-1-1 0 0,1 1 0 0 0,0-1 1 0 0,0 1-1 0 0,2-1 0 0 0,-1-1 1 0 0,1 1-1 0 0,1-1 0 0 0,0 0 1 0 0,1 0-1 0 0,0-1 0 0 0,0 0 1 0 0,1-1-1 0 0,0 0 0 0 0,1 0 1 0 0,0-1-1 0 0,1 0 0 0 0,-1-1 1 0 0,2 0-1 0 0,-1 0 0 0 0,21 7 1 0 0,4 0 40 0 0,0-2 0 0 0,1-1 0 0 0,0-2 0 0 0,1-1 0 0 0,49 2-1 0 0,-8-5 114 0 0,124-9-1 0 0,187-41-116 0 0,-287 26-426 0 0,174-57 0 0 0,-218 52 320 0 0,-2-3 1 0 0,0-2 0 0 0,90-64-1 0 0,-131 83 187 0 0,-1-1 0 0 0,0-1-1 0 0,-2-1 1 0 0,1 0 0 0 0,-1 0-1 0 0,-1-1 1 0 0,0-1 0 0 0,-1 0-1 0 0,11-21 1 0 0,-18 29-31 0 0,0 0 0 0 0,-1-1 1 0 0,0 0-1 0 0,0 0 0 0 0,-1 0 0 0 0,0 0 0 0 0,-1 0 0 0 0,1 0 0 0 0,-1 0 1 0 0,-1 0-1 0 0,0-1 0 0 0,0 1 0 0 0,-1 0 0 0 0,1-1 0 0 0,-2 1 0 0 0,1 0 0 0 0,-1 0 1 0 0,-1 0-1 0 0,1 0 0 0 0,-1 1 0 0 0,-1-1 0 0 0,1 1 0 0 0,-6-9 0 0 0,-2 2 30 0 0,-1-1-1 0 0,0 1 0 0 0,-1 1 1 0 0,0 1-1 0 0,-1-1 0 0 0,0 2 0 0 0,-1 0 1 0 0,-1 1-1 0 0,1 0 0 0 0,-1 2 1 0 0,-29-12-1 0 0,0 3-3 0 0,0 2 1 0 0,-1 2 0 0 0,-62-9-1 0 0,49 12-291 0 0,-108-4-1 0 0,148 14-170 0 0,-1 1 1 0 0,0 0-1 0 0,0 1 0 0 0,1 1 0 0 0,0 1 1 0 0,-1 1-1 0 0,1 1 0 0 0,1 0 0 0 0,-27 13 0 0 0,3 9-6512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3:12.1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1440 272 14283 0 0,'-32'-16'790'0'0,"0"-1"0"0"0,-50-37-1 0 0,22 13-491 0 0,20 16-41 0 0,-1 2 0 0 0,-65-26 0 0 0,78 39-271 0 0,0 1 1 0 0,0 1-1 0 0,-1 2 0 0 0,1 1 0 0 0,-38-2 0 0 0,22 6-127 0 0,1 2 0 0 0,0 2 0 0 0,-1 1 0 0 0,2 3 0 0 0,-1 2 0 0 0,1 1 0 0 0,0 2 0 0 0,1 2 0 0 0,1 2 0 0 0,0 1 0 0 0,1 3 0 0 0,-64 42 0 0 0,86-49 111 0 0,0 1 0 0 0,0 0 0 0 0,2 1 0 0 0,0 1 1 0 0,1 1-1 0 0,0 0 0 0 0,1 1 0 0 0,-12 23 0 0 0,11-15 19 0 0,2 0 0 0 0,1 1 0 0 0,0 1 1 0 0,3 0-1 0 0,-11 51 0 0 0,14-46 3 0 0,1 0 0 0 0,2 0 0 0 0,1 0 1 0 0,2 0-1 0 0,1 0 0 0 0,1-1 1 0 0,2 1-1 0 0,1 0 0 0 0,2-1 0 0 0,1 0 1 0 0,22 51-1 0 0,-18-61-96 0 0,0 0 0 0 0,0-1-1 0 0,2-1 1 0 0,1 0 0 0 0,0-1 0 0 0,2-1 0 0 0,0-1 0 0 0,1 0 0 0 0,0-1-1 0 0,2-1 1 0 0,-1-1 0 0 0,45 21 0 0 0,-5-7-219 0 0,1-2-1 0 0,2-3 1 0 0,110 24 0 0 0,-108-32 295 0 0,1-3 0 0 0,0-4 1 0 0,0-2-1 0 0,1-3 0 0 0,128-11 0 0 0,-151 3 161 0 0,-1-3-1 0 0,0-1 1 0 0,-1-2-1 0 0,0-2 1 0 0,-1-2-1 0 0,-1-2 1 0 0,0-1-1 0 0,-1-2 1 0 0,-1-2-1 0 0,37-28 1 0 0,-37 22 525 0 0,-1-1 1 0 0,-1-2 0 0 0,-2-2 0 0 0,48-59 0 0 0,-70 76-435 0 0,-1 0 0 0 0,-1 0 0 0 0,-1 0 1 0 0,0-2-1 0 0,-2 1 0 0 0,1-1 0 0 0,-2 0 1 0 0,-1 0-1 0 0,0-1 0 0 0,-1 1 0 0 0,-1-1 0 0 0,-1 0 1 0 0,0 0-1 0 0,-2-25 0 0 0,-2 26-107 0 0,0 0 0 0 0,-1-1 0 0 0,0 1 0 0 0,-2 0 0 0 0,0 1 0 0 0,-1-1 0 0 0,-1 1 0 0 0,0 0 0 0 0,-1 1 0 0 0,-16-24-1 0 0,8 19-62 0 0,0 1-1 0 0,-1 0 1 0 0,-1 1-1 0 0,-1 1 1 0 0,0 1-1 0 0,-43-29 0 0 0,20 19-125 0 0,-2 2-1 0 0,-1 1 0 0 0,-1 3 0 0 0,-1 1 0 0 0,-86-23 0 0 0,92 33-7 0 0,0 2 1 0 0,-1 2-1 0 0,0 2 0 0 0,0 1 0 0 0,0 2 0 0 0,0 2 0 0 0,-57 9 0 0 0,23 4-726 0 0,-92 31 0 0 0,40-2-41 0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10.37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7 4609 0 0,'15'-6'15250'0'0,"-10"21"-14467"0"0,1 4-7612 0 0,12-14-600 0 0,5-17 5134 0 0,-15 4 2279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10.59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54 0 8290 0 0,'-3'2'278'0'0,"-1"1"-1"0"0,0-1 1 0 0,1 1 0 0 0,0 0 0 0 0,-1 0-1 0 0,1 0 1 0 0,0 0 0 0 0,1 1 0 0 0,-1-1-1 0 0,0 1 1 0 0,1-1 0 0 0,0 1 0 0 0,0 0 0 0 0,0 0-1 0 0,1 0 1 0 0,-1 0 0 0 0,1 1 0 0 0,0-1-1 0 0,0 0 1 0 0,0 1 0 0 0,0 4 0 0 0,0-3 6 0 0,0 1 1 0 0,0-1 0 0 0,1 1-1 0 0,0 0 1 0 0,0-1-1 0 0,1 1 1 0 0,0-1 0 0 0,0 1-1 0 0,0-1 1 0 0,1 1-1 0 0,0-1 1 0 0,0 1 0 0 0,5 8-1 0 0,1-10-3175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3:09.04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119 531 5985 0 0,'-10'-2'304'0'0,"0"-1"0"0"0,0 0-1 0 0,0 0 1 0 0,0-1 0 0 0,0-1-1 0 0,1 1 1 0 0,-1-1 0 0 0,1-1-1 0 0,-15-12 1 0 0,24 18-260 0 0,-1 0 0 0 0,1-1 0 0 0,-1 1 0 0 0,1-1 0 0 0,-1 1 0 0 0,1 0 0 0 0,0-1 0 0 0,-1 1 0 0 0,1-1 0 0 0,0 1 0 0 0,-1-1 0 0 0,1 1 0 0 0,0-1 0 0 0,0 0 0 0 0,-1 1 0 0 0,1-1 0 0 0,0 1 0 0 0,0-1 0 0 0,0 1 0 0 0,0-1 0 0 0,0 0 0 0 0,0 1 0 0 0,0-1 0 0 0,0 1 0 0 0,0-1 0 0 0,0 0 0 0 0,0 1 0 0 0,0-1 0 0 0,0 1 0 0 0,1-2 0 0 0,15-12 899 0 0,29-6 197 0 0,-41 19-1020 0 0,48-14 465 0 0,1 2-1 0 0,95-10 0 0 0,-13 4-267 0 0,411-66 420 0 0,294-64 2271 0 0,-800 141-2757 0 0,-28 6-166 0 0,0 0 0 0 0,-1-1 0 0 0,1 0-1 0 0,-1-1 1 0 0,13-5 0 0 0,-24 9-81 0 0,0-1-1 0 0,0 1 1 0 0,0 0 0 0 0,0 0-1 0 0,0 0 1 0 0,1 0 0 0 0,-1 0-1 0 0,0 0 1 0 0,0 0-1 0 0,0 0 1 0 0,0 0 0 0 0,0 0-1 0 0,0 0 1 0 0,0 0 0 0 0,0 0-1 0 0,0 0 1 0 0,0-1-1 0 0,0 1 1 0 0,0 0 0 0 0,0 0-1 0 0,0 0 1 0 0,0 0 0 0 0,0 0-1 0 0,0 0 1 0 0,0 0 0 0 0,0 0-1 0 0,0 0 1 0 0,0 0-1 0 0,0-1 1 0 0,0 1 0 0 0,0 0-1 0 0,0 0 1 0 0,0 0 0 0 0,0 0-1 0 0,0 0 1 0 0,0 0 0 0 0,0 0-1 0 0,0 0 1 0 0,0 0-1 0 0,0 0 1 0 0,0 0 0 0 0,0-1-1 0 0,0 1 1 0 0,0 0 0 0 0,-1 0-1 0 0,1 0 1 0 0,0 0-1 0 0,0 0 1 0 0,0 0 0 0 0,0 0-1 0 0,0 0 1 0 0,0 0 0 0 0,0 0-1 0 0,0 0 1 0 0,0 0 0 0 0,0 0-1 0 0,0 0 1 0 0,0 0-1 0 0,-1 0 1 0 0,1 0 0 0 0,0 0-1 0 0,0 0 1 0 0,0 0 0 0 0,0 0-1 0 0,0 0 1 0 0,0 0 0 0 0,-12-4 89 0 0,-14 1 85 0 0,-62 0 976 0 0,-143 15 0 0 0,154-6-1514 0 0,-799 96-740 0 0,764-86 1073 0 0,2-1-1425 0 0,-129 1 0 0 0,238-15 1403 0 0,0-1-1 0 0,0 0 1 0 0,1 0 0 0 0,-1 0 0 0 0,0 0 0 0 0,0 0-1 0 0,0 0 1 0 0,0 0 0 0 0,1 0 0 0 0,-1 0 0 0 0,0 0-1 0 0,0-1 1 0 0,1 1 0 0 0,-1 0 0 0 0,0 0 0 0 0,0-1-1 0 0,1 1 1 0 0,-1 0 0 0 0,0-1 0 0 0,0 1 0 0 0,1-1-1 0 0,-1 0 1 0 0,11-9-418 0 0,35-11 152 0 0,-41 19 195 0 0,69-26-322 0 0,131-32 0 0 0,82 5 492 0 0,-268 53-48 0 0,306-43 10 0 0,-225 35-14 0 0,127 5 1 0 0,-226 5 3 0 0,0 0-1 0 0,1 0 1 0 0,-1-1 0 0 0,1 1-1 0 0,-1 0 1 0 0,0 0-1 0 0,1 0 1 0 0,-1 0 0 0 0,1 0-1 0 0,-1 0 1 0 0,0 0-1 0 0,1 0 1 0 0,-1 0 0 0 0,1 0-1 0 0,-1 0 1 0 0,1 0-1 0 0,-1 0 1 0 0,0 1 0 0 0,1-1-1 0 0,-1 0 1 0 0,1 0-1 0 0,-1 0 1 0 0,0 0 0 0 0,1 1-1 0 0,-1-1 1 0 0,0 0-1 0 0,1 1 1 0 0,-1-1 0 0 0,0 0-1 0 0,1 0 1 0 0,-1 1 0 0 0,0-1-1 0 0,0 0 1 0 0,1 1-1 0 0,-1-1 1 0 0,0 1 0 0 0,-14 10 145 0 0,-37 10 231 0 0,47-20-329 0 0,-376 130 2745 0 0,129-47-2230 0 0,-170 76-147 0 0,362-138-415 0 0,34-14-142 0 0,0 1 0 0 0,-35 19 1 0 0,51-21-604 0 0,29 0-1203 0 0,30-10 396 0 0,246-62-530 0 0,-69 11 3079 0 0,-93 28-581 0 0,492-70 1044 0 0,-609 94-1328 0 0,0 1 0 0 0,1 1 0 0 0,25 4 0 0 0,-43-4-121 0 0,0 0 0 0 0,0 0-1 0 0,0 0 1 0 0,0 0-1 0 0,1 0 1 0 0,-1 0-1 0 0,0 0 1 0 0,0 0 0 0 0,0 0-1 0 0,0 0 1 0 0,0 0-1 0 0,1 0 1 0 0,-1 0-1 0 0,0 0 1 0 0,0 0 0 0 0,0 0-1 0 0,0 0 1 0 0,0 0-1 0 0,1 0 1 0 0,-1 0-1 0 0,0 0 1 0 0,0 0 0 0 0,0 0-1 0 0,0 1 1 0 0,0-1-1 0 0,0 0 1 0 0,0 0-1 0 0,0 0 1 0 0,1 0 0 0 0,-1 0-1 0 0,0 0 1 0 0,0 1-1 0 0,0-1 1 0 0,0 0-1 0 0,0 0 1 0 0,0 0 0 0 0,0 0-1 0 0,0 0 1 0 0,0 1-1 0 0,0-1 1 0 0,0 0-1 0 0,0 0 1 0 0,0 0 0 0 0,0 0-1 0 0,0 0 1 0 0,0 1-1 0 0,0-1 1 0 0,0 0 0 0 0,0 0-1 0 0,0 0 1 0 0,0 0-1 0 0,0 0 1 0 0,0 1-1 0 0,0-1 1 0 0,0 0 0 0 0,-1 0-1 0 0,-9 9 576 0 0,-18 6 288 0 0,-45 12 494 0 0,-1-3-1 0 0,-90 17 1 0 0,-1 0-952 0 0,-492 134-2022 0 0,584-157-5900 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4:30.92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217 15 8754 0 0,'-24'-4'60'0'0,"-43"-2"1"0"0,10 1-3710 0 0,68 8 3640 0 0,0 1 0 0 0,-1 0-1 0 0,18 10 1 0 0,23 9 77 0 0,-14-11-34 0 0,1-3-1 0 0,0 0 1 0 0,54 3 0 0 0,117-3 1276 0 0,-206-9-1273 0 0,457 31 5569 0 0,-456-31-5595 0 0,0 0-1 0 0,0 0 0 0 0,0 1 1 0 0,0 0-1 0 0,-1 0 0 0 0,1 0 1 0 0,0 0-1 0 0,-1 1 1 0 0,7 2-1 0 0,-10-3-5 0 0,0-1 0 0 0,1 0 0 0 0,-1 0 1 0 0,0 1-1 0 0,0-1 0 0 0,1 0 0 0 0,-1 1 0 0 0,0-1 0 0 0,0 0 1 0 0,0 1-1 0 0,0-1 0 0 0,1 0 0 0 0,-1 1 0 0 0,0-1 0 0 0,0 1 1 0 0,0-1-1 0 0,0 0 0 0 0,0 1 0 0 0,0-1 0 0 0,0 1 0 0 0,0-1 1 0 0,0 0-1 0 0,0 1 0 0 0,0-1 0 0 0,0 0 0 0 0,0 1 0 0 0,0-1 0 0 0,0 1 1 0 0,-1-1-1 0 0,1 0 0 0 0,0 1 0 0 0,0 0 0 0 0,-21 16 340 0 0,-27 9-819 0 0,0-1 1 0 0,-2-3-1 0 0,-98 29 0 0 0,-165 22-926 0 0,195-49 675 0 0,-188 62-1 0 0,291-81 742 0 0,12-4 43 0 0,0-1 1 0 0,0 1 0 0 0,0 0-1 0 0,0 0 1 0 0,0 1 0 0 0,0-1-1 0 0,1 0 1 0 0,-1 1 0 0 0,0 0-1 0 0,-4 3 1 0 0,45-2 1475 0 0,15-7-513 0 0,0-2 1 0 0,98-25-1 0 0,102-47 534 0 0,-33 9-578 0 0,-181 59-820 0 0,5-1-112 0 0,0-1 1 0 0,-1-3-1 0 0,80-39 0 0 0,-122 54-45 0 0,-1 0 0 0 0,0 0 0 0 0,1 0 0 0 0,-1 0 0 0 0,0 0 0 0 0,1 0 0 0 0,-1 0 0 0 0,0 0 0 0 0,0 0 1 0 0,1 0-1 0 0,-1 0 0 0 0,0-1 0 0 0,1 1 0 0 0,-1 0 0 0 0,0 0 0 0 0,0 0 0 0 0,1 0 0 0 0,-1-1 0 0 0,0 1 0 0 0,0 0 0 0 0,0 0 0 0 0,1-1 0 0 0,-1 1 1 0 0,0 0-1 0 0,0 0 0 0 0,0-1 0 0 0,0 1 0 0 0,0 0 0 0 0,1-1 0 0 0,-1 1 0 0 0,0 0 0 0 0,0-1 0 0 0,0 1 0 0 0,0 0 0 0 0,0-1 0 0 0,0 1 0 0 0,0 0 1 0 0,0 0-1 0 0,0-1 0 0 0,0 1 0 0 0,0 0 0 0 0,0-1 0 0 0,0 1 0 0 0,-1 0 0 0 0,1-1 0 0 0,-18-4 167 0 0,-26 5 242 0 0,-124 24-884 0 0,12-1-277 0 0,43-13 287 0 0,10-1 333 0 0,-189 41 0 0 0,288-49 110 0 0,-38 12-267 0 0,41-12 278 0 0,-1-1 1 0 0,0 1 0 0 0,1 0-1 0 0,-1-1 1 0 0,1 1-1 0 0,-1 0 1 0 0,1 0 0 0 0,-1 0-1 0 0,1 0 1 0 0,0 0 0 0 0,-1 0-1 0 0,1 1 1 0 0,0-1 0 0 0,0 0-1 0 0,0 1 1 0 0,0-1 0 0 0,0 1-1 0 0,0-1 1 0 0,0 1-1 0 0,0 1 1 0 0,1-1-8 0 0,0-1 0 0 0,1 0 1 0 0,-1 1-1 0 0,1-1 0 0 0,-1 0 0 0 0,1 1 0 0 0,-1-1 0 0 0,1 0 0 0 0,0 0 1 0 0,0 1-1 0 0,-1-1 0 0 0,1 0 0 0 0,0 0 0 0 0,0 0 0 0 0,0 0 0 0 0,0 0 1 0 0,0 0-1 0 0,1-1 0 0 0,-1 1 0 0 0,0 0 0 0 0,0 0 0 0 0,1-1 0 0 0,-1 1 1 0 0,2 0-1 0 0,33 12-549 0 0,4-4 700 0 0,1-2-1 0 0,-1-1 1 0 0,1-3-1 0 0,1-1 1 0 0,61-5-1 0 0,206-39 987 0 0,-268 35-1094 0 0,143-33 144 0 0,-107 21-14 0 0,92-10 0 0 0,-161 28-117 0 0,45-2 144 0 0,-49 2-140 0 0,0 2 0 0 0,0-1 1 0 0,-1 0-1 0 0,1 1 1 0 0,0 0-1 0 0,0-1 0 0 0,-1 2 1 0 0,1-1-1 0 0,0 0 1 0 0,-1 1-1 0 0,4 1 1 0 0,-7-2-41 0 0,1-1 1 0 0,-1 0 0 0 0,1 0-1 0 0,-1 1 1 0 0,1-1 0 0 0,-1 0-1 0 0,0 1 1 0 0,1-1-1 0 0,-1 0 1 0 0,0 1 0 0 0,1-1-1 0 0,-1 1 1 0 0,0-1 0 0 0,1 1-1 0 0,-1-1 1 0 0,0 0 0 0 0,0 1-1 0 0,0-1 1 0 0,0 1 0 0 0,1-1-1 0 0,-1 1 1 0 0,0-1 0 0 0,0 1-1 0 0,0-1 1 0 0,0 1 0 0 0,0 0-1 0 0,0-1 1 0 0,0 1 0 0 0,0-1-1 0 0,0 1 1 0 0,-1-1 0 0 0,1 1-1 0 0,0 0 1 0 0,-15 13 102 0 0,-25 5 160 0 0,-356 104 140 0 0,-85 33 44 0 0,372-102-461 0 0,66-28-42 0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4:41.03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149 11 3681 0 0,'-10'-2'334'0'0,"1"-1"1"0"0,0 1-1 0 0,-1 1 0 0 0,1 0 1 0 0,-1 0-1 0 0,1 1 0 0 0,-1 0 1 0 0,1 1-1 0 0,-1 0 0 0 0,1 0 1 0 0,-1 1-1 0 0,-25 9 3747 0 0,56-11-2820 0 0,44 13-38 0 0,1-4 0 0 0,126 3 0 0 0,-57-21-952 0 0,25-1-350 0 0,-136 10-301 0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4:42.03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 6449 0 0,'17'5'858'0'0,"0"-1"0"0"0,0 0-1 0 0,1-1 1 0 0,22 0-1 0 0,5 2-185 0 0,94 8 554 0 0,225-8-1 0 0,-131-7-4640 0 0,-188 3-469 0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4:46.12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120 231 9674 0 0,'-21'-29'212'0'0,"-24"-45"0"0"0,45 74-223 0 0,0-1-1 0 0,0 1 1 0 0,0-1-1 0 0,0 1 1 0 0,0 0 0 0 0,0-1-1 0 0,1 1 1 0 0,-1 0-1 0 0,0-1 1 0 0,0 1-1 0 0,0 0 1 0 0,1-1 0 0 0,-1 1-1 0 0,0 0 1 0 0,1 0-1 0 0,-1-1 1 0 0,0 1-1 0 0,0 0 1 0 0,1 0-1 0 0,-1-1 1 0 0,0 1 0 0 0,1 0-1 0 0,-1 0 1 0 0,1 0-1 0 0,-1 0 1 0 0,0 0-1 0 0,1-1 1 0 0,-1 1 0 0 0,0 0-1 0 0,1 0 1 0 0,-1 0-1 0 0,1 0 1 0 0,-1 0-1 0 0,0 0 1 0 0,1 0 0 0 0,0 1-1 0 0,21-4 97 0 0,-17 3-99 0 0,354-59 2512 0 0,-12 1-1537 0 0,-545 75-4967 0 0,-310 9 2924 0 0,501-26 1039 0 0,-16 2 81 0 0,14-1 242 0 0,-1 0 0 0 0,1-1 0 0 0,0 0 1 0 0,-16-2-1 0 0,37 3 413 0 0,0-1 0 0 0,0 0 1 0 0,0 0-1 0 0,-1-1 0 0 0,16-4 1 0 0,11 0-285 0 0,29-2-108 0 0,-36 3-258 0 0,1 1 0 0 0,-1 1 1 0 0,1 2-1 0 0,33 3 0 0 0,-64-3-128 0 0,0 1 0 0 0,0-1 0 0 0,-1 0-1 0 0,1 0 1 0 0,0 1 0 0 0,0-1 0 0 0,0 0 0 0 0,0 1-1 0 0,0-1 1 0 0,0 1 0 0 0,0-1 0 0 0,-1 1 0 0 0,1 0-1 0 0,0-1 1 0 0,1 2 0 0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4:46.84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82 11522 0 0,'70'-3'1078'0'0,"108"-19"0"0"0,-47 4-3935 0 0,-219 33-4358 0 0,14-2 6439 0 0,7 1 5294 0 0,92-21-1400 0 0,-21 6-3137 0 0,226-55-75 0 0,-192 50 806 0 0,0 1 0 0 0,0 1 0 0 0,0 3 0 0 0,45 3 1 0 0,-64 3-637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4:47.61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1 249 6913 0 0,'8'0'4141'0'0,"82"-8"-857"0"0,99-25-955 0 0,-155 25-2277 0 0,0-2-1 0 0,0-1 1 0 0,45-22 0 0 0,-75 32-100 0 0,-1-1 0 0 0,0 0 0 0 0,0 1 0 0 0,0-1 0 0 0,0-1-1 0 0,0 1 1 0 0,-1 0 0 0 0,1-1 0 0 0,-1 1 0 0 0,1-1 0 0 0,-1 0 0 0 0,3-5-1 0 0,-4 8 19 0 0,-1-1-1 0 0,0 0 0 0 0,0 0 0 0 0,1 0 1 0 0,-1 0-1 0 0,0 0 0 0 0,0 0 0 0 0,0 0 1 0 0,0 1-1 0 0,0-1 0 0 0,0 0 1 0 0,0 0-1 0 0,0 0 0 0 0,0 0 0 0 0,0 0 1 0 0,-1 0-1 0 0,1 0 0 0 0,0 0 0 0 0,-1-1 1 0 0,-1 0-5 0 0,1 1-1 0 0,0-1 1 0 0,-1 1 0 0 0,1-1 0 0 0,-1 1 0 0 0,1-1 0 0 0,-1 1 0 0 0,0 0 0 0 0,0 0 0 0 0,1 0 0 0 0,-1 0 0 0 0,-2-1 0 0 0,-9-3 43 0 0,1 0 1 0 0,-1 1-1 0 0,0 1 0 0 0,0 0 1 0 0,-22-1-1 0 0,-66 0-842 0 0,116 3 1274 0 0,0-1 0 0 0,0-1 0 0 0,21-6 0 0 0,5-1-792 0 0,-1 2 335 0 0,0 2 0 0 0,0 1 0 0 0,0 2 0 0 0,71 4 0 0 0,-110-1 2 0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4:48.32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568 92 3225 0 0,'-32'10'463'0'0,"11"-2"-470"0"0,-37 8 130 0 0,-333 79 727 0 0,384-94-564 0 0,2 0 238 0 0,-1 0 1 0 0,-42-10 6382 0 0,58-3-5475 0 0,11-6-190 0 0,-2 6-830 0 0,1 1-1 0 0,0 1 1 0 0,0 1 0 0 0,36-11-1 0 0,92-18-67 0 0,-83 23-107 0 0,189-47-26 0 0,-244 60-211 0 0,-6 0 0 0 0,1 1 0 0 0,0 0 0 0 0,1 1 0 0 0,-1-1 0 0 0,0 1 0 0 0,7 0 0 0 0,-12 0 0 0 0,0 1-1 0 0,0-1 1 0 0,0 1-1 0 0,0-1 1 0 0,0 1 0 0 0,0-1-1 0 0,-1 1 1 0 0,1-1 0 0 0,0 1-1 0 0,0-1 1 0 0,0 0-1 0 0,0 1 1 0 0,-1-1 0 0 0,1 1-1 0 0,0-1 1 0 0,0 0 0 0 0,-1 1-1 0 0,1-1 1 0 0,0 0-1 0 0,0 1 1 0 0,-1-1 0 0 0,1 0-1 0 0,0 1 1 0 0,-1-1 0 0 0,1 0-1 0 0,-1 0 1 0 0,1 1-1 0 0,0-1 1 0 0,-1 0 0 0 0,1 0-1 0 0,-1 0 1 0 0,1 0-1 0 0,-1 1 1 0 0,-19 12-147 0 0,-39 15-258 0 0,-64 22 1 0 0,-38 17-118 0 0,154-61 132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5:09.31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373 1 5985 0 0,'-15'1'979'0'0,"0"0"0"0"0,-25 6 0 0 0,27-4-425 0 0,0 0-1 0 0,0-1 1 0 0,-1-1 0 0 0,-14 0-1 0 0,-1-1 882 0 0,1 2-1 0 0,0 1 0 0 0,0 2 0 0 0,-54 14 0 0 0,56-11 136 0 0,30-7-1014 0 0,16 2-27 0 0,27-2-160 0 0,152-22 163 0 0,175-8-317 0 0,238 81 387 0 0,-535-42-562 0 0,267 31 99 0 0,-290-33-127 0 0,-1 3-1 0 0,93 30 1 0 0,-56-13 6 0 0,-34-14 2 0 0,0-3 0 0 0,0-2 0 0 0,73 2 0 0 0,176-12 25 0 0,-130-2 54 0 0,47-8 45 0 0,59 2-157 0 0,150 44 199 0 0,-283-20-180 0 0,-57-10-6 0 0,139-12 0 0 0,29 0 0 0 0,-30 14 0 0 0,96 4 0 0 0,48-17-1 0 0,-116-3 13 0 0,416 21 337 0 0,-626-11-125 0 0,0 1 0 0 0,0 2 0 0 0,0 3 0 0 0,56 15 0 0 0,-91-19 253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5:10.86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50 0 10594 0 0,'-49'11'6304'0'0,"72"-9"-5860"0"0,0 0-1 0 0,0 2 1 0 0,30 8-1 0 0,-24-5 191 0 0,41 5 0 0 0,516 58 809 0 0,-368-38-908 0 0,0-9 1 0 0,355-9-1 0 0,-119 4-403 0 0,-260-3-96 0 0,334-9 81 0 0,-110-29 38 0 0,16 5-160 0 0,-161 12 74 0 0,176-24-78 0 0,100-4 165 0 0,-250 19 27 0 0,283-4 140 0 0,-442 31-291 0 0,8-1-40 0 0,-138-12-245 0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5:14.340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1 0 10594 0 0,'0'0'819'0'0,"3"1"-637"0"0,-1 1-1 0 0,1-1 0 0 0,-1 1 1 0 0,1-1-1 0 0,-1 1 1 0 0,0 0-1 0 0,0 0 0 0 0,0 0 1 0 0,0 0-1 0 0,0 0 1 0 0,0 0-1 0 0,2 4 0 0 0,6 6 386 0 0,-2-6-210 0 0,1 1-1 0 0,0-1 1 0 0,0-1 0 0 0,0 0 0 0 0,1 0-1 0 0,-1-1 1 0 0,1 0 0 0 0,13 3 0 0 0,87 16 1395 0 0,-72-16-1183 0 0,35 3-294 0 0,1-2 0 0 0,125-3 0 0 0,150-29 1091 0 0,53-1-486 0 0,143 21-320 0 0,105 40-368 0 0,-342-22-164 0 0,52 6 8 0 0,380 33 194 0 0,-724-52-228 0 0,357-7-1 0 0,-162-2-66 0 0,298 11 105 0 0,-148 1-16 0 0,137-1 104 0 0,-469-2-124 0 0,333 17 224 0 0,-85-5-4642 0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5:22.5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95 160 456 0 0,'-21'-16'671'0'0,"-15"-16"4731"0"0,32 29-4753 0 0,1-1 0 0 0,-1 0 0 0 0,1 0 0 0 0,0 0 0 0 0,0 0 1 0 0,0-1-1 0 0,1 1 0 0 0,-1-1 0 0 0,1 1 0 0 0,0-1 0 0 0,0 0 0 0 0,-1-5 0 0 0,3 9-511 0 0,0 0-1 0 0,0 0 0 0 0,0 1 1 0 0,-1-1-1 0 0,1 0 0 0 0,0 0 1 0 0,0 1-1 0 0,0-1 0 0 0,0 0 1 0 0,0 0-1 0 0,1 1 0 0 0,-1-1 1 0 0,0 0-1 0 0,0 0 0 0 0,0 1 1 0 0,1-1-1 0 0,-1 0 0 0 0,0 1 1 0 0,1-1-1 0 0,-1 0 0 0 0,0 1 1 0 0,1-1-1 0 0,-1 1 0 0 0,1-2 1 0 0,0 2-46 0 0,0 0 0 0 0,0 0 0 0 0,-1 0 0 0 0,1 0 1 0 0,0 0-1 0 0,-1 0 0 0 0,1 0 0 0 0,0 0 0 0 0,0 0 1 0 0,-1 0-1 0 0,1 0 0 0 0,0 1 0 0 0,-1-1 0 0 0,1 0 0 0 0,0 0 1 0 0,-1 1-1 0 0,1-1 0 0 0,0 0 0 0 0,0 2 0 0 0,28 24 870 0 0,37 65-357 0 0,20 24-402 0 0,-72-99-159 0 0,0-1 1 0 0,0 0 0 0 0,2-1-1 0 0,30 21 1 0 0,-44-33-26 0 0,0-1 0 0 0,0 0 1 0 0,0 0-1 0 0,0 0 0 0 0,0 0 1 0 0,0 0-1 0 0,0 0 0 0 0,1 0 1 0 0,-1-1-1 0 0,0 1 0 0 0,1-1 0 0 0,3 0 1 0 0,-5 0 10 0 0,0 0 0 0 0,0 0-1 0 0,0 0 1 0 0,0-1 0 0 0,0 1 0 0 0,0-1 0 0 0,0 1 0 0 0,0-1 0 0 0,0 1-1 0 0,0-1 1 0 0,0 1 0 0 0,0-1 0 0 0,0 0 0 0 0,0 1 0 0 0,0-1 0 0 0,0 0-1 0 0,-1 0 1 0 0,1 0 0 0 0,0-1 0 0 0,2-4 108 0 0,0 0 0 0 0,0-1 0 0 0,-1 1-1 0 0,0-1 1 0 0,0 0 0 0 0,1-12 0 0 0,-3 15-132 0 0,8-43 135 0 0,-2 0 1 0 0,0-92-1 0 0,-7 81-1951 0 0,3 50 705 0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5:22.9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59 456 0 0,'1'-1'7'0'0,"18"-33"515"0"0,-18 32-158 0 0,0 1 0 0 0,-1-1 0 0 0,1 1-1 0 0,-5-16 6957 0 0,4 17-7237 0 0,-9 10 1679 0 0,-7 12-460 0 0,12-13-955 0 0,-1 0-1 0 0,1 0 1 0 0,0 0 0 0 0,1 0 0 0 0,0 0-1 0 0,1 1 1 0 0,0 0 0 0 0,0-1 0 0 0,0 14-1 0 0,2-19-289 0 0,0 0 0 0 0,0 0-1 0 0,0 0 1 0 0,1 0-1 0 0,0 0 1 0 0,-1 0-1 0 0,2 0 1 0 0,-1 0-1 0 0,0-1 1 0 0,1 1-1 0 0,0 0 1 0 0,-1-1-1 0 0,1 1 1 0 0,1-1-1 0 0,-1 1 1 0 0,0-1-1 0 0,1 0 1 0 0,0 0-1 0 0,0 0 1 0 0,0-1-1 0 0,0 1 1 0 0,0-1-1 0 0,0 1 1 0 0,1-1-1 0 0,4 2 1 0 0,29 12 440 0 0,-26-12-340 0 0,0 1 0 0 0,0 0 1 0 0,-1 1-1 0 0,1 0 0 0 0,15 12 0 0 0,-23-15-126 0 0,-1-1-1 0 0,0 0 0 0 0,0 1 1 0 0,0 0-1 0 0,0-1 1 0 0,0 1-1 0 0,0 0 0 0 0,-1 0 1 0 0,1 0-1 0 0,-1 0 0 0 0,0 1 1 0 0,0-1-1 0 0,0 0 0 0 0,0 0 1 0 0,-1 1-1 0 0,1-1 0 0 0,-1 0 1 0 0,0 1-1 0 0,0-1 1 0 0,0 1-1 0 0,0-1 0 0 0,-1 0 1 0 0,1 1-1 0 0,-1-1 0 0 0,-1 3 1 0 0,-2 7 107 0 0,0-1 0 0 0,-1 0 0 0 0,0-1 0 0 0,-1 1 1 0 0,-1-1-1 0 0,1 0 0 0 0,-2-1 0 0 0,1 1 0 0 0,-14 12 1 0 0,-27 17-6264 0 0,33-30-460 0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5:23.3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 8290 0 0,'-3'31'9317'0'0,"-5"20"-6813"0"0,-9 75-2368 0 0,6 175-64 0 0,15-172-5230 0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5:23.7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177 118 1376 0 0,'-1'-8'-223'0'0,"0"-3"1075"0"0,0-1 0 0 0,-1 1 1 0 0,-5-17-1 0 0,7 26-696 0 0,0 1 0 0 0,-1-1 0 0 0,1 1 1 0 0,-1-1-1 0 0,1 1 0 0 0,-1-1 0 0 0,0 1 0 0 0,1 0 0 0 0,-1-1 1 0 0,0 1-1 0 0,0 0 0 0 0,0-1 0 0 0,0 1 0 0 0,0 0 0 0 0,0 0 1 0 0,-1 0-1 0 0,1 0 0 0 0,0 0 0 0 0,0 0 0 0 0,-1 0 0 0 0,1 1 1 0 0,-1-1-1 0 0,1 0 0 0 0,-1 1 0 0 0,1-1 0 0 0,-1 1 0 0 0,1-1 0 0 0,-1 1 1 0 0,1 0-1 0 0,-1 0 0 0 0,1 0 0 0 0,-1 0 0 0 0,-3 0 0 0 0,3 1-77 0 0,-1 0-1 0 0,1 0 1 0 0,0 0-1 0 0,-1 1 1 0 0,1-1-1 0 0,0 1 1 0 0,0-1-1 0 0,0 1 1 0 0,0 0-1 0 0,0 0 1 0 0,0 0-1 0 0,1 0 1 0 0,-1 0-1 0 0,1 0 1 0 0,-3 4-1 0 0,-20 42 259 0 0,19-37-247 0 0,-7 14 26 0 0,-24 56 120 0 0,34-74-229 0 0,-1 0 0 0 0,1 0 1 0 0,0 1-1 0 0,1-1 0 0 0,0 1 0 0 0,0-1 0 0 0,1 1 0 0 0,0 13 1 0 0,0-20-8 0 0,0-1 0 0 0,0 1-1 0 0,0 0 1 0 0,0-1 0 0 0,0 1 0 0 0,0-1 0 0 0,0 1 0 0 0,1 0 0 0 0,-1-1 0 0 0,0 1 0 0 0,0-1 0 0 0,0 1 0 0 0,1-1 0 0 0,-1 1 0 0 0,0-1 0 0 0,1 1 0 0 0,-1-1 0 0 0,0 1 0 0 0,1-1 0 0 0,-1 1 0 0 0,1-1 0 0 0,-1 1 0 0 0,1-1 0 0 0,-1 0 0 0 0,1 1 0 0 0,-1-1 0 0 0,1 0 0 0 0,-1 0 0 0 0,1 1 0 0 0,0-1 0 0 0,1 0 0 0 0,-1 0 0 0 0,0 0 0 0 0,0-1 1 0 0,0 1-1 0 0,1-1 0 0 0,-1 1 0 0 0,0-1 0 0 0,0 1 0 0 0,0-1 1 0 0,0 1-1 0 0,0-1 0 0 0,0 0 0 0 0,0 0 0 0 0,1 0 0 0 0,26-33 1097 0 0,16-42 1443 0 0,-32 52-1776 0 0,1 1 1 0 0,0 1-1 0 0,2 0 1 0 0,1 1 0 0 0,36-38-1 0 0,-51 57-693 0 0,0 1 0 0 0,1-1 0 0 0,0 1 0 0 0,-1 0 0 0 0,1-1 0 0 0,0 1 0 0 0,-1 0-1 0 0,1 0 1 0 0,0 0 0 0 0,0 0 0 0 0,0 0 0 0 0,0 1 0 0 0,0-1 0 0 0,0 1 0 0 0,0-1-1 0 0,0 1 1 0 0,0 0 0 0 0,0 0 0 0 0,0 0 0 0 0,0 0 0 0 0,1 0 0 0 0,-1 0 0 0 0,0 0 0 0 0,0 1-1 0 0,0-1 1 0 0,0 1 0 0 0,0-1 0 0 0,0 1 0 0 0,3 2 0 0 0,-1 0-17 0 0,-1 0 0 0 0,1 0 1 0 0,-1 1-1 0 0,0-1 0 0 0,0 1 1 0 0,0 0-1 0 0,-1 0 0 0 0,1 0 1 0 0,-1 0-1 0 0,0 0 0 0 0,0 1 1 0 0,1 5-1 0 0,7 24-287 0 0,-2 0 1 0 0,-1 0 0 0 0,2 37-1 0 0,-4-31-1280 0 0,1 10-5910 0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5:24.2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0 9218 0 0,'-6'0'9733'0'0,"14"21"-8519"0"0,6 20-784 0 0,26 306 1273 0 0,-28-194-1694 0 0,-9-88-1492 0 0,-6-22-4731 0 0,2-38 4255 0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5:24.5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23 1896 0 0,'-11'-8'-110'0'0,"-31"-6"11947"0"0,50 22-9679 0 0,8 5-335 0 0,72 45 2541 0 0,38 37-3332 0 0,-124-93-1023 0 0,-1-1 1 0 0,1 1-1 0 0,-1-1 1 0 0,1 1-1 0 0,0-1 1 0 0,-1 0-1 0 0,1 0 1 0 0,0 0 0 0 0,0 0-1 0 0,0 0 1 0 0,0 0-1 0 0,0-1 1 0 0,0 1-1 0 0,0-1 1 0 0,0 1-1 0 0,0-1 1 0 0,0 0-1 0 0,0 1 1 0 0,1-1 0 0 0,-1 0-1 0 0,0-1 1 0 0,0 1-1 0 0,0 0 1 0 0,0-1-1 0 0,3 0 1 0 0,-2-1-29 0 0,1-1 1 0 0,-1 0-1 0 0,-1 1 1 0 0,1-1-1 0 0,0 0 1 0 0,-1 0-1 0 0,1-1 1 0 0,-1 1 0 0 0,0 0-1 0 0,0-1 1 0 0,0 0-1 0 0,2-6 1 0 0,7-15-337 0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5:26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3 116 4609 0 0,'-3'-48'3066'0'0,"6"-20"7263"0"0,-3 68-10264 0 0,9 14 1487 0 0,5 18-466 0 0,-3 5-753 0 0,-2-1 1 0 0,-2 1-1 0 0,-1 1 0 0 0,2 71 0 0 0,-10-45 107 0 0,-2 0 0 0 0,-13 69 0 0 0,14-116-570 0 0,0-3-781 0 0,0-1 0 0 0,1 1 1 0 0,1 0-1 0 0,0 0 0 0 0,1-1 0 0 0,1 1 1 0 0,3 24-1 0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5:26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34 5065 0 0,'-10'-11'376'0'0,"8"9"87"0"0,0-1 0 0 0,0 1 0 0 0,-1-1 0 0 0,1 1 0 0 0,-1 0-1 0 0,0 0 1 0 0,1 0 0 0 0,-5-2 0 0 0,6 4-357 0 0,0 0-1 0 0,0 0 1 0 0,0-1-1 0 0,0 1 1 0 0,0 0-1 0 0,0 1 1 0 0,0-1-1 0 0,0 0 1 0 0,0 0-1 0 0,0 0 1 0 0,0 0-1 0 0,0 1 1 0 0,0-1-1 0 0,0 1 1 0 0,0-1-1 0 0,0 1 1 0 0,0-1-1 0 0,1 1 1 0 0,-1-1-1 0 0,0 1 1 0 0,0 0 0 0 0,0-1-1 0 0,1 1 1 0 0,-1 0-1 0 0,0 0 1 0 0,1-1-1 0 0,-1 1 1 0 0,1 0-1 0 0,-1 0 1 0 0,1 0-1 0 0,-1 0 1 0 0,1 0-1 0 0,-1 1 1 0 0,-20 39 720 0 0,1 2 0 0 0,2 0 0 0 0,-18 68 1 0 0,32-102-826 0 0,2 0 1 0 0,-1 1-1 0 0,1-1 1 0 0,1 0 0 0 0,0 1-1 0 0,0-1 1 0 0,1 1-1 0 0,0-1 1 0 0,2 16 0 0 0,-2-25-2 0 0,0 0 0 0 0,0 0 0 0 0,0 0 1 0 0,0 0-1 0 0,0 0 0 0 0,0 0 0 0 0,0 0 1 0 0,1 0-1 0 0,-1 0 0 0 0,0 0 0 0 0,0 0 1 0 0,0 1-1 0 0,0-1 0 0 0,0 0 0 0 0,0 0 1 0 0,0 0-1 0 0,0 0 0 0 0,0 0 1 0 0,0 0-1 0 0,0 0 0 0 0,0 0 0 0 0,0 0 1 0 0,0 0-1 0 0,0 0 0 0 0,1 0 0 0 0,-1 0 1 0 0,0 0-1 0 0,0 0 0 0 0,0 0 0 0 0,0 0 1 0 0,0 0-1 0 0,0 0 0 0 0,0 0 0 0 0,0 0 1 0 0,0 0-1 0 0,0 0 0 0 0,1 0 0 0 0,-1 0 1 0 0,0 0-1 0 0,0 0 0 0 0,0 0 1 0 0,0 0-1 0 0,0 0 0 0 0,0 0 0 0 0,0 0 1 0 0,0 0-1 0 0,0 0 0 0 0,0 0 0 0 0,0 0 1 0 0,0 0-1 0 0,0 0 0 0 0,1-1 0 0 0,-1 1 1 0 0,0 0-1 0 0,0 0 0 0 0,0 0 0 0 0,0 0 1 0 0,0 0-1 0 0,0 0 0 0 0,0 0 0 0 0,0 0 1 0 0,0 0-1 0 0,0 0 0 0 0,0 0 1 0 0,0 0-1 0 0,0-1 0 0 0,0 1 0 0 0,6-10 46 0 0,2-14 84 0 0,7-38 532 0 0,13-43 866 0 0,-24 92-1079 0 0,1 0-1 0 0,1 0 0 0 0,0 1 1 0 0,0 0-1 0 0,14-18 1 0 0,-19 27-382 0 0,1 1 0 0 0,0 0 0 0 0,0 0 1 0 0,0 0-1 0 0,1 0 0 0 0,-1 0 0 0 0,0 1 0 0 0,1-1 0 0 0,-1 1 1 0 0,1-1-1 0 0,-1 1 0 0 0,1 0 0 0 0,0 0 0 0 0,-1 0 0 0 0,1 0 0 0 0,0 1 1 0 0,0-1-1 0 0,4 1 0 0 0,-1 0 7 0 0,0 0-1 0 0,-1 1 1 0 0,1-1 0 0 0,0 1-1 0 0,-1 1 1 0 0,1-1 0 0 0,-1 1-1 0 0,11 5 1 0 0,-2 0-45 0 0,0 1-1 0 0,0 1 1 0 0,-1 0 0 0 0,0 1-1 0 0,21 22 1 0 0,-21-18-504 0 0,0 1 0 0 0,-2 1-1 0 0,1 0 1 0 0,-2 1 0 0 0,14 28 0 0 0,-5-4-7068 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5:25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11 112 9674 0 0,'-5'-4'2044'0'0,"5"3"-1703"0"0,-1 0-1 0 0,1 0 1 0 0,-1 1-1 0 0,0-1 1 0 0,1 0 0 0 0,0 0-1 0 0,-1 0 1 0 0,1 0 0 0 0,-1 0-1 0 0,1 0 1 0 0,0 0 0 0 0,0 0-1 0 0,0 0 1 0 0,0 0-1 0 0,-1 0 1 0 0,1 0 0 0 0,1-2-1 0 0,6 3 2555 0 0,5 14-2373 0 0,6 17-376 0 0,15 36-1 0 0,17 31 204 0 0,-44-88-324 0 0,0 0-1 0 0,1 0 0 0 0,1-1 1 0 0,0-1-1 0 0,0 1 0 0 0,18 14 1 0 0,-24-21-20 0 0,1 0-1 0 0,0 0 1 0 0,0 0 0 0 0,0 0 0 0 0,0-1-1 0 0,0 1 1 0 0,0-1 0 0 0,0 0 0 0 0,0 0 0 0 0,1 0-1 0 0,-1 0 1 0 0,0 0 0 0 0,1-1 0 0 0,-1 1 0 0 0,0-1-1 0 0,1 0 1 0 0,-1 0 0 0 0,1-1 0 0 0,-1 1 0 0 0,4-1-1 0 0,-3-1 11 0 0,-1 0 0 0 0,1 0 1 0 0,0 0-1 0 0,-1 0 0 0 0,1 0 0 0 0,-1-1 0 0 0,0 1 0 0 0,0-1 0 0 0,0 0 0 0 0,0 0 0 0 0,-1 0 0 0 0,1-1 0 0 0,-1 1 0 0 0,3-5 0 0 0,3-8 39 0 0,0-1 0 0 0,-1 0-1 0 0,0-1 1 0 0,-2 1-1 0 0,0-1 1 0 0,2-19-1 0 0,1-35 123 0 0,-6 52-549 0 0,0 0 0 0 0,0 1 0 0 0,2-1 0 0 0,11-34 0 0 0,-12 48-1720 0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5:25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37 920 0 0,'0'-36'16302'0'0,"-13"45"-14313"0"0,6 0-1845 0 0,-1 0 0 0 0,2 0 1 0 0,-1 0-1 0 0,1 1 0 0 0,0 0 1 0 0,1 0-1 0 0,1 1 0 0 0,-1 0 1 0 0,2-1-1 0 0,-1 1 0 0 0,-3 23 1 0 0,7-28-87 0 0,-1 0 0 0 0,1 0 1 0 0,0 1-1 0 0,0-1 0 0 0,1 0 0 0 0,0 0 1 0 0,0 0-1 0 0,0 0 0 0 0,1 0 0 0 0,0 0 1 0 0,0 0-1 0 0,1 0 0 0 0,-1 0 0 0 0,1-1 1 0 0,0 0-1 0 0,1 1 0 0 0,-1-1 0 0 0,1 0 1 0 0,0-1-1 0 0,1 1 0 0 0,-1-1 0 0 0,1 1 1 0 0,6 3-1 0 0,15 11-58 0 0,-13-11 0 0 0,0 0 0 0 0,-1 1 0 0 0,-1 1 0 0 0,0 0 0 0 0,16 18 0 0 0,-25-26 0 0 0,0 1 0 0 0,-1 0 0 0 0,1 0 0 0 0,0 0 0 0 0,-1 0 0 0 0,0 0 0 0 0,0 0 0 0 0,0 0 0 0 0,0 0 0 0 0,0 0 0 0 0,0 1 0 0 0,-1-1 0 0 0,0 0 0 0 0,0 1 0 0 0,0-1 0 0 0,0 0 0 0 0,0 1 0 0 0,0-1 0 0 0,-1 0 0 0 0,0 0 0 0 0,0 1 0 0 0,0-1 0 0 0,0 0 0 0 0,0 0 0 0 0,0 0 0 0 0,-1 0 0 0 0,0 0 0 0 0,1 0 0 0 0,-1-1 0 0 0,-3 4 0 0 0,-1 2-152 0 0,0-1 0 0 0,-1 0 0 0 0,0-1 0 0 0,0 0 0 0 0,0 0 0 0 0,-1 0 0 0 0,0-1 0 0 0,0 0 0 0 0,0-1 0 0 0,0 0 0 0 0,-1 0 0 0 0,0-1 1 0 0,0 0-1 0 0,-11 3 0 0 0,1-3-7075 0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5:26.9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90 6449 0 0,'0'-8'1501'0'0,"0"0"1"0"0,1 1-1 0 0,0-1 0 0 0,0 0 0 0 0,1 1 0 0 0,0-1 0 0 0,1 1 0 0 0,-1-1 0 0 0,8-12 1 0 0,-2 51 410 0 0,0 62-1299 0 0,7 50-349 0 0,-12-126-342 0 0,1-1 1 0 0,1 0-1 0 0,0-1 0 0 0,1 1 1 0 0,0-1-1 0 0,15 24 0 0 0,-15-30-353 0 0,-3-5 78 0 0,0 0-1 0 0,-1 0 1 0 0,1 0-1 0 0,-1 0 1 0 0,0 1-1 0 0,0-1 1 0 0,-1 0-1 0 0,1 1 1 0 0,0 6-1 0 0,-2 0-1438 0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5:27.2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84 4345 0 0,'-5'-5'373'0'0,"1"0"0"0"0,-1 0 0 0 0,0 0 0 0 0,0 0 1 0 0,-7-4-1 0 0,7 6 479 0 0,1 0 1 0 0,0 0 0 0 0,1-1 0 0 0,-1 1-1 0 0,0-1 1 0 0,1 0 0 0 0,0 0-1 0 0,0 0 1 0 0,0 0 0 0 0,-1-9 3500 0 0,4 13-4295 0 0,8 7 1440 0 0,9 12-739 0 0,-10-5-560 0 0,2-2 0 0 0,0 1 0 0 0,0-1 0 0 0,1 0 0 0 0,1-1 1 0 0,0 0-1 0 0,24 19 0 0 0,-29-26-121 0 0,1 0 1 0 0,0 0 0 0 0,0-1 0 0 0,0 0 0 0 0,0 0 0 0 0,0 0-1 0 0,0-1 1 0 0,1 0 0 0 0,0 0 0 0 0,-1-1 0 0 0,1 0 0 0 0,0-1-1 0 0,-1 1 1 0 0,1-1 0 0 0,0-1 0 0 0,0 0 0 0 0,14-3 0 0 0,-15 2 23 0 0,0-1 0 0 0,0 1 0 0 0,0-2 0 0 0,-1 1 1 0 0,0-1-1 0 0,1 0 0 0 0,-1 0 0 0 0,-1 0 0 0 0,1-1 1 0 0,-1 0-1 0 0,10-10 0 0 0,-2-2-734 0 0,0 0 0 0 0,18-34 0 0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5:35.2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 5985 0 0,'101'-2'6930'0'0,"143"1"-3385"0"0,8 21-1556 0 0,213 4-814 0 0,-314-38-786 0 0,18 0 58 0 0,-140 18-645 0 0,-18 1-1691 0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5:35.5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 10594 0 0,'1'0'114'0'0,"-1"-1"-1"0"0,0 1 0 0 0,1-1 0 0 0,-1 1 1 0 0,0-1-1 0 0,1 1 0 0 0,-1-1 1 0 0,1 1-1 0 0,-1 0 0 0 0,1-1 1 0 0,-1 1-1 0 0,1 0 0 0 0,-1-1 0 0 0,1 1 1 0 0,-1 0-1 0 0,1 0 0 0 0,-1-1 1 0 0,1 1-1 0 0,-1 0 0 0 0,1 0 0 0 0,-1 0 1 0 0,1 0-1 0 0,0 0 0 0 0,-1 0 1 0 0,1 0-1 0 0,-1 0 0 0 0,1 0 1 0 0,-1 0-1 0 0,1 0 0 0 0,0 0 0 0 0,-1 0 1 0 0,1 1-1 0 0,-1-1 0 0 0,1 0 1 0 0,-1 0-1 0 0,1 0 0 0 0,-1 1 0 0 0,1-1 1 0 0,-1 0-1 0 0,1 1 0 0 0,-1-1 1 0 0,1 1-1 0 0,-1-1 0 0 0,0 0 1 0 0,1 1-1 0 0,-1-1 0 0 0,0 1 0 0 0,1-1 1 0 0,-1 1-1 0 0,0-1 0 0 0,1 2 1 0 0,16 27 3340 0 0,-11 0-3000 0 0,-2 0-1 0 0,0 0 0 0 0,-3 1 1 0 0,-2 42-1 0 0,1-7-263 0 0,1 2-180 0 0,4-1 1 0 0,2 0 0 0 0,3 0-1 0 0,27 92 1 0 0,-30-135-301 0 0,10 45-1418 0 0,-15-48 548 0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5:36.1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0 5065 0 0,'3'4'4165'0'0,"-3"-4"-4103"0"0,17 3 3037 0 0,32 2 746 0 0,-35-4-2825 0 0,2 0-452 0 0,-12-2-385 0 0,0 1 1 0 0,0 0 0 0 0,1 0 0 0 0,-1 1 0 0 0,0-1-1 0 0,0 1 1 0 0,0 0 0 0 0,0 0 0 0 0,0 0-1 0 0,0 0 1 0 0,0 1 0 0 0,-1 0 0 0 0,1 0 0 0 0,6 4-1 0 0,-10-5-189 0 0,0-1 0 0 0,0 1 0 0 0,0 0 0 0 0,0 0 0 0 0,0 0 0 0 0,0 0 0 0 0,0 0 0 0 0,0-1 0 0 0,0 1 0 0 0,-1 0 0 0 0,1 0 0 0 0,0 0-1 0 0,0-1 1 0 0,-1 1 0 0 0,1 0 0 0 0,0 0 0 0 0,-1-1 0 0 0,1 1 0 0 0,-1 0 0 0 0,1 0 0 0 0,-1-1 0 0 0,0 1 0 0 0,1-1 0 0 0,-1 1 0 0 0,1 0-1 0 0,-2 0 1 0 0,-22 19-209 0 0,20-17 202 0 0,-54 41 112 0 0,36-29-21 0 0,1 0 0 0 0,1 2 0 0 0,1 0-1 0 0,-24 27 1 0 0,42-42-75 0 0,-1-1-1 0 0,1 1 1 0 0,0 0-1 0 0,0 0 0 0 0,-1 0 1 0 0,1 0-1 0 0,0 0 1 0 0,0 0-1 0 0,1 0 1 0 0,-1 0-1 0 0,0 0 0 0 0,1 0 1 0 0,-1 0-1 0 0,1 0 1 0 0,0 0-1 0 0,0 1 1 0 0,0-1-1 0 0,0 4 0 0 0,0-4 1 0 0,1-1 0 0 0,0 1-1 0 0,0 0 1 0 0,0-1-1 0 0,0 1 1 0 0,0 0 0 0 0,0-1-1 0 0,0 1 1 0 0,0-1-1 0 0,1 0 1 0 0,-1 1 0 0 0,1-1-1 0 0,-1 0 1 0 0,1 0-1 0 0,-1 0 1 0 0,1 0 0 0 0,2 1-1 0 0,9 3 11 0 0,-1 0 0 0 0,1-1 0 0 0,1-1-1 0 0,25 4 1 0 0,-21-4-10 0 0,-11-2-14 0 0,-1 1 0 0 0,1-1 0 0 0,-1 1 0 0 0,0 0 0 0 0,11 6 0 0 0,-16-8 9 0 0,0 1 0 0 0,0 0 0 0 0,0-1 0 0 0,0 1 0 0 0,0 0 0 0 0,0 0 0 0 0,0 0 0 0 0,-1-1 0 0 0,1 1 0 0 0,0 0 0 0 0,-1 0 0 0 0,1 0 0 0 0,0 0 0 0 0,-1 0 0 0 0,1 0-1 0 0,-1 1 1 0 0,0-1 0 0 0,1 0 0 0 0,-1 0 0 0 0,0 0 0 0 0,0 0 0 0 0,1 0 0 0 0,-1 1 0 0 0,0-1 0 0 0,0 0 0 0 0,0 0 0 0 0,-1 0 0 0 0,1 0 0 0 0,0 1 0 0 0,0-1 0 0 0,-1 0 0 0 0,1 0 0 0 0,0 0 0 0 0,-1 0 0 0 0,1 0 0 0 0,-1 0 0 0 0,1 0 0 0 0,-1 0 0 0 0,0 0 0 0 0,-1 1 0 0 0,-8 12-160 0 0,0-1 0 0 0,-1-1 0 0 0,0 0 0 0 0,-2 0-1 0 0,-20 15 1 0 0,19-16-475 0 0,-1 2-1 0 0,2-1 0 0 0,-24 28 1 0 0,37-39 495 0 0,-1 0 0 0 0,1-1 0 0 0,-1 1 0 0 0,1-1 0 0 0,-1 1 0 0 0,1 0 0 0 0,0 0 0 0 0,-1-1 1 0 0,1 1-1 0 0,0 0 0 0 0,-1 0 0 0 0,1-1 0 0 0,0 1 0 0 0,0 0 0 0 0,0 0 0 0 0,0-1 0 0 0,0 1 0 0 0,0 0 0 0 0,0 0 1 0 0,0 0-1 0 0,0 0 0 0 0,0-1 0 0 0,0 1 0 0 0,0 0 0 0 0,0 0 0 0 0,1 0 0 0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5:36.4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4145 0 0,'0'8'407'0'0,"-1"0"-1"0"0,1-1 1 0 0,1 1-1 0 0,0 0 1 0 0,0-1 0 0 0,4 14-1 0 0,0 8 706 0 0,-4-25-937 0 0,27 233 9000 0 0,-22-77-6665 0 0,2 74-299 0 0,-2-150-1559 0 0,-9 158-1 0 0,3-237-983 0 0,-1-1 1 0 0,0 0-1 0 0,0 0 1 0 0,0 0-1 0 0,0 0 1 0 0,0 0-1 0 0,-3 5 0 0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5:36.8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0 14747 0 0,'0'4'1312'0'0,"-1"0"-1056"0"0,1-1 1 0 0,-2-1-9 0 0,2 0 0 0 0,-2 2 0 0 0,0 1-472 0 0,0 0-96 0 0,-3-1-24 0 0,3-1-1 0 0,0 0 345 0 0,1-1 0 0 0,2 1 0 0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5:37.0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12443 0 0,'1'1'1104'0'0,"1"1"-880"0"0,-1-1-224 0 0,-1 1 0 0 0,1-2 416 0 0,1 1 32 0 0,-1 0 16 0 0,3 1 0 0 0,0 0-376 0 0,0 0-88 0 0,3-2 0 0 0,-1 0 0 0 0,1-3-1496 0 0,1 0-296 0 0,0 2-57 0 0,0-5-7 0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5:37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1 456 0 0,'6'32'10434'0'0,"-6"-28"-9537"0"0,0 0-385 0 0,2 0-64 0 0,-2 0-24 0 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5:37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37 2304 0 0,'0'0'20'0'0,"0"-1"-1"0"0,-1 1 0 0 0,1 0 0 0 0,0 0 1 0 0,0 0-1 0 0,0 0 0 0 0,-1 0 0 0 0,1 0 1 0 0,0-1-1 0 0,0 1 0 0 0,0 0 0 0 0,-1 0 1 0 0,1 0-1 0 0,0 0 0 0 0,0-1 0 0 0,0 1 1 0 0,0 0-1 0 0,0 0 0 0 0,0-1 0 0 0,-1 1 1 0 0,1 0-1 0 0,0 0 0 0 0,0 0 0 0 0,0-1 1 0 0,0 1-1 0 0,0 0 0 0 0,0 0 0 0 0,0-1 0 0 0,0 1 1 0 0,0 0-1 0 0,0 0 0 0 0,0-1 0 0 0,0 1 1 0 0,0 0-1 0 0,0 0 0 0 0,0-1 0 0 0,1 1 1 0 0,-1 0-1 0 0,0 0 0 0 0,0 0 0 0 0,0-1 1 0 0,0 1-1 0 0,0 0 0 0 0,0 0 0 0 0,1 0 1 0 0,-1-1-1 0 0,0 1 0 0 0,0 0 0 0 0,0 0 1 0 0,1 0-1 0 0,17-9 1386 0 0,25-1 1048 0 0,11 5 833 0 0,1 2 1 0 0,107 9-1 0 0,-28 1-1020 0 0,410-10-731 0 0,-473 4-1497 0 0,134 6 82 0 0,-197-5-931 0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5:38.0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0 6449 0 0,'-1'0'300'0'0,"-1"0"-1"0"0,0 0 1 0 0,0 0-1 0 0,1 0 1 0 0,-1 1-1 0 0,0-1 0 0 0,1 0 1 0 0,-1 1-1 0 0,0-1 1 0 0,1 1-1 0 0,-1 0 1 0 0,0-1-1 0 0,1 1 1 0 0,-1 0-1 0 0,1 0 0 0 0,0 0 1 0 0,-1 0-1 0 0,1 0 1 0 0,0 1-1 0 0,-1-1 1 0 0,1 0-1 0 0,0 0 1 0 0,0 1-1 0 0,0-1 0 0 0,0 1 1 0 0,0-1-1 0 0,1 1 1 0 0,-1-1-1 0 0,0 1 1 0 0,1 0-1 0 0,-1-1 1 0 0,1 1-1 0 0,-1 0 0 0 0,1-1 1 0 0,0 1-1 0 0,0 0 1 0 0,0 3-1 0 0,0 7 457 0 0,1 0 0 0 0,0 0 1 0 0,1-1-1 0 0,5 20 0 0 0,-2-12-691 0 0,44 353 1207 0 0,4 13-141 0 0,-51-373-1259 0 0,1 0-1 0 0,1 0 1 0 0,5 11 0 0 0,-8-19 78 0 0,1-1 0 0 0,0 0 1 0 0,-1 0-1 0 0,1 0 0 0 0,1 0 1 0 0,-1 0-1 0 0,0 0 0 0 0,1-1 0 0 0,-1 1 1 0 0,1-1-1 0 0,0 0 0 0 0,0 0 1 0 0,0 0-1 0 0,6 3 0 0 0,-4-2-419 0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5:39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3432 1 5985 0 0,'3'8'8733'0'0,"-2"-8"-8585"0"0,26 8 3091 0 0,45 5-2797 0 0,-59-11 479 0 0,-2 0-829 0 0,-5-1-41 0 0,0-1 0 0 0,0 1 0 0 0,0 1 0 0 0,-1-1 0 0 0,11 5 1 0 0,-15-5-62 0 0,-1-1 0 0 0,1 0 1 0 0,0 1-1 0 0,-1-1 0 0 0,1 1 1 0 0,-1-1-1 0 0,1 1 1 0 0,0-1-1 0 0,-1 1 0 0 0,1-1 1 0 0,-1 1-1 0 0,0-1 0 0 0,1 1 1 0 0,-1 0-1 0 0,0-1 1 0 0,1 1-1 0 0,-1 0 0 0 0,0 0 1 0 0,1-1-1 0 0,-1 1 0 0 0,0 1 1 0 0,0-1-36 0 0,0 0 0 0 0,-1 1 1 0 0,1-1-1 0 0,0 1 0 0 0,-1-1 1 0 0,1 0-1 0 0,-1 1 0 0 0,1-1 1 0 0,-1 0-1 0 0,0 0 0 0 0,1 1 1 0 0,-1-1-1 0 0,0 0 0 0 0,0 0 1 0 0,-1 2-1 0 0,-10 8-182 0 0,0-1 1 0 0,-1 0-1 0 0,0 0 0 0 0,0-1 0 0 0,-1-1 0 0 0,0 0 1 0 0,-25 10-1 0 0,20-11 351 0 0,2 2 1 0 0,-1 1-1 0 0,1 0 0 0 0,-20 16 1 0 0,35-25-83 0 0,1 0 1 0 0,0 0-1 0 0,-1 0 1 0 0,1 0-1 0 0,0 0 0 0 0,0 0 1 0 0,0 0-1 0 0,0 0 1 0 0,0 0-1 0 0,0 0 1 0 0,0 1-1 0 0,0-1 1 0 0,0 0-1 0 0,1 1 0 0 0,-1-1 1 0 0,0 1-1 0 0,1-1 1 0 0,-1 1-1 0 0,1-1 1 0 0,0 1-1 0 0,-1-1 1 0 0,1 1-1 0 0,0-1 0 0 0,0 1 1 0 0,0 0-1 0 0,0-1 1 0 0,0 1-1 0 0,1-1 1 0 0,-1 1-1 0 0,0-1 1 0 0,1 1-1 0 0,-1-1 0 0 0,1 1 1 0 0,-1-1-1 0 0,1 1 1 0 0,0-1-1 0 0,0 0 1 0 0,-1 1-1 0 0,1-1 0 0 0,0 0 1 0 0,0 0-1 0 0,0 0 1 0 0,1 0-1 0 0,1 2 1 0 0,6 4 110 0 0,1 0-1 0 0,-1-1 1 0 0,2 0 0 0 0,-1-1 0 0 0,12 4 0 0 0,1 2-76 0 0,-15-7-51 0 0,0 0 0 0 0,-1 0 0 0 0,1 1 0 0 0,-1 0 0 0 0,0 0 0 0 0,11 13 0 0 0,-16-16-32 0 0,0 0 1 0 0,-1 0 0 0 0,1 1-1 0 0,-1-1 1 0 0,0 0 0 0 0,0 1-1 0 0,0 0 1 0 0,0-1 0 0 0,0 1-1 0 0,-1-1 1 0 0,1 1 0 0 0,-1 0-1 0 0,1 0 1 0 0,-1-1 0 0 0,0 1-1 0 0,0 0 1 0 0,-1 0 0 0 0,1-1-1 0 0,0 1 1 0 0,-1 0 0 0 0,0-1-1 0 0,1 1 1 0 0,-1-1 0 0 0,0 1-1 0 0,-3 4 1 0 0,-2 4-184 0 0,-1 0-1 0 0,0 0 0 0 0,-1-1 1 0 0,0 0-1 0 0,-1 0 1 0 0,-11 10-1 0 0,10-11 208 0 0,1 1-1 0 0,0 0 1 0 0,1 0-1 0 0,0 1 1 0 0,-9 15-1 0 0,17-26-21 0 0,0 1-1 0 0,0 0 1 0 0,0 0-1 0 0,0 0 0 0 0,0-1 1 0 0,0 1-1 0 0,0 0 1 0 0,1 0-1 0 0,-1-1 0 0 0,0 1 1 0 0,0 0-1 0 0,1 0 1 0 0,-1-1-1 0 0,0 1 0 0 0,1 0 1 0 0,-1-1-1 0 0,0 1 1 0 0,1 0-1 0 0,-1-1 0 0 0,1 1 1 0 0,-1-1-1 0 0,1 1 0 0 0,0-1 1 0 0,-1 1-1 0 0,1-1 1 0 0,-1 1-1 0 0,1-1 0 0 0,0 0 1 0 0,0 1-1 0 0,-1-1 1 0 0,1 0-1 0 0,0 1 0 0 0,-1-1 1 0 0,1 0-1 0 0,1 0 1 0 0,33 12-1386 0 0,-30-11 874 0 0,9 3-382 0 0,-7-3-359 0 0,0 1 0 0 0,0 1 0 0 0,0-1-1 0 0,0 1 1 0 0,10 6 0 0 0,-15-8 1029 0 0,-1 0 1 0 0,1 1-1 0 0,0-1 0 0 0,-1 1 1 0 0,0-1-1 0 0,1 1 1 0 0,-1 0-1 0 0,0 0 0 0 0,0-1 1 0 0,1 1-1 0 0,-2 0 0 0 0,1 0 1 0 0,0 0-1 0 0,0 0 1 0 0,-1 0-1 0 0,1 0 0 0 0,-1 0 1 0 0,1 0-1 0 0,-1 1 1 0 0,0-1-1 0 0,0 0 0 0 0,0 0 1 0 0,0 4-1 0 0,-1 59-209 0 0,2-50 1370 0 0,1 1-1 0 0,0-1 0 0 0,2 1 1 0 0,4 15-1 0 0,0-6 1033 0 0,-2 1 0 0 0,-1 0 0 0 0,-2 0 0 0 0,2 41 0 0 0,-11 106 2345 0 0,-1-28-3131 0 0,2-26-438 0 0,2-70-560 0 0,2 0 1 0 0,6 62 0 0 0,20 22 95 0 0,-11-69 244 0 0,-12-59-476 0 0,-2 1 96 0 0,-17-9-59 0 0,-177-39-134 0 0,121 29 40 0 0,39 8-33 0 0,1 2-1 0 0,-60 3 0 0 0,61 1 5 0 0,0-2 0 0 0,0-1 0 0 0,-38-6 0 0 0,-354-58-311 0 0,-83-16-472 0 0,452 71 964 0 0,-58-5 164 0 0,73 12-309 0 0,0-2-1 0 0,-77-22 1 0 0,90 20 7 0 0,-1 2 0 0 0,0 1 1 0 0,1 1-1 0 0,-1 1 0 0 0,-31 1 0 0 0,-25-2 10 0 0,42 0-11 0 0,0-1 8 0 0,0 2 1 0 0,-1 1-1 0 0,1 3 1 0 0,-83 11-1 0 0,34 6 92 0 0,-152 37-690 0 0,177-41 695 0 0,0-2 1 0 0,-104 4-1 0 0,12-18-6 0 0,53-1-31 0 0,73 2-69 0 0,-8 1-41 0 0,-73 8 0 0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5:40.6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 10594 0 0,'0'-1'153'0'0,"1"0"-1"0"0,-1 0 1 0 0,1 0-1 0 0,-1 0 1 0 0,1 1-1 0 0,-1-1 1 0 0,1 0-1 0 0,-1 0 1 0 0,1 1 0 0 0,0-1-1 0 0,-1 0 1 0 0,1 1-1 0 0,0-1 1 0 0,0 1-1 0 0,0-1 1 0 0,-1 1-1 0 0,1-1 1 0 0,0 1-1 0 0,0 0 1 0 0,0-1-1 0 0,0 1 1 0 0,0 0-1 0 0,0 0 1 0 0,-1 0-1 0 0,1-1 1 0 0,0 1-1 0 0,0 0 1 0 0,0 0-1 0 0,0 0 1 0 0,0 0-1 0 0,0 1 1 0 0,0-1 0 0 0,0 0-1 0 0,0 0 1 0 0,0 1-1 0 0,0-1 1 0 0,-1 0-1 0 0,1 1 1 0 0,0-1-1 0 0,0 1 1 0 0,0-1-1 0 0,-1 1 1 0 0,1-1-1 0 0,0 1 1 0 0,0 0-1 0 0,-1-1 1 0 0,1 1-1 0 0,-1 0 1 0 0,1-1-1 0 0,-1 1 1 0 0,1 0 0 0 0,-1 0-1 0 0,1 0 1 0 0,-1 0-1 0 0,1-1 1 0 0,-1 2-1 0 0,7 14 212 0 0,-1-1 0 0 0,-1 1 0 0 0,0 0 0 0 0,-1 1-1 0 0,-1-1 1 0 0,0 1 0 0 0,0 21 0 0 0,-7 123-146 0 0,0-71-110 0 0,4-34-382 0 0,11 79 0 0 0,2-53-7059 0 0,-10-64 1019 0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5:41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1 182 2304 0 0,'11'-27'722'0'0,"-1"4"1846"0"0,0 0 0 0 0,15-23 0 0 0,-22 41-2035 0 0,0 1 1 0 0,0-1-1 0 0,0 1 1 0 0,1-1-1 0 0,0 1 1 0 0,0 0-1 0 0,0 1 1 0 0,0-1-1 0 0,0 1 0 0 0,1 0 1 0 0,0 0-1 0 0,-1 0 1 0 0,1 0-1 0 0,0 1 1 0 0,7-2-1 0 0,-9 3-428 0 0,0 0 0 0 0,1 1 0 0 0,-1-1 0 0 0,1 1 0 0 0,-1 0 0 0 0,1 0 0 0 0,-1 0 0 0 0,1 1 0 0 0,-1-1 0 0 0,1 1 0 0 0,-1 0 0 0 0,0 0 0 0 0,1 0 0 0 0,-1 0 0 0 0,0 0-1 0 0,0 1 1 0 0,0 0 0 0 0,0-1 0 0 0,0 1 0 0 0,0 0 0 0 0,-1 1 0 0 0,1-1 0 0 0,0 0 0 0 0,-1 1 0 0 0,0-1 0 0 0,0 1 0 0 0,0 0 0 0 0,0 0 0 0 0,0 0 0 0 0,0 0 0 0 0,-1 0-1 0 0,1 0 1 0 0,-1 0 0 0 0,2 6 0 0 0,-1-2-118 0 0,1 1 0 0 0,-2 0 0 0 0,1 0 0 0 0,-1 0-1 0 0,0 0 1 0 0,0 0 0 0 0,-1 0 0 0 0,0 0 0 0 0,0 0 0 0 0,-1 0-1 0 0,0 0 1 0 0,-1 0 0 0 0,0 0 0 0 0,-3 8 0 0 0,-5 5-13 0 0,-2-1 0 0 0,0-1 0 0 0,-1 0 0 0 0,-15 18 0 0 0,14-21 21 0 0,1 2 0 0 0,0-1 0 0 0,2 2 0 0 0,-17 34 0 0 0,26-50 29 0 0,1 0-1 0 0,0 0 1 0 0,0 0 0 0 0,0 0-1 0 0,0 0 1 0 0,1 0-1 0 0,-1 0 1 0 0,1 0-1 0 0,0 0 1 0 0,0 1 0 0 0,0-1-1 0 0,0 0 1 0 0,0 0-1 0 0,1 0 1 0 0,-1 0 0 0 0,1 0-1 0 0,0 0 1 0 0,0 0-1 0 0,0 0 1 0 0,0 0 0 0 0,1 0-1 0 0,-1-1 1 0 0,1 1-1 0 0,0 0 1 0 0,0-1-1 0 0,0 1 1 0 0,0-1 0 0 0,0 0-1 0 0,5 4 1 0 0,-2-2 16 0 0,1-1 0 0 0,0 1 0 0 0,0-1 0 0 0,0-1 0 0 0,0 1 0 0 0,1-1-1 0 0,-1-1 1 0 0,1 1 0 0 0,-1-1 0 0 0,1 0 0 0 0,-1 0 0 0 0,1-1 0 0 0,8 0 0 0 0,81-10 86 0 0,-24 1-3897 0 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5:41.4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87 5985 0 0,'-27'-44'3992'0'0,"1"1"5947"0"0,37 75-7153 0 0,14 99-1939 0 0,-20-97-871 0 0,1 0-1 0 0,2 0 1 0 0,19 53 0 0 0,-23-79-1030 0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5:41.7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14 8290 0 0,'-2'-2'352'0'0,"-1"0"0"0"0,1 1 0 0 0,-1 0 0 0 0,0-1 0 0 0,0 1 0 0 0,0 0 0 0 0,1 0 1 0 0,-1 0-1 0 0,0 1 0 0 0,0-1 0 0 0,0 1 0 0 0,0-1 0 0 0,0 1 0 0 0,-1 0 0 0 0,1 0 0 0 0,0 1 1 0 0,0-1-1 0 0,-3 1 0 0 0,4 1-119 0 0,0-1 0 0 0,-1 0 1 0 0,1 1-1 0 0,0-1 0 0 0,0 1 1 0 0,0 0-1 0 0,0-1 0 0 0,0 1 0 0 0,0 0 1 0 0,0 0-1 0 0,1 0 0 0 0,-1 1 1 0 0,1-1-1 0 0,0 0 0 0 0,-1 1 1 0 0,1-1-1 0 0,0 1 0 0 0,0-1 0 0 0,1 1 1 0 0,-1-1-1 0 0,0 4 0 0 0,-1 2-154 0 0,0-1 0 0 0,1 1 0 0 0,0 0 0 0 0,1-1-1 0 0,0 1 1 0 0,0 0 0 0 0,0 0 0 0 0,1-1 0 0 0,0 1 0 0 0,1 0-1 0 0,-1-1 1 0 0,2 1 0 0 0,-1-1 0 0 0,1 0 0 0 0,7 14 0 0 0,-7-17-36 0 0,0 1 1 0 0,0 0 0 0 0,1-1 0 0 0,0 0 0 0 0,0 0-1 0 0,0 0 1 0 0,0 0 0 0 0,1-1 0 0 0,0 0-1 0 0,-1 0 1 0 0,1 0 0 0 0,0 0 0 0 0,1-1 0 0 0,-1 1-1 0 0,0-2 1 0 0,1 1 0 0 0,-1 0 0 0 0,1-1 0 0 0,-1 0-1 0 0,1 0 1 0 0,-1-1 0 0 0,9 0 0 0 0,-10 0-39 0 0,-1 0 0 0 0,1 0 0 0 0,-1 0 0 0 0,1-1 0 0 0,-1 1 1 0 0,1-1-1 0 0,-1 0 0 0 0,0 0 0 0 0,1 0 0 0 0,-1 0 0 0 0,0-1 0 0 0,0 0 0 0 0,0 1 1 0 0,0-1-1 0 0,0 0 0 0 0,0 0 0 0 0,0-1 0 0 0,-1 1 0 0 0,1-1 0 0 0,-1 1 0 0 0,1-1 1 0 0,-1 0-1 0 0,0 1 0 0 0,0-1 0 0 0,-1-1 0 0 0,1 1 0 0 0,-1 0 0 0 0,1 0 0 0 0,-1 0 1 0 0,0-1-1 0 0,1-3 0 0 0,-1 2 2 0 0,-1 0 1 0 0,1 0-1 0 0,-1 0 1 0 0,0-1-1 0 0,0 1 1 0 0,-1 0-1 0 0,1 0 0 0 0,-1 0 1 0 0,0 0-1 0 0,-1 0 1 0 0,1 0-1 0 0,-1 0 1 0 0,0 1-1 0 0,0-1 1 0 0,-1 0-1 0 0,1 1 1 0 0,-1 0-1 0 0,0-1 0 0 0,0 1 1 0 0,0 1-1 0 0,-5-6 1 0 0,-36-22-7008 0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5:42.1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37 124 6913 0 0,'13'-23'496'0'0,"11"-27"741"0"0,-17 17 2912 0 0,-7 33-4015 0 0,0-1-1 0 0,0 0 1 0 0,0 1 0 0 0,1-1 0 0 0,-1 1-1 0 0,0-1 1 0 0,0 0 0 0 0,0 1 0 0 0,-1-1 0 0 0,1 1-1 0 0,0-1 1 0 0,0 0 0 0 0,0 1 0 0 0,0-1-1 0 0,-1 1 1 0 0,1-1 0 0 0,0 1 0 0 0,0-1 0 0 0,-1 1-1 0 0,1-1 1 0 0,0 1 0 0 0,-1-1 0 0 0,1 1-1 0 0,-1-1 1 0 0,1 1 0 0 0,-1 0 0 0 0,1-1 0 0 0,-1 1-1 0 0,1 0 1 0 0,-1-1 0 0 0,1 1 0 0 0,-1 0-1 0 0,1-1 1 0 0,-1 1 0 0 0,1 0 0 0 0,-1 0 0 0 0,1 0-1 0 0,-1 0 1 0 0,0 0 0 0 0,1 0 0 0 0,-1 0-1 0 0,1 0 1 0 0,-1 0 0 0 0,0 0 0 0 0,1 0 0 0 0,-1 0-1 0 0,1 0 1 0 0,-1 0 0 0 0,0 0 0 0 0,1 0-1 0 0,-1 1 1 0 0,1-1 0 0 0,-1 0 0 0 0,1 0 0 0 0,-1 1-1 0 0,1-1 1 0 0,-1 1 0 0 0,0-1 0 0 0,-2 2 65 0 0,0 0 1 0 0,0 0-1 0 0,0 0 1 0 0,0 0-1 0 0,1 1 1 0 0,-1-1-1 0 0,1 1 1 0 0,-5 4-1 0 0,2 6-197 0 0,0-1-1 0 0,1 1 1 0 0,0 0-1 0 0,1 1 1 0 0,0-1-1 0 0,1 1 0 0 0,1-1 1 0 0,0 1-1 0 0,0-1 1 0 0,2 1-1 0 0,0 0 1 0 0,0-1-1 0 0,1 1 0 0 0,5 15 1 0 0,-5-22-47 0 0,0 1 1 0 0,1 0-1 0 0,0-1 1 0 0,1 0-1 0 0,-1 0 1 0 0,1 0-1 0 0,1 0 1 0 0,0 0-1 0 0,-1-1 1 0 0,12 11-1 0 0,-13-14 16 0 0,1 0 0 0 0,-1-1 1 0 0,1 1-1 0 0,-1-1 0 0 0,1 0 0 0 0,0 0 0 0 0,0 0 0 0 0,0 0 0 0 0,0-1 0 0 0,0 0 0 0 0,0 0 0 0 0,1 0 0 0 0,-1 0 1 0 0,0-1-1 0 0,1 1 0 0 0,-1-1 0 0 0,0 0 0 0 0,1-1 0 0 0,-1 1 0 0 0,0-1 0 0 0,6-1 0 0 0,-1 0 5 0 0,1-1 1 0 0,-1 0-1 0 0,0-1 0 0 0,-1 0 0 0 0,1 0 1 0 0,-1-1-1 0 0,1 0 0 0 0,-2 0 0 0 0,1-1 0 0 0,0 0 1 0 0,9-11-1 0 0,-17 17 31 0 0,1 0 0 0 0,-1 0 0 0 0,0 0 0 0 0,0-1 0 0 0,0 1 0 0 0,0 0 0 0 0,0 0 0 0 0,0 0 0 0 0,0 0 0 0 0,0 0 0 0 0,0-1 0 0 0,1 1 0 0 0,-1 0 0 0 0,0 0 0 0 0,0 0 0 0 0,0 0 0 0 0,0 0 0 0 0,0-1 0 0 0,0 1 0 0 0,0 0 0 0 0,0 0 0 0 0,0 0 0 0 0,0 0 0 0 0,0-1 0 0 0,0 1 0 0 0,0 0 0 0 0,0 0 0 0 0,0 0 0 0 0,-1 0 0 0 0,1 0 0 0 0,0-1 0 0 0,0 1 0 0 0,0 0 0 0 0,0 0 0 0 0,0 0 0 0 0,0 0 0 0 0,0 0 0 0 0,0 0 0 0 0,0-1 0 0 0,-1 1 0 0 0,1 0 0 0 0,0 0 0 0 0,0 0 0 0 0,0 0 0 0 0,0 0 0 0 0,0 0 0 0 0,-1 0 0 0 0,1 0 0 0 0,0 0 0 0 0,0 0 0 0 0,-14-3 168 0 0,-14 3-56 0 0,-35 7-2173 0 0,40-5-5034 0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6:26.125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319 266 4609 0 0,'0'-3'56'0'0,"0"1"-1"0"0,0 0 1 0 0,1 0-1 0 0,-1 0 1 0 0,1 0-1 0 0,-1 0 1 0 0,1 0 0 0 0,-1 0-1 0 0,1 0 1 0 0,0 1-1 0 0,0-1 1 0 0,0 0-1 0 0,0 0 1 0 0,1 1 0 0 0,-1-1-1 0 0,0 0 1 0 0,1 1-1 0 0,-1 0 1 0 0,1-1 0 0 0,-1 1-1 0 0,1 0 1 0 0,0-1-1 0 0,0 1 1 0 0,-1 0-1 0 0,1 0 1 0 0,4-1 0 0 0,57-25 526 0 0,-58 25-593 0 0,67-27-78 0 0,79-47 1 0 0,-28 14 199 0 0,-121 61-63 0 0,0 0 1 0 0,0 0-1 0 0,0 0 0 0 0,-1 0 1 0 0,1 0-1 0 0,0 0 1 0 0,0 0-1 0 0,-1-1 1 0 0,1 1-1 0 0,-1-1 0 0 0,1 1 1 0 0,1-3-1 0 0,-8-1 632 0 0,-15 4 26 0 0,-11 6-301 0 0,0 0 0 0 0,0 2 1 0 0,0 2-1 0 0,-58 24 0 0 0,21-8-596 0 0,-61 21-2373 0 0,-152 75 0 0 0,207-83 1732 0 0,117-62 1122 0 0,0 1 1 0 0,91-31-1 0 0,-101 44-133 0 0,0 1 0 0 0,0 1-1 0 0,1 2 1 0 0,0 1-1 0 0,40 0 1 0 0,-68 5-103 0 0,-1 0-1 0 0,1 0 1 0 0,-1 0-1 0 0,1 1 0 0 0,0 0 1 0 0,-1 0-1 0 0,0 1 1 0 0,1 0-1 0 0,-1 0 1 0 0,8 3-1 0 0,-11-3-35 0 0,0-1 0 0 0,0 1 0 0 0,-1 0 0 0 0,1-1-1 0 0,0 1 1 0 0,-1 0 0 0 0,1 0 0 0 0,-1 0-1 0 0,0 0 1 0 0,1 0 0 0 0,-1 0 0 0 0,0 0-1 0 0,0 1 1 0 0,-1-1 0 0 0,1 0 0 0 0,0 0 0 0 0,-1 1-1 0 0,1-1 1 0 0,-1 1 0 0 0,0-1 0 0 0,0 0-1 0 0,0 1 1 0 0,0-1 0 0 0,0 1 0 0 0,0-1-1 0 0,-2 3 1 0 0,-3 18 264 0 0,-1-1-1 0 0,-1 1 1 0 0,-1-1 0 0 0,-19 38-1 0 0,8-20 232 0 0,19-40-511 0 0,0 0 1 0 0,0 1-1 0 0,0-1 1 0 0,-1 0 0 0 0,1 0-1 0 0,0 0 1 0 0,0 0-1 0 0,0 0 1 0 0,0 0 0 0 0,0 0-1 0 0,0 1 1 0 0,0-1-1 0 0,0 0 1 0 0,0 0 0 0 0,0 0-1 0 0,0 0 1 0 0,0 0-1 0 0,0 0 1 0 0,-1 1 0 0 0,1-1-1 0 0,0 0 1 0 0,0 0-1 0 0,0 0 1 0 0,0 0 0 0 0,0 0-1 0 0,1 1 1 0 0,-1-1-1 0 0,0 0 1 0 0,0 0 0 0 0,0 0-1 0 0,0 0 1 0 0,0 0-1 0 0,0 0 1 0 0,0 1 0 0 0,0-1-1 0 0,0 0 1 0 0,0 0-1 0 0,0 0 1 0 0,0 0 0 0 0,0 0-1 0 0,0 0 1 0 0,1 0-1 0 0,-1 1 1 0 0,0-1 0 0 0,0 0-1 0 0,0 0 1 0 0,0 0-1 0 0,0 0 1 0 0,0 0 0 0 0,1 0-1 0 0,-1 0 1 0 0,10-3 22 0 0,9-11-72 0 0,111-109-580 0 0,-91 81 908 0 0,3 3 0 0 0,85-64 0 0 0,-127 103-281 0 0,24-14 0 0 0,-23 14 0 0 0,-1-1 0 0 0,1 1 0 0 0,0-1 0 0 0,-1 1 0 0 0,1-1 0 0 0,0 1 0 0 0,0 0 0 0 0,-1-1 0 0 0,1 1 0 0 0,0 0 0 0 0,0 0 0 0 0,0-1 0 0 0,-1 1 0 0 0,1 0 0 0 0,0 0 0 0 0,0 0 0 0 0,0 0 0 0 0,-1 0 0 0 0,1 0 0 0 0,0 0 0 0 0,0 0 0 0 0,0 1 0 0 0,-1-1 0 0 0,1 0 0 0 0,0 0 0 0 0,0 1 0 0 0,1 0 0 0 0,-3 1 112 0 0,0 1-1 0 0,1 0 0 0 0,-1-1 1 0 0,0 1-1 0 0,0 0 1 0 0,0-1-1 0 0,-1 1 1 0 0,1-1-1 0 0,0 0 1 0 0,-1 1-1 0 0,0-1 1 0 0,1 0-1 0 0,-4 3 1 0 0,1-1 119 0 0,-65 82 2766 0 0,-51 72-2429 0 0,112-145-972 0 0,5-4-4 0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6:32.307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32 170 6449 0 0,'-1'-1'-39'0'0,"0"1"0"0"0,0-1-1 0 0,0 1 1 0 0,0-1-1 0 0,-1 0 1 0 0,1 1 0 0 0,0-1-1 0 0,0 0 1 0 0,1 0-1 0 0,-1 0 1 0 0,0 0 0 0 0,0 0-1 0 0,0 0 1 0 0,1 0 0 0 0,-1 0-1 0 0,0 0 1 0 0,1 0-1 0 0,-1 0 1 0 0,1 0 0 0 0,-1-1-1 0 0,1-1 1 0 0,-1-28-744 0 0,1 29 651 0 0,1 0 0 0 0,-1-1 0 0 0,0 1 0 0 0,1 0 0 0 0,-1 0-1 0 0,0 0 1 0 0,-1-1 0 0 0,1 1 0 0 0,0 0 0 0 0,-1 0 0 0 0,1 0 0 0 0,-1-1 0 0 0,1 1 0 0 0,-1 0-1 0 0,0 0 1 0 0,0 0 0 0 0,0 0 0 0 0,0 0 0 0 0,-5-14 2138 0 0,10 15-1665 0 0,31-6 213 0 0,0 2 1 0 0,54-2 0 0 0,-48 5 103 0 0,96-32 4064 0 0,-138 34-4680 0 0,-15-3 810 0 0,8 4-645 0 0,0 0-1 0 0,0 1 1 0 0,0 1 0 0 0,0-1 0 0 0,0 1 0 0 0,-12 6 0 0 0,-9 4-219 0 0,4-5 17 0 0,-7 3-10 0 0,-40 19-1 0 0,64-26 12 0 0,0 0 1 0 0,1 1-1 0 0,0-1 0 0 0,0 1 1 0 0,0 0-1 0 0,1 1 0 0 0,0 0 1 0 0,0 0-1 0 0,0 0 1 0 0,-7 12-1 0 0,12-17-5 0 0,0 0 0 0 0,1 0 1 0 0,-1 0-1 0 0,0 0 0 0 0,1-1 0 0 0,0 1 1 0 0,-1 0-1 0 0,1 0 0 0 0,-1 0 0 0 0,1 0 0 0 0,0 0 1 0 0,0 0-1 0 0,0 0 0 0 0,-1 0 0 0 0,1 0 0 0 0,0 0 1 0 0,0 0-1 0 0,0 0 0 0 0,0 0 0 0 0,1 0 1 0 0,-1 0-1 0 0,0 0 0 0 0,0 0 0 0 0,1 0 0 0 0,-1 0 1 0 0,1 0-1 0 0,-1 0 0 0 0,0 0 0 0 0,2 2 1 0 0,0-2-6 0 0,0 0 1 0 0,0 1-1 0 0,0-1 1 0 0,0 0-1 0 0,0 0 1 0 0,0 0-1 0 0,0 0 1 0 0,0-1-1 0 0,0 1 0 0 0,1 0 1 0 0,-1-1-1 0 0,4 1 1 0 0,9 0-109 0 0,0-1 0 0 0,29-2 0 0 0,-43 1 98 0 0,52-3-406 0 0,-9 0 290 0 0,-1-1 0 0 0,45-12 1 0 0,-82 15 120 0 0,-3 2 17 0 0,0-1 1 0 0,0 1-1 0 0,-1-1 1 0 0,1 0-1 0 0,0 0 1 0 0,-1 0-1 0 0,1 0 1 0 0,-1-1-1 0 0,4-1 1 0 0,-6 3-8 0 0,0-1 0 0 0,0 1 0 0 0,0 0 1 0 0,0 0-1 0 0,0-1 0 0 0,0 1 0 0 0,0 0 1 0 0,0 0-1 0 0,0-1 0 0 0,0 1 0 0 0,0 0 1 0 0,0-1-1 0 0,0 1 0 0 0,0 0 0 0 0,0 0 1 0 0,0-1-1 0 0,0 1 0 0 0,0 0 0 0 0,0-1 1 0 0,0 1-1 0 0,0 0 0 0 0,0 0 0 0 0,0-1 1 0 0,0 1-1 0 0,-1 0 0 0 0,1 0 0 0 0,0 0 1 0 0,0-1-1 0 0,0 1 0 0 0,-1 0 0 0 0,1-1 1 0 0,-17-11-46 0 0,10 9 31 0 0,0 0 0 0 0,1 1 0 0 0,-1-1-1 0 0,0 2 1 0 0,0-1 0 0 0,0 1 0 0 0,0 0 0 0 0,-14 0 0 0 0,13 1 51 0 0,1-1 1 0 0,0 1-1 0 0,-1-1 1 0 0,1-1-1 0 0,0 1 0 0 0,0-1 1 0 0,-9-4-1 0 0,16 6-37 0 0,0 0-1 0 0,-1 0 1 0 0,1 0 0 0 0,0 0-1 0 0,0 0 1 0 0,0 0 0 0 0,0 0-1 0 0,0 0 1 0 0,-1 0 0 0 0,1 0-1 0 0,0-1 1 0 0,0 1 0 0 0,0 0-1 0 0,0 0 1 0 0,0 0 0 0 0,0 0-1 0 0,-1 0 1 0 0,1 0 0 0 0,0 0-1 0 0,0-1 1 0 0,0 1 0 0 0,0 0-1 0 0,0 0 1 0 0,0 0 0 0 0,0 0-1 0 0,0 0 1 0 0,0-1 0 0 0,0 1-1 0 0,0 0 1 0 0,0 0 0 0 0,0 0-1 0 0,0 0 1 0 0,-1 0 0 0 0,1-1-1 0 0,0 1 1 0 0,1 0 0 0 0,-1 0-1 0 0,0 0 1 0 0,0 0 0 0 0,0 0-1 0 0,0-1 1 0 0,0 1 0 0 0,0 0-1 0 0,0 0 1 0 0,0 0 0 0 0,0 0-1 0 0,0 0 1 0 0,0-1 0 0 0,0 1-1 0 0,0 0 1 0 0,0 0 0 0 0,1 0-1 0 0,10-6-6 0 0,15 0-28 0 0,118 14 315 0 0,-87-3 11 0 0,82-4 0 0 0,587-29 1715 0 0,55 5-1505 0 0,-720 21-192 0 0,1 4 0 0 0,78 11-1 0 0,120 33 605 0 0,-204-38-410 0 0,0-3 0 0 0,1-2 0 0 0,83-6 0 0 0,-17 0-8 0 0,-121 2-559 0 0,0 1-1 0 0,-1 0 1 0 0,1 0-1 0 0,0 0 0 0 0,0 0 1 0 0,-1 1-1 0 0,1-1 0 0 0,0 0 1 0 0,-1 1-1 0 0,1-1 0 0 0,-1 1 1 0 0,1 0-1 0 0,0-1 1 0 0,-1 1-1 0 0,1 0 0 0 0,-1 0 1 0 0,0 0-1 0 0,1 0 0 0 0,-1 0 1 0 0,2 2-1 0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6:33.435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96 439 1376 0 0,'-1'-75'2194'0'0,"-3"0"0"0"0,-3 0 0 0 0,-18-76 0 0 0,8 108-476 0 0,2 26-493 0 0,14 17-1157 0 0,1-1 0 0 0,-1 1 0 0 0,0 0 1 0 0,1-1-1 0 0,-1 1 0 0 0,0 0 1 0 0,1 0-1 0 0,-1 0 0 0 0,0 0 1 0 0,0 0-1 0 0,1 0 0 0 0,-1 0 1 0 0,0 0-1 0 0,1 0 0 0 0,-1 0 1 0 0,0 0-1 0 0,1 0 0 0 0,-1 0 1 0 0,0 1-1 0 0,1-1 0 0 0,-1 0 1 0 0,0 0-1 0 0,1 1 0 0 0,-1-1 1 0 0,1 0-1 0 0,-2 2 0 0 0,1-1-9 0 0,0 0 0 0 0,0 1 1 0 0,1-1-1 0 0,-1 0 0 0 0,0 1 0 0 0,1-1 0 0 0,-1 1 0 0 0,1-1 0 0 0,0 1 0 0 0,-1-1 0 0 0,1 1 0 0 0,0-1 1 0 0,0 1-1 0 0,0-1 0 0 0,0 1 0 0 0,0-1 0 0 0,0 2 0 0 0,4 35 58 0 0,-2-27-87 0 0,45 833 456 0 0,-8-52 817 0 0,-30-663-294 0 0,-8-88-747 0 0,-1 1-1 0 0,-10 75 1 0 0,-28 78 432 0 0,34-175-685 0 0,1-8-609 0 0,1-1 0 0 0,1 1 0 0 0,0-1 0 0 0,0 1 0 0 0,2 18 0 0 0,2-15-681 0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6:34.072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134 1 6913 0 0,'-15'4'2273'0'0,"15"-4"-2218"0"0,0 1 1 0 0,0-1-1 0 0,0 0 1 0 0,0 1-1 0 0,0-1 0 0 0,0 1 1 0 0,0-1-1 0 0,-1 0 1 0 0,1 1-1 0 0,1-1 0 0 0,-1 1 1 0 0,0 30-162 0 0,1-20 275 0 0,-6 90 1783 0 0,-20 117 1 0 0,12-127-1553 0 0,-63 772 504 0 0,102-417 1991 0 0,0-13 530 0 0,-31-134-3933 0 0,4-257-247 0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6:58.9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4147 77 5529 0 0,'14'-7'1265'0'0,"-3"2"-323"0"0,0-1 0 0 0,0 1-1 0 0,0-2 1 0 0,-1 1 0 0 0,0-2 0 0 0,12-10 0 0 0,-22 18-872 0 0,0 0 1 0 0,0-1-1 0 0,1 1 1 0 0,-1 0-1 0 0,0 0 1 0 0,0-1 0 0 0,0 1-1 0 0,1 0 1 0 0,-1 0-1 0 0,0-1 1 0 0,0 1-1 0 0,0 0 1 0 0,0 0-1 0 0,0-1 1 0 0,1 1-1 0 0,-1 0 1 0 0,0-1-1 0 0,0 1 1 0 0,0 0-1 0 0,0 0 1 0 0,0-1-1 0 0,0 1 1 0 0,0 0-1 0 0,0-1 1 0 0,0 1 0 0 0,0 0-1 0 0,0-1 1 0 0,0 1-1 0 0,0 0 1 0 0,-1-1-1 0 0,1 1 1 0 0,0 0-1 0 0,0 0 1 0 0,0-1-1 0 0,-1 1 1 0 0,-11-5 1552 0 0,-16 5-28 0 0,-66 13-226 0 0,-146 39 1 0 0,224-48-1298 0 0,-595 200 367 0 0,576-191-436 0 0,-346 141-3 0 0,-56 42-22 0 0,12 26-12 0 0,177-90 26 0 0,-663 388 198 0 0,909-519-190 0 0,-127 73 203 0 0,31-19-76 0 0,-135 100 1 0 0,160-95-157 0 0,36-28-54 0 0,0-2 1 0 0,-2-2-1 0 0,-1-1 1 0 0,-61 30-1 0 0,85-54-580 0 0,12-9-1485 0 0,13-21-3176 0 0,-8 23 4823 0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6:59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75 131 4145 0 0,'11'-98'6184'0'0,"-6"66"3223"0"0,-52 241-7315 0 0,31-129-2051 0 0,13-67-42 0 0,-19 124-80 0 0,20-123 72 0 0,1 0 0 0 0,1 0 1 0 0,1 0-1 0 0,0 1 0 0 0,1-1 0 0 0,0 0 0 0 0,7 22 1 0 0,-8-32 16 0 0,1 1 0 0 0,0-1 1 0 0,0 1-1 0 0,1-1 1 0 0,-1 0-1 0 0,1 0 1 0 0,0 0-1 0 0,0 0 0 0 0,0 0 1 0 0,1-1-1 0 0,-1 1 1 0 0,1-1-1 0 0,0 0 0 0 0,0 0 1 0 0,7 4-1 0 0,-4-4 22 0 0,-1-1 0 0 0,1 1 0 0 0,0-1 0 0 0,0 0 0 0 0,-1-1 0 0 0,1 0 0 0 0,1 0 0 0 0,-1 0 0 0 0,13-2 0 0 0,-2 0 30 0 0,0-2-1 0 0,-1 0 0 0 0,1-1 1 0 0,-1-1-1 0 0,0-1 0 0 0,0 0 1 0 0,27-15-1 0 0,96-61-1344 0 0,-94 55-3591 0 0,6-5-2187 0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7:00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117 315 4609 0 0,'-16'-10'2097'0'0,"1"-1"1"0"0,0 0-1 0 0,0-1 1 0 0,1-1-1 0 0,1-1 0 0 0,-12-15 1 0 0,21 20-23 0 0,13 12-1398 0 0,13 13-513 0 0,9 23-29 0 0,26 43 0 0 0,-34-48-161 0 0,1 0 0 0 0,42 43 0 0 0,-36-47 45 0 0,51 38 0 0 0,-64-56-28 0 0,1 0 0 0 0,0-1 0 0 0,1-1 0 0 0,0-1 0 0 0,20 7 0 0 0,-36-15 15 0 0,-1 0-1 0 0,1 0 0 0 0,0-1 0 0 0,-1 1 0 0 0,1-1 1 0 0,0 1-1 0 0,0-1 0 0 0,0 0 0 0 0,-1 0 0 0 0,1 0 1 0 0,0-1-1 0 0,0 1 0 0 0,-1-1 0 0 0,1 1 0 0 0,0-1 1 0 0,-1 0-1 0 0,1 0 0 0 0,0 0 0 0 0,-1 0 0 0 0,1-1 1 0 0,-1 1-1 0 0,0-1 0 0 0,0 1 0 0 0,1-1 0 0 0,-1 0 1 0 0,0 0-1 0 0,0 0 0 0 0,0 0 0 0 0,-1 0 0 0 0,1 0 1 0 0,-1-1-1 0 0,1 1 0 0 0,-1-1 0 0 0,0 1 0 0 0,1-1 0 0 0,0-3 1 0 0,4-11 115 0 0,-1 0 1 0 0,-1 0 0 0 0,0 0 0 0 0,1-29 0 0 0,-3 35-38 0 0,19-363 756 0 0,-21 352-943 0 0,-1 12-49 0 0,1 0-1 0 0,0 1 1 0 0,1-1-1 0 0,0 0 1 0 0,1 0-1 0 0,-1 0 1 0 0,7-15-1 0 0,-8 25 102 0 0,0 0 0 0 0,0 0 0 0 0,0 0-1 0 0,0 0 1 0 0,0 0 0 0 0,0-1 0 0 0,0 1 0 0 0,0 0 0 0 0,2-1-819 0 0,-2 1 818 0 0,0 0 1 0 0,1 0 0 0 0,-1 0 0 0 0,0 0 0 0 0,0 0 0 0 0,0 0-1 0 0,0 0 1 0 0,0 0 0 0 0,1 0 0 0 0,-1 0 0 0 0,0 0-1 0 0,0 0 1 0 0,0 0 0 0 0,0 0 0 0 0,0 0 0 0 0,1 0 0 0 0,-1 0-1 0 0,0 0 1 0 0,0 0 0 0 0,0 1-51 0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7:01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0 168 5985 0 0,'1'-1'623'0'0,"40"-36"9394"0"0,8-9-5948 0 0,-43 40-3818 0 0,39-41 1211 0 0,-41 44-1703 0 0,0-1-1 0 0,1 1 0 0 0,-1-1 0 0 0,1 1 1 0 0,0 1-1 0 0,-1-1 0 0 0,1 1 0 0 0,0-1 0 0 0,8-1 1 0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7:01.3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94 4609 0 0,'4'2'554'0'0,"0"-1"-1"0"0,0 1 1 0 0,1-1 0 0 0,-1 0-1 0 0,0-1 1 0 0,1 1 0 0 0,-1-1 0 0 0,1 0-1 0 0,-1 0 1 0 0,1 0 0 0 0,-1 0-1 0 0,0-1 1 0 0,1 0 0 0 0,-1 0-1 0 0,0 0 1 0 0,6-3 0 0 0,4 0 121 0 0,-1-2-1 0 0,0 0 1 0 0,23-14 0 0 0,-30 17-1235 0 0,0-1 0 0 0,0 0 1 0 0,-1-1-1 0 0,0 1 0 0 0,0-1 0 0 0,0 0 0 0 0,5-6 1 0 0,-2-5 135 0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7:01.5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5529 0 0,'2'5'5410'0'0,"6"11"-2491"0"0,1 11 316 0 0,10 41 1 0 0,7 82-1448 0 0,-24-132-1499 0 0,16 189 323 0 0,2 10-4235 0 0,-16-191-3457 0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7:01.7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23 154 4609 0 0,'-5'-11'-572'0'0,"2"7"1490"0"0,1-2 1 0 0,-1 1 0 0 0,1 0-1 0 0,0-1 1 0 0,0 1-1 0 0,1-1 1 0 0,-2-6-1 0 0,3 10-609 0 0,0 0 0 0 0,0 0-1 0 0,1 0 1 0 0,-1 0 0 0 0,1 0-1 0 0,-1 0 1 0 0,1 0-1 0 0,0 0 1 0 0,-1 0 0 0 0,1 0-1 0 0,0 0 1 0 0,0 0 0 0 0,0 1-1 0 0,1-1 1 0 0,-1 0 0 0 0,0 1-1 0 0,1-1 1 0 0,-1 1 0 0 0,1-1-1 0 0,-1 1 1 0 0,1 0-1 0 0,0 0 1 0 0,-1 0 0 0 0,4-2-1 0 0,8-4 142 0 0,1 0-1 0 0,0 0 0 0 0,1 1 1 0 0,-1 1-1 0 0,1 0 0 0 0,0 1 1 0 0,30-3-1 0 0,-37 6-508 0 0,-1 1-1 0 0,1 0 1 0 0,-1 0 0 0 0,0 0-1 0 0,1 1 1 0 0,-1 1 0 0 0,0-1-1 0 0,11 4 1 0 0,-15-3-145 0 0,1 0-1 0 0,0 0 0 0 0,0 0 1 0 0,-1 0-1 0 0,1 0 1 0 0,-1 1-1 0 0,1-1 1 0 0,-1 1-1 0 0,0 0 1 0 0,0 0-1 0 0,-1 0 1 0 0,1 1-1 0 0,-1-1 0 0 0,1 1 1 0 0,2 6-1 0 0,-3-7-83 0 0,-1 1-1 0 0,0-1 1 0 0,0 1-1 0 0,0-1 1 0 0,0 1-1 0 0,-1 0 1 0 0,0-1-1 0 0,1 1 1 0 0,-1 0-1 0 0,0-1 1 0 0,-1 5-1 0 0,-5 19-367 0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7:01.9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68 8290 0 0,'2'1'181'0'0,"-1"0"1"0"0,1 0 0 0 0,0 0-1 0 0,-1 0 1 0 0,1-1 0 0 0,0 1-1 0 0,0 0 1 0 0,0-1 0 0 0,0 1-1 0 0,-1-1 1 0 0,1 0 0 0 0,0 0-1 0 0,0 0 1 0 0,0 0 0 0 0,0 0-1 0 0,0 0 1 0 0,0 0 0 0 0,2-1-1 0 0,40-11 3748 0 0,-31 9-3404 0 0,54-22 2811 0 0,-9 3-2435 0 0,-48 18-1726 0 0,0 2 0 0 0,0 0 0 0 0,0 0-1 0 0,11 0 1 0 0,-5 2-678 0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7:02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13 7370 0 0,'-10'-12'9862'0'0,"8"12"-9483"0"0,-5 12 3665 0 0,2 28-3113 0 0,14 32-775 0 0,31 120 0 0 0,-8-55-65 0 0,6 20-1814 0 0,-28-120 1120 0 0,-7-26-992 0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7:02.5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24 303 920 0 0,'-5'-16'1363'0'0,"0"1"0"0"0,1-1-1 0 0,1 0 1 0 0,0 0 0 0 0,1 0 0 0 0,1 0-1 0 0,0 0 1 0 0,1 0 0 0 0,1-1 0 0 0,1 1-1 0 0,4-23 1 0 0,-4 33-1047 0 0,1 1-1 0 0,-1-1 1 0 0,1 0-1 0 0,0 1 1 0 0,1 0-1 0 0,-1 0 1 0 0,1 0-1 0 0,0 0 1 0 0,0 0-1 0 0,1 1 1 0 0,-1 0-1 0 0,1 0 1 0 0,0 0-1 0 0,0 0 1 0 0,6-3-1 0 0,-9 6-303 0 0,0 0-1 0 0,0 0 1 0 0,0 0-1 0 0,0 0 1 0 0,0 1-1 0 0,1-1 0 0 0,-1 1 1 0 0,0-1-1 0 0,0 1 1 0 0,1 0-1 0 0,-1-1 1 0 0,0 1-1 0 0,1 0 0 0 0,-1 1 1 0 0,0-1-1 0 0,1 0 1 0 0,-1 1-1 0 0,0-1 1 0 0,0 1-1 0 0,0 0 0 0 0,1 0 1 0 0,-1-1-1 0 0,0 2 1 0 0,0-1-1 0 0,0 0 1 0 0,0 0-1 0 0,0 1 0 0 0,-1-1 1 0 0,1 1-1 0 0,0-1 1 0 0,-1 1-1 0 0,1 0 1 0 0,-1-1-1 0 0,1 1 0 0 0,-1 0 1 0 0,0 0-1 0 0,0 0 1 0 0,0 0-1 0 0,0 0 1 0 0,0 1-1 0 0,0-1 0 0 0,0 3 1 0 0,3 11-100 0 0,0 0 0 0 0,-1 0 0 0 0,0 1 0 0 0,-1-1 0 0 0,-1 1 0 0 0,-1-1-1 0 0,-1 1 1 0 0,0-1 0 0 0,-4 21 0 0 0,2-18 19 0 0,1 0-1 0 0,1-1 0 0 0,0 1 1 0 0,2 0-1 0 0,0 0 0 0 0,6 27 1 0 0,-6-42 111 0 0,1 0 1 0 0,-1-1 0 0 0,1 1 0 0 0,0 0 0 0 0,0-1 0 0 0,0 0-1 0 0,0 1 1 0 0,1-1 0 0 0,-1 0 0 0 0,1 0 0 0 0,0-1-1 0 0,0 1 1 0 0,0 0 0 0 0,0-1 0 0 0,1 0 0 0 0,-1 0 0 0 0,0 0-1 0 0,1 0 1 0 0,0 0 0 0 0,-1-1 0 0 0,1 1 0 0 0,0-1 0 0 0,0 0-1 0 0,0 0 1 0 0,0-1 0 0 0,0 1 0 0 0,0-1 0 0 0,5 0-1 0 0,13 0 221 0 0,0 0-1 0 0,1-2 0 0 0,39-8 0 0 0,-46 7-144 0 0,33-7 188 0 0,-28 5-774 0 0,0 1-1 0 0,43-3 1 0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7:03.8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56 456 0 0,'-2'-6'1954'0'0,"-9"-25"5648"0"0,11 30-7258 0 0,-1 0 1 0 0,1 0-1 0 0,-1 0 0 0 0,1 0 0 0 0,-1-1 0 0 0,1 2 0 0 0,-1-1 0 0 0,0 0 1 0 0,1 0-1 0 0,-1 0 0 0 0,0 0 0 0 0,0 0 0 0 0,0 0 0 0 0,1 1 1 0 0,-1-1-1 0 0,0 0 0 0 0,0 1 0 0 0,0-1 0 0 0,0 1 0 0 0,-1-1 1 0 0,0 0-1 0 0,1 2-227 0 0,1-1 0 0 0,0 0 0 0 0,-1 1 1 0 0,1-1-1 0 0,0 1 0 0 0,0-1 0 0 0,-1 1 0 0 0,1-1 1 0 0,0 0-1 0 0,0 1 0 0 0,0-1 0 0 0,0 1 0 0 0,-1-1 1 0 0,1 1-1 0 0,0-1 0 0 0,0 1 0 0 0,0 0 0 0 0,0-1 1 0 0,0 1-1 0 0,0-1 0 0 0,0 1 0 0 0,1-1 0 0 0,-1 1 1 0 0,0-1-1 0 0,0 1 0 0 0,0-1 0 0 0,0 0 0 0 0,1 1 1 0 0,-1-1-1 0 0,0 1 0 0 0,1 0 0 0 0,5 18 498 0 0,17 39-237 0 0,-3 0 1 0 0,21 107-1 0 0,-13 27-5117 0 0,-26-166 3222 0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7:04.4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 6913 0 0,'2'-3'13633'0'0,"5"11"-14463"0"0,0 5 1149 0 0,-1 0 0 0 0,0 1-1 0 0,-1 0 1 0 0,0 0-1 0 0,-2 0 1 0 0,5 27 0 0 0,-2-7 20 0 0,20 106-194 0 0,7 147 1 0 0,-29-239-166 0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7:10.2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47 140 7370 0 0,'-7'-7'1204'0'0,"2"0"1"0"0,-1 0 0 0 0,1-1 0 0 0,0 0 0 0 0,0 0 0 0 0,1 0 0 0 0,0-1-1 0 0,-2-8 1 0 0,20 34 3322 0 0,55 110-4533 0 0,-39-65 53 0 0,48 69-1 0 0,-66-114-48 0 0,0-1 1 0 0,1 0 0 0 0,1-1 0 0 0,0 0 0 0 0,1-1-1 0 0,1-1 1 0 0,0 0 0 0 0,27 16 0 0 0,-37-26-1 0 0,0 0 1 0 0,0 0 0 0 0,0 0 0 0 0,1-1-1 0 0,-1 0 1 0 0,0 0 0 0 0,1 0 0 0 0,0-1-1 0 0,7 1 1 0 0,-11-2 1 0 0,0-1 1 0 0,-1 1-1 0 0,1 0 1 0 0,-1-1-1 0 0,1 1 1 0 0,-1-1-1 0 0,1 0 1 0 0,-1 0-1 0 0,1 0 1 0 0,-1 0-1 0 0,0 0 1 0 0,1-1-1 0 0,-1 1 1 0 0,0-1-1 0 0,0 1 0 0 0,0-1 1 0 0,0 0-1 0 0,0 0 1 0 0,-1 0-1 0 0,1 0 1 0 0,0 0-1 0 0,-1 0 1 0 0,0 0-1 0 0,1-1 1 0 0,-1 1-1 0 0,1-3 1 0 0,4-11 225 0 0,0 0 0 0 0,-1-1 0 0 0,-1 0 0 0 0,5-31 0 0 0,-1-74 338 0 0,-5 74-559 0 0,0-162-225 0 0,-3 182-343 0 0,1 21-1382 0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7:11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 3225 0 0,'-30'13'4992'0'0,"17"-8"-3303"0"0,1 1 1 0 0,-1 0-1 0 0,1 1 1 0 0,-17 12-1 0 0,26-17-1519 0 0,1 0-1 0 0,-1 1 0 0 0,1-1 1 0 0,0 1-1 0 0,-1-1 1 0 0,1 1-1 0 0,0 0 1 0 0,0 0-1 0 0,1 0 1 0 0,-1 0-1 0 0,1 0 1 0 0,-1 1-1 0 0,1-1 1 0 0,0 0-1 0 0,0 0 0 0 0,1 1 1 0 0,-1-1-1 0 0,1 1 1 0 0,0-1-1 0 0,-1 1 1 0 0,1-1-1 0 0,1 1 1 0 0,0 3-1 0 0,1 2-136 0 0,0-1-1 0 0,1 0 0 0 0,1 1 1 0 0,-1-1-1 0 0,1-1 1 0 0,1 1-1 0 0,-1-1 1 0 0,1 1-1 0 0,1-1 1 0 0,-1-1-1 0 0,11 11 0 0 0,-2-3-69 0 0,1-1-1 0 0,1 0 0 0 0,0-2 0 0 0,19 12 0 0 0,-17-13 23 0 0,-11-7 4 0 0,-1 0 1 0 0,0 1-1 0 0,0 0 1 0 0,0 0-1 0 0,-1 0 0 0 0,8 7 1 0 0,-12-9 12 0 0,1 0-1 0 0,-1 0 1 0 0,0 0 0 0 0,1 1 0 0 0,-1-1-1 0 0,0 0 1 0 0,-1 0 0 0 0,1 1 0 0 0,0-1-1 0 0,-1 0 1 0 0,1 1 0 0 0,-1-1-1 0 0,0 1 1 0 0,0-1 0 0 0,0 0 0 0 0,0 1-1 0 0,0-1 1 0 0,0 1 0 0 0,-1-1 0 0 0,1 1-1 0 0,-1-1 1 0 0,-1 5 0 0 0,0-1 56 0 0,0 0 0 0 0,-1 0 0 0 0,0 0 0 0 0,0 0 0 0 0,0 0 0 0 0,-1-1 0 0 0,1 1 0 0 0,-1-1 0 0 0,-1 0 0 0 0,1 0 0 0 0,-1 0 0 0 0,0-1 0 0 0,0 0 0 0 0,0 0 0 0 0,0 0 0 0 0,-8 4 0 0 0,0-2 51 0 0,0-1 0 0 0,0 0 0 0 0,0-1-1 0 0,-1 0 1 0 0,0-1 0 0 0,-22 2 0 0 0,36-5-122 0 0,-24 5-470 0 0,12 4-3087 0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7:12.0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35 9586 0 0,'5'-1'339'0'0,"0"0"0"0"0,0-1 0 0 0,0 1 0 0 0,0-1 0 0 0,0 0 0 0 0,0 0 0 0 0,5-4 0 0 0,15-5 2377 0 0,-19 9-2378 0 0,1 1 0 0 0,-1-1 0 0 0,1 1-1 0 0,0 1 1 0 0,0-1 0 0 0,0 1 0 0 0,-1 0 0 0 0,1 1 0 0 0,0 0 0 0 0,0 0 0 0 0,7 2-1 0 0,4 0-734 0 0,5-4-2714 0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7:12.3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34 4609 0 0,'-1'1'99'0'0,"1"0"0"0"0,0 0 0 0 0,0 0 0 0 0,0 0 0 0 0,0 0 0 0 0,1 0 0 0 0,-1 0 0 0 0,0 0 0 0 0,0 0 0 0 0,0 0 0 0 0,1 0 0 0 0,-1 0 0 0 0,1 0 0 0 0,-1 0 0 0 0,1 0 0 0 0,-1-1 0 0 0,1 1 0 0 0,-1 0 1 0 0,1 0-1 0 0,0 0 0 0 0,0-1 0 0 0,-1 1 0 0 0,1 0 0 0 0,0-1 0 0 0,0 1 0 0 0,0 0 0 0 0,0-1 0 0 0,1 1 0 0 0,1 0 325 0 0,1 0 0 0 0,-1-1 0 0 0,0 0 1 0 0,0 0-1 0 0,0 0 0 0 0,1 0 0 0 0,-1 0 0 0 0,6-2 0 0 0,-1 0 84 0 0,0 0-1 0 0,0 0 1 0 0,0-1 0 0 0,0-1-1 0 0,0 1 1 0 0,7-6-1 0 0,23-16-2080 0 0,-35 23 1218 0 0,7-5-509 0 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7:14.3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 10594 0 0,'0'-1'257'0'0,"0"0"0"0"0,0 0-1 0 0,0-1 1 0 0,0 1-1 0 0,0 0 1 0 0,0 0 0 0 0,0-1-1 0 0,0 1 1 0 0,0 0 0 0 0,1 0-1 0 0,-1-1 1 0 0,1 1 0 0 0,-1 0-1 0 0,1 0 1 0 0,-1 0 0 0 0,2-2-1 0 0,-2 3-111 0 0,1 0 0 0 0,-1 0 1 0 0,1 0-1 0 0,-1 0 0 0 0,1 0 0 0 0,-1 0 0 0 0,0 0 0 0 0,1 0 0 0 0,-1 0 0 0 0,1 0 1 0 0,-1 0-1 0 0,1 1 0 0 0,-1-1 0 0 0,0 0 0 0 0,1 0 0 0 0,-1 0 0 0 0,1 1 1 0 0,1 1 869 0 0,-2-2-869 0 0,0 0-1 0 0,1 1 0 0 0,-1-1 0 0 0,0 1 0 0 0,23 37 2853 0 0,-9 0-2722 0 0,-1 1 1 0 0,13 68-1 0 0,2 86-215 0 0,-4-27-82 0 0,-7-63-1166 0 0,-17-95 313 0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7:14.6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98 456 0 0,'-33'-35'15550'0'0,"33"34"-15281"0"0,20-14 666 0 0,-5 7-451 0 0,0 1 0 0 0,1 1 0 0 0,0 0 0 0 0,0 1-1 0 0,0 1 1 0 0,1 0 0 0 0,-1 1 0 0 0,22 0 0 0 0,-34 3-596 0 0,-1 0 0 0 0,1 0 1 0 0,-1 1-1 0 0,1 0 0 0 0,-1 0 1 0 0,1 0-1 0 0,-1 0 0 0 0,0 0 1 0 0,1 0-1 0 0,-1 1 0 0 0,0 0 1 0 0,0 0-1 0 0,0 0 0 0 0,3 2 1 0 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7:14.8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 14283 0 0,'9'0'474'0'0,"0"-1"0"0"0,0-1 0 0 0,0 1 0 0 0,11-5 0 0 0,-13 4-42 0 0,0 0 0 0 0,1 1 1 0 0,-1-1-1 0 0,15 1 0 0 0,-18 1-551 0 0,-1 0 0 0 0,0 1-1 0 0,1 0 1 0 0,-1-1 0 0 0,0 1-1 0 0,1 0 1 0 0,-1 1 0 0 0,0-1 0 0 0,0 1-1 0 0,0-1 1 0 0,0 1 0 0 0,0 0 0 0 0,0 0-1 0 0,4 4 1 0 0,15 20-5772 0 0,-15-17 5167 0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7:15.1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9218 0 0,'3'1'476'0'0,"-1"-1"0"0"0,0 1 0 0 0,0 0 0 0 0,0-1 0 0 0,0 1 0 0 0,0 0 0 0 0,0 1 0 0 0,0-1 0 0 0,0 0 0 0 0,-1 0 0 0 0,1 1 0 0 0,0-1 0 0 0,-1 1 0 0 0,1 0 0 0 0,-1-1 0 0 0,1 1 0 0 0,-1 0 0 0 0,0 0 0 0 0,0 0 0 0 0,2 3 0 0 0,18 43 2047 0 0,-13-24-2424 0 0,-1 1 0 0 0,-1 0 1 0 0,-1 1-1 0 0,-2-1 0 0 0,0 1 0 0 0,-1 0 1 0 0,-2-1-1 0 0,-1 1 0 0 0,-1 0 1 0 0,-8 40-1 0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7:18.6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8 235 2761 0 0,'-1'-32'18982'0'0,"0"26"-17644"0"0,-1 0-3519 0 0,1 4 2352 0 0,1 1-143 0 0,0 0 0 0 0,-1 0 1 0 0,1 0-1 0 0,-1 0 1 0 0,1 0-1 0 0,0 0 0 0 0,0 0 1 0 0,0 0-1 0 0,0 0 1 0 0,-1 0-1 0 0,1 0 0 0 0,1 0 1 0 0,-1 0-1 0 0,0-1 1 0 0,0 1-1 0 0,0 0 0 0 0,1 0 1 0 0,-1 0-1 0 0,0 0 0 0 0,1 0 1 0 0,-1 0-1 0 0,1 0 1 0 0,-1 0-1 0 0,1 0 0 0 0,-1 0 1 0 0,1 1-1 0 0,0-1 1 0 0,1-1-1 0 0,12-18 76 0 0,1 1 0 0 0,1 0 1 0 0,27-23-1 0 0,-36 35-65 0 0,0 1-1 0 0,0 1 1 0 0,1-1-1 0 0,0 1 1 0 0,0 1 0 0 0,0-1-1 0 0,0 1 1 0 0,1 1-1 0 0,-1-1 1 0 0,1 2 0 0 0,0-1-1 0 0,12-1 1 0 0,-19 4-38 0 0,0 0 0 0 0,0 0 0 0 0,0 0 0 0 0,0 0 0 0 0,0 0 0 0 0,0 0 0 0 0,0 1 0 0 0,0-1 0 0 0,-1 1-1 0 0,1-1 1 0 0,0 1 0 0 0,0 0 0 0 0,-1 0 0 0 0,1 0 0 0 0,0 0 0 0 0,-1 0 0 0 0,1 0 0 0 0,-1 0 0 0 0,1 1 0 0 0,1 1 0 0 0,0 0-10 0 0,-1 1-1 0 0,0-1 0 0 0,0 0 1 0 0,0 1-1 0 0,-1 0 1 0 0,1-1-1 0 0,-1 1 1 0 0,0 0-1 0 0,1 6 0 0 0,0 3-60 0 0,-1-1 0 0 0,0 1 0 0 0,-1 0 0 0 0,-1 0 0 0 0,-2 16 0 0 0,-7 15-107 0 0,-2-1 1 0 0,-1 0 0 0 0,-37 77-1 0 0,-15 42 681 0 0,65-160-481 0 0,-1 0-1 0 0,0 1 0 0 0,1-1 0 0 0,-1 0 0 0 0,1 0 0 0 0,0 1 1 0 0,0-1-1 0 0,0 0 0 0 0,0 1 0 0 0,0-1 0 0 0,1 4 1 0 0,-1-5 1 0 0,1 0 1 0 0,-1 0 0 0 0,1 0-1 0 0,-1 0 1 0 0,1 0 0 0 0,-1-1 0 0 0,1 1-1 0 0,0 0 1 0 0,-1 0 0 0 0,1 0-1 0 0,0-1 1 0 0,0 1 0 0 0,-1 0 0 0 0,1 0-1 0 0,0-1 1 0 0,0 1 0 0 0,2 0-1 0 0,2 1 71 0 0,1-1 0 0 0,-1 0-1 0 0,1 0 1 0 0,-1 0-1 0 0,1-1 1 0 0,0 0-1 0 0,8 0 1 0 0,-1-1-56 0 0,338-9-84 0 0,-313 10-2481 0 0,-27 1 1583 0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7:19.1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57 8290 0 0,'-3'-18'1224'0'0,"3"13"-221"0"0,0 1 0 0 0,-1-1 0 0 0,0 1 0 0 0,-11-17 7564 0 0,12 22-8491 0 0,1 18 927 0 0,6 12-980 0 0,57 255 483 0 0,-39-194-318 0 0,40 98 0 0 0,-30-85-1536 0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7:19.5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24 5985 0 0,'20'-24'12594'0'0,"-49"82"-10160"0"0,-37 85-548 0 0,56-118-1711 0 0,2 0-1 0 0,0 1 1 0 0,-8 49-1 0 0,16-73-130 0 0,0 0 1 0 0,-1 1-1 0 0,1-1 1 0 0,0 0-1 0 0,0 0 1 0 0,0 1-1 0 0,1-1 0 0 0,-1 0 1 0 0,0 1-1 0 0,1-1 1 0 0,0 0-1 0 0,-1 0 1 0 0,1 0-1 0 0,0 0 0 0 0,0 0 1 0 0,0 0-1 0 0,0 0 1 0 0,1 0-1 0 0,-1 0 1 0 0,0 0-1 0 0,1 0 0 0 0,2 2 1 0 0,-1-2 10 0 0,1 0 0 0 0,0 0 0 0 0,-1 0 0 0 0,1 0 0 0 0,0-1 0 0 0,0 0 0 0 0,0 0 0 0 0,0 0 0 0 0,0 0 0 0 0,0 0 0 0 0,7 0 0 0 0,9-1 4 0 0,0-1 0 0 0,0-1 0 0 0,38-8 1 0 0,-57 10-67 0 0,32-9-586 0 0,39-15 0 0 0,-44 14-1395 0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7:21.0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0 597 6449 0 0,'13'0'8863'0'0,"50"-6"-5750"0"0,21 5-1942 0 0,-67 2-1165 0 0,0 0 0 0 0,1-2 0 0 0,-1 0 0 0 0,1-1 0 0 0,29-7 0 0 0,-47 9-14 0 0,1 0 0 0 0,-1 0-1 0 0,0 0 1 0 0,0 0 0 0 0,1 0 0 0 0,-1-1-1 0 0,0 1 1 0 0,0 0 0 0 0,1 0 0 0 0,-1 0-1 0 0,0 0 1 0 0,0 0 0 0 0,1-1 0 0 0,-1 1-1 0 0,0 0 1 0 0,0 0 0 0 0,0 0 0 0 0,0-1-1 0 0,1 1 1 0 0,-1 0 0 0 0,0 0 0 0 0,0-1-1 0 0,0 1 1 0 0,0 0 0 0 0,0 0 0 0 0,0-1-1 0 0,0 1 1 0 0,0 0 0 0 0,0 0 0 0 0,0-1-1 0 0,0 1 1 0 0,0 0 0 0 0,0 0 0 0 0,0-1-1 0 0,0 1 1 0 0,0 0 0 0 0,0-1-1 0 0,0 1 1 0 0,0 0 0 0 0,-9-13-1170 0 0,-18-10-1263 0 0,25 22 2300 0 0,-5-5 90 0 0,0 0-1 0 0,0-1 1 0 0,1 1-1 0 0,0-1 1 0 0,0-1-1 0 0,0 1 1 0 0,1-1 0 0 0,0 0-1 0 0,-4-9 1 0 0,5 6 374 0 0,-1-1 0 0 0,2 0 0 0 0,0 0 0 0 0,0 0 0 0 0,1 0 0 0 0,0 0 0 0 0,1 0 0 0 0,1-1 0 0 0,0 1 0 0 0,2-16 0 0 0,1 7 30 0 0,0 1-1 0 0,2-1 1 0 0,0 1 0 0 0,2 0 0 0 0,0 1-1 0 0,1 0 1 0 0,1 0 0 0 0,0 0-1 0 0,2 2 1 0 0,17-25 0 0 0,-20 33-303 0 0,-1 1-1 0 0,1 0 1 0 0,1 0 0 0 0,11-8 0 0 0,-17 14-42 0 0,-1 0 0 0 0,1 0 0 0 0,0 0 1 0 0,0 0-1 0 0,0 1 0 0 0,0-1 0 0 0,1 1 1 0 0,-1 0-1 0 0,0 0 0 0 0,1 0 0 0 0,-1 0 1 0 0,1 1-1 0 0,-1-1 0 0 0,0 1 0 0 0,1 0 1 0 0,-1 0-1 0 0,7 0 0 0 0,-7 2-18 0 0,0-1 0 0 0,0 1 0 0 0,0 0 0 0 0,0 0 0 0 0,0 0 1 0 0,0 0-1 0 0,-1 0 0 0 0,1 0 0 0 0,-1 1 0 0 0,1 0 0 0 0,-1-1 0 0 0,0 1 0 0 0,0 0 0 0 0,3 5 0 0 0,22 52-331 0 0,-18-36 128 0 0,5 6-36 0 0,39 80-327 0 0,-47-99 649 0 0,1 0 0 0 0,0-1 0 0 0,0 0 1 0 0,1-1-1 0 0,1 1 0 0 0,-1-2 0 0 0,16 13 0 0 0,-21-19-30 0 0,-1-1 0 0 0,0 1-1 0 0,1-1 1 0 0,-1 0 0 0 0,1 0-1 0 0,-1 0 1 0 0,1-1 0 0 0,-1 1-1 0 0,1 0 1 0 0,0-1-1 0 0,0 0 1 0 0,-1 1 0 0 0,1-1-1 0 0,0 0 1 0 0,-1-1 0 0 0,1 1-1 0 0,0 0 1 0 0,-1-1 0 0 0,1 1-1 0 0,0-1 1 0 0,-1 0 0 0 0,1 0-1 0 0,-1 0 1 0 0,1 0 0 0 0,-1-1-1 0 0,0 1 1 0 0,1-1-1 0 0,2-2 1 0 0,7-6 378 0 0,0 0 1 0 0,-1-1-1 0 0,20-25 0 0 0,-7 8-141 0 0,51-44-610 0 0,-46 46-76 0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7:25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9674 0 0,'4'2'7070'0'0,"5"6"-3082"0"0,4 4-3397 0 0,-4 1-295 0 0,-1 0 1 0 0,-1 0-1 0 0,0 1 0 0 0,0 0 0 0 0,6 20 1 0 0,16 74 45 0 0,-24-87-229 0 0,68 417 552 0 0,-18-83-697 0 0,-14-164 197 0 0,39 249 166 0 0,-78-421-430 0 0,-1-1-1 0 0,-1 0 0 0 0,-3 31 1 0 0,-7-7-7332 0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7:25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5 410 6449 0 0,'0'0'109'0'0,"-1"-1"0"0"0,1 1-1 0 0,0 0 1 0 0,-1-1-1 0 0,1 1 1 0 0,0-1-1 0 0,-1 1 1 0 0,1-1 0 0 0,0 1-1 0 0,0-1 1 0 0,-1 0-1 0 0,1 1 1 0 0,0-1-1 0 0,0 1 1 0 0,0-1 0 0 0,0 1-1 0 0,0-1 1 0 0,0 0-1 0 0,0 1 1 0 0,0-1 0 0 0,0 1-1 0 0,0-1 1 0 0,0 0-1 0 0,0 1 1 0 0,0-1-1 0 0,0 1 1 0 0,1-1 0 0 0,-1 1-1 0 0,0-1 1 0 0,16-16 4124 0 0,-13 15-3596 0 0,0 0 0 0 0,0 0 0 0 0,0 1 1 0 0,0-1-1 0 0,0 1 0 0 0,1-1 0 0 0,-1 1 0 0 0,0 0 0 0 0,1 1 0 0 0,6-2 0 0 0,-5 3-450 0 0,1 0-1 0 0,-1 1 0 0 0,0-1 0 0 0,0 1 1 0 0,1 0-1 0 0,-1 1 0 0 0,-1-1 1 0 0,1 1-1 0 0,0 0 0 0 0,-1 0 0 0 0,7 6 1 0 0,6 7-56 0 0,23 28 0 0 0,8 7-172 0 0,-42-46 41 0 0,0 0 1 0 0,1-1-1 0 0,-1 1 0 0 0,1-1 1 0 0,0-1-1 0 0,0 1 0 0 0,0-1 1 0 0,1 0-1 0 0,-1-1 1 0 0,1 0-1 0 0,14 2 0 0 0,-17-3 38 0 0,1-1 0 0 0,-1 0-1 0 0,0 0 1 0 0,0-1 0 0 0,0 1-1 0 0,0-1 1 0 0,1-1 0 0 0,-1 1-1 0 0,0-1 1 0 0,-1 1 0 0 0,1-1-1 0 0,0-1 1 0 0,0 1 0 0 0,-1-1-1 0 0,0 0 1 0 0,1 0 0 0 0,-1 0-1 0 0,7-7 1 0 0,36-44 375 0 0,-2-2 0 0 0,-2-2 0 0 0,37-68 0 0 0,-78 123-404 0 0,18-32 164 0 0,22-56 0 0 0,-22 47-2255 0 0,1 0-4323 0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7:26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178 193 2304 0 0,'-11'-5'550'0'0,"0"-1"0"0"0,1 0-1 0 0,-16-13 1 0 0,-14-7 1982 0 0,19 12-206 0 0,-15-9 2753 0 0,13 17 1476 0 0,44 27-4474 0 0,54 47-1883 0 0,-3 3 0 0 0,-3 3 1 0 0,108 153-1 0 0,-162-206-189 0 0,-8-9 6 0 0,1-1 0 0 0,0 0-1 0 0,1 0 1 0 0,0-1 0 0 0,1 0-1 0 0,15 12 1 0 0,-25-21-1 0 0,1-1-1 0 0,0 0 1 0 0,0 1-1 0 0,-1-1 1 0 0,1 0-1 0 0,0 0 0 0 0,0 1 1 0 0,-1-1-1 0 0,1 0 1 0 0,0 0-1 0 0,0 0 1 0 0,-1 0-1 0 0,1 0 1 0 0,0 0-1 0 0,0 0 1 0 0,-1 0-1 0 0,1-1 1 0 0,0 1-1 0 0,0 0 1 0 0,-1 0-1 0 0,1-1 1 0 0,0 1-1 0 0,-1 0 1 0 0,1-1-1 0 0,0 1 1 0 0,-1 0-1 0 0,1-1 1 0 0,0 1-1 0 0,-1-1 0 0 0,1 1 1 0 0,-1-1-1 0 0,1 0 1 0 0,-1 1-1 0 0,1-1 1 0 0,-1 1-1 0 0,1-1 1 0 0,-1 0-1 0 0,0 1 1 0 0,1-1-1 0 0,-1 0 1 0 0,0 0-1 0 0,0 0 1 0 0,14-39 538 0 0,-13 33-525 0 0,26-86 358 0 0,75-170 0 0 0,-73 204-2364 0 0,68-101-1 0 0,-81 136-5976 0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7:26.7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85 10594 0 0,'3'0'425'0'0,"0"-1"-1"0"0,1 0 1 0 0,-1 0-1 0 0,0 0 0 0 0,1 0 1 0 0,-1 0-1 0 0,0-1 1 0 0,0 0-1 0 0,0 1 1 0 0,0-1-1 0 0,-1 0 1 0 0,1 0-1 0 0,3-4 1 0 0,3 0-29 0 0,13-10 670 0 0,22-14-14 0 0,-41 29-1385 0 0,0-1 0 0 0,0 1 1 0 0,0 0-1 0 0,0 0 0 0 0,0 0 0 0 0,0 0 0 0 0,0 0 0 0 0,1 1 0 0 0,-1 0 0 0 0,0-1 0 0 0,0 1 0 0 0,0 0 0 0 0,5 1 0 0 0,-1 0 290 0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7:26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1 115 5985 0 0,'69'-27'8752'0'0,"35"-23"-6522"0"0,-87 42-2305 0 0,13-10 8 0 0,-16 7 54 0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7:27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 13363 0 0,'-1'1'194'0'0,"0"0"1"0"0,-1 1 0 0 0,1-1-1 0 0,0 1 1 0 0,0-1 0 0 0,0 1-1 0 0,0-1 1 0 0,0 1 0 0 0,1-1-1 0 0,-1 1 1 0 0,0 0 0 0 0,1 0-1 0 0,-1-1 1 0 0,1 1-1 0 0,0 0 1 0 0,0 0 0 0 0,-1 0-1 0 0,1-1 1 0 0,0 1 0 0 0,0 0-1 0 0,1 0 1 0 0,-1 0 0 0 0,1 1-1 0 0,11 55 2367 0 0,-6-34-1647 0 0,103 469 2014 0 0,-82-379-6086 0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7:27.3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96 5065 0 0,'0'0'93'0'0,"-1"-1"0"0"0,1 1 0 0 0,-1-1 0 0 0,1 1 0 0 0,0-1 0 0 0,-1 1 0 0 0,1-1-1 0 0,0 0 1 0 0,-1 1 0 0 0,1-1 0 0 0,0 0 0 0 0,0 1 0 0 0,0-1 0 0 0,0 0 0 0 0,-1 1 0 0 0,1-1 0 0 0,0 0 0 0 0,0 1 0 0 0,0-1 0 0 0,1 0 0 0 0,-1 1-1 0 0,0-1 1 0 0,0 0 0 0 0,0 1 0 0 0,0-1 0 0 0,1 0 0 0 0,-1 1 0 0 0,0-1 0 0 0,0 1 0 0 0,1-1 0 0 0,-1 1 0 0 0,1-2 0 0 0,1 0 307 0 0,1 0 0 0 0,-1 0 0 0 0,0 0 0 0 0,1 1 0 0 0,-1-1-1 0 0,1 1 1 0 0,-1-1 0 0 0,6-1 0 0 0,10-3 2515 0 0,35-7-1 0 0,-45 11-2457 0 0,44-12 1931 0 0,-27 7-1437 0 0,36-6-1 0 0,-53 12-1308 0 0,1 0-1 0 0,-1 1 1 0 0,1 0-1 0 0,14 2 1 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7:27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 7370 0 0,'1'1'345'0'0,"0"1"1"0"0,1 0-1 0 0,-1 0 0 0 0,0-1 1 0 0,1 1-1 0 0,0-1 1 0 0,-1 1-1 0 0,1-1 1 0 0,0 1-1 0 0,-1-1 1 0 0,1 0-1 0 0,0 0 1 0 0,0 0-1 0 0,0 0 1 0 0,0 0-1 0 0,0-1 0 0 0,0 1 1 0 0,0 0-1 0 0,1-1 1 0 0,-1 0-1 0 0,4 1 1 0 0,50 4 4912 0 0,-43-6-4605 0 0,0 0 0 0 0,0-1-1 0 0,16-5 1 0 0,-17 4-705 0 0,0-1-1 0 0,0-1 1 0 0,0 0 0 0 0,0-1-1 0 0,20-14 1 0 0,-21 12 52 0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7:28.4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65 10594 0 0,'-11'2'4970'0'0,"14"-11"-1441"0"0,15-13-1375 0 0,-12 18-1981 0 0,0-1-1 0 0,0 1 0 0 0,1 0 1 0 0,0 1-1 0 0,-1-1 1 0 0,1 1-1 0 0,1 1 1 0 0,8-3-1 0 0,-14 4-172 0 0,0 1 0 0 0,0 0 1 0 0,1 0-1 0 0,-1 0 0 0 0,0 0 0 0 0,0 0 0 0 0,0 0 0 0 0,0 1 1 0 0,0-1-1 0 0,0 1 0 0 0,0-1 0 0 0,0 1 0 0 0,0 0 0 0 0,0-1 1 0 0,-1 1-1 0 0,1 0 0 0 0,0 1 0 0 0,0-1 0 0 0,-1 0 0 0 0,1 0 1 0 0,0 1-1 0 0,-1-1 0 0 0,0 1 0 0 0,1-1 0 0 0,-1 1 0 0 0,0 0 1 0 0,0-1-1 0 0,0 1 0 0 0,0 0 0 0 0,0 0 0 0 0,0 0 0 0 0,0 0 1 0 0,-1 0-1 0 0,2 3 0 0 0,2 10-33 0 0,-1-1 1 0 0,0 1-1 0 0,-1 0 0 0 0,-1 0 1 0 0,0 1-1 0 0,-3 28 1 0 0,-18 93-518 0 0,16-116 506 0 0,0-4 17 0 0,-4 24-31 0 0,8-38 85 0 0,-1-1 0 0 0,1 0-1 0 0,0 1 1 0 0,0-1 0 0 0,0 0-1 0 0,0 1 1 0 0,1-1 0 0 0,-1 0-1 0 0,0 0 1 0 0,1 1 0 0 0,0-1-1 0 0,0 0 1 0 0,1 3-1 0 0,-1-4 4 0 0,-1-1 0 0 0,1 1 0 0 0,0 0 0 0 0,0-1 0 0 0,0 1 0 0 0,0-1 0 0 0,-1 0 0 0 0,1 1 0 0 0,0-1 0 0 0,0 0 0 0 0,0 1 0 0 0,0-1 0 0 0,0 0 0 0 0,0 0 0 0 0,0 0 0 0 0,0 0 0 0 0,0 0 0 0 0,0 0-1 0 0,0 0 1 0 0,0 0 0 0 0,0 0 0 0 0,0-1 0 0 0,0 1 0 0 0,0 0 0 0 0,0-1 0 0 0,-1 1 0 0 0,1 0 0 0 0,0-1 0 0 0,0 1 0 0 0,1-2 0 0 0,31-20 252 0 0,-26 17-243 0 0,100-76-2358 0 0,-87 65-5328 0 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7:28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12899 0 0,'8'18'2542'0'0,"-1"1"0"0"0,0-1 0 0 0,6 38 0 0 0,8 76-304 0 0,-13-70-6327 0 0,19 67 1 0 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7:28.9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14 455 1840 0 0,'-5'-22'355'0'0,"2"0"0"0"0,-2-29 0 0 0,9-16 4927 0 0,-1 38-4203 0 0,1-3 181 0 0,1 0-1 0 0,14-49 1 0 0,-17 74-962 0 0,1-1 0 0 0,-1 1 1 0 0,1 0-1 0 0,1 0 0 0 0,-1 1 0 0 0,1-1 0 0 0,0 1 1 0 0,1 0-1 0 0,0 0 0 0 0,0 0 0 0 0,0 0 0 0 0,0 1 1 0 0,1 0-1 0 0,0 0 0 0 0,0 0 0 0 0,11-5 1 0 0,-15 8-221 0 0,0 1 0 0 0,0 0 0 0 0,0 0 0 0 0,0 0 0 0 0,0 0 1 0 0,0 1-1 0 0,0-1 0 0 0,1 0 0 0 0,-1 1 0 0 0,0 0 1 0 0,1-1-1 0 0,-1 1 0 0 0,0 0 0 0 0,0 0 0 0 0,1 0 0 0 0,-1 1 1 0 0,0-1-1 0 0,1 0 0 0 0,-1 1 0 0 0,0 0 0 0 0,0-1 1 0 0,0 1-1 0 0,0 0 0 0 0,0 0 0 0 0,0 0 0 0 0,0 1 0 0 0,0-1 1 0 0,0 0-1 0 0,0 1 0 0 0,0-1 0 0 0,-1 1 0 0 0,1-1 1 0 0,-1 1-1 0 0,1 0 0 0 0,-1 0 0 0 0,1 0 0 0 0,-1 0 0 0 0,0 0 1 0 0,0 0-1 0 0,1 2 0 0 0,0 3-34 0 0,1 0 0 0 0,-1 1 0 0 0,-1-1 0 0 0,1 0 0 0 0,-1 1 0 0 0,-1-1 0 0 0,1 1 0 0 0,-1-1-1 0 0,0 1 1 0 0,-1-1 0 0 0,-1 9 0 0 0,-5 9-26 0 0,-1 0-1 0 0,-1 0 0 0 0,-1-1 1 0 0,-14 25-1 0 0,12-27 66 0 0,1 1 0 0 0,1 1 0 0 0,1 0 0 0 0,-7 31 0 0 0,15-52-48 0 0,1-1-1 0 0,-1 1 1 0 0,1-1 0 0 0,0 1 0 0 0,0-1 0 0 0,0 1 0 0 0,0-1 0 0 0,0 1-1 0 0,1-1 1 0 0,-1 1 0 0 0,1-1 0 0 0,-1 1 0 0 0,1-1 0 0 0,0 1-1 0 0,0-1 1 0 0,0 0 0 0 0,0 1 0 0 0,1-1 0 0 0,-1 0 0 0 0,2 3 0 0 0,0-3 22 0 0,0 0 1 0 0,0 0-1 0 0,0 1 1 0 0,0-2 0 0 0,0 1-1 0 0,0 0 1 0 0,0-1 0 0 0,0 1-1 0 0,1-1 1 0 0,-1 0-1 0 0,1 0 1 0 0,5 1 0 0 0,6-1 0 0 0,-1 0 0 0 0,1 0 1 0 0,-1-2-1 0 0,1 0 0 0 0,26-5 1 0 0,50-13-2942 0 0,-66 12-4819 0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7:29.2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8290 0 0,'33'4'8518'0'0,"-28"-3"-8413"0"0,-1 1 0 0 0,1 0 0 0 0,-1 0 0 0 0,1 0 0 0 0,-1 0 0 0 0,0 1 1 0 0,0 0-1 0 0,0 0 0 0 0,-1 0 0 0 0,1 0 0 0 0,-1 1 0 0 0,1-1 0 0 0,-1 1 1 0 0,0 0-1 0 0,0 0 0 0 0,-1 0 0 0 0,1 0 0 0 0,-1 1 0 0 0,0-1 0 0 0,0 0 1 0 0,0 1-1 0 0,-1 0 0 0 0,0-1 0 0 0,0 1 0 0 0,0 0 0 0 0,0 0 0 0 0,-1 8 1 0 0,0 11 506 0 0,-1 1 0 0 0,-1-1 0 0 0,-1 1 0 0 0,-8 32 0 0 0,1-11-307 0 0,10-43-299 0 0,-1 3 118 0 0,0-1 0 0 0,0 1 0 0 0,1 0 0 0 0,-1-1 1 0 0,1 1-1 0 0,1 6 0 0 0,-1-12-102 0 0,0 1 0 0 0,1-1 0 0 0,-1 1 1 0 0,0-1-1 0 0,0 1 0 0 0,0-1 0 0 0,1 1 0 0 0,-1-1 1 0 0,0 1-1 0 0,0-1 0 0 0,1 1 0 0 0,-1-1 0 0 0,1 1 1 0 0,-1-1-1 0 0,0 1 0 0 0,1-1 0 0 0,-1 0 0 0 0,1 1 1 0 0,-1-1-1 0 0,1 0 0 0 0,-1 1 0 0 0,1-1 0 0 0,-1 0 1 0 0,1 0-1 0 0,0 1 0 0 0,1-1 1 0 0,0 0 1 0 0,-1 0-1 0 0,1-1 0 0 0,0 1 1 0 0,-1 0-1 0 0,1-1 0 0 0,-1 1 1 0 0,1-1-1 0 0,0 1 1 0 0,-1-1-1 0 0,1 0 0 0 0,-1 1 1 0 0,2-3-1 0 0,39-23 466 0 0,43-37-1 0 0,-7 4-570 0 0,-38 31-272 0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7:30.6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2761 0 0,'5'9'15520'0'0,"1"16"-12877"0"0,4 47-1212 0 0,-3-1 0 0 0,-1 89-1 0 0,5 73-1714 0 0,-10-228-75 0 0,8 46 819 0 0,0-28-2142 0 0,6-6-4849 0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7:30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97 9674 0 0,'-1'-1'140'0'0,"-1"1"-1"0"0,1 0 1 0 0,0-1-1 0 0,0 1 1 0 0,0-1-1 0 0,0 0 1 0 0,0 1-1 0 0,0-1 1 0 0,0 0 0 0 0,0 1-1 0 0,0-1 1 0 0,0 0-1 0 0,0 0 1 0 0,1 0-1 0 0,-1 0 1 0 0,0 0-1 0 0,1 0 1 0 0,-1 0-1 0 0,0 0 1 0 0,1 0 0 0 0,-1 0-1 0 0,1 0 1 0 0,0 0-1 0 0,-1-1 1 0 0,1 1-1 0 0,0 0 1 0 0,0 0-1 0 0,0 0 1 0 0,-1-3-1 0 0,2 2 201 0 0,0 0 0 0 0,0 0-1 0 0,0 1 1 0 0,1-1 0 0 0,-1 0-1 0 0,0 0 1 0 0,1 1 0 0 0,-1-1 0 0 0,1 0-1 0 0,0 1 1 0 0,-1 0 0 0 0,1-1-1 0 0,0 1 1 0 0,0 0 0 0 0,0 0-1 0 0,3-2 1 0 0,7-3-71 0 0,1 0 0 0 0,1 0 0 0 0,-1 2 0 0 0,1-1 0 0 0,-1 2 0 0 0,1-1 0 0 0,0 2 1 0 0,1 0-1 0 0,-1 1 0 0 0,0 0 0 0 0,0 1 0 0 0,17 2 0 0 0,-28-1-346 0 0,0 0 0 0 0,0 0 0 0 0,0 0 0 0 0,-1 0 0 0 0,1 0 0 0 0,0 1 0 0 0,0-1 0 0 0,-1 1 0 0 0,4 2 0 0 0,6 8-761 0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7:31.0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46 14283 0 0,'1'1'116'0'0,"0"-1"0"0"0,-1 1 0 0 0,1-1-1 0 0,0 1 1 0 0,0 0 0 0 0,0-1 0 0 0,0 1 0 0 0,0-1 0 0 0,-1 0 0 0 0,1 1-1 0 0,0-1 1 0 0,0 0 0 0 0,0 0 0 0 0,0 1 0 0 0,0-1 0 0 0,0 0 0 0 0,0 0-1 0 0,0 0 1 0 0,0 0 0 0 0,0 0 0 0 0,0 0 0 0 0,0 0 0 0 0,0-1 0 0 0,1 1-1 0 0,30-7 2518 0 0,-27 5-2225 0 0,19-4 342 0 0,117-26-166 0 0,-122 30-2064 0 0,0 0 1 0 0,0 2-1 0 0,20 1 0 0 0,-22 0 1432 0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7:31.4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42 6449 0 0,'0'0'73'0'0,"0"0"-1"0"0,0 0 0 0 0,0 0 0 0 0,-1 0 1 0 0,1 0-1 0 0,0-1 0 0 0,0 1 1 0 0,-1 0 143 0 0,1 0-143 0 0,0 0-1 0 0,0-1 0 0 0,0 1 0 0 0,0 0 1 0 0,-1 0-1 0 0,1 0 0 0 0,0-1 1 0 0,0 1-1 0 0,0 0 0 0 0,0 0 0 0 0,0-1 1 0 0,0 1-1 0 0,0 0 0 0 0,0 0 1 0 0,0 0-1 0 0,0-1 0 0 0,0 1 0 0 0,0 0 1 0 0,0 0-1 0 0,0-1 0 0 0,0 1 0 0 0,0 0 1 0 0,0 0-1 0 0,0 0 0 0 0,0-1 1 0 0,0 1-1 0 0,0 0 0 0 0,1 0 0 0 0,-1 0 1 0 0,0-1-1 0 0,10-10 2665 0 0,16-4 1316 0 0,-23 14-3814 0 0,1-1-1 0 0,0 1 1 0 0,-1 0-1 0 0,1 0 0 0 0,0 0 1 0 0,0 1-1 0 0,0 0 0 0 0,0-1 1 0 0,0 1-1 0 0,0 0 1 0 0,0 1-1 0 0,0-1 0 0 0,-1 1 1 0 0,1 0-1 0 0,0 0 0 0 0,0 0 1 0 0,0 0-1 0 0,-1 1 1 0 0,1-1-1 0 0,-1 1 0 0 0,1 0 1 0 0,3 3-1 0 0,-3-2-219 0 0,0 0 0 0 0,-1 1 0 0 0,0-1 0 0 0,1 1 0 0 0,-1 0 0 0 0,-1 0 0 0 0,1 0 0 0 0,-1 0 0 0 0,1 1 0 0 0,-1-1 0 0 0,0 1 0 0 0,-1-1 1 0 0,1 1-1 0 0,-1 0 0 0 0,0 0 0 0 0,0-1 0 0 0,0 8 0 0 0,0 2-36 0 0,-2 0 0 0 0,0 0-1 0 0,-3 16 1 0 0,2-18 22 0 0,0 0 0 0 0,1-1-1 0 0,0 1 1 0 0,2 23-1 0 0,0-34 21 0 0,-1 0 0 0 0,0 1 0 0 0,1-1 0 0 0,-1 0 0 0 0,1 0 1 0 0,-1 0-1 0 0,1 0 0 0 0,0 0 0 0 0,-1 1 0 0 0,1-1 0 0 0,0 0 0 0 0,0 0 0 0 0,0-1 0 0 0,0 1 0 0 0,0 0 0 0 0,0 0 0 0 0,0 0 0 0 0,0-1 0 0 0,0 1 0 0 0,0 0 0 0 0,0-1 0 0 0,0 1 0 0 0,1-1 0 0 0,-1 0 0 0 0,0 1 0 0 0,0-1 0 0 0,1 0 0 0 0,-1 0 0 0 0,0 1 0 0 0,1-1 0 0 0,-1 0 0 0 0,0 0 0 0 0,0-1 0 0 0,1 1 0 0 0,-1 0 0 0 0,0 0 0 0 0,0-1 0 0 0,1 1 0 0 0,1-1 0 0 0,7-2 105 0 0,1 0 0 0 0,-1 0 0 0 0,15-8 1 0 0,-20 9-79 0 0,145-69-395 0 0,-131 62-258 0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7:39.1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25 4145 0 0,'-45'22'17563'0'0,"76"-30"-16910"0"0,-13 1-519 0 0,9-2 28 0 0,45-10-1 0 0,-65 18-146 0 0,0 0 0 0 0,0 0 0 0 0,0 1-1 0 0,0-1 1 0 0,0 2 0 0 0,-1-1 0 0 0,1 1-1 0 0,0 0 1 0 0,0 0 0 0 0,0 1 0 0 0,-1-1-1 0 0,10 5 1 0 0,-14-5-11 0 0,0 0-1 0 0,0 1 1 0 0,0-1 0 0 0,0 1-1 0 0,0-1 1 0 0,0 1 0 0 0,-1 0-1 0 0,1-1 1 0 0,0 1 0 0 0,-1 0-1 0 0,1 0 1 0 0,-1 0-1 0 0,0 0 1 0 0,0 1 0 0 0,0-1-1 0 0,0 0 1 0 0,0 0 0 0 0,0 1-1 0 0,-1-1 1 0 0,1 0-1 0 0,-1 1 1 0 0,1-1 0 0 0,-1 1-1 0 0,0-1 1 0 0,0 1 0 0 0,0-1-1 0 0,0 1 1 0 0,-1-1-1 0 0,1 0 1 0 0,0 1 0 0 0,-1-1-1 0 0,0 0 1 0 0,-1 4 0 0 0,-4 9-44 0 0,0 0 1 0 0,-1 0 0 0 0,-1-1-1 0 0,-9 15 1 0 0,3-7 19 0 0,8-12-58 0 0,-16 33 174 0 0,21-41-102 0 0,0 0-1 0 0,0 1 1 0 0,1-1-1 0 0,-1 0 1 0 0,0 1-1 0 0,1-1 0 0 0,0 1 1 0 0,-1-1-1 0 0,1 1 1 0 0,0-1-1 0 0,0 1 1 0 0,1 0-1 0 0,-1-1 0 0 0,0 1 1 0 0,2 2-1 0 0,-2-4 3 0 0,1 0 1 0 0,0 0-1 0 0,-1-1 0 0 0,1 1 1 0 0,0 0-1 0 0,0 0 0 0 0,0-1 0 0 0,0 1 1 0 0,0-1-1 0 0,0 1 0 0 0,0-1 0 0 0,0 1 1 0 0,0-1-1 0 0,0 1 0 0 0,0-1 0 0 0,0 0 1 0 0,0 0-1 0 0,0 1 0 0 0,0-1 0 0 0,0 0 1 0 0,0 0-1 0 0,1 0 0 0 0,-1 0 0 0 0,0 0 1 0 0,2-1-1 0 0,35-6-197 0 0,-27 4 166 0 0,2 1 7 0 0,2 0 0 0 0,-1 0 1 0 0,0 2-1 0 0,0-1 0 0 0,0 2 0 0 0,0 0 0 0 0,18 4 1 0 0,-29-5 31 0 0,0 1 1 0 0,1 0-1 0 0,-1 0 0 0 0,0 1 1 0 0,0-1-1 0 0,0 0 1 0 0,0 1-1 0 0,0 0 0 0 0,-1 0 1 0 0,1 0-1 0 0,0 0 1 0 0,-1 0-1 0 0,0 1 0 0 0,1-1 1 0 0,1 4-1 0 0,-2-3 11 0 0,-1 0 0 0 0,0 0 1 0 0,0 0-1 0 0,0 0 0 0 0,0 0 0 0 0,0 0 0 0 0,-1 0 0 0 0,0 1 0 0 0,1-1 1 0 0,-1 0-1 0 0,0 0 0 0 0,-1 1 0 0 0,1-1 0 0 0,0 0 0 0 0,-1 0 0 0 0,0 0 1 0 0,0 0-1 0 0,-2 6 0 0 0,-5 10 136 0 0,-1-1 0 0 0,-1 0-1 0 0,0 0 1 0 0,-1-1 0 0 0,-1-1 0 0 0,-1 0 0 0 0,0-1-1 0 0,-1 0 1 0 0,-29 24 0 0 0,40-36-434 0 0,0-1-1 0 0,-1 0 0 0 0,1 0 1 0 0,-1 0-1 0 0,1 0 0 0 0,-1 0 1 0 0,0-1-1 0 0,-5 2 1 0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7:39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0 11058 0 0,'-16'6'12106'0'0,"25"77"-10082"0"0,-5-47-1380 0 0,2 61 0 0 0,-24 102-124 0 0,10-137-536 0 0,2 1 1 0 0,3-1-1 0 0,8 94 1 0 0,-5-152-2 0 0,0-1-109 0 0,0 1 0 0 0,1-1 1 0 0,-1 0-1 0 0,1 0 1 0 0,-1 0-1 0 0,1 0 1 0 0,0 0-1 0 0,0 0 1 0 0,0 0-1 0 0,1 0 1 0 0,-1 0-1 0 0,1 0 0 0 0,-1-1 1 0 0,4 5-1 0 0,-4-7 44 0 0,-1 0 0 0 0,0 0 1 0 0,1 0-1 0 0,-1 0 0 0 0,0 0 0 0 0,1 0 0 0 0,-1 0 0 0 0,0 0 0 0 0,1-1 0 0 0,-1 1 0 0 0,0 0 0 0 0,1 0 0 0 0,-1 0 0 0 0,0 0 0 0 0,1-1 0 0 0,-1 1 1 0 0,0 0-1 0 0,0 0 0 0 0,1-1 0 0 0,-1 1 0 0 0,0 0 0 0 0,0 0 0 0 0,0-1 0 0 0,1 1 0 0 0,-1 0 0 0 0,0-1 0 0 0,0 1 0 0 0,0 0 0 0 0,0-1 0 0 0,0 1 0 0 0,0 0 1 0 0,1-1-1 0 0,-1 1 0 0 0,0 0 0 0 0,0-1 0 0 0,0 1 0 0 0,0-1 0 0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7:39.8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 62 2761 0 0,'12'-14'-615'0'0,"38"-33"16151"0"0,-89 72-11004 0 0,-16 24-4498 0 0,21-19 75 0 0,23-20-101 0 0,-63 58 22 0 0,65-59 33 0 0,0 1 0 0 0,1 1 0 0 0,0-1 0 0 0,1 1 0 0 0,-10 18 0 0 0,17-27-32 0 0,-1-1 0 0 0,0 1 0 0 0,1 0 0 0 0,-1 0 0 0 0,1 0 0 0 0,0 0 0 0 0,0-1 0 0 0,0 1 0 0 0,0 0 0 0 0,0 0 0 0 0,0 0 0 0 0,0 0 0 0 0,1 0 0 0 0,-1 0 0 0 0,0-1 1 0 0,1 1-1 0 0,0 0 0 0 0,-1 0 0 0 0,1-1 0 0 0,0 1 0 0 0,0 0 0 0 0,0-1 0 0 0,0 1 0 0 0,0-1 0 0 0,0 1 0 0 0,1-1 0 0 0,-1 1 0 0 0,1-1 0 0 0,-1 0 0 0 0,0 0 0 0 0,1 0 0 0 0,0 0 0 0 0,-1 0 0 0 0,4 1 0 0 0,7 5 180 0 0,0-1-1 0 0,1-1 1 0 0,23 7 0 0 0,-23-8-77 0 0,24 8 243 0 0,41 7 0 0 0,-62-16-496 0 0,0-1 1 0 0,0 0-1 0 0,0-1 0 0 0,0-1 0 0 0,21-2 0 0 0,-33 1-284 0 0,0 0-1 0 0,-1 1 1 0 0,1-1 0 0 0,-1-1-1 0 0,1 1 1 0 0,-1 0-1 0 0,5-3 1 0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7:40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95 293 6449 0 0,'-8'0'478'0'0,"1"-1"-1"0"0,-1 0 1 0 0,1 0-1 0 0,0-1 1 0 0,-9-3-1 0 0,7 2 1785 0 0,0 0 1 0 0,1-1-1 0 0,-8-6 3643 0 0,20 11-5790 0 0,0 0-1 0 0,-1 0 0 0 0,1 1 1 0 0,-1 0-1 0 0,1 0 0 0 0,-1 0 1 0 0,4 2-1 0 0,5 10-68 0 0,-1 0 0 0 0,0 0 0 0 0,-1 1 0 0 0,-1 0 0 0 0,0 0 0 0 0,-1 1 0 0 0,9 25 0 0 0,-5-13-93 0 0,20 32 1 0 0,-25-48-23 0 0,0 0-22 0 0,0-1 0 0 0,15 18 0 0 0,-20-27 83 0 0,0 0-1 0 0,-1 0 0 0 0,1 0 0 0 0,0 0 0 0 0,1-1 0 0 0,-1 1 0 0 0,0-1 0 0 0,0 1 1 0 0,1-1-1 0 0,-1 0 0 0 0,1 0 0 0 0,-1 0 0 0 0,1 0 0 0 0,-1 0 0 0 0,1 0 0 0 0,0-1 0 0 0,-1 1 1 0 0,1-1-1 0 0,4 0 0 0 0,-4 0 6 0 0,-1-1 0 0 0,1 0 0 0 0,-1 0 0 0 0,0 0-1 0 0,1 0 1 0 0,-1-1 0 0 0,0 1 0 0 0,1 0 0 0 0,-1-1 0 0 0,0 0 0 0 0,0 1 0 0 0,0-1 0 0 0,-1 0 0 0 0,1 0 0 0 0,0 0 0 0 0,-1 0 0 0 0,1-1 0 0 0,-1 1 0 0 0,0 0-1 0 0,2-5 1 0 0,4-7-26 0 0,-2-1 0 0 0,6-20-1 0 0,-6 20 23 0 0,142-458-1347 0 0,-145 465-281 0 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7:41.2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18 7834 0 0,'16'-17'10461'0'0,"-28"27"-9940"0"0,2-1-32 0 0,-6 5-227 0 0,0 1 0 0 0,1 0 0 0 0,1 1 0 0 0,0 0 0 0 0,1 1 0 0 0,-16 28 0 0 0,28-44-260 0 0,0 0 0 0 0,1 1-1 0 0,-1-1 1 0 0,1 0 0 0 0,0 0 0 0 0,-1 1 0 0 0,1-1-1 0 0,0 0 1 0 0,0 1 0 0 0,-1-1 0 0 0,1 0-1 0 0,0 1 1 0 0,1-1 0 0 0,-1 0 0 0 0,0 1-1 0 0,0-1 1 0 0,0 0 0 0 0,1 0 0 0 0,-1 1 0 0 0,1-1-1 0 0,-1 0 1 0 0,1 0 0 0 0,-1 0 0 0 0,1 1-1 0 0,0-1 1 0 0,-1 0 0 0 0,1 0 0 0 0,0 0-1 0 0,0 0 1 0 0,0 0 0 0 0,0 0 0 0 0,0-1 0 0 0,0 1-1 0 0,0 0 1 0 0,0 0 0 0 0,0-1 0 0 0,1 1-1 0 0,-1-1 1 0 0,0 1 0 0 0,0-1 0 0 0,1 1-1 0 0,-1-1 1 0 0,0 0 0 0 0,2 1 0 0 0,9 2-32 0 0,1-1 0 0 0,-1-1 0 0 0,24 1 1 0 0,-17-1-47 0 0,-10 0 33 0 0,-1 0 0 0 0,1 0 0 0 0,-1 1 0 0 0,0 0 0 0 0,1 1 0 0 0,10 4 0 0 0,-17-6 47 0 0,-1 0-1 0 0,1-1 1 0 0,-1 1-1 0 0,1 0 1 0 0,-1 0-1 0 0,0 0 1 0 0,0 0 0 0 0,1 0-1 0 0,-1 0 1 0 0,0 0-1 0 0,0 0 1 0 0,0 0-1 0 0,0 0 1 0 0,0 1-1 0 0,0-1 1 0 0,-1 0 0 0 0,1 1-1 0 0,0-1 1 0 0,-1 1-1 0 0,1-1 1 0 0,-1 1-1 0 0,1-1 1 0 0,-1 1-1 0 0,0-1 1 0 0,0 1 0 0 0,1 0-1 0 0,-1-1 1 0 0,0 1-1 0 0,-1-1 1 0 0,1 1-1 0 0,0-1 1 0 0,0 1-1 0 0,-1 0 1 0 0,1-1 0 0 0,0 1-1 0 0,-1-1 1 0 0,0 0-1 0 0,1 1 1 0 0,-1-1-1 0 0,0 1 1 0 0,-1 1-1 0 0,-3 4 137 0 0,0 0 0 0 0,-1 0 0 0 0,0-1 0 0 0,0 1 0 0 0,0-1 0 0 0,-1-1 1 0 0,0 1-1 0 0,0-1 0 0 0,0 0 0 0 0,-17 7 0 0 0,18-9-182 0 0,-1 1 0 0 0,-1-2 0 0 0,1 1 0 0 0,0-1 0 0 0,-1 0 0 0 0,1-1 0 0 0,-1 1 0 0 0,1-1 0 0 0,-1-1 0 0 0,0 0 0 0 0,1 0 0 0 0,-14-2 0 0 0,14-2-2621 0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7:41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10450 0 0,'0'1'202'0'0,"1"0"0"0"0,-1 0 0 0 0,1 0-1 0 0,-1-1 1 0 0,1 1 0 0 0,0 0 0 0 0,-1-1-1 0 0,1 1 1 0 0,0 0 0 0 0,-1-1 0 0 0,1 1 0 0 0,0-1-1 0 0,0 1 1 0 0,0-1 0 0 0,0 0 0 0 0,0 1-1 0 0,-1-1 1 0 0,1 0 0 0 0,0 1 0 0 0,0-1 0 0 0,0 0-1 0 0,0 0 1 0 0,0 0 0 0 0,0 0 0 0 0,0 0-1 0 0,0 0 1 0 0,0 0 0 0 0,0 0 0 0 0,1-1 0 0 0,32-1 5739 0 0,15-12-8223 0 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7:41.7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18 12899 0 0,'-4'7'576'0'0,"1"-3"112"0"0,2-1-552 0 0,0-2-136 0 0,2 1 0 0 0,0 1 904 0 0,2-2 152 0 0,0 2 33 0 0,2-2 7 0 0,4 2-240 0 0,0-2-56 0 0,2-2 0 0 0,4-2-7 0 0,2-2-793 0 0,4-5-200 0 0,2-2-24 0 0,-1-4-1 0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09.7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1 466 6913 0 0,'287'11'5011'0'0,"42"-4"-1617"0"0,-46 0-2653 0 0,151 11-326 0 0,-240-7 123 0 0,-54-4 341 0 0,818 16 1106 0 0,-45-71-1385 0 0,-2-27 445 0 0,118-7-385 0 0,228-26-660 0 0,797-65 47 0 0,-1919 162-46 0 0,1183-35-57 0 0,-576 40-7502 0 0,-713 6 2033 0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10.3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11522 0 0,'16'8'2058'0'0,"-3"-3"-1438"0"0,-1 1 0 0 0,0 1 0 0 0,0-1 0 0 0,0 2 0 0 0,-1 0 0 0 0,0 0 0 0 0,-1 1 0 0 0,0 0 0 0 0,0 1 0 0 0,8 11 0 0 0,233 345 2753 0 0,-232-338-3331 0 0,-1 1 1 0 0,-2 1-1 0 0,-1 1 0 0 0,16 44 1 0 0,27 136-47 0 0,112 455-81 0 0,17 80-258 0 0,-127-475 279 0 0,21 108 96 0 0,-29 4 63 0 0,-29 250-114 0 0,-16-360 16 0 0,-2-151 4 0 0,0 176 172 0 0,-7-258-270 0 0,-2-1-1 0 0,-2 1 1 0 0,-1-1 0 0 0,-2 0 0 0 0,-19 50 0 0 0,20-68-739 0 0,-1 0 1 0 0,-2-1-1 0 0,-20 32 1 0 0,4-20-6405 0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12.2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18993 1 6121 0 0,'36'12'510'0'0,"10"4"1636"0"0,-3 2 3488 0 0,-53-20-5131 0 0,0 1 0 0 0,1-1 0 0 0,-1 2 0 0 0,0-1 0 0 0,0 1 0 0 0,0 1 0 0 0,-10 2 0 0 0,-4-2-31 0 0,-169 12 1148 0 0,-127 5-1432 0 0,-274-22 564 0 0,153-1-278 0 0,-218-2-662 0 0,-207 1 540 0 0,-960 55-15 0 0,154 8-428 0 0,557-25 993 0 0,-449 10-1487 0 0,464-15 343 0 0,-832 49 949 0 0,10-28-395 0 0,1658-46-279 0 0,-1170-22-2 0 0,1165 5 32 0 0,-646-55 357 0 0,485 11-1354 0 0,262 28-263 0 0,-99-13 829 0 0,242 43 477 0 0,1 0-1 0 0,-1 2 1 0 0,0 0 0 0 0,0 2 0 0 0,1 1 0 0 0,0 1 0 0 0,-1 0 0 0 0,2 2 0 0 0,-1 1 0 0 0,1 1 0 0 0,0 1 0 0 0,-40 25 0 0 0,56-30-110 0 0,1 0 1 0 0,0 1 0 0 0,0-1-1 0 0,1 1 1 0 0,-1 0-1 0 0,1 1 1 0 0,1 0-1 0 0,-1-1 1 0 0,1 1-1 0 0,0 1 1 0 0,1-1-1 0 0,0 0 1 0 0,0 1-1 0 0,1 0 1 0 0,-1 0 0 0 0,0 9-1 0 0,-3 18 25 0 0,3 0 0 0 0,-1 53 0 0 0,3-40 28 0 0,-82 841 113 0 0,59-684-150 0 0,-132 722 41 0 0,31-377-115 0 0,47 9 29 0 0,56 749-73 0 0,15-566 215 0 0,-23-333-103 0 0,5-103 6 0 0,4-65 161 0 0,-1 19 531 0 0,14-145-651 0 0,-2 109 179 0 0,11-197-214 0 0,1-1 0 0 0,1 0 0 0 0,1 1 0 0 0,2-2-1 0 0,0 1 1 0 0,15 35 0 0 0,-11-37-218 0 0,-6-14-22 0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13.5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4 2304 0 0,'-15'0'201'0'0,"1"-2"-201"0"0,15 2 0 0 0,-13 0 456 0 0,14-1-224 0 0,1 1 0 0 0,0 0-232 0 0,-12 0-96 0 0,11 0 8 0 0,0 0 0 0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14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439 31 8754 0 0,'0'-1'154'0'0,"0"0"1"0"0,0 0-1 0 0,0-1 1 0 0,0 1 0 0 0,0 0-1 0 0,0 0 1 0 0,0 0-1 0 0,0 0 1 0 0,-1 0-1 0 0,1 0 1 0 0,0 0-1 0 0,-1 0 1 0 0,1 0-1 0 0,-1 0 1 0 0,1 0-1 0 0,-1 0 1 0 0,1 0-1 0 0,-1 0 1 0 0,0 0-1 0 0,1 0 1 0 0,-1 0 0 0 0,0 1-1 0 0,0-1 1 0 0,0 0-1 0 0,0 1 1 0 0,1-1-1 0 0,-1 0 1 0 0,0 1-1 0 0,0-1 1 0 0,0 1-1 0 0,0 0 1 0 0,0-1-1 0 0,0 1 1 0 0,-1 0-1 0 0,1-1 1 0 0,0 1 0 0 0,0 0-1 0 0,0 0 1 0 0,0 0-1 0 0,-2 0 1 0 0,-3 0 281 0 0,1 0 1 0 0,0 0 0 0 0,0 0 0 0 0,-1 0 0 0 0,1 1-1 0 0,0 0 1 0 0,-9 3 0 0 0,-4 4 27 0 0,1 0 1 0 0,0 2-1 0 0,0 0 1 0 0,1 1-1 0 0,-18 14 1 0 0,-70 70 469 0 0,89-79-861 0 0,0 1 0 0 0,0 0 1 0 0,2 1-1 0 0,0 1 0 0 0,1 0 0 0 0,-18 39 1 0 0,26-49-66 0 0,0 1 1 0 0,0-1 0 0 0,1 1 0 0 0,1 0 0 0 0,0 0 0 0 0,0 0 0 0 0,1 0-1 0 0,0 0 1 0 0,0 0 0 0 0,1 0 0 0 0,1 0 0 0 0,0 0 0 0 0,0 0 0 0 0,1 0-1 0 0,0 0 1 0 0,1 0 0 0 0,6 15 0 0 0,-6-19-13 0 0,0 0-1 0 0,1 0 1 0 0,0 0 0 0 0,0-1-1 0 0,1 1 1 0 0,0-1 0 0 0,0 0-1 0 0,0-1 1 0 0,0 1 0 0 0,1-1-1 0 0,-1 0 1 0 0,10 5 0 0 0,-5-4 2 0 0,0-1 1 0 0,1 1-1 0 0,0-2 0 0 0,0 0 1 0 0,0 0-1 0 0,1-1 1 0 0,12 2-1 0 0,-7-3 59 0 0,0-1 0 0 0,0 0 0 0 0,0-1 0 0 0,0 0 0 0 0,0-2 0 0 0,0 0 0 0 0,-1-1 0 0 0,1-1-1 0 0,-1 0 1 0 0,18-9 0 0 0,1-5-2776 0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14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0 10594 0 0,'-2'9'3987'0'0,"2"34"-1379"0"0,1-24-1731 0 0,13 118 2617 0 0,-12-121-3378 0 0,2 1 0 0 0,0 0 0 0 0,1-1 1 0 0,0 0-1 0 0,15 29 0 0 0,-17-40-107 0 0,-1-1 1 0 0,1 1 0 0 0,0-1-1 0 0,0 0 1 0 0,1-1-1 0 0,-1 1 1 0 0,1 0-1 0 0,0-1 1 0 0,0 0 0 0 0,0 0-1 0 0,0 0 1 0 0,7 3-1 0 0,-9-5-96 0 0,0 0 0 0 0,1 0 0 0 0,-1-1-1 0 0,0 1 1 0 0,0-1 0 0 0,0 0-1 0 0,1 0 1 0 0,-1 1 0 0 0,0-2-1 0 0,0 1 1 0 0,1 0 0 0 0,-1 0-1 0 0,0-1 1 0 0,0 1 0 0 0,0-1 0 0 0,0 1-1 0 0,1-1 1 0 0,-1 0 0 0 0,0 0-1 0 0,0 0 1 0 0,0 0 0 0 0,-1 0-1 0 0,1-1 1 0 0,0 1 0 0 0,0 0-1 0 0,-1-1 1 0 0,1 0 0 0 0,-1 1 0 0 0,1-1-1 0 0,1-2 1 0 0,6-9-386 0 0,1 0 0 0 0,-2-1 0 0 0,0-1 0 0 0,0 1 1 0 0,8-28-1 0 0,-4 5 3208 0 0,9-49 1 0 0,-20 95-2333 0 0,1 0 0 0 0,0 1 1 0 0,0-1-1 0 0,7 13 0 0 0,-1 2-295 0 0,-2-3-182 0 0,0-1 0 0 0,19 37-1 0 0,0-20-2552 0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15.3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 7834 0 0,'7'1'567'0'0,"0"0"0"0"0,-1 0 0 0 0,1 1 1 0 0,-1 0-1 0 0,1 0 0 0 0,-1 0 0 0 0,0 1 0 0 0,0 0 1 0 0,0 0-1 0 0,0 1 0 0 0,0-1 0 0 0,-1 1 1 0 0,0 0-1 0 0,7 7 0 0 0,-1 0 10 0 0,-1 0 0 0 0,1 0 0 0 0,-2 1 0 0 0,0 0 0 0 0,10 17 0 0 0,-15-21-357 0 0,2 2 7 0 0,0 0 0 0 0,0 1 0 0 0,-1 0 1 0 0,0 0-1 0 0,-1 0 0 0 0,-1 1 0 0 0,1-1 0 0 0,1 18 1 0 0,-8-29 227 0 0,-4-7-238 0 0,-5-11 12 0 0,9 10-183 0 0,0-1 0 0 0,1 0 1 0 0,0 0-1 0 0,0 0 0 0 0,1 0 0 0 0,0 0 0 0 0,0 0 0 0 0,1 0 0 0 0,1 0 0 0 0,-1-1 1 0 0,1 1-1 0 0,1 0 0 0 0,0 0 0 0 0,0 1 0 0 0,1-1 0 0 0,0 0 0 0 0,7-13 0 0 0,-5 13-503 0 0,0 0 0 0 0,0 0-1 0 0,1 1 1 0 0,1 0 0 0 0,-1 0-1 0 0,1 0 1 0 0,1 1 0 0 0,-1 0-1 0 0,14-9 1 0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15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 6449 0 0,'12'0'2695'0'0,"-9"-1"-1754"0"0,0 1 0 0 0,0 0 0 0 0,0 0 0 0 0,0 1 0 0 0,0-1-1 0 0,0 0 1 0 0,1 1 0 0 0,4 2 0 0 0,13 14 1686 0 0,-6 4-2234 0 0,-2 1-1 0 0,0 0 1 0 0,-2 0 0 0 0,0 2-1 0 0,-2-1 1 0 0,8 29 0 0 0,-16-50-311 0 0,10 48 229 0 0,-11-49-309 0 0,1 0 0 0 0,-1 1 0 0 0,0-1 0 0 0,0 0 1 0 0,0 0-1 0 0,0 0 0 0 0,0 1 0 0 0,0-1 0 0 0,0 0 0 0 0,0 0 1 0 0,0 1-1 0 0,-1-1 0 0 0,1 0 0 0 0,0 0 0 0 0,-1 0 0 0 0,1 0 1 0 0,-1 0-1 0 0,1 0 0 0 0,-1 1 0 0 0,0-1 0 0 0,1 0 0 0 0,-1-1 1 0 0,0 1-1 0 0,0 0 0 0 0,0 0 0 0 0,0 0 0 0 0,0 0 1 0 0,0-1-1 0 0,0 1 0 0 0,0 0 0 0 0,0-1 0 0 0,0 1 0 0 0,0-1 1 0 0,0 1-1 0 0,0-1 0 0 0,-2 1 0 0 0,1-1 23 0 0,1 0 0 0 0,-1 0 0 0 0,1-1-1 0 0,-1 1 1 0 0,1 0 0 0 0,0-1 0 0 0,-1 1 0 0 0,1-1 0 0 0,0 0-1 0 0,-1 1 1 0 0,1-1 0 0 0,0 0 0 0 0,0 0 0 0 0,-1 0 0 0 0,1 0-1 0 0,0 0 1 0 0,0 0 0 0 0,0 0 0 0 0,0 0 0 0 0,0 0 0 0 0,1 0-1 0 0,-1-1 1 0 0,0 1 0 0 0,0 0 0 0 0,1-1 0 0 0,-1 1 0 0 0,1 0 0 0 0,-1-1-1 0 0,1 1 1 0 0,0-1 0 0 0,-1 1 0 0 0,1-1 0 0 0,0 1 0 0 0,0-3-1 0 0,-1-4 41 0 0,0-1 0 0 0,1 0-1 0 0,0 0 1 0 0,1-12-1 0 0,3-2-179 0 0,0 0-1 0 0,2 0 1 0 0,8-22-1 0 0,-10 34-345 0 0,0 1 0 0 0,1 0-1 0 0,0 0 1 0 0,0 0-1 0 0,1 0 1 0 0,1 1 0 0 0,-1 0-1 0 0,13-12 1 0 0,0 8-3305 0 0,-8 9 1832 0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16.1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41 151 6449 0 0,'3'0'383'0'0,"-1"0"-1"0"0,1 0 1 0 0,-1 0-1 0 0,1-1 1 0 0,-1 1-1 0 0,1-1 1 0 0,-1 1-1 0 0,0-1 1 0 0,1 0-1 0 0,-1 0 1 0 0,0 0-1 0 0,0 0 1 0 0,0 0 0 0 0,1-1-1 0 0,-1 1 1 0 0,-1-1-1 0 0,1 1 1 0 0,0-1-1 0 0,0 0 1 0 0,0 1-1 0 0,-1-1 1 0 0,1 0-1 0 0,-1 0 1 0 0,0 0-1 0 0,1-1 1 0 0,0-2-1 0 0,1 1-71 0 0,-1 0-1 0 0,0 0 1 0 0,0 0 0 0 0,0 0-1 0 0,-1 0 1 0 0,1-1 0 0 0,-1 1-1 0 0,0 0 1 0 0,-1-1-1 0 0,1 1 1 0 0,-1-1 0 0 0,1 1-1 0 0,-1-1 1 0 0,-1-5 0 0 0,0 7-282 0 0,1 1 0 0 0,-1-1 0 0 0,0 1 1 0 0,0-1-1 0 0,-1 1 0 0 0,1-1 1 0 0,0 1-1 0 0,-1 0 0 0 0,1 0 0 0 0,-1-1 1 0 0,0 1-1 0 0,0 0 0 0 0,0 1 0 0 0,0-1 1 0 0,0 0-1 0 0,0 0 0 0 0,0 1 1 0 0,-1 0-1 0 0,1-1 0 0 0,-4 0 0 0 0,4 1-13 0 0,0 1 0 0 0,1-1 0 0 0,-1 1 0 0 0,0 0-1 0 0,0 0 1 0 0,0 0 0 0 0,0 0 0 0 0,0 0-1 0 0,0 1 1 0 0,0-1 0 0 0,0 0 0 0 0,1 1 0 0 0,-1 0-1 0 0,0-1 1 0 0,0 1 0 0 0,0 0 0 0 0,1 0 0 0 0,-1 0-1 0 0,1 0 1 0 0,-1 0 0 0 0,0 0 0 0 0,1 0 0 0 0,0 1-1 0 0,-1-1 1 0 0,1 0 0 0 0,0 1 0 0 0,0-1-1 0 0,0 1 1 0 0,0 0 0 0 0,-1 1 0 0 0,-1 1-53 0 0,0 1 0 0 0,0 0-1 0 0,0 0 1 0 0,1 0 0 0 0,0 0 0 0 0,0 0 0 0 0,0 1 0 0 0,1-1 0 0 0,0 0-1 0 0,0 1 1 0 0,0-1 0 0 0,1 1 0 0 0,-1 0 0 0 0,1-1 0 0 0,1 1 0 0 0,-1-1-1 0 0,1 1 1 0 0,0-1 0 0 0,2 9 0 0 0,0-8-10 0 0,0 0 0 0 0,0 0 0 0 0,1 0 0 0 0,0 0 0 0 0,0 0-1 0 0,0-1 1 0 0,0 0 0 0 0,1 0 0 0 0,0 0 0 0 0,0-1 0 0 0,0 1 0 0 0,1-1 0 0 0,0 0 0 0 0,-1-1 0 0 0,11 6 0 0 0,-7-5-101 0 0,0 1 0 0 0,1-2 0 0 0,-1 1 1 0 0,1-1-1 0 0,0 0 0 0 0,0-1 0 0 0,0 0 1 0 0,0-1-1 0 0,0 0 0 0 0,17-1 0 0 0,-22 0-168 0 0,1-1 0 0 0,-1 0 0 0 0,0-1-1 0 0,1 1 1 0 0,-1-1 0 0 0,0 0 0 0 0,0-1 0 0 0,0 1-1 0 0,0-1 1 0 0,0 0 0 0 0,-1 0 0 0 0,1 0-1 0 0,-1-1 1 0 0,0 0 0 0 0,0 0 0 0 0,0 0 0 0 0,0 0-1 0 0,-1 0 1 0 0,0-1 0 0 0,5-8 0 0 0,11-34-496 0 0,-17 39 1585 0 0,1 0 0 0 0,0 0 0 0 0,0 1 1 0 0,1-1-1 0 0,5-9 0 0 0,-8 17-623 0 0,-1 0 0 0 0,1 0 0 0 0,-1 0 0 0 0,1 0 0 0 0,-1 0 0 0 0,0 0 0 0 0,1 0 0 0 0,-1 0 0 0 0,1 0 0 0 0,-1 0 0 0 0,5 4 2100 0 0,-5-4-2100 0 0,1 1 0 0 0,-1-1 0 0 0,0 0 0 0 0,0 1 0 0 0,0-1 0 0 0,1 0 0 0 0,-1 1 0 0 0,0-1 0 0 0,0 1-1 0 0,0-1 1 0 0,0 1 0 0 0,0 0 0 0 0,11 22 488 0 0,-10-20-247 0 0,21 52-434 0 0,-8-19-297 0 0,2-1 0 0 0,25 44 0 0 0,-38-75-352 0 0,0 0 0 0 0,0 0 0 0 0,1 0 1 0 0,-1 0-1 0 0,1-1 0 0 0,6 6 0 0 0,-3-6-907 0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16.4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14283 0 0,'10'23'8152'0'0,"24"37"-6727"0"0,0-2-1040 0 0,93 207 49 0 0,-92-201-1765 0 0,-26-44 804 0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17.2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3 2761 0 0,'-43'0'12616'0'0,"45"-3"-11979"0"0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17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35 6449 0 0,'0'-1'346'0'0,"0"0"0"0"0,0-1-1 0 0,0 1 1 0 0,0 0 0 0 0,0-1 0 0 0,1 1-1 0 0,-1 0 1 0 0,0-1 0 0 0,1 1-1 0 0,-1 0 1 0 0,1 0 0 0 0,-1-1-1 0 0,1 1 1 0 0,-1 0 0 0 0,1 0 0 0 0,0 0-1 0 0,0 0 1 0 0,0-1 0 0 0,0 1-1 0 0,-1 0 1 0 0,1 1 0 0 0,0-1-1 0 0,1 0 1 0 0,-1 0 0 0 0,0 0 0 0 0,0 1-1 0 0,0-1 1 0 0,0 0 0 0 0,1 1-1 0 0,-1-1 1 0 0,0 1 0 0 0,0 0-1 0 0,1-1 1 0 0,-1 1 0 0 0,0 0 0 0 0,1 0-1 0 0,-1 0 1 0 0,2 0 0 0 0,0 0-184 0 0,0 0 0 0 0,0 0 1 0 0,0 1-1 0 0,-1-1 0 0 0,1 1 1 0 0,0 0-1 0 0,-1 0 1 0 0,1 0-1 0 0,0 0 0 0 0,-1 0 1 0 0,0 1-1 0 0,1-1 0 0 0,-1 1 1 0 0,0-1-1 0 0,1 1 1 0 0,-1 0-1 0 0,3 3 0 0 0,11 18-44 0 0,-2 1-1 0 0,21 44 1 0 0,-27-49-141 0 0,1-1 1 0 0,1 0 0 0 0,1 0-1 0 0,0-1 1 0 0,1 0 0 0 0,23 25-1 0 0,-7-16-2571 0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17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32 11434 0 0,'-14'10'7049'0'0,"20"-11"-6155"0"0,120-32-184 0 0,-103 26-7874 0 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18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7 11058 0 0,'-2'-4'1601'0'0,"1"4"-1455"0"0,1 0-1 0 0,0-1 1 0 0,-1 1 0 0 0,1 0-1 0 0,-1 0 1 0 0,1 0-1 0 0,0-1 1 0 0,-1 1-1 0 0,1 0 1 0 0,-1 0-1 0 0,1 0 1 0 0,0 0-1 0 0,-1 0 1 0 0,1 0 0 0 0,-1 0-1 0 0,1 0 1 0 0,-1 0-1 0 0,1 0 1 0 0,0 0-1 0 0,-1 0 1 0 0,1 0-1 0 0,-1 0 1 0 0,1 0 0 0 0,0 1-1 0 0,-1-1 1 0 0,-4 17 2385 0 0,9 24-974 0 0,15 76-165 0 0,46 225-893 0 0,-62-331-746 0 0,17 57-744 0 0,-18-62-68 0 0,0 1 1 0 0,1-1-1 0 0,0 0 1 0 0,0 0-1 0 0,1 0 0 0 0,-1 0 1 0 0,8 8-1 0 0,0-6-3535 0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18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 17972 0 0,'1'-2'108'0'0,"1"0"0"0"0,-1 0 0 0 0,1 1 0 0 0,0-1 0 0 0,0 1 0 0 0,-1-1 0 0 0,1 1 0 0 0,0 0 0 0 0,0 0 1 0 0,1-1-1 0 0,-1 1 0 0 0,0 1 0 0 0,0-1 0 0 0,0 0 0 0 0,1 0 0 0 0,-1 1 0 0 0,0 0 0 0 0,1-1 0 0 0,-1 1 0 0 0,0 0 0 0 0,1 0 0 0 0,-1 0 0 0 0,0 0 0 0 0,1 1 1 0 0,-1-1-1 0 0,0 1 0 0 0,1-1 0 0 0,-1 1 0 0 0,0 0 0 0 0,0 0 0 0 0,0 0 0 0 0,0 0 0 0 0,0 0 0 0 0,0 0 0 0 0,0 1 0 0 0,3 2 0 0 0,1 0-39 0 0,-1 0-1 0 0,1 1 0 0 0,-1 0 0 0 0,0 0 0 0 0,-1 0 1 0 0,0 0-1 0 0,1 1 0 0 0,-2-1 0 0 0,1 1 0 0 0,-1 0 1 0 0,5 11-1 0 0,-3 3-81 0 0,0-1 1 0 0,-2 1-1 0 0,0 0 0 0 0,-1 0 1 0 0,-1 0-1 0 0,-1 0 0 0 0,-1 0 0 0 0,-4 24 1 0 0,-7 19-413 0 0,-24 76 1 0 0,-7 32-203 0 0,40-127-225 0 0,3-37-59 0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18.9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4609 0 0,'4'0'618'0'0,"-1"1"0"0"0,1-1 0 0 0,0 1 0 0 0,-1-1 0 0 0,1 1 0 0 0,-1 0 0 0 0,0 1 0 0 0,1-1 0 0 0,-1 1-1 0 0,0-1 1 0 0,0 1 0 0 0,1 0 0 0 0,4 4 0 0 0,-2 0 69 0 0,-1-1 0 0 0,1 1 0 0 0,-1 0 0 0 0,0 0 0 0 0,-1 0 0 0 0,5 9 0 0 0,0 1-265 0 0,-1 1-1 0 0,-1 1 1 0 0,0-1-1 0 0,7 33 0 0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19.1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37 14283 0 0,'-3'-4'462'0'0,"0"1"0"0"0,-1 0 1 0 0,1-1-1 0 0,-1 1 0 0 0,1 1 0 0 0,-1-1 0 0 0,0 1 1 0 0,0-1-1 0 0,0 1 0 0 0,0 0 0 0 0,-9-3 0 0 0,11 5-307 0 0,1 0-1 0 0,0 0 0 0 0,-1 0 0 0 0,1 0 0 0 0,-1 0 0 0 0,1 0 0 0 0,0 0 0 0 0,-1 0 0 0 0,1 0 0 0 0,0 1 1 0 0,-1-1-1 0 0,1 0 0 0 0,0 1 0 0 0,-1-1 0 0 0,1 1 0 0 0,0 0 0 0 0,-2 0 0 0 0,1 1-219 0 0,1 0 1 0 0,-1-1-1 0 0,0 1 0 0 0,1 0 0 0 0,0 0 0 0 0,-1 0 0 0 0,1 0 0 0 0,0 0 1 0 0,0 0-1 0 0,0 0 0 0 0,0 0 0 0 0,1 1 0 0 0,-2 3 0 0 0,-10 56-1148 0 0,8-43 1191 0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19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1 152 14283 0 0,'1'4'352'0'0,"1"-1"-1"0"0,0 0 1 0 0,0 1 0 0 0,1-1-1 0 0,-1 0 1 0 0,1 0 0 0 0,0 0-1 0 0,4 4 1 0 0,4 3 136 0 0,21 31 1578 0 0,-22-25-1720 0 0,2-1 0 0 0,0-1 0 0 0,1 0 0 0 0,0 0 0 0 0,1-1 1 0 0,30 21-1 0 0,-43-33-337 0 0,0 0 0 0 0,1 0 1 0 0,-1-1-1 0 0,0 1 0 0 0,0 0 1 0 0,1-1-1 0 0,-1 1 0 0 0,0-1 0 0 0,1 0 1 0 0,-1 1-1 0 0,0-1 0 0 0,1 0 1 0 0,-1 0-1 0 0,0 0 0 0 0,1 0 0 0 0,-1 0 1 0 0,1 0-1 0 0,1-1 0 0 0,-2 1 6 0 0,-1-1 0 0 0,1 1 0 0 0,0-1 0 0 0,-1 1 0 0 0,1-1 0 0 0,0 0-1 0 0,-1 1 1 0 0,1-1 0 0 0,-1 0 0 0 0,1 0 0 0 0,-1 1 0 0 0,1-1 0 0 0,-1 0 0 0 0,0 0 0 0 0,1 0-1 0 0,-1 1 1 0 0,0-1 0 0 0,0 0 0 0 0,1 0 0 0 0,-1 0 0 0 0,0-1 0 0 0,0-8 121 0 0,0 0 0 0 0,-1 0 0 0 0,0 1 0 0 0,-3-14 0 0 0,0-2 4 0 0,4 3-46 0 0,1 0-1 0 0,1 0 1 0 0,1 1-1 0 0,5-22 1 0 0,-5 33-219 0 0,-1-1 1 0 0,2 1-1 0 0,-1 0 0 0 0,2 0 0 0 0,-1 0 1 0 0,1 1-1 0 0,1-1 0 0 0,-1 1 0 0 0,2 1 1 0 0,6-9-1 0 0,1 4-659 0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19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10138 0 0,'5'4'533'0'0,"0"1"0"0"0,-1 1 0 0 0,0-1-1 0 0,0 1 1 0 0,0-1 0 0 0,-1 1 0 0 0,1 0 0 0 0,-1 0-1 0 0,-1 1 1 0 0,1-1 0 0 0,2 11 0 0 0,1 10 1786 0 0,4 42-1 0 0,-8-52-2180 0 0,1 9 332 0 0,-1 1 1 0 0,-2-1-1 0 0,-3 31 0 0 0,1-37-1094 0 0,-1 1 0 0 0,-9 26-1 0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19.7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37 17052 0 0,'-2'-13'752'0'0,"2"3"160"0"0,2 2-728 0 0,-2 4-184 0 0,0 2 0 0 0,0 4 440 0 0,-2-1 48 0 0,2 0 16 0 0,-2 5 0 0 0,-1 2-784 0 0,0 6-152 0 0,0 3-32 0 0,1 3-8 0 0,0 5 352 0 0,2-3 120 0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20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251 371 6449 0 0,'-36'4'8756'0'0,"0"8"-3548"0"0,24-6-4466 0 0,-1 0 1 0 0,1 1-1 0 0,-20 16 1 0 0,19-13-925 0 0,1 1 0 0 0,0 1-1 0 0,1-1 1 0 0,0 2 0 0 0,1 0-1 0 0,0 0 1 0 0,-13 24 0 0 0,22-35 119 0 0,0 0 0 0 0,0 0 1 0 0,0 0-1 0 0,0 1 0 0 0,1-1 1 0 0,-1 0-1 0 0,1 0 1 0 0,-1 1-1 0 0,1-1 0 0 0,0 0 1 0 0,0 4-1 0 0,0-5 5 0 0,0 0 0 0 0,0 0 0 0 0,1 0 1 0 0,-1-1-1 0 0,0 1 0 0 0,0 0 0 0 0,1 0 0 0 0,-1 0 0 0 0,1-1 0 0 0,-1 1 1 0 0,1 0-1 0 0,-1-1 0 0 0,1 1 0 0 0,-1 0 0 0 0,1-1 0 0 0,0 1 0 0 0,-1 0 1 0 0,1-1-1 0 0,0 1 0 0 0,-1-1 0 0 0,2 1 0 0 0,1 0-37 0 0,-1-1-1 0 0,1 1 0 0 0,-1-1 1 0 0,1 1-1 0 0,0-1 1 0 0,-1 0-1 0 0,1 0 0 0 0,-1 0 1 0 0,1-1-1 0 0,0 1 1 0 0,-1-1-1 0 0,1 1 0 0 0,-1-1 1 0 0,1 0-1 0 0,-1 0 1 0 0,0 0-1 0 0,1 0 0 0 0,3-3 1 0 0,4-2-182 0 0,0-1 0 0 0,-1-1 0 0 0,0 0-1 0 0,0 0 1 0 0,-1-1 0 0 0,0 0 0 0 0,0 0 0 0 0,-1-1 0 0 0,0 0 0 0 0,-1 0 0 0 0,0-1-1 0 0,8-20 1 0 0,-7 13-86 0 0,0-2-1 0 0,-2 1 1 0 0,0 0 0 0 0,-1-1-1 0 0,-1 0 1 0 0,2-38-1 0 0,-6 38 398 0 0,-1 1 0 0 0,0-1 0 0 0,-2 0 0 0 0,-10-33 0 0 0,7 31 1401 0 0,-1 1 1 0 0,-1 0-1 0 0,-22-36 0 0 0,31 55-1237 0 0,-1 1 0 0 0,0-1 0 0 0,0 1 0 0 0,0-1 0 0 0,0 1 0 0 0,0 0 0 0 0,0-1 1 0 0,0 1-1 0 0,0 0 0 0 0,-1 0 0 0 0,1 0 0 0 0,0 0 0 0 0,-1 0 0 0 0,1 0 0 0 0,-1 0 0 0 0,1 0 0 0 0,-1 1 0 0 0,1-1 1 0 0,-1 1-1 0 0,1-1 0 0 0,-1 1 0 0 0,-3-1 0 0 0,4 2-142 0 0,-1-1 0 0 0,1 1 1 0 0,0 0-1 0 0,-1-1 0 0 0,1 1 0 0 0,0 0 1 0 0,0 0-1 0 0,0 0 0 0 0,-1 0 0 0 0,1 0 1 0 0,0 0-1 0 0,0 1 0 0 0,1-1 0 0 0,-1 0 1 0 0,0 0-1 0 0,0 1 0 0 0,0-1 0 0 0,1 1 1 0 0,-1-1-1 0 0,1 0 0 0 0,-1 1 0 0 0,1-1 1 0 0,0 1-1 0 0,-1-1 0 0 0,1 3 0 0 0,-2 9 8 0 0,0 1 1 0 0,1 0-1 0 0,1 0 0 0 0,0 0 0 0 0,1 0 0 0 0,0 0 0 0 0,1 0 0 0 0,6 20 0 0 0,2 4-27 0 0,28 64 0 0 0,-26-75-94 0 0,1 0-1 0 0,24 35 0 0 0,-3-17-6605 0 0,-12-22-936 0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20.7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1 447 10594 0 0,'45'-42'2672'0'0,"-27"27"-1153"0"0,0-1 0 0 0,-2-1 0 0 0,0-1 0 0 0,24-33 0 0 0,-37 46-1392 0 0,0-1-1 0 0,0 0 1 0 0,0 1-1 0 0,-1-1 1 0 0,0-1-1 0 0,0 1 1 0 0,0 0-1 0 0,-1 0 1 0 0,0-1-1 0 0,0 1 1 0 0,0-1-1 0 0,-1 1 1 0 0,0 0-1 0 0,-1-1 1 0 0,1 1-1 0 0,-1-1 0 0 0,0 1 1 0 0,-1 0-1 0 0,0-1 1 0 0,0 1-1 0 0,0 0 1 0 0,-4-7-1 0 0,3 8-123 0 0,-1-1-1 0 0,0 1 0 0 0,0-1 1 0 0,0 1-1 0 0,-1 0 1 0 0,0 1-1 0 0,0-1 0 0 0,0 1 1 0 0,0 0-1 0 0,-1 1 0 0 0,-10-7 1 0 0,14 9-15 0 0,0 0 0 0 0,1 1 0 0 0,-1-1 0 0 0,1 0 0 0 0,-1 0 0 0 0,0 1 0 0 0,0-1 0 0 0,1 1 0 0 0,-1-1 0 0 0,0 1 0 0 0,0 0 0 0 0,0 0 0 0 0,0 0 0 0 0,1 0 0 0 0,-1 0 0 0 0,0 0 0 0 0,0 0 0 0 0,0 1 0 0 0,1-1 0 0 0,-1 1 0 0 0,0-1 0 0 0,0 1 0 0 0,1 0 0 0 0,-1-1 0 0 0,0 1 0 0 0,1 0-1 0 0,-1 0 1 0 0,1 0 0 0 0,-1 0 0 0 0,1 1 0 0 0,0-1 0 0 0,0 0 0 0 0,-1 1 0 0 0,1-1 0 0 0,0 1 0 0 0,0-1 0 0 0,0 1 0 0 0,0-1 0 0 0,0 1 0 0 0,1 0 0 0 0,-1-1 0 0 0,0 1 0 0 0,1 0 0 0 0,-1-1 0 0 0,1 1 0 0 0,-1 3 0 0 0,0 10-61 0 0,0-1 0 0 0,0 0-1 0 0,1 1 1 0 0,1-1 0 0 0,0 1 0 0 0,1-1-1 0 0,1 0 1 0 0,0 0 0 0 0,1 0 0 0 0,0 0-1 0 0,1 0 1 0 0,1-1 0 0 0,0 0-1 0 0,1 0 1 0 0,0-1 0 0 0,1 0 0 0 0,0 0-1 0 0,13 14 1 0 0,-18-23 15 0 0,1 0-1 0 0,-1 0 1 0 0,0 0-1 0 0,1 0 1 0 0,0-1-1 0 0,-1 1 1 0 0,1-1 0 0 0,0 0-1 0 0,0 0 1 0 0,1-1-1 0 0,-1 1 1 0 0,0-1-1 0 0,0 0 1 0 0,1 0 0 0 0,-1 0-1 0 0,1 0 1 0 0,-1-1-1 0 0,1 0 1 0 0,-1 0-1 0 0,1 0 1 0 0,-1-1 0 0 0,1 1-1 0 0,-1-1 1 0 0,0 0-1 0 0,1 0 1 0 0,-1-1-1 0 0,0 1 1 0 0,0-1 0 0 0,0 0-1 0 0,0 0 1 0 0,0 0-1 0 0,0-1 1 0 0,0 1-1 0 0,-1-1 1 0 0,1 0 0 0 0,-1 0-1 0 0,0 0 1 0 0,0-1-1 0 0,0 1 1 0 0,0-1-1 0 0,-1 1 1 0 0,0-1 0 0 0,1 0-1 0 0,-1 0 1 0 0,0 0-1 0 0,-1 0 1 0 0,2-5-1 0 0,8-26-224 0 0,-8 23 685 0 0,0 1 0 0 0,1-1 0 0 0,0 1 1 0 0,1 0-1 0 0,8-14 0 0 0,-11 22-320 0 0,0 0 0 0 0,0 1 1 0 0,0 0-1 0 0,0 0 1 0 0,0-1-1 0 0,1 1 0 0 0,-1 0 1 0 0,1 1-1 0 0,-1-1 1 0 0,1 0-1 0 0,0 1 0 0 0,-1-1 1 0 0,1 1-1 0 0,0 0 1 0 0,0 0-1 0 0,0 0 0 0 0,0 1 1 0 0,0-1-1 0 0,0 0 1 0 0,0 1-1 0 0,0 0 0 0 0,0 0 1 0 0,0 0-1 0 0,1 0 1 0 0,4 2-1 0 0,6 1 10 0 0,0 1-1 0 0,-1 0 1 0 0,0 1 0 0 0,0 0-1 0 0,0 2 1 0 0,14 8 0 0 0,-15-8-33 0 0,0 0 0 0 0,0-1 0 0 0,1 0 1 0 0,0-1-1 0 0,0-1 0 0 0,15 4 0 0 0,-26-8-11 0 0,-1-1-1 0 0,0 1 1 0 0,1 0-1 0 0,-1 0 1 0 0,0 0-1 0 0,1-1 0 0 0,-1 1 1 0 0,0 0-1 0 0,0-1 1 0 0,1 0-1 0 0,-1 1 1 0 0,0-1-1 0 0,0 1 1 0 0,0-1-1 0 0,0 0 1 0 0,0 0-1 0 0,0 0 1 0 0,0 0-1 0 0,0 0 0 0 0,0 0 1 0 0,0 0-1 0 0,-1 0 1 0 0,1 0-1 0 0,0 0 1 0 0,-1 0-1 0 0,1 0 1 0 0,-1-1-1 0 0,1 1 1 0 0,-1 0-1 0 0,1 0 1 0 0,-1-1-1 0 0,0-1 1 0 0,9-52 203 0 0,-8 43-132 0 0,1-7-16 0 0,-2 5-251 0 0,1 1 1 0 0,1 0 0 0 0,0 0-1 0 0,1 0 1 0 0,0 0-1 0 0,1 0 1 0 0,1 1-1 0 0,0-1 1 0 0,13-22 0 0 0,-8 23-507 0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21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8187 1 6913 0 0,'6'7'2422'0'0,"1"0"-1"0"0,-1 1 1 0 0,-1 0 0 0 0,7 11-1 0 0,1 7-931 0 0,12 34 0 0 0,-8-16-978 0 0,112 215-7 0 0,-10-22-333 0 0,-96-185-146 0 0,-3 1 1 0 0,23 94-1 0 0,-32-95 223 0 0,8 93-1 0 0,-18-128-120 0 0,-1 1 0 0 0,0-1 0 0 0,-1 1 0 0 0,-1-1 0 0 0,-1 1 0 0 0,0-1 0 0 0,-2 0-1 0 0,0 0 1 0 0,-9 21 0 0 0,9-30-64 0 0,0 1-1 0 0,-1-1 1 0 0,0 0 0 0 0,0 0-1 0 0,-1 0 1 0 0,0-1-1 0 0,0 0 1 0 0,-1-1-1 0 0,1 1 1 0 0,-2-2-1 0 0,1 1 1 0 0,-1-1-1 0 0,1 0 1 0 0,-2-1 0 0 0,1 0-1 0 0,-13 4 1 0 0,-17 3 96 0 0,0-1 0 0 0,-72 7 1 0 0,51-8-26 0 0,-289 41 171 0 0,-64 11-279 0 0,-136 41-402 0 0,-186 30-722 0 0,693-126 1059 0 0,-540 76-212 0 0,77-15 172 0 0,-12 2-80 0 0,-113 9-558 0 0,-502 47 1838 0 0,327-117-691 0 0,722-10-409 0 0,-840 13 101 0 0,600-3 222 0 0,56-24 536 0 0,27 0-658 0 0,210 17-1060 0 0,-40 6 0 0 0,44-3 190 0 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23.1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14283 0 0,'4'22'4638'0'0,"-3"-16"-4037"0"0,24 151 2600 0 0,23 77-2505 0 0,-1-5-849 0 0,-24-130-1037 0 0,-3-35-3549 0 0,-14-47 2821 0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23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16 213 10594 0 0,'-2'-4'163'0'0,"0"0"-1"0"0,0 0 1 0 0,0 0-1 0 0,1 0 1 0 0,-1 0-1 0 0,1 0 1 0 0,0 0-1 0 0,0 0 1 0 0,0-1-1 0 0,1 1 0 0 0,0 0 1 0 0,0-1-1 0 0,0 1 1 0 0,0 0-1 0 0,1-1 1 0 0,-1 1-1 0 0,3-6 1 0 0,-1 4 111 0 0,0 1 0 0 0,1-1 0 0 0,0 1 0 0 0,0 0 1 0 0,0-1-1 0 0,1 1 0 0 0,-1 0 0 0 0,1 1 0 0 0,1-1 0 0 0,-1 1 1 0 0,6-5-1 0 0,1 1 138 0 0,0 1 0 0 0,0-1 0 0 0,0 2 0 0 0,1 0 0 0 0,0 0 0 0 0,0 1 0 0 0,1 0 0 0 0,0 1 0 0 0,0 1 0 0 0,23-4 0 0 0,-15 6-717 0 0,0 1 1 0 0,23 2 0 0 0,-21 0-7017 0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23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1 126 14747 0 0,'2'3'2963'0'0,"-2"-3"-2893"0"0,21-9 1948 0 0,29-19 598 0 0,67-52-4347 0 0,-98 69 852 0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24.5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0 10594 0 0,'-2'1'392'0'0,"0"0"0"0"0,0-1 0 0 0,1 1 0 0 0,-1 0-1 0 0,0 0 1 0 0,0 0 0 0 0,1 0 0 0 0,-1 1 0 0 0,1-1 0 0 0,-1 0-1 0 0,1 1 1 0 0,-1-1 0 0 0,1 1 0 0 0,0-1 0 0 0,0 1 0 0 0,0 0-1 0 0,0-1 1 0 0,0 1 0 0 0,-1 2 0 0 0,-16 37 2378 0 0,14-26-2527 0 0,1-1 0 0 0,0 1 0 0 0,1 0 0 0 0,1 0 0 0 0,0 0 0 0 0,1 0 0 0 0,3 21 1 0 0,22 108-171 0 0,-18-111 65 0 0,22 72-851 0 0,-21-83 418 0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24.8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1 2761 0 0,'-20'18'1552'0'0,"13"-12"781"0"0,1 0 1 0 0,-1 0-1 0 0,1 0 1 0 0,0 1-1 0 0,1 0 1 0 0,-6 9-1 0 0,11-15-2284 0 0,0-1 0 0 0,0 0 1 0 0,0 0-1 0 0,0 1 0 0 0,0-1 0 0 0,0 0 0 0 0,0 0 0 0 0,0 1 0 0 0,0-1 1 0 0,0 0-1 0 0,0 0 0 0 0,0 1 0 0 0,0-1 0 0 0,0 0 0 0 0,0 0 1 0 0,0 1-1 0 0,0-1 0 0 0,1 0 0 0 0,-1 0 0 0 0,0 0 0 0 0,0 1 0 0 0,0-1 1 0 0,0 0-1 0 0,1 0 0 0 0,-1 0 0 0 0,0 0 0 0 0,0 1 0 0 0,0-1 1 0 0,1 0-1 0 0,-1 0 0 0 0,0 0 0 0 0,0 0 0 0 0,0 0 0 0 0,1 0 0 0 0,-1 0 1 0 0,0 0-1 0 0,0 0 0 0 0,1 0 0 0 0,-1 0 0 0 0,0 0 0 0 0,0 0 1 0 0,1 0-1 0 0,18 4-483 0 0,0-1-1734 0 0,-14 0 637 0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25.0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97 15667 0 0,'11'0'696'0'0,"-6"-2"137"0"0,2 0-665 0 0,0-1-168 0 0,-1 0 0 0 0,-2 0 0 0 0,3 1 768 0 0,5-5 128 0 0,9-4 16 0 0,2-5 8 0 0,5 0-615 0 0,-5 2-121 0 0,-4 5-24 0 0,-2 2-8 0 0,-6 5-88 0 0,-3 4-64 0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25.8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204 384 5065 0 0,'-20'7'1663'0'0,"-1"-1"-1"0"0,-32 6 1 0 0,32-9 1197 0 0,0 2-1 0 0,-31 11 1 0 0,51-16-2784 0 0,0 0 0 0 0,1 0 0 0 0,-1 0 0 0 0,0 0 1 0 0,0 1-1 0 0,1-1 0 0 0,-1 0 0 0 0,0 0 0 0 0,1 1 0 0 0,-1-1 0 0 0,1 1 0 0 0,-1-1 0 0 0,0 1 1 0 0,1-1-1 0 0,-1 0 0 0 0,1 1 0 0 0,-1 0 0 0 0,1-1 0 0 0,-1 1 0 0 0,1-1 0 0 0,0 1 0 0 0,-1 0 1 0 0,1-1-1 0 0,0 1 0 0 0,-1 0 0 0 0,1-1 0 0 0,0 1 0 0 0,-1 1 0 0 0,2-1-9 0 0,-1 0 0 0 0,1 0-1 0 0,0 0 1 0 0,-1 0-1 0 0,1 0 1 0 0,0 0 0 0 0,-1-1-1 0 0,1 1 1 0 0,0 0 0 0 0,0 0-1 0 0,0-1 1 0 0,0 1-1 0 0,0-1 1 0 0,0 1 0 0 0,0-1-1 0 0,1 1 1 0 0,6 3 63 0 0,0-1-1 0 0,0 0 1 0 0,16 2-1 0 0,12-3-61 0 0,-1-1-1 0 0,0-3 1 0 0,1 0 0 0 0,-1-3-1 0 0,34-8 1 0 0,-10 3 49 0 0,422-95 367 0 0,-39 7-96 0 0,195 3-260 0 0,-78 28 608 0 0,-376 41-358 0 0,46-5 44 0 0,-223 30-403 0 0,0 1-193 0 0,1 0 1 0 0,-1-1-1 0 0,0 1 1 0 0,1-2-1 0 0,-1 1 1 0 0,0-1 0 0 0,0 1-1 0 0,0-2 1 0 0,0 1-1 0 0,0-1 1 0 0,8-5-1 0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26.3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1 136 11979 0 0,'6'-4'8098'0'0,"28"-14"-6376"0"0,85-20-482 0 0,74-29-3089 0 0,-172 59-5762 0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26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0 12899 0 0,'-8'9'558'0'0,"0"-1"1"0"0,0 1-1 0 0,1 0 0 0 0,0 1 1 0 0,1 0-1 0 0,0 0 0 0 0,-6 13 1 0 0,2 1 517 0 0,1 0 0 0 0,-7 30 0 0 0,14-49-1021 0 0,1-1 0 0 0,0 1 0 0 0,1-1 0 0 0,-1 1 0 0 0,1 0 0 0 0,0-1-1 0 0,0 1 1 0 0,0 0 0 0 0,1-1 0 0 0,-1 1 0 0 0,1-1 0 0 0,0 1 0 0 0,1 0 0 0 0,-1-1 0 0 0,1 0 0 0 0,3 6 0 0 0,-2-5-9 0 0,0 0 0 0 0,1 0-1 0 0,0-1 1 0 0,0 0 0 0 0,0 1 0 0 0,1-1 0 0 0,0-1-1 0 0,-1 1 1 0 0,1-1 0 0 0,1 0 0 0 0,5 4-1 0 0,14 2 52 0 0,-1 0 0 0 0,1-1 0 0 0,0-1 0 0 0,45 5-1 0 0,-50-9-47 0 0,-10-1 5 0 0,-1-1-10 0 0,1 1 1 0 0,-1 0 0 0 0,0 0-1 0 0,0 1 1 0 0,13 6-1 0 0,-20-9-40 0 0,-1 1 0 0 0,1 0-1 0 0,-1 0 1 0 0,0 0-1 0 0,1 0 1 0 0,-1 0 0 0 0,0 0-1 0 0,0 1 1 0 0,0-1 0 0 0,1 0-1 0 0,-1 0 1 0 0,-1 1-1 0 0,1-1 1 0 0,0 1 0 0 0,0-1-1 0 0,0 1 1 0 0,-1-1 0 0 0,1 1-1 0 0,-1 0 1 0 0,1-1-1 0 0,-1 1 1 0 0,0 0 0 0 0,0-1-1 0 0,0 1 1 0 0,0 0-1 0 0,0-1 1 0 0,0 1 0 0 0,0 0-1 0 0,0-1 1 0 0,0 1 0 0 0,-1-1-1 0 0,1 1 1 0 0,-1 0-1 0 0,1-1 1 0 0,-1 1 0 0 0,0-1-1 0 0,-1 3 1 0 0,-4 6 36 0 0,0-1 1 0 0,0-1-1 0 0,-1 1 0 0 0,0-1 1 0 0,-1 0-1 0 0,1-1 0 0 0,-2 0 1 0 0,1 0-1 0 0,-1-1 1 0 0,0 0-1 0 0,0 0 0 0 0,0-1 1 0 0,-1 0-1 0 0,0-1 0 0 0,0 0 1 0 0,0-1-1 0 0,0 0 0 0 0,-19 3 1 0 0,27-6-138 0 0,0 1 0 0 0,1-1 0 0 0,-1 0-1 0 0,0 0 1 0 0,0 0 0 0 0,1-1 0 0 0,-1 1 0 0 0,0 0 0 0 0,0-1 0 0 0,1 1 0 0 0,-1-1 0 0 0,0 1 0 0 0,1-1 0 0 0,-1 0 0 0 0,1 0 0 0 0,-1 0 0 0 0,1 0-1 0 0,-3-2 1 0 0,1-2-1194 0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27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5 2304 0 0,'-10'-5'18869'0'0,"3"15"-15244"0"0,5 4-4714 0 0,16 92 1976 0 0,28 105 0 0 0,-41-206-965 0 0,2 9 9 0 0,1 0 1 0 0,10 24 0 0 0,-12-34-316 0 0,0 0 1 0 0,1 0 0 0 0,-1-1 0 0 0,1 1 0 0 0,0-1 0 0 0,-1 1 0 0 0,2-1-1 0 0,2 3 1 0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27.3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64 6913 0 0,'-1'-3'313'0'0,"0"0"0"0"0,0 0-1 0 0,0 0 1 0 0,0 0-1 0 0,1 0 1 0 0,0 0 0 0 0,-1-1-1 0 0,1-4 1 0 0,1 5 572 0 0,-1 0 0 0 0,0 0 0 0 0,-1 0 0 0 0,1 1 0 0 0,0-1 0 0 0,-1 0 0 0 0,0 0 0 0 0,-1-4 0 0 0,2 7-788 0 0,-1 0-1 0 0,1 0 1 0 0,-1 0 0 0 0,1 0 0 0 0,0 0-1 0 0,-1 0 1 0 0,1 0 0 0 0,-1 0 0 0 0,1 0-1 0 0,-1 0 1 0 0,1 0 0 0 0,-1 0 0 0 0,1 0-1 0 0,0 0 1 0 0,-1 0 0 0 0,1 0 0 0 0,-1 0-1 0 0,1 1 1 0 0,0-1 0 0 0,-1 0 0 0 0,1 0-1 0 0,-1 0 1 0 0,1 1 0 0 0,0-1 0 0 0,-1 0-1 0 0,1 1 1 0 0,0-1 0 0 0,0 0 0 0 0,-1 1-1 0 0,1-1 1 0 0,0 0 0 0 0,0 1 0 0 0,-1-1-1 0 0,1 0 1 0 0,0 1 0 0 0,0-1 0 0 0,0 1-1 0 0,0-1 1 0 0,-1 1 0 0 0,1 0 0 0 0,-12 19 52 0 0,12-20-75 0 0,-13 26 24 0 0,2-1-1 0 0,1 2 1 0 0,1 0 0 0 0,1 0-1 0 0,2 0 1 0 0,1 1 0 0 0,0 0-1 0 0,0 43 1 0 0,5-69-75 0 0,0 1 0 0 0,0 0-1 0 0,0-1 1 0 0,0 1 0 0 0,0 0 0 0 0,1-1 0 0 0,-1 1 0 0 0,1-1 0 0 0,0 1-1 0 0,-1-1 1 0 0,1 1 0 0 0,0-1 0 0 0,0 1 0 0 0,1-1 0 0 0,-1 0 0 0 0,1 1-1 0 0,-1-1 1 0 0,1 0 0 0 0,-1 0 0 0 0,1 0 0 0 0,0 0 0 0 0,0-1 0 0 0,0 1-1 0 0,0 0 1 0 0,1-1 0 0 0,-1 0 0 0 0,0 1 0 0 0,0-1 0 0 0,1 0 0 0 0,-1 0-1 0 0,1 0 1 0 0,-1 0 0 0 0,1-1 0 0 0,0 1 0 0 0,-1-1 0 0 0,1 0 0 0 0,-1 1-1 0 0,6-1 1 0 0,8-1 74 0 0,1-1 1 0 0,0 0-1 0 0,0-1 0 0 0,-1-1 0 0 0,17-6 0 0 0,-7 3-71 0 0,2 0-271 0 0,59-7-1 0 0,-60 11-207 0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28.5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127 187 5985 0 0,'-49'-16'2694'0'0,"38"12"-1112"0"0,0-1 0 0 0,1 0 0 0 0,-1-1 1 0 0,2 0-1 0 0,-11-7 0 0 0,20 12-1486 0 0,-1 1 1 0 0,1-1-1 0 0,-1 1 1 0 0,1-1-1 0 0,-1 1 1 0 0,1-1-1 0 0,0 1 0 0 0,-1-1 1 0 0,1 1-1 0 0,0-1 1 0 0,-1 1-1 0 0,1-1 1 0 0,0 0-1 0 0,0 1 1 0 0,0-1-1 0 0,0 0 0 0 0,-1 1 1 0 0,1-1-1 0 0,0 0 1 0 0,0 1-1 0 0,0-1 1 0 0,0 0-1 0 0,1 1 1 0 0,-1-1-1 0 0,0 0 0 0 0,0 1 1 0 0,1-2-1 0 0,12-18 979 0 0,26-10-496 0 0,-25 21-502 0 0,1 1 0 0 0,0 0 0 0 0,0 0 0 0 0,1 2 0 0 0,0 0 0 0 0,0 1 1 0 0,1 0-1 0 0,21-2 0 0 0,-32 6-61 0 0,0 0 0 0 0,0 1 0 0 0,1 0 1 0 0,-1 1-1 0 0,0-1 0 0 0,0 1 0 0 0,0 0 1 0 0,1 1-1 0 0,-1-1 0 0 0,-1 1 0 0 0,8 4 1 0 0,-8-4-18 0 0,-1 1 0 0 0,0-1 0 0 0,-1 1 0 0 0,1 0 1 0 0,0 0-1 0 0,-1 1 0 0 0,0-1 0 0 0,0 1 0 0 0,0 0 1 0 0,0 0-1 0 0,0 0 0 0 0,-1 0 0 0 0,0 0 0 0 0,0 0 1 0 0,0 1-1 0 0,2 6 0 0 0,-2-3-33 0 0,0 0 1 0 0,0 0-1 0 0,-1 1 1 0 0,0-1-1 0 0,-1 0 1 0 0,0 0-1 0 0,0 1 1 0 0,0-1-1 0 0,-3 9 1 0 0,-2 7-194 0 0,-14 39 0 0 0,12-43 136 0 0,1-1 1 0 0,1 1-1 0 0,-3 23 1 0 0,8-42 88 0 0,0 0-1 0 0,0-1 1 0 0,0 1 0 0 0,0 0 0 0 0,0-1-1 0 0,1 1 1 0 0,-1 0 0 0 0,0-1-1 0 0,0 1 1 0 0,1 0 0 0 0,-1-1-1 0 0,0 1 1 0 0,1 0 0 0 0,-1-1-1 0 0,1 1 1 0 0,-1-1 0 0 0,0 1 0 0 0,1-1-1 0 0,-1 1 1 0 0,1-1 0 0 0,0 1-1 0 0,-1-1 1 0 0,1 1 0 0 0,-1-1-1 0 0,1 0 1 0 0,0 1 0 0 0,-1-1 0 0 0,1 0-1 0 0,0 1 1 0 0,-1-1 0 0 0,1 0-1 0 0,0 0 1 0 0,-1 0 0 0 0,1 0-1 0 0,0 0 1 0 0,0 0 0 0 0,-1 0-1 0 0,2 0 1 0 0,35-2 231 0 0,-25 0-133 0 0,-2 2-63 0 0,0 0 1 0 0,0 1 0 0 0,0 0 0 0 0,1 1-1 0 0,-1 0 1 0 0,-1 0 0 0 0,1 1-1 0 0,0 1 1 0 0,-1 0 0 0 0,1 0-1 0 0,-1 0 1 0 0,9 7 0 0 0,-15-9-30 0 0,0 0 0 0 0,0 0 0 0 0,0 1 1 0 0,0-1-1 0 0,-1 0 0 0 0,1 1 0 0 0,-1 0 0 0 0,1 0 1 0 0,-1 0-1 0 0,0 0 0 0 0,0 0 0 0 0,-1 0 1 0 0,1 0-1 0 0,-1 0 0 0 0,1 1 0 0 0,-1-1 1 0 0,0 1-1 0 0,0-1 0 0 0,-1 1 0 0 0,1-1 1 0 0,-1 1-1 0 0,1 0 0 0 0,-1-1 0 0 0,0 1 0 0 0,-1-1 1 0 0,1 1-1 0 0,-1 0 0 0 0,1-1 0 0 0,-1 1 1 0 0,0-1-1 0 0,0 1 0 0 0,-1-1 0 0 0,1 0 1 0 0,-1 0-1 0 0,0 1 0 0 0,1-1 0 0 0,-4 3 1 0 0,1 1-3 0 0,-1 0 1 0 0,0 0 0 0 0,-1 0 0 0 0,1-1 0 0 0,-1 1-1 0 0,0-2 1 0 0,-1 1 0 0 0,1-1 0 0 0,-1 0-1 0 0,-11 6 1 0 0,9-7-248 0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28.7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13 9218 0 0,'0'-1'224'0'0,"-1"0"-1"0"0,0 0 1 0 0,1 1 0 0 0,-1-1-1 0 0,0 0 1 0 0,1 0 0 0 0,-1 1 0 0 0,0-1-1 0 0,0 0 1 0 0,0 1 0 0 0,0-1-1 0 0,0 1 1 0 0,1-1 0 0 0,-1 1-1 0 0,0-1 1 0 0,0 1 0 0 0,0 0 0 0 0,0 0-1 0 0,0-1 1 0 0,0 1 0 0 0,-1 0-1 0 0,1 0 1 0 0,0 0 0 0 0,0 0-1 0 0,0 0 1 0 0,0 0 0 0 0,0 0 0 0 0,0 0-1 0 0,0 1 1 0 0,0-1 0 0 0,0 0-1 0 0,0 1 1 0 0,0-1 0 0 0,0 1 0 0 0,0-1-1 0 0,0 1 1 0 0,1-1 0 0 0,-1 1-1 0 0,-1 0 1 0 0,1 1 110 0 0,0-1-1 0 0,0 1 1 0 0,0-1-1 0 0,0 1 1 0 0,0-1-1 0 0,1 1 1 0 0,-1-1-1 0 0,0 1 1 0 0,1 0 0 0 0,0 0-1 0 0,-1-1 1 0 0,1 4-1 0 0,1 15-187 0 0,7 5 47 0 0,1-1 0 0 0,1 0 0 0 0,1 0 0 0 0,22 35 0 0 0,7 13-17 0 0,-20-31-85 0 0,-5-7-113 0 0,2-2-1 0 0,30 46 1 0 0,-36-64-210 0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29.0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266 20 656 0 0,'-17'-14'-313'0'0,"16"13"652"0"0,-1 0 0 0 0,1 1-1 0 0,-1-1 1 0 0,1 1 0 0 0,-1-1-1 0 0,1 1 1 0 0,-1-1 0 0 0,0 1-1 0 0,1 0 1 0 0,-1 0 0 0 0,0 0-1 0 0,1 0 1 0 0,-3 0 0 0 0,0 1 567 0 0,-1 0 0 0 0,1 0 0 0 0,0 1 0 0 0,0 0-1 0 0,0 0 1 0 0,0 0 0 0 0,1 0 0 0 0,-1 0 0 0 0,-4 4 0 0 0,-5 5 7 0 0,-1 1 0 0 0,2 0 0 0 0,0 1 0 0 0,0 0 0 0 0,1 1 0 0 0,-11 18 0 0 0,1 3-707 0 0,-26 59-1 0 0,44-88-152 0 0,0 0 0 0 0,1 1 0 0 0,0-1 0 0 0,0 1 0 0 0,1 0 0 0 0,0-1 1 0 0,0 1-1 0 0,0 0 0 0 0,1 10 0 0 0,0-15-8 0 0,0-1 0 0 0,1 1 0 0 0,-1 0 0 0 0,1 0 0 0 0,-1 0 0 0 0,1 0 0 0 0,0 0 0 0 0,0-1 0 0 0,0 1 0 0 0,0 0 1 0 0,0-1-1 0 0,0 1 0 0 0,0-1 0 0 0,0 1 0 0 0,1-1 0 0 0,-1 1 0 0 0,1-1 0 0 0,-1 0 0 0 0,1 0 0 0 0,-1 0 0 0 0,1 0 0 0 0,0 0 0 0 0,-1 0 0 0 0,1 0 0 0 0,0 0 0 0 0,0-1 0 0 0,0 1 0 0 0,0-1 0 0 0,0 1 1 0 0,-1-1-1 0 0,1 0 0 0 0,0 0 0 0 0,0 0 0 0 0,0 0 0 0 0,0 0 0 0 0,0 0 0 0 0,2-1 0 0 0,20-1 305 0 0,0-2 1 0 0,0-1-1 0 0,40-13 1 0 0,20-5-150 0 0,-32 15-1094 0 0,68-2 0 0 0,-88 9-935 0 0,-10-2-5851 0 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31.5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34 13827 0 0,'-2'-3'754'0'0,"-17"-20"1356"0"0,19 23-2001 0 0,-1-1-1 0 0,1 0 0 0 0,-1 1 0 0 0,1-1 0 0 0,-1 1 0 0 0,0-1 1 0 0,1 1-1 0 0,-1-1 0 0 0,0 1 0 0 0,1-1 0 0 0,-1 1 0 0 0,0 0 1 0 0,0-1-1 0 0,1 1 0 0 0,-1 0 0 0 0,0 0 0 0 0,0 0 0 0 0,0 0 1 0 0,1-1-1 0 0,-1 1 0 0 0,0 0 0 0 0,0 0 0 0 0,0 0 0 0 0,1 1 0 0 0,-1-1 1 0 0,0 0-1 0 0,0 0 0 0 0,0 0 0 0 0,0 1 0 0 0,0 0-3 0 0,0-1 0 0 0,1 1-1 0 0,-1 0 1 0 0,1 0 0 0 0,-1 0-1 0 0,1 0 1 0 0,-1 0 0 0 0,1 0 0 0 0,-1 0-1 0 0,1 0 1 0 0,0 0 0 0 0,-1 0-1 0 0,1 0 1 0 0,0 0 0 0 0,0 0-1 0 0,0 0 1 0 0,0 0 0 0 0,0 0-1 0 0,0 2 1 0 0,4 24 573 0 0,-3-21-553 0 0,55 225 773 0 0,-18-93-757 0 0,0-11-284 0 0,-16-75-7173 0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31.7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71 11979 0 0,'-1'-2'247'0'0,"0"0"0"0"0,0 0 0 0 0,0 0 0 0 0,0 0 0 0 0,1 0 0 0 0,-1-1 0 0 0,1 1 0 0 0,-1 0 0 0 0,1 0 0 0 0,0-1 0 0 0,0 1 0 0 0,0 0 0 0 0,0-1 0 0 0,0 1 0 0 0,0 0 0 0 0,1-1 0 0 0,-1 1 0 0 0,1 0 0 0 0,1-4 0 0 0,-1 4-19 0 0,1 0-1 0 0,-1 1 1 0 0,1-1-1 0 0,0 1 1 0 0,0-1-1 0 0,-1 1 1 0 0,1 0-1 0 0,0-1 1 0 0,0 1-1 0 0,0 0 1 0 0,0 1-1 0 0,1-1 1 0 0,-1 0-1 0 0,0 0 1 0 0,0 1-1 0 0,0-1 1 0 0,1 1-1 0 0,-1 0 1 0 0,0 0-1 0 0,4 0 1 0 0,3-1-157 0 0,16-1-443 0 0,48 3-1 0 0,-54 2-606 0 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31.9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41 10138 0 0,'4'0'896'0'0,"-1"0"-712"0"0,0-1-184 0 0,-2 1 0 0 0,2 0 697 0 0,-1-2 103 0 0,4 2 16 0 0,4-1 8 0 0,2-2-720 0 0,2-1-104 0 0,1-2-96 0 0,0-2 24 0 0,0 1 72 0 0,-1-1 0 0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32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25 15667 0 0,'-20'-24'5516'0'0,"23"34"-4925"0"0,0 0 1 0 0,-1 1-1 0 0,0 0 0 0 0,0 20 0 0 0,1-8-281 0 0,-2-13-298 0 0,22 144 291 0 0,-19-133-304 0 0,2 0 0 0 0,0 0-1 0 0,1 0 1 0 0,1-1 0 0 0,12 21 0 0 0,2-10-291 0 0,-10-19 48 0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32.6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1 132 10594 0 0,'35'-17'7045'0'0,"10"-11"-4932"0"0,23-13-4357 0 0,-54 33 694 0 0,1 0 0 0 0,0 1-1 0 0,1 1 1 0 0,28-9 0 0 0,-38 15 817 0 0,-1-1 1 0 0,0 1 0 0 0,1 0 0 0 0,-1 0-1 0 0,1 0 1 0 0,-1 1 0 0 0,6 1 0 0 0,-8-1 715 0 0,0-1 0 0 0,-1 1 0 0 0,1 0 0 0 0,0 0 1 0 0,-1 0-1 0 0,1 0 0 0 0,-1 0 0 0 0,1 1 1 0 0,-1-1-1 0 0,0 1 0 0 0,0-1 0 0 0,1 1 0 0 0,-1 0 1 0 0,0 0-1 0 0,2 3 0 0 0,-3-2 676 0 0,-1 1 0 0 0,0-1-1 0 0,1 0 1 0 0,-1 1 0 0 0,0-1 0 0 0,-1 0 0 0 0,1 1-1 0 0,-1-1 1 0 0,1 0 0 0 0,-1 0 0 0 0,0 1 0 0 0,0-1-1 0 0,-3 5 1 0 0,-2 17 2602 0 0,5-19-3063 0 0,1 1-1 0 0,0-1 1 0 0,1 0 0 0 0,0 1-1 0 0,0-1 1 0 0,0 0 0 0 0,1 0-1 0 0,0 0 1 0 0,0 0 0 0 0,0 0-1 0 0,1 0 1 0 0,0 0-1 0 0,0-1 1 0 0,0 1 0 0 0,1-1-1 0 0,0 0 1 0 0,0 0 0 0 0,0 0-1 0 0,0-1 1 0 0,1 0 0 0 0,0 1-1 0 0,0-1 1 0 0,0-1 0 0 0,0 1-1 0 0,1-1 1 0 0,-1 0-1 0 0,1 0 1 0 0,0-1 0 0 0,7 3-1 0 0,-11-5-166 0 0,-1 1-1 0 0,0-1 1 0 0,1 0-1 0 0,-1 1 1 0 0,1-1-1 0 0,-1 0 1 0 0,1 0-1 0 0,0 0 1 0 0,-1 0-1 0 0,1 0 1 0 0,-1-1-1 0 0,1 1 1 0 0,-1 0-1 0 0,1-1 1 0 0,-1 1-1 0 0,0-1 1 0 0,1 1-1 0 0,-1-1 1 0 0,1 1-1 0 0,-1-1 1 0 0,0 0-1 0 0,0 0 1 0 0,1 0-1 0 0,-1 0 1 0 0,0 0-1 0 0,0 0 1 0 0,0 0-1 0 0,0 0 1 0 0,0-1-1 0 0,0 1 0 0 0,0 0 1 0 0,-1 0-1 0 0,1-1 1 0 0,0 1-1 0 0,-1-1 1 0 0,1 1-1 0 0,-1 0 1 0 0,1-4-1 0 0,0 2-33 0 0,-1 0-1 0 0,0 0 1 0 0,0-1-1 0 0,-1 1 1 0 0,1 0-1 0 0,0 0 1 0 0,-1 0-1 0 0,0 0 0 0 0,0-1 1 0 0,0 1-1 0 0,0 0 1 0 0,0 0-1 0 0,-1 1 1 0 0,1-1-1 0 0,-1 0 1 0 0,0 0-1 0 0,0 1 0 0 0,-2-3 1 0 0,-7-5 41 0 0,0 0 0 0 0,0 1 0 0 0,-1 1-1 0 0,0 0 1 0 0,0 1 0 0 0,-1 0 0 0 0,0 0 0 0 0,-1 2 0 0 0,-14-5 0 0 0,16 6-1785 0 0,-1 1 1 0 0,0 0 0 0 0,-14-1-1 0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32.8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5 10594 0 0,'-13'-4'6928'0'0,"9"17"-1565"0"0,5 7-5171 0 0,1 0 0 0 0,0 0 0 0 0,2 0-1 0 0,0 0 1 0 0,1-1 0 0 0,1 1 0 0 0,1-1 0 0 0,14 27 0 0 0,88 146-1031 0 0,-74-133-182 0 0,-28-43 946 0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33.3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13 155 10594 0 0,'-1'0'72'0'0,"1"0"-1"0"0,-1 0 0 0 0,0 0 0 0 0,1-1 1 0 0,-1 1-1 0 0,1 0 0 0 0,-1 0 0 0 0,1-1 1 0 0,-1 1-1 0 0,1 0 0 0 0,-1-1 1 0 0,1 1-1 0 0,-1 0 0 0 0,1-1 0 0 0,-1 1 1 0 0,1-1-1 0 0,-1 1 0 0 0,1-1 1 0 0,0 1-1 0 0,-1-1 0 0 0,1 1 0 0 0,0-1 1 0 0,0 1-1 0 0,-1-1 0 0 0,1 0 0 0 0,0 1 1 0 0,0-1-1 0 0,0 1 0 0 0,0-1 1 0 0,0 0-1 0 0,0 1 0 0 0,0-1 0 0 0,0 1 1 0 0,0-1-1 0 0,0 0 0 0 0,0 1 1 0 0,0-2-1 0 0,1 0 95 0 0,1 0 0 0 0,-1 0 0 0 0,0-1 0 0 0,1 1 1 0 0,-1 1-1 0 0,1-1 0 0 0,0 0 0 0 0,0 0 0 0 0,0 1 0 0 0,2-3 0 0 0,4-1-166 0 0,1-1-1 0 0,0 1 1 0 0,0 0-1 0 0,14-5 0 0 0,87-17-7201 0 0,-48 14 4238 0 0,-1-4 3280 0 0,-35 8-369 0 0,-20 6 22 0 0,1 0-1 0 0,0 0 0 0 0,0 1 1 0 0,0 0-1 0 0,15-1 0 0 0,-28 6 517 0 0,1 0-1 0 0,0 1 1 0 0,0-1-1 0 0,1 1 1 0 0,-1 0-1 0 0,1 0 0 0 0,-6 7 1 0 0,5-5 674 0 0,0 1 0 0 0,0-1 0 0 0,1 1 0 0 0,-5 9 0 0 0,5-8-545 0 0,1 0 0 0 0,0 0-1 0 0,-4 17 1 0 0,5-19-596 0 0,1 0 1 0 0,0 0-1 0 0,1-1 1 0 0,0 1 0 0 0,0 0-1 0 0,0 0 1 0 0,0 0-1 0 0,1-1 1 0 0,0 1-1 0 0,0 0 1 0 0,1 0 0 0 0,-1-1-1 0 0,1 1 1 0 0,1-1-1 0 0,4 9 1 0 0,-7-13-48 0 0,1 0-1 0 0,-1 0 1 0 0,1 1 0 0 0,0-1-1 0 0,0 0 1 0 0,-1 0 0 0 0,1 0-1 0 0,0 0 1 0 0,0 0 0 0 0,0 0-1 0 0,0-1 1 0 0,0 1-1 0 0,1 0 1 0 0,-1 0 0 0 0,0-1-1 0 0,0 1 1 0 0,0 0 0 0 0,1-1-1 0 0,-1 0 1 0 0,2 1 0 0 0,-2-1-9 0 0,0 0 0 0 0,-1 0 1 0 0,1-1-1 0 0,0 1 1 0 0,0 0-1 0 0,0-1 0 0 0,0 1 1 0 0,-1-1-1 0 0,1 1 1 0 0,0-1-1 0 0,0 1 0 0 0,-1-1 1 0 0,1 1-1 0 0,0-1 1 0 0,-1 0-1 0 0,1 1 0 0 0,-1-1 1 0 0,1 0-1 0 0,-1 0 1 0 0,1 0-1 0 0,0-1 0 0 0,2-5 44 0 0,0-1 0 0 0,0 0 0 0 0,0 0-1 0 0,1-13 1 0 0,-4 20 28 0 0,0 0-1 0 0,1 0 1 0 0,-1 0 0 0 0,0 0-1 0 0,0 0 1 0 0,0 1 0 0 0,1-1-1 0 0,-1 0 1 0 0,0 0-1 0 0,1 0 1 0 0,-1 0 0 0 0,1 0-1 0 0,-1 0 1 0 0,1 1 0 0 0,-1-1-1 0 0,1 0 1 0 0,0 0 0 0 0,-1 1-1 0 0,1-1 1 0 0,0 1-1 0 0,0-2 1 0 0,0 2 31 0 0,0 0-1 0 0,-1 0 0 0 0,1 1 1 0 0,0-1-1 0 0,-1 0 1 0 0,1 0-1 0 0,0 0 1 0 0,-1 0-1 0 0,1 1 0 0 0,0-1 1 0 0,-1 0-1 0 0,1 1 1 0 0,-1-1-1 0 0,1 0 1 0 0,-1 1-1 0 0,1-1 0 0 0,0 1 1 0 0,-1-1-1 0 0,0 0 1 0 0,1 1-1 0 0,-1-1 1 0 0,1 2-1 0 0,26 42 2883 0 0,-21-33-2569 0 0,-5-9-467 0 0,1 1 0 0 0,0-1 0 0 0,0 1 0 0 0,0-1 0 0 0,0 0 0 0 0,0 0 0 0 0,0 0 0 0 0,1 0 0 0 0,-1 0 0 0 0,1 0 0 0 0,-1 0 0 0 0,1-1 0 0 0,0 0 0 0 0,-1 1 0 0 0,1-1 0 0 0,0 0 0 0 0,0 0 0 0 0,0-1 0 0 0,0 1 0 0 0,0-1 0 0 0,0 1 0 0 0,0-1 0 0 0,0 0 0 0 0,0 0 0 0 0,1 0 0 0 0,-1-1 0 0 0,0 1 0 0 0,0-1 0 0 0,0 1 0 0 0,0-1 0 0 0,-1 0 1 0 0,1 0-1 0 0,0-1 0 0 0,4-1 0 0 0,6-5-1550 0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33.5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0 10594 0 0,'-1'1'273'0'0,"0"0"0"0"0,1 0 1 0 0,-1 0-1 0 0,0 0 0 0 0,1 0 0 0 0,-1 0 0 0 0,1 0 0 0 0,-1 0 0 0 0,1 0 0 0 0,0 1 0 0 0,-1-1 0 0 0,1 0 0 0 0,0 0 1 0 0,0 0-1 0 0,0 0 0 0 0,0 0 0 0 0,0 1 0 0 0,0 0 0 0 0,1 28 2138 0 0,-1-24-2029 0 0,4 31 1848 0 0,10 50 0 0 0,35 97-901 0 0,-40-153-961 0 0,5 16 119 0 0,26 57 0 0 0,-31-84-476 0 0,1-1 0 0 0,1-1 0 0 0,0 1-1 0 0,2-2 1 0 0,20 24 0 0 0,-3-11-442 0 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34.4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 12443 0 0,'11'-3'6061'0'0,"-11"3"-5953"0"0,0 0 0 0 0,-1-2 650 0 0,1 2-650 0 0,12 15 1559 0 0,11 46-811 0 0,-2 0 1 0 0,12 70 0 0 0,-7-28-718 0 0,0 5-38 0 0,14 47-3238 0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34.6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8 196 10594 0 0,'-1'0'103'0'0,"1"-1"0"0"0,-1 1-1 0 0,1-1 1 0 0,-1 0 0 0 0,0 1-1 0 0,1-1 1 0 0,-1 1 0 0 0,1-1-1 0 0,0 0 1 0 0,-1 0 0 0 0,1 1-1 0 0,-1-1 1 0 0,1 0 0 0 0,0 0 0 0 0,0 1-1 0 0,0-1 1 0 0,-1 0 0 0 0,1 0-1 0 0,0 0 1 0 0,0 0 0 0 0,0 1-1 0 0,0-1 1 0 0,0 0 0 0 0,1-1-1 0 0,11-21 2092 0 0,-2 12-1045 0 0,0 1 1 0 0,17-13-1 0 0,-12 10-36 0 0,0-1-1082 0 0,-2 1 672 0 0,2 0-1 0 0,0 1 1 0 0,21-13 0 0 0,-31 22-859 0 0,1 0 0 0 0,0 0 0 0 0,0 1 0 0 0,0 0 0 0 0,10-2 1 0 0,-11 3-550 0 0,0 0 0 0 0,1 1 0 0 0,-1-1 1 0 0,0 1-1 0 0,0 1 0 0 0,1-1 1 0 0,8 3-1 0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34.8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1 103 9218 0 0,'1'0'816'0'0,"0"0"-656"0"0,2 0-160 0 0,5-2 2729 0 0,-1 1-1209 0 0,3 0 8 0 0,2-2-311 0 0,1-1-65 0 0,-1-2-16 0 0,-1-1 0 0 0,1 1-944 0 0,-1-5-192 0 0,0 0 0 0 0,3-3-80 0 0,0-3 80 0 0,1-2-80 0 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35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40 3225 0 0,'5'-4'947'0'0,"-1"0"1"0"0,1 0 0 0 0,0 1-1 0 0,0-1 1 0 0,0 1 0 0 0,1 0-1 0 0,-1 1 1 0 0,1 0 0 0 0,-1-1-1 0 0,1 2 1 0 0,0-1 0 0 0,0 1-1 0 0,10-2 1 0 0,-12 3-806 0 0,-1 0-1 0 0,0 0 1 0 0,0 0 0 0 0,0 0 0 0 0,0 0-1 0 0,1 1 1 0 0,-1 0 0 0 0,0-1 0 0 0,0 1-1 0 0,0 0 1 0 0,0 0 0 0 0,0 1-1 0 0,-1-1 1 0 0,1 1 0 0 0,0-1 0 0 0,0 1-1 0 0,-1 0 1 0 0,1 0 0 0 0,-1 0 0 0 0,0 0-1 0 0,0 1 1 0 0,0-1 0 0 0,0 1-1 0 0,0-1 1 0 0,0 1 0 0 0,0 0 0 0 0,1 4-1 0 0,4 11-71 0 0,-2 0 0 0 0,0 1 0 0 0,-1-1-1 0 0,-1 1 1 0 0,1 36 0 0 0,-3-36 104 0 0,0 1 1 0 0,2-1-1 0 0,0 0 0 0 0,1 0 0 0 0,10 27 1 0 0,-13-44-138 0 0,0 0 1 0 0,0 0-1 0 0,0 0 0 0 0,0-1 1 0 0,0 1-1 0 0,1-1 1 0 0,-1 1-1 0 0,1-1 1 0 0,-1 1-1 0 0,1-1 1 0 0,-1 0-1 0 0,1 0 0 0 0,0 0 1 0 0,-1 0-1 0 0,1 0 1 0 0,0 0-1 0 0,0 0 1 0 0,0 0-1 0 0,0-1 1 0 0,0 1-1 0 0,0-1 0 0 0,0 0 1 0 0,0 1-1 0 0,0-1 1 0 0,0 0-1 0 0,0 0 1 0 0,0 0-1 0 0,0 0 1 0 0,0-1-1 0 0,0 1 0 0 0,0-1 1 0 0,0 1-1 0 0,0-1 1 0 0,2-1-1 0 0,4 0 18 0 0,0-1 0 0 0,0-1 1 0 0,-1 1-1 0 0,1-1 0 0 0,-1-1 0 0 0,13-9 0 0 0,36-39 285 0 0,-36 33-1037 0 0,0 1 0 0 0,26-18 0 0 0,-24 23-7162 0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35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41 13827 0 0,'3'-1'304'0'0,"0"1"1"0"0,1 0-1 0 0,-1-1 1 0 0,0 1-1 0 0,0-1 1 0 0,0 0-1 0 0,0 0 0 0 0,-1 0 1 0 0,1-1-1 0 0,0 1 1 0 0,0-1-1 0 0,-1 1 1 0 0,1-1-1 0 0,3-3 1 0 0,-1 1-64 0 0,0 1 0 0 0,0 0 1 0 0,0 0-1 0 0,1 0 0 0 0,6-1 1 0 0,-11 3-434 0 0,0 1 1 0 0,0 0 0 0 0,1 0-1 0 0,-1-1 1 0 0,0 1-1 0 0,0 0 1 0 0,0 0-1 0 0,1 0 1 0 0,-1 1 0 0 0,0-1-1 0 0,0 0 1 0 0,0 0-1 0 0,0 1 1 0 0,1-1-1 0 0,-1 1 1 0 0,0-1 0 0 0,0 1-1 0 0,0-1 1 0 0,0 1-1 0 0,0-1 1 0 0,0 1-1 0 0,0 0 1 0 0,0 0 0 0 0,0 0-1 0 0,-1-1 1 0 0,1 1-1 0 0,0 0 1 0 0,0 0-1 0 0,0 2 1 0 0,4 5 100 0 0,-1-1 1 0 0,-1 1-1 0 0,1 1 0 0 0,3 15 1 0 0,-4-12-17 0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35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39 5529 0 0,'-4'43'498'0'0,"4"-42"-313"0"0,1 0 1 0 0,-1 0 0 0 0,0 0-1 0 0,0-1 1 0 0,1 1-1 0 0,-1 0 1 0 0,1 0 0 0 0,-1 0-1 0 0,1-1 1 0 0,-1 1 0 0 0,1 0-1 0 0,0-1 1 0 0,-1 1-1 0 0,1 0 1 0 0,0-1 0 0 0,-1 1-1 0 0,1-1 1 0 0,0 1 0 0 0,0-1-1 0 0,-1 1 1 0 0,1-1 0 0 0,0 0-1 0 0,0 1 1 0 0,0-1-1 0 0,0 0 1 0 0,1 1 0 0 0,23 2 3764 0 0,-16-5-3020 0 0,0 0 1 0 0,-1 0-1 0 0,1-1 1 0 0,-1 0 0 0 0,0 0-1 0 0,1-1 1 0 0,13-9 0 0 0,-4 1-968 0 0,-1 0 0 0 0,20-19 0 0 0,-22 17-209 0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36.7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267 337 9674 0 0,'-127'57'4659'0'0,"4"-2"-707"0"0,122-54-3879 0 0,0-1-1 0 0,0 1 0 0 0,0-1 1 0 0,0 1-1 0 0,0-1 0 0 0,-1 1 1 0 0,1 0-1 0 0,0 0 1 0 0,1-1-1 0 0,-1 1 0 0 0,0 0 1 0 0,0 0-1 0 0,0 0 0 0 0,0 0 1 0 0,1 0-1 0 0,-2 2 0 0 0,2-3-23 0 0,1 1 0 0 0,-1-1 0 0 0,0 0 0 0 0,1 1 0 0 0,-1-1 0 0 0,1 0 0 0 0,-1 1-1 0 0,1-1 1 0 0,-1 0 0 0 0,0 1 0 0 0,1-1 0 0 0,-1 0 0 0 0,1 0 0 0 0,-1 0 0 0 0,1 1-1 0 0,-1-1 1 0 0,1 0 0 0 0,-1 0 0 0 0,1 0 0 0 0,0 0 0 0 0,-1 0 0 0 0,1 0 0 0 0,-1 0-1 0 0,1 0 1 0 0,0 0 0 0 0,46-5 938 0 0,13-9-627 0 0,-1-3 1 0 0,70-31-1 0 0,33-10-145 0 0,378-72 78 0 0,67 38-161 0 0,8 40 33 0 0,-402 36-147 0 0,-190 14-25 0 0,-5 1-30 0 0,1 0 0 0 0,0-1 0 0 0,-1-1 0 0 0,1-1 0 0 0,-1 0-1 0 0,18-8 1 0 0,-24 5-1684 0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37.2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64 10138 0 0,'-1'0'89'0'0,"1"0"0"0"0,0 0 0 0 0,-1 0 0 0 0,1 0-1 0 0,0 0 1 0 0,-1 0 0 0 0,1 0 0 0 0,-1 0 0 0 0,1 0 0 0 0,0 0 0 0 0,-1 0-1 0 0,1-1 1 0 0,0 1 0 0 0,-1 0 0 0 0,1 0 0 0 0,0 0 0 0 0,0-1 0 0 0,-1 1-1 0 0,1 0 1 0 0,0 0 0 0 0,-1-1 0 0 0,1 1 0 0 0,0 0 0 0 0,0 0 0 0 0,0-1-1 0 0,-1 1 1 0 0,1 0 0 0 0,0-1 0 0 0,0 1 0 0 0,0 0 0 0 0,0-1 0 0 0,-1 1-1 0 0,1 0 1 0 0,0-1 0 0 0,0 1 0 0 0,0-1 0 0 0,0 1 0 0 0,0 0 0 0 0,0-1-1 0 0,0 1 1 0 0,0 0 0 0 0,0-1 0 0 0,0 1 0 0 0,1-1 0 0 0,15-16 2901 0 0,29-8 350 0 0,-40 23-3283 0 0,0 0-1 0 0,1 0 0 0 0,-1 1 1 0 0,1 0-1 0 0,-1 0 1 0 0,1 0-1 0 0,-1 1 1 0 0,1 0-1 0 0,-1 0 1 0 0,1 0-1 0 0,-1 1 1 0 0,1 0-1 0 0,-1 0 1 0 0,0 0-1 0 0,1 1 1 0 0,-1-1-1 0 0,0 1 1 0 0,0 1-1 0 0,0-1 1 0 0,0 1-1 0 0,0 0 1 0 0,-1 0-1 0 0,1 0 1 0 0,7 7-1 0 0,-6-3 16 0 0,1 1 1 0 0,-1-1-1 0 0,-1 1 1 0 0,0 0-1 0 0,0 1 1 0 0,0-1-1 0 0,-1 1 0 0 0,0 0 1 0 0,-1 0-1 0 0,0 0 1 0 0,0 0-1 0 0,-1 0 0 0 0,1 15 1 0 0,0 13-59 0 0,-3 0 0 0 0,-5 54 0 0 0,-1 13 8 0 0,6-102-18 0 0,0 0 1 0 0,0-1-1 0 0,0 1 0 0 0,0-1 1 0 0,1 1-1 0 0,-1-1 1 0 0,0 1-1 0 0,1-1 0 0 0,-1 1 1 0 0,1-1-1 0 0,-1 1 1 0 0,1-1-1 0 0,0 1 0 0 0,-1-1 1 0 0,1 0-1 0 0,0 1 1 0 0,0-1-1 0 0,0 0 0 0 0,0 0 1 0 0,0 0-1 0 0,1 0 1 0 0,0 2-1 0 0,1-2 13 0 0,-1 0 1 0 0,0 0-1 0 0,1 0 1 0 0,-1-1-1 0 0,0 1 1 0 0,1-1-1 0 0,-1 1 1 0 0,1-1-1 0 0,-1 0 0 0 0,1 0 1 0 0,-1 0-1 0 0,5 0 1 0 0,8-3 74 0 0,0 0 1 0 0,-1-1 0 0 0,27-11 0 0 0,-29 11-95 0 0,117-43-3682 0 0,-104 36-3587 0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37.5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 14747 0 0,'-19'2'1222'0'0,"18"-2"-867"0"0,0 0 1 0 0,-1 0-1 0 0,1 0 0 0 0,0 0 0 0 0,-1 0 0 0 0,1 0 0 0 0,-1 1 0 0 0,1-1 0 0 0,0 1 0 0 0,-1-1 0 0 0,1 1 0 0 0,0-1 0 0 0,0 1 0 0 0,0 0 0 0 0,-2 0 0 0 0,3 1-249 0 0,-1-1 0 0 0,1 1 0 0 0,0-1 0 0 0,-1 1 0 0 0,1-1-1 0 0,0 1 1 0 0,0-1 0 0 0,0 1 0 0 0,0-1 0 0 0,1 1-1 0 0,-1-1 1 0 0,0 1 0 0 0,1-1 0 0 0,-1 1 0 0 0,1-1 0 0 0,-1 1-1 0 0,1-1 1 0 0,1 2 0 0 0,114 285 1614 0 0,-110-274-2254 0 0,1-1-1 0 0,0 0 0 0 0,0 0 0 0 0,16 19 1 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37.7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17 14283 0 0,'-1'-1'87'0'0,"1"0"0"0"0,-1 0 1 0 0,1 0-1 0 0,-1 0 0 0 0,0 0 0 0 0,0 0 1 0 0,1 0-1 0 0,-1 0 0 0 0,0 0 0 0 0,0 0 0 0 0,0 1 1 0 0,0-1-1 0 0,0 0 0 0 0,0 1 0 0 0,0-1 1 0 0,0 1-1 0 0,-1-1 0 0 0,1 1 0 0 0,0-1 0 0 0,0 1 1 0 0,0 0-1 0 0,0 0 0 0 0,-1-1 0 0 0,1 1 1 0 0,0 0-1 0 0,0 0 0 0 0,0 0 0 0 0,-1 0 0 0 0,0 1 1 0 0,-2 1 157 0 0,0-1 1 0 0,1 2 0 0 0,-1-1-1 0 0,1 0 1 0 0,0 1 0 0 0,0-1 0 0 0,-6 7-1 0 0,-2 3 59 0 0,0 1 0 0 0,1 0-1 0 0,0 1 1 0 0,1 0 0 0 0,0 1-1 0 0,1 0 1 0 0,-10 26 0 0 0,10-17-172 0 0,0 0 0 0 0,2 0 1 0 0,0 1-1 0 0,-3 38 1 0 0,9-58-88 0 0,-1 1 1 0 0,1 0-1 0 0,0 0 0 0 0,1-1 1 0 0,-1 1-1 0 0,1-1 1 0 0,1 1-1 0 0,-1 0 0 0 0,1-1 1 0 0,-1 0-1 0 0,6 11 1 0 0,-5-14-14 0 0,-1 0 0 0 0,1 0 0 0 0,0 0 1 0 0,0 0-1 0 0,0 0 0 0 0,0 0 0 0 0,0 0 1 0 0,0-1-1 0 0,0 1 0 0 0,0-1 0 0 0,1 0 1 0 0,-1 1-1 0 0,0-1 0 0 0,1 0 1 0 0,-1 0-1 0 0,1-1 0 0 0,0 1 0 0 0,-1 0 1 0 0,1-1-1 0 0,-1 0 0 0 0,1 1 0 0 0,0-1 1 0 0,-1 0-1 0 0,1-1 0 0 0,0 1 0 0 0,-1 0 1 0 0,5-2-1 0 0,8-2-4 0 0,0-1 1 0 0,-1 0-1 0 0,1-1 1 0 0,-1-1-1 0 0,0-1 0 0 0,-1 0 1 0 0,0 0-1 0 0,13-12 0 0 0,-4 5-1956 0 0,34-19-1 0 0,-34 24-5319 0 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38.3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1 103 5529 0 0,'1'-3'296'0'0,"0"-1"0"0"0,0 0 0 0 0,0 1 0 0 0,0-1 0 0 0,1 1 1 0 0,-1-1-1 0 0,1 1 0 0 0,0 0 0 0 0,0 0 0 0 0,0 0 0 0 0,1 0 0 0 0,-1 0 0 0 0,1 0 0 0 0,0 1 0 0 0,-1-1 0 0 0,1 1 0 0 0,0 0 0 0 0,0 0 0 0 0,7-3 0 0 0,1-2 1192 0 0,0 1 0 0 0,0 1 1 0 0,1 0-1 0 0,21-7 0 0 0,-28 11-1388 0 0,0-1 1 0 0,-1 1-1 0 0,1 0 1 0 0,0 1 0 0 0,-1-1-1 0 0,1 1 1 0 0,0 0-1 0 0,0 0 1 0 0,-1 1-1 0 0,1-1 1 0 0,0 1 0 0 0,-1 0-1 0 0,1 0 1 0 0,0 0-1 0 0,-1 1 1 0 0,0 0-1 0 0,1 0 1 0 0,-1 0 0 0 0,0 0-1 0 0,0 1 1 0 0,0-1-1 0 0,0 1 1 0 0,0 0-1 0 0,-1 0 1 0 0,1 1 0 0 0,-1-1-1 0 0,0 1 1 0 0,0 0-1 0 0,0-1 1 0 0,-1 1-1 0 0,1 1 1 0 0,-1-1-1 0 0,0 0 1 0 0,0 0 0 0 0,0 1-1 0 0,-1-1 1 0 0,0 1-1 0 0,2 7 1 0 0,0 15-62 0 0,-1-1 1 0 0,-1 1-1 0 0,-2 0 1 0 0,0-1-1 0 0,-2 1 0 0 0,-6 27 1 0 0,-5 63 292 0 0,14-115-309 0 0,0-1 0 0 0,0 1 0 0 0,-1 0 1 0 0,1 0-1 0 0,1-1 0 0 0,-1 1 0 0 0,0 0 0 0 0,0 0 0 0 0,1-1 0 0 0,-1 1 0 0 0,1 0 1 0 0,-1-1-1 0 0,1 1 0 0 0,0 0 0 0 0,0-1 0 0 0,0 1 0 0 0,0-1 0 0 0,1 3 1 0 0,-1-4-12 0 0,0 1 1 0 0,1 0 0 0 0,-1-1-1 0 0,0 1 1 0 0,0-1 0 0 0,0 1 0 0 0,0-1-1 0 0,1 0 1 0 0,-1 1 0 0 0,0-1 0 0 0,0 0-1 0 0,1 0 1 0 0,-1 0 0 0 0,0 0 0 0 0,1 0-1 0 0,-1 0 1 0 0,0 0 0 0 0,0-1 0 0 0,3 0-1 0 0,6-2 11 0 0,1-2 0 0 0,-1 1-1 0 0,0-2 1 0 0,16-10 0 0 0,-8 5-63 0 0,-14 9-22 0 0,79-42-1490 0 0,-26 19-2986 0 0,-37 17-2169 0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38.9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1 209 5529 0 0,'1'-3'448'0'0,"-1"1"0"0"0,1-1 0 0 0,0 0-1 0 0,1 1 1 0 0,-1-1 0 0 0,0 1 0 0 0,1-1 0 0 0,-1 1 0 0 0,1 0-1 0 0,0 0 1 0 0,0-1 0 0 0,0 1 0 0 0,0 0 0 0 0,0 1 0 0 0,0-1-1 0 0,0 0 1 0 0,4-1 0 0 0,44-26 4158 0 0,-18 14-2858 0 0,0-2 1 0 0,34-23 0 0 0,-27 9-3459 0 0,-3-4-3844 0 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39.2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12 8290 0 0,'-19'-6'6386'0'0,"-3"0"-762"0"0,18 12-4003 0 0,8 11-983 0 0,15 35-62 0 0,21 88-1 0 0,-31-99-586 0 0,3 1 1 0 0,1-2 0 0 0,35 77 0 0 0,-32-97-172 0 0,-15-19 121 0 0,-1-1 1 0 0,1 1 0 0 0,-1-1-1 0 0,1 1 1 0 0,0 0 0 0 0,-1-1-1 0 0,1 1 1 0 0,0-1 0 0 0,-1 1-1 0 0,1-1 1 0 0,0 0 0 0 0,0 1-1 0 0,-1-1 1 0 0,1 0 0 0 0,0 1-1 0 0,0-1 1 0 0,0 0 0 0 0,0 0-1 0 0,-1 0 1 0 0,1 0-1 0 0,0 0 1 0 0,0 0 0 0 0,0 0-1 0 0,1 0 1 0 0,4-5-817 0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39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 11522 0 0,'42'-14'8117'0'0,"-38"13"-7901"0"0,1 1-1 0 0,-1-1 1 0 0,1 1 0 0 0,-1-1-1 0 0,1 1 1 0 0,-1 1 0 0 0,1-1-1 0 0,-1 1 1 0 0,0-1-1 0 0,1 1 1 0 0,-1 0 0 0 0,0 1-1 0 0,1-1 1 0 0,-1 1 0 0 0,7 4-1 0 0,-5-2-155 0 0,1 0 0 0 0,-1 1-1 0 0,0 0 1 0 0,-1 0 0 0 0,1 1 0 0 0,-1 0-1 0 0,0-1 1 0 0,7 13 0 0 0,-5-6-62 0 0,0 1 1 0 0,-1 0-1 0 0,0 0 1 0 0,-1 1 0 0 0,0 0-1 0 0,-1 0 1 0 0,-1 0 0 0 0,0 0-1 0 0,1 22 1 0 0,-4-29 34 0 0,0 0-1 0 0,-1 0 1 0 0,0 0-1 0 0,0 0 1 0 0,-1 0-1 0 0,0 0 1 0 0,0-1-1 0 0,-1 1 1 0 0,0-1-1 0 0,0 0 1 0 0,0 1-1 0 0,-1-1 1 0 0,0-1-1 0 0,0 1 1 0 0,-9 9-1 0 0,11-12-61 0 0,-1-1 0 0 0,1 0 0 0 0,0 0 0 0 0,-1 0 0 0 0,0 0 0 0 0,1-1 0 0 0,-1 1 0 0 0,0-1 0 0 0,0 0 0 0 0,0 1 0 0 0,0-1 0 0 0,0 0 0 0 0,0-1 0 0 0,0 1 0 0 0,0-1 0 0 0,0 1-1 0 0,0-1 1 0 0,-1 0 0 0 0,1 0 0 0 0,0 0 0 0 0,0-1 0 0 0,0 1 0 0 0,0-1 0 0 0,0 1 0 0 0,0-1 0 0 0,0 0 0 0 0,0-1 0 0 0,0 1 0 0 0,0 0 0 0 0,0-1 0 0 0,0 1 0 0 0,1-1-1 0 0,-1 0 1 0 0,1 0 0 0 0,-1 0 0 0 0,-3-5 0 0 0,-3-2-1970 0 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39.9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 9218 0 0,'1'-1'267'0'0,"-1"1"-1"0"0,1-1 1 0 0,-1 0 0 0 0,1 1-1 0 0,-1-1 1 0 0,1 0 0 0 0,0 1-1 0 0,-1-1 1 0 0,1 0 0 0 0,0 1-1 0 0,0-1 1 0 0,-1 1-1 0 0,1 0 1 0 0,0-1 0 0 0,0 1-1 0 0,0-1 1 0 0,-1 1 0 0 0,1 0-1 0 0,0 0 1 0 0,0-1 0 0 0,0 1-1 0 0,0 0 1 0 0,0 0 0 0 0,0 0-1 0 0,-1 0 1 0 0,1 0 0 0 0,0 0-1 0 0,1 1 1 0 0,0 0 47 0 0,0-1 1 0 0,0 1-1 0 0,-1 0 0 0 0,1 1 1 0 0,-1-1-1 0 0,1 0 1 0 0,-1 0-1 0 0,1 1 0 0 0,-1-1 1 0 0,0 1-1 0 0,1-1 1 0 0,0 3-1 0 0,4 5 354 0 0,-1 0-1 0 0,-1 0 1 0 0,7 20 0 0 0,31 124 848 0 0,6 15-948 0 0,-38-138-980 0 0,2 0-1 0 0,1-1 0 0 0,23 39 0 0 0,-26-53-5478 0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40.1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29 5441 0 0,'0'-1'44'0'0,"1"0"0"0"0,-1 0 0 0 0,1 0 0 0 0,-1-1 1 0 0,1 1-1 0 0,-1 0 0 0 0,0 0 0 0 0,0-1 0 0 0,1 1 0 0 0,-1 0 0 0 0,0 0 0 0 0,0-1 0 0 0,0 1 0 0 0,0 0 0 0 0,-1 0 0 0 0,1-1 1 0 0,0 1-1 0 0,-1 0 0 0 0,1 0 0 0 0,0-1 0 0 0,-2 0 0 0 0,2 2 37 0 0,-1-1 0 0 0,0 1 0 0 0,0 0 0 0 0,0 0 0 0 0,0 1 0 0 0,0-1 0 0 0,0 0 0 0 0,1 0 0 0 0,-1 0 0 0 0,0 0 0 0 0,0 1 0 0 0,0-1 0 0 0,0 0 0 0 0,1 1 1 0 0,-1-1-1 0 0,0 1 0 0 0,0-1 0 0 0,1 1 0 0 0,-1-1 0 0 0,0 1 0 0 0,0 1 0 0 0,-8 5 81 0 0,1 1 0 0 0,0 0 0 0 0,-8 11 0 0 0,-5 15-736 0 0,17-27 1337 0 0,1 1 1 0 0,0-1-1 0 0,0 1 1 0 0,1 0-1 0 0,-3 15 1 0 0,4-21-528 0 0,1 1 1 0 0,-1-1 0 0 0,1 1-1 0 0,0-1 1 0 0,0 1-1 0 0,0-1 1 0 0,1 1 0 0 0,-1-1-1 0 0,0 1 1 0 0,1-1-1 0 0,0 0 1 0 0,-1 1-1 0 0,1-1 1 0 0,0 0 0 0 0,0 1-1 0 0,1-1 1 0 0,-1 0-1 0 0,0 0 1 0 0,1 0-1 0 0,-1 0 1 0 0,1 0 0 0 0,0 0-1 0 0,-1-1 1 0 0,1 1-1 0 0,0 0 1 0 0,0-1-1 0 0,0 1 1 0 0,0-1 0 0 0,1 0-1 0 0,-1 0 1 0 0,0 0-1 0 0,0 0 1 0 0,1 0 0 0 0,-1 0-1 0 0,1-1 1 0 0,-1 1-1 0 0,1-1 1 0 0,3 1-1 0 0,9 0-289 0 0,-1-1 1 0 0,0 0-1 0 0,0-1 0 0 0,0-1 0 0 0,0 0 0 0 0,21-6 0 0 0,-15 3-1214 0 0,3 0-6088 0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40.6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1376 0 0,'1'12'13615'0'0,"12"14"-8994"0"0,-7-14-3326 0 0,19 62 647 0 0,25 139 0 0 0,-34-134-1509 0 0,9 39-243 0 0,-7-20-611 0 0,63 185 0 0 0,-70-248-1061 0 0,-7-24 381 0 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40.8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72 17972 0 0,'0'-1'107'0'0,"0"0"0"0"0,0 0 0 0 0,0 0-1 0 0,0 0 1 0 0,0 0 0 0 0,0 0 0 0 0,0 0 0 0 0,0-1 0 0 0,0 1 0 0 0,1 0 0 0 0,-1 0 0 0 0,0 0 0 0 0,1 0 0 0 0,-1 0-1 0 0,0 0 1 0 0,1 0 0 0 0,0 0 0 0 0,-1 0 0 0 0,1 1 0 0 0,-1-1 0 0 0,1 0 0 0 0,1-1 0 0 0,25-16 1072 0 0,-16 14-776 0 0,-1 1 0 0 0,1 0 0 0 0,18-4 0 0 0,0 3 36 0 0,-14 1-242 0 0,1 0-1 0 0,25 1 0 0 0,-36 2-560 0 0,0 0 0 0 0,0 1 0 0 0,1 0 0 0 0,-1 0 0 0 0,0 0 0 0 0,9 4 0 0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41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57 5985 0 0,'30'-14'10999'0'0,"-19"9"-9479"0"0,40-17 2445 0 0,3 9-5447 0 0,-41 11 843 0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41.2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12899 0 0,'13'29'7499'0'0,"6"18"-5918"0"0,-5-1-449 0 0,10 59 0 0 0,10 35-624 0 0,-29-124-611 0 0,1 0 1 0 0,1-1 0 0 0,0 1-1 0 0,1-1 1 0 0,1 0 0 0 0,12 15-1 0 0,-8-15-1829 0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41.5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87 5985 0 0,'0'20'11890'0'0,"1"-21"-11657"0"0,93-24 4506 0 0,-1-8-4013 0 0,16-5-2814 0 0,-77 29-5626 0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41.8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0 5529 0 0,'-4'3'355'0'0,"-1"1"0"0"0,0-1-1 0 0,1 1 1 0 0,0 0 0 0 0,0 0 0 0 0,0 0-1 0 0,0 0 1 0 0,0 1 0 0 0,1-1 0 0 0,0 1-1 0 0,0 0 1 0 0,0 0 0 0 0,1 0 0 0 0,0 0-1 0 0,0 1 1 0 0,0-1 0 0 0,0 1 0 0 0,1-1-1 0 0,0 1 1 0 0,0 0 0 0 0,1-1 0 0 0,-1 1-1 0 0,1 6 1 0 0,0-2 344 0 0,1 1 1 0 0,-1-1-1 0 0,2 0 1 0 0,-1 1-1 0 0,1-1 1 0 0,1 0-1 0 0,0 0 1 0 0,0 0-1 0 0,1 0 1 0 0,1-1-1 0 0,10 18 1 0 0,-12-22-691 0 0,2 0 0 0 0,-1 0 0 0 0,1-1 1 0 0,-1 1-1 0 0,1-1 0 0 0,1 0 0 0 0,-1 0 0 0 0,0-1 1 0 0,1 0-1 0 0,0 0 0 0 0,-1 0 0 0 0,1-1 0 0 0,1 0 1 0 0,-1 0-1 0 0,0 0 0 0 0,13 1 0 0 0,-16-2-2 0 0,1-1 0 0 0,0 0 0 0 0,-1 0 0 0 0,1 0 1 0 0,-1-1-1 0 0,1 1 0 0 0,-1-1 0 0 0,1 0 0 0 0,-1 0 0 0 0,1 0 0 0 0,-1 0 0 0 0,0 0 0 0 0,1-1 0 0 0,-1 0 0 0 0,0 0 0 0 0,0 0 0 0 0,0 0 0 0 0,0 0 1 0 0,-1 0-1 0 0,1-1 0 0 0,-1 1 0 0 0,1-1 0 0 0,-1 0 0 0 0,0 0 0 0 0,0 0 0 0 0,0 0 0 0 0,0 0 0 0 0,-1 0 0 0 0,1 0 0 0 0,-1-1 0 0 0,2-5 1 0 0,-2 2 31 0 0,1-1 0 0 0,-2 1 0 0 0,1-1 0 0 0,-1 1 1 0 0,0-1-1 0 0,0 0 0 0 0,-1 1 0 0 0,0-1 0 0 0,-1 1 1 0 0,0 0-1 0 0,0-1 0 0 0,-4-10 0 0 0,-3-2-60 0 0,0 0-1 0 0,-1 1 0 0 0,-13-20 0 0 0,9 20-970 0 0,-1 2-4513 0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42.1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 6913 0 0,'30'-15'15222'0'0,"-29"16"-14879"0"0,6 13-125 0 0,7 25 1045 0 0,-3 0 1 0 0,12 75 0 0 0,-15-68-1075 0 0,25 79 1 0 0,-24-99-422 0 0,1 0 1 0 0,24 40 0 0 0,-3-22-3003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42.6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1 190 6449 0 0,'34'-14'6466'0'0,"-10"6"-4585"0"0,16-11 536 0 0,93-36-10 0 0,-102 44-3757 0 0,0 2 1 0 0,48-9-1 0 0,-49 12-384 0 0,54-19 0 0 0,-8 2-1366 0 0,-76 22 3111 0 0,0 1 0 0 0,0 0 0 0 0,1 0 0 0 0,-1 0 1 0 0,0 0-1 0 0,0 0 0 0 0,1 0 0 0 0,-1-1 0 0 0,0 1 0 0 0,0 0 0 0 0,1 0 0 0 0,-1 0 0 0 0,0 0 0 0 0,0 0 0 0 0,1 0 0 0 0,-1 0 0 0 0,0 0 0 0 0,0 0 0 0 0,1 0 0 0 0,-1 0 1 0 0,0 0-1 0 0,0 0 0 0 0,1 1 0 0 0,-1-1 0 0 0,0 0 0 0 0,0 0 0 0 0,0 0 0 0 0,1 0 0 0 0,-1 0 0 0 0,0 0 0 0 0,0 1 0 0 0,0-1 0 0 0,1 0 0 0 0,-1 0 0 0 0,0 0 0 0 0,0 1 1 0 0,0-1-1 0 0,0 0 0 0 0,1 0 0 0 0,-1 0 0 0 0,0 1 0 0 0,0-1 0 0 0,-5 13 1427 0 0,-23 22 2174 0 0,21-26-2651 0 0,-7 8 469 0 0,0 2 0 0 0,2 0 0 0 0,-11 22 0 0 0,19-34-1401 0 0,2-1 0 0 0,-1 1-1 0 0,1 0 1 0 0,0-1-1 0 0,0 1 1 0 0,0 0 0 0 0,1 0-1 0 0,0 0 1 0 0,1 1-1 0 0,0-1 1 0 0,0 0 0 0 0,0 0-1 0 0,1 0 1 0 0,2 8-1 0 0,-3-13-67 0 0,0-1 0 0 0,0 1 0 0 0,1-1 0 0 0,-1 0-1 0 0,0 1 1 0 0,1-1 0 0 0,0 0 0 0 0,-1 1 0 0 0,1-1 0 0 0,0 0-1 0 0,-1 0 1 0 0,1 0 0 0 0,0 1 0 0 0,0-1 0 0 0,0 0 0 0 0,0 0-1 0 0,0 0 1 0 0,0 0 0 0 0,0-1 0 0 0,1 1 0 0 0,-1 0-1 0 0,0 0 1 0 0,2 0 0 0 0,-2-1-50 0 0,1 0 0 0 0,-1 0-1 0 0,1 0 1 0 0,-1 0 0 0 0,1 0 0 0 0,-1-1 0 0 0,1 1-1 0 0,-1-1 1 0 0,1 1 0 0 0,-1-1 0 0 0,0 1 0 0 0,1-1-1 0 0,-1 0 1 0 0,0 1 0 0 0,1-1 0 0 0,-1 0-1 0 0,2-2 1 0 0,3-2-54 0 0,-1 0-1 0 0,0-1 0 0 0,0 0 1 0 0,0 0-1 0 0,-1 0 0 0 0,0 0 1 0 0,5-10-1 0 0,-4 0 477 0 0,-5 13-84 0 0,1 0 0 0 0,-1 0 0 0 0,1 0 1 0 0,0 0-1 0 0,0 0 0 0 0,0 0 0 0 0,1 0 0 0 0,-1 0 0 0 0,1 0 0 0 0,-1 1 0 0 0,1-1 0 0 0,0 0 1 0 0,3-2-1 0 0,-4 5-182 0 0,0 0 1 0 0,0 0-1 0 0,0 1 1 0 0,-1-1 0 0 0,1 0-1 0 0,0 0 1 0 0,0 1-1 0 0,0-1 1 0 0,0 0 0 0 0,0 1-1 0 0,0-1 1 0 0,-1 1 0 0 0,1-1-1 0 0,0 1 1 0 0,0 0-1 0 0,-1-1 1 0 0,1 1 0 0 0,0 0-1 0 0,-1-1 1 0 0,1 1-1 0 0,-1 0 1 0 0,1 0 0 0 0,-1-1-1 0 0,2 3 1 0 0,13 26 53 0 0,-10-18 108 0 0,-1-4-174 0 0,1 0-1 0 0,0 0 0 0 0,0 0 1 0 0,0-1-1 0 0,1 0 1 0 0,0 0-1 0 0,0 0 1 0 0,1-1-1 0 0,0 0 0 0 0,0 0 1 0 0,11 6-1 0 0,-15-10-191 0 0,1 1-1 0 0,0-1 0 0 0,0 0 1 0 0,0 0-1 0 0,0 0 0 0 0,0 0 1 0 0,0-1-1 0 0,0 0 0 0 0,0 1 1 0 0,8-2-1 0 0,-8 0-352 0 0,1 0 0 0 0,-1 0-1 0 0,0 0 1 0 0,0-1 0 0 0,0 1 0 0 0,0-1-1 0 0,0 0 1 0 0,-1 0 0 0 0,1-1 0 0 0,-1 1-1 0 0,7-7 1 0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8:42.8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38 13363 0 0,'-1'-4'336'0'0,"1"1"-87"0"0,0 0 0 0 0,0 0-1 0 0,-1 0 1 0 0,1 0 0 0 0,-1 0-1 0 0,0 0 1 0 0,0 0 0 0 0,0 0-1 0 0,-3-4 230 0 0,3 8-249 0 0,1-1-1 0 0,-1 1 1 0 0,1-1 0 0 0,-1 1 0 0 0,1 0-1 0 0,0-1 1 0 0,0 1 0 0 0,-1 0 0 0 0,1-1-1 0 0,0 1 1 0 0,0 0 0 0 0,0-1-1 0 0,-1 1 1 0 0,1 0 0 0 0,0-1 0 0 0,0 1-1 0 0,0 0 1 0 0,0-1 0 0 0,0 1 0 0 0,1 0-1 0 0,-1 0 1 0 0,0 0 0 0 0,2 19 446 0 0,6 10-114 0 0,1-1-1 0 0,2 0 0 0 0,0 0 0 0 0,2-1 0 0 0,27 43 0 0 0,1 5-33 0 0,32 87 219 0 0,16 30-1195 0 0,-72-163-89 0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3:42.1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14 6913 0 0,'-2'-13'4887'0'0,"2"28"-3598"0"0,-1-11-1158 0 0,1 0-1 0 0,0 0 0 0 0,0 0 0 0 0,0 0 0 0 0,0 0 1 0 0,1 0-1 0 0,0 0 0 0 0,0 0 0 0 0,0 0 0 0 0,0-1 1 0 0,1 1-1 0 0,-1 0 0 0 0,1-1 0 0 0,0 1 1 0 0,0-1-1 0 0,0 1 0 0 0,0-1 0 0 0,4 3 0 0 0,-14-25 2270 0 0,7 18-2386 0 0,1-1 5 0 0,-2 0 0 0 0,1 0 0 0 0,0 0 0 0 0,0 0 0 0 0,0 0 1 0 0,-1 1-1 0 0,1-1 0 0 0,-1 0 0 0 0,0 1 0 0 0,1 0 0 0 0,-1-1 0 0 0,0 1 1 0 0,0 0-1 0 0,-4-2 0 0 0,6 3 45 0 0,-3 8 134 0 0,-1 1 0 0 0,1-1 0 0 0,1 1 0 0 0,0 0 0 0 0,0 0 0 0 0,1 0 1 0 0,-1 15-1 0 0,2-17-593 0 0,0 0 0 0 0,1-1 1 0 0,0 1-1 0 0,0 0 1 0 0,0-1-1 0 0,4 10 0 0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3:43.6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0 10138 0 0,'-6'12'8179'0'0,"6"-10"-7789"0"0,6 10 2159 0 0,-5-12-2778 0 0,0 1 0 0 0,-1 0 0 0 0,1 0 0 0 0,0 0-1 0 0,-1-1 1 0 0,1 1 0 0 0,-1 0 0 0 0,1 0 0 0 0,-1 0 0 0 0,0 0 0 0 0,1 0-1 0 0,-1 0 1 0 0,0 0 0 0 0,0 0 0 0 0,0 0 0 0 0,0 0 0 0 0,0 0 0 0 0,0 0 0 0 0,0 0-1 0 0,0 0 1 0 0,0 0 0 0 0,0 0 0 0 0,0 0 0 0 0,0 0 0 0 0,-1 0 0 0 0,1 0-1 0 0,-1 0 1 0 0,0 1 0 0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3:44.7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11979 0 0,'0'4'1007'0'0,"0"8"427"0"0,0-1-1 0 0,1 1 1 0 0,4 22-1 0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9:28.296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48 2133 5065 0 0,'45'-37'14825'0'0,"-48"34"-14606"0"0,-1-5 100 0 0,-4-5-49 0 0,2-1-1 0 0,-1 0 0 0 0,2 0 0 0 0,0 0 0 0 0,1-1 0 0 0,0 0 1 0 0,-3-30-1 0 0,4-3-247 0 0,4-58 0 0 0,-2-24 37 0 0,-7-41 189 0 0,22-264 0 0 0,-9 237-336 0 0,-7 165 98 0 0,-1 0 1 0 0,-2 0-1 0 0,-18-63 0 0 0,19 81-19 0 0,1-1-1 0 0,0 1 0 0 0,1-1 1 0 0,1 0-1 0 0,0 0 1 0 0,1 1-1 0 0,4-31 0 0 0,4-5 3 0 0,17-52 0 0 0,-13 58-39 0 0,-12 42 40 0 0,1 1 0 0 0,0-1 0 0 0,0 0 1 0 0,0 1-1 0 0,0-1 0 0 0,0 1 0 0 0,0 0 0 0 0,1-1 0 0 0,-1 1 0 0 0,1 0 1 0 0,0 0-1 0 0,3-4 0 0 0,32-15-70 0 0,-6 9 62 0 0,0 1 1 0 0,37-7 0 0 0,45-16-19 0 0,-103 30 23 0 0,202-72 67 0 0,-184 69-45 0 0,0 1 0 0 0,0 2 0 0 0,1 0 0 0 0,-1 2 0 0 0,55 3 0 0 0,15 7-92 0 0,219 7 71 0 0,-87-33 61 0 0,60-2 22 0 0,-76 6-113 0 0,-72 2-4 0 0,-24 10 25 0 0,-65 2 36 0 0,91-11-1 0 0,-112 6 30 0 0,-15 1-13 0 0,1 1-1 0 0,-1 1 0 0 0,0 0 1 0 0,26 2-1 0 0,-40 1-40 0 0,0 0 0 0 0,-1 0 0 0 0,1 0-1 0 0,-1 0 1 0 0,1 0 0 0 0,-1 0 0 0 0,1 1 0 0 0,-1 0 0 0 0,0-1 0 0 0,0 1 0 0 0,4 4 0 0 0,19 12 324 0 0,-16-14-295 0 0,-1-1-1 0 0,0 1 0 0 0,0 1 0 0 0,0 0 0 0 0,0 0 1 0 0,-1 0-1 0 0,13 12 0 0 0,-16-12-1 0 0,-1-1-1 0 0,1 0 0 0 0,-1 1 1 0 0,0 0-1 0 0,0 0 1 0 0,0 0-1 0 0,-1 0 1 0 0,0 0-1 0 0,0 0 1 0 0,0 1-1 0 0,-1-1 1 0 0,1 1-1 0 0,0 9 0 0 0,2 45 248 0 0,10 75-64 0 0,-11-118-218 0 0,1 1-1 0 0,0-1 1 0 0,1 0 0 0 0,1-1-1 0 0,12 25 1 0 0,-3-16-353 0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9:32.070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126 32 3225 0 0,'-47'-32'15733'0'0,"48"51"-12959"0"0,-5 14-2925 0 0,1-20 286 0 0,-54 293 1138 0 0,42-116-1209 0 0,18 374 0 0 0,2-478-54 0 0,-2-11-25 0 0,4-1 0 0 0,28 131 0 0 0,-9-92 60 0 0,-17-66-21 0 0,3-1-1 0 0,23 63 0 0 0,-32-103-18 0 0,0 0-1 0 0,0-1 1 0 0,0 0-1 0 0,0 1 1 0 0,1-1-1 0 0,0-1 1 0 0,0 1-1 0 0,1-1 1 0 0,-1 1-1 0 0,1-1 1 0 0,0 0 0 0 0,0-1-1 0 0,0 1 1 0 0,1-1-1 0 0,-1 0 1 0 0,1-1-1 0 0,0 1 1 0 0,0-1-1 0 0,0 0 1 0 0,7 1 0 0 0,12 2 31 0 0,1-2 0 0 0,0 0 0 0 0,44-2 0 0 0,-7-1-12 0 0,159 18-24 0 0,136 3 0 0 0,623-25 64 0 0,-796 12-64 0 0,-101-3 0 0 0,106-6 0 0 0,-159 1 0 0 0,0 0 0 0 0,47 8 0 0 0,31 1 0 0 0,-111-21 189 0 0,-1 4-162 0 0,1-1-1 0 0,-1 1 1 0 0,1-1-1 0 0,1 0 1 0 0,0 0-1 0 0,0 0 1 0 0,0 0-1 0 0,2-9 0 0 0,9-83 304 0 0,-2 28-215 0 0,-5-13-269 0 0,-3 63-12 0 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49:35.827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93 329 2304 0 0,'-10'-11'1666'0'0,"-1"-1"0"0"0,2 0 0 0 0,0-1 0 0 0,-14-23 0 0 0,0-11 3867 0 0,21 42-5245 0 0,1 0 0 0 0,-1 0 0 0 0,1-1 0 0 0,0 1-1 0 0,1 0 1 0 0,-1-1 0 0 0,1 1 0 0 0,0-1 0 0 0,0 1 0 0 0,1-1 0 0 0,2-9 0 0 0,4-12 34 0 0,-5 22-306 0 0,0-1 1 0 0,0 1-1 0 0,-1-1 1 0 0,0 1-1 0 0,0-1 0 0 0,0 0 1 0 0,-1 1-1 0 0,1-1 1 0 0,-2-11-1 0 0,1-13 1608 0 0,0 30-1597 0 0,0 0-14 0 0,0 0 1 0 0,0 0-1 0 0,0 0 1 0 0,0 0-1 0 0,1 0 1 0 0,-1 0 0 0 0,0 0-1 0 0,0 0 1 0 0,1 1 188 0 0,-1-1-188 0 0,7 14 342 0 0,-1 10-284 0 0,-1 0 1 0 0,-1 0 0 0 0,-1 1-1 0 0,-1-1 1 0 0,-3 43 0 0 0,0-41-53 0 0,1 0 0 0 0,1 0 0 0 0,2 0 0 0 0,10 47 0 0 0,31 102 137 0 0,-21-78-111 0 0,-13-55 124 0 0,9 71 1 0 0,-18-16 179 0 0,-2-49-244 0 0,4-40-122 0 0,-2-9-64 0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02.7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6 186 5529 0 0,'-2'-8'593'0'0,"1"1"0"0"0,0 0 0 0 0,0-1-1 0 0,1 1 1 0 0,-1-1 0 0 0,2 1 0 0 0,-1-1 0 0 0,1 1-1 0 0,0-1 1 0 0,1 1 0 0 0,2-10 0 0 0,-4 17-534 0 0,1-1 1 0 0,-1 1 0 0 0,0 0-1 0 0,0-1 1 0 0,1 1 0 0 0,-1-1-1 0 0,0 1 1 0 0,1 0 0 0 0,-1-1-1 0 0,0 1 1 0 0,1 0-1 0 0,-1 0 1 0 0,1-1 0 0 0,-1 1-1 0 0,1 0 1 0 0,-1 0 0 0 0,0-1-1 0 0,1 1 1 0 0,-1 0 0 0 0,1 0-1 0 0,-1 0 1 0 0,1 0 0 0 0,-1 0-1 0 0,1 0 1 0 0,-1 0 0 0 0,1 0-1 0 0,-1 0 1 0 0,1 0 0 0 0,-1 0-1 0 0,1 0 1 0 0,-1 0-1 0 0,1 0 1 0 0,-1 0 0 0 0,1 1-1 0 0,-1-1 1 0 0,1 0 0 0 0,-1 0-1 0 0,0 0 1 0 0,1 1 0 0 0,-1-1-1 0 0,1 0 1 0 0,-1 1 0 0 0,0-1-1 0 0,1 0 1 0 0,-1 1 0 0 0,0-1-1 0 0,1 0 1 0 0,-1 2-1 0 0,20 20 850 0 0,-18-19-761 0 0,27 40 255 0 0,-1 2 0 0 0,-3 2 0 0 0,30 72 0 0 0,16 33-338 0 0,-57-126-99 0 0,1-1 1 0 0,2 0-1 0 0,29 34 0 0 0,-38-51 14 0 0,1 0 0 0 0,-1-1 0 0 0,1 0-1 0 0,0 0 1 0 0,1-1 0 0 0,-1 0 0 0 0,1-1 0 0 0,19 8 0 0 0,-25-12 59 0 0,0 0-1 0 0,0 0 1 0 0,0 0 0 0 0,1 0 0 0 0,-1 0 0 0 0,0-1-1 0 0,1 0 1 0 0,-1 0 0 0 0,1 0 0 0 0,-1-1 0 0 0,6 0-1 0 0,-7 0 71 0 0,0 0-1 0 0,-1 0 0 0 0,1-1 1 0 0,0 1-1 0 0,-1-1 0 0 0,1 1 1 0 0,-1-1-1 0 0,0 0 1 0 0,1 0-1 0 0,-1 0 0 0 0,0 0 1 0 0,0 0-1 0 0,0 0 0 0 0,0 0 1 0 0,-1-1-1 0 0,1 1 0 0 0,-1-1 1 0 0,2-3-1 0 0,2-10 164 0 0,-1 1 0 0 0,0-1 0 0 0,-1 0 0 0 0,-1 0 0 0 0,-1 0 0 0 0,0 0 0 0 0,-2-24-1 0 0,1 20-220 0 0,11-251 126 0 0,9 91-3013 0 0,-9 132-444 0 0,-4 34 1593 0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02.9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10594 0 0,'26'40'4829'0'0,"-3"7"-2650"0"0,28 86 0 0 0,-30-61-1658 0 0,24 143 0 0 0,-43-197-561 0 0,0-1-1 0 0,-1 1 1 0 0,-2 22 0 0 0,1-32-295 0 0,-1-1 0 0 0,-1 1 0 0 0,1-1 0 0 0,-1 0 0 0 0,0 1 0 0 0,-1-1 1 0 0,0 0-1 0 0,0-1 0 0 0,0 1 0 0 0,-7 8 0 0 0,0-2-832 0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03.2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0 167 2304 0 0,'3'-11'829'0'0,"0"0"0"0"0,1 0 0 0 0,0 0-1 0 0,1 1 1 0 0,0 0 0 0 0,1 0-1 0 0,0 0 1 0 0,0 1 0 0 0,1 0-1 0 0,0 0 1 0 0,1 0 0 0 0,15-13-1 0 0,-19 19-558 0 0,0 1-1 0 0,0-1 0 0 0,0 1 1 0 0,0-1-1 0 0,0 1 0 0 0,1 0 1 0 0,-1 1-1 0 0,1-1 0 0 0,-1 1 1 0 0,1 0-1 0 0,0 0 0 0 0,-1 1 1 0 0,10-1-1 0 0,-12 1-233 0 0,-1 0 0 0 0,1 0-1 0 0,0 0 1 0 0,0 0 0 0 0,0 1 0 0 0,0-1 0 0 0,0 1 0 0 0,0-1-1 0 0,-1 1 1 0 0,1 0 0 0 0,0 0 0 0 0,-1 0 0 0 0,1 0-1 0 0,0 0 1 0 0,-1 0 0 0 0,1 0 0 0 0,-1 0 0 0 0,1 0 0 0 0,-1 1-1 0 0,0-1 1 0 0,0 1 0 0 0,0-1 0 0 0,1 1 0 0 0,-1-1-1 0 0,-1 1 1 0 0,1 0 0 0 0,0 0 0 0 0,0-1 0 0 0,-1 1 0 0 0,1 0-1 0 0,-1 0 1 0 0,1 0 0 0 0,-1 0 0 0 0,0 0 0 0 0,0-1-1 0 0,0 4 1 0 0,0 11-74 0 0,-2 0-1 0 0,0 0 1 0 0,-1 0 0 0 0,-1-1-1 0 0,0 1 1 0 0,-1-1 0 0 0,-9 20-1 0 0,6-17 56 0 0,2 1-1 0 0,0-1 0 0 0,1 1 1 0 0,-4 25-1 0 0,9-42 74 0 0,-1 0 1 0 0,1 0-1 0 0,0 0 1 0 0,0 0-1 0 0,0-1 0 0 0,0 1 1 0 0,0 0-1 0 0,0 0 1 0 0,1 0-1 0 0,-1 0 0 0 0,0 0 1 0 0,1 0-1 0 0,0 0 1 0 0,-1 0-1 0 0,1 0 1 0 0,0-1-1 0 0,0 1 0 0 0,0 0 1 0 0,0-1-1 0 0,0 1 1 0 0,1-1-1 0 0,-1 1 1 0 0,0-1-1 0 0,3 3 0 0 0,-1-3 4 0 0,-1 0 0 0 0,1 0 0 0 0,0 0-1 0 0,-1-1 1 0 0,1 1 0 0 0,0-1 0 0 0,0 1 0 0 0,0-1-1 0 0,0 0 1 0 0,-1 0 0 0 0,1 0 0 0 0,0-1-1 0 0,0 1 1 0 0,5-2 0 0 0,7-2-19 0 0,-1-1 1 0 0,1-1-1 0 0,-1 0 1 0 0,-1-1-1 0 0,15-9 0 0 0,72-39-2747 0 0,-31 25-2484 0 0,-46 23-241 0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03.4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1 920 0 0,'10'21'6108'0'0,"26"69"2228"0"0,11 48-6762 0 0,-39-112-2165 0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03.6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81 12443 0 0,'59'-28'2620'0'0,"-44"19"-3635"0"0,0 1 1 0 0,0 1 0 0 0,1 0 0 0 0,1 1-1 0 0,-1 1 1 0 0,30-5 0 0 0,-28 9 957 0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03.8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1 137 5529 0 0,'1'2'488'0'0,"2"-2"-392"0"0,0 0-96 0 0,1-2 0 0 0,0 1 528 0 0,1-3 81 0 0,6 0 23 0 0,6-5 0 0 0,7-3-440 0 0,4-5-96 0 0,0 1-8 0 0,0-2-8 0 0,1 0-80 0 0,-3 0 0 0 0,-4-1 0 0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04.2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108 715 1376 0 0,'-43'15'-421'0'0,"-21"5"12453"0"0,204-78-8788 0 0,154-54 316 0 0,-200 82-3045 0 0,767-211 1863 0 0,-15 91-2073 0 0,-427 82-241 0 0,-198 27-383 0 0,-126 21-782 0 0,110-9-1 0 0,-190 28-3976 0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04.5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13363 0 0,'40'21'3713'0'0,"-25"-11"-3272"0"0,1 0 0 0 0,-1 0 0 0 0,-1 2 0 0 0,0 0 0 0 0,0 1 0 0 0,-1 0 0 0 0,-1 1 0 0 0,0 0 0 0 0,-1 1 0 0 0,17 31 0 0 0,1 10-295 0 0,39 112 1 0 0,-38-89-410 0 0,0 1-2076 0 0,-19-45-3256 0 0,-6-13-466 0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04.8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1 246 6449 0 0,'0'-6'139'0'0,"0"0"0"0"0,0 0 0 0 0,0 0 0 0 0,1 1 0 0 0,0-1 0 0 0,0 0 0 0 0,0 0 0 0 0,1 0 0 0 0,0 1 0 0 0,3-7 0 0 0,1 1 434 0 0,0 1 0 0 0,1-1 0 0 0,15-17 0 0 0,-8 12 426 0 0,1 0 1 0 0,0 0-1 0 0,29-20 0 0 0,-40 32-778 0 0,1 1 1 0 0,-1 0 0 0 0,1 0-1 0 0,0 0 1 0 0,0 0 0 0 0,0 1-1 0 0,0 0 1 0 0,0 0 0 0 0,1 1-1 0 0,-1-1 1 0 0,1 1 0 0 0,-1 0-1 0 0,1 0 1 0 0,-1 1 0 0 0,1 0-1 0 0,-1 0 1 0 0,1 0 0 0 0,0 1-1 0 0,8 1 1 0 0,-11-1-152 0 0,-1 0-1 0 0,0 0 1 0 0,0 0-1 0 0,-1 1 1 0 0,1-1 0 0 0,0 0-1 0 0,0 1 1 0 0,0-1 0 0 0,-1 1-1 0 0,1-1 1 0 0,-1 1-1 0 0,1 0 1 0 0,-1 0 0 0 0,0-1-1 0 0,0 1 1 0 0,0 0-1 0 0,0 0 1 0 0,0 0 0 0 0,0 1-1 0 0,0-1 1 0 0,-1 0 0 0 0,1 0-1 0 0,-1 0 1 0 0,1 1-1 0 0,-1-1 1 0 0,0 0 0 0 0,0 0-1 0 0,0 5 1 0 0,-1 6 114 0 0,-1 0 1 0 0,0 1 0 0 0,-7 22-1 0 0,5-18 89 0 0,-2 5-9 0 0,0 0 118 0 0,-5 45 0 0 0,11-63-348 0 0,-1 0 0 0 0,1 0 0 0 0,0 1 0 0 0,0-1 0 0 0,1 0 0 0 0,0 0-1 0 0,0 1 1 0 0,0-1 0 0 0,0 0 0 0 0,1 0 0 0 0,0 0 0 0 0,0-1 0 0 0,0 1-1 0 0,5 7 1 0 0,-4-9-43 0 0,0 0 0 0 0,0 0 0 0 0,0-1 0 0 0,1 1 0 0 0,-1-1 0 0 0,1 0 0 0 0,0 1 1 0 0,-1-1-1 0 0,1-1 0 0 0,0 1 0 0 0,0-1 0 0 0,0 1 0 0 0,1-1 0 0 0,-1-1 0 0 0,0 1 0 0 0,0 0 0 0 0,7-1 0 0 0,4 0-1028 0 0,1 0-1 0 0,-1-1 1 0 0,23-5 0 0 0,-16 2-5924 0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04.9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2761 0 0,'4'1'580'0'0,"0"1"1"0"0,0 0-1 0 0,0 0 1 0 0,-1 1-1 0 0,1-1 1 0 0,-1 1-1 0 0,1 0 0 0 0,-1-1 1 0 0,0 2-1 0 0,0-1 1 0 0,-1 0-1 0 0,5 6 1 0 0,0 0 668 0 0,9 9 682 0 0,-1 1 0 0 0,-1 0 0 0 0,0 1 1 0 0,20 44-1 0 0,-4 13-1866 0 0,-8 6-3696 0 0,-19-67-2853 0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05.2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5 196 8754 0 0,'-5'-4'5646'0'0,"22"-10"-3179"0"0,26-14-570 0 0,6 1-131 0 0,93-37 0 0 0,-9 15-5439 0 0,-127 47 3322 0 0,15-6-6335 0 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05.4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1 11522 0 0,'-2'1'182'0'0,"1"0"-1"0"0,0 1 1 0 0,0-1-1 0 0,0 1 0 0 0,0-1 1 0 0,0 1-1 0 0,0-1 0 0 0,0 1 1 0 0,0 0-1 0 0,1-1 0 0 0,-1 1 1 0 0,1 0-1 0 0,-1 0 0 0 0,1-1 1 0 0,0 1-1 0 0,-1 0 0 0 0,1 0 1 0 0,0 0-1 0 0,0-1 0 0 0,0 1 1 0 0,1 3-1 0 0,7 48 2902 0 0,-4-34-1840 0 0,8 87 986 0 0,12 67-1815 0 0,-19-148-934 0 0,2 0 1 0 0,0 0-1 0 0,2 0 0 0 0,22 42 1 0 0,6-5 315 0 0,-21-39 257 0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05.6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11058 0 0,'6'2'726'0'0,"0"0"-1"0"0,0 1 0 0 0,0 0 1 0 0,-1 0-1 0 0,1 0 0 0 0,-1 1 1 0 0,0-1-1 0 0,0 1 1 0 0,9 9-1 0 0,2 1 519 0 0,-6-7-935 0 0,0 2 1 0 0,-1 0-1 0 0,0 0 0 0 0,0 0 0 0 0,-1 1 1 0 0,0 0-1 0 0,-1 1 0 0 0,0 0 0 0 0,8 19 0 0 0,-10-19-790 0 0,-1 1 0 0 0,-1-1-1 0 0,1 1 1 0 0,-2 0 0 0 0,0-1-1 0 0,1 18 1 0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06.0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17 265 888 0 0,'-2'-3'211'0'0,"0"0"0"0"0,0 0 1 0 0,1 0-1 0 0,-1 0 0 0 0,1 0 0 0 0,0 0 0 0 0,-1-1 0 0 0,1 1 1 0 0,1 0-1 0 0,-1-1 0 0 0,0 1 0 0 0,1-1 0 0 0,0 1 0 0 0,0-1 0 0 0,0 1 1 0 0,0-1-1 0 0,0 1 0 0 0,1-1 0 0 0,0 1 0 0 0,0 0 0 0 0,1-5 1 0 0,1-1 753 0 0,-1 1 1 0 0,1-1 0 0 0,1 1-1 0 0,0 0 1 0 0,0 1 0 0 0,0-1-1 0 0,9-10 1 0 0,-1 6-429 0 0,1 1 1 0 0,0 0 0 0 0,1 1-1 0 0,0 0 1 0 0,0 1-1 0 0,1 0 1 0 0,1 2-1 0 0,-1 0 1 0 0,1 0 0 0 0,32-7-1 0 0,-42 12-485 0 0,0 1-1 0 0,0 0 0 0 0,0 0 1 0 0,0 1-1 0 0,0 0 1 0 0,0 0-1 0 0,0 1 1 0 0,0-1-1 0 0,0 1 0 0 0,10 3 1 0 0,-15-4-70 0 0,1 1-1 0 0,-1 0 1 0 0,1 0 0 0 0,-1-1 0 0 0,1 1-1 0 0,-1 0 1 0 0,0 0 0 0 0,1 0 0 0 0,-1 0-1 0 0,0 0 1 0 0,0 1 0 0 0,0-1 0 0 0,1 0 0 0 0,-1 1-1 0 0,-1-1 1 0 0,1 0 0 0 0,0 1 0 0 0,0-1-1 0 0,0 1 1 0 0,-1-1 0 0 0,1 1 0 0 0,-1 0-1 0 0,1-1 1 0 0,-1 1 0 0 0,0 0 0 0 0,0-1 0 0 0,0 1-1 0 0,0 0 1 0 0,0-1 0 0 0,0 1 0 0 0,0 0-1 0 0,0-1 1 0 0,0 1 0 0 0,-1-1 0 0 0,1 1-1 0 0,-1 0 1 0 0,1-1 0 0 0,-1 1 0 0 0,0-1 0 0 0,0 1-1 0 0,-1 2 1 0 0,-6 10-223 0 0,-1 1 0 0 0,-16 21 0 0 0,-15 23 428 0 0,37-53-41 0 0,1-1-1 0 0,-1 0 1 0 0,1 1 0 0 0,0 0 0 0 0,1-1-1 0 0,-1 1 1 0 0,1 0 0 0 0,0 0 0 0 0,0 7 0 0 0,1-11-91 0 0,0 0 1 0 0,0 0 0 0 0,0 0 0 0 0,0-1 0 0 0,0 1 0 0 0,1 0-1 0 0,-1 0 1 0 0,0-1 0 0 0,1 1 0 0 0,0 0 0 0 0,-1-1-1 0 0,1 1 1 0 0,0-1 0 0 0,0 1 0 0 0,0-1 0 0 0,0 1 0 0 0,0-1-1 0 0,0 1 1 0 0,0-1 0 0 0,0 0 0 0 0,1 0 0 0 0,-1 1 0 0 0,1-1-1 0 0,-1 0 1 0 0,1 0 0 0 0,-1-1 0 0 0,1 1 0 0 0,-1 0 0 0 0,1 0-1 0 0,0-1 1 0 0,-1 1 0 0 0,1-1 0 0 0,0 1 0 0 0,-1-1 0 0 0,1 0-1 0 0,0 0 1 0 0,0 0 0 0 0,0 0 0 0 0,-1 0 0 0 0,1 0-1 0 0,2-1 1 0 0,10 0-108 0 0,-1-2-1 0 0,1 1 0 0 0,-1-2 0 0 0,17-6 1 0 0,-16 5-72 0 0,86-20-3211 0 0,-78 21-3418 0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06.3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 6913 0 0,'7'-1'2163'0'0,"-4"0"-1871"0"0,-1 1-1 0 0,1 0 1 0 0,-1-1 0 0 0,1 1-1 0 0,-1 0 1 0 0,1 1 0 0 0,-1-1-1 0 0,0 0 1 0 0,1 1 0 0 0,-1-1-1 0 0,1 1 1 0 0,-1 0 0 0 0,0 0-1 0 0,5 2 1 0 0,-3 0-65 0 0,1 0-1 0 0,-1 0 1 0 0,0 1 0 0 0,0-1 0 0 0,-1 1-1 0 0,1 0 1 0 0,-1 0 0 0 0,0 0 0 0 0,0 1-1 0 0,0-1 1 0 0,0 1 0 0 0,-1-1 0 0 0,3 7-1 0 0,1 7 181 0 0,-1-1 0 0 0,4 29 0 0 0,5 17 1244 0 0,-13-62-1567 0 0,-1 0-1 0 0,1 0 0 0 0,-1 1 0 0 0,1-1 1 0 0,-1 0-1 0 0,1 0 0 0 0,0 0 0 0 0,-1 0 0 0 0,1 0 1 0 0,0 0-1 0 0,0 0 0 0 0,0 0 0 0 0,0 0 1 0 0,0 0-1 0 0,0 0 0 0 0,0 0 0 0 0,0-1 0 0 0,0 1 1 0 0,0 0-1 0 0,1-1 0 0 0,-1 1 0 0 0,0-1 0 0 0,0 1 1 0 0,2-1-1 0 0,0 0 22 0 0,0 1 0 0 0,0-1 1 0 0,0 0-1 0 0,0-1 0 0 0,-1 1 1 0 0,1-1-1 0 0,0 1 0 0 0,0-1 0 0 0,0 0 1 0 0,4-2-1 0 0,5-2 64 0 0,0-2-1 0 0,-1 0 1 0 0,19-13-1 0 0,42-38 377 0 0,-21 16-2031 0 0,-16 15-4103 0 0,-8 8-1665 0 0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07.2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 47 10138 0 0,'-5'-4'886'0'0,"1"-1"0"0"0,0 0 0 0 0,1 0 0 0 0,-1 0 0 0 0,-7-17 3279 0 0,23 45-2710 0 0,21 55-509 0 0,28 98 0 0 0,3 9-1238 0 0,-48-149-978 0 0,0 0 0 0 0,43 66 1 0 0,-38-72-5324 0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07.5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62 7834 0 0,'2'-4'197'0'0,"1"1"1"0"0,-1 0 0 0 0,1 0 0 0 0,0 0 0 0 0,0 0-1 0 0,0 1 1 0 0,0-1 0 0 0,1 1 0 0 0,4-3-1 0 0,-1 1 67 0 0,0 0-1 0 0,1 0 1 0 0,0 0-1 0 0,0 1 1 0 0,0 1-1 0 0,0-1 1 0 0,0 1-1 0 0,1 1 1 0 0,-1-1-1 0 0,1 1 1 0 0,-1 1-1 0 0,1 0 1 0 0,-1 0-1 0 0,1 0 1 0 0,-1 1-1 0 0,1 1 1 0 0,8 1-1 0 0,-11-1-139 0 0,0 1-1 0 0,0-1 1 0 0,-1 1-1 0 0,1 0 1 0 0,-1 0-1 0 0,1 0 1 0 0,-1 1-1 0 0,0 0 0 0 0,0 0 1 0 0,-1 0-1 0 0,1 1 1 0 0,-1 0-1 0 0,0 0 1 0 0,0 0-1 0 0,0 0 1 0 0,-1 0-1 0 0,0 1 0 0 0,0-1 1 0 0,0 1-1 0 0,-1 0 1 0 0,0 0-1 0 0,0 0 1 0 0,1 9-1 0 0,1 8 296 0 0,-2 0 1 0 0,-1 0-1 0 0,-1 0 0 0 0,-1 0 0 0 0,-1 0 1 0 0,-9 41-1 0 0,-3 39 1118 0 0,14-102-1550 0 0,0 1 1 0 0,0-1-1 0 0,0 0 1 0 0,0 0-1 0 0,0 1 1 0 0,0-1-1 0 0,0 0 1 0 0,0 1-1 0 0,1-1 1 0 0,-1 0-1 0 0,0 0 1 0 0,1 1-1 0 0,-1-1 1 0 0,1 0-1 0 0,-1 0 1 0 0,1 0 0 0 0,0 0-1 0 0,-1 0 1 0 0,1 0-1 0 0,0 0 1 0 0,0 0-1 0 0,0 0 1 0 0,1 2-1 0 0,0-2 18 0 0,0-1 0 0 0,0 1-1 0 0,0-1 1 0 0,-1 1 0 0 0,1-1 0 0 0,0 1-1 0 0,0-1 1 0 0,0 0 0 0 0,0 0-1 0 0,0 0 1 0 0,0 0 0 0 0,0 0 0 0 0,0 0-1 0 0,2-1 1 0 0,5-2-512 0 0,1 1 1 0 0,-1-2-1 0 0,1 1 0 0 0,-1-1 1 0 0,10-6-1 0 0,2-3-6330 0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07.7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0 6449 0 0,'-1'2'262'0'0,"0"-1"-1"0"0,1 1 0 0 0,-1 0 0 0 0,1-1 1 0 0,-1 1-1 0 0,1 0 0 0 0,0-1 1 0 0,-1 1-1 0 0,1 0 0 0 0,0 0 0 0 0,0-1 1 0 0,0 1-1 0 0,0 0 0 0 0,1 0 0 0 0,-1-1 1 0 0,0 1-1 0 0,1 0 0 0 0,0 2 1 0 0,12 33 3215 0 0,-12-34-3091 0 0,15 31 1626 0 0,1 0 1 0 0,24 35 0 0 0,21 40-1571 0 0,-35-51-1237 0 0,-20-42-315 0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08.4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3 487 9218 0 0,'0'-1'68'0'0,"0"1"-1"0"0,0 0 1 0 0,-1-1-1 0 0,1 1 1 0 0,0 0 0 0 0,0-1-1 0 0,0 1 1 0 0,0 0-1 0 0,-1-1 1 0 0,1 1 0 0 0,0-1-1 0 0,0 1 1 0 0,0 0-1 0 0,0-1 1 0 0,0 1 0 0 0,0 0-1 0 0,0-1 1 0 0,0 1-1 0 0,0-1 1 0 0,0 1 0 0 0,0 0-1 0 0,0-1 1 0 0,0 1-1 0 0,0-1 1 0 0,1 1 0 0 0,-1 0-1 0 0,0-1 1 0 0,0 1-1 0 0,0 0 1 0 0,0-1 0 0 0,1 1-1 0 0,-1 0 1 0 0,0-1-1 0 0,0 1 1 0 0,1 0 0 0 0,-1 0-1 0 0,0-1 1 0 0,1 1-1 0 0,-1 0 1 0 0,0 0 0 0 0,1 0-1 0 0,-1-1 1 0 0,0 1-1 0 0,1 0 1 0 0,-1 0 0 0 0,0 0-1 0 0,1 0 1 0 0,-1 0-1 0 0,1 0 1 0 0,-1 0 0 0 0,0 0-1 0 0,1-1 1 0 0,-1 1-1 0 0,0 1 1 0 0,1-1 0 0 0,-1 0-1 0 0,1 0 1 0 0,-1 0-1 0 0,0 0 1 0 0,1 0 0 0 0,-1 0-1 0 0,0 0 1 0 0,1 0-1 0 0,-1 1 1 0 0,1-1 0 0 0,26 10 2030 0 0,52 55 232 0 0,-49-39-1852 0 0,1-2 0 0 0,0 0 0 0 0,60 31 0 0 0,-69-43-392 0 0,0-2 0 0 0,1-1-1 0 0,1 0 1 0 0,31 6 0 0 0,-49-13-56 0 0,0-1-1 0 0,0 0 1 0 0,0-1 0 0 0,0 1 0 0 0,0-1 0 0 0,0 0 0 0 0,0-1-1 0 0,0 0 1 0 0,0 0 0 0 0,0 0 0 0 0,0 0 0 0 0,0-1 0 0 0,0 0-1 0 0,-1 0 1 0 0,1-1 0 0 0,-1 1 0 0 0,1-1 0 0 0,-1-1-1 0 0,0 1 1 0 0,0-1 0 0 0,-1 1 0 0 0,1-1 0 0 0,5-7 0 0 0,1-3 127 0 0,-1-1 1 0 0,-1 0-1 0 0,0-1 1 0 0,-1 0 0 0 0,-1-1-1 0 0,-1 1 1 0 0,0-1 0 0 0,-1-1-1 0 0,3-19 1 0 0,3-27 129 0 0,2-74 0 0 0,-11 121-293 0 0,0-19-129 0 0,12-100-650 0 0,-11 116-397 0 0,2-1 0 0 0,9-25 0 0 0,-2 16-5762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08.7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115 1 2761 0 0,'2'1'206'0'0,"-4"-1"230"0"0,1 0-1 0 0,0 0 1 0 0,0 1-1 0 0,0-1 0 0 0,-1 1 1 0 0,-7 6 3483 0 0,7-5-3484 0 0,-18 27 2043 0 0,-14 35-1579 0 0,32-58-416 0 0,-1-1-396 0 0,-4 8 365 0 0,1 1 1 0 0,0-1-1 0 0,1 2 0 0 0,0-1 1 0 0,-3 20-1 0 0,7-31-358 0 0,1 1 1 0 0,0-1-1 0 0,0 0 0 0 0,0 0 1 0 0,0 0-1 0 0,0 1 0 0 0,1-1 1 0 0,-1 0-1 0 0,1 0 0 0 0,0 0 1 0 0,0 0-1 0 0,0 0 0 0 0,0 0 1 0 0,0 0-1 0 0,1 0 0 0 0,-1 0 1 0 0,1-1-1 0 0,0 1 0 0 0,0 0 1 0 0,0-1-1 0 0,0 0 0 0 0,1 1 1 0 0,-1-1-1 0 0,0 0 0 0 0,1 0 1 0 0,0 0-1 0 0,-1-1 0 0 0,1 1 1 0 0,0-1-1 0 0,0 1 0 0 0,5 1 1 0 0,5 1 173 0 0,-1-1 0 0 0,1 0 0 0 0,23 2 1 0 0,-23-4-54 0 0,-1 1 0 0 0,0 0 1 0 0,1 1-1 0 0,13 5 0 0 0,-25-8-193 0 0,1 1-1 0 0,-1-1 0 0 0,0 1 0 0 0,1-1 1 0 0,-1 1-1 0 0,0 0 0 0 0,0 0 0 0 0,0 0 1 0 0,0-1-1 0 0,0 1 0 0 0,0 0 1 0 0,0 0-1 0 0,0 1 0 0 0,0-1 0 0 0,0 0 1 0 0,0 0-1 0 0,-1 0 0 0 0,1 0 0 0 0,0 1 1 0 0,-1-1-1 0 0,1 0 0 0 0,0 3 0 0 0,-1-1-2 0 0,0-1-1 0 0,0 1 0 0 0,-1-1 0 0 0,1 1 0 0 0,0-1 0 0 0,-1 1 1 0 0,1-1-1 0 0,-1 1 0 0 0,0-1 0 0 0,0 0 0 0 0,0 0 0 0 0,-1 3 0 0 0,-4 5 10 0 0,-1-1 0 0 0,1 0-1 0 0,-1 0 1 0 0,-14 12-1 0 0,-4 2-1171 0 0,-1-1-3917 0 0,-4 1-1982 0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17.2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170 88 9674 0 0,'-32'9'470'0'0,"-1"1"0"0"0,2 2 0 0 0,-43 22 0 0 0,121-45 1880 0 0,80-20-402 0 0,169-19-1 0 0,133 11-1151 0 0,-140 30-832 0 0,-120 5-114 0 0,85 3-310 0 0,67-3-1212 0 0,-278 1 1391 0 0,-1 2-1 0 0,0 2 1 0 0,0 2 0 0 0,0 1 0 0 0,58 14 0 0 0,-59-4-4947 0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17.8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6 190 11979 0 0,'-1'0'34'0'0,"1"0"1"0"0,0 0 0 0 0,-1 1 0 0 0,1-1 0 0 0,0 0-1 0 0,0 0 1 0 0,-1 0 0 0 0,1 1 0 0 0,0-1 0 0 0,0 0-1 0 0,-1 0 1 0 0,1 0 0 0 0,0 1 0 0 0,0-1 0 0 0,-1 0-1 0 0,1 1 1 0 0,0-1 0 0 0,0 0 0 0 0,0 1 0 0 0,0-1-1 0 0,0 0 1 0 0,-1 0 0 0 0,1 1 0 0 0,0-1 0 0 0,0 0-1 0 0,0 1 1 0 0,0-1 0 0 0,0 0 0 0 0,0 1 0 0 0,0-1 0 0 0,0 1-1 0 0,0-1 1 0 0,0 0 0 0 0,0 1 0 0 0,0-1 0 0 0,1 0-1 0 0,-1 1 1 0 0,0-1 0 0 0,0 0 0 0 0,0 0 0 0 0,0 1-1 0 0,1-1 1 0 0,-1 1 0 0 0,19 12 782 0 0,28 5 41 0 0,-14-10-404 0 0,1-2 0 0 0,-1-1 0 0 0,1-2 0 0 0,0-1 0 0 0,54-4 0 0 0,175-31 1776 0 0,-159 17-1641 0 0,117-17 266 0 0,265-33-17 0 0,-135 22-758 0 0,72-6-236 0 0,-285 39-1273 0 0,147 8 0 0 0,-235 7 793 0 0,0 1 0 0 0,59 15-1 0 0,25 18-4062 0 0,-88-22 2174 0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18.6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24 14283 0 0,'-11'-18'1366'0'0,"7"13"-759"0"0,7 18 54 0 0,8 56-220 0 0,-3 0 1 0 0,0 83 0 0 0,-6-78-304 0 0,24 260-1792 0 0,-15-261 1026 0 0,2-1 1 0 0,36 109-1 0 0,-27-112 352 0 0,-21-50 216 0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19.0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204 151 9674 0 0,'-1'0'78'0'0,"0"0"1"0"0,0 0-1 0 0,0 0 0 0 0,0-1 0 0 0,0 1 1 0 0,0 0-1 0 0,0 0 0 0 0,0 0 0 0 0,0 1 1 0 0,0-1-1 0 0,0 0 0 0 0,0 0 1 0 0,0 1-1 0 0,0-1 0 0 0,0 0 0 0 0,0 1 1 0 0,1-1-1 0 0,-1 1 0 0 0,0-1 0 0 0,0 1 1 0 0,0-1-1 0 0,1 1 0 0 0,-1-1 0 0 0,0 1 1 0 0,0 1-1 0 0,-22 21 459 0 0,20-19-291 0 0,-53 67 660 0 0,43-52-1127 0 0,-1-1 1 0 0,0-1 0 0 0,-1 0-1 0 0,-20 17 1 0 0,35-33 214 0 0,0-1 0 0 0,0 0 0 0 0,0 0 0 0 0,0 0 0 0 0,0 0 0 0 0,0 0 0 0 0,0 1 0 0 0,-1-1 0 0 0,1 0 0 0 0,0 0 0 0 0,0 0-1 0 0,0 0 1 0 0,0 0 0 0 0,0 0 0 0 0,0 0 0 0 0,0 1 0 0 0,-1-1 0 0 0,1 0 0 0 0,0 0 0 0 0,0 0 0 0 0,0 0 0 0 0,0 0 0 0 0,0 0 0 0 0,-1 0 0 0 0,1 0 0 0 0,0 0 0 0 0,0 0 0 0 0,0 0 0 0 0,0 0 0 0 0,-1 0 0 0 0,1 0 0 0 0,0 0 0 0 0,0 0 0 0 0,0 0 0 0 0,0 0-1 0 0,0 0 1 0 0,-1 0 0 0 0,1 0 0 0 0,0 0 0 0 0,0 0 0 0 0,0 0 0 0 0,0 0 0 0 0,0-1 0 0 0,-1 1 0 0 0,1 0 0 0 0,0 0 0 0 0,0 0 0 0 0,0 0 0 0 0,0 0 0 0 0,0 0 0 0 0,0 0 0 0 0,-1-1 0 0 0,3-11 363 0 0,12-26 900 0 0,-10 27-1083 0 0,8-19 378 0 0,1 0 0 0 0,2 0 0 0 0,0 1 0 0 0,3 1 0 0 0,0 1 0 0 0,1 1 0 0 0,2 0 0 0 0,34-33 0 0 0,-54 58-534 0 0,0-1 0 0 0,1 1 0 0 0,-1-1 0 0 0,0 1 0 0 0,1 0 0 0 0,-1 0 0 0 0,1 0 0 0 0,-1 0 0 0 0,1 0 0 0 0,0 0 1 0 0,-1 0-1 0 0,1 1 0 0 0,0-1 0 0 0,0 1 0 0 0,-1-1 0 0 0,1 1 0 0 0,0-1 0 0 0,0 1 0 0 0,0 0 0 0 0,0 0 0 0 0,-1 0 0 0 0,3 0 0 0 0,-1 2 34 0 0,-1-1 0 0 0,1 0 0 0 0,-1 1 0 0 0,1 0 0 0 0,-1-1 1 0 0,0 1-1 0 0,0 0 0 0 0,0 0 0 0 0,0 0 0 0 0,0 1 0 0 0,0-1 0 0 0,0 0 0 0 0,1 4 0 0 0,43 63 612 0 0,71 98 87 0 0,-91-134-637 0 0,5 5-610 0 0,51 82-1 0 0,-61-79 113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19.4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 37 14283 0 0,'0'0'141'0'0,"-20"-18"718"0"0,10 0 4134 0 0,11 19-4901 0 0,0 0 0 0 0,0 0-1 0 0,0 0 1 0 0,0 0-1 0 0,-1 0 1 0 0,1 1-1 0 0,0-1 1 0 0,-1 0 0 0 0,1 0-1 0 0,-1 1 1 0 0,1-1-1 0 0,-1 0 1 0 0,0 1 0 0 0,0-1-1 0 0,1 3 1 0 0,-1-4-87 0 0,15 109-122 0 0,-11-69-1 0 0,2 0-1 0 0,1 0 1 0 0,22 63 0 0 0,-26-94 132 0 0,1 0 0 0 0,1-1 0 0 0,0 0 1 0 0,0 0-1 0 0,1 0 0 0 0,0-1 1 0 0,10 11-1 0 0,-13-15-10 0 0,1 1-1 0 0,0-1 1 0 0,0 1 0 0 0,0-1 0 0 0,0-1 0 0 0,1 1-1 0 0,-1 0 1 0 0,1-1 0 0 0,0 0 0 0 0,-1 0-1 0 0,1-1 1 0 0,0 1 0 0 0,0-1 0 0 0,0 0-1 0 0,8 1 1 0 0,-11-3-141 0 0,0 1 0 0 0,0-1 0 0 0,1 0 0 0 0,-1 0-1 0 0,0 1 1 0 0,0-1 0 0 0,0-1 0 0 0,0 1 0 0 0,0 0-1 0 0,0 0 1 0 0,0-1 0 0 0,0 1 0 0 0,-1-1 0 0 0,1 0-1 0 0,0 1 1 0 0,-1-1 0 0 0,0 0 0 0 0,1 0 0 0 0,-1 0 0 0 0,0 0-1 0 0,0 0 1 0 0,0 0 0 0 0,0 0 0 0 0,0 0 0 0 0,0-1-1 0 0,0-2 1 0 0,2-6-1066 0 0,0-1 1 0 0,0 1-1 0 0,1-21 0 0 0,-2 8-508 0 0,-2-3-8 0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19.6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0 6913 0 0,'-1'2'82'0'0,"1"0"0"0"0,-1-1 0 0 0,0 1-1 0 0,0 0 1 0 0,1-1 0 0 0,-1 1-1 0 0,1 0 1 0 0,0 0 0 0 0,-1-1 0 0 0,1 1-1 0 0,0 0 1 0 0,0 0 0 0 0,0 0-1 0 0,0 0 1 0 0,1-1 0 0 0,-1 1 0 0 0,0 0-1 0 0,1 0 1 0 0,-1-1 0 0 0,2 3-1 0 0,1 1 482 0 0,-1-1 0 0 0,2 0 0 0 0,-1 0 0 0 0,0 0 0 0 0,8 7 0 0 0,-6-6 65 0 0,3 2 43 0 0,0 0 1 0 0,0 0-1 0 0,0 0 0 0 0,1-1 1 0 0,0 0-1 0 0,1-1 1 0 0,-1 0-1 0 0,1-1 1 0 0,0 0-1 0 0,0 0 1 0 0,0-1-1 0 0,12 2 0 0 0,-12-3-699 0 0,0-1-1 0 0,0-1 0 0 0,0 0 0 0 0,1 0 0 0 0,-1-1 0 0 0,0 0 0 0 0,0-1 0 0 0,0 0 1 0 0,0 0-1 0 0,-1-1 0 0 0,1 0 0 0 0,-1-1 0 0 0,11-5 0 0 0,-2-1-1990 0 0,2 0-4902 0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20.1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62 11979 0 0,'64'-18'911'0'0,"1"4"0"0"0,0 2 0 0 0,0 3 0 0 0,1 3 0 0 0,114 4 0 0 0,-132 3-731 0 0,0 2 1 0 0,0 3-1 0 0,0 1 0 0 0,-1 3 1 0 0,0 2-1 0 0,-1 1 0 0 0,0 3 1 0 0,79 39-1 0 0,138 109-177 0 0,-174-103-10 0 0,109 54-1 0 0,-166-99-158 0 0,0-1-1 0 0,64 18 1 0 0,-86-30 85 0 0,0-1 0 0 0,0 0 0 0 0,0 0-1 0 0,0-1 1 0 0,0-1 0 0 0,0 0 0 0 0,0 0 0 0 0,0-1 0 0 0,0 0-1 0 0,0 0 1 0 0,0-2 0 0 0,0 1 0 0 0,0-1 0 0 0,16-7 0 0 0,-8-1-6081 0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20.4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81 1 20740 0 0,'9'5'155'0'0,"0"1"-1"0"0,0 0 0 0 0,-1 1 1 0 0,0 0-1 0 0,0 0 0 0 0,-1 1 1 0 0,0 0-1 0 0,0 0 0 0 0,-1 0 1 0 0,0 1-1 0 0,0 0 0 0 0,-1 1 1 0 0,5 12-1 0 0,-7-10-279 0 0,0 1 0 0 0,-1 0 0 0 0,0 0-1 0 0,-1 0 1 0 0,-1 0 0 0 0,0 0 0 0 0,-1 0 0 0 0,0-1 0 0 0,-1 1 0 0 0,0 0 0 0 0,-1 0 0 0 0,-1-1-1 0 0,0 1 1 0 0,0-1 0 0 0,-10 18 0 0 0,-4 2-914 0 0,-1 0 0 0 0,-2-1 0 0 0,0-2 1 0 0,-32 34-1 0 0,24-30-5720 0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09.7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25 436 11058 0 0,'-21'1'973'0'0,"21"-1"-945"0"0,-1 0-1 0 0,1 0 1 0 0,0 0 0 0 0,0 0-1 0 0,0 0 1 0 0,0 0 0 0 0,0 0-1 0 0,-1 0 1 0 0,1 0 0 0 0,0 0-1 0 0,0 0 1 0 0,0 0 0 0 0,0 0-1 0 0,0 1 1 0 0,0-1 0 0 0,-1 0-1 0 0,1 0 1 0 0,0 0 0 0 0,0 0-1 0 0,0 0 1 0 0,0 0 0 0 0,0 1-1 0 0,0-1 1 0 0,0 0 0 0 0,0 0-1 0 0,0 0 1 0 0,0 0-1 0 0,0 0 1 0 0,0 1 0 0 0,0-1-1 0 0,0 0 1 0 0,-1 0 0 0 0,1 0-1 0 0,0 0 1 0 0,0 0 0 0 0,1 1-1 0 0,-1-1 1 0 0,0 0 0 0 0,0 0-1 0 0,0 0 1 0 0,0 0 0 0 0,0 0-1 0 0,0 1 1 0 0,0-1 0 0 0,0 0-1 0 0,0 0 1 0 0,0 0 0 0 0,0 0-1 0 0,0 1 1 0 0,26 19 2550 0 0,-10-9-2093 0 0,62 49 790 0 0,-2 3 1 0 0,75 80-1 0 0,-129-118-1163 0 0,17 17 152 0 0,71 62 1 0 0,-97-93-228 0 0,1-1 1 0 0,0 0-1 0 0,0-2 1 0 0,1 1-1 0 0,0-2 1 0 0,1 0-1 0 0,-1 0 1 0 0,1-2-1 0 0,1 0 1 0 0,18 3 0 0 0,-31-7-10 0 0,0-1 1 0 0,-1 1-1 0 0,1-1 1 0 0,0 0 0 0 0,0 0-1 0 0,0 0 1 0 0,0-1-1 0 0,0 1 1 0 0,-1-1 0 0 0,1 0-1 0 0,0 0 1 0 0,0 0 0 0 0,-1-1-1 0 0,1 1 1 0 0,-1-1-1 0 0,1 0 1 0 0,-1 0 0 0 0,0 0-1 0 0,0 0 1 0 0,3-3 0 0 0,-2 0 42 0 0,0 0 1 0 0,-1 1-1 0 0,1-1 1 0 0,-1 0 0 0 0,0-1-1 0 0,-1 1 1 0 0,0 0 0 0 0,1-1-1 0 0,-2 0 1 0 0,1 1 0 0 0,-1-1-1 0 0,2-10 1 0 0,3-36 162 0 0,-2 0 0 0 0,-4-55 0 0 0,-14-109 594 0 0,9 154-762 0 0,-14-108-734 0 0,-3-37-724 0 0,23 176-1834 0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10.0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7370 0 0,'0'7'953'0'0,"0"0"1"0"0,1 0 0 0 0,-1 0-1 0 0,1 0 1 0 0,1 0 0 0 0,-1 0 0 0 0,1 0-1 0 0,4 9 1 0 0,1 8 342 0 0,16 52 1109 0 0,47 110 1 0 0,-37-105-1733 0 0,-33-80-673 0 0,4 8-398 0 0,0 0 0 0 0,-1 0 0 0 0,0 0 0 0 0,-1 0 0 0 0,0 1 0 0 0,0-1 0 0 0,-1 11 1 0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10.2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4 151 2761 0 0,'-1'-4'265'0'0,"0"1"1"0"0,1 0-1 0 0,-1-1 1 0 0,1 0-1 0 0,0 1 1 0 0,0-1 0 0 0,0 1-1 0 0,0-1 1 0 0,0 1-1 0 0,1-1 1 0 0,0 1-1 0 0,0 0 1 0 0,0-1-1 0 0,0 1 1 0 0,0 0 0 0 0,1-1-1 0 0,-1 1 1 0 0,1 0-1 0 0,0 0 1 0 0,0 0-1 0 0,5-5 1 0 0,-4 4-183 0 0,1-3 439 0 0,1 1 1 0 0,-1-1 0 0 0,2 1-1 0 0,-1 0 1 0 0,1 1-1 0 0,-1-1 1 0 0,2 1-1 0 0,9-7 1 0 0,-14 11-412 0 0,-1 0 0 0 0,1 0-1 0 0,0 0 1 0 0,0 1 0 0 0,0-1-1 0 0,0 0 1 0 0,0 1 0 0 0,0-1 0 0 0,0 1-1 0 0,0 0 1 0 0,0 0 0 0 0,0 0 0 0 0,1 0-1 0 0,-1 0 1 0 0,0 0 0 0 0,0 0 0 0 0,0 1-1 0 0,0-1 1 0 0,0 1 0 0 0,0-1 0 0 0,0 1-1 0 0,0 0 1 0 0,0 0 0 0 0,0 0-1 0 0,-1 0 1 0 0,1 0 0 0 0,0 0 0 0 0,-1 0-1 0 0,1 1 1 0 0,0-1 0 0 0,-1 1 0 0 0,0-1-1 0 0,1 1 1 0 0,-1-1 0 0 0,0 1 0 0 0,0 0-1 0 0,2 2 1 0 0,0 3-85 0 0,1 0 1 0 0,-1 0-1 0 0,0 0 0 0 0,-1 0 0 0 0,0 0 1 0 0,0 0-1 0 0,0 1 0 0 0,-1-1 0 0 0,0 1 0 0 0,-1-1 1 0 0,0 1-1 0 0,0 0 0 0 0,-1 10 0 0 0,-4 12-196 0 0,0 1-1 0 0,-11 29 0 0 0,3-8 255 0 0,10-43-336 0 0,1 1 611 0 0,0-1 0 0 0,0 1 0 0 0,1-1 0 0 0,0 1 0 0 0,0 13 0 0 0,2-22-262 0 0,-1 0-1 0 0,0 1 1 0 0,0-1 0 0 0,0 0-1 0 0,1 1 1 0 0,-1-1 0 0 0,1 0-1 0 0,-1 0 1 0 0,1 0 0 0 0,-1 1-1 0 0,1-1 1 0 0,0 0 0 0 0,-1 0-1 0 0,1 0 1 0 0,0 0 0 0 0,0 0-1 0 0,0 0 1 0 0,0 0 0 0 0,1 0-1 0 0,0 0-25 0 0,0 0 0 0 0,0-1 0 0 0,-1 1-1 0 0,1-1 1 0 0,0 0 0 0 0,0 1 0 0 0,0-1-1 0 0,0 0 1 0 0,0 0 0 0 0,0 0 0 0 0,0 0-1 0 0,0-1 1 0 0,-1 1 0 0 0,1-1 0 0 0,0 1-1 0 0,0-1 1 0 0,2 0 0 0 0,14-7 20 0 0,-1 0-1 0 0,0 0 1 0 0,0-2 0 0 0,20-15 0 0 0,-18 12-1347 0 0,1 0 0 0 0,28-13 0 0 0,-28 18-5816 0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10.5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1 10138 0 0,'-5'6'1433'0'0,"11"-5"7"0"0,0 0-151 0 0,-2-1-424 0 0,6 0-567 0 0,-1 0 0 0 0,0 1 1 0 0,1 0-1 0 0,-1 1 0 0 0,0 0 0 0 0,0 1 1 0 0,0-1-1 0 0,17 9 0 0 0,-21-8-180 0 0,0 0-1 0 0,1 1 0 0 0,-1-1 1 0 0,0 1-1 0 0,-1 0 0 0 0,1 1 1 0 0,-1-1-1 0 0,0 1 0 0 0,0 0 1 0 0,0 0-1 0 0,0 0 0 0 0,-1 0 1 0 0,0 1-1 0 0,0-1 1 0 0,2 7-1 0 0,1 5 670 0 0,-2-4-393 0 0,0-2 0 0 0,1 1-1 0 0,1 0 1 0 0,11 18 0 0 0,-16-28-383 0 0,0-1-1 0 0,0 1 1 0 0,1 0-1 0 0,-1-1 1 0 0,1 1-1 0 0,-1-1 1 0 0,1 1-1 0 0,-1-1 1 0 0,1 0-1 0 0,0 0 1 0 0,0 1-1 0 0,-1-1 1 0 0,1-1-1 0 0,0 1 1 0 0,0 0 0 0 0,0 0-1 0 0,0-1 1 0 0,0 1-1 0 0,0-1 1 0 0,0 1-1 0 0,0-1 1 0 0,1 0-1 0 0,-1 0 1 0 0,0 0-1 0 0,0 0 1 0 0,0 0-1 0 0,0-1 1 0 0,0 1-1 0 0,0-1 1 0 0,0 1 0 0 0,0-1-1 0 0,0 0 1 0 0,0 0-1 0 0,0 0 1 0 0,2-1-1 0 0,2-1-435 0 0,0-1 0 0 0,-1 0 0 0 0,1 0 0 0 0,8-9-1 0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10.8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61 12443 0 0,'0'0'21'0'0,"-1"0"1"0"0,1 0 0 0 0,0 0 0 0 0,0 0-1 0 0,0 0 1 0 0,0 0 0 0 0,0 0 0 0 0,0 0-1 0 0,0 0 1 0 0,0 0 0 0 0,0 0-1 0 0,-1-1 1 0 0,1 1 0 0 0,0 0 0 0 0,0 0-1 0 0,0 0 1 0 0,0 0 0 0 0,0 0 0 0 0,0 0-1 0 0,0 0 1 0 0,0 0 0 0 0,0 0 0 0 0,0 0-1 0 0,0 0 1 0 0,0 0 0 0 0,-1 0 0 0 0,1 0-1 0 0,0-1 1 0 0,0 1 0 0 0,0 0-1 0 0,0 0 1 0 0,0 0 0 0 0,0 0 0 0 0,0 0-1 0 0,0 0 1 0 0,0 0 0 0 0,0 0 0 0 0,0 0-1 0 0,0-1 1 0 0,0 1 0 0 0,0 0 0 0 0,0 0-1 0 0,0 0 1 0 0,0 0 0 0 0,0 0-1 0 0,0 0 1 0 0,0 0 0 0 0,0 0 0 0 0,0 0-1 0 0,0 0 1 0 0,0-1 0 0 0,1 1 0 0 0,-1 0-1 0 0,0 0 1 0 0,0 0 0 0 0,0 0 0 0 0,0 0-1 0 0,0 0 1 0 0,0 0 0 0 0,0 0 0 0 0,0 0-1 0 0,8-9 645 0 0,8-6-229 0 0,-11 11-749 0 0,0 0 0 0 0,1 0 0 0 0,-1 0 0 0 0,1 1 0 0 0,0 0 0 0 0,9-4 0 0 0,-11 6-309 0 0,-1 0 0 0 0,1 1-1 0 0,0-1 1 0 0,0 1 0 0 0,0 0 0 0 0,0-1 0 0 0,0 2-1 0 0,0-1 1 0 0,0 0 0 0 0,0 1 0 0 0,6 2-1 0 0,-3-1 465 0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10.9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60 3681 0 0,'-2'14'328'0'0,"1"-8"-264"0"0,9 12 6649 0 0,0-16-5544 0 0,3-2-121 0 0,2-2-24 0 0,3-6-8 0 0,0-3-1592 0 0,0-2-320 0 0,2-2-64 0 0,-1-1-17 0 0,1-2 825 0 0,-5 1 152 0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11.3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228 613 7890 0 0,'-149'48'2876'0'0,"71"-27"3658"0"0,378-98-2690 0 0,87-19-2247 0 0,941-133 862 0 0,-867 176-2395 0 0,327-43-499 0 0,-455 35-448 0 0,-106 16-34 0 0,-178 36-171 0 0,-3 1-4403 0 0,-11 1-1581 0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11.6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0 18892 0 0,'0'0'48'0'0,"-1"0"-1"0"0,1 0 1 0 0,0 0-1 0 0,-1 0 1 0 0,1 0-1 0 0,0 0 1 0 0,-1 0 0 0 0,1 0-1 0 0,0 0 1 0 0,-1 1-1 0 0,1-1 1 0 0,0 0 0 0 0,-1 0-1 0 0,1 0 1 0 0,0 0-1 0 0,-1 0 1 0 0,1 1-1 0 0,0-1 1 0 0,0 0 0 0 0,-1 0-1 0 0,1 1 1 0 0,0-1-1 0 0,0 0 1 0 0,0 0-1 0 0,-1 1 1 0 0,1-1 0 0 0,0 0-1 0 0,0 1 1 0 0,0-1-1 0 0,0 0 1 0 0,-1 0-1 0 0,1 1 1 0 0,0-1 0 0 0,0 0-1 0 0,0 1 1 0 0,0-1-1 0 0,0 1 1 0 0,13 3 996 0 0,1 0-759 0 0,-2 0-251 0 0,-1 1 1 0 0,0 0 0 0 0,0 1-1 0 0,-1 0 1 0 0,1 0-1 0 0,-1 1 1 0 0,-1 1 0 0 0,1 0-1 0 0,13 15 1 0 0,-11-9 57 0 0,-1 0-1 0 0,-1 1 1 0 0,0 1-1 0 0,-1 0 1 0 0,13 30-1 0 0,-4 8 126 0 0,-2 0-1 0 0,-2 2 1 0 0,7 65-1 0 0,-14-80-193 0 0,-3-20-167 0 0,1 4-1649 0 0,-1 1 1 0 0,-1-1-1 0 0,-1 49 0 0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11.9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1 117 9218 0 0,'11'-10'406'0'0,"1"0"-1"0"0,1 0 1 0 0,0 1-1 0 0,0 1 1 0 0,0 1 0 0 0,1 0-1 0 0,23-9 1 0 0,-7 6 739 0 0,0 1 0 0 0,52-8 0 0 0,-76 16-984 0 0,0 0-1 0 0,0 0 1 0 0,0 1-1 0 0,1 0 1 0 0,-1 0 0 0 0,0 0-1 0 0,0 1 1 0 0,0 0-1 0 0,0 0 1 0 0,0 1 0 0 0,0-1-1 0 0,6 4 1 0 0,-9-3-129 0 0,0-1 1 0 0,0 1 0 0 0,0 0 0 0 0,-1 0-1 0 0,1 1 1 0 0,-1-1 0 0 0,0 0-1 0 0,1 1 1 0 0,-1 0 0 0 0,0-1 0 0 0,-1 1-1 0 0,1 0 1 0 0,0 0 0 0 0,-1 0-1 0 0,0 0 1 0 0,1 0 0 0 0,-1 0-1 0 0,0 1 1 0 0,-1-1 0 0 0,1 0 0 0 0,-1 0-1 0 0,1 1 1 0 0,-1 4 0 0 0,-1 14 98 0 0,0 0 0 0 0,-2-1 1 0 0,-1 1-1 0 0,0-1 0 0 0,-1 0 1 0 0,-14 32-1 0 0,8-19 558 0 0,-8 39 1 0 0,19-72-635 0 0,-1 0 0 0 0,1 0 0 0 0,0 0 0 0 0,-1 0 0 0 0,1 0 0 0 0,0 0 0 0 0,0 0 0 0 0,0 1 0 0 0,0-1 0 0 0,0 0 0 0 0,0 0 0 0 0,1 0 0 0 0,-1 0 0 0 0,0 0 0 0 0,0 0 0 0 0,1 0 0 0 0,-1 0 0 0 0,1 0 0 0 0,-1 0 0 0 0,1 0 0 0 0,-1 0 0 0 0,1 0 0 0 0,0 0 0 0 0,-1 0 0 0 0,2 1 0 0 0,-1-2-15 0 0,1 1 0 0 0,-1 0 0 0 0,1-1-1 0 0,-1 0 1 0 0,1 1 0 0 0,-1-1 0 0 0,1 0-1 0 0,-1 0 1 0 0,1 0 0 0 0,-1 0 0 0 0,1 0 0 0 0,-1 0-1 0 0,1 0 1 0 0,-1 0 0 0 0,1-1 0 0 0,1 0-1 0 0,10-3 25 0 0,0-1 0 0 0,0 0-1 0 0,16-10 1 0 0,-19 10-20 0 0,22-10-831 0 0,0 1 0 0 0,58-15 0 0 0,-54 20-6827 0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12.0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0 11058 0 0,'-1'5'775'0'0,"1"0"0"0"0,0 0 0 0 0,-1 0-1 0 0,2-1 1 0 0,-1 1 0 0 0,0 0-1 0 0,1 0 1 0 0,2 8 0 0 0,0 0-25 0 0,45 214 4307 0 0,-25-153-7031 0 0,3-2-3466 0 0,-19-53-1622 0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12.3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1 165 14283 0 0,'11'-1'639'0'0,"1"-1"0"0"0,-1 0 0 0 0,1-1 0 0 0,-1-1 0 0 0,0 1 0 0 0,11-7 0 0 0,13-3 224 0 0,90-25 857 0 0,23-9-1429 0 0,-51 14-4280 0 0,-77 25-2514 0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12.5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56 0 4609 0 0,'-25'8'370'0'0,"23"-7"203"0"0,0 0-1 0 0,0 0 0 0 0,0 0 0 0 0,0 0 0 0 0,0 0 0 0 0,1 0 0 0 0,-1 1 1 0 0,0-1-1 0 0,1 1 0 0 0,-1-1 0 0 0,-1 4 0 0 0,2-3 19 0 0,0-1 0 0 0,0 1 0 0 0,0 0 0 0 0,0 0 0 0 0,1 0-1 0 0,-1 1 1 0 0,1-1 0 0 0,-1 0 0 0 0,1 0 0 0 0,0 0 0 0 0,0 4 0 0 0,3 21 179 0 0,8 24 1150 0 0,23 68 0 0 0,1-38-2934 0 0,-25-64-981 0 0,0 0 0 0 0,17 22 1 0 0,-6-14-5112 0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12.7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16 8754 0 0,'0'-1'51'0'0,"-1"1"0"0"0,1 0 0 0 0,0-1 0 0 0,0 1 0 0 0,0-1 0 0 0,0 1 1 0 0,0-1-1 0 0,-1 1 0 0 0,1-1 0 0 0,0 1 0 0 0,0-1 0 0 0,0 1 0 0 0,0-1 0 0 0,0 1 0 0 0,0-1 1 0 0,1 1-1 0 0,-1-1 0 0 0,0 1 0 0 0,0 0 0 0 0,0-1 0 0 0,0 1 0 0 0,1-1 0 0 0,-1 1 0 0 0,0-1 0 0 0,0 1 1 0 0,1 0-1 0 0,-1-1 0 0 0,0 1 0 0 0,0-1 0 0 0,1 1 0 0 0,-1 0 0 0 0,1-1 0 0 0,-1 1 0 0 0,0 0 1 0 0,1-1-1 0 0,18 7 2832 0 0,17 22 956 0 0,-27-17-3173 0 0,-1 1 0 0 0,0 0 0 0 0,0 0 0 0 0,-1 1 0 0 0,8 21-1 0 0,20 74 14 0 0,-6-19-835 0 0,-15-44-1410 0 0,-12-36 222 0 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13.0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1 109 8290 0 0,'4'-8'339'0'0,"0"2"-1"0"0,1-1 1 0 0,0 0 0 0 0,1 1 0 0 0,-1 0 0 0 0,1 1-1 0 0,0-1 1 0 0,1 1 0 0 0,-1 0 0 0 0,10-5 0 0 0,-6 4 464 0 0,0 1 1 0 0,0 0 0 0 0,1 0 0 0 0,0 1 0 0 0,0 0 0 0 0,20-3 0 0 0,-29 6-691 0 0,0 1 1 0 0,0 0-1 0 0,0-1 1 0 0,0 1-1 0 0,0 0 1 0 0,0 0-1 0 0,0 0 1 0 0,0 0-1 0 0,0 1 1 0 0,0-1-1 0 0,0 1 1 0 0,0-1-1 0 0,0 1 1 0 0,0-1-1 0 0,0 1 1 0 0,0 0-1 0 0,-1 0 0 0 0,1 0 1 0 0,0 0-1 0 0,0 0 1 0 0,-1 1-1 0 0,2 0 1 0 0,-1 1-49 0 0,-1-1-1 0 0,1 1 1 0 0,-1-1-1 0 0,0 1 1 0 0,0-1 0 0 0,0 1-1 0 0,0 0 1 0 0,0-1 0 0 0,-1 1-1 0 0,1 0 1 0 0,-1 0-1 0 0,1 0 1 0 0,-1-1 0 0 0,-1 4-1 0 0,0 12 2 0 0,-1-1-1 0 0,-1 0 1 0 0,-1 0-1 0 0,-7 19 1 0 0,9-28 60 0 0,-32 81 227 0 0,25-68-198 0 0,0 0-1 0 0,1 0 1 0 0,2 1-1 0 0,0 0 1 0 0,-5 39-1 0 0,11-59-128 0 0,0-1 1 0 0,-1 0-1 0 0,1 0 0 0 0,0 1 1 0 0,0-1-1 0 0,0 0 1 0 0,0 1-1 0 0,0-1 0 0 0,1 0 1 0 0,-1 1-1 0 0,0-1 1 0 0,1 0-1 0 0,-1 0 0 0 0,0 1 1 0 0,1-1-1 0 0,0 0 1 0 0,-1 0-1 0 0,1 0 0 0 0,0 0 1 0 0,-1 0-1 0 0,1 0 1 0 0,0 0-1 0 0,0 0 0 0 0,0 0 1 0 0,2 1-1 0 0,-1-1-9 0 0,-1-1-1 0 0,1 0 1 0 0,0 1-1 0 0,0-1 1 0 0,-1 0-1 0 0,1 0 1 0 0,0 0-1 0 0,0 0 1 0 0,-1-1 0 0 0,1 1-1 0 0,0 0 1 0 0,0-1-1 0 0,-1 0 1 0 0,1 1-1 0 0,0-1 1 0 0,1-1-1 0 0,9-4-58 0 0,-1-1 1 0 0,0 0-1 0 0,18-16 0 0 0,5-7-431 0 0,21-17-286 0 0,-17 17-5693 0 0,-17 14-467 0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14.1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 16131 0 0,'2'-4'4541'0'0,"13"16"-3058"0"0,-1 10-1273 0 0,-2 1 0 0 0,-1 0 0 0 0,-1 0 0 0 0,-1 1 0 0 0,-1 1 0 0 0,6 31 0 0 0,-3-17-105 0 0,-4-12-115 0 0,28 98-360 0 0,61 145 1 0 0,-91-261 177 0 0,10 28-858 0 0,-14-36 846 0 0,0 0 1 0 0,-1 1-1 0 0,1-1 1 0 0,-1 1-1 0 0,0-1 1 0 0,1 1-1 0 0,-1-1 1 0 0,0 1 0 0 0,0-1-1 0 0,0 1 1 0 0,0-1-1 0 0,0 1 1 0 0,0-1-1 0 0,0 1 1 0 0,-1-1-1 0 0,1 1 1 0 0,-1-1 0 0 0,0 3-1 0 0,0-3 22 0 0,1-1 1 0 0,-1 0-1 0 0,1 0 0 0 0,-1 1 0 0 0,0-1 1 0 0,1 0-1 0 0,-1 0 0 0 0,0 0 0 0 0,1 0 1 0 0,-1 0-1 0 0,1 0 0 0 0,-1 1 0 0 0,0-2 1 0 0,1 1-1 0 0,-1 0 0 0 0,0 0 0 0 0,1 0 0 0 0,-1 0 1 0 0,0 0-1 0 0,1 0 0 0 0,-1-1 0 0 0,1 1 1 0 0,-1 0-1 0 0,1-1 0 0 0,-1 1 0 0 0,0 0 1 0 0,1-1-1 0 0,-1 1 0 0 0,1-1 0 0 0,-1 0 1 0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14.4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14 538 920 0 0,'-1'-15'-197'0'0,"-11"-196"5373"0"0,12 181-3612 0 0,1-1 0 0 0,2 1-1 0 0,1-1 1 0 0,14-52 0 0 0,-16 77-1270 0 0,0-1 0 0 0,0 1 0 0 0,1 0 0 0 0,0 0 0 0 0,0 1 0 0 0,1-1 0 0 0,0 1 0 0 0,0-1 0 0 0,0 1 0 0 0,0 1 1 0 0,1-1-1 0 0,0 0 0 0 0,0 1 0 0 0,0 0 0 0 0,1 0 0 0 0,-1 1 0 0 0,1-1 0 0 0,6-1 0 0 0,-7 3-154 0 0,0 0-1 0 0,1 0 1 0 0,-1 1-1 0 0,1 0 0 0 0,-1 0 1 0 0,1 0-1 0 0,0 1 1 0 0,-1 0-1 0 0,1 0 1 0 0,0 0-1 0 0,-1 1 0 0 0,1 0 1 0 0,-1 0-1 0 0,1 0 1 0 0,-1 1-1 0 0,1-1 1 0 0,-1 1-1 0 0,0 1 0 0 0,0-1 1 0 0,0 1-1 0 0,6 4 1 0 0,-6-3-122 0 0,0 1 1 0 0,0-1 0 0 0,-1 1-1 0 0,1 0 1 0 0,-1 0-1 0 0,-1 1 1 0 0,1-1-1 0 0,-1 1 1 0 0,0 0 0 0 0,0-1-1 0 0,0 2 1 0 0,-1-1-1 0 0,0 0 1 0 0,0 0-1 0 0,-1 1 1 0 0,0-1 0 0 0,0 1-1 0 0,0-1 1 0 0,-1 10-1 0 0,0 14 63 0 0,-1-1 0 0 0,-10 57 1 0 0,9-78-81 0 0,-10 55-12 0 0,6-39 13 0 0,2 0 0 0 0,0 0 1 0 0,1 0-1 0 0,2 45 0 0 0,1-66 19 0 0,0-1 0 0 0,0 1 0 0 0,0-1 1 0 0,1 0-1 0 0,-1 1 0 0 0,1-1 0 0 0,0 1 0 0 0,0-1 0 0 0,-1 0 1 0 0,1 1-1 0 0,1-1 0 0 0,-1 0 0 0 0,0 0 0 0 0,1 0 0 0 0,-1 0 1 0 0,1 0-1 0 0,-1 0 0 0 0,1 0 0 0 0,0-1 0 0 0,0 1 0 0 0,0 0 1 0 0,0-1-1 0 0,3 2 0 0 0,-1-2 10 0 0,-1 0 1 0 0,0 0-1 0 0,1-1 0 0 0,0 0 1 0 0,-1 1-1 0 0,1-1 0 0 0,-1 0 0 0 0,1-1 1 0 0,-1 1-1 0 0,1-1 0 0 0,-1 0 1 0 0,1 1-1 0 0,-1-1 0 0 0,1-1 1 0 0,-1 1-1 0 0,3-2 0 0 0,22-11 133 0 0,45-30 0 0 0,-53 31-743 0 0,-1 1 0 0 0,1 1 1 0 0,1 0-1 0 0,36-12 0 0 0,-31 16-7169 0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14.7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20 101 5985 0 0,'-1'0'140'0'0,"0"0"0"0"0,0-1 0 0 0,0 1-1 0 0,0-1 1 0 0,0 1 0 0 0,0-1 0 0 0,0 1-1 0 0,0-1 1 0 0,0 1 0 0 0,0-1 0 0 0,0 0-1 0 0,1 1 1 0 0,-1-1 0 0 0,0 0 0 0 0,0 0-1 0 0,1 0 1 0 0,-1 1 0 0 0,1-1 0 0 0,-1 0-1 0 0,1 0 1 0 0,-1 0 0 0 0,1 0-1 0 0,-1 0 1 0 0,1 0 0 0 0,0 0 0 0 0,0 0-1 0 0,-1 0 1 0 0,1 0 0 0 0,0-1 0 0 0,0 1-1 0 0,0 0 1 0 0,0 0 0 0 0,0 0 0 0 0,0 0-1 0 0,1 0 1 0 0,-1 0 0 0 0,0 0 0 0 0,1 0-1 0 0,-1 0 1 0 0,0 0 0 0 0,1 0 0 0 0,-1 0-1 0 0,1 0 1 0 0,-1 0 0 0 0,1 0 0 0 0,1-1-1 0 0,1-2 350 0 0,-1 0 0 0 0,2 0 0 0 0,-1 0 0 0 0,0 0 0 0 0,1 0 0 0 0,0 1 0 0 0,0-1 0 0 0,6-3 0 0 0,-4 4-401 0 0,-1 0 0 0 0,1 0 1 0 0,0 1-1 0 0,0-1 0 0 0,0 1 0 0 0,0 1 0 0 0,1-1 0 0 0,-1 1 0 0 0,1 0 0 0 0,-1 1 0 0 0,0-1 0 0 0,1 1 0 0 0,-1 1 0 0 0,12 1 0 0 0,-10 0 112 0 0,1 0-1 0 0,-1 1 0 0 0,0 0 0 0 0,-1 1 0 0 0,1 0 1 0 0,0 0-1 0 0,-1 0 0 0 0,0 1 0 0 0,0 0 1 0 0,6 6-1 0 0,1 3 130 0 0,0 0 0 0 0,-2 1 0 0 0,0 1 0 0 0,0 0 0 0 0,-1 0 1 0 0,-1 1-1 0 0,-1 0 0 0 0,13 36 0 0 0,-15-32-329 0 0,-6-15 0 0 0,0-1 0 0 0,0 0 0 0 0,1 0 0 0 0,0 0 0 0 0,0 0 0 0 0,0 0 0 0 0,0 0 0 0 0,1 0 0 0 0,0 0 0 0 0,0-1 0 0 0,0 0 0 0 0,1 1 0 0 0,6 5 0 0 0,-8-9-12 0 0,-1-1 0 0 0,1 0 1 0 0,-1 1-1 0 0,0-1 0 0 0,1 0 0 0 0,-1 0 0 0 0,1 0 0 0 0,-1 0 1 0 0,1 0-1 0 0,-1 0 0 0 0,1 0 0 0 0,-1-1 0 0 0,1 1 0 0 0,-1 0 1 0 0,1-1-1 0 0,-1 1 0 0 0,0-1 0 0 0,1 0 0 0 0,-1 1 1 0 0,0-1-1 0 0,1 0 0 0 0,-1 0 0 0 0,2-1 0 0 0,28-27-580 0 0,-25 24 452 0 0,27-31-2562 0 0,-14 16-4486 0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15.1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34 135 14283 0 0,'-2'0'164'0'0,"0"0"0"0"0,1 0 1 0 0,-1 0-1 0 0,0 0 0 0 0,0 0 0 0 0,0 0 0 0 0,0 1 0 0 0,0-1 0 0 0,0 1 1 0 0,0-1-1 0 0,0 1 0 0 0,1 0 0 0 0,-1 0 0 0 0,0-1 0 0 0,-2 3 1 0 0,4-2-56 0 0,0 0 1 0 0,-1 0 0 0 0,1 0-1 0 0,0 0 1 0 0,0 1 0 0 0,0-1-1 0 0,0 0 1 0 0,0 0 0 0 0,0 0-1 0 0,0 0 1 0 0,0 1 0 0 0,0-1-1 0 0,1 0 1 0 0,-1 0 0 0 0,0 0-1 0 0,1 0 1 0 0,-1 0 0 0 0,1 0-1 0 0,-1 0 1 0 0,1 0 0 0 0,0 0-1 0 0,-1 0 1 0 0,1 0 0 0 0,0 0-1 0 0,0 0 1 0 0,0-1 0 0 0,1 2-1 0 0,37 43 749 0 0,1-3 0 0 0,3-1 0 0 0,82 61 0 0 0,-99-82-792 0 0,0-1 0 0 0,1-1 1 0 0,1-1-1 0 0,53 23 1 0 0,-80-40-62 0 0,-1 0 0 0 0,1 0 0 0 0,-1 0-1 0 0,1 0 1 0 0,-1 1 0 0 0,0-1 0 0 0,1 0 0 0 0,-1 0 0 0 0,1 0 0 0 0,-1 0 0 0 0,1 0 0 0 0,-1 0 0 0 0,1 0 0 0 0,-1 0 0 0 0,1 0-1 0 0,-1-1 1 0 0,0 1 0 0 0,1 0 0 0 0,-1 0 0 0 0,1 0 0 0 0,-1 0 0 0 0,1-1 0 0 0,-1 1 0 0 0,0 0 0 0 0,1 0 0 0 0,-1-1 0 0 0,0 1-1 0 0,1 0 1 0 0,-1-1 0 0 0,1 0 0 0 0,4-16 301 0 0,-8-32 345 0 0,2 35-524 0 0,-4-70 376 0 0,0 25-732 0 0,3 1 0 0 0,2-1 0 0 0,12-86 0 0 0,-8 129-405 0 0,0 4-78 0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15.5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13 5529 0 0,'8'-5'1292'0'0,"21"-3"9608"0"0,-27 26-9858 0 0,-4 4-398 0 0,1 1 0 0 0,2 0 0 0 0,0 0 0 0 0,7 34 0 0 0,-6-49-625 0 0,0 0 0 0 0,1 0 0 0 0,0 0 0 0 0,0 0 0 0 0,1-1 0 0 0,0 1 0 0 0,0-1 0 0 0,1 0-1 0 0,0 0 1 0 0,0 0 0 0 0,0-1 0 0 0,1 0 0 0 0,0 0 0 0 0,0 0 0 0 0,12 7 0 0 0,9 3 89 0 0,-18-12-23 0 0,0 1 1 0 0,-1 0 0 0 0,0 1-1 0 0,15 13 1 0 0,-21-18-78 0 0,-1 0 1 0 0,0 1-1 0 0,0-1 0 0 0,0 1 0 0 0,0-1 0 0 0,0 1 1 0 0,0-1-1 0 0,0 1 0 0 0,0 0 0 0 0,0 0 0 0 0,-1-1 1 0 0,1 1-1 0 0,-1 0 0 0 0,0 0 0 0 0,1 0 1 0 0,-1-1-1 0 0,0 1 0 0 0,0 0 0 0 0,0 0 0 0 0,0 0 1 0 0,0 0-1 0 0,-1 0 0 0 0,1-1 0 0 0,0 1 0 0 0,-1 0 1 0 0,0 0-1 0 0,1-1 0 0 0,-1 1 0 0 0,0 0 0 0 0,0-1 1 0 0,-1 4-1 0 0,-3 1-52 0 0,1 0 1 0 0,-1 0 0 0 0,0 0-1 0 0,-10 8 1 0 0,-1 0-212 0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21.5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 2 5529 0 0,'-1'-1'94'0'0,"0"1"0"0"0,0 0 0 0 0,0-1 0 0 0,1 1-1 0 0,-1 0 1 0 0,0 0 0 0 0,0 0 0 0 0,0 0 0 0 0,0 0 0 0 0,0 0-1 0 0,0 0 1 0 0,1 0 0 0 0,-1 1 0 0 0,0-1 0 0 0,0 0 0 0 0,0 0-1 0 0,0 1 1 0 0,1-1 0 0 0,-1 0 0 0 0,0 1 0 0 0,0-1 0 0 0,1 1-1 0 0,-2 0 1 0 0,4 18 6871 0 0,1-6-5405 0 0,62 406 1974 0 0,-46-207-3880 0 0,-5 1-4590 0 0,-10-148-1316 0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21.9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38 196 14747 0 0,'-3'1'140'0'0,"1"1"0"0"0,0-1 0 0 0,0 1 0 0 0,0 0 1 0 0,1-1-1 0 0,-1 1 0 0 0,0 0 0 0 0,1 0 0 0 0,-1 0 0 0 0,1 0 0 0 0,-1 0 0 0 0,1 1 0 0 0,0-1 0 0 0,0 0 0 0 0,0 1 1 0 0,0-1-1 0 0,1 0 0 0 0,-1 1 0 0 0,1-1 0 0 0,-1 1 0 0 0,1 2 0 0 0,-3 9-186 0 0,1 1 0 0 0,-1 23-1 0 0,3-36 8 0 0,0 1 0 0 0,0-1 0 0 0,0 1-1 0 0,1-1 1 0 0,-1 1 0 0 0,1-1-1 0 0,-1 0 1 0 0,1 1 0 0 0,0-1 0 0 0,0 0-1 0 0,0 0 1 0 0,0 0 0 0 0,1 1-1 0 0,-1-1 1 0 0,3 2 0 0 0,-4-4 9 0 0,0 1 1 0 0,1-1 0 0 0,-1 0-1 0 0,1 1 1 0 0,-1-1-1 0 0,0 0 1 0 0,1 0-1 0 0,-1 0 1 0 0,1 1 0 0 0,-1-1-1 0 0,0 0 1 0 0,1 0-1 0 0,-1 0 1 0 0,1 0-1 0 0,-1 0 1 0 0,1 0 0 0 0,-1 0-1 0 0,0 0 1 0 0,1 0-1 0 0,-1 0 1 0 0,1 0-1 0 0,-1 0 1 0 0,1 0 0 0 0,-1 0-1 0 0,1 0 1 0 0,-1 0-1 0 0,0 0 1 0 0,1-1 0 0 0,0 1-1 0 0,0-1-32 0 0,0-1 1 0 0,0 1-1 0 0,0 0 0 0 0,0 0 0 0 0,0-1 0 0 0,0 1 1 0 0,0-1-1 0 0,0 1 0 0 0,0 0 0 0 0,-1-1 0 0 0,1 0 1 0 0,-1 1-1 0 0,1-2 0 0 0,7-31-201 0 0,-1 0-1 0 0,-2 0 1 0 0,2-64 0 0 0,1-17-1163 0 0,-8 114 1517 0 0,0 1 1 0 0,0-1-1 0 0,0 0 1 0 0,0 1-1 0 0,0-1 0 0 0,0 0 1 0 0,0 1-1 0 0,1-1 1 0 0,-1 1-1 0 0,0-1 1 0 0,0 0-1 0 0,0 1 1 0 0,1-1-1 0 0,-1 1 1 0 0,0-1-1 0 0,1 1 1 0 0,-1-1-1 0 0,1 1 0 0 0,-1-1 1 0 0,0 1-1 0 0,1-1 1 0 0,-1 1-1 0 0,1 0 1 0 0,-1-1-1 0 0,1 1 1 0 0,-1-1-1 0 0,1 1 1 0 0,1 0-1 0 0,-1 0 69 0 0,0 0 0 0 0,0 0 0 0 0,0 0 0 0 0,0 0 1 0 0,0 1-1 0 0,0-1 0 0 0,0 0 0 0 0,0 1 0 0 0,0-1 0 0 0,0 1 0 0 0,0-1 0 0 0,-1 1 0 0 0,1 0 1 0 0,0-1-1 0 0,1 2 0 0 0,31 36 2848 0 0,-29-32-3026 0 0,44 61 138 0 0,-36-48-739 0 0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22.5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53 251 3225 0 0,'2'-32'1586'0'0,"-3"-55"0"0"0,0 72-862 0 0,-1 0 0 0 0,-1 0-1 0 0,0 1 1 0 0,0-1 0 0 0,-11-25 0 0 0,13 39-562 0 0,1 0 0 0 0,0 0 1 0 0,-1 0-1 0 0,1 0 0 0 0,-1 0 0 0 0,1 0 1 0 0,-1 0-1 0 0,0 0 0 0 0,1 0 1 0 0,-1 0-1 0 0,0 0 0 0 0,0 0 1 0 0,0 0-1 0 0,1 0 0 0 0,-1 1 0 0 0,0-1 1 0 0,0 0-1 0 0,-2 0 0 0 0,3 1-44 0 0,-1 0 0 0 0,1 1 0 0 0,-1-1 0 0 0,1 0-1 0 0,-1 1 1 0 0,1-1 0 0 0,0 0 0 0 0,-1 1 0 0 0,1-1 0 0 0,-1 1-1 0 0,1-1 1 0 0,0 1 0 0 0,-1-1 0 0 0,1 0 0 0 0,0 1-1 0 0,0-1 1 0 0,-1 1 0 0 0,1 0 0 0 0,0-1 0 0 0,0 1 0 0 0,0-1-1 0 0,0 1 1 0 0,0-1 0 0 0,-1 1 0 0 0,1 0 0 0 0,-4 47 3062 0 0,4-47-3201 0 0,1 249 2137 0 0,12-127-2993 0 0,-6-84-1979 0 0,15 43 1 0 0,-13-53-3837 0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22.7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 27 15667 0 0,'-22'-15'1652'0'0,"16"7"-323"0"0,6 7-1283 0 0,0 1 1 0 0,0 0-1 0 0,1 0 1 0 0,-1-1-1 0 0,0 1 1 0 0,1 0-1 0 0,-1 0 1 0 0,0 0-1 0 0,1-1 1 0 0,-1 1-1 0 0,0 0 1 0 0,1 0-1 0 0,-1 0 1 0 0,0 0-1 0 0,1 0 1 0 0,-1 0-1 0 0,0-1 1 0 0,1 1-1 0 0,-1 0 1 0 0,0 0-1 0 0,1 0 1 0 0,-1 0 0 0 0,1 0-1 0 0,-1 1 1 0 0,0-1-1 0 0,1 0 1 0 0,-1 0-1 0 0,0 0 1 0 0,1 0-1 0 0,-1 0 1 0 0,7 2 81 0 0,0 1 0 0 0,0-1 0 0 0,0 1 1 0 0,-1 1-1 0 0,1-1 0 0 0,-1 1 1 0 0,0 0-1 0 0,0 0 0 0 0,7 7 0 0 0,12 8 163 0 0,-14-11-439 0 0,1-1 0 0 0,-1 0 1 0 0,1 0-1 0 0,1-2 0 0 0,-1 1 0 0 0,1-1 0 0 0,0-1 0 0 0,1-1 0 0 0,17 4 0 0 0,-11-7-7105 0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23.4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141 250 920 0 0,'-37'-18'1584'0'0,"-24"-12"10545"0"0,22 7-11391 0 0,39 23-719 0 0,0 0 0 0 0,-1 0 0 0 0,1 0 1 0 0,0-1-1 0 0,0 1 0 0 0,-1 0 0 0 0,1 0 0 0 0,0 0 0 0 0,0-1 0 0 0,0 1 0 0 0,-1 0 0 0 0,1 0 0 0 0,0-1 0 0 0,0 1 0 0 0,0 0 0 0 0,0-1 0 0 0,0 1 1 0 0,-1 0-1 0 0,1-1 0 0 0,0 1 0 0 0,0 0 0 0 0,0-1 0 0 0,0 1 0 0 0,0 0 0 0 0,0-1 0 0 0,0 1 0 0 0,0 0 0 0 0,0-1 0 0 0,0 1 0 0 0,0 0 0 0 0,1 0 0 0 0,-1-1 1 0 0,0 1-1 0 0,0 0 0 0 0,0-1 0 0 0,0 1 0 0 0,12-13-37 0 0,24-7-590 0 0,-32 17 615 0 0,43-20 428 0 0,0 3 0 0 0,2 1 0 0 0,1 2 1 0 0,0 3-1 0 0,1 1 0 0 0,0 3 0 0 0,0 2 0 0 0,1 3 0 0 0,97 2 1 0 0,-105 7-227 0 0,0 2 0 0 0,0 1 1 0 0,-1 3-1 0 0,0 2 0 0 0,0 1 1 0 0,-1 3-1 0 0,-1 1 0 0 0,52 30 1 0 0,33 28-1164 0 0,133 104 0 0 0,-250-172 851 0 0,36 28 50 0 0,-1 2 1 0 0,-2 2 0 0 0,-2 2-1 0 0,-2 2 1 0 0,-1 1-1 0 0,-3 2 1 0 0,-1 1 0 0 0,30 60-1 0 0,14 50-231 0 0,76 221 0 0 0,-90-209 152 0 0,95 178 1 0 0,-109-264 448 0 0,4-1 0 0 0,3-3 0 0 0,4-2-1 0 0,89 87 1 0 0,-112-128 41 0 0,2-2 0 0 0,2-2 0 0 0,1-2-1 0 0,74 41 1 0 0,195 75 302 0 0,-243-121-621 0 0,1-2 1 0 0,0-3-1 0 0,2-4 1 0 0,104 11-1 0 0,-164-25-438 0 0,1-1 0 0 0,-1 0 0 0 0,1-1 0 0 0,-1 0 0 0 0,1-1 0 0 0,-1 0 0 0 0,15-3-1 0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23.8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136 0 11378 0 0,'-18'2'3418'0'0,"30"14"1807"0"0,5 1-5290 0 0,17 26 669 0 0,77 74-1 0 0,-94-102-473 0 0,0-1-1 0 0,2 0 1 0 0,0-1-1 0 0,0-1 1 0 0,1-1-1 0 0,0-1 1 0 0,31 11-1 0 0,-50-21-113 0 0,0 0-1 0 0,0 0 0 0 0,0 1 0 0 0,0-1 0 0 0,-1 0 0 0 0,1 0 0 0 0,0 0 0 0 0,0 1 0 0 0,0-1 0 0 0,-1 0 0 0 0,1 1 0 0 0,0-1 1 0 0,0 1-1 0 0,-1-1 0 0 0,1 1 0 0 0,0-1 0 0 0,-1 1 0 0 0,1-1 0 0 0,0 1 0 0 0,-1 0 0 0 0,1-1 0 0 0,-1 1 0 0 0,1 0 1 0 0,-1 0-1 0 0,0-1 0 0 0,1 1 0 0 0,-1 0 0 0 0,0 0 0 0 0,1-1 0 0 0,-1 1 0 0 0,0 0 0 0 0,0 0 0 0 0,0 0 0 0 0,0 0 1 0 0,0 0-1 0 0,0-1 0 0 0,0 1 0 0 0,0 1 0 0 0,-2 1 26 0 0,0 1-1 0 0,0-1 1 0 0,0 1 0 0 0,0-1 0 0 0,-1 0 0 0 0,0 0-1 0 0,-3 3 1 0 0,5-5-42 0 0,-45 44 388 0 0,-89 67 0 0 0,-65 27-1559 0 0,161-112 339 0 0,-11 7-7014 0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5:10.6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7 147 6913 0 0,'-7'-5'4962'0'0,"7"4"-4820"0"0,2-15 2232 0 0,12-11-416 0 0,-1 16-1451 0 0,0 0 0 0 0,1 1 0 0 0,0 0 1 0 0,0 2-1 0 0,1-1 0 0 0,1 2 0 0 0,-1 0 0 0 0,1 0 0 0 0,25-5 1 0 0,-37 11-515 0 0,0-1-1 0 0,-1 2 1 0 0,1-1 0 0 0,0 0 0 0 0,0 1 0 0 0,0 0 0 0 0,0 0 0 0 0,0 0 0 0 0,0 0 0 0 0,0 1 0 0 0,0-1 0 0 0,0 1 0 0 0,0 0-1 0 0,0 0 1 0 0,0 1 0 0 0,-1-1 0 0 0,1 1 0 0 0,0 0 0 0 0,-1 0 0 0 0,0 0 0 0 0,1 0 0 0 0,-1 0 0 0 0,0 1 0 0 0,0 0 0 0 0,0-1 0 0 0,4 7-1 0 0,-3-3-65 0 0,-1-1 0 0 0,1 1 0 0 0,-1 0 0 0 0,-1 1 0 0 0,1-1 0 0 0,-1 1 0 0 0,0-1 0 0 0,-1 1 0 0 0,1-1 0 0 0,-1 1 0 0 0,-1 0 0 0 0,1 0 0 0 0,-1-1-1 0 0,0 1 1 0 0,-2 8 0 0 0,-1 4-34 0 0,0 1-1 0 0,-2-1 0 0 0,0 0 0 0 0,-2-1 1 0 0,-15 33-1 0 0,-55 82 384 0 0,26-50 222 0 0,50-81-399 0 0,0 0 0 0 0,0 0 0 0 0,0 0 0 0 0,0 0 0 0 0,0 0 0 0 0,0 0 0 0 0,0 1 0 0 0,1-1 0 0 0,-1 0 0 0 0,1 1 0 0 0,0-1 0 0 0,0 4 0 0 0,0-6-68 0 0,0 0 1 0 0,0 1-1 0 0,0-1 0 0 0,0 0 0 0 0,0 1 0 0 0,0-1 0 0 0,1 0 0 0 0,-1 1 0 0 0,0-1 0 0 0,0 0 0 0 0,0 1 0 0 0,1-1 0 0 0,-1 0 0 0 0,0 0 0 0 0,0 1 0 0 0,1-1 0 0 0,-1 0 0 0 0,0 0 0 0 0,1 0 0 0 0,-1 1 0 0 0,0-1 0 0 0,1 0 0 0 0,-1 0 0 0 0,0 0 0 0 0,1 0 0 0 0,-1 0 0 0 0,1 1 0 0 0,18-5 308 0 0,56-30 133 0 0,33-11 13 0 0,-95 41-660 0 0,0 0 0 0 0,0 1 0 0 0,1 1 0 0 0,-1 0 0 0 0,1 1 0 0 0,21 0 0 0 0,-24 2-483 0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0:14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1 387 2593 0 0,'6'-42'1072'0'0,"-1"0"1"0"0,-3-1-1 0 0,-1 0 1 0 0,-7-59-1 0 0,6 64 15 0 0,1 32-660 0 0,0 0-1 0 0,-1 1 1 0 0,0-1-1 0 0,-1 0 1 0 0,1 1-1 0 0,0-17 7418 0 0,18 11-5027 0 0,18 1-2450 0 0,-34 11-351 0 0,0 0 0 0 0,0-1 0 0 0,-1 1 0 0 0,1 0 0 0 0,0 0 1 0 0,-1 0-1 0 0,1 0 0 0 0,0 0 0 0 0,-1 0 0 0 0,1 0 0 0 0,-1 1 0 0 0,0-1 1 0 0,1 0-1 0 0,-1 1 0 0 0,0-1 0 0 0,0 1 0 0 0,0 0 0 0 0,0-1 0 0 0,0 1 0 0 0,0 0 1 0 0,0 0-1 0 0,-1-1 0 0 0,1 1 0 0 0,0 4 0 0 0,11 47 122 0 0,24 283-127 0 0,21 116 0 0 0,-44-369 164 0 0,-3 0-1 0 0,-1 95 1 0 0,-8-146-81 0 0,10 158 221 0 0,-10-175-208 0 0,0-8-1110 0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0:15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35 173 3225 0 0,'-4'-7'585'0'0,"0"0"1"0"0,0 0 0 0 0,1-1-1 0 0,0 1 1 0 0,1-1-1 0 0,-1 1 1 0 0,2-1 0 0 0,-3-16-1 0 0,3 19 66 0 0,0-3 656 0 0,-1 0 1 0 0,1 0 0 0 0,0 0-1 0 0,1 0 1 0 0,0 0-1 0 0,0 0 1 0 0,1 0-1 0 0,2-10 1 0 0,-3 18-1258 0 0,0-1 1 0 0,1 1-1 0 0,-1 0 1 0 0,1-1-1 0 0,-1 1 1 0 0,0 0-1 0 0,1 0 1 0 0,-1 0-1 0 0,1 0 1 0 0,-1-1-1 0 0,1 1 1 0 0,-1 0-1 0 0,1 0 0 0 0,-1 0 1 0 0,1 0-1 0 0,-1 0 1 0 0,0 0-1 0 0,1 0 1 0 0,-1 0-1 0 0,1 0 1 0 0,-1 0-1 0 0,1 0 1 0 0,-1 1-1 0 0,1-1 1 0 0,-1 0-1 0 0,1 0 1 0 0,-1 0-1 0 0,0 1 1 0 0,1-1-1 0 0,-1 0 1 0 0,1 0-1 0 0,-1 1 1 0 0,0-1-1 0 0,1 0 0 0 0,-1 1 1 0 0,0-1-1 0 0,1 0 1 0 0,-1 1-1 0 0,0-1 1 0 0,0 0-1 0 0,1 1 1 0 0,-1 0-1 0 0,17 17-17 0 0,30 50-30 0 0,-34-46 94 0 0,1-1 1 0 0,1-1-1 0 0,0 0 1 0 0,2-1-1 0 0,26 23 0 0 0,-38-38-68 0 0,0 0 0 0 0,0 0-1 0 0,1-1 1 0 0,-1 0 0 0 0,1 0-1 0 0,0 0 1 0 0,0-1 0 0 0,0 0-1 0 0,0 0 1 0 0,1-1 0 0 0,-1 0-1 0 0,0 0 1 0 0,1 0 0 0 0,-1-1-1 0 0,1 1 1 0 0,-1-2 0 0 0,0 1 0 0 0,1-1-1 0 0,-1 0 1 0 0,1 0 0 0 0,-1-1-1 0 0,0 1 1 0 0,0-2 0 0 0,0 1-1 0 0,0-1 1 0 0,6-3 0 0 0,-3 1 56 0 0,0-1-1 0 0,0 1 1 0 0,-1-2 0 0 0,0 1 0 0 0,0-1 0 0 0,-1-1 0 0 0,1 1 0 0 0,-2-1 0 0 0,13-18 0 0 0,-11 12-487 0 0,0 0 0 0 0,-1 0 0 0 0,0-1 1 0 0,-1 0-1 0 0,7-28 0 0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0:15.6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7 6913 0 0,'-4'-1'-139'0'0,"-18"-4"6341"0"0,21 5-6059 0 0,1 0-1 0 0,0 1 1 0 0,-1-1 0 0 0,1 0 0 0 0,-1 0-1 0 0,1 1 1 0 0,0-1 0 0 0,-1 0 0 0 0,1 1 0 0 0,0-1-1 0 0,-1 0 1 0 0,1 1 0 0 0,0-1 0 0 0,0 1-1 0 0,0-1 1 0 0,-1 0 0 0 0,1 1 0 0 0,0-1-1 0 0,0 1 1 0 0,0-1 0 0 0,0 1 0 0 0,0-1-1 0 0,0 1 1 0 0,0-1 0 0 0,0 1 0 0 0,0-1-1 0 0,0 0 1 0 0,0 1 0 0 0,0-1 0 0 0,0 1 0 0 0,0-1-1 0 0,0 1 1 0 0,0-1 0 0 0,0 1 0 0 0,1-1-1 0 0,-1 1 1 0 0,0-1 0 0 0,0 0 0 0 0,0 1-1 0 0,1-1 1 0 0,-1 0 0 0 0,0 1 0 0 0,1-1-1 0 0,17 56 1190 0 0,-3-1 0 0 0,13 94-1 0 0,-7 117-1418 0 0,-20-247-42 0 0,-1 37-144 0 0,-6-20-2834 0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0:15.8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1 278 5985 0 0,'0'-13'624'0'0,"0"-1"0"0"0,1 1 0 0 0,1 0 0 0 0,1 0 0 0 0,-1 0 0 0 0,2 0 0 0 0,0 0 0 0 0,1 0 0 0 0,0 1 0 0 0,0 0 0 0 0,2 0 0 0 0,-1 0 0 0 0,2 1 0 0 0,-1 0 0 0 0,2 0 0 0 0,-1 1-1 0 0,1 0 1 0 0,1 1 0 0 0,0 0 0 0 0,0 0 0 0 0,16-10 0 0 0,-23 18-547 0 0,1-1 0 0 0,-1 0 1 0 0,0 1-1 0 0,1-1 0 0 0,-1 1 0 0 0,1 0 0 0 0,0 0 0 0 0,-1 1 0 0 0,1-1 0 0 0,0 1 1 0 0,-1 0-1 0 0,1 0 0 0 0,0 0 0 0 0,-1 0 0 0 0,1 1 0 0 0,0-1 0 0 0,-1 1 0 0 0,1 0 1 0 0,6 2-1 0 0,-6 0-317 0 0,1-1 1 0 0,-1 1 0 0 0,0 0 0 0 0,0 0-1 0 0,0 0 1 0 0,0 0 0 0 0,0 1 0 0 0,0-1-1 0 0,-1 1 1 0 0,0 0 0 0 0,0 0 0 0 0,0 1-1 0 0,4 6 1 0 0,1 6-6312 0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0:16.1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90 8290 0 0,'0'0'34'0'0,"0"0"0"0"0,0 1 1 0 0,0-1-1 0 0,0 0 0 0 0,0 1 1 0 0,1-1-1 0 0,-1 0 0 0 0,0 1 0 0 0,0-1 1 0 0,0 0-1 0 0,0 1 0 0 0,0-1 1 0 0,1 0-1 0 0,-1 1 0 0 0,0-1 0 0 0,0 0 1 0 0,1 0-1 0 0,-1 1 0 0 0,0-1 1 0 0,0 0-1 0 0,1 0 0 0 0,-1 1 1 0 0,0-1-1 0 0,1 0 0 0 0,-1 0 0 0 0,0 0 1 0 0,0 0-1 0 0,1 1 0 0 0,-1-1 1 0 0,1 0-1 0 0,-1 0 0 0 0,0 0 1 0 0,1 0-1 0 0,17-1 1019 0 0,19-10 591 0 0,-35 10-1526 0 0,72-33 2883 0 0,-17 6-4397 0 0,-45 23-595 0 0,1 1 0 0 0,23-6 0 0 0,-18 6 1322 0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0:16.3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 6913 0 0,'10'-5'14557'0'0,"-10"6"-14310"0"0,7 11-35 0 0,-1 1 0 0 0,0 0 0 0 0,-1 0 0 0 0,0 1 0 0 0,-1 0 0 0 0,3 23 0 0 0,8 97 231 0 0,-6-42-279 0 0,-4-58-310 0 0,-3-20-247 0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0:17.5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78 9218 0 0,'0'-4'255'0'0,"0"0"1"0"0,0 1-1 0 0,0-1 1 0 0,0 1-1 0 0,0-1 0 0 0,1 0 1 0 0,-1 1-1 0 0,1-1 1 0 0,0 1-1 0 0,2-5 1 0 0,5-25 6201 0 0,0 62-2210 0 0,5 12-4258 0 0,37 313 362 0 0,-16-91-318 0 0,-21-189 168 0 0,35 112 1 0 0,-39-161-125 0 0,26 78 144 0 0,-5 3 1 0 0,21 127-1 0 0,-51-228-424 0 0,1 0 0 0 0,-1 0 0 0 0,0 1-1 0 0,0-1 1 0 0,-1 0 0 0 0,0 0 0 0 0,0 0 0 0 0,0 0-1 0 0,0 0 1 0 0,-3 6 0 0 0,-1 1-927 0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0:17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52 3193 0 0,'-12'-12'-581'0'0,"6"-23"12696"0"0,7 34-11856 0 0,0 1-33 0 0,0-1-1 0 0,1 1 1 0 0,-1-1-1 0 0,0 1 0 0 0,1-1 1 0 0,-1 1-1 0 0,1 0 1 0 0,-1 0-1 0 0,0-1 1 0 0,1 1-1 0 0,-1 0 1 0 0,1 1-1 0 0,-1-1 0 0 0,3 0 1 0 0,8 2 303 0 0,-1 1 1 0 0,1 0-1 0 0,-1 1 1 0 0,0 0-1 0 0,0 1 1 0 0,0 0-1 0 0,13 8 0 0 0,69 54 379 0 0,-7-5-310 0 0,-63-48-375 0 0,43 19 0 0 0,-59-30-191 0 0,-1 0-1 0 0,1-1 1 0 0,0 0-1 0 0,0 0 1 0 0,0-1-1 0 0,1 0 1 0 0,-1 0-1 0 0,0-1 1 0 0,0 1-1 0 0,0-2 1 0 0,14-1-1 0 0,-18 1-71 0 0,0 0 0 0 0,0-1 0 0 0,0 1 0 0 0,0-1 0 0 0,0 0 0 0 0,0 0 0 0 0,0 0 0 0 0,0 0 0 0 0,-1-1 0 0 0,1 1-1 0 0,-1-1 1 0 0,0 1 0 0 0,0-1 0 0 0,0 0 0 0 0,0 0 0 0 0,0 0 0 0 0,0 0 0 0 0,1-5 0 0 0,4-9-369 0 0,-1 1 1 0 0,5-25-1 0 0,-7 26 219 0 0,3-11-1859 0 0,0-1-5479 0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0:18.1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 11058 0 0,'6'-2'7899'0'0,"-6"3"-7683"0"0,6 12 283 0 0,-2 0-1 0 0,0 0 0 0 0,0 1 0 0 0,-1-1 0 0 0,-1 1 0 0 0,1 18 0 0 0,-2 94 4 0 0,-2-36-187 0 0,5-8-193 0 0,0 14-435 0 0,-8 104 0 0 0,0-175-1150 0 0,1-15 157 0 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0:18.3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5 120 5985 0 0,'0'0'62'0'0,"-1"0"-1"0"0,1 0 0 0 0,0-1 1 0 0,0 1-1 0 0,-1 0 0 0 0,1 0 1 0 0,0 0-1 0 0,0-1 1 0 0,0 1-1 0 0,-1 0 0 0 0,1 0 1 0 0,0-1-1 0 0,0 1 0 0 0,0 0 1 0 0,0 0-1 0 0,-1-1 0 0 0,1 1 1 0 0,0 0-1 0 0,0 0 0 0 0,0-1 1 0 0,0 1-1 0 0,0 0 1 0 0,0-1-1 0 0,0 1 0 0 0,0 0 1 0 0,0 0-1 0 0,0-1 0 0 0,0 1 1 0 0,0 0-1 0 0,0-1 0 0 0,0 1 1 0 0,0 0-1 0 0,0-1 1 0 0,0 1-1 0 0,1 0 0 0 0,-1 0 1 0 0,0-1-1 0 0,12-10 2243 0 0,26-9 1343 0 0,-29 15-2886 0 0,17-9 917 0 0,-10 5-992 0 0,0 0 0 0 0,1 0 1 0 0,1 2-1 0 0,-1 0 0 0 0,1 1 0 0 0,29-6 0 0 0,-46 12-773 0 0,1-1 0 0 0,-1 1 0 0 0,1 0-1 0 0,0 0 1 0 0,-1 0 0 0 0,1 1 0 0 0,-1-1 0 0 0,1 0 0 0 0,-1 1 0 0 0,1-1 0 0 0,-1 1-1 0 0,1-1 1 0 0,-1 1 0 0 0,0-1 0 0 0,3 3 0 0 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0:18.5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0 168 14283 0 0,'34'-17'3946'0'0,"-17"5"-3013"0"0,0 0-1 0 0,24-24 0 0 0,2-2-1500 0 0,5 6-4384 0 0,4 17-68 0 0,-33 9 4832 0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0:19.0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27 1376 0 0,'-4'-13'13700'0'0,"25"5"-9673"0"0,-5 4-3725 0 0,-13 3-185 0 0,0 1 0 0 0,0 0 0 0 0,1-1 0 0 0,-1 2 0 0 0,0-1-1 0 0,0 0 1 0 0,0 1 0 0 0,0-1 0 0 0,0 1 0 0 0,0 0 0 0 0,0 0-1 0 0,0 0 1 0 0,0 0 0 0 0,0 1 0 0 0,0-1 0 0 0,0 1-1 0 0,-1-1 1 0 0,1 1 0 0 0,2 3 0 0 0,-2-2-91 0 0,-1 1-1 0 0,1 0 1 0 0,-1 0 0 0 0,0 0 0 0 0,0 0-1 0 0,-1 1 1 0 0,1-1 0 0 0,-1 0 0 0 0,0 1-1 0 0,0-1 1 0 0,0 1 0 0 0,0 8 0 0 0,0 18 81 0 0,-1-1 0 0 0,-6 36 0 0 0,3-33 217 0 0,1 47-1 0 0,2-78-285 0 0,1 0-1 0 0,-1 0 1 0 0,0 0 0 0 0,0-1-1 0 0,1 1 1 0 0,-1 0 0 0 0,1 0-1 0 0,-1-1 1 0 0,1 1 0 0 0,0 0-1 0 0,0-1 1 0 0,0 1 0 0 0,0 0-1 0 0,0-1 1 0 0,0 0 0 0 0,0 1-1 0 0,0-1 1 0 0,1 0 0 0 0,-1 1-1 0 0,0-1 1 0 0,1 0 0 0 0,-1 0-1 0 0,1 0 1 0 0,0 0 0 0 0,-1 0-1 0 0,1-1 1 0 0,0 1 0 0 0,-1 0-1 0 0,1-1 1 0 0,0 1 0 0 0,0-1 0 0 0,-1 0-1 0 0,1 1 1 0 0,0-1 0 0 0,0 0-1 0 0,0 0 1 0 0,0 0 0 0 0,-1 0-1 0 0,1-1 1 0 0,2 0 0 0 0,11-1 112 0 0,0-1 0 0 0,0 0 0 0 0,0-2 0 0 0,14-5 0 0 0,-4 1-59 0 0,27-7-62 0 0,47-13 254 0 0,-85 27-1248 0 0,1-1-1 0 0,23 1 0 0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0:20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0 5193 0 0,'-10'18'464'0'0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0:24.1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41 129 4609 0 0,'-16'-15'2941'0'0,"13"13"-2019"0"0,0 0-1 0 0,1 0 0 0 0,-1-1 1 0 0,1 1-1 0 0,-1-1 0 0 0,1 0 0 0 0,-4-5 1 0 0,6 6-752 0 0,0 1 1 0 0,0 0-1 0 0,-1 0 0 0 0,1 0 1 0 0,0 0-1 0 0,0-1 1 0 0,0 1-1 0 0,0 0 0 0 0,0 0 1 0 0,0 0-1 0 0,1-1 1 0 0,-1 1-1 0 0,0 0 0 0 0,0 0 1 0 0,1 0-1 0 0,-1 0 1 0 0,1 0-1 0 0,-1-1 0 0 0,1 1 1 0 0,0 0-1 0 0,-1 0 1 0 0,1 1-1 0 0,0-1 1 0 0,0 0-1 0 0,0 0 0 0 0,-1 0 1 0 0,3-1-1 0 0,3-4 12 0 0,1 0 0 0 0,0 1 0 0 0,0-1 0 0 0,0 1 0 0 0,0 1 0 0 0,1 0 0 0 0,0 0 0 0 0,0 0 0 0 0,0 1 0 0 0,12-3 0 0 0,-17 5-173 0 0,0 0 0 0 0,0 0 0 0 0,1 1 0 0 0,-1 0 0 0 0,0-1 0 0 0,1 1 0 0 0,-1 1 0 0 0,0-1 0 0 0,1 0 0 0 0,-1 1 0 0 0,0-1 0 0 0,0 1 0 0 0,0 0 0 0 0,1 0 0 0 0,-1 1 0 0 0,0-1 0 0 0,0 1 0 0 0,0-1 0 0 0,-1 1 0 0 0,1 0 0 0 0,0 0 0 0 0,-1 0 0 0 0,1 0 1 0 0,-1 0-1 0 0,0 1 0 0 0,0-1 0 0 0,0 1 0 0 0,0 0 0 0 0,3 4 0 0 0,-1 1-54 0 0,-1 0 1 0 0,1 0-1 0 0,-2 0 1 0 0,1 1 0 0 0,-1-1-1 0 0,0 1 1 0 0,-1 0-1 0 0,0 0 1 0 0,0-1-1 0 0,-1 1 1 0 0,0 0 0 0 0,-1 9-1 0 0,-3 14-451 0 0,-18 63 0 0 0,1-2 260 0 0,21-92 255 0 0,-1 0-1 0 0,1 0 1 0 0,0 0-1 0 0,0 0 1 0 0,0 0-1 0 0,0-1 1 0 0,0 1-1 0 0,0 0 1 0 0,0 0-1 0 0,0 0 1 0 0,0 0-1 0 0,1 0 1 0 0,-1 0 0 0 0,0-1-1 0 0,0 1 1 0 0,1 0-1 0 0,-1 0 1 0 0,1 0-1 0 0,-1-1 1 0 0,1 1-1 0 0,-1 0 1 0 0,1 0-1 0 0,-1-1 1 0 0,1 1 0 0 0,0 0-1 0 0,-1-1 1 0 0,1 1-1 0 0,0-1 1 0 0,-1 1-1 0 0,1-1 1 0 0,0 1-1 0 0,0-1 1 0 0,0 0-1 0 0,-1 1 1 0 0,1-1 0 0 0,0 0-1 0 0,0 0 1 0 0,0 1-1 0 0,0-1 1 0 0,0 0-1 0 0,0 0 1 0 0,-1 0-1 0 0,1 0 1 0 0,0 0-1 0 0,2-1 1 0 0,6 1 145 0 0,0-2 1 0 0,0 1-1 0 0,17-7 0 0 0,-3 2 9 0 0,-17 5-157 0 0,0 1 0 0 0,0-1 0 0 0,-1 1-1 0 0,1 0 1 0 0,0 0 0 0 0,0 1 0 0 0,-1-1 0 0 0,1 1 0 0 0,0 1-1 0 0,-1-1 1 0 0,1 1 0 0 0,-1 0 0 0 0,1 0 0 0 0,-1 1 0 0 0,0-1 0 0 0,0 1-1 0 0,0 0 1 0 0,0 1 0 0 0,6 5 0 0 0,-6-4-3 0 0,-1 1-1 0 0,1 0 1 0 0,-1 0 0 0 0,0 0 0 0 0,-1 0 0 0 0,0 1-1 0 0,0 0 1 0 0,0-1 0 0 0,0 1 0 0 0,-1 0 0 0 0,-1 0-1 0 0,1 0 1 0 0,-1 1 0 0 0,0-1 0 0 0,0 8-1 0 0,-1-2 41 0 0,-1 1 0 0 0,0-1 0 0 0,0 0-1 0 0,-1 0 1 0 0,-1 0 0 0 0,-1 0 0 0 0,1 0-1 0 0,-2-1 1 0 0,0 1 0 0 0,0-1-1 0 0,-2-1 1 0 0,1 1 0 0 0,-1-1 0 0 0,-14 17-1 0 0,4-8 50 0 0,-1-1 1 0 0,0 0-1 0 0,-1-2 0 0 0,-1 0 0 0 0,-1-1 0 0 0,-35 19 0 0 0,55-34-104 0 0,-3 2-127 0 0,0-1 0 0 0,-1 1-1 0 0,1-1 1 0 0,-1 0-1 0 0,0 0 1 0 0,0 0-1 0 0,0-1 1 0 0,-9 2-1 0 0,11-4-826 0 0,1-3-234 0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0:24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56 370 11058 0 0,'-10'-4'350'0'0,"-22"-13"2605"0"0,19 3 2752 0 0,13 14-5643 0 0,0-1 0 0 0,0 1 0 0 0,0 0-1 0 0,1 0 1 0 0,-1-1 0 0 0,0 1 0 0 0,0 0 0 0 0,0 0 0 0 0,1 0 0 0 0,-1-1 0 0 0,0 1 0 0 0,0 0 0 0 0,1 0 0 0 0,-1 0 0 0 0,0 0 0 0 0,1 0 0 0 0,-1 0 0 0 0,0 0 0 0 0,0-1 0 0 0,1 1 0 0 0,-1 0 0 0 0,0 0 0 0 0,1 0 0 0 0,-1 0 0 0 0,0 0 0 0 0,0 0 0 0 0,1 0 0 0 0,-1 0 0 0 0,0 0 0 0 0,1 1 0 0 0,-1-1 0 0 0,0 0 0 0 0,1 0 0 0 0,-1 0 0 0 0,0 0-1 0 0,0 0 1 0 0,1 0 0 0 0,-1 1 0 0 0,0-1 0 0 0,0 0 0 0 0,1 0 0 0 0,-1 1 0 0 0,15 4 138 0 0,-2 3-137 0 0,-1 0-1 0 0,0 2 1 0 0,0-1-1 0 0,-1 1 1 0 0,20 23-1 0 0,19 17-25 0 0,-22-26 28 0 0,-14-11 22 0 0,0 0-1 0 0,1-1 0 0 0,0-1 1 0 0,1 0-1 0 0,30 15 0 0 0,-45-26-62 0 0,0 0-1 0 0,0 0 1 0 0,0 0-1 0 0,-1 0 1 0 0,1 0-1 0 0,0 0 1 0 0,0-1-1 0 0,0 1 1 0 0,-1 0-1 0 0,1 0 1 0 0,0 0-1 0 0,0-1 1 0 0,-1 1-1 0 0,1 0 1 0 0,0-1-1 0 0,-1 1 0 0 0,1-1 1 0 0,0 1-1 0 0,-1-1 1 0 0,1 1-1 0 0,-1-1 1 0 0,1 1-1 0 0,-1-1 1 0 0,1 0-1 0 0,-1 1 1 0 0,1-1-1 0 0,-1 0 1 0 0,0 1-1 0 0,1-1 1 0 0,-1 0-1 0 0,0 1 1 0 0,1-1-1 0 0,-1 0 1 0 0,0 0-1 0 0,0-1 1 0 0,9-33 611 0 0,-8 30-510 0 0,49-307 1866 0 0,-23 124-3433 0 0,-24 168 733 0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0:25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26 6913 0 0,'-44'-26'16102'0'0,"43"27"-15931"0"0,-4 17-571 0 0,5 3 583 0 0,1 1 0 0 0,1-1 0 0 0,0 0 0 0 0,7 27-1 0 0,30 85 72 0 0,-1-1-67 0 0,-26-75-209 0 0,-2 0-1 0 0,-3 1 1 0 0,-2 0-1 0 0,-3 0 1 0 0,-3 1-1 0 0,-2-1 1 0 0,-14 80-1 0 0,3-91-1110 0 0,4-29-4969 0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0:26.1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0 129 6449 0 0,'5'-10'930'0'0,"0"0"-1"0"0,1 1 0 0 0,0 0 1 0 0,1 0-1 0 0,-1 0 1 0 0,2 1-1 0 0,-1 0 0 0 0,1 1 1 0 0,0-1-1 0 0,1 2 0 0 0,15-11 1 0 0,-19 14-603 0 0,0 1 0 0 0,0-1 0 0 0,0 1 0 0 0,1 0 0 0 0,-1 1 0 0 0,1-1 1 0 0,0 1-1 0 0,-1 0 0 0 0,1 0 0 0 0,8 1 0 0 0,-9 0-447 0 0,0 0 0 0 0,-1 1 0 0 0,1 0 0 0 0,0 0 0 0 0,-1 1 0 0 0,1-1-1 0 0,-1 1 1 0 0,1 0 0 0 0,-1 0 0 0 0,0 0 0 0 0,1 1 0 0 0,-1-1 0 0 0,7 7 0 0 0,7 8-1099 0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0:26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75 13363 0 0,'1'1'107'0'0,"-1"0"1"0"0,1-1-1 0 0,0 1 1 0 0,-1 0-1 0 0,1-1 1 0 0,0 1-1 0 0,0-1 0 0 0,-1 1 1 0 0,1-1-1 0 0,0 1 1 0 0,0-1-1 0 0,0 1 1 0 0,0-1-1 0 0,0 0 0 0 0,0 0 1 0 0,-1 1-1 0 0,1-1 1 0 0,0 0-1 0 0,0 0 1 0 0,0 0-1 0 0,0 0 1 0 0,0 0-1 0 0,0 0 0 0 0,0 0 1 0 0,0 0-1 0 0,0-1 1 0 0,0 1-1 0 0,0 0 1 0 0,-1 0-1 0 0,1-1 1 0 0,1 0-1 0 0,35-12 2438 0 0,-31 10-2331 0 0,43-20 1810 0 0,24-8-1745 0 0,-66 28-1207 0 0,1 1-1 0 0,0 0 1 0 0,0 1-1 0 0,12-1 1 0 0,0 2-1706 0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0:27.4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 12443 0 0,'-7'8'9017'0'0,"7"-8"-8871"0"0,1 4 447 0 0,1 2-96 0 0,4 33-184 0 0,-2 1 1 0 0,-1 0-1 0 0,-2-1 1 0 0,-8 73 0 0 0,1 23-7852 0 0,6-111 342 0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0:27.6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1 137 6449 0 0,'62'-41'10417'0'0,"5"2"-5844"0"0,-48 29-4728 0 0,0 0 1 0 0,0 2-1 0 0,1 0 0 0 0,0 2 1 0 0,25-5-1 0 0,-26 8-7217 0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0:27.8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1 136 9674 0 0,'23'-14'1962'0'0,"0"0"0"0"0,-1-1 0 0 0,25-23 0 0 0,-17 13-1790 0 0,14 1-3207 0 0,-35 19 2923 0 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0:28.2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48 10594 0 0,'4'-4'392'0'0,"0"0"1"0"0,0 0-1 0 0,1 0 0 0 0,-1 0 0 0 0,1 1 0 0 0,0 0 1 0 0,0 0-1 0 0,0 0 0 0 0,1 0 0 0 0,-1 1 0 0 0,0 0 0 0 0,1 0 1 0 0,0 0-1 0 0,-1 1 0 0 0,1 0 0 0 0,0 0 0 0 0,0 0 0 0 0,0 1 1 0 0,6 0-1 0 0,-8 0-231 0 0,1 0-1 0 0,-1 0 1 0 0,1 1 0 0 0,-1-1-1 0 0,0 1 1 0 0,1 0 0 0 0,-1 1-1 0 0,0-1 1 0 0,1 1 0 0 0,-1 0-1 0 0,0 0 1 0 0,0 0 0 0 0,-1 0-1 0 0,1 0 1 0 0,0 1 0 0 0,-1 0-1 0 0,1 0 1 0 0,-1 0 0 0 0,0 0-1 0 0,0 1 1 0 0,0-1 0 0 0,0 1-1 0 0,-1-1 1 0 0,0 1 0 0 0,3 5 0 0 0,-2 1-145 0 0,0 0 1 0 0,0 0 0 0 0,-1 0 0 0 0,-1 1 0 0 0,0-1 0 0 0,0 0 0 0 0,-1 1 0 0 0,0-1 0 0 0,-1 1 0 0 0,-2 15 0 0 0,-5 11-28 0 0,-20 58 0 0 0,0-4 20 0 0,25-78 12 0 0,0 0-1 0 0,1 0 1 0 0,0 0 0 0 0,1 1 0 0 0,1 16-1 0 0,0-26-37 0 0,1-1-1 0 0,-1 0 0 0 0,1 1 0 0 0,0-1 1 0 0,-1 0-1 0 0,2 0 0 0 0,-1 0 0 0 0,0 0 1 0 0,1 0-1 0 0,-1 0 0 0 0,1 0 0 0 0,0 0 1 0 0,0 0-1 0 0,0-1 0 0 0,0 1 0 0 0,0-1 1 0 0,1 0-1 0 0,-1 0 0 0 0,1 1 0 0 0,0-1 1 0 0,-1-1-1 0 0,1 1 0 0 0,0 0 0 0 0,0-1 1 0 0,0 0-1 0 0,5 2 0 0 0,3 0-1701 0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0:28.4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0 7370 0 0,'-13'31'2276'0'0,"8"-16"426"0"0,1 0 1 0 0,0 0-1 0 0,-2 19 0 0 0,7-34-2691 0 0,-1 0 1 0 0,0-1-1 0 0,0 1 0 0 0,0 0 1 0 0,0 0-1 0 0,1 0 0 0 0,-1-1 1 0 0,0 1-1 0 0,0 0 0 0 0,0 0 0 0 0,1 0 1 0 0,-1 0-1 0 0,0 0 0 0 0,0 0 1 0 0,1 0-1 0 0,-1 0 0 0 0,0-1 1 0 0,0 1-1 0 0,1 0 0 0 0,-1 0 1 0 0,0 0-1 0 0,0 0 0 0 0,1 0 0 0 0,-1 0 1 0 0,0 0-1 0 0,0 0 0 0 0,1 1 1 0 0,-1-1-1 0 0,0 0 0 0 0,0 0 1 0 0,0 0-1 0 0,1 0 0 0 0,-1 0 1 0 0,0 0-1 0 0,0 0 0 0 0,1 0 0 0 0,-1 1 1 0 0,0-1-1 0 0,0 0 0 0 0,0 0 1 0 0,0 0-1 0 0,1 0 0 0 0,-1 1 1 0 0,0-1-1 0 0,0 0 0 0 0,0 0 1 0 0,0 1-1 0 0,0-1 0 0 0,1 0 0 0 0,-1 0 1 0 0,0 0-1 0 0,0 1 0 0 0,0-1 1 0 0,0 0-1 0 0,0 0 0 0 0,0 1 1 0 0,0-1-1 0 0,0 0 0 0 0,0 0 1 0 0,0 1-1 0 0,0-1 0 0 0,0 0 0 0 0,0 0 1 0 0,0 1-1 0 0,0-1 0 0 0,0 0 1 0 0,-1 1-1 0 0,2-2-107 0 0,-1 1 0 0 0,0 0 0 0 0,1 0-1 0 0,-1-1 1 0 0,0 1 0 0 0,1 0 0 0 0,-1 0 0 0 0,1-1 0 0 0,-1 1-1 0 0,0 0 1 0 0,1 0 0 0 0,-1 0 0 0 0,1 0 0 0 0,-1 0 0 0 0,1 0-1 0 0,-1 0 1 0 0,1 0 0 0 0,-1 0 0 0 0,0 0 0 0 0,1 0 0 0 0,-1 0-1 0 0,1 0 1 0 0,-1 0 0 0 0,1 0 0 0 0,-1 0 0 0 0,1 0 0 0 0,-1 1-1 0 0,0-1 1 0 0,1 0 0 0 0,-1 0 0 0 0,1 0 0 0 0,0 1 0 0 0,-1 3-239 0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0:28.9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5529 0 0,'2'6'19424'0'0,"10"16"-22028"0"0,-4-6 2947 0 0,-2 1 1 0 0,0 0-1 0 0,-1 1 0 0 0,5 25 0 0 0,6 91 167 0 0,-13-96-304 0 0,23 346-832 0 0,-26-381 581 0 0,1 47-1292 0 0,-4-38 657 0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0:29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1 113 10594 0 0,'10'-9'1166'0'0,"1"1"0"0"0,0-1 0 0 0,0 2 0 0 0,1 0 0 0 0,20-10 0 0 0,65-21 3793 0 0,-87 34-4862 0 0,-1 1-1 0 0,0 0 1 0 0,1 1 0 0 0,0 0 0 0 0,-1 0-1 0 0,15 0 1 0 0,-21 2-158 0 0,-1 1 0 0 0,1-1 0 0 0,-1 0 0 0 0,1 1 0 0 0,-1-1 0 0 0,1 1 0 0 0,-1 0 0 0 0,1 0 0 0 0,-1 0 0 0 0,0 0 0 0 0,1 0 0 0 0,-1 0 0 0 0,0 1 0 0 0,0-1 0 0 0,0 1 0 0 0,0 0 0 0 0,0-1 0 0 0,0 1 0 0 0,-1 0 0 0 0,1 0 0 0 0,0 0-1 0 0,-1 0 1 0 0,0 0 0 0 0,1 1 0 0 0,-1-1 0 0 0,0 0 0 0 0,0 1 0 0 0,0-1 0 0 0,0 4 0 0 0,6 20-618 0 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0:29.3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1 116 11979 0 0,'0'0'69'0'0,"0"1"1"0"0,0-1 0 0 0,0 0 0 0 0,0 1 0 0 0,0-1 0 0 0,1 0-1 0 0,-1 1 1 0 0,0-1 0 0 0,0 0 0 0 0,1 0 0 0 0,-1 1 0 0 0,0-1 0 0 0,0 0-1 0 0,1 0 1 0 0,-1 0 0 0 0,0 1 0 0 0,1-1 0 0 0,-1 0 0 0 0,0 0-1 0 0,1 0 1 0 0,-1 0 0 0 0,0 0 0 0 0,1 1 0 0 0,-1-1 0 0 0,0 0-1 0 0,1 0 1 0 0,-1 0 0 0 0,0 0 0 0 0,1 0 0 0 0,-1 0 0 0 0,0 0 0 0 0,1 0-1 0 0,-1 0 1 0 0,0 0 0 0 0,1-1 0 0 0,-1 1 0 0 0,1 0 0 0 0,18-10 1808 0 0,11-18 228 0 0,-22 19-2229 0 0,-1 1 0 0 0,1 0-1 0 0,1 0 1 0 0,0 1 0 0 0,0 0-1 0 0,0 0 1 0 0,1 1-1 0 0,0 1 1 0 0,10-6 0 0 0,-2 4 63 0 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0:29.7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 15435 0 0,'17'-24'6220'0'0,"-15"24"-6183"0"0,0 0-1 0 0,-1 0 1 0 0,1 0-1 0 0,0 0 1 0 0,-1 0 0 0 0,1 0-1 0 0,0 0 1 0 0,-1 0-1 0 0,1 0 1 0 0,-1 1-1 0 0,1-1 1 0 0,-1 1-1 0 0,1-1 1 0 0,-1 1-1 0 0,1 0 1 0 0,-1 0 0 0 0,1-1-1 0 0,-1 1 1 0 0,0 0-1 0 0,1 0 1 0 0,-1 0-1 0 0,0 1 1 0 0,0-1-1 0 0,0 0 1 0 0,0 0-1 0 0,0 1 1 0 0,0-1-1 0 0,0 0 1 0 0,0 1 0 0 0,0 1-1 0 0,5 7-45 0 0,-1 1 0 0 0,0-1 0 0 0,4 13 0 0 0,-6-14 134 0 0,4 15-26 0 0,0 1-1 0 0,2 25 1 0 0,-6-32 24 0 0,0-1 1 0 0,1 1-1 0 0,1-1 1 0 0,0 0-1 0 0,1-1 1 0 0,9 18-1 0 0,-14-32-104 0 0,0 0 0 0 0,1 0 1 0 0,-1 0-1 0 0,0 0 0 0 0,1 0 0 0 0,-1 0 0 0 0,1-1 0 0 0,0 1 0 0 0,-1 0 1 0 0,1-1-1 0 0,0 0 0 0 0,0 1 0 0 0,0-1 0 0 0,0 0 0 0 0,0 0 0 0 0,0 0 1 0 0,0 0-1 0 0,1 0 0 0 0,-1-1 0 0 0,0 1 0 0 0,0-1 0 0 0,1 1 0 0 0,-1-1 1 0 0,0 0-1 0 0,1 0 0 0 0,-1 0 0 0 0,0 0 0 0 0,1 0 0 0 0,-1 0 0 0 0,3-2 1 0 0,2 0-267 0 0,-1 0 1 0 0,0-1 0 0 0,1 0-1 0 0,-1 0 1 0 0,-1-1 0 0 0,1 0-1 0 0,0 0 1 0 0,-1 0 0 0 0,6-7-1 0 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0:30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85 11979 0 0,'-1'0'321'0'0,"1"-1"-257"0"0,0 1 0 0 0,0 0 1 0 0,0 0-1 0 0,0 0 0 0 0,0 0 0 0 0,0-1 1 0 0,0 1-1 0 0,0 0 0 0 0,0 0 0 0 0,0 0 1 0 0,0-1-1 0 0,0 1 0 0 0,0 0 1 0 0,0 0-1 0 0,0 0 0 0 0,0 0 0 0 0,0-1 1 0 0,0 1-1 0 0,1-2 1028 0 0,0 2-1027 0 0,-1 0-1 0 0,0-1 0 0 0,0 1 0 0 0,0 0 1 0 0,0 0-1 0 0,1 0 0 0 0,-1 0 0 0 0,0 0 1 0 0,0 0-1 0 0,1 0 0 0 0,16-17 2132 0 0,22-14 962 0 0,7 8-1896 0 0,-43 21-1440 0 0,0 1-1 0 0,0 0 1 0 0,0 1-1 0 0,0-1 1 0 0,1 0-1 0 0,-1 1 1 0 0,0 0-1 0 0,0 0 1 0 0,1 0-1 0 0,-1 0 1 0 0,0 0-1 0 0,1 0 1 0 0,3 2-1 0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0:30.1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76 6913 0 0,'4'4'2150'0'0,"-4"-4"-1971"0"0,1 1 1 0 0,-1-1-1 0 0,1 0 0 0 0,-1 0 0 0 0,0 0 0 0 0,1 1 0 0 0,-1-1 1 0 0,1 0-1 0 0,-1 0 0 0 0,1 0 0 0 0,-1 0 0 0 0,1 0 0 0 0,-1 0 0 0 0,1 0 1 0 0,-1 0-1 0 0,1 0 0 0 0,-1 0 0 0 0,1 0 0 0 0,-1 0 0 0 0,1 0 1 0 0,-1-1-1 0 0,1 1 0 0 0,0 0 0 0 0,25-7 4233 0 0,-21 6-4192 0 0,16-5 1137 0 0,-2-1 1 0 0,30-14 0 0 0,-28 11-3595 0 0,41-13 0 0 0,-39 17 478 0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0:30.7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66 6913 0 0,'0'0'210'0'0,"-2"-1"417"0"0,2 0-418 0 0,-1 1 0 0 0,1-1 1 0 0,0 0-1 0 0,-1 1 0 0 0,1-1 0 0 0,0 1 0 0 0,-1-1 0 0 0,1 0 1 0 0,0 1-1 0 0,0-1 0 0 0,0 1 0 0 0,0-1 0 0 0,-1 0 0 0 0,1 1 0 0 0,0-1 1 0 0,0 0-1 0 0,0 1 0 0 0,0-1 0 0 0,0 0 0 0 0,0 1 0 0 0,1-1 1 0 0,-1 0-1 0 0,0 1 0 0 0,0-1 0 0 0,0 1 0 0 0,1-1 0 0 0,-1 0 0 0 0,0 1 1 0 0,1-1-1 0 0,-1 1 0 0 0,0-1 0 0 0,1 1 0 0 0,0-2 419 0 0,0 2-419 0 0,-1-1 0 0 0,1 1 0 0 0,-1-1 0 0 0,1 1 1 0 0,0-1-1 0 0,24-20 2631 0 0,-20 19-2735 0 0,-1-1 1 0 0,1 1 0 0 0,0 0-1 0 0,0 0 1 0 0,0 0 0 0 0,0 1 0 0 0,0-1-1 0 0,0 1 1 0 0,0 1 0 0 0,0-1-1 0 0,1 1 1 0 0,-1-1 0 0 0,0 2-1 0 0,1-1 1 0 0,-1 0 0 0 0,0 1-1 0 0,0 0 1 0 0,0 0 0 0 0,0 1-1 0 0,0 0 1 0 0,0 0 0 0 0,0 0-1 0 0,0 0 1 0 0,-1 0 0 0 0,1 1-1 0 0,-1 0 1 0 0,0 0 0 0 0,1 0-1 0 0,-1 1 1 0 0,-1 0 0 0 0,1-1-1 0 0,-1 1 1 0 0,1 0 0 0 0,-1 1-1 0 0,0-1 1 0 0,0 1 0 0 0,3 8-1 0 0,3 6-62 0 0,-1 0 0 0 0,-1 1 0 0 0,-1 1 0 0 0,-1-1 0 0 0,0 1 0 0 0,-2-1 0 0 0,2 28 0 0 0,-4-8-128 0 0,-2-1 0 0 0,-11 78 1 0 0,10-106-351 0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0:30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17052 0 0,'0'12'752'0'0,"0"-3"160"0"0,0-1-728 0 0,0-3-184 0 0,1 0 0 0 0,-1-4 0 0 0,0 3 800 0 0,0 0 120 0 0,-1 4 25 0 0,1 2 7 0 0,0 0-528 0 0,0-3-104 0 0,1-2-16 0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8:03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618 152 456 0 0,'0'-6'120'0'0,"0"0"0"0"0,0 0 0 0 0,-1 0 0 0 0,0 0-1 0 0,-1 0 1 0 0,1 0 0 0 0,-1 0 0 0 0,0 0 0 0 0,-1 1 0 0 0,1-1 0 0 0,-1 1 0 0 0,0 0-1 0 0,0 0 1 0 0,-1 0 0 0 0,0 0 0 0 0,0 0 0 0 0,0 1 0 0 0,-6-5 0 0 0,4 4 28 0 0,0 0 0 0 0,-1 1-1 0 0,0 0 1 0 0,0 0 0 0 0,0 0 0 0 0,0 1 0 0 0,-1 0 0 0 0,1 1 0 0 0,-1 0 0 0 0,0 0 0 0 0,0 0 0 0 0,0 1 0 0 0,-10 0 0 0 0,-4 0 45 0 0,0 1 0 0 0,0 1-1 0 0,1 1 1 0 0,-1 0 0 0 0,0 2 0 0 0,-25 8 0 0 0,37-9-54 0 0,1 1 0 0 0,-1 0-1 0 0,1 1 1 0 0,0 0 0 0 0,0 0 0 0 0,0 1 0 0 0,1 0 0 0 0,0 1 0 0 0,0 0 0 0 0,1 0 0 0 0,0 0 0 0 0,0 1 0 0 0,1 0 0 0 0,0 1 0 0 0,-7 11 0 0 0,-17 39-67 0 0,2 2 0 0 0,2 0 1 0 0,-22 87-1 0 0,44-131 282 0 0,1 1 0 0 0,1 0 1 0 0,0 0-1 0 0,1 0 0 0 0,1 0 0 0 0,1 0 0 0 0,0 0 0 0 0,7 31 0 0 0,7 11-85 0 0,25 69-1 0 0,-28-93-208 0 0,-2-12 86 0 0,1-1 1 0 0,1 1 0 0 0,1-2-1 0 0,1 0 1 0 0,1 0 0 0 0,1-1 0 0 0,1-1-1 0 0,1-1 1 0 0,0 0 0 0 0,1-2-1 0 0,1 0 1 0 0,1-1 0 0 0,40 23-1 0 0,-41-29-110 0 0,1-1-1 0 0,0-1 0 0 0,1-1 0 0 0,0-1 1 0 0,0 0-1 0 0,0-2 0 0 0,1-1 1 0 0,-1-1-1 0 0,1 0 0 0 0,0-2 0 0 0,-1-1 1 0 0,1 0-1 0 0,0-2 0 0 0,-1 0 0 0 0,1-2 1 0 0,-1-1-1 0 0,28-10 0 0 0,-32 7-18 0 0,-1 0 0 0 0,0-1 0 0 0,0 0 0 0 0,-1-2 0 0 0,-1 0 0 0 0,0 0 0 0 0,19-21 0 0 0,-10 6 17 0 0,-1-1 0 0 0,-1-2 0 0 0,20-33 0 0 0,-24 31-21 0 0,-2-1-1 0 0,-1-1 1 0 0,-2 0-1 0 0,-1-1 1 0 0,13-66-1 0 0,-23 85 0 0 0,0-1 0 0 0,-1 1 1 0 0,-1-1-1 0 0,-1 1 0 0 0,0-1 0 0 0,-5-23 1 0 0,-31-97 106 0 0,12 51-87 0 0,18 58-27 0 0,4 11 9 0 0,-2-1 1 0 0,0 1-1 0 0,-10-21 0 0 0,12 33-11 0 0,0-1 0 0 0,0 2 0 0 0,0-1 0 0 0,0 0-1 0 0,-1 1 1 0 0,0-1 0 0 0,0 1 0 0 0,0 0 0 0 0,0 0-1 0 0,-1 1 1 0 0,1-1 0 0 0,-1 1 0 0 0,0 0 0 0 0,-8-3-1 0 0,-47-17-185 0 0,-113-27 0 0 0,16 6-172 0 0,155 43 271 0 0,-2-1-163 0 0,0 1 0 0 0,0 0 0 0 0,0-1-1 0 0,0 2 1 0 0,0-1 0 0 0,-1 0 0 0 0,1 1-1 0 0,0 0 1 0 0,0 0 0 0 0,-7 0 0 0 0,0 5-4262 0 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8:30.1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36 6449 0 0,'0'-1'99'0'0,"0"1"0"0"0,1-1 0 0 0,-1 1 0 0 0,0-1 0 0 0,0 0 1 0 0,0 1-1 0 0,0-1 0 0 0,0 0 0 0 0,1 0 0 0 0,-1 1 0 0 0,0-1 0 0 0,-1 0 0 0 0,1 1 0 0 0,0-1 0 0 0,0 0 0 0 0,0 1 0 0 0,0-1 0 0 0,0 0 0 0 0,-1 1 0 0 0,1-1 0 0 0,0 0 0 0 0,-1 1 0 0 0,1-1 0 0 0,0 1 0 0 0,-1-1 0 0 0,1 1 0 0 0,-1-1 0 0 0,1 1 0 0 0,-1-1 0 0 0,1 1 0 0 0,-1-1 0 0 0,1 1 0 0 0,-1-1 0 0 0,0 1 0 0 0,1 0 0 0 0,-2-1 0 0 0,-22-12 3102 0 0,21 13-3060 0 0,1 0 0 0 0,0 0 1 0 0,-1 0-1 0 0,1 1 0 0 0,0-1 1 0 0,0 1-1 0 0,-1 0 1 0 0,1 0-1 0 0,0 0 0 0 0,0 0 1 0 0,0 0-1 0 0,0 0 1 0 0,0 0-1 0 0,0 1 0 0 0,1-1 1 0 0,-1 1-1 0 0,0-1 1 0 0,1 1-1 0 0,-1 0 0 0 0,1 0 1 0 0,-1-1-1 0 0,1 1 1 0 0,0 0-1 0 0,-2 3 0 0 0,-3 7 167 0 0,0 0 0 0 0,-7 24 0 0 0,12-35-287 0 0,-21 80 359 0 0,4 0 0 0 0,-15 142 0 0 0,33-218-372 0 0,-10 81-18 0 0,3 91-1 0 0,7-142 3 0 0,2 0 1 0 0,2 0 0 0 0,1 0 0 0 0,2-1-1 0 0,16 50 1 0 0,-15-63 36 0 0,2 0 0 0 0,1-1-1 0 0,0-1 1 0 0,1 0 0 0 0,1 0 0 0 0,1-1 0 0 0,1-1 0 0 0,0 0-1 0 0,33 26 1 0 0,13 5 220 0 0,101 60 0 0 0,-110-75-160 0 0,100 66 1285 0 0,200 172-1 0 0,-335-255-1470 0 0,23 19 329 0 0,-37-33-383 0 0,0 0-1 0 0,0 1 1 0 0,0-1 0 0 0,0-1 0 0 0,1 1 0 0 0,-1 0 0 0 0,1-1 0 0 0,0 0 0 0 0,-1 1 0 0 0,6-1 0 0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8:26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6913 0 0,'4'38'12299'0'0,"10"33"-9315"0"0,3 10-2794 0 0,3 83 8 0 0,-13-88-81 0 0,3 0 1 0 0,4-1-1 0 0,25 80 0 0 0,-23-115-1614 0 0,4-4-3389 0 0,-8-19-2286 0 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8:26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80 10138 0 0,'-5'0'369'0'0,"-28"-1"1002"0"0,20-4 3232 0 0,14 3-4347 0 0,0 1 0 0 0,1 0 0 0 0,0-1 0 0 0,-1 1 0 0 0,1 0 0 0 0,0-1 0 0 0,-1 1 0 0 0,1 0 0 0 0,0 0 0 0 0,0 1 0 0 0,0-1 0 0 0,2 0 0 0 0,-1 0-39 0 0,11-6-42 0 0,77-30 915 0 0,-81 34-1713 0 0,1 0 0 0 0,0 0 0 0 0,-1 1-1 0 0,1 1 1 0 0,0 0 0 0 0,20 0 0 0 0,-13 4-5640 0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8:27.9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68 5065 0 0,'-15'29'1097'0'0,"-2"-1"-1"0"0,-1 0 0 0 0,-1-2 1 0 0,-2 0-1 0 0,0-1 1 0 0,-27 23-1 0 0,64-75 4954 0 0,47-74-4701 0 0,-54 89-1180 0 0,-1-2 0 0 0,0 1 1 0 0,-1-1-1 0 0,-1-1 0 0 0,0 1 0 0 0,-1-1 0 0 0,6-26 1 0 0,-11 36 94 0 0,2-1-1864 0 0,-3 32-5161 0 0,2-21 6436 0 0,-1 1-1 0 0,1-1 0 0 0,0 1 1 0 0,1-1-1 0 0,-1 1 1 0 0,4 7-1 0 0,14 12 4838 0 0,-14-19-3578 0 0,0-1 0 0 0,-1 1 0 0 0,1 0-1 0 0,-1 0 1 0 0,-1 0 0 0 0,6 12 0 0 0,-5-8-266 0 0,0 1-1 0 0,-1 0 0 0 0,3 19 0 0 0,-2 4-719 0 0,-3 68 0 0 0,-1-25 653 0 0,7 10-655 0 0,5 0 0 0 0,39 151-1 0 0,-50-231-98 0 0,1-3-50 0 0,-1-1 0 0 0,0 1 0 0 0,0 0 1 0 0,-1-1-1 0 0,1 1 0 0 0,-1 0 0 0 0,0 0 0 0 0,0-1 0 0 0,0 7 1 0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8:28.1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91 1840 0 0,'-4'-3'13518'0'0,"6"3"-13377"0"0,-1-1-1 0 0,1 0 1 0 0,0 1-1 0 0,-1-1 1 0 0,1 0 0 0 0,-1 0-1 0 0,1 0 1 0 0,-1 0 0 0 0,0 0-1 0 0,1-1 1 0 0,-1 1 0 0 0,1-2-1 0 0,2 0 152 0 0,50-34 2477 0 0,-19 14-8398 0 0,-17 12-643 0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8:28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12 8290 0 0,'3'-12'9851'0'0,"-9"26"-7636"0"0,-10 31-1533 0 0,3 11-147 0 0,3 1-1 0 0,-5 104 1 0 0,17 117-442 0 0,0-174 12 0 0,-1-61-35 0 0,-7 49 0 0 0,4-75-255 0 0,-1 0 0 0 0,0 0-1 0 0,-2 0 1 0 0,0-1 0 0 0,-12 29 0 0 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8:28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83 456 0 0,'10'-25'-470'0'0,"26"-32"19323"0"0,-25 70-17811 0 0,-8-8-377 0 0,53 66 1060 0 0,54 95 1 0 0,-73-105-2364 0 0,3-2-1 0 0,3-1 1 0 0,55 57-1 0 0,-83-97-2915 0 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8:29.1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1 178 6449 0 0,'0'-2'99'0'0,"0"1"0"0"0,1 0 0 0 0,-1-1 0 0 0,1 1 0 0 0,-1 0 0 0 0,1-1 0 0 0,0 1 0 0 0,-1 0-1 0 0,1 0 1 0 0,0 0 0 0 0,0 0 0 0 0,0 0 0 0 0,0 0 0 0 0,0 0 0 0 0,0 0 0 0 0,0 0 0 0 0,0 0 0 0 0,2-1 0 0 0,28-15 2790 0 0,-17 10-2228 0 0,34-21 2449 0 0,68-29 1 0 0,-88 47-4079 0 0,-1 0-1 0 0,34-6 0 0 0,-41 10-26 0 0,-7 2 623 0 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8:30.7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10138 0 0,'11'9'1340'0'0,"0"-1"0"0"0,0 1 0 0 0,18 8 1 0 0,9 7-18 0 0,-1 4-734 0 0,-1 2-1 0 0,-1 1 0 0 0,-2 1 1 0 0,-1 2-1 0 0,-2 2 1 0 0,-1 0-1 0 0,30 53 0 0 0,-30-39-436 0 0,-2 2-1 0 0,-3 1 0 0 0,-2 1 0 0 0,-2 1 1 0 0,17 80-1 0 0,-18-43-133 0 0,-4 1 0 0 0,5 110 0 0 0,-19-137 55 0 0,-2 0-1 0 0,-3 0 0 0 0,-24 124 1 0 0,18-150 169 0 0,-2 0 0 0 0,-2-1 0 0 0,-2-1 0 0 0,-1 0-1 0 0,-2-1 1 0 0,-1-1 0 0 0,-2-1 0 0 0,-2-1 0 0 0,-1-1 0 0 0,-1-1 0 0 0,-2-2 0 0 0,-1 0 0 0 0,-1-2 0 0 0,-38 26 0 0 0,67-52-296 0 0,-2 0-54 0 0,1 0 0 0 0,-1 0 0 0 0,0 0-1 0 0,0-1 1 0 0,0 1 0 0 0,0-1 0 0 0,-5 2 0 0 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7:56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56 10138 0 0,'-5'-15'1451'0'0,"5"12"-1099"0"0,-1 0 0 0 0,0 1 0 0 0,0-1 0 0 0,0 0 1 0 0,0 1-1 0 0,0-1 0 0 0,0 0 0 0 0,-1 1 0 0 0,1 0 0 0 0,-1-1 0 0 0,1 1 0 0 0,-1 0 0 0 0,0 0 0 0 0,-3-3 0 0 0,4 5-250 0 0,0 0 0 0 0,0 1 0 0 0,0-1 0 0 0,0 1-1 0 0,0-1 1 0 0,1 1 0 0 0,-1-1 0 0 0,0 1 0 0 0,0-1 0 0 0,1 1-1 0 0,-1 0 1 0 0,0-1 0 0 0,0 1 0 0 0,1 0 0 0 0,-1-1 0 0 0,1 1-1 0 0,-1 0 1 0 0,1 0 0 0 0,-1 0 0 0 0,1 0 0 0 0,-1 0 0 0 0,1-1-1 0 0,0 1 1 0 0,-1 1 0 0 0,-9 29 425 0 0,8-25-403 0 0,-9 33 69 0 0,2 1 0 0 0,2 0 0 0 0,1 0 0 0 0,0 49 0 0 0,10 164-93 0 0,-3-231-83 0 0,2 41-17 0 0,67 1063 0 0 0,-28-773 589 0 0,-2-21 381 0 0,-36-286-1010 0 0,-1-6-275 0 0,2 0 0 0 0,12 47 0 0 0,-13-74-4955 0 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7:57.0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216 167 8290 0 0,'-175'39'7263'0'0,"135"-29"-5480"0"0,76-13 1232 0 0,32-3-2755 0 0,401-77 1470 0 0,178-10-1002 0 0,-556 81-656 0 0,62-4 53 0 0,-125 14-101 0 0,0 2 0 0 0,1 1 0 0 0,35 6 0 0 0,-59-7-19 0 0,-1 1 0 0 0,0 0 0 0 0,1 1-1 0 0,-1-1 1 0 0,0 1 0 0 0,0 0 0 0 0,0 0 0 0 0,0 0-1 0 0,5 4 1 0 0,-7-4-74 0 0,0-1-1 0 0,-1 1 0 0 0,1 0 0 0 0,0-1 1 0 0,-1 1-1 0 0,1 0 0 0 0,-1 0 1 0 0,0 0-1 0 0,0 0 0 0 0,0 0 1 0 0,0 1-1 0 0,0-1 0 0 0,0 0 1 0 0,-1 0-1 0 0,1 1 0 0 0,-1-1 1 0 0,1 0-1 0 0,-1 1 0 0 0,0 2 1 0 0,-1 7-1000 0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7:57.4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68 7834 0 0,'-22'8'4149'0'0,"36"-11"-1142"0"0,160-29 3510 0 0,-58 13-6498 0 0,2 0-6743 0 0,-98 16 356 0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7:57.6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1 9218 0 0,'-3'2'283'0'0,"0"1"1"0"0,1 0-1 0 0,-1-1 1 0 0,1 1-1 0 0,0 1 1 0 0,0-1-1 0 0,0 0 0 0 0,0 0 1 0 0,0 1-1 0 0,1-1 1 0 0,0 1-1 0 0,-1-1 1 0 0,1 1-1 0 0,0 0 0 0 0,1-1 1 0 0,-1 1-1 0 0,1 0 1 0 0,0 0-1 0 0,0 0 0 0 0,0 5 1 0 0,1 20 2070 0 0,5 35-1 0 0,21 77-175 0 0,-9-57-1545 0 0,86 671 1226 0 0,-73-487-1729 0 0,35 340-1735 0 0,-63-591-4037 0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7:58.4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130 402 14283 0 0,'-53'23'170'0'0,"44"-20"125"0"0,1 0 0 0 0,-1 0 0 0 0,1 1-1 0 0,0 0 1 0 0,0 0 0 0 0,0 1 0 0 0,-11 9 0 0 0,19-14-266 0 0,0 1 1 0 0,0-1-1 0 0,0 0 1 0 0,0 1-1 0 0,0-1 1 0 0,0 0-1 0 0,0 1 1 0 0,0-1-1 0 0,0 0 1 0 0,1 1-1 0 0,-1-1 1 0 0,0 0 0 0 0,0 0-1 0 0,0 1 1 0 0,0-1-1 0 0,1 0 1 0 0,-1 1-1 0 0,0-1 1 0 0,0 0-1 0 0,0 0 1 0 0,1 0-1 0 0,-1 1 1 0 0,0-1-1 0 0,0 0 1 0 0,1 0-1 0 0,-1 0 1 0 0,0 1 0 0 0,0-1-1 0 0,1 0 1 0 0,-1 0-1 0 0,0 0 1 0 0,1 0-1 0 0,-1 0 1 0 0,0 0-1 0 0,1 0 1 0 0,-1 0-1 0 0,0 0 1 0 0,1 0-1 0 0,-1 0 1 0 0,0 0-1 0 0,1 0 1 0 0,17 4 266 0 0,30 0 82 0 0,1-3 0 0 0,-1-2 0 0 0,60-8 0 0 0,-10 1 9 0 0,-51 5-277 0 0,337-30 504 0 0,2299-302 349 0 0,-1381 245-281 0 0,-1273 90-670 0 0,32-3-2 0 0,0 4-1 0 0,-1 2 1 0 0,96 17-1 0 0,-132-12 122 0 0,-17-4-1955 0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8:06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 6913 0 0,'1'-1'159'0'0,"-1"-1"0"0"0,1 1-1 0 0,0 0 1 0 0,-1-1-1 0 0,1 1 1 0 0,0 0-1 0 0,0 0 1 0 0,0 0 0 0 0,0 0-1 0 0,0 0 1 0 0,0 0-1 0 0,0 0 1 0 0,0 0 0 0 0,1 0-1 0 0,-1 1 1 0 0,0-1-1 0 0,0 0 1 0 0,1 1-1 0 0,-1-1 1 0 0,2 0 0 0 0,29-10 2185 0 0,-26 10-1905 0 0,0-1-1 0 0,0 1 1 0 0,0 0 0 0 0,0 0 0 0 0,1 1-1 0 0,-1 0 1 0 0,0 0 0 0 0,0 1 0 0 0,0-1-1 0 0,1 1 1 0 0,6 2 0 0 0,-10-1-255 0 0,1 0 0 0 0,0-1 0 0 0,-1 1 1 0 0,1 1-1 0 0,-1-1 0 0 0,1 0 0 0 0,-1 1 0 0 0,0 0 1 0 0,0 0-1 0 0,0 0 0 0 0,-1 0 0 0 0,1 0 0 0 0,-1 1 1 0 0,0-1-1 0 0,1 1 0 0 0,-2-1 0 0 0,4 8 1 0 0,8 23 218 0 0,-2-1 1 0 0,12 61 0 0 0,2 74-163 0 0,-20-133-191 0 0,-1-4-35 0 0,65 380 353 0 0,-63-381-349 0 0,-1 0 0 0 0,-1 1-1 0 0,0 48 1 0 0,-4-74-368 0 0,0-1 1 0 0,0 1-1 0 0,1 0 1 0 0,-1-1-1 0 0,1 1 1 0 0,0-1-1 0 0,1 0 1 0 0,-1 1-1 0 0,1-1 1 0 0,0 0-1 0 0,4 7 1 0 0,-1-2-779 0 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8:06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209 17 6913 0 0,'-8'1'245'0'0,"0"0"0"0"0,1 1-1 0 0,-1 0 1 0 0,1 1 0 0 0,-1 0-1 0 0,1 0 1 0 0,0 0 0 0 0,0 1-1 0 0,0 0 1 0 0,1 0 0 0 0,0 1-1 0 0,-1 0 1 0 0,1 0-1 0 0,1 0 1 0 0,-1 1 0 0 0,1 0-1 0 0,0 0 1 0 0,-4 7 0 0 0,3-4 162 0 0,0 1 1 0 0,0 1-1 0 0,1-1 1 0 0,1 1-1 0 0,-1-1 1 0 0,2 1-1 0 0,0 1 1 0 0,0-1-1 0 0,1 0 1 0 0,0 1-1 0 0,0 17 1 0 0,3-17-139 0 0,-1 0 1 0 0,2 0 0 0 0,0 0 0 0 0,0 0-1 0 0,1 0 1 0 0,1-1 0 0 0,0 0 0 0 0,0 1 0 0 0,8 11-1 0 0,-11-20-192 0 0,1 1 0 0 0,0-1 0 0 0,0 1 0 0 0,1-1 0 0 0,-1 0 0 0 0,1 1 0 0 0,-1-2 0 0 0,1 1 0 0 0,0 0 0 0 0,0 0 0 0 0,0-1 0 0 0,1 1 0 0 0,-1-1 0 0 0,1 0 0 0 0,-1 0 0 0 0,1-1 0 0 0,-1 1 0 0 0,1-1 0 0 0,0 1 1 0 0,0-1-1 0 0,0 0 0 0 0,0-1 0 0 0,0 1 0 0 0,0-1 0 0 0,0 0 0 0 0,0 0 0 0 0,0 0 0 0 0,0 0 0 0 0,0-1 0 0 0,7-1 0 0 0,-5 0-53 0 0,-1-1 0 0 0,1 0 0 0 0,-1 0 0 0 0,0 0 0 0 0,1-1 0 0 0,-2 0 0 0 0,1 0 0 0 0,0 0 0 0 0,-1-1 1 0 0,0 1-1 0 0,0-1 0 0 0,0 0 0 0 0,5-9 0 0 0,1-2 34 0 0,-1-1 1 0 0,0 0-1 0 0,7-22 0 0 0,-12 28-20 0 0,-2 0 0 0 0,1 0 0 0 0,-1 0-1 0 0,-1-1 1 0 0,0 1 0 0 0,-1-1 0 0 0,0 1-1 0 0,-1 0 1 0 0,0-1 0 0 0,0 1 0 0 0,-6-16-1 0 0,6 19-20 0 0,-1 1 0 0 0,0 0-1 0 0,-1 1 1 0 0,0-1 0 0 0,0 0-1 0 0,-1 1 1 0 0,1 0 0 0 0,-1-1-1 0 0,-1 1 1 0 0,1 1 0 0 0,-1-1-1 0 0,0 1 1 0 0,0 0 0 0 0,0 0-1 0 0,-1 0 1 0 0,0 1 0 0 0,0 0-1 0 0,-13-7 1 0 0,14 10-19 0 0,0-1 1 0 0,0 1 0 0 0,-1 1-1 0 0,1-1 1 0 0,0 1-1 0 0,-1-1 1 0 0,1 2 0 0 0,-1-1-1 0 0,1 0 1 0 0,0 1-1 0 0,-1 0 1 0 0,1 1-1 0 0,0-1 1 0 0,0 1 0 0 0,0 0-1 0 0,0 0 1 0 0,0 0-1 0 0,0 1 1 0 0,1 0-1 0 0,-6 3 1 0 0,1 1-71 0 0,0-1 0 0 0,1 1-1 0 0,0 0 1 0 0,0 1 0 0 0,0 0 0 0 0,1 0-1 0 0,0 1 1 0 0,1 0 0 0 0,-6 10 0 0 0,11-17 13 0 0,-1 1 1 0 0,1-1 0 0 0,1 0 0 0 0,-1 0-1 0 0,0 1 1 0 0,0-1 0 0 0,1 0 0 0 0,-1 1-1 0 0,1-1 1 0 0,0 0 0 0 0,0 1 0 0 0,0-1-1 0 0,0 1 1 0 0,0-1 0 0 0,1 3 0 0 0,4 6-571 0 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8:07.4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 10714 0 0,'-9'62'1643'0'0,"2"-17"-136"0"0,5-31-989 0 0,0 10 1012 0 0,1 47 1 0 0,1-65-1347 0 0,0-1 1 0 0,1 0-1 0 0,0 1 1 0 0,0-1-1 0 0,0 0 1 0 0,1 0-1 0 0,-1 0 1 0 0,1 0 0 0 0,0 0-1 0 0,1 0 1 0 0,-1 0-1 0 0,1-1 1 0 0,0 1-1 0 0,7 7 1 0 0,-9-11-141 0 0,1 1 1 0 0,-1-1-1 0 0,1 0 0 0 0,-1 0 0 0 0,1 0 1 0 0,0 0-1 0 0,-1 0 0 0 0,1 0 0 0 0,0 0 1 0 0,0 0-1 0 0,-1-1 0 0 0,1 1 0 0 0,0-1 1 0 0,0 1-1 0 0,0-1 0 0 0,0 0 0 0 0,0 0 1 0 0,0 0-1 0 0,0 0 0 0 0,0 0 1 0 0,3-1-1 0 0,-2 0 4 0 0,0 0 0 0 0,0 0 0 0 0,0-1 0 0 0,0 1-1 0 0,-1-1 1 0 0,1 0 0 0 0,0 0 0 0 0,-1 0 0 0 0,1 0 0 0 0,-1 0 0 0 0,4-5 0 0 0,0 0 3 0 0,0-1 0 0 0,-1 0 1 0 0,-1 1-1 0 0,1-2 0 0 0,-1 1 0 0 0,0 0 0 0 0,-1-1 1 0 0,3-11-1 0 0,-5 13-10 0 0,0-1 1 0 0,-1 1-1 0 0,0 0 1 0 0,0-1-1 0 0,0 1 1 0 0,-1 0-1 0 0,0 0 1 0 0,0-1-1 0 0,-1 1 1 0 0,0 0-1 0 0,-5-10 1 0 0,6 14-125 0 0,0-1 1 0 0,-1 1-1 0 0,1 0 1 0 0,-1 0-1 0 0,0 0 1 0 0,0 0-1 0 0,-1 0 1 0 0,1 0-1 0 0,0 1 1 0 0,-1-1-1 0 0,0 1 1 0 0,1 0-1 0 0,-1 0 1 0 0,0 0-1 0 0,0 0 1 0 0,0 0-1 0 0,-1 0 1 0 0,1 1-1 0 0,0 0 1 0 0,-1-1-1 0 0,1 1 1 0 0,0 0-1 0 0,-1 1 1 0 0,1-1-1 0 0,-6 0 1 0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8:10.2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 4145 0 0,'-8'6'3921'0'0,"7"-5"-3675"0"0,1-1-1 0 0,0 1 0 0 0,-1-1 0 0 0,1 1 0 0 0,0 0 0 0 0,-1-1 0 0 0,1 1 0 0 0,0 0 0 0 0,0-1 0 0 0,0 1 1 0 0,0 1-1 0 0,-2 28 932 0 0,1 1-1 0 0,1-1 1 0 0,2 1 0 0 0,1-1 0 0 0,8 31 0 0 0,-5-22-711 0 0,87 387 1787 0 0,-41-214-1284 0 0,-42-162-691 0 0,-3 0 0 0 0,3 92 1 0 0,-20 102 22 0 0,2-159-190 0 0,-7 137 334 0 0,15-188-373 0 0,1 0 0 0 0,2 0 0 0 0,2 0 0 0 0,11 47 0 0 0,-10-62-953 0 0,1-1 0 0 0,17 33 0 0 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8:10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0 5985 0 0,'-5'2'654'0'0,"-1"1"1"0"0,1 0-1 0 0,0 0 0 0 0,0 0 0 0 0,0 1 0 0 0,0-1 1 0 0,1 1-1 0 0,-9 9 0 0 0,11-11-253 0 0,0 0-1 0 0,0 1 1 0 0,0-1-1 0 0,0 1 1 0 0,0 0 0 0 0,0 0-1 0 0,1 0 1 0 0,-1 0-1 0 0,1 0 1 0 0,0 0 0 0 0,0 0-1 0 0,0 0 1 0 0,0 1 0 0 0,1-1-1 0 0,-1 0 1 0 0,1 0-1 0 0,0 6 1 0 0,0-6-305 0 0,1-1-1 0 0,0 0 0 0 0,0 0 1 0 0,0 0-1 0 0,1 0 1 0 0,-1 0-1 0 0,0 0 1 0 0,1-1-1 0 0,-1 1 1 0 0,1 0-1 0 0,0-1 1 0 0,0 1-1 0 0,-1-1 0 0 0,1 1 1 0 0,0-1-1 0 0,0 0 1 0 0,0 0-1 0 0,0 0 1 0 0,1 0-1 0 0,-1 0 1 0 0,0-1-1 0 0,0 1 1 0 0,4 0-1 0 0,8 3 94 0 0,1-2 0 0 0,20 2 1 0 0,-27-3-56 0 0,28 1 217 0 0,64-6 0 0 0,-62 1-308 0 0,49 3 0 0 0,-87 0-48 0 0,1 0-1 0 0,-1 0 1 0 0,1 0 0 0 0,0 0 0 0 0,-1 0-1 0 0,1 0 1 0 0,-1 0 0 0 0,1 0 0 0 0,-1 0 0 0 0,1 0-1 0 0,0 1 1 0 0,-1-1 0 0 0,1 0 0 0 0,-1 0-1 0 0,1 1 1 0 0,-1-1 0 0 0,1 0 0 0 0,-1 1-1 0 0,1-1 1 0 0,-1 0 0 0 0,0 1 0 0 0,1-1-1 0 0,-1 1 1 0 0,1-1 0 0 0,-1 0 0 0 0,0 1 0 0 0,1-1-1 0 0,-1 1 1 0 0,0-1 0 0 0,0 1 0 0 0,1 1-1 0 0,-1-1-7 0 0,0 1 0 0 0,-1-1 0 0 0,1 1 0 0 0,0-1 0 0 0,0 0 0 0 0,-1 1 0 0 0,1-1 0 0 0,-1 1 0 0 0,0-1 0 0 0,1 0 0 0 0,-1 1 0 0 0,-1 1 0 0 0,-33 38-277 0 0,32-38 257 0 0,-33 34-53 0 0,7-9-71 0 0,1 2 1 0 0,2 0-1 0 0,-43 66 1 0 0,68-93 156 0 0,-1-1 0 0 0,1 0 0 0 0,0 1 0 0 0,-1-1 0 0 0,1 1 0 0 0,1-1 0 0 0,-1 1 0 0 0,0 0 0 0 0,1-1 0 0 0,-1 1 0 0 0,1 0 0 0 0,0 0 0 0 0,0-1 0 0 0,0 1 0 0 0,0 0 0 0 0,0 0 0 0 0,1-1 0 0 0,-1 1 0 0 0,1 0 0 0 0,0-1 0 0 0,-1 1 0 0 0,4 5 0 0 0,-2-6 1 0 0,-1 0 0 0 0,1 0 0 0 0,0 0 0 0 0,0 0 0 0 0,0 0 0 0 0,1-1 0 0 0,-1 1 0 0 0,0-1 0 0 0,1 1 0 0 0,-1-1 0 0 0,1 0 0 0 0,-1 0 0 0 0,1 0 0 0 0,-1 0 0 0 0,1 0 0 0 0,0-1 0 0 0,0 1 0 0 0,-1-1 0 0 0,1 0 0 0 0,0 1 0 0 0,0-1 1 0 0,4-1-1 0 0,69-11 291 0 0,-64 9-257 0 0,0 0 0 0 0,0 1-1 0 0,0 0 1 0 0,1 1 0 0 0,-1 0 0 0 0,0 1-1 0 0,1 1 1 0 0,-1 0 0 0 0,19 4 0 0 0,-30-5-37 0 0,0 0 1 0 0,1 1 0 0 0,-1-1-1 0 0,0 1 1 0 0,0 0 0 0 0,0-1-1 0 0,0 1 1 0 0,0 0-1 0 0,0 0 1 0 0,0 0 0 0 0,0-1-1 0 0,0 1 1 0 0,0 0 0 0 0,-1 0-1 0 0,1 0 1 0 0,0 1-1 0 0,-1-1 1 0 0,1 0 0 0 0,0 0-1 0 0,-1 0 1 0 0,0 0 0 0 0,1 1-1 0 0,-1-1 1 0 0,0 0 0 0 0,1 0-1 0 0,-1 1 1 0 0,0-1-1 0 0,0 0 1 0 0,0 0 0 0 0,0 1-1 0 0,0-1 1 0 0,0 0 0 0 0,-1 1-1 0 0,1-1 1 0 0,0 0 0 0 0,-1 0-1 0 0,1 0 1 0 0,-1 1-1 0 0,1-1 1 0 0,-1 0 0 0 0,1 0-1 0 0,-2 2 1 0 0,-4 7-78 0 0,0 0-1 0 0,0-1 1 0 0,-13 16-1 0 0,14-19 17 0 0,-57 65-741 0 0,6-7-1167 0 0,23-20-2117 0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8:11.6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5178 4 456 0 0,'4'-1'448'0'0,"-1"0"0"0"0,1 1 0 0 0,0-1 0 0 0,-1 1 1 0 0,1-1-1 0 0,0 1 0 0 0,-1 0 0 0 0,1 1 0 0 0,0-1 0 0 0,0 1 0 0 0,-1-1 0 0 0,1 1 0 0 0,4 2 0 0 0,-2-1 600 0 0,0 0-1 0 0,-1 0 1 0 0,1 1-1 0 0,0 0 1 0 0,-1 0-1 0 0,0 0 1 0 0,0 1-1 0 0,7 5 0 0 0,-4-1-121 0 0,-1 0 0 0 0,0 0 0 0 0,0 0 0 0 0,7 12 0 0 0,2 9-257 0 0,0 1 0 0 0,12 36 0 0 0,-17-40-410 0 0,56 126-64 0 0,42 106 446 0 0,-86-195-514 0 0,-3 1 0 0 0,14 80 0 0 0,3 39-127 0 0,-26-146 0 0 0,0 0 0 0 0,32 65 0 0 0,42 80 75 0 0,-77-166-53 0 0,-7-15-8 0 0,0 1 0 0 0,0-1-1 0 0,0 0 1 0 0,-1 1 0 0 0,1-1 0 0 0,0 1 0 0 0,-1-1 0 0 0,0 1 0 0 0,1-1 0 0 0,-1 1 0 0 0,0-1 0 0 0,1 3 0 0 0,-2-3-6 0 0,1 0 1 0 0,-1 0-1 0 0,1 0 1 0 0,-1-1-1 0 0,0 1 1 0 0,1 0 0 0 0,-1 0-1 0 0,0 0 1 0 0,0-1-1 0 0,1 1 1 0 0,-1 0-1 0 0,0-1 1 0 0,0 1-1 0 0,0 0 1 0 0,0-1 0 0 0,0 1-1 0 0,0-1 1 0 0,0 0-1 0 0,0 1 1 0 0,0-1-1 0 0,0 0 1 0 0,0 1-1 0 0,-2-1 1 0 0,-166 36 154 0 0,-206 45-228 0 0,-5-29-39 0 0,-69 11 35 0 0,289-34 85 0 0,-380 61 183 0 0,-8-47-54 0 0,199-42-142 0 0,-250 3-168 0 0,-96-28 290 0 0,409 6-88 0 0,88 11-74 0 0,-155-11-84 0 0,-43 5 1024 0 0,297 24-1623 0 0,61-6-168 0 0,-41 2 1 0 0,68-7 718 0 0,1 0-1 0 0,-1-1 1 0 0,1 0-1 0 0,-1-1 1 0 0,1 0-1 0 0,0 0 1 0 0,-1-1-1 0 0,-14-7 1 0 0,10 2-1285 0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8:12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60 5265 0 0,'-16'-18'610'0'0,"-10"-9"-575"0"0,6 13 3394 0 0,20 14-3282 0 0,-1 0-1 0 0,1 0 0 0 0,0 0 0 0 0,-1 0 1 0 0,1 0-1 0 0,-1 0 0 0 0,1 0 0 0 0,-1 0 1 0 0,1 0-1 0 0,-1 0 0 0 0,1 0 0 0 0,-1 0 1 0 0,1 0-1 0 0,0 0 0 0 0,-1 0 0 0 0,1 0 1 0 0,-1 1-1 0 0,1-1 0 0 0,-1 0 0 0 0,1 0 0 0 0,0 0 1 0 0,-1 1-1 0 0,1-1 0 0 0,-1 1 147 0 0,1-1-147 0 0,0 0 0 0 0,-1 1 0 0 0,1-1 1 0 0,0 0-1 0 0,-1 1 0 0 0,1-1 0 0 0,0 1 1 0 0,0-1-1 0 0,0 1 0 0 0,0-1 0 0 0,-1 0 1 0 0,1 1-1 0 0,0-1 0 0 0,0 1 0 0 0,0-1 1 0 0,0 1-1 0 0,0-1 0 0 0,0 1 0 0 0,0-1 1 0 0,0 1-1 0 0,0-1 0 0 0,0 1 0 0 0,0-1 1 0 0,1 0-1 0 0,-1 2 0 0 0,2 30 1787 0 0,-2-29-1671 0 0,16 94 1566 0 0,55 182 0 0 0,-19-89-1538 0 0,38 227-329 0 0,0 1-218 0 0,-79-372 327 0 0,-3 1-1 0 0,-1 1 1 0 0,-2-1 0 0 0,-3 1 0 0 0,-1 0-1 0 0,-8 61 1 0 0,4-101 457 0 0,2-3-2108 0 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8:15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61 10594 0 0,'1'-60'10081'0'0,"21"86"-8090"0"0,-1 10-1888 0 0,-1 0-1 0 0,-2 2 0 0 0,-2 0 0 0 0,12 42 1 0 0,31 163 175 0 0,-31-52-213 0 0,-6-37-966 0 0,-19-143-895 0 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8:16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0 576 10594 0 0,'0'0'1115'0'0,"14"2"3772"0"0,-7-1-4530 0 0,84 12 1742 0 0,-81-12-1935 0 0,0-1 0 0 0,0 0 0 0 0,0-1 0 0 0,0 0-1 0 0,0 0 1 0 0,0-1 0 0 0,13-5 0 0 0,-22 7-205 0 0,0 0 0 0 0,-1-1 0 0 0,1 1 0 0 0,0-1 0 0 0,0 0 0 0 0,-1 1 0 0 0,1-1-1 0 0,0 1 1 0 0,-1-1 0 0 0,1 0 0 0 0,-1 0 0 0 0,1 1 0 0 0,-1-1 0 0 0,1 0 0 0 0,-1 0 0 0 0,1 0 0 0 0,-1 1 0 0 0,0-1 0 0 0,1 0 0 0 0,-1 0 0 0 0,0 0 0 0 0,0 0-1 0 0,0 0 1 0 0,0 0 0 0 0,0 0 0 0 0,0 0 0 0 0,0 0 0 0 0,0 1 0 0 0,0-1 0 0 0,0 0 0 0 0,0 0 0 0 0,-1 0 0 0 0,1 0 0 0 0,0 0 0 0 0,-1 0 0 0 0,1 1-1 0 0,-1-2 1 0 0,-21-41-1298 0 0,12 25 1202 0 0,-1-7 506 0 0,2 0-1 0 0,0-1 1 0 0,2-1-1 0 0,1 1 1 0 0,1-1-1 0 0,-3-54 1 0 0,8 65-148 0 0,0 1 0 0 0,2-1 0 0 0,-1 1 0 0 0,2-1 0 0 0,8-28 0 0 0,-7 35-134 0 0,-1 0 1 0 0,1 0 0 0 0,0 1 0 0 0,1-1-1 0 0,0 1 1 0 0,1 0 0 0 0,-1 1 0 0 0,2-1-1 0 0,-1 1 1 0 0,10-9 0 0 0,-11 12-73 0 0,-1 1 0 0 0,1 0 0 0 0,0 0 0 0 0,0 0 0 0 0,0 0 0 0 0,0 1 0 0 0,0-1 0 0 0,1 1 1 0 0,-1 1-1 0 0,1-1 0 0 0,-1 1 0 0 0,1 0 0 0 0,-1 0 0 0 0,1 0 0 0 0,0 1 0 0 0,0 0 0 0 0,-1 0 0 0 0,1 1 0 0 0,0-1 0 0 0,-1 1 1 0 0,1 1-1 0 0,-1-1 0 0 0,1 1 0 0 0,5 2 0 0 0,-3-1-22 0 0,-1 1-1 0 0,0 0 1 0 0,0 1-1 0 0,0-1 1 0 0,-1 1 0 0 0,1 0-1 0 0,-1 1 1 0 0,-1 0 0 0 0,1 0-1 0 0,-1 0 1 0 0,0 0 0 0 0,0 1-1 0 0,0 0 1 0 0,-1 0 0 0 0,0 0-1 0 0,3 10 1 0 0,0 6-437 0 0,-1 1 0 0 0,-2-1 0 0 0,0 1 0 0 0,-1 0 1 0 0,-2 1-1 0 0,-2 38 0 0 0,3 33-510 0 0,-2-94 1017 0 0,0 0 1 0 0,0 0-1 0 0,0 0 1 0 0,0 0-1 0 0,1 0 1 0 0,-1 0-1 0 0,0 0 1 0 0,1 0-1 0 0,0 0 1 0 0,-1 0-1 0 0,1 0 1 0 0,0 0-1 0 0,0 0 1 0 0,0 0-1 0 0,0 0 1 0 0,0-1-1 0 0,1 1 0 0 0,-1-1 1 0 0,0 1-1 0 0,1-1 1 0 0,-1 1-1 0 0,1-1 1 0 0,0 0-1 0 0,-1 1 1 0 0,3 0-1 0 0,-1-2 30 0 0,-1 0 0 0 0,1 1-1 0 0,-1-1 1 0 0,1 0 0 0 0,0-1 0 0 0,-1 1-1 0 0,1 0 1 0 0,-1-1 0 0 0,1 1-1 0 0,-1-1 1 0 0,1 0 0 0 0,-1 0 0 0 0,0 0-1 0 0,1 0 1 0 0,-1 0 0 0 0,0-1 0 0 0,0 1-1 0 0,0-1 1 0 0,4-2 0 0 0,133-122 1340 0 0,-25 19-1198 0 0,-106 100-836 0 0,0 1-1 0 0,0 0 1 0 0,1 1-1 0 0,9-5 1 0 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8:18.9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122 761 3225 0 0,'-25'10'-953'0'0,"-35"13"10"0"0,23-20 14025 0 0,49-15-11391 0 0,0 1-883 0 0,86-64 1494 0 0,115-65 0 0 0,-19 13-1467 0 0,218-129-400 0 0,-350 223-874 0 0,-2-3 1 0 0,78-60 0 0 0,-136 95 86 0 0,8-9 181 0 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8:19.5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54 6449 0 0,'16'-13'732'0'0,"17"-15"1345"0"0,-8 16 2932 0 0,-24 12-4795 0 0,0 0-1 0 0,-1 1 1 0 0,1-1-1 0 0,-1 1 1 0 0,1-1 0 0 0,-1 1-1 0 0,1-1 1 0 0,-1 1-1 0 0,1-1 1 0 0,-1 1 0 0 0,0 0-1 0 0,1-1 1 0 0,-1 1-1 0 0,0 0 1 0 0,0-1 0 0 0,1 1-1 0 0,-1 0 1 0 0,0-1-1 0 0,0 1 1 0 0,0 0 0 0 0,0-1-1 0 0,0 1 1 0 0,0 0-1 0 0,0-1 1 0 0,0 1 0 0 0,0 0-1 0 0,0 1 1 0 0,0 18 134 0 0,-3 85 575 0 0,0-82-859 0 0,2 0 0 0 0,0 0 0 0 0,2-1 0 0 0,0 1 0 0 0,2 0 0 0 0,8 34 0 0 0,-10-53-24 0 0,1 0 0 0 0,0 0 0 0 0,0 0 0 0 0,0 0 0 0 0,0 0 0 0 0,1 0 0 0 0,-1 0 0 0 0,1-1 0 0 0,0 1 0 0 0,0-1 0 0 0,1 0 0 0 0,-1 0 0 0 0,1 0 0 0 0,-1 0 0 0 0,1-1 0 0 0,0 1 0 0 0,0-1 0 0 0,0 0 0 0 0,0 0 0 0 0,0-1 0 0 0,1 1 0 0 0,-1-1 0 0 0,8 1 0 0 0,9 1 101 0 0,0-1 0 0 0,0-1 1 0 0,1-1-1 0 0,21-2 0 0 0,23 0 119 0 0,-33 5-216 0 0,-25-2-450 0 0,0 0 1 0 0,0 0 0 0 0,-1-1 0 0 0,1 0 0 0 0,0 0-1 0 0,0-1 1 0 0,-1 0 0 0 0,14-4 0 0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8:21.5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4145 0 0,'10'-3'8436'0'0,"-8"11"-9030"0"0,57 282 5633 0 0,0 145-2738 0 0,-58-423-2443 0 0,1 9 152 0 0,-2 37-1 0 0,-1-52-524 0 0,0 0-1 0 0,0-1 1 0 0,0 1-1 0 0,0 0 0 0 0,-1-1 1 0 0,-3 9-1 0 0,2-10-931 0 0,1-15-892 0 0,3 8 2613 0 0,-1-14-274 0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8:21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1 180 6913 0 0,'2'-7'410'0'0,"0"0"-1"0"0,0 1 0 0 0,1-1 0 0 0,0 1 0 0 0,0 0 0 0 0,1 0 0 0 0,0 0 0 0 0,0 1 0 0 0,0-1 0 0 0,8-7 0 0 0,-4 4-140 0 0,5-7 1024 0 0,29-29 0 0 0,-38 42-1093 0 0,0-1-1 0 0,0 1 0 0 0,1-1 1 0 0,-1 1-1 0 0,1 1 0 0 0,0-1 1 0 0,0 1-1 0 0,0-1 0 0 0,0 1 1 0 0,0 1-1 0 0,0-1 0 0 0,10-1 1 0 0,-13 3-152 0 0,1 0-1 0 0,-1 1 1 0 0,0-1 0 0 0,0 1 0 0 0,1-1 0 0 0,-1 1 0 0 0,0 0 0 0 0,0 0 0 0 0,0 0 0 0 0,1 0 0 0 0,-1 0-1 0 0,0 1 1 0 0,-1-1 0 0 0,1 0 0 0 0,0 1 0 0 0,0 0 0 0 0,-1-1 0 0 0,1 1 0 0 0,-1 0 0 0 0,1 0 0 0 0,-1 0-1 0 0,0 0 1 0 0,1 0 0 0 0,-1 0 0 0 0,0 0 0 0 0,-1 0 0 0 0,1 1 0 0 0,0-1 0 0 0,0 3 0 0 0,2 6-116 0 0,0 1-1 0 0,-1-1 1 0 0,0 1 0 0 0,0 19 0 0 0,-3 3-252 0 0,-1 1-1 0 0,-1 0 1 0 0,-2-1 0 0 0,-14 51 0 0 0,-55 129-78 0 0,74-214 504 0 0,-1 1 0 0 0,1 0-1 0 0,-1 0 1 0 0,1-1 0 0 0,0 1 0 0 0,-1 0 0 0 0,1 0 0 0 0,0 0 0 0 0,0 0 0 0 0,0-1 0 0 0,0 1 0 0 0,0 0-1 0 0,0 0 1 0 0,0 0 0 0 0,0 0 0 0 0,0 0 0 0 0,0 0 0 0 0,0-1 0 0 0,0 1 0 0 0,1 0 0 0 0,-1 0-1 0 0,0 0 1 0 0,0-1 0 0 0,1 2 0 0 0,0-1-19 0 0,0-1-1 0 0,0 0 0 0 0,0 1 1 0 0,0-1-1 0 0,-1 1 1 0 0,1-1-1 0 0,0 0 0 0 0,0 0 1 0 0,0 0-1 0 0,0 0 0 0 0,0 1 1 0 0,0-1-1 0 0,0 0 1 0 0,0-1-1 0 0,0 1 0 0 0,0 0 1 0 0,0 0-1 0 0,1-1 1 0 0,10-2 348 0 0,0-1 0 0 0,21-10 0 0 0,-17 7-280 0 0,3 0-82 0 0,-1 1-1 0 0,1 1 1 0 0,38-5 0 0 0,21 8-2850 0 0,-56 3-4184 0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8:22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95 7834 0 0,'1'0'173'0'0,"1"1"1"0"0,0 0 0 0 0,-1-1-1 0 0,1 0 1 0 0,0 1 0 0 0,0-1-1 0 0,0 0 1 0 0,-1 0 0 0 0,1 0-1 0 0,0 0 1 0 0,0 0 0 0 0,0 0-1 0 0,-1 0 1 0 0,1-1 0 0 0,0 1-1 0 0,2-2 1 0 0,34-9 1914 0 0,-33 9-1678 0 0,8-3 226 0 0,-1-1-1 0 0,0 0 0 0 0,-1-1 1 0 0,16-11-1 0 0,-15 10-686 0 0,0 0 1 0 0,0 1 0 0 0,20-9-1 0 0,-22 15-3069 0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8:22.6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299 16 9218 0 0,'-4'-3'390'0'0,"0"1"0"0"0,0 0-1 0 0,-1 0 1 0 0,1 1 0 0 0,-1-1 0 0 0,1 1-1 0 0,-1 0 1 0 0,1 0 0 0 0,-1 1 0 0 0,0-1 0 0 0,1 1-1 0 0,-1 0 1 0 0,0 0 0 0 0,1 1 0 0 0,-1-1-1 0 0,1 1 1 0 0,-1 0 0 0 0,0 0 0 0 0,1 1 0 0 0,0-1-1 0 0,-1 1 1 0 0,-6 4 0 0 0,1-1 16 0 0,-1 1 0 0 0,0 0 1 0 0,1 1-1 0 0,0 0 0 0 0,1 0 0 0 0,0 1 0 0 0,-14 16 1 0 0,10-9-304 0 0,2 1 1 0 0,0 0-1 0 0,1 1 1 0 0,1 0-1 0 0,1 0 1 0 0,-10 28-1 0 0,14-34-115 0 0,1 0 0 0 0,0 0 0 0 0,1 0 0 0 0,0 0-1 0 0,1 0 1 0 0,0 0 0 0 0,1 1 0 0 0,0-1 0 0 0,1 0 0 0 0,0 1 0 0 0,1-1 0 0 0,4 17-1 0 0,-5-26-23 0 0,-1 0-1 0 0,1 0 0 0 0,0 0 0 0 0,0 0 0 0 0,0 0 1 0 0,0 0-1 0 0,0 0 0 0 0,0 0 0 0 0,0 0 1 0 0,1 0-1 0 0,-1-1 0 0 0,1 1 0 0 0,-1 0 1 0 0,1-1-1 0 0,0 1 0 0 0,-1-1 0 0 0,1 0 0 0 0,0 0 1 0 0,0 1-1 0 0,0-1 0 0 0,3 1 0 0 0,-2-2-21 0 0,0 0-1 0 0,-1 1 0 0 0,1-1 1 0 0,0 0-1 0 0,-1-1 1 0 0,1 1-1 0 0,0 0 0 0 0,0-1 1 0 0,-1 1-1 0 0,1-1 0 0 0,-1 0 1 0 0,1 0-1 0 0,0 0 1 0 0,-1 0-1 0 0,3-2 0 0 0,5-4-61 0 0,0 1 0 0 0,-1-2 0 0 0,0 1 0 0 0,0-1 0 0 0,-1-1 0 0 0,15-17 0 0 0,-13 9 270 0 0,0-1 0 0 0,0 0-1 0 0,-2 0 1 0 0,0-1 0 0 0,-2 0-1 0 0,0 0 1 0 0,-1-1 0 0 0,4-27 0 0 0,5-18 1231 0 0,-14 63-1342 0 0,1 0 1 0 0,-1 0-1 0 0,1 1 1 0 0,-1-1-1 0 0,1 0 0 0 0,0 1 1 0 0,0-1-1 0 0,-1 1 1 0 0,1-1-1 0 0,0 1 1 0 0,0-1-1 0 0,0 1 1 0 0,1-1-1 0 0,-1 1 1 0 0,0 0-1 0 0,1 0 0 0 0,-1 0 1 0 0,3-2-1 0 0,-3 3-32 0 0,-1 0 0 0 0,1 0 0 0 0,0 0-1 0 0,0 0 1 0 0,0 0 0 0 0,0 1-1 0 0,0-1 1 0 0,0 0 0 0 0,0 0 0 0 0,0 1-1 0 0,0-1 1 0 0,-1 0 0 0 0,1 1 0 0 0,0-1-1 0 0,0 1 1 0 0,0-1 0 0 0,-1 1 0 0 0,1 0-1 0 0,0-1 1 0 0,-1 1 0 0 0,1 0 0 0 0,0-1-1 0 0,-1 1 1 0 0,1 0 0 0 0,-1 0 0 0 0,1-1-1 0 0,-1 1 1 0 0,0 0 0 0 0,1 0 0 0 0,-1 0-1 0 0,0 0 1 0 0,1 0 0 0 0,-1 0-1 0 0,0 0 1 0 0,0 1 0 0 0,25 87 36 0 0,-18-58-39 0 0,2-1 0 0 0,16 40-1 0 0,-21-61-143 0 0,0-1-1 0 0,1 1 0 0 0,0-1 0 0 0,0 0 0 0 0,1 0 0 0 0,0-1 1 0 0,1 0-1 0 0,-1 0 0 0 0,1 0 0 0 0,1-1 0 0 0,-1 0 0 0 0,10 5 1 0 0,-15-9-115 0 0,1-1 1 0 0,-1 1 0 0 0,1-1-1 0 0,0 0 1 0 0,-1 0 0 0 0,1 0-1 0 0,0 0 1 0 0,0-1 0 0 0,0 1-1 0 0,0-1 1 0 0,0 0 0 0 0,3 1 0 0 0,7-3-953 0 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8:22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7 115 9218 0 0,'-3'-28'152'0'0,"-1"-17"3143"0"0,7 4 3844 0 0,8 74-4213 0 0,4 44-2452 0 0,103 465-122 0 0,-103-478-2641 0 0,-8-33-5391 0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8:23.0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1 281 8290 0 0,'0'-6'651'0'0,"0"-1"1"0"0,0 1 0 0 0,0-1-1 0 0,1 1 1 0 0,0-1 0 0 0,1 1-1 0 0,-1 0 1 0 0,1-1-1 0 0,0 1 1 0 0,0 0 0 0 0,1 0-1 0 0,0 0 1 0 0,6-9 0 0 0,6-7 373 0 0,33-39 0 0 0,-39 50-1369 0 0,1 1 0 0 0,0 0 0 0 0,0 1 0 0 0,1 0 0 0 0,1 0 0 0 0,-1 1 0 0 0,1 1 0 0 0,26-13 1 0 0,-10 12-5671 0 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8:23.3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1 374 6449 0 0,'13'-5'932'0'0,"0"-1"0"0"0,0-1 0 0 0,0-1-1 0 0,-1 1 1 0 0,0-2 0 0 0,0 0 0 0 0,17-17 0 0 0,-12 11-89 0 0,8-6 592 0 0,41-47 0 0 0,-59 59-1243 0 0,0 0 0 0 0,0 0 0 0 0,-1-1 0 0 0,0 0 1 0 0,0 0-1 0 0,-1 0 0 0 0,-1 0 0 0 0,0-1 1 0 0,3-11-1 0 0,-6 16-73 0 0,-1 1 0 0 0,0-1-1 0 0,0 0 1 0 0,-1 1 0 0 0,1-1 0 0 0,-1 1 0 0 0,-3-8 0 0 0,4 11-94 0 0,0 1 0 0 0,0-1 0 0 0,0 1-1 0 0,-1 0 1 0 0,1-1 0 0 0,-1 1 0 0 0,1 0 0 0 0,-1-1 0 0 0,1 1 0 0 0,-1 0 0 0 0,0 0 0 0 0,1 0 0 0 0,-1 0 0 0 0,0-1 0 0 0,0 1-1 0 0,0 0 1 0 0,0 1 0 0 0,0-1 0 0 0,0 0 0 0 0,0 0 0 0 0,-1 0 0 0 0,1 0 0 0 0,0 1 0 0 0,0-1 0 0 0,-1 1 0 0 0,1-1 0 0 0,0 1-1 0 0,0-1 1 0 0,-1 1 0 0 0,1 0 0 0 0,-1 0 0 0 0,1-1 0 0 0,0 1 0 0 0,-3 1 0 0 0,2-1-24 0 0,1 1 0 0 0,-1 0 0 0 0,1 0 1 0 0,-1 0-1 0 0,1 0 0 0 0,0 1 0 0 0,-1-1 0 0 0,1 0 1 0 0,0 1-1 0 0,0-1 0 0 0,0 0 0 0 0,0 1 0 0 0,0 0 1 0 0,0-1-1 0 0,1 1 0 0 0,-1-1 0 0 0,0 4 0 0 0,-10 33-42 0 0,10-34 26 0 0,-2 8 11 0 0,1 0-1 0 0,0 0 1 0 0,1 0 0 0 0,0 0-1 0 0,1 0 1 0 0,1 0-1 0 0,0 0 1 0 0,0 0 0 0 0,1-1-1 0 0,6 22 1 0 0,-5-26-64 0 0,-1 0 0 0 0,1-1 0 0 0,1 1 1 0 0,-1-1-1 0 0,1 0 0 0 0,0 0 0 0 0,1 0 0 0 0,-1-1 1 0 0,1 1-1 0 0,0-1 0 0 0,1 0 0 0 0,-1-1 1 0 0,1 1-1 0 0,0-1 0 0 0,0 0 0 0 0,0-1 0 0 0,0 1 1 0 0,1-1-1 0 0,8 3 0 0 0,37 6-1647 0 0,-23-7 311 0 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8:23.7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221 414 4145 0 0,'-3'-1'329'0'0,"1"0"1"0"0,-1 0-1 0 0,0 1 1 0 0,1-1-1 0 0,-1 1 0 0 0,0 0 1 0 0,1 0-1 0 0,-1 0 1 0 0,0 0-1 0 0,0 0 1 0 0,1 1-1 0 0,-1-1 0 0 0,-4 2 1 0 0,-36 10 3525 0 0,43-12-3807 0 0,-10 4 516 0 0,1 0-1 0 0,0 0 1 0 0,0 1 0 0 0,1 0-1 0 0,-1 0 1 0 0,1 1 0 0 0,1 0-1 0 0,-1 0 1 0 0,1 1 0 0 0,0 0-1 0 0,0 1 1 0 0,-8 11 0 0 0,12-15-468 0 0,1 0 1 0 0,-1 0 0 0 0,1 0-1 0 0,0 0 1 0 0,0 1-1 0 0,0-1 1 0 0,1 1 0 0 0,0-1-1 0 0,-1 1 1 0 0,1-1-1 0 0,1 1 1 0 0,-1 0 0 0 0,1 0-1 0 0,0-1 1 0 0,0 1-1 0 0,0 0 1 0 0,1 0 0 0 0,0-1-1 0 0,-1 1 1 0 0,2-1 0 0 0,-1 1-1 0 0,0 0 1 0 0,1-1-1 0 0,0 0 1 0 0,0 1 0 0 0,0-1-1 0 0,6 7 1 0 0,-6-8-134 0 0,0-1 0 0 0,0 1 1 0 0,0-1-1 0 0,0 0 0 0 0,0 0 0 0 0,0 0 1 0 0,1 0-1 0 0,-1 0 0 0 0,1 0 0 0 0,-1-1 1 0 0,1 1-1 0 0,0-1 0 0 0,-1 0 0 0 0,1 0 1 0 0,0 0-1 0 0,0 0 0 0 0,0 0 0 0 0,0 0 1 0 0,0-1-1 0 0,0 0 0 0 0,0 1 0 0 0,0-1 1 0 0,0 0-1 0 0,1 0 0 0 0,-1-1 0 0 0,0 1 1 0 0,0-1-1 0 0,0 0 0 0 0,0 1 0 0 0,-1-1 1 0 0,1-1-1 0 0,0 1 0 0 0,0 0 0 0 0,0-1 1 0 0,3-2-1 0 0,2-1-418 0 0,0-1 1 0 0,-1 0 0 0 0,0 0-1 0 0,0-1 1 0 0,0 0-1 0 0,-1 0 1 0 0,0 0 0 0 0,0-1-1 0 0,-1 0 1 0 0,5-10-1 0 0,-3 4-66 0 0,-2-1-1 0 0,0 0 0 0 0,0 0 0 0 0,-2 0 0 0 0,0 0 0 0 0,0-1 0 0 0,-2 1 0 0 0,0-1 0 0 0,-1-25 1 0 0,-5-14 1501 0 0,-17-77 1 0 0,4 32 1219 0 0,15 74-1281 0 0,3 16-253 0 0,-1 0 1 0 0,-1-1-1 0 0,0 1 0 0 0,0 0 0 0 0,-1 0 0 0 0,-5-12 0 0 0,8 21-630 0 0,0 1-1 0 0,0 0 0 0 0,0 0 1 0 0,0 0-1 0 0,0 0 0 0 0,0 0 0 0 0,0 0 1 0 0,0-1-1 0 0,0 1 0 0 0,0 0 1 0 0,0 0-1 0 0,0 0 0 0 0,0 0 0 0 0,-1 0 1 0 0,1 0-1 0 0,0-1 0 0 0,0 1 1 0 0,0 0-1 0 0,0 0 0 0 0,0 0 1 0 0,0 0-1 0 0,-1 0 0 0 0,1 0 0 0 0,0 0 1 0 0,0 0-1 0 0,0 0 0 0 0,0 0 1 0 0,0 0-1 0 0,0 0 0 0 0,-1 0 0 0 0,1 0 1 0 0,0 0-1 0 0,0 0 0 0 0,0 0 1 0 0,0 0-1 0 0,-1 0 0 0 0,1 0 0 0 0,0 0 1 0 0,0 0-1 0 0,0 0 0 0 0,0 0 1 0 0,0 0-1 0 0,0 0 0 0 0,-1 0 0 0 0,1 0 1 0 0,0 0-1 0 0,0 0 0 0 0,0 0 1 0 0,0 0-1 0 0,0 0 0 0 0,0 1 0 0 0,-1-1 1 0 0,1 0-1 0 0,0 0 0 0 0,0 0 1 0 0,0 0-1 0 0,-5 13 551 0 0,-1 15-224 0 0,4 18-39 0 0,2-1 1 0 0,2 0 0 0 0,2 0-1 0 0,2 0 1 0 0,19 71 0 0 0,73 284-2286 0 0,-88-360-3867 0 0,1-3-1920 0 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8:24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76 108 1840 0 0,'0'-18'-23'0'0,"1"10"1391"0"0,0 1 0 0 0,-1 0 1 0 0,0-1-1 0 0,-1 1 1 0 0,0 0-1 0 0,0-1 0 0 0,0 1 1 0 0,-1 0-1 0 0,-7-15 1919 0 0,9 22-3150 0 0,-1 0 0 0 0,1 0 0 0 0,0 0 0 0 0,-1-1 0 0 0,1 1 0 0 0,-1 0 0 0 0,1 0 0 0 0,0 0 0 0 0,-1 0 0 0 0,1 0 0 0 0,0 0 0 0 0,-1 0 0 0 0,1 0 0 0 0,-1 0 0 0 0,1 0 0 0 0,0 0 0 0 0,-1 0 0 0 0,1 0 0 0 0,0 0 1 0 0,-1 0-1 0 0,0 1 0 0 0,-10 11 1592 0 0,-4 19-1116 0 0,7-4-533 0 0,2-1 1 0 0,1 1 0 0 0,1 0 0 0 0,1 0 0 0 0,2 0 0 0 0,0 0 0 0 0,2 0 0 0 0,1 0-1 0 0,1 0 1 0 0,13 48 0 0 0,-6-36-224 0 0,3 0 0 0 0,1 0-1 0 0,2-2 1 0 0,1 0 0 0 0,3 0-1 0 0,35 50 1 0 0,-17-37-3850 0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8:24.3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173 208 6449 0 0,'-21'-4'37'0'0,"-11"-2"2960"0"0,0-1 0 0 0,-44-17 0 0 0,75 24-2922 0 0,1 0 1 0 0,0 0-1 0 0,-1 0 1 0 0,1 0-1 0 0,-1 0 1 0 0,1 0-1 0 0,-1 0 1 0 0,1 0-1 0 0,-1-1 1 0 0,1 1-1 0 0,0 0 1 0 0,-1 0-1 0 0,1 0 1 0 0,-1-1-1 0 0,1 1 1 0 0,0 0-1 0 0,-1 0 1 0 0,1-1-1 0 0,0 1 1 0 0,-1 0-1 0 0,1-1 1 0 0,0 1-1 0 0,-1 0 0 0 0,1-1 1 0 0,0 1-1 0 0,0-1 1 0 0,-1 1-1 0 0,1 0 1 0 0,0-1-1 0 0,0 1 1 0 0,0-1-1 0 0,0 1 1 0 0,0-1-1 0 0,0 1 1 0 0,0 0-1 0 0,-1-1 1 0 0,1 1-1 0 0,0-1 1 0 0,0 1-1 0 0,1-1 1 0 0,-1 1-1 0 0,0-1 1 0 0,0 1-1 0 0,0 0 1 0 0,0-1-1 0 0,0 1 1 0 0,0-1-1 0 0,1 1 1 0 0,-1-1-1 0 0,0 1 1 0 0,0 0-1 0 0,1-1 1 0 0,-1 1-1 0 0,0 0 1 0 0,0-1-1 0 0,1 1 1 0 0,-1 0-1 0 0,0-1 1 0 0,1 1-1 0 0,-1 0 1 0 0,1 0-1 0 0,-1-1 1 0 0,1 1-1 0 0,34-17 653 0 0,-24 12-451 0 0,65-32-1484 0 0,110-38 0 0 0,-146 62-96 0 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8:24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1 9218 0 0,'-8'5'580'0'0,"1"0"1"0"0,0 1-1 0 0,1 1 0 0 0,-1-1 1 0 0,1 1-1 0 0,0 0 0 0 0,1 0 0 0 0,-1 1 1 0 0,-7 14-1 0 0,9-13-371 0 0,0 0 0 0 0,1 0 1 0 0,0 0-1 0 0,1 0 0 0 0,-1 1 0 0 0,2-1 0 0 0,-1 1 0 0 0,1 18 1 0 0,1-20-179 0 0,0-1 0 0 0,1 0 0 0 0,0 0 0 0 0,0 1 0 0 0,1-1 0 0 0,0 0 0 0 0,0 0 0 0 0,1 0 0 0 0,0 0 0 0 0,0-1 0 0 0,0 1 0 0 0,1-1 0 0 0,0 0 0 0 0,0 0 0 0 0,1 0 0 0 0,0 0 1 0 0,0-1-1 0 0,0 0 0 0 0,1 0 0 0 0,-1 0 0 0 0,1-1 0 0 0,0 0 0 0 0,0 0 0 0 0,1 0 0 0 0,-1-1 0 0 0,1 0 0 0 0,8 3 0 0 0,-9-5 49 0 0,0 1 0 0 0,0-1 0 0 0,0 0 0 0 0,0 0-1 0 0,1-1 1 0 0,-1 0 0 0 0,0 0 0 0 0,0 0 0 0 0,1-1 0 0 0,-1 0-1 0 0,0 0 1 0 0,0 0 0 0 0,0-1 0 0 0,0 0 0 0 0,0 0 0 0 0,9-5 0 0 0,-12 5-8 0 0,0 0 1 0 0,0 0 0 0 0,0 0 0 0 0,0 0 0 0 0,-1 0 0 0 0,1-1 0 0 0,0 1 0 0 0,-1-1-1 0 0,0 0 1 0 0,1 1 0 0 0,-1-1 0 0 0,-1 0 0 0 0,1 0 0 0 0,0-1 0 0 0,-1 1-1 0 0,1 0 1 0 0,-1-1 0 0 0,0 1 0 0 0,0 0 0 0 0,0-1 0 0 0,-1 0 0 0 0,1 1-1 0 0,-1-1 1 0 0,0 1 0 0 0,0-1 0 0 0,0 1 0 0 0,0-1 0 0 0,-1 0 0 0 0,-1-5 0 0 0,-1-3 151 0 0,-1 1 0 0 0,0 0 0 0 0,-1 0 1 0 0,0 1-1 0 0,-1 0 0 0 0,-8-13 0 0 0,11 19-225 0 0,0-1 0 0 0,-1 1 0 0 0,1 0 0 0 0,-1 0 0 0 0,0 0-1 0 0,0 0 1 0 0,0 0 0 0 0,-1 1 0 0 0,1 0 0 0 0,-1 0-1 0 0,0 0 1 0 0,0 1 0 0 0,0 0 0 0 0,0 0 0 0 0,-7-2 0 0 0,1 3-1649 0 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8:25.0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1 141 9818 0 0,'0'0'37'0'0,"0"0"-1"0"0,0-1 1 0 0,0 1-1 0 0,0 0 1 0 0,0-1-1 0 0,0 1 1 0 0,0 0-1 0 0,0 0 1 0 0,0-1-1 0 0,0 1 1 0 0,0 0-1 0 0,0-1 1 0 0,0 1-1 0 0,0 0 1 0 0,0 0-1 0 0,0-1 1 0 0,0 1-1 0 0,0 0 1 0 0,0-1-1 0 0,1 1 1 0 0,-1 0-1 0 0,0 0 1 0 0,0-1-1 0 0,0 1 1 0 0,1 0-1 0 0,-1 0 1 0 0,0 0-1 0 0,0-1 1 0 0,0 1-1 0 0,1 0 1 0 0,-1 0-1 0 0,0 0 1 0 0,0 0-1 0 0,1-1 1 0 0,-1 1 0 0 0,0 0-1 0 0,0 0 1 0 0,1 0-1 0 0,0 0 1 0 0,19-5 3588 0 0,21 4 1366 0 0,-32 2-4779 0 0,-1 1 0 0 0,0 0 0 0 0,0 1 0 0 0,0 0 0 0 0,0 0-1 0 0,-1 0 1 0 0,1 1 0 0 0,-1 0 0 0 0,0 1 0 0 0,0 0 0 0 0,-1 0 0 0 0,1 0 0 0 0,-1 1 0 0 0,8 9 0 0 0,-5-6-198 0 0,-1 1 0 0 0,-1 0 0 0 0,1 0-1 0 0,-2 1 1 0 0,0 0 0 0 0,0 0 0 0 0,-1 0 0 0 0,0 1 0 0 0,3 13 0 0 0,-9-19 525 0 0,-6-14-106 0 0,-8-14 59 0 0,11 12-372 0 0,1-1 0 0 0,1 0-1 0 0,-1 1 1 0 0,2-1 0 0 0,-1 0 0 0 0,2 0-1 0 0,-1 0 1 0 0,2 0 0 0 0,-1 0 0 0 0,3-11-1 0 0,13-44-1439 0 0,8 5-5482 0 0,-9 31-884 0 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8:34.6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11058 0 0,'0'0'1247'0'0,"-1"21"3438"0"0,4-5-4057 0 0,1 0 0 0 0,0-1 0 0 0,1 1 0 0 0,0-1 0 0 0,2 0 0 0 0,7 15 0 0 0,56 84 124 0 0,-42-71-359 0 0,-10-11-343 0 0,-1 0-1 0 0,-2 0 0 0 0,-2 2 0 0 0,0 0 0 0 0,-3 0 1 0 0,0 1-1 0 0,6 51 0 0 0,-2-23-2467 0 0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8:34.9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91 419 5985 0 0,'-12'-14'626'0'0,"1"0"0"0"0,0-1 0 0 0,1-1 0 0 0,1 0 0 0 0,-11-23 0 0 0,17 31-128 0 0,0 0 0 0 0,0-1 0 0 0,1 1 0 0 0,0 0 0 0 0,0-1 0 0 0,1 0 0 0 0,0 1 0 0 0,0-1 0 0 0,1 0 0 0 0,0 0 0 0 0,1 1 0 0 0,0-1 0 0 0,3-13 0 0 0,0 14-189 0 0,-1 0 0 0 0,1 0-1 0 0,0 0 1 0 0,1 1 0 0 0,0 0 0 0 0,0 0 0 0 0,1 0 0 0 0,0 0 0 0 0,0 1 0 0 0,0 0-1 0 0,1 0 1 0 0,8-5 0 0 0,5-4-26 0 0,1 2 0 0 0,1 1 0 0 0,23-10-1 0 0,-39 19-472 0 0,1 1 1 0 0,0-1-1 0 0,-1 2 0 0 0,1-1 0 0 0,0 1 0 0 0,0 0 0 0 0,8 0 0 0 0,-11 1-423 0 0,0 0-1 0 0,0 1 1 0 0,0-1-1 0 0,-1 1 0 0 0,1 0 1 0 0,0-1-1 0 0,0 2 0 0 0,5 1 1 0 0,-1 2-874 0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8:35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1 187 9218 0 0,'0'-3'349'0'0,"1"0"1"0"0,-1 0-1 0 0,1 0 0 0 0,0 1 0 0 0,0-1 1 0 0,0 0-1 0 0,0 1 0 0 0,0-1 1 0 0,1 1-1 0 0,-1-1 0 0 0,3-1 0 0 0,-2 1-218 0 0,7-13 467 0 0,1 0 0 0 0,1 1 0 0 0,1 0 0 0 0,19-19 0 0 0,-26 29-782 0 0,1 0-1 0 0,1 0 1 0 0,-1 0 0 0 0,1 0-1 0 0,0 1 1 0 0,0 0 0 0 0,0 1-1 0 0,0 0 1 0 0,1 0 0 0 0,-1 0 0 0 0,1 1-1 0 0,0 0 1 0 0,8-1 0 0 0,2 2-4924 0 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8:35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39 6913 0 0,'-16'20'10283'0'0,"15"-17"-9776"0"0,4 10 143 0 0,4 6 208 0 0,0 5-488 0 0,2 0 1 0 0,0-1-1 0 0,2 0 0 0 0,0-1 1 0 0,2 0-1 0 0,16 23 0 0 0,-28-44-382 0 0,0 0-1 0 0,-1 0 0 0 0,1 0 0 0 0,0 0 0 0 0,0 0 1 0 0,-1 0-1 0 0,1 0 0 0 0,0 0 0 0 0,0 0 1 0 0,0-1-1 0 0,0 1 0 0 0,0 0 0 0 0,1-1 1 0 0,-1 1-1 0 0,0 0 0 0 0,0-1 0 0 0,0 0 1 0 0,0 1-1 0 0,1-1 0 0 0,-1 1 0 0 0,0-1 0 0 0,0 0 1 0 0,1 0-1 0 0,-1 0 0 0 0,0 0 0 0 0,1 0 1 0 0,-1 0-1 0 0,0 0 0 0 0,0 0 0 0 0,1-1 1 0 0,-1 1-1 0 0,0 0 0 0 0,0-1 0 0 0,1 1 0 0 0,-1-1 1 0 0,0 1-1 0 0,0-1 0 0 0,0 0 0 0 0,0 1 1 0 0,0-1-1 0 0,0 0 0 0 0,0 0 0 0 0,0 0 1 0 0,0 0-1 0 0,0 0 0 0 0,0 0 0 0 0,-1 0 1 0 0,1 0-1 0 0,0 0 0 0 0,0-2 0 0 0,3-4-263 0 0,-1 0-1 0 0,1 0 1 0 0,-1 0-1 0 0,-1-1 1 0 0,0 1-1 0 0,0 0 1 0 0,1-10-1 0 0,-2-3-90 0 0,0 0-1 0 0,-1 0 1 0 0,-4-22-1 0 0,2 24 1295 0 0,0-1 0 0 0,2 0 0 0 0,2-28 0 0 0,-2 47-901 0 0,0 0 1 0 0,0 0-1 0 0,0 0 1 0 0,0 0 0 0 0,0 0-1 0 0,0 0 1 0 0,0-1-1 0 0,0 1 1 0 0,0 0-1 0 0,0 0 1 0 0,0 0-1 0 0,0 0 1 0 0,0 0-1 0 0,0 0 1 0 0,0 0-1 0 0,0-1 1 0 0,1 1 0 0 0,-1 0-1 0 0,0 0 1 0 0,0 0-1 0 0,0 0 1 0 0,0 0-1 0 0,0 0 1 0 0,0 0-1 0 0,0 0 1 0 0,0 0-1 0 0,0-1 1 0 0,1 1-1 0 0,-1 0 1 0 0,0 0 0 0 0,0 0-1 0 0,0 0 1 0 0,0 0-1 0 0,0 0 1 0 0,0 0-1 0 0,0 0 1 0 0,1 0-1 0 0,-1 0 1 0 0,0 0-1 0 0,0 0 1 0 0,0 0-1 0 0,0 0 1 0 0,0 0 0 0 0,0 0-1 0 0,1 0 1 0 0,-1 0-1 0 0,0 0 1 0 0,0 0-1 0 0,0 0 1 0 0,0 0-1 0 0,0 0 1 0 0,0 1-1 0 0,0-1 1 0 0,1 0-1 0 0,-1 0 1 0 0,0 0 0 0 0,0 0-1 0 0,0 0 1 0 0,0 0-1 0 0,0 0 1 0 0,0 0-1 0 0,10 12 469 0 0,10 19-546 0 0,-19-29 136 0 0,18 30-34 0 0,66 105 96 0 0,-71-118-281 0 0,1 1 0 0 0,0-2 1 0 0,2 0-1 0 0,27 23 0 0 0,-38-36-167 0 0,0-1 1 0 0,-1-1-1 0 0,2 1 1 0 0,-1-1-1 0 0,0 0 1 0 0,0 0-1 0 0,11 3 0 0 0,3-3-595 0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8:35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8 5985 0 0,'-21'-7'10415'0'0,"21"8"-10157"0"0,-4 15-674 0 0,-3 5 999 0 0,0-2-132 0 0,2 0 1 0 0,0 0 0 0 0,0 0 0 0 0,-2 38-1 0 0,7-53-603 0 0,0 1 0 0 0,0-1-1 0 0,0 1 1 0 0,1 0 0 0 0,0-1-1 0 0,0 1 1 0 0,0-1 0 0 0,0 1 0 0 0,1-1-1 0 0,0 0 1 0 0,0 0 0 0 0,0 0-1 0 0,0 0 1 0 0,0 0 0 0 0,1 0-1 0 0,0 0 1 0 0,0-1 0 0 0,0 1 0 0 0,0-1-1 0 0,0 0 1 0 0,1 0 0 0 0,0 0-1 0 0,-1 0 1 0 0,1-1 0 0 0,0 0-1 0 0,8 4 1 0 0,49 12-1418 0 0,-47-15 1370 0 0,0 1-1 0 0,1 0 0 0 0,-2 1 0 0 0,1 0 0 0 0,18 11 0 0 0,-29-14 263 0 0,-1-1 0 0 0,1 1 0 0 0,-1 0-1 0 0,0 0 1 0 0,1 0 0 0 0,-1 0 0 0 0,0 1-1 0 0,-1-1 1 0 0,1 1 0 0 0,0-1 0 0 0,-1 1-1 0 0,1-1 1 0 0,-1 1 0 0 0,0 0 0 0 0,0 0-1 0 0,0 0 1 0 0,0 0 0 0 0,0 0 0 0 0,0 0-1 0 0,-1 0 1 0 0,0 0 0 0 0,0 0 0 0 0,0 0-1 0 0,0 0 1 0 0,0 0 0 0 0,0 0 0 0 0,-1 0-1 0 0,1 0 1 0 0,-1 0 0 0 0,0 0 0 0 0,-1 3-1 0 0,1-4 156 0 0,0 1-1 0 0,0 0 0 0 0,1-1 0 0 0,-2 1 0 0 0,1-1 1 0 0,0 1-1 0 0,0-1 0 0 0,-1 1 0 0 0,0-1 0 0 0,1 0 1 0 0,-1 0-1 0 0,0 0 0 0 0,0 0 0 0 0,0 0 1 0 0,0 0-1 0 0,0-1 0 0 0,-1 1 0 0 0,1-1 0 0 0,0 1 1 0 0,-6 1-1 0 0,2-1-12 0 0,-1-1 0 0 0,0 0 0 0 0,1-1 1 0 0,-1 1-1 0 0,0-1 0 0 0,-11-2 0 0 0,-10 1-1683 0 0,18 2 626 0 0,1 1-9 0 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8:36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0 435 6913 0 0,'7'-1'659'0'0,"0"0"0"0"0,0 0 0 0 0,0-1 0 0 0,0 0 0 0 0,0 0 0 0 0,0-1 0 0 0,-1 0 0 0 0,1 0 0 0 0,-1 0 0 0 0,0-1 0 0 0,0 0 0 0 0,0 0 0 0 0,8-8 0 0 0,3-4 990 0 0,-1 0-1 0 0,27-35 1 0 0,-32 35-1523 0 0,0-1 1 0 0,-2 0 0 0 0,0 0 0 0 0,-1-1 0 0 0,0 0 0 0 0,-2-1 0 0 0,0 0 0 0 0,-1 0-1 0 0,-1 0 1 0 0,-1 0 0 0 0,-1-1 0 0 0,0 0 0 0 0,-2-27 0 0 0,0 46-122 0 0,0 0-1 0 0,0 0 1 0 0,0 0 0 0 0,0 0 0 0 0,0 0-1 0 0,0 0 1 0 0,0 1 0 0 0,0-1 0 0 0,0 0-1 0 0,0 0 1 0 0,-1 0 0 0 0,1 0 0 0 0,0 1-1 0 0,-1-1 1 0 0,1 0 0 0 0,-1 0 0 0 0,1 1-1 0 0,-1-1 1 0 0,1 0 0 0 0,-1 1 0 0 0,1-1-1 0 0,-1 0 1 0 0,1 1 0 0 0,-1-1 0 0 0,0 1-1 0 0,0-1 1 0 0,0 1-2 0 0,0 0 1 0 0,0 0-1 0 0,0 0 0 0 0,0 0 1 0 0,0 0-1 0 0,0 1 0 0 0,0-1 1 0 0,0 0-1 0 0,0 1 0 0 0,0-1 1 0 0,0 0-1 0 0,0 1 0 0 0,0-1 1 0 0,1 1-1 0 0,-1 0 0 0 0,0-1 1 0 0,0 1-1 0 0,0 1 0 0 0,-4 2-13 0 0,1 1 0 0 0,-1 0 1 0 0,1 0-1 0 0,1 0 0 0 0,-6 11 0 0 0,4-4 1 0 0,1 0 0 0 0,1 0 0 0 0,0 1 0 0 0,0 0 0 0 0,2-1 0 0 0,-1 1 0 0 0,2 0 0 0 0,-1 0 0 0 0,2 0 0 0 0,3 24 0 0 0,-2-31 11 0 0,-1 0 1 0 0,1-1-1 0 0,0 1 1 0 0,0 0-1 0 0,0-1 1 0 0,1 1-1 0 0,0-1 1 0 0,0 0-1 0 0,0 0 1 0 0,1 0-1 0 0,4 5 1 0 0,-5-7 3 0 0,0 0 1 0 0,1-1-1 0 0,-1 1 0 0 0,1-1 1 0 0,0 1-1 0 0,0-1 0 0 0,0 0 1 0 0,0-1-1 0 0,0 1 0 0 0,0-1 1 0 0,0 1-1 0 0,0-1 0 0 0,1-1 1 0 0,-1 1-1 0 0,0-1 0 0 0,8 1 1 0 0,2-2-160 0 0,-1-1 0 0 0,0 0 0 0 0,0 0 0 0 0,0-2 0 0 0,0 1 0 0 0,-1-2 0 0 0,0 0 0 0 0,20-10 0 0 0,3-4-7571 0 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8:12.7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50 9674 0 0,'-7'-11'1390'0'0,"-21"-27"9459"0"0,40 59-10046 0 0,68 119-500 0 0,-7 4 1 0 0,89 243-1 0 0,-152-355-386 0 0,11 37-346 0 0,4-2 0 0 0,2-1 0 0 0,41 73 0 0 0,-61-126-4904 0 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8:13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74 4609 0 0,'-1'0'208'0'0,"-1"0"0"0"0,1-1 0 0 0,0 1 0 0 0,0 0 0 0 0,-1 0 0 0 0,1 0 0 0 0,0 0 0 0 0,-1 0 0 0 0,1 0 0 0 0,0 0 0 0 0,-1 0 0 0 0,1 0 0 0 0,0 0 0 0 0,0 1 0 0 0,-1-1 0 0 0,1 1 0 0 0,0-1 0 0 0,0 1 0 0 0,0-1 0 0 0,0 1 0 0 0,-1 0 0 0 0,1 0 0 0 0,-2 1 0 0 0,2 0 126 0 0,0 0 1 0 0,0 0-1 0 0,-1 0 0 0 0,1 0 0 0 0,1 0 1 0 0,-1 0-1 0 0,0 0 0 0 0,0 0 1 0 0,1 1-1 0 0,-1-1 0 0 0,1 0 0 0 0,-1 4 1 0 0,1 4 307 0 0,0-1 1 0 0,1 1 0 0 0,0-1-1 0 0,0 1 1 0 0,4 14-1 0 0,8 16-39 0 0,1 0 0 0 0,2-1 0 0 0,22 40 0 0 0,-26-57-512 0 0,1-1 1 0 0,1-1-1 0 0,0 0 0 0 0,2-1 0 0 0,0-1 0 0 0,32 28 0 0 0,-43-42-58 0 0,0 0 0 0 0,0 0 0 0 0,0-1 0 0 0,1 1 0 0 0,-1-1 0 0 0,1-1-1 0 0,0 1 1 0 0,0-1 0 0 0,0 0 0 0 0,0 0 0 0 0,0-1 0 0 0,1 0 0 0 0,10 1-1 0 0,-12-2 4 0 0,-1-1-1 0 0,0 1 1 0 0,0-1-1 0 0,0 0 0 0 0,0 0 1 0 0,-1 0-1 0 0,1-1 0 0 0,0 1 1 0 0,0-1-1 0 0,-1 0 1 0 0,1 0-1 0 0,-1 0 0 0 0,1-1 1 0 0,-1 1-1 0 0,0-1 0 0 0,0 0 1 0 0,0 0-1 0 0,-1 0 1 0 0,1 0-1 0 0,0 0 0 0 0,-1 0 1 0 0,2-5-1 0 0,3-5 97 0 0,-1 1 0 0 0,-1-1 0 0 0,0-1 0 0 0,-1 1 0 0 0,0-1 0 0 0,-1 1 0 0 0,-1-1 0 0 0,0 0-1 0 0,-1 0 1 0 0,-1 0 0 0 0,0 0 0 0 0,0 0 0 0 0,-4-18 0 0 0,1 13 83 0 0,-1-1 0 0 0,0 1 0 0 0,-2 0 0 0 0,0 0 0 0 0,-1 1 0 0 0,-1-1 0 0 0,-1 2 0 0 0,-20-33 0 0 0,20 39-208 0 0,-1 1 0 0 0,0-1 0 0 0,0 1 0 0 0,-1 1 0 0 0,0 0-1 0 0,-1 1 1 0 0,0 0 0 0 0,0 0 0 0 0,0 2 0 0 0,-1-1 0 0 0,0 2 0 0 0,-1-1 0 0 0,1 2-1 0 0,-16-3 1 0 0,17 4-534 0 0,0 1-1 0 0,0 1 1 0 0,0 0-1 0 0,0 0 1 0 0,-23 3-1 0 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8:13.8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71 482 9218 0 0,'-71'-79'11971'0'0,"121"104"-9926"0"0,130 88-1792 0 0,-99-60-239 0 0,-40-24-14 0 0,-30-20 0 0 0,0-1 0 0 0,1 0 0 0 0,0 0 0 0 0,0-1 0 0 0,1-1 0 0 0,0 0 0 0 0,0-1 0 0 0,26 8 0 0 0,-38-14 44 0 0,-1 0 0 0 0,1 1 0 0 0,-1-1 1 0 0,0 0-1 0 0,0 1 0 0 0,1-1 0 0 0,-1 0 0 0 0,0 0 0 0 0,0 1 0 0 0,0-1 0 0 0,0 0 1 0 0,0 0-1 0 0,0 1 0 0 0,0-1 0 0 0,0 0 0 0 0,0 0 0 0 0,0 1 0 0 0,0-1 1 0 0,0 0-1 0 0,-1 0 0 0 0,1 1 0 0 0,0-1 0 0 0,0 0 0 0 0,-1 1 0 0 0,1-1 0 0 0,-1 0 1 0 0,0 0-1 0 0,-12-35 663 0 0,10 26-466 0 0,-17-51 451 0 0,3-1-1 0 0,-10-69 0 0 0,-5-129-446 0 0,30 242-270 0 0,-2-9-222 0 0,2 20-40 0 0,0-1 0 0 0,1 0 0 0 0,1 0 0 0 0,-1 1 0 0 0,1-1 0 0 0,1-8 0 0 0,2 12-560 0 0,3 5-8 0 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9:04.8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31 630 8290 0 0,'-4'-4'868'0'0,"1"-1"0"0"0,-1 1 0 0 0,1-1 0 0 0,0 0 0 0 0,-3-7 0 0 0,5 11-561 0 0,0-1 0 0 0,0 0 0 0 0,0 0 0 0 0,0 0 0 0 0,1 1 0 0 0,-1-1 0 0 0,1 0 0 0 0,0 0 0 0 0,-1 0 0 0 0,1 0 1 0 0,0 0-1 0 0,0 0 0 0 0,0 0 0 0 0,0 0 0 0 0,0 0 0 0 0,1 0 0 0 0,-1 0 0 0 0,2-3 0 0 0,-1 4-191 0 0,0 1-1 0 0,0-1 1 0 0,0 1 0 0 0,0-1-1 0 0,0 1 1 0 0,0-1 0 0 0,0 1-1 0 0,1 0 1 0 0,-1 0-1 0 0,0 0 1 0 0,0-1 0 0 0,0 1-1 0 0,1 0 1 0 0,-1 0 0 0 0,0 1-1 0 0,0-1 1 0 0,0 0-1 0 0,0 0 1 0 0,1 1 0 0 0,-1-1-1 0 0,0 0 1 0 0,0 1 0 0 0,0-1-1 0 0,2 2 1 0 0,28 12 304 0 0,190 141 298 0 0,9 6-674 0 0,-225-159-38 0 0,0 1 1 0 0,-1-1-1 0 0,1 1 1 0 0,0-1-1 0 0,9 2 0 0 0,-13-4-4 0 0,0 0-1 0 0,-1 0 0 0 0,1 0 1 0 0,-1 0-1 0 0,1 0 1 0 0,0 0-1 0 0,-1 0 0 0 0,1 0 1 0 0,-1 0-1 0 0,1 0 1 0 0,0 0-1 0 0,-1 0 0 0 0,1 0 1 0 0,-1-1-1 0 0,1 1 1 0 0,-1 0-1 0 0,1 0 0 0 0,-1-1 1 0 0,1 1-1 0 0,-1 0 0 0 0,1-1 1 0 0,0 0-1 0 0,0 0 15 0 0,-1 0-1 0 0,0 0 0 0 0,1 0 0 0 0,-1 0 1 0 0,0 0-1 0 0,1 0 0 0 0,-1 0 1 0 0,0 0-1 0 0,0 0 0 0 0,0-1 0 0 0,0 1 1 0 0,0 0-1 0 0,0 0 0 0 0,-1 0 1 0 0,1 0-1 0 0,0 0 0 0 0,-1-2 0 0 0,-33-118 508 0 0,-12-53 273 0 0,9-64-1092 0 0,33 192 188 0 0,2-1 0 0 0,2 1 0 0 0,8-55 0 0 0,-7 90-303 0 0,1 1 0 0 0,0-1-1 0 0,1 1 1 0 0,0-1-1 0 0,0 1 1 0 0,1 0 0 0 0,1 0-1 0 0,6-11 1 0 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9:05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0 424 10594 0 0,'11'-11'1249'0'0,"11"-10"514"0"0,-2-1 0 0 0,37-49 0 0 0,-41 42-1200 0 0,-1 0 0 0 0,15-42 0 0 0,-19 42-1439 0 0,1 1 1 0 0,29-49-1 0 0,-39 74 873 0 0,0 0 0 0 0,1 0 1 0 0,-1 0-1 0 0,1 0 0 0 0,-1 1 0 0 0,1-1 0 0 0,0 1 0 0 0,0 0 0 0 0,0 0 1 0 0,0 0-1 0 0,1 0 0 0 0,-1 0 0 0 0,5-1 0 0 0,-2 2-84 0 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9:05.2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0 139 4609 0 0,'3'0'408'0'0,"0"0"-328"0"0,0 0-80 0 0,-2 0 0 0 0,2 0 344 0 0,0-1 48 0 0,2-1 16 0 0,5-2 0 0 0,2-1 177 0 0,2-2 39 0 0,0-3 8 0 0,-2 1 0 0 0,-1-2-1296 0 0,0-3-256 0 0,1 0-49 0 0,-1-2-15 0 0,0-5 768 0 0,-4-4 216 0 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9:05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 9218 0 0,'-1'2'209'0'0,"-1"-1"0"0"0,1 1 0 0 0,0 0 1 0 0,1 0-1 0 0,-1 0 0 0 0,0 0 0 0 0,1 0 0 0 0,-1 1 0 0 0,1-1 0 0 0,-1 0 0 0 0,1 0 1 0 0,0 0-1 0 0,0 0 0 0 0,0 1 0 0 0,0-1 0 0 0,0 0 0 0 0,1 0 0 0 0,-1 0 1 0 0,1 0-1 0 0,-1 0 0 0 0,1 0 0 0 0,1 4 0 0 0,24 49 2704 0 0,-23-50-2545 0 0,77 132 3850 0 0,40 81-3338 0 0,-98-174-2091 0 0,33 53-1 0 0,4-8-7796 0 0,-57-87 8728 0 0,-1 0 0 0 0,0 0 0 0 0,1 0 1 0 0,-1-1-1 0 0,1 1 0 0 0,-1 0 0 0 0,1-1 0 0 0,0 0 1 0 0,3 3-1 0 0,0-4 120 0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9:05.6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18 133 2761 0 0,'-18'-5'2446'0'0,"35"-8"2306"0"0,-7 6-4548 0 0,18-11 2155 0 0,1 0-1 0 0,46-20 0 0 0,-59 32-2268 0 0,-1 0 0 0 0,1 1 0 0 0,0 0 0 0 0,1 1 0 0 0,-1 1 0 0 0,1 1 0 0 0,17-1 1 0 0,-11 5-1755 0 0,-2 3-4277 0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9:05.8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0 269 4609 0 0,'4'2'294'0'0,"-1"0"1"0"0,0 0-1 0 0,1-1 0 0 0,0 1 1 0 0,-1-1-1 0 0,1 0 1 0 0,0 0-1 0 0,0 0 0 0 0,-1-1 1 0 0,1 1-1 0 0,0-1 0 0 0,0 0 1 0 0,0 0-1 0 0,0 0 0 0 0,0-1 1 0 0,-1 1-1 0 0,1-1 0 0 0,0 0 1 0 0,0 0-1 0 0,0 0 1 0 0,-1 0-1 0 0,1-1 0 0 0,-1 0 1 0 0,1 1-1 0 0,-1-1 0 0 0,0-1 1 0 0,0 1-1 0 0,0 0 0 0 0,3-4 1 0 0,3-2 58 0 0,-1 0 0 0 0,0-1 1 0 0,0 0-1 0 0,-1-1 0 0 0,0 0 1 0 0,-1 0-1 0 0,0 0 0 0 0,6-16 1 0 0,10-20-2551 0 0,-13 28 1032 0 0,0-1 1 0 0,8-29-1 0 0,-11 23 1030 0 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9:06.1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8 6913 0 0,'-9'-1'140'0'0,"-23"-3"1754"0"0,12 1 2582 0 0,46 15 1872 0 0,-6 2-5321 0 0,28 25 1 0 0,-16-7-419 0 0,39 49-1 0 0,15 16-825 0 0,-73-85-1027 0 0,0 0 0 0 0,0-1 0 0 0,1 0 0 0 0,1-1 0 0 0,19 10 0 0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9:06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2 337 1376 0 0,'-1'-19'1155'0'0,"1"0"0"0"0,1 1 0 0 0,0-1-1 0 0,2 0 1 0 0,0 1 0 0 0,1 0 0 0 0,1-1 0 0 0,0 2-1 0 0,15-32 1 0 0,-14 38-655 0 0,0 1 1 0 0,1 0-1 0 0,0 0 0 0 0,0 0 1 0 0,1 1-1 0 0,11-10 0 0 0,-15 15-349 0 0,1-1-1 0 0,0 1 0 0 0,0 1 1 0 0,0-1-1 0 0,0 1 0 0 0,1 0 1 0 0,0 0-1 0 0,-1 0 0 0 0,1 1 0 0 0,0 0 1 0 0,0 0-1 0 0,0 0 0 0 0,10 0 1 0 0,-13 2-129 0 0,-1 0 1 0 0,1 0-1 0 0,0 1 1 0 0,-1 0-1 0 0,1-1 1 0 0,0 1-1 0 0,-1 0 1 0 0,1 0-1 0 0,-1 0 0 0 0,1 1 1 0 0,-1-1-1 0 0,0 1 1 0 0,0-1-1 0 0,0 1 1 0 0,1 0-1 0 0,-1 0 1 0 0,-1 0-1 0 0,1 0 1 0 0,0 0-1 0 0,0 0 1 0 0,-1 0-1 0 0,1 1 1 0 0,-1-1-1 0 0,0 1 1 0 0,0-1-1 0 0,0 1 1 0 0,1 4-1 0 0,4 9-131 0 0,-2 0 0 0 0,0-1-1 0 0,2 23 1 0 0,-6-33 69 0 0,5 45-430 0 0,-3 0 1 0 0,-5 63 0 0 0,1 48 3814 0 0,2-160-3270 0 0,0 1 0 0 0,0-1 0 0 0,0 1 0 0 0,0-1-1 0 0,0 1 1 0 0,1-1 0 0 0,-1 1 0 0 0,0-1-1 0 0,1 1 1 0 0,-1-1 0 0 0,1 1 0 0 0,0-1-1 0 0,0 1 1 0 0,-1-1 0 0 0,1 0 0 0 0,0 0 0 0 0,0 1-1 0 0,0-1 1 0 0,0 0 0 0 0,0 0 0 0 0,0 0-1 0 0,3 2 1 0 0,-2-3-27 0 0,0 1 0 0 0,0-1 1 0 0,0 1-1 0 0,0-1 0 0 0,0 0 0 0 0,0 1 0 0 0,0-1 0 0 0,0 0 0 0 0,1-1 0 0 0,-1 1 0 0 0,0 0 1 0 0,0 0-1 0 0,0-1 0 0 0,4-1 0 0 0,7-3 33 0 0,0-1 0 0 0,0-1-1 0 0,24-16 1 0 0,-28 17 48 0 0,91-67-199 0 0,-24 16-1784 0 0,-61 45 828 0 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9:07.1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5 9674 0 0,'-9'-3'1652'0'0,"17"2"1461"0"0,16 3-78 0 0,-12 2-2624 0 0,0 0-1 0 0,0 2 0 0 0,-1-1 1 0 0,1 1-1 0 0,-1 1 1 0 0,0 0-1 0 0,-1 0 0 0 0,0 1 1 0 0,0 1-1 0 0,0 0 0 0 0,8 10 1 0 0,11 16-347 0 0,45 71 0 0 0,-9-12-134 0 0,-52-78-972 0 0,1 0 1 0 0,22 20-1 0 0,-17-21-5999 0 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9:07.5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14 152 9674 0 0,'-1'0'64'0'0,"0"0"-1"0"0,1 0 1 0 0,-1 1-1 0 0,0-1 1 0 0,0 1-1 0 0,1-1 1 0 0,-1 0-1 0 0,1 1 1 0 0,-1-1-1 0 0,0 1 1 0 0,1-1-1 0 0,-1 1 1 0 0,1 0-1 0 0,-1-1 1 0 0,1 1-1 0 0,-1 0 1 0 0,1-1-1 0 0,0 1 1 0 0,-1 0-1 0 0,1-1 1 0 0,0 1-1 0 0,0 0 1 0 0,-1 0-1 0 0,1 0 1 0 0,0-1 0 0 0,0 1-1 0 0,0 1 1 0 0,3 31 752 0 0,19 29 26 0 0,-22-61-806 0 0,9 18 61 0 0,0 0 1 0 0,1 0-1 0 0,1-1 0 0 0,0-1 1 0 0,2 1-1 0 0,0-2 0 0 0,1 0 1 0 0,0-1-1 0 0,1 0 1 0 0,32 24-1 0 0,-36-32-80 0 0,0 0 0 0 0,0-1 0 0 0,0 0 0 0 0,1-1 0 0 0,-1 0 0 0 0,1-1 0 0 0,1 0 0 0 0,-1-1 0 0 0,0 0 0 0 0,1-1 0 0 0,0 0 0 0 0,-1-1 0 0 0,1-1 0 0 0,0 0 0 0 0,-1 0 0 0 0,1-2 0 0 0,0 1 0 0 0,-1-2 0 0 0,16-4 0 0 0,-20 5 148 0 0,0-1-1 0 0,-1 0 1 0 0,1 0 0 0 0,-1-1 0 0 0,0 0 0 0 0,0 0 0 0 0,-1-1 0 0 0,1 0-1 0 0,-1 0 1 0 0,0-1 0 0 0,0 1 0 0 0,-1-1 0 0 0,1 0 0 0 0,-1-1-1 0 0,-1 1 1 0 0,1-1 0 0 0,-1 0 0 0 0,0 0 0 0 0,-1-1 0 0 0,4-10 0 0 0,-4 7 74 0 0,0 0 1 0 0,-1 1 0 0 0,-1-1 0 0 0,1 0 0 0 0,-2-1 0 0 0,0 1 0 0 0,0 0 0 0 0,-1 0 0 0 0,0 0-1 0 0,-1 0 1 0 0,0 0 0 0 0,-1 1 0 0 0,0-1 0 0 0,-6-12 0 0 0,3 10-129 0 0,0 0 1 0 0,-1 1 0 0 0,-1 0-1 0 0,0 0 1 0 0,-1 0-1 0 0,0 2 1 0 0,-1-1-1 0 0,0 1 1 0 0,-1 0-1 0 0,0 1 1 0 0,0 0-1 0 0,-1 1 1 0 0,0 1 0 0 0,-15-8-1 0 0,5 5-108 0 0,0 0 0 0 0,0 2 0 0 0,-1 1 0 0 0,1 1 0 0 0,-2 1 1 0 0,1 0-1 0 0,-44-1 0 0 0,57 6-70 0 0,-1 0-1 0 0,1 0 1 0 0,0 1 0 0 0,-1 1 0 0 0,1 0 0 0 0,-12 3 0 0 0,18-3-178 0 0,-1 0 0 0 0,1-1 1 0 0,-1 1-1 0 0,1 1 0 0 0,0-1 1 0 0,0 1-1 0 0,0-1 0 0 0,0 1 0 0 0,0 0 1 0 0,1 1-1 0 0,-1-1 0 0 0,1 1 1 0 0,0-1-1 0 0,0 1 0 0 0,-4 7 1 0 0,-3 13-6708 0 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9:08.7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13 554 8290 0 0,'-2'-4'960'0'0,"0"-1"1"0"0,0 0 0 0 0,0 0-1 0 0,1 1 1 0 0,0-1-1 0 0,0 0 1 0 0,0 0 0 0 0,1-1-1 0 0,-1 1 1 0 0,1-5-1 0 0,0 9-872 0 0,1-1 0 0 0,-1 1 0 0 0,0 0 0 0 0,0-1 0 0 0,1 1 0 0 0,-1 0 0 0 0,1-1 0 0 0,-1 1 0 0 0,1 0 0 0 0,-1 0 0 0 0,1-1-1 0 0,0 1 1 0 0,0 0 0 0 0,-1 0 0 0 0,1 0 0 0 0,0 0 0 0 0,0 0 0 0 0,0 0 0 0 0,0 0 0 0 0,0 0 0 0 0,1 1 0 0 0,-1-1-1 0 0,0 0 1 0 0,0 1 0 0 0,0-1 0 0 0,1 1 0 0 0,-1-1 0 0 0,0 1 0 0 0,1-1 0 0 0,-1 1 0 0 0,0 0 0 0 0,1 0 0 0 0,-1 0 0 0 0,0 0-1 0 0,1 0 1 0 0,-1 0 0 0 0,1 0 0 0 0,-1 0 0 0 0,0 0 0 0 0,1 1 0 0 0,1-1 0 0 0,12 4-22 0 0,0-1 0 0 0,0 2 0 0 0,0 0 0 0 0,-1 0 0 0 0,0 2 0 0 0,26 14 0 0 0,75 62-16 0 0,-84-58-82 0 0,1-2-1 0 0,45 25 1 0 0,-73-45 14 0 0,1-1 0 0 0,0 0 0 0 0,0-1 0 0 0,0 1 0 0 0,0-1 0 0 0,1 0 0 0 0,-1 0 0 0 0,0 0 0 0 0,0-1 0 0 0,1 0 0 0 0,-1 0 0 0 0,0-1 0 0 0,1 1 1 0 0,-1-1-1 0 0,8-2 0 0 0,-10 2 13 0 0,0 0 0 0 0,0 0 0 0 0,0-1 0 0 0,-1 1 1 0 0,1-1-1 0 0,0 1 0 0 0,0-1 0 0 0,-1 0 0 0 0,1 0 0 0 0,-1 0 1 0 0,0-1-1 0 0,0 1 0 0 0,0 0 0 0 0,0-1 0 0 0,0 0 0 0 0,0 1 1 0 0,-1-1-1 0 0,1 0 0 0 0,-1 0 0 0 0,0 0 0 0 0,1 0 0 0 0,-1 0 0 0 0,-1 0 1 0 0,1 0-1 0 0,0 0 0 0 0,-1-6 0 0 0,1-7 106 0 0,-2-1 0 0 0,0 1 0 0 0,-1 0 0 0 0,-1 0 0 0 0,0 0 0 0 0,-1 1 0 0 0,-11-29 0 0 0,-56-106 596 0 0,54 118-607 0 0,-25-51-939 0 0,-36-101 0 0 0,72 153-4182 0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9:09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0 212 9674 0 0,'26'-29'6776'0'0,"-8"2"-4672"0"0,20-46 0 0 0,-3 6-5309 0 0,-25 51-3182 0 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9:09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0 203 5065 0 0,'20'-16'5004'0'0,"-11"3"-4122"0"0,0 1 0 0 0,0-1 0 0 0,-1-1 0 0 0,-1 0 0 0 0,8-19 0 0 0,15-28-1523 0 0,-22 46 617 0 0,-3 3-29 0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9:09.8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32 11979 0 0,'0'-1'156'0'0,"-1"0"0"0"0,1 1 1 0 0,-1-1-1 0 0,1 0 0 0 0,0 0 0 0 0,-1 1 1 0 0,1-1-1 0 0,0 0 0 0 0,0 0 1 0 0,-1 0-1 0 0,1 1 0 0 0,0-1 1 0 0,0 0-1 0 0,0 0 0 0 0,0 0 1 0 0,0 0-1 0 0,0 1 0 0 0,0-1 1 0 0,0 0-1 0 0,1 0 0 0 0,-1 0 1 0 0,0 0-1 0 0,0 1 0 0 0,1-1 1 0 0,-1 0-1 0 0,1 0 0 0 0,-1 1 1 0 0,0-1-1 0 0,1 0 0 0 0,-1 1 0 0 0,1-1 1 0 0,0 0-1 0 0,-1 1 0 0 0,1-1 1 0 0,-1 1-1 0 0,1-1 0 0 0,0 1 1 0 0,0-1-1 0 0,-1 1 0 0 0,1-1 1 0 0,0 1-1 0 0,0 0 0 0 0,-1 0 1 0 0,2-1-1 0 0,1 1 14 0 0,0 0 0 0 0,-1 0 0 0 0,1 0 0 0 0,-1 1 0 0 0,1-1 0 0 0,0 1 0 0 0,-1-1 0 0 0,1 1 0 0 0,-1 0 0 0 0,1 0 0 0 0,-1 0 0 0 0,0 0 0 0 0,4 3 0 0 0,12 9 71 0 0,0 1 1 0 0,-1 1 0 0 0,-1 1 0 0 0,0 0-1 0 0,21 29 1 0 0,59 100-16 0 0,-20-28-50 0 0,-51-83-242 0 0,34 35 0 0 0,-47-56-317 0 0,1-1 0 0 0,0 0 1 0 0,1-1-1 0 0,1 0 0 0 0,21 11 0 0 0,-23-15-877 0 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9:10.0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2 233 10594 0 0,'0'-1'105'0'0,"-1"-1"-1"0"0,1 1 1 0 0,0-1-1 0 0,-1 1 1 0 0,1-1-1 0 0,0 1 1 0 0,0-1 0 0 0,0 1-1 0 0,0-1 1 0 0,0 1-1 0 0,1 0 1 0 0,-1-1-1 0 0,0 1 1 0 0,1-1-1 0 0,-1 1 1 0 0,1-1-1 0 0,-1 1 1 0 0,1 0-1 0 0,0-1 1 0 0,1-1 0 0 0,23-29 1453 0 0,-13 17-563 0 0,52-66 2686 0 0,-56 72-3915 0 0,1 1 1 0 0,0 0-1 0 0,0 0 0 0 0,1 0 0 0 0,0 1 0 0 0,16-8 1 0 0,-6 6-6057 0 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9:10.1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1 288 6913 0 0,'2'1'609'0'0,"0"-1"-481"0"0,2 0-128 0 0,-1-2 0 0 0,-2-1 1152 0 0,2-1 216 0 0,1-2 40 0 0,3-6 1 0 0,4-6-185 0 0,1-8-40 0 0,2-4 1 0 0,-2 1-9 0 0,-1 1-944 0 0,-2 4-232 0 0,-1 3 0 0 0,3-9-3161 0 0,0 2-680 0 0,0 1-128 0 0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9:10.7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22 10594 0 0,'-6'-6'-560'0'0,"-10"-9"3760"0"0,26 34 2409 0 0,138 194-1362 0 0,86 100-4157 0 0,-182-253-1484 0 0,-34-42 276 0 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9:10.9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0 239 10594 0 0,'6'-11'464'0'0,"-1"1"-1"0"0,2 0 1 0 0,-1 0 0 0 0,1 1-1 0 0,1 0 1 0 0,0 0-1 0 0,0 0 1 0 0,11-7-1 0 0,9-12 184 0 0,-14 13 29 0 0,1-3-737 0 0,36-30-1 0 0,-45 44-202 0 0,-1 0-1 0 0,1 0 1 0 0,0 0-1 0 0,0 1 1 0 0,0 0-1 0 0,1 0 1 0 0,-1 1-1 0 0,1 0 1 0 0,0 0-1 0 0,-1 0 1 0 0,9 0-1 0 0,6 1 164 0 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9:11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59 115 2304 0 0,'-31'-21'3246'0'0,"29"20"-2658"0"0,1 0 0 0 0,0-1 0 0 0,-1 1 1 0 0,1 0-1 0 0,0-1 0 0 0,-1 1 0 0 0,1-1 0 0 0,0 0 0 0 0,0 1 0 0 0,1-1 0 0 0,-1 0 0 0 0,0 1 0 0 0,0-1 0 0 0,1 0 0 0 0,-1 0 0 0 0,0-3 0 0 0,3 23 3312 0 0,6 11-2806 0 0,0 5-851 0 0,-6-24-274 0 0,3 24-551 0 0,17 59 1 0 0,-36-131-531 0 0,2 5 1464 0 0,-11-49 1 0 0,20 73-149 0 0,2-1 0 0 0,-1 0-1 0 0,1 0 1 0 0,1 0 0 0 0,0 0 0 0 0,0 0 0 0 0,1 0 0 0 0,0 0 0 0 0,5-19 0 0 0,-6 28-193 0 0,0 1 0 0 0,0-1 0 0 0,1 1 0 0 0,-1-1 0 0 0,0 1 0 0 0,0-1 0 0 0,0 1 1 0 0,0-1-1 0 0,1 1 0 0 0,-1 0 0 0 0,0-1 0 0 0,0 1 0 0 0,1-1 0 0 0,-1 1 0 0 0,0 0 0 0 0,1-1 0 0 0,-1 1 0 0 0,0 0 0 0 0,1-1 0 0 0,-1 1 1 0 0,1 0-1 0 0,-1 0 0 0 0,0-1 0 0 0,1 1 0 0 0,-1 0 0 0 0,1 0 0 0 0,-1 0 0 0 0,1 0 0 0 0,-1 0 0 0 0,1-1 0 0 0,-1 1 0 0 0,1 0 0 0 0,-1 0 1 0 0,1 0-1 0 0,-1 0 0 0 0,1 0 0 0 0,-1 1 0 0 0,0-1 0 0 0,1 0 0 0 0,-1 0 0 0 0,1 0 0 0 0,-1 0 0 0 0,1 0 0 0 0,-1 1 0 0 0,1-1 1 0 0,-1 0-1 0 0,0 0 0 0 0,1 1 0 0 0,-1-1 0 0 0,1 0 0 0 0,-1 0 0 0 0,0 1 0 0 0,1-1 0 0 0,-1 1 0 0 0,1 0 0 0 0,21 26-607 0 0,-16-20 369 0 0,13 17-809 0 0,13 15-5244 0 0,-15-21 371 0 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9:11.8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38 105 2761 0 0,'-37'-3'15372'0'0,"49"-11"-13885"0"0,26-29 1277 0 0,-19 20-3410 0 0,1 2-5053 0 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9:12.7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164 791 7834 0 0,'30'11'2853'0'0,"-25"-10"-2522"0"0,0 1-1 0 0,-1-1 1 0 0,1 1 0 0 0,0 0 0 0 0,0 0 0 0 0,-1 1 0 0 0,0-1-1 0 0,8 7 1 0 0,-20-16 128 0 0,0 1 0 0 0,-1 0 0 0 0,1 0 0 0 0,-19-7 0 0 0,-9-7-393 0 0,25 13-63 0 0,1-1 1 0 0,0 0 0 0 0,0 0 0 0 0,1-1-1 0 0,0-1 1 0 0,1 1 0 0 0,0-1-1 0 0,0-1 1 0 0,1 0 0 0 0,0 0-1 0 0,-6-14 1 0 0,6 7 104 0 0,0 0 0 0 0,2 0 0 0 0,0 0 0 0 0,1-1 0 0 0,0 1 0 0 0,2-1 0 0 0,-1-21 0 0 0,4 8 44 0 0,0 0 1 0 0,2 0 0 0 0,1 1 0 0 0,2-1 0 0 0,1 1 0 0 0,2 0-1 0 0,0 1 1 0 0,27-55 0 0 0,-27 66-17 0 0,1 1 0 0 0,22-30 0 0 0,-29 44-80 0 0,0 0 0 0 0,1 0 0 0 0,-1 0 0 0 0,1 0 0 0 0,-1 1 0 0 0,1 0 0 0 0,0 0 0 0 0,1 0 0 0 0,-1 0 0 0 0,0 0 0 0 0,1 1 0 0 0,-1 0 0 0 0,1 0 0 0 0,0 0 0 0 0,0 0 0 0 0,0 1 0 0 0,6-1 0 0 0,-9 2-27 0 0,0 0-1 0 0,1 0 0 0 0,-1 0 1 0 0,1 1-1 0 0,-1-1 0 0 0,0 1 1 0 0,0-1-1 0 0,1 1 0 0 0,-1 0 1 0 0,0 0-1 0 0,0 0 1 0 0,0 0-1 0 0,0 0 0 0 0,0 1 1 0 0,0-1-1 0 0,3 4 0 0 0,-1-1-6 0 0,0 0-1 0 0,-1 0 1 0 0,1 1-1 0 0,-1 0 0 0 0,0 0 1 0 0,4 9-1 0 0,1 5-132 0 0,-2 0 0 0 0,9 38 0 0 0,-15-55 92 0 0,19 105-588 0 0,-14-66 61 0 0,2-1-1 0 0,25 75 0 0 0,-30-107 501 0 0,2-1-1 0 0,-1 0 1 0 0,1 0 0 0 0,0 0-1 0 0,1 0 1 0 0,-1 0-1 0 0,1-1 1 0 0,1 0 0 0 0,-1 0-1 0 0,12 9 1 0 0,-15-13 115 0 0,1-1 1 0 0,-1 1 0 0 0,1 0-1 0 0,0-1 1 0 0,-1 0-1 0 0,1 0 1 0 0,0 0 0 0 0,0 0-1 0 0,0 0 1 0 0,0 0-1 0 0,0-1 1 0 0,0 0 0 0 0,0 1-1 0 0,0-1 1 0 0,0 0-1 0 0,0 0 1 0 0,0-1-1 0 0,1 1 1 0 0,-1-1 0 0 0,0 1-1 0 0,-1-1 1 0 0,1 0-1 0 0,0 0 1 0 0,0 0 0 0 0,0-1-1 0 0,0 1 1 0 0,-1-1-1 0 0,1 1 1 0 0,-1-1 0 0 0,5-4-1 0 0,5-4 262 0 0,-1-1 0 0 0,-1 0-1 0 0,1-1 1 0 0,-2 0 0 0 0,0-1-1 0 0,10-18 1 0 0,40-89 432 0 0,-14 25-696 0 0,-19 48-705 0 0,-14 29-52 0 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9:13.4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31 920 0 0,'15'-30'21985'0'0,"-1"30"-24071"0"0,-6 1 2262 0 0,0 1-1 0 0,0 1 1 0 0,0-1-1 0 0,-1 1 1 0 0,1 1-1 0 0,-1-1 1 0 0,0 1-1 0 0,0 1 0 0 0,0-1 1 0 0,-1 1-1 0 0,1 0 1 0 0,-1 0-1 0 0,9 12 1 0 0,7 7-81 0 0,-2 1 1 0 0,17 29-1 0 0,30 61 78 0 0,0 0-949 0 0,-54-96-961 0 0,29 32 1 0 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9:13.6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1 300 10138 0 0,'0'-5'178'0'0,"0"-1"-1"0"0,0 1 0 0 0,1-1 1 0 0,-1 1-1 0 0,1-1 1 0 0,0 1-1 0 0,1-1 1 0 0,-1 1-1 0 0,1 0 1 0 0,5-9-1 0 0,30-51 1163 0 0,-27 50-1162 0 0,4-8 255 0 0,1 1 0 0 0,30-35-1 0 0,-41 53-427 0 0,0 0 0 0 0,-1 0 0 0 0,1 0 0 0 0,1 0 0 0 0,-1 1 1 0 0,0-1-1 0 0,1 1 0 0 0,0 0 0 0 0,0 1 0 0 0,0-1 0 0 0,0 1 0 0 0,0 0 0 0 0,0 0 0 0 0,1 1 0 0 0,-1-1 0 0 0,0 1 0 0 0,1 0 0 0 0,-1 1 0 0 0,1-1 0 0 0,7 2 1 0 0,-9 0-253 0 0,1 0 1 0 0,-1 1-1 0 0,1-1 1 0 0,-1 1-1 0 0,0 0 1 0 0,1 1-1 0 0,-1-1 1 0 0,0 1-1 0 0,-1 0 1 0 0,1 0-1 0 0,0 0 1 0 0,-1 0 0 0 0,0 0-1 0 0,0 1 1 0 0,4 5-1 0 0,0 1-574 0 0,0 1 0 0 0,-1 0 0 0 0,0 1 0 0 0,6 17 0 0 0,4 18 74 0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9:13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0 310 6913 0 0,'4'-3'609'0'0,"0"-1"-481"0"0,-1 0-128 0 0,0 0 0 0 0,0-2-96 0 0,1-2-48 0 0,6-7-8 0 0,5-14 0 0 0,3-11-473 0 0,2-4-95 0 0,-2 1-16 0 0,-3 3-8 0 0,-5 4 576 0 0,-3 2 168 0 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9:14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9 185 10138 0 0,'-5'-2'448'0'0,"4"0"96"0"0,0-1-440 0 0,-1 1-104 0 0,2-2 0 0 0,0-1 0 0 0,2 0 0 0 0,-1-7 88 0 0,2-6-88 0 0,2-8 80 0 0,1-2-912 0 0,1 3-192 0 0,2 3-32 0 0,1 4 0 0 0,0 6 800 0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9:14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1 182 7834 0 0,'1'2'696'0'0,"2"-2"-560"0"0,0 0-136 0 0,-2-2 0 0 0,0 1 592 0 0,2 0 88 0 0,3-3 24 0 0,0-2 0 0 0,6-2 41 0 0,-3-5 15 0 0,2 1 0 0 0,-3-3 0 0 0,1-2-1216 0 0,-2 0-248 0 0,-2-1-40 0 0,2-4-16 0 0,1 0 663 0 0,-4-3 97 0 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9:14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6 11058 0 0,'-5'-6'9378'0'0,"31"31"-8746"0"0,-2 2-1 0 0,-1 0 1 0 0,36 54-1 0 0,51 107-594 0 0,-70-118-39 0 0,36 54-1366 0 0,-57-100 367 0 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9:14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14 244 9674 0 0,'0'0'106'0'0,"-1"0"0"0"0,1 0-1 0 0,-1 0 1 0 0,1 0 0 0 0,-1 0 0 0 0,1 0-1 0 0,-1 0 1 0 0,1 0 0 0 0,-1 0 0 0 0,1 0-1 0 0,-1 0 1 0 0,1 1 0 0 0,-1-1 0 0 0,1 0-1 0 0,-1 0 1 0 0,1 0 0 0 0,0 1 0 0 0,-1-1-1 0 0,1 0 1 0 0,-1 1 0 0 0,1-1 0 0 0,0 0-1 0 0,-1 1 1 0 0,1-1 0 0 0,0 1 0 0 0,-1-1-1 0 0,1 0 1 0 0,0 1 0 0 0,0-1 0 0 0,0 1-1 0 0,-1-1 1 0 0,1 1 0 0 0,0-1 0 0 0,0 1-1 0 0,0 0 1 0 0,5 21 1874 0 0,21 22-171 0 0,-14-32-1545 0 0,-1-1 1 0 0,1 0-1 0 0,1-1 0 0 0,0 0 0 0 0,0-1 0 0 0,1 0 0 0 0,0-1 0 0 0,22 9 0 0 0,17 4 330 0 0,58 15 0 0 0,-62-22 42 0 0,-33-8-524 0 0,1-2-1 0 0,0 0 1 0 0,0-1-1 0 0,1-1 1 0 0,-1-1-1 0 0,34-1 1 0 0,-47 0-103 0 0,1 0 1 0 0,-1-1-1 0 0,1 1 1 0 0,-1-1-1 0 0,1 0 1 0 0,-1-1-1 0 0,0 1 0 0 0,1-1 1 0 0,-1 0-1 0 0,0 0 1 0 0,0 0-1 0 0,0 0 1 0 0,-1-1-1 0 0,1 0 1 0 0,0 1-1 0 0,-1-1 0 0 0,0-1 1 0 0,0 1-1 0 0,0 0 1 0 0,0-1-1 0 0,0 0 1 0 0,-1 1-1 0 0,1-1 1 0 0,-1 0-1 0 0,0 0 0 0 0,0 0 1 0 0,-1-1-1 0 0,1 1 1 0 0,-1 0-1 0 0,0-1 1 0 0,1-4-1 0 0,-2-2 32 0 0,1-1 0 0 0,-2 1 0 0 0,1 0 0 0 0,-2 0 0 0 0,1 0 1 0 0,-1 0-1 0 0,-1 0 0 0 0,0 0 0 0 0,-1 1 0 0 0,0-1 0 0 0,0 1 0 0 0,-1 0 0 0 0,-1 0 0 0 0,1 1 0 0 0,-10-12 0 0 0,-10-11 84 0 0,-1 1 0 0 0,-55-51 0 0 0,69 71-118 0 0,0 1-1 0 0,-1 0 0 0 0,0 0 1 0 0,-1 1-1 0 0,0 1 0 0 0,-26-12 1 0 0,33 18-91 0 0,0-1 1 0 0,0 1 0 0 0,0 1-1 0 0,0-1 1 0 0,0 1 0 0 0,0 0-1 0 0,0 1 1 0 0,-1-1-1 0 0,1 2 1 0 0,0-1 0 0 0,0 1-1 0 0,0 0 1 0 0,-1 0 0 0 0,1 1-1 0 0,0 0 1 0 0,1 0-1 0 0,-11 5 1 0 0,-13 12-794 0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9:15.1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14747 0 0,'1'3'515'0'0,"0"0"0"0"0,0 0 0 0 0,1 0-1 0 0,-1 0 1 0 0,1-1 0 0 0,-1 1 0 0 0,1 0 0 0 0,0-1 0 0 0,0 1-1 0 0,4 2 1 0 0,5 10 105 0 0,22 44 109 0 0,-3 2 1 0 0,32 91-1 0 0,-31-72-462 0 0,-21-56-296 0 0,12 29-1107 0 0,-2 1 0 0 0,-2 0 1 0 0,11 63-1 0 0,-26-97-5814 0 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9:15.3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53 6913 0 0,'-2'-3'122'0'0,"-20"-47"13254"0"0,50 72-12048 0 0,-27-22-1264 0 0,27 20 419 0 0,1-1-1 0 0,50 22 1 0 0,4 3-225 0 0,230 135-658 0 0,-280-158-1351 0 0,-20-13 133 0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9:15.5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0 375 8754 0 0,'17'-32'2978'0'0,"-14"27"-2686"0"0,131-185 3563 0 0,-102 148-5056 0 0,-15 20-117 0 0,-9 12 445 0 0,0-1-1 0 0,0 0 1 0 0,6-13-1 0 0,-2-4 266 0 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9:16.1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2635 0 13363 0 0,'-33'7'1267'0'0,"27"-7"-117"0"0,0 1 0 0 0,-1 1 0 0 0,1-1 0 0 0,-11 5 0 0 0,37 8 1543 0 0,87 59-1894 0 0,134 118 0 0 0,-62-45-458 0 0,188 107-876 0 0,-343-239 459 0 0,-1 2 0 0 0,-1 0 0 0 0,-1 2-1 0 0,0 0 1 0 0,-1 2 0 0 0,-1 0 0 0 0,-1 1-1 0 0,-1 1 1 0 0,-1 0 0 0 0,-1 1 0 0 0,16 34-1 0 0,-28-52 103 0 0,-1 0 0 0 0,0 0-1 0 0,0 0 1 0 0,0 0-1 0 0,-1 1 1 0 0,1-1-1 0 0,-1 1 1 0 0,-1-1 0 0 0,1 1-1 0 0,-1 0 1 0 0,0-1-1 0 0,0 1 1 0 0,-1-1 0 0 0,0 1-1 0 0,0-1 1 0 0,0 1-1 0 0,0-1 1 0 0,-1 0-1 0 0,0 1 1 0 0,0-1 0 0 0,0 0-1 0 0,-1 0 1 0 0,0 0-1 0 0,0-1 1 0 0,0 1 0 0 0,-7 6-1 0 0,-35 29 68 0 0,-1-1-1 0 0,-74 44 0 0 0,27-19 55 0 0,-24 28-99 0 0,-162 163 0 0 0,30-25-430 0 0,-6 4-516 0 0,-155 141 381 0 0,234-219 290 0 0,29-29 129 0 0,-57 53 113 0 0,-162 149 52 0 0,69-72-64 0 0,154-130-27 0 0,-59 37-349 0 0,-49 45 67 0 0,138-121 286 0 0,9-7 393 0 0,90-69-720 0 0,1 1 0 0 0,1 0 0 0 0,0 1 0 0 0,1 0 0 0 0,-11 19 0 0 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9:16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98 15203 0 0,'-2'-1'159'0'0,"0"0"-1"0"0,0 0 0 0 0,0 0 1 0 0,0-1-1 0 0,0 1 0 0 0,1-1 1 0 0,-1 0-1 0 0,0 1 0 0 0,1-1 1 0 0,0 0-1 0 0,-1 0 1 0 0,1 0-1 0 0,0 0 0 0 0,0 0 1 0 0,0 0-1 0 0,0 0 0 0 0,0 0 1 0 0,0-1-1 0 0,1 1 0 0 0,-1 0 1 0 0,1-1-1 0 0,0 1 1 0 0,-1 0-1 0 0,1 0 0 0 0,0-1 1 0 0,1 1-1 0 0,-1 0 0 0 0,0-1 1 0 0,0 1-1 0 0,1 0 0 0 0,0-1 1 0 0,-1 1-1 0 0,1 0 0 0 0,0 0 1 0 0,0 0-1 0 0,0 0 1 0 0,0 0-1 0 0,1 0 0 0 0,-1 0 1 0 0,0 0-1 0 0,1 0 0 0 0,2-2 1 0 0,-2 3-83 0 0,0-1 0 0 0,0 1 0 0 0,1 0 0 0 0,-1 0 0 0 0,0 0 0 0 0,0 0 0 0 0,1 1 0 0 0,-1-1-1 0 0,1 0 1 0 0,-1 1 0 0 0,1 0 0 0 0,-1 0 0 0 0,1-1 0 0 0,-1 2 0 0 0,1-1 0 0 0,-1 0 0 0 0,1 0 0 0 0,-1 1 0 0 0,0-1 0 0 0,1 1 0 0 0,-1 0 0 0 0,0 0 0 0 0,1 0 0 0 0,2 1 0 0 0,8 5 90 0 0,-1-1-1 0 0,23 17 0 0 0,-33-22-140 0 0,50 40 303 0 0,55 54 0 0 0,-60-51-221 0 0,140 148 201 0 0,-126-123-366 0 0,3-4 0 0 0,95 75 1 0 0,-127-119-466 0 0,1 0 1 0 0,1-3 0 0 0,1-1-1 0 0,1-1 1 0 0,0-2-1 0 0,74 17 1 0 0,-81-25-4866 0 0,-5-4-1632 0 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3T22:59:16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3165 2304 0 0,'0'0'8'0'0,"0"0"-1"0"0,-1 0 0 0 0,1 0 0 0 0,0 0 0 0 0,0 1 0 0 0,0-1 0 0 0,0 0 0 0 0,-1 0 0 0 0,1 0 0 0 0,0 1 0 0 0,0-1 0 0 0,0 0 0 0 0,0 0 0 0 0,0 1 0 0 0,0-1 0 0 0,0 0 0 0 0,-1 0 0 0 0,1 0 0 0 0,0 1 0 0 0,0-1 0 0 0,0 0 1 0 0,0 0-1 0 0,0 1 0 0 0,0-1 0 0 0,0 0 0 0 0,0 0 0 0 0,0 1 0 0 0,0-1 0 0 0,1 0 0 0 0,-1 0 0 0 0,0 1 0 0 0,0-1 0 0 0,0 0 0 0 0,0 0 0 0 0,0 0 0 0 0,0 1 0 0 0,0-1 0 0 0,1 0 0 0 0,-1 0 0 0 0,0 0 0 0 0,0 1 0 0 0,0-1 0 0 0,0 0 1 0 0,1 0-1 0 0,-1 0 0 0 0,15 0 605 0 0,16-9 287 0 0,-16 3-401 0 0,-1-2 0 0 0,0 1 0 0 0,-1-2 0 0 0,0 0 0 0 0,0-1 0 0 0,12-12 1 0 0,68-76 1767 0 0,-44 43-1157 0 0,33-31 436 0 0,363-374 4880 0 0,-118 174-4520 0 0,-256 227-1619 0 0,507-380 948 0 0,-446 343-1060 0 0,345-262 251 0 0,-324 243-327 0 0,126-105 74 0 0,-37 20-26 0 0,143-136 359 0 0,-286 236-309 0 0,71-77 123 0 0,-166 172-400 0 0,-2 1 7 0 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9:48.55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380 204 7834 0 0,'1'-13'860'0'0,"-1"0"0"0"0,0 0-1 0 0,-1 0 1 0 0,0 0 0 0 0,-1 0 0 0 0,-1 1 0 0 0,0-1 0 0 0,0 1 0 0 0,-11-23 0 0 0,13 32-746 0 0,0-1 0 0 0,-1 1 0 0 0,0 0-1 0 0,0 0 1 0 0,0 0 0 0 0,0 0 0 0 0,0 0 0 0 0,0 1 0 0 0,-1-1 0 0 0,0 1 0 0 0,1-1 0 0 0,-1 1-1 0 0,0 0 1 0 0,0 0 0 0 0,0 0 0 0 0,0 0 0 0 0,0 1 0 0 0,-1 0 0 0 0,1-1 0 0 0,-1 1 0 0 0,1 0-1 0 0,0 0 1 0 0,-1 1 0 0 0,0-1 0 0 0,1 1 0 0 0,-1 0 0 0 0,1-1 0 0 0,-1 2 0 0 0,1-1 0 0 0,-1 0-1 0 0,0 1 1 0 0,1 0 0 0 0,-1-1 0 0 0,-5 4 0 0 0,-1-1-69 0 0,-1 1 0 0 0,1 0 0 0 0,1 1-1 0 0,-1 0 1 0 0,1 1 0 0 0,0 0 0 0 0,0 0 0 0 0,0 1 0 0 0,1 0 0 0 0,-11 12-1 0 0,4 0-51 0 0,1 1 0 0 0,1 1 0 0 0,1 0 0 0 0,1 1 0 0 0,1 0 0 0 0,0 1 0 0 0,2 0 0 0 0,-10 45 0 0 0,10-27-2 0 0,1-1 0 0 0,3 2 0 0 0,1-1 0 0 0,4 62 0 0 0,0-87-39 0 0,1-1-1 0 0,1 1 0 0 0,0 0 0 0 0,1-1 0 0 0,0 0 0 0 0,2 0 1 0 0,0 0-1 0 0,0 0 0 0 0,1-1 0 0 0,1 0 0 0 0,11 15 0 0 0,-12-20 14 0 0,-1-2 0 0 0,1 1 0 0 0,0-1-1 0 0,1 0 1 0 0,-1-1 0 0 0,1 1-1 0 0,1-1 1 0 0,-1-1 0 0 0,1 0 0 0 0,0 0-1 0 0,0-1 1 0 0,1 0 0 0 0,-1 0 0 0 0,1-1-1 0 0,0-1 1 0 0,0 1 0 0 0,0-2-1 0 0,14 2 1 0 0,-14-3-19 0 0,-1-1 0 0 0,1 1 0 0 0,-1-2 0 0 0,1 1 0 0 0,-1-1 0 0 0,0-1 0 0 0,0 0 0 0 0,0 0 0 0 0,0 0 0 0 0,0-1 0 0 0,0-1 0 0 0,-1 0 0 0 0,9-6 0 0 0,-14 9-28 0 0,1-1 0 0 0,-1 1 0 0 0,0-1 1 0 0,0 0-1 0 0,0 0 0 0 0,0 0 0 0 0,0-1 1 0 0,-1 1-1 0 0,1-1 0 0 0,-1 1 0 0 0,0-1 1 0 0,0 0-1 0 0,0 0 0 0 0,-1 0 0 0 0,1 0 1 0 0,-1 0-1 0 0,0 0 0 0 0,0 0 0 0 0,-1-1 0 0 0,1 1 1 0 0,-1 0-1 0 0,0 0 0 0 0,0-1 0 0 0,0 1 1 0 0,-1 0-1 0 0,1 0 0 0 0,-1-1 0 0 0,0 1 1 0 0,0 0-1 0 0,-1 0 0 0 0,-2-6 0 0 0,-6-7-1273 0 0,0-1-1 0 0,-26-30 0 0 0,25 34 643 0 0,-1-1 1 0 0,2 0-1 0 0,0-1 1 0 0,-14-31-1 0 0,22 42 685 0 0,0 0-1 0 0,1 0 1 0 0,0 0-1 0 0,0 0 1 0 0,0 0-1 0 0,1 0 1 0 0,-1 0-1 0 0,1-1 0 0 0,0 1 1 0 0,1 0-1 0 0,0 0 1 0 0,-1 0-1 0 0,1 0 1 0 0,1 0-1 0 0,-1 0 1 0 0,1 0-1 0 0,0 0 1 0 0,0 0-1 0 0,0 1 1 0 0,1-1-1 0 0,6-7 1 0 0,-6 7 214 0 0,1 0 1 0 0,1 0-1 0 0,-1 1 1 0 0,0-1-1 0 0,1 1 1 0 0,0 1 0 0 0,0-1-1 0 0,0 0 1 0 0,1 1-1 0 0,-1 0 1 0 0,1 1-1 0 0,-1-1 1 0 0,1 1 0 0 0,0 0-1 0 0,0 0 1 0 0,0 1-1 0 0,0 0 1 0 0,0 0-1 0 0,12 0 1 0 0,-13 1-1 0 0,-1 0 1 0 0,1 1-1 0 0,0 0 1 0 0,0 0-1 0 0,-1 0 1 0 0,1 0-1 0 0,0 1 1 0 0,-1-1 0 0 0,1 1-1 0 0,-1 0 1 0 0,0 1-1 0 0,0-1 1 0 0,0 1-1 0 0,0 0 1 0 0,0 0-1 0 0,0 0 1 0 0,-1 0-1 0 0,1 1 1 0 0,-1 0-1 0 0,0-1 1 0 0,0 1-1 0 0,-1 0 1 0 0,1 0-1 0 0,-1 1 1 0 0,3 6-1 0 0,5 19 409 0 0,-1 0-1 0 0,-1 1 0 0 0,-2 0 1 0 0,-2 1-1 0 0,2 39 1 0 0,-4-36-289 0 0,2 0 0 0 0,1-1 1 0 0,19 68-1 0 0,-20-94-1108 0 0,0-1-250 0 0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9:48.79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7834 0 0,'1'3'4569'0'0,"1"11"-2087"0"0,2 6-1108 0 0,-1 31 587 0 0,-4 80 0 0 0,0 11-1662 0 0,3-119-348 0 0,1-1 0 0 0,0 1 1 0 0,1-1-1 0 0,11 30 0 0 0,-10-36-903 0 0,1-1-296 0 0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9:49.09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1 211 8754 0 0,'6'-4'5683'0'0,"-6"4"-5587"0"0,14 2 1189 0 0,4 9-733 0 0,-1 2 0 0 0,-1 0 1 0 0,0 1-1 0 0,-1 0 0 0 0,15 19 0 0 0,21 18 240 0 0,-27-28-440 0 0,74 61 623 0 0,-88-77-888 0 0,0 0-1 0 0,1 0 1 0 0,0-1-1 0 0,0-1 1 0 0,0 0-1 0 0,1 0 1 0 0,0-1-1 0 0,13 2 1 0 0,-23-5-67 0 0,0-1 0 0 0,0 0 0 0 0,1 1 0 0 0,-1-1 0 0 0,0 0 0 0 0,0 0 0 0 0,0-1 0 0 0,0 1 0 0 0,0 0 0 0 0,0-1 1 0 0,0 1-1 0 0,0-1 0 0 0,0 1 0 0 0,0-1 0 0 0,-1 0 0 0 0,1 0 0 0 0,0 0 0 0 0,0 0 0 0 0,0 0 0 0 0,-1-1 0 0 0,1 1 0 0 0,-1 0 0 0 0,1-1 0 0 0,-1 1 1 0 0,0-1-1 0 0,1 0 0 0 0,-1 1 0 0 0,0-1 0 0 0,0 0 0 0 0,0 0 0 0 0,0 1 0 0 0,0-1 0 0 0,-1 0 0 0 0,1 0 0 0 0,0 0 0 0 0,-1-2 0 0 0,3-10 69 0 0,-1 1 0 0 0,0 0-1 0 0,-1-1 1 0 0,-1-19 0 0 0,0 15 29 0 0,-5-216 439 0 0,1 119-7763 0 0,4 91 28 0 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9:49.42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21 8754 0 0,'13'-21'14047'0'0,"-12"22"-13848"0"0,6 9-1104 0 0,14 50 1302 0 0,23 107 0 0 0,-13-41-137 0 0,-6-48-1149 0 0,3-1 0 0 0,47 89 0 0 0,-73-163 479 0 0,-1 0 0 0 0,1-1 0 0 0,-1 1 1 0 0,1 0-1 0 0,0-1 0 0 0,0 1 0 0 0,0-1 1 0 0,1 1-1 0 0,-1-1 0 0 0,0 0 0 0 0,4 2 1 0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9:49.6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30 129 1840 0 0,'-16'-22'87'0'0,"14"18"735"0"0,0 0-1 0 0,0 0 1 0 0,0 0 0 0 0,1-1 0 0 0,0 1-1 0 0,0 0 1 0 0,-1-7 0 0 0,2 8-341 0 0,-1 1 1 0 0,1 0-1 0 0,1-1 1 0 0,-1 1-1 0 0,0 0 1 0 0,0-1-1 0 0,1 1 1 0 0,0 0-1 0 0,-1-1 1 0 0,1 1-1 0 0,0 0 1 0 0,0 0-1 0 0,0 0 1 0 0,2-4-1 0 0,-1 4-357 0 0,0 0 0 0 0,0 0 0 0 0,-1 1 0 0 0,1-1 0 0 0,0 0 0 0 0,1 1 0 0 0,-1-1-1 0 0,0 1 1 0 0,4-2 0 0 0,-1 1 79 0 0,1 0 0 0 0,-1 0 0 0 0,1 1-1 0 0,0-1 1 0 0,-1 1 0 0 0,1 1 0 0 0,0-1 0 0 0,-1 1-1 0 0,1 0 1 0 0,0 0 0 0 0,0 1 0 0 0,-1 0-1 0 0,1 0 1 0 0,0 0 0 0 0,-1 1 0 0 0,1-1-1 0 0,-1 2 1 0 0,0-1 0 0 0,1 0 0 0 0,-1 1 0 0 0,0 0-1 0 0,-1 0 1 0 0,10 8 0 0 0,-1-1-112 0 0,-1 1 1 0 0,0 1-1 0 0,-1 0 1 0 0,0 1-1 0 0,-1 0 1 0 0,-1 0-1 0 0,10 18 1 0 0,-11-15-94 0 0,0 0 1 0 0,-1 1-1 0 0,-1-1 1 0 0,0 2-1 0 0,-1-1 1 0 0,-1 1-1 0 0,-1-1 1 0 0,0 1 0 0 0,-1 0-1 0 0,-1 28 1 0 0,-2-28-619 0 0,-1-1 0 0 0,-1 0 0 0 0,-7 27 1 0 0,2-19-6620 0 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9:50.41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24 59 9674 0 0,'-5'-7'1737'0'0,"1"-2"-1"0"0,0 1 1 0 0,1 0 0 0 0,-5-18-1 0 0,19 122 1086 0 0,-7-57-2853 0 0,7 40-1 0 0,-3-45 51 0 0,2-1-1 0 0,1 0 0 0 0,1-1 0 0 0,1 0 0 0 0,2-1 0 0 0,31 48 0 0 0,-30-57 2 0 0,1 1 0 0 0,1-2-1 0 0,1 0 1 0 0,1-1 0 0 0,0-2 0 0 0,2 0-1 0 0,0-1 1 0 0,40 24 0 0 0,-5-11 155 0 0,1-3 0 0 0,77 25-1 0 0,128 22 595 0 0,-239-67-758 0 0,0-2 0 0 0,0-1-1 0 0,1-1 1 0 0,-1-1 0 0 0,1-1-1 0 0,0-2 1 0 0,-1 0 0 0 0,1-1-1 0 0,-1-2 1 0 0,42-11 0 0 0,-22 6-2828 0 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9:50.81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24 66 920 0 0,'-9'-26'2642'0'0,"-6"-13"8751"0"0,24 56-8999 0 0,1-1 1 0 0,17 23-1 0 0,-13-21-2328 0 0,1-2 1 0 0,1 1-1 0 0,0-2 1 0 0,2 0 0 0 0,-1-1-1 0 0,2-1 1 0 0,21 12-1 0 0,-38-23-37 0 0,1-1 0 0 0,-1 0 0 0 0,1 1 0 0 0,-1-1 0 0 0,0 1 0 0 0,1 0 0 0 0,-1-1 0 0 0,0 1 0 0 0,0 0 0 0 0,0 1 0 0 0,2 3 0 0 0,-4-5-11 0 0,1 0-1 0 0,-1 0 0 0 0,0 1 0 0 0,0-1 1 0 0,0 0-1 0 0,0 0 0 0 0,-1 1 0 0 0,1-1 1 0 0,0 0-1 0 0,0 0 0 0 0,-1 0 0 0 0,1 1 0 0 0,-1-1 1 0 0,1 0-1 0 0,-1 0 0 0 0,0 0 0 0 0,1 0 1 0 0,-1 0-1 0 0,0 0 0 0 0,1 0 0 0 0,-1 0 1 0 0,0 0-1 0 0,0 0 0 0 0,0-1 0 0 0,0 1 1 0 0,0 0-1 0 0,-2 1 0 0 0,-60 45 292 0 0,45-36-464 0 0,1 2 0 0 0,-29 27 0 0 0,34-26-305 0 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0:18.8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1 483 3225 0 0,'73'-81'3111'0'0,"-16"24"-982"0"0,124-93 1 0 0,85-21-2300 0 0,-245 158-2379 0 0,1 3-838 0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0:19.1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46 61 3225 0 0,'-38'11'2950'0'0,"30"-7"-29"0"0,28-9-1208 0 0,36-13-547 0 0,-13 3-295 0 0,83-17 1 0 0,-113 30-824 0 0,0 0 0 0 0,0 1 0 0 0,1 1 1 0 0,-1 0-1 0 0,0 0 0 0 0,0 2 0 0 0,0-1 1 0 0,0 2-1 0 0,0 0 0 0 0,0 0 0 0 0,12 6 0 0 0,-23-8-18 0 0,-1-1-1 0 0,0 1 0 0 0,1 0 1 0 0,-1 0-1 0 0,0 0 0 0 0,1 0 1 0 0,-1 0-1 0 0,0 1 0 0 0,0-1 0 0 0,0 0 1 0 0,0 0-1 0 0,0 1 0 0 0,0-1 1 0 0,-1 1-1 0 0,1-1 0 0 0,0 1 1 0 0,-1-1-1 0 0,1 1 0 0 0,-1-1 1 0 0,0 1-1 0 0,1-1 0 0 0,-1 1 0 0 0,0 0 1 0 0,0-1-1 0 0,0 1 0 0 0,0-1 1 0 0,0 1-1 0 0,0 0 0 0 0,0-1 1 0 0,-1 1-1 0 0,1-1 0 0 0,-1 1 1 0 0,0 2-1 0 0,-3 8 238 0 0,0-1 1 0 0,-1 1-1 0 0,-10 15 1 0 0,8-13-45 0 0,4-8-283 0 0,-46 96 1264 0 0,23-32-6637 0 0,19-45 145 0 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0:22.41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18 408 6913 0 0,'-15'-13'1094'0'0,"14"13"-987"0"0,1 0-1 0 0,0-1 0 0 0,0 1 1 0 0,0 0-1 0 0,-1-1 0 0 0,1 1 1 0 0,0 0-1 0 0,0-1 0 0 0,0 1 1 0 0,0 0-1 0 0,0-1 0 0 0,0 1 1 0 0,0 0-1 0 0,0-1 0 0 0,0 1 1 0 0,0 0-1 0 0,0-1 1 0 0,0 1-1 0 0,0 0 0 0 0,0-1 1 0 0,0 1-1 0 0,0 0 0 0 0,0-1 1 0 0,0 1-1 0 0,0 0 0 0 0,1-1 1 0 0,-1 1-1 0 0,0-1 0 0 0,2 0 55 0 0,-1 1 1 0 0,0-1-1 0 0,1 0 0 0 0,-1 1 0 0 0,1-1 0 0 0,-1 1 0 0 0,1-1 0 0 0,-1 1 0 0 0,1-1 1 0 0,-1 1-1 0 0,1 0 0 0 0,0 0 0 0 0,-1 0 0 0 0,1 0 0 0 0,-1 0 0 0 0,1 1 0 0 0,0-1 0 0 0,-1 0 1 0 0,3 1-1 0 0,11 3-13 0 0,0 1 0 0 0,-1 0 1 0 0,0 1-1 0 0,0 1 0 0 0,19 11 1 0 0,66 49 132 0 0,-63-40-91 0 0,59 44 237 0 0,-53-38 316 0 0,1-1-1 0 0,72 38 0 0 0,-114-69-701 0 0,-1-1 0 0 0,1 1 0 0 0,-1-1 0 0 0,1 1 0 0 0,-1-1 0 0 0,1 0 0 0 0,-1 1 0 0 0,1-1 0 0 0,0 0 0 0 0,-1 1 0 0 0,1-1 0 0 0,0 0 0 0 0,-1 0 0 0 0,1 0 0 0 0,0 0 0 0 0,-1 0 0 0 0,1 0 0 0 0,0 1 0 0 0,-1-2 0 0 0,1 1 0 0 0,0 0 0 0 0,-1 0 0 0 0,1 0 0 0 0,0 0 0 0 0,-1 0 0 0 0,1 0 0 0 0,0-1 0 0 0,-1 1 0 0 0,1 0 0 0 0,0-1 0 0 0,-1 1 0 0 0,1 0 0 0 0,-1-1 0 0 0,1 1 0 0 0,-1-1 0 0 0,1 1 0 0 0,-1-1 0 0 0,1 1 0 0 0,-1-1-1 0 0,1 1 1 0 0,-1-1 0 0 0,0 1 0 0 0,1-1 0 0 0,-1 0 0 0 0,0 1 0 0 0,0-1 0 0 0,1 0 0 0 0,-1 1 0 0 0,0-1 0 0 0,0 0 0 0 0,0 1 0 0 0,0-1 0 0 0,0 0 0 0 0,0 1 0 0 0,0-1 0 0 0,0 0 0 0 0,0 1 0 0 0,0-1 0 0 0,0 0 0 0 0,0 1 0 0 0,0-1 0 0 0,-1-1 0 0 0,0-9 236 0 0,-1 0 0 0 0,-1 1 0 0 0,-3-13 0 0 0,3 14-177 0 0,-36-149-248 0 0,-33-296 0 0 0,69 421-2426 0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0:22.94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30 20 4609 0 0,'-12'-19'4010'0'0,"3"32"-1333"0"0,8-9-2563 0 0,-1 1 0 0 0,1 0 0 0 0,0-1-1 0 0,0 1 1 0 0,0 0 0 0 0,0 0 0 0 0,1-1 0 0 0,0 1 0 0 0,0 0 0 0 0,0 0 0 0 0,1 0 0 0 0,0 0 0 0 0,0-1 0 0 0,0 1 0 0 0,0 0 0 0 0,1-1 0 0 0,-1 1 0 0 0,1-1 0 0 0,0 0-1 0 0,1 1 1 0 0,-1-1 0 0 0,1 0 0 0 0,0 0 0 0 0,0-1 0 0 0,0 1 0 0 0,0 0 0 0 0,7 4 0 0 0,4 3-15 0 0,-1 0 0 0 0,2-2 0 0 0,-1 0-1 0 0,1 0 1 0 0,1-1 0 0 0,23 7 0 0 0,-38-14-7 0 0,1-1-1 0 0,-1 1 1 0 0,1-1 0 0 0,-1 1 0 0 0,1-1-1 0 0,-1 1 1 0 0,1 0 0 0 0,-1 0-1 0 0,1 0 1 0 0,-1 0 0 0 0,0 0 0 0 0,1 0-1 0 0,-1 0 1 0 0,0 0 0 0 0,0 0-1 0 0,0 0 1 0 0,0 1 0 0 0,0-1 0 0 0,0 1-1 0 0,0-1 1 0 0,-1 0 0 0 0,1 1-1 0 0,0 0 1 0 0,-1-1 0 0 0,1 1 0 0 0,-1-1-1 0 0,0 1 1 0 0,1-1 0 0 0,-1 1 0 0 0,0 0-1 0 0,0 3 1 0 0,-2 0 103 0 0,1 0 1 0 0,-1 0-1 0 0,0 0 1 0 0,0 0-1 0 0,-1-1 1 0 0,1 1-1 0 0,-1 0 1 0 0,-6 7-1 0 0,-4 5-52 0 0,-1 0 0 0 0,0-1 0 0 0,-1 0 0 0 0,-1-1 0 0 0,0-1 0 0 0,-1 0 0 0 0,-31 18 0 0 0,43-30-1960 0 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0:26.07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18 220 3225 0 0,'-1'0'160'0'0,"1"0"0"0"0,-1 0 0 0 0,0 0 0 0 0,1 0 0 0 0,-1 0 1 0 0,0 0-1 0 0,1 0 0 0 0,-1 0 0 0 0,1 0 0 0 0,-1-1 0 0 0,0 1 0 0 0,1 0 1 0 0,-1 0-1 0 0,0 0 0 0 0,1-1 0 0 0,-1 1 0 0 0,1 0 0 0 0,-1-1 0 0 0,1 1 1 0 0,-1-1-1 0 0,1 1 0 0 0,-1 0 0 0 0,1-1 0 0 0,-1 1 0 0 0,1-1 0 0 0,-1 1 1 0 0,1-1-1 0 0,0 0 0 0 0,-1 1 0 0 0,1-1 0 0 0,0-1 55 0 0,0 1 0 0 0,0-1 0 0 0,0 1 0 0 0,0-1 0 0 0,0 1 0 0 0,0-1-1 0 0,0 1 1 0 0,1-1 0 0 0,-1 1 0 0 0,1-1 0 0 0,-1 1 0 0 0,1-1 0 0 0,1 0 0 0 0,32-49 2191 0 0,-26 41-2099 0 0,7-11-45 0 0,-2 3 311 0 0,0-1 0 0 0,2 2 1 0 0,25-25-1 0 0,-27 31-900 0 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0:26.29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0 158 6913 0 0,'8'-10'305'0'0,"-2"3"63"0"0,-1-1-296 0 0,0 1-72 0 0,1 2 0 0 0,-2 1 0 0 0,3-1-336 0 0,5-6-81 0 0,6-5-23 0 0,8-6 0 0 0,5 0 360 0 0,-3 0 80 0 0,-6 3 0 0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0:27.9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23 186 5065 0 0,'-2'-1'139'0'0,"0"0"0"0"0,1 0-1 0 0,-1 0 1 0 0,1 0 0 0 0,0-1 0 0 0,-1 1-1 0 0,1-1 1 0 0,0 1 0 0 0,0-1-1 0 0,0 1 1 0 0,0-1 0 0 0,0 0 0 0 0,0 1-1 0 0,0-1 1 0 0,1 0 0 0 0,-1 0 0 0 0,1 0-1 0 0,-1 1 1 0 0,1-1 0 0 0,0 0 0 0 0,0 0-1 0 0,0-2 1 0 0,-1-2 343 0 0,1 0 1 0 0,-1 0-1 0 0,2 0 0 0 0,-1 0 0 0 0,1 0 1 0 0,1-6-1 0 0,1 5 25 0 0,0 0 0 0 0,0 0 0 0 0,0 1 0 0 0,1-1 0 0 0,0 1 0 0 0,1 0 0 0 0,-1 1 0 0 0,1-1 0 0 0,9-7 0 0 0,-12 10-347 0 0,1 0 0 0 0,0 1 0 0 0,0-1 0 0 0,1 1 0 0 0,-1 0-1 0 0,0-1 1 0 0,1 2 0 0 0,-1-1 0 0 0,1 0 0 0 0,0 1 0 0 0,0-1 0 0 0,-1 1 0 0 0,1 0 0 0 0,0 1 0 0 0,0-1-1 0 0,0 1 1 0 0,0-1 0 0 0,8 1 0 0 0,-9 2-116 0 0,0-1 0 0 0,0 0 0 0 0,0 1 0 0 0,0-1 0 0 0,0 1 0 0 0,0 0 0 0 0,-1 0 0 0 0,1 0 0 0 0,-1 0 0 0 0,1 0 0 0 0,-1 0 0 0 0,0 1 0 0 0,0 0 0 0 0,0-1 0 0 0,0 1 0 0 0,0 0 0 0 0,-1 0 0 0 0,1 0 0 0 0,1 4 0 0 0,3 10 12 0 0,0 0 0 0 0,5 25-1 0 0,-5-18 42 0 0,11 42-106 0 0,43 136 547 0 0,-47-166-1016 0 0,1 0 0 0 0,3-1-1 0 0,30 49 1 0 0,-36-67-770 0 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0:28.07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0 12443 0 0,'-2'4'1104'0'0,"2"1"-880"0"0,0-1-224 0 0,0-3 0 0 0,0 0 256 0 0,0 2 0 0 0,0 2 8 0 0,0 5 0 0 0,0 0-264 0 0,0 0-72 0 0,3-4-8 0 0,0 0 0 0 0,2-1 80 0 0,2-2 0 0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2:19.73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759 206 1840 0 0,'-104'-5'2228'0'0,"76"1"-2038"0"0,1 3 1 0 0,0 0-1 0 0,-1 1 1 0 0,1 2-1 0 0,-1 1 1 0 0,-29 7-1 0 0,37-3-29 0 0,0 0 1 0 0,0 2-1 0 0,1 0 0 0 0,0 1 1 0 0,1 1-1 0 0,0 1 0 0 0,0 0 1 0 0,1 2-1 0 0,1 0 0 0 0,1 0 1 0 0,0 2-1 0 0,-21 27 0 0 0,9-7 80 0 0,3 2 0 0 0,0 0 0 0 0,3 2 0 0 0,1 0 1 0 0,-14 44-1 0 0,28-68-225 0 0,0 0 0 0 0,1 0 0 0 0,1 1 0 0 0,0 0 0 0 0,1 0 0 0 0,1 0 0 0 0,1 0 0 0 0,0 0 0 0 0,2 0 0 0 0,0 0 0 0 0,0 0 0 0 0,2 0 1 0 0,0 0-1 0 0,1 0 0 0 0,0-1 0 0 0,2 1 0 0 0,0-1 0 0 0,11 21 0 0 0,-1-6-38 0 0,2-1 0 0 0,1 0 0 0 0,1-2 0 0 0,1 0 0 0 0,49 48 0 0 0,-55-61 6 0 0,2-2 1 0 0,-1 0-1 0 0,2-1 0 0 0,-1 0 0 0 0,2-2 0 0 0,-1 0 1 0 0,1-1-1 0 0,1-1 0 0 0,0 0 0 0 0,0-2 0 0 0,23 5 1 0 0,-7-6-140 0 0,1-1 0 0 0,0-1 0 0 0,0-2 0 0 0,0-2 0 0 0,0-2 0 0 0,0-1 0 0 0,46-11 0 0 0,-41 5 153 0 0,1-3 1 0 0,-2-2-1 0 0,0-1 0 0 0,0-2 1 0 0,67-42-1 0 0,-89 46 31 0 0,-1 0 1 0 0,0-1-1 0 0,0-1 0 0 0,-2-1 0 0 0,0-1 1 0 0,-1 0-1 0 0,-1-1 0 0 0,-1 0 1 0 0,0-1-1 0 0,-2-1 0 0 0,13-29 0 0 0,-11 19 155 0 0,-1-1 0 0 0,-2 0-1 0 0,-1-1 1 0 0,-2 0 0 0 0,-1 0-1 0 0,-1 0 1 0 0,-1-47-1 0 0,-5 47 268 0 0,-1 0 0 0 0,-2 0-1 0 0,-1 1 1 0 0,-2 0 0 0 0,-1-1 0 0 0,-2 2-1 0 0,-16-37 1 0 0,10 31 20 0 0,-3 1 0 0 0,-1 0 0 0 0,-2 2 0 0 0,-1 0 0 0 0,-40-44 0 0 0,53 67-380 0 0,-1 0-1 0 0,-1 1 0 0 0,1 0 1 0 0,-2 1-1 0 0,1 1 0 0 0,-1 0 0 0 0,0 0 1 0 0,-1 1-1 0 0,0 1 0 0 0,-17-5 0 0 0,21 8-329 0 0,1 0 0 0 0,0 1 0 0 0,0 0 0 0 0,-1 1 1 0 0,1 0-1 0 0,-1 1 0 0 0,1 0 0 0 0,-1 0 0 0 0,1 1 0 0 0,-1 0 0 0 0,1 1 0 0 0,0 0 0 0 0,0 0 0 0 0,0 1 0 0 0,0 0 0 0 0,0 1 0 0 0,-12 6 0 0 0,-2 5-4462 0 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2:20.69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789 116 6913 0 0,'-23'-15'-159'0'0,"0"0"-1"0"0,-1 2 0 0 0,0 0 1 0 0,-1 2-1 0 0,0 1 0 0 0,-46-12 1 0 0,51 17 625 0 0,0 1 0 0 0,1 1 0 0 0,-1 0 0 0 0,-1 2 0 0 0,1 0 0 0 0,0 2 0 0 0,0 0 0 0 0,0 1 0 0 0,-36 9 0 0 0,41-7-285 0 0,0 2 0 0 0,0 0 0 0 0,0 0 0 0 0,1 2 0 0 0,0-1 0 0 0,0 2 0 0 0,1 0 1 0 0,0 1-1 0 0,1 0 0 0 0,0 1 0 0 0,-11 12 0 0 0,8-5-71 0 0,1 0 1 0 0,1 1-1 0 0,1 0 0 0 0,1 1 1 0 0,0 1-1 0 0,-15 42 0 0 0,10-7-69 0 0,3 0-1 0 0,1 1 0 0 0,4 0 0 0 0,2 1 1 0 0,1 75-1 0 0,4-48-29 0 0,4 0 0 0 0,3 0 0 0 0,24 115 0 0 0,-21-164-23 0 0,0 0 0 0 0,3-1 0 0 0,1 0 0 0 0,1-1 0 0 0,2-1 0 0 0,1 0 0 0 0,2-1 0 0 0,1-1 0 0 0,1 0 0 0 0,34 34 0 0 0,165 142-60 0 0,-196-187 45 0 0,2 0 0 0 0,0-1 0 0 0,2-2 0 0 0,49 24-1 0 0,-58-33-91 0 0,0 0 0 0 0,1-2 0 0 0,0 0 0 0 0,0-1-1 0 0,1-1 1 0 0,-1-1 0 0 0,1-1 0 0 0,29 0 0 0 0,-39-3 40 0 0,0 0 0 0 0,0 0 0 0 0,-1-2-1 0 0,1 1 1 0 0,0-1 0 0 0,-1-1 0 0 0,0 0 0 0 0,1 0 0 0 0,-2-1 0 0 0,1 0 0 0 0,0-1 0 0 0,-1 0 0 0 0,0-1 0 0 0,-1 1 0 0 0,15-16 0 0 0,2-6 611 0 0,-2-1 0 0 0,-1-1-1 0 0,24-44 1 0 0,-10 17 291 0 0,-7 9-685 0 0,-1-2-1 0 0,-3-1 1 0 0,-2-1-1 0 0,17-58 1 0 0,-18 36 130 0 0,-4-1 0 0 0,13-111-1 0 0,-29 157-153 0 0,-1 0 0 0 0,-1 0-1 0 0,-2 0 1 0 0,-1 1 0 0 0,-2-1-1 0 0,0 1 1 0 0,-2 0-1 0 0,-1 0 1 0 0,-21-47 0 0 0,-10-8 890 0 0,-86-134 0 0 0,114 199-1196 0 0,0 0 0 0 0,-1 1-1 0 0,-1 0 1 0 0,0 1 0 0 0,-1 0 0 0 0,-1 1 0 0 0,-1 1 0 0 0,0 1 0 0 0,-1 0-1 0 0,-33-19 1 0 0,32 22-5768 0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2:21.62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1071 184 6913 0 0,'-39'-38'1530'0'0,"-76"-59"0"0"0,106 91-1260 0 0,0 0 0 0 0,0 1 0 0 0,-1-1 0 0 0,0 2 0 0 0,0 0 0 0 0,0 0 1 0 0,-1 0-1 0 0,1 2 0 0 0,-1-1 0 0 0,0 1 0 0 0,0 1 0 0 0,0 0 0 0 0,1 0 0 0 0,-1 1 0 0 0,0 0 1 0 0,0 1-1 0 0,0 1 0 0 0,0 0 0 0 0,0 0 0 0 0,1 1 0 0 0,-1 0 0 0 0,1 1 0 0 0,0 0 0 0 0,0 0 1 0 0,-13 9-1 0 0,-156 80 919 0 0,104-59-954 0 0,58-27-224 0 0,0 0 1 0 0,0 2-1 0 0,0-1 1 0 0,1 2-1 0 0,0 0 1 0 0,-19 17-1 0 0,3 5-11 0 0,2 0 0 0 0,1 2 0 0 0,2 1 0 0 0,-41 70 0 0 0,58-85-5 0 0,1 0 0 0 0,1 0 0 0 0,1 0 0 0 0,0 1 0 0 0,2 0 0 0 0,0 0 0 0 0,2 1 0 0 0,0-1 0 0 0,2 1 0 0 0,0 0 0 0 0,1-1-1 0 0,1 1 1 0 0,1 0 0 0 0,1-1 0 0 0,1 1 0 0 0,1-1 0 0 0,12 34 0 0 0,-5-33-233 0 0,0 0 1 0 0,2-1-1 0 0,0 0 0 0 0,1-1 0 0 0,1 0 0 0 0,27 25 1 0 0,-9-9-72 0 0,-11-13 51 0 0,1 0 1 0 0,1-2 0 0 0,1-1 0 0 0,1-1-1 0 0,1-1 1 0 0,36 17 0 0 0,-13-10-657 0 0,1-3-1 0 0,99 27 1 0 0,-115-41 650 0 0,0-2 0 0 0,1-1 1 0 0,-1-2-1 0 0,1-1 0 0 0,0-2 0 0 0,0-2 1 0 0,-1-1-1 0 0,45-10 0 0 0,-68 10 242 0 0,0-1 0 0 0,0 0 0 0 0,0 0 0 0 0,-1-2 0 0 0,0 1 0 0 0,0-2 0 0 0,0 0 0 0 0,-1 0 0 0 0,15-12 1 0 0,-11 6 208 0 0,-2-1 1 0 0,0 0-1 0 0,0 0 1 0 0,-1-1-1 0 0,18-33 1 0 0,-9 7 660 0 0,-2 0 1 0 0,-1-2 0 0 0,-3 0-1 0 0,17-80 1 0 0,-27 102-583 0 0,-1-1-1 0 0,-2 0 0 0 0,0-1 1 0 0,-2 1-1 0 0,0 0 1 0 0,-1 0-1 0 0,-2 0 1 0 0,-9-43-1 0 0,1 28 42 0 0,-2 0-1 0 0,-1 0 1 0 0,-2 1 0 0 0,-25-41-1 0 0,27 53-325 0 0,-21-39-814 0 0,-46-61 0 0 0,57 96-5261 0 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2:24.2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76 72 6913 0 0,'-4'-18'1003'0'0,"4"14"-592"0"0,-1 0 0 0 0,1 0 0 0 0,-1 0 0 0 0,0 0 0 0 0,0 0-1 0 0,-1 0 1 0 0,1 0 0 0 0,-1 1 0 0 0,0-1 0 0 0,0 1 0 0 0,0-1 0 0 0,-4-4-1 0 0,5 8-326 0 0,0 1 0 0 0,1-1 0 0 0,-1 0-1 0 0,0 0 1 0 0,0 1 0 0 0,0-1-1 0 0,1 1 1 0 0,-1-1 0 0 0,0 1-1 0 0,1-1 1 0 0,-1 1 0 0 0,0-1-1 0 0,1 1 1 0 0,-1 0 0 0 0,1-1 0 0 0,-1 1-1 0 0,1 0 1 0 0,-1-1 0 0 0,1 1-1 0 0,0 0 1 0 0,-1 0 0 0 0,1 0-1 0 0,0-1 1 0 0,-1 1 0 0 0,1 0-1 0 0,0 0 1 0 0,0 1 0 0 0,-10 30 533 0 0,9-30-530 0 0,-6 30 136 0 0,1 0 1 0 0,1 1 0 0 0,1-1-1 0 0,2 1 1 0 0,2 0-1 0 0,0 0 1 0 0,7 39-1 0 0,-3-45-224 0 0,2 0 0 0 0,0 0 0 0 0,2-1 0 0 0,1 0 0 0 0,0-1 0 0 0,2 0 0 0 0,1 0 0 0 0,2-2 0 0 0,17 26 0 0 0,-8-21-708 0 0,-5-12-4026 0 0,-4-8-710 0 0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2:24.50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 11 14283 0 0,'-6'-4'632'0'0,"3"2"136"0"0,2 0-616 0 0,-1 1-152 0 0,2 0 0 0 0,26 18-6121 0 0,-22-4 6121 0 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2:25.27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23 6593 0 0,'11'-20'2567'0'0,"-10"19"-2384"0"0,-1 1-1 0 0,1 0 0 0 0,-1 0 1 0 0,1-1-1 0 0,-1 1 0 0 0,1 0 1 0 0,-1 0-1 0 0,1 0 0 0 0,-1 0 1 0 0,1 0-1 0 0,-1-1 0 0 0,1 1 1 0 0,-1 0-1 0 0,1 0 0 0 0,-1 0 0 0 0,1 0 1 0 0,-1 1-1 0 0,1-1 0 0 0,-1 0 1 0 0,1 0-1 0 0,0 0 0 0 0,14 14 4174 0 0,-7 2-4663 0 0,0 11 794 0 0,-1 2 1 0 0,-2-1-1 0 0,-1 0 1 0 0,2 56-1 0 0,-1-8-354 0 0,9 45-3022 0 0,-8-82-3282 0 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2:25.6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60 5529 0 0,'6'-8'3874'0'0,"38"-25"-2932"0"0,-14 19-2289 0 0,-19 10-1930 0 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2:25.85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91 6913 0 0,'4'-2'305'0'0,"0"1"63"0"0,0 0-296 0 0,0-2-72 0 0,0 2 0 0 0,0-1 0 0 0,0 0 344 0 0,4-2 48 0 0,5-3 16 0 0,3-2 0 0 0,4-2-408 0 0,0 0-96 0 0,-1 0-16 0 0,-2 2 0 0 0,1 2 112 0 0,-5-2 0 0 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2:31.6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 53 9674 0 0,'-1'-1'129'0'0,"0"0"0"0"0,1 1 0 0 0,-1-1 0 0 0,0 0 0 0 0,0 0 0 0 0,0 0 0 0 0,1 1 0 0 0,-1-1 0 0 0,0 0 0 0 0,1 0 0 0 0,-1 0 0 0 0,0 0 0 0 0,1 0 0 0 0,0 0 0 0 0,-1 0 0 0 0,1 0 0 0 0,0 0 0 0 0,-1-1 1 0 0,1 1-1 0 0,0 0 0 0 0,0 0 0 0 0,0 0 0 0 0,0 0 0 0 0,0 0 0 0 0,0 0 0 0 0,0-1 0 0 0,0 1 0 0 0,0 0 0 0 0,1 0 0 0 0,-1 0 0 0 0,0 0 0 0 0,1 0 0 0 0,-1 0 0 0 0,1 0 0 0 0,-1 0 0 0 0,1 0 0 0 0,0 0 0 0 0,-1 0 0 0 0,1 0 0 0 0,0 0 0 0 0,0 1 0 0 0,0-1 0 0 0,-1 0 0 0 0,1 0 0 0 0,0 1 0 0 0,0-1 0 0 0,0 1 0 0 0,0-1 0 0 0,0 0 0 0 0,0 1 0 0 0,0 0 0 0 0,2-1 0 0 0,0 0-313 0 0,-1 0 1 0 0,0 1-1 0 0,1-1 0 0 0,-1 0 0 0 0,0 1 0 0 0,1 0 0 0 0,-1 0 0 0 0,0 0 0 0 0,1 0 1 0 0,-1 0-1 0 0,1 0 0 0 0,-1 1 0 0 0,0-1 0 0 0,1 1 0 0 0,-1-1 0 0 0,0 1 0 0 0,0 0 1 0 0,1 0-1 0 0,-1 0 0 0 0,0 0 0 0 0,0 0 0 0 0,0 1 0 0 0,0-1 0 0 0,0 1 1 0 0,0-1-1 0 0,2 4 0 0 0,4 9-322 0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2:31.4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31 2304 0 0,'9'-31'10035'0'0,"-9"37"-9082"0"0,0 26-663 0 0,2-1 0 0 0,1 0-1 0 0,1 0 1 0 0,2-1 0 0 0,1 0-1 0 0,1 0 1 0 0,2 0 0 0 0,1-1-1 0 0,1 0 1 0 0,2-1 0 0 0,0-1-1 0 0,2 0 1 0 0,37 48 0 0 0,-50-72-343 0 0,-1 0 0 0 0,0 0 0 0 0,1-1 1 0 0,0 1-1 0 0,-1-1 0 0 0,1 1 0 0 0,0-1 0 0 0,0 0 1 0 0,0 0-1 0 0,1 0 0 0 0,-1-1 0 0 0,0 1 0 0 0,1-1 1 0 0,-1 1-1 0 0,1-1 0 0 0,0 0 0 0 0,-1-1 0 0 0,1 1 1 0 0,0-1-1 0 0,-1 1 0 0 0,8-2 0 0 0,-7 1-425 0 0,0-1-1 0 0,0 0 0 0 0,0-1 1 0 0,0 1-1 0 0,0-1 0 0 0,0 0 1 0 0,0 0-1 0 0,-1 0 0 0 0,1 0 1 0 0,-1-1-1 0 0,0 1 0 0 0,5-6 0 0 0,7-6-3835 0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2:32.26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5 114 1840 0 0,'0'-35'4609'0'0,"2"28"-3823"0"0,-2 5-623 0 0,1 1-1 0 0,-1 0 1 0 0,1-1-1 0 0,-1 1 0 0 0,1 0 1 0 0,-1-1-1 0 0,0 1 1 0 0,0-1-1 0 0,0 1 0 0 0,0-1 1 0 0,0 1-1 0 0,-9-20 9002 0 0,27 7-8815 0 0,-15 11-276 0 0,1 1-1 0 0,-1 0 1 0 0,1 0-1 0 0,-1 0 1 0 0,1 0-1 0 0,0 1 1 0 0,0 0-1 0 0,0-1 1 0 0,0 1-1 0 0,0 1 1 0 0,0-1-1 0 0,0 1 1 0 0,7-1-1 0 0,-8 2-29 0 0,0-1 1 0 0,-1 1-1 0 0,1-1 0 0 0,0 1 0 0 0,0 0 0 0 0,0 0 1 0 0,0 0-1 0 0,0 1 0 0 0,-1-1 0 0 0,1 1 0 0 0,-1-1 1 0 0,1 1-1 0 0,-1 0 0 0 0,4 4 0 0 0,-1-1-11 0 0,-2 0 1 0 0,1 1-1 0 0,0-1 0 0 0,-1 1 0 0 0,0 0 0 0 0,0 0 0 0 0,-1 0 1 0 0,0 0-1 0 0,0 0 0 0 0,0 1 0 0 0,-1-1 0 0 0,0 0 1 0 0,0 1-1 0 0,0-1 0 0 0,-1 11 0 0 0,-2-2 48 0 0,0 1-1 0 0,-8 25 1 0 0,7-31-41 0 0,1 0 1 0 0,-1 0-1 0 0,2 0 1 0 0,-1 0-1 0 0,1 1 0 0 0,1-1 1 0 0,0 0-1 0 0,2 19 1 0 0,-1-27-29 0 0,-1-1 0 0 0,1 1 0 0 0,0-1 0 0 0,0 0 0 0 0,-1 1 0 0 0,1-1 0 0 0,0 0 0 0 0,0 0 1 0 0,1 0-1 0 0,-1 0 0 0 0,0 0 0 0 0,0 0 0 0 0,0 0 0 0 0,1 0 0 0 0,-1 0 0 0 0,1 0 0 0 0,-1-1 0 0 0,0 1 1 0 0,1 0-1 0 0,-1-1 0 0 0,1 0 0 0 0,-1 1 0 0 0,1-1 0 0 0,-1 0 0 0 0,1 0 0 0 0,0 0 0 0 0,-1 0 1 0 0,1 0-1 0 0,-1 0 0 0 0,1 0 0 0 0,-1 0 0 0 0,4-1 0 0 0,5-1 49 0 0,-1 0 1 0 0,1 0-1 0 0,15-7 1 0 0,-2-2-139 0 0,0 0 1 0 0,-1-2-1 0 0,0-1 0 0 0,34-29 1 0 0,-28 22-1506 0 0,-9 6-5672 0 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2:33.88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30 13 8290 0 0,'-5'0'-122'0'0,"-19"-7"8256"0"0,36 1-6249 0 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2:33.67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 0 6913 0 0,'-3'16'5004'0'0,"-3"14"-3183"0"0,6 3-1063 0 0,2 0 1 0 0,2 0-1 0 0,1-1 1 0 0,1 1-1 0 0,17 49 1 0 0,-18-67-633 0 0,0 0 0 0 0,2 0 0 0 0,0-1 0 0 0,0 0 0 0 0,1 0 0 0 0,1-1 0 0 0,0 0 0 0 0,1-1 0 0 0,0 0 0 0 0,1 0-1 0 0,0-1 1 0 0,1-1 0 0 0,23 16 0 0 0,-31-23-111 0 0,0 0 0 0 0,0-1 0 0 0,0 0 0 0 0,1 0 0 0 0,-1-1-1 0 0,1 1 1 0 0,-1-1 0 0 0,1 0 0 0 0,0 0 0 0 0,-1 0 0 0 0,8 0 0 0 0,-9-1-182 0 0,-1-1 0 0 0,0 1 1 0 0,1-1-1 0 0,-1 1 1 0 0,0-1-1 0 0,1 0 0 0 0,-1 0 1 0 0,0 0-1 0 0,4-2 1 0 0,-3 1-552 0 0,0 0 1 0 0,-1 0 0 0 0,1-1 0 0 0,0 1-1 0 0,-1-1 1 0 0,0 0 0 0 0,4-5 0 0 0,3-8-4820 0 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2:34.3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9 104 5985 0 0,'-1'0'89'0'0,"1"0"0"0"0,-1 0 0 0 0,1-1 0 0 0,0 1 0 0 0,-1 0 0 0 0,1 0 0 0 0,-1 0 0 0 0,1-1 0 0 0,0 1-1 0 0,-1 0 1 0 0,1 0 0 0 0,0-1 0 0 0,-1 1 0 0 0,1 0 0 0 0,0-1 0 0 0,0 1 0 0 0,-1 0 0 0 0,1-1 0 0 0,0 1 0 0 0,0 0 0 0 0,-1-1 0 0 0,1 1-1 0 0,0-1 1 0 0,0 1 0 0 0,0-1 0 0 0,0 1 0 0 0,0 0 0 0 0,0-1 0 0 0,0 1 0 0 0,-1-1 0 0 0,1 1 0 0 0,0-1 0 0 0,1 1 0 0 0,-1 0 0 0 0,0-1-1 0 0,0 1 1 0 0,0-1 0 0 0,13-20 2313 0 0,22-12 795 0 0,-28 28-2666 0 0,0 0 0 0 0,0 0 0 0 0,1 0-1 0 0,-1 1 1 0 0,14-5 0 0 0,-19 8-478 0 0,-1 1 0 0 0,1-1 0 0 0,0 1 1 0 0,-1-1-1 0 0,1 1 0 0 0,0 0 0 0 0,0 0 0 0 0,-1 0 1 0 0,1 0-1 0 0,0 0 0 0 0,-1 0 0 0 0,1 0 0 0 0,0 0 1 0 0,0 1-1 0 0,-1-1 0 0 0,1 1 0 0 0,0-1 0 0 0,-1 1 0 0 0,1 0 1 0 0,-1 0-1 0 0,1-1 0 0 0,-1 1 0 0 0,1 0 0 0 0,-1 0 1 0 0,0 1-1 0 0,1-1 0 0 0,-1 0 0 0 0,0 0 0 0 0,0 1 1 0 0,0-1-1 0 0,0 0 0 0 0,0 1 0 0 0,0-1 0 0 0,1 3 1 0 0,3 9-9 0 0,0-1 1 0 0,0 1-1 0 0,-1 0 1 0 0,-1 1-1 0 0,0-1 1 0 0,1 16-1 0 0,0 84 151 0 0,0 0 264 0 0,-4-111-422 0 0,0-1-1 0 0,0 1 0 0 0,0-1 0 0 0,0 1 0 0 0,1-1 0 0 0,-1 1 0 0 0,0-1 0 0 0,1 0 0 0 0,-1 1 0 0 0,1-1 0 0 0,0 1 0 0 0,-1-1 0 0 0,1 0 0 0 0,0 1 1 0 0,0-1-1 0 0,0 0 0 0 0,0 0 0 0 0,0 0 0 0 0,0 0 0 0 0,0 0 0 0 0,0 0 0 0 0,0 0 0 0 0,0 0 0 0 0,3 1 0 0 0,-2-1-16 0 0,0-1-1 0 0,0 0 1 0 0,0 0-1 0 0,-1 0 0 0 0,1 0 1 0 0,0 0-1 0 0,0-1 1 0 0,0 1-1 0 0,0-1 1 0 0,0 1-1 0 0,0-1 0 0 0,0 1 1 0 0,-1-1-1 0 0,1 0 1 0 0,0 0-1 0 0,2-1 1 0 0,8-7-59 0 0,1 0 1 0 0,-1-1 0 0 0,17-19 0 0 0,-25 25 12 0 0,67-69-4134 0 0,-53 57-2453 0 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2:34.64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0 102 7834 0 0,'4'-4'397'0'0,"64"-59"4798"0"0,-59 57-5220 0 0,0-1 1 0 0,0 1 0 0 0,15-7-1 0 0,-23 13-171 0 0,0-1 1 0 0,-1 1-1 0 0,1-1 0 0 0,0 1 0 0 0,0 0 0 0 0,0 0 1 0 0,0 0-1 0 0,0-1 0 0 0,0 1 0 0 0,-1 0 1 0 0,1 0-1 0 0,0 0 0 0 0,0 0 0 0 0,0 0 0 0 0,0 0 1 0 0,0 1-1 0 0,0-1 0 0 0,0 0 0 0 0,0 0 1 0 0,-1 1-1 0 0,1-1 0 0 0,0 0 0 0 0,0 1 0 0 0,0-1 1 0 0,-1 1-1 0 0,1-1 0 0 0,0 1 0 0 0,0 0 0 0 0,-1-1 1 0 0,2 2-1 0 0,1 2 59 0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2:34.76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 58 5065 0 0,'-3'4'224'0'0,"2"-3"48"0"0,0 0-272 0 0,1 1 0 0 0,0-1 0 0 0,1-1 0 0 0,0 0 384 0 0,1-1 16 0 0,2-1 8 0 0,1 0 1 0 0,2-2-33 0 0,2-3-8 0 0,0 0 0 0 0,1-1 0 0 0,0 0-304 0 0,0 0-64 0 0,-2-1 0 0 0,-3-2 0 0 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2:35.71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6 104 4057 0 0,'-2'-3'250'0'0,"1"-1"0"0"0,0 1 0 0 0,1-1 0 0 0,-1 0-1 0 0,1 1 1 0 0,-1-1 0 0 0,1 1 0 0 0,0-1 0 0 0,1 0 0 0 0,-1 1 0 0 0,1-1 0 0 0,-1 0 0 0 0,1 1 0 0 0,2-6 0 0 0,-2 7-20 0 0,-1-1 0 0 0,1 0 0 0 0,0 1 0 0 0,1-1 0 0 0,-1 1 0 0 0,0 0 1 0 0,1-1-1 0 0,-1 1 0 0 0,1 0 0 0 0,0 0 0 0 0,-1 0 0 0 0,1 0 0 0 0,0 0 1 0 0,0 0-1 0 0,1 1 0 0 0,-1-1 0 0 0,0 0 0 0 0,0 1 0 0 0,1 0 1 0 0,2-2-1 0 0,-4 3-270 0 0,-1 0-1 0 0,1 0 1 0 0,-1 0 0 0 0,0 0 0 0 0,1 0 0 0 0,-1 0 0 0 0,0 0 0 0 0,1 0-1 0 0,-1 0 1 0 0,1 0 0 0 0,-1 0 0 0 0,0 0 0 0 0,1 0 0 0 0,-1 0 0 0 0,1 1-1 0 0,-1-1 1 0 0,0 0 0 0 0,1 0 0 0 0,-1 0 0 0 0,0 1 0 0 0,1-1 0 0 0,-1 0-1 0 0,0 0 1 0 0,0 0 0 0 0,1 1 0 0 0,-1-1 0 0 0,0 0 0 0 0,0 1 0 0 0,1-1-1 0 0,-1 0 1 0 0,0 1 0 0 0,0-1 0 0 0,0 0 0 0 0,1 1 0 0 0,-1-1 0 0 0,0 0-1 0 0,0 1 1 0 0,0-1 0 0 0,0 1 0 0 0,0-1 0 0 0,0 0 0 0 0,0 1-1 0 0,0-1 1 0 0,0 1 0 0 0,0-1 0 0 0,0 0 0 0 0,0 1 0 0 0,0 0 0 0 0,-2 11-214 0 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2:35.5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 52 4609 0 0,'-3'-21'-257'0'0,"0"-9"13548"0"0,7 56-12210 0 0,1 13-513 0 0,3 0 1 0 0,1 0-1 0 0,24 65 1 0 0,-28-93-541 0 0,0 0-1 0 0,0 0 1 0 0,1 0 0 0 0,1-1 0 0 0,-1 0-1 0 0,2 0 1 0 0,-1-1 0 0 0,1 1 0 0 0,1-2 0 0 0,0 1-1 0 0,0-1 1 0 0,0-1 0 0 0,1 0 0 0 0,0 0-1 0 0,1-1 1 0 0,17 8 0 0 0,-26-12-132 0 0,1-2 0 0 0,-1 1-1 0 0,0 0 1 0 0,1 0 0 0 0,-1-1 0 0 0,1 1 0 0 0,-1-1 0 0 0,1 0 0 0 0,-1 0-1 0 0,1 0 1 0 0,-1 0 0 0 0,1 0 0 0 0,-1 0 0 0 0,1-1 0 0 0,-1 1-1 0 0,0-1 1 0 0,1 0 0 0 0,-1 1 0 0 0,0-1 0 0 0,1 0 0 0 0,-1-1 0 0 0,0 1-1 0 0,0 0 1 0 0,0-1 0 0 0,0 1 0 0 0,0-1 0 0 0,0 1 0 0 0,0-1-1 0 0,-1 0 1 0 0,1 0 0 0 0,0 0 0 0 0,-1 0 0 0 0,0 0 0 0 0,1 0 0 0 0,-1 0-1 0 0,0-1 1 0 0,0 1 0 0 0,0 0 0 0 0,1-5 0 0 0,3-10-1245 0 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2:36.54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36 65 2761 0 0,'-24'3'3179'0'0,"13"-3"1510"0"0,27-7-2139 0 0,35-16-387 0 0,-36 16-1749 0 0,0 0 0 0 0,1 0 1 0 0,0 2-1 0 0,24-6 0 0 0,-39 11-405 0 0,0-1-1 0 0,1 1 1 0 0,-1 0-1 0 0,0 0 1 0 0,1 0-1 0 0,-1 0 1 0 0,0 0 0 0 0,1 1-1 0 0,-1-1 1 0 0,0 0-1 0 0,1 1 1 0 0,-1-1-1 0 0,0 0 1 0 0,1 1 0 0 0,-1 0-1 0 0,0-1 1 0 0,0 1-1 0 0,0 0 1 0 0,0-1-1 0 0,0 1 1 0 0,0 0 0 0 0,0 0-1 0 0,0 0 1 0 0,0 0-1 0 0,1 1 1 0 0,0 2 13 0 0,0-1 1 0 0,-1 0 0 0 0,0 0-1 0 0,1 0 1 0 0,-1 1-1 0 0,0-1 1 0 0,-1 1-1 0 0,1-1 1 0 0,0 7-1 0 0,0 5 103 0 0,-2-1 0 0 0,1 1 0 0 0,-6 24 0 0 0,-6 8 87 0 0,9-37-158 0 0,0 0 0 0 0,0 0 1 0 0,1 0-1 0 0,0 0 0 0 0,1 1 0 0 0,0-1 0 0 0,1 11 1 0 0,0-20-56 0 0,1 1 1 0 0,-1-1 0 0 0,1 0-1 0 0,-1-1 1 0 0,1 1 0 0 0,-1 0-1 0 0,1 0 1 0 0,0 0 0 0 0,0 0-1 0 0,-1 0 1 0 0,1-1 0 0 0,0 1-1 0 0,0 0 1 0 0,0-1-1 0 0,0 1 1 0 0,0 0 0 0 0,0-1-1 0 0,0 1 1 0 0,0-1 0 0 0,0 0-1 0 0,0 1 1 0 0,0-1 0 0 0,1 1-1 0 0,34 6-39 0 0,-21-5 30 0 0,-10 0 9 0 0,0-1 1 0 0,1 0-1 0 0,-1 1 0 0 0,0 0 1 0 0,0 0-1 0 0,-1 1 0 0 0,1 0 1 0 0,0-1-1 0 0,-1 1 0 0 0,1 1 0 0 0,-1-1 1 0 0,5 6-1 0 0,-7-7 2 0 0,0 1 1 0 0,-1-1-1 0 0,1 1 0 0 0,-1 0 0 0 0,1 0 1 0 0,-1 0-1 0 0,0 0 0 0 0,0 0 0 0 0,0 0 1 0 0,-1 0-1 0 0,1 0 0 0 0,-1 0 0 0 0,1 0 1 0 0,-1 0-1 0 0,0 0 0 0 0,0 1 0 0 0,-1-1 1 0 0,1 0-1 0 0,-1 0 0 0 0,1 0 1 0 0,-1 0-1 0 0,-2 5 0 0 0,-2 4 62 0 0,-1 0-1 0 0,0-1 1 0 0,0 0-1 0 0,-1 0 1 0 0,-1-1-1 0 0,0 0 1 0 0,0 0 0 0 0,-1 0-1 0 0,0-1 1 0 0,0-1-1 0 0,-21 15 1 0 0,11-10-7083 0 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2:38.97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54 31 5985 0 0,'-1'-2'-187'0'0,"-19"-24"5412"0"0,20 25-5090 0 0,-1 1 0 0 0,1 0 0 0 0,0 0 1 0 0,-1 0-1 0 0,1 0 0 0 0,-1-1 0 0 0,1 1 0 0 0,0 0 0 0 0,-1 0 0 0 0,1 0 0 0 0,0 0 0 0 0,-1 0 0 0 0,1 0 0 0 0,-1 0 0 0 0,1 0 0 0 0,0 0 0 0 0,-1 0 0 0 0,1 0 0 0 0,0 0 0 0 0,-1 0 0 0 0,1 0 1 0 0,-1 0-1 0 0,1 1 0 0 0,-1-1 0 0 0,-8 16 1123 0 0,5 0-857 0 0,0 0 0 0 0,2 1 0 0 0,0-1 0 0 0,1 1 0 0 0,1-1 0 0 0,3 33 0 0 0,3 0 39 0 0,14 49 0 0 0,-16-82-374 0 0,1-1 0 0 0,0 1-1 0 0,1-1 1 0 0,0 0-1 0 0,2-1 1 0 0,-1 0-1 0 0,2 0 1 0 0,0 0-1 0 0,17 18 1 0 0,-20-24 0 0 0,1-2-1 0 0,0 1 1 0 0,0-1 0 0 0,1 0 0 0 0,0-1 0 0 0,0 1-1 0 0,1-2 1 0 0,-1 1 0 0 0,1-1 0 0 0,0-1-1 0 0,0 1 1 0 0,0-1 0 0 0,0-1 0 0 0,1 0-1 0 0,-1 0 1 0 0,1-1 0 0 0,13 0 0 0 0,-19-1-47 0 0,0 0 0 0 0,0-1 1 0 0,0 0-1 0 0,-1 0 1 0 0,1 0-1 0 0,0 0 0 0 0,0 0 1 0 0,-1-1-1 0 0,1 0 1 0 0,-1 0-1 0 0,0 0 1 0 0,1 0-1 0 0,-1 0 0 0 0,0 0 1 0 0,0-1-1 0 0,0 0 1 0 0,3-3-1 0 0,2-4-195 0 0,-1 0 0 0 0,0 0 1 0 0,0-1-1 0 0,6-12 0 0 0,-1 0-651 0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2:39.17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 54 10138 0 0,'-4'-7'448'0'0,"3"3"96"0"0,1 0-440 0 0,0 2-104 0 0,1-1 0 0 0,1 1 0 0 0,0 0 0 0 0,2-2-144 0 0,3-2 32 0 0,4 0 8 0 0,0 0-1272 0 0,1 2-248 0 0,-2 2-49 0 0,0 0-15 0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2:40.79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 9 5985 0 0,'-5'-8'11065'0'0,"15"10"-9730"0"0,-7-1-1543 0 0,0 0 0 0 0,0 1 0 0 0,0 0 0 0 0,-1-1 0 0 0,1 1 0 0 0,-1 0 0 0 0,1 0 0 0 0,2 4 0 0 0,3 6 187 0 0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2:39.76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51 6913 0 0,'27'-20'783'0'0,"-17"13"409"0"0,-7 4-819 0 0,0 1 1 0 0,0 0 0 0 0,0 0-1 0 0,0 0 1 0 0,0 0-1 0 0,1 0 1 0 0,-1 0-1 0 0,0 1 1 0 0,1 0-1 0 0,0 0 1 0 0,-1 0-1 0 0,1 0 1 0 0,-1 0 0 0 0,8 0-1 0 0,-10 2-343 0 0,0 0 0 0 0,0 0 0 0 0,0-1-1 0 0,0 1 1 0 0,0 0 0 0 0,0 0 0 0 0,0 0 0 0 0,0 0 0 0 0,-1 0 0 0 0,1 0-1 0 0,0 0 1 0 0,-1 1 0 0 0,1-1 0 0 0,0 0 0 0 0,-1 0 0 0 0,1 0-1 0 0,-1 1 1 0 0,1 1 0 0 0,5 30 131 0 0,-3-20 23 0 0,0 2-76 0 0,0-1 0 0 0,2-1 1 0 0,-1 1-1 0 0,10 16 0 0 0,-12-26-103 0 0,0 0 1 0 0,1 0-1 0 0,0 0 0 0 0,0 0 1 0 0,1 0-1 0 0,-1-1 1 0 0,1 0-1 0 0,-1 1 0 0 0,1-1 1 0 0,0-1-1 0 0,0 1 0 0 0,0-1 1 0 0,1 1-1 0 0,-1-1 1 0 0,0 0-1 0 0,9 2 0 0 0,-6-2 8 0 0,0 0 0 0 0,1 1 0 0 0,-1 0 0 0 0,0 0 0 0 0,-1 0 0 0 0,8 6 0 0 0,-12-8 17 0 0,0 0 0 0 0,-1 0 1 0 0,1 1-1 0 0,-1-1 0 0 0,0 1 0 0 0,1-1 0 0 0,-1 1 1 0 0,0 0-1 0 0,0-1 0 0 0,0 1 0 0 0,0 0 1 0 0,0 0-1 0 0,0 0 0 0 0,-1 0 0 0 0,1 0 0 0 0,0 0 1 0 0,-1 0-1 0 0,0 0 0 0 0,1 0 0 0 0,-1 0 1 0 0,0 0-1 0 0,0 0 0 0 0,0 0 0 0 0,0 0 0 0 0,-1 0 1 0 0,1 0-1 0 0,-1 0 0 0 0,0 2 0 0 0,-5 15 594 0 0,-18 35 0 0 0,12-30-1234 0 0,9-15-146 0 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2:40.00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89 7834 0 0,'3'-2'637'0'0,"1"-1"0"0"0,-1 0 0 0 0,0-1 0 0 0,0 1 0 0 0,0-1 0 0 0,4-5-1 0 0,3-4 187 0 0,-4 7-799 0 0,0 0 0 0 0,0 0 1 0 0,1 0-1 0 0,12-7 0 0 0,-16 11-498 0 0,0 1 0 0 0,-1-1 0 0 0,1 1 0 0 0,0 0 0 0 0,0 0 0 0 0,0 0-1 0 0,0 1 1 0 0,0-1 0 0 0,7 0 0 0 0,-4 3-962 0 0,-1 2 866 0 0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2:40.16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54 8290 0 0,'1'1'136'0'0,"-1"-1"0"0"0,0 1 0 0 0,1-1 0 0 0,-1 1 0 0 0,1-1 0 0 0,-1 1 0 0 0,1-1 0 0 0,-1 1 0 0 0,1-1 0 0 0,-1 0 0 0 0,1 1 0 0 0,-1-1 0 0 0,1 0 1 0 0,0 1-1 0 0,-1-1 0 0 0,1 0 0 0 0,0 0 0 0 0,-1 0 0 0 0,1 1 0 0 0,0-1 0 0 0,-1 0 0 0 0,1 0 0 0 0,0 0 0 0 0,-1 0 0 0 0,1 0 0 0 0,0 0 0 0 0,-1 0 0 0 0,1-1 0 0 0,0 1 0 0 0,-1 0 0 0 0,1 0 0 0 0,0-1 0 0 0,25-4 2040 0 0,27-17-1025 0 0,-2-4-5697 0 0,-39 20 2900 0 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2:40.57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 32 11058 0 0,'-12'-32'7756'0'0,"19"49"-6424"0"0,41 131 1048 0 0,5 11-1857 0 0,-45-140-504 0 0,1 0 0 0 0,1-1 0 0 0,1-1 0 0 0,0 1-1 0 0,1-2 1 0 0,20 21 0 0 0,-26-30-29 0 0,0-1 0 0 0,1 0-1 0 0,0 0 1 0 0,0-1 0 0 0,0 1 0 0 0,15 6-1 0 0,-20-11-92 0 0,0 0-1 0 0,0 0 0 0 0,0 0 1 0 0,0-1-1 0 0,0 1 0 0 0,0-1 1 0 0,1 0-1 0 0,-1 1 0 0 0,0-1 0 0 0,0 0 1 0 0,0 0-1 0 0,0-1 0 0 0,0 1 1 0 0,1 0-1 0 0,-1-1 0 0 0,0 1 1 0 0,0-1-1 0 0,0 1 0 0 0,0-1 1 0 0,0 0-1 0 0,0 0 0 0 0,0 0 0 0 0,-1 0 1 0 0,1-1-1 0 0,0 1 0 0 0,0 0 1 0 0,-1-1-1 0 0,1 1 0 0 0,-1-1 1 0 0,1 1-1 0 0,-1-1 0 0 0,0 0 1 0 0,0 0-1 0 0,2-2 0 0 0,6-11-2100 0 0,0-4-4198 0 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2:41.68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9 4145 0 0,'16'-9'15142'0'0,"-12"25"-14409"0"0,-3-13-1110 0 0,34 182 3459 0 0,3 13-4602 0 0,-25-151-6042 0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4:42.20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45 237 3225 0 0,'-5'-12'1022'0'0,"1"-1"1"0"0,-7-23 0 0 0,-4-15 1370 0 0,6 20 3627 0 0,9 31-5972 0 0,10 15 720 0 0,55 97 739 0 0,18 30-341 0 0,-68-121-1035 0 0,1 0 0 0 0,0-1 0 0 0,2-1 1 0 0,27 24-1 0 0,-32-33-45 0 0,1 1-1 0 0,0-2 1 0 0,1 0 0 0 0,0 0 0 0 0,0-1 0 0 0,31 10 0 0 0,-40-16-16 0 0,1 0 0 0 0,0 0 0 0 0,0-1 0 0 0,-1 1 0 0 0,1-2 0 0 0,0 1 0 0 0,0-1 0 0 0,0 0 0 0 0,0 0 0 0 0,0-1 0 0 0,0 0 0 0 0,0 0 0 0 0,0-1 0 0 0,0 0 0 0 0,-1 0 0 0 0,1 0 0 0 0,-1-1 0 0 0,0 0 0 0 0,10-6 0 0 0,-11 4 19 0 0,0 0 0 0 0,0 0 0 0 0,0 0-1 0 0,0-1 1 0 0,-1 0 0 0 0,0 0 0 0 0,0 0-1 0 0,-1 0 1 0 0,0-1 0 0 0,0 1 0 0 0,0-1-1 0 0,-1 0 1 0 0,0 1 0 0 0,2-12 0 0 0,0-4 36 0 0,-1-1 1 0 0,-1 1 0 0 0,-1-31-1 0 0,-16-174-138 0 0,5 131-2836 0 0,9 116-4853 0 0,-1 19 7447 0 0,4-15 255 0 0,-2 1 0 0 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4:42.51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32 87 2761 0 0,'-9'-17'70'0'0,"6"10"1456"0"0,-1 0 0 0 0,1 1 0 0 0,1-2 0 0 0,-1 1 0 0 0,1 0 0 0 0,0 0 0 0 0,-1-14 0 0 0,12 40 3376 0 0,5 8-4292 0 0,34 98 197 0 0,15 32-478 0 0,-53-137-1338 0 0,1 0 0 0 0,1-1 1 0 0,0-1-1 0 0,2 0 0 0 0,24 26 0 0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4:42.8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22 244 456 0 0,'-3'-6'270'0'0,"0"1"0"0"0,0-1 1 0 0,1 0-1 0 0,0 0 0 0 0,0 0 0 0 0,0 0 0 0 0,1 0 0 0 0,0 0 0 0 0,0 0 1 0 0,0-1-1 0 0,1 1 0 0 0,0 0 0 0 0,0 0 0 0 0,1-1 0 0 0,0 1 1 0 0,0 0-1 0 0,0 0 0 0 0,1 0 0 0 0,0 0 0 0 0,3-8 0 0 0,-1 7 144 0 0,0-1 0 0 0,0 1 0 0 0,1 0 0 0 0,-1 1 0 0 0,1-1 0 0 0,1 1 0 0 0,0 0 0 0 0,0 0 0 0 0,0 1 0 0 0,0 0 0 0 0,1 0 0 0 0,0 0 0 0 0,12-6 0 0 0,-14 9-239 0 0,0-1-1 0 0,0 1 0 0 0,0 0 0 0 0,0 0 0 0 0,0 0 0 0 0,0 1 0 0 0,0 0 1 0 0,1 0-1 0 0,-1 0 0 0 0,0 1 0 0 0,1 0 0 0 0,-1 0 0 0 0,0 0 1 0 0,1 1-1 0 0,-1-1 0 0 0,0 1 0 0 0,0 1 0 0 0,1-1 0 0 0,-1 1 0 0 0,0 0 1 0 0,9 4-1 0 0,-11-3-136 0 0,0 0 0 0 0,0 0 0 0 0,0 0 0 0 0,0 0 0 0 0,-1 0 0 0 0,0 0-1 0 0,1 1 1 0 0,-1 0 0 0 0,0-1 0 0 0,-1 1 0 0 0,1 0 0 0 0,-1 0 0 0 0,1 0 0 0 0,-1 0 0 0 0,0 0 0 0 0,-1 0 0 0 0,1 0 0 0 0,-1 0 0 0 0,0 0 0 0 0,0 0 0 0 0,0 0 0 0 0,-1 5 0 0 0,-1 12 81 0 0,-1 1 0 0 0,-10 38-1 0 0,10-47-36 0 0,-14 37 149 0 0,12-35 312 0 0,0 1 0 0 0,-4 19 0 0 0,9-34-497 0 0,0-1 0 0 0,0 0 1 0 0,-1 1-1 0 0,1-1 0 0 0,0 0 0 0 0,0 1 0 0 0,0-1 1 0 0,0 0-1 0 0,0 1 0 0 0,0-1 0 0 0,0 0 1 0 0,1 1-1 0 0,-1-1 0 0 0,0 0 0 0 0,0 1 0 0 0,0-1 1 0 0,0 0-1 0 0,0 0 0 0 0,0 1 0 0 0,1-1 0 0 0,-1 0 1 0 0,0 1-1 0 0,0-1 0 0 0,0 0 0 0 0,1 0 0 0 0,-1 1 1 0 0,0-1-1 0 0,0 0 0 0 0,1 0 0 0 0,-1 0 0 0 0,0 0 1 0 0,0 1-1 0 0,1-1 0 0 0,-1 0 0 0 0,0 0 0 0 0,1 0 1 0 0,-1 0-1 0 0,1 0 0 0 0,16-1 603 0 0,16-12-455 0 0,24-16-291 0 0,3-1-1447 0 0,-19 12-4396 0 0,-22 11-90 0 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4:44.00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0 173 5065 0 0,'5'-8'4916'0'0,"7"-10"-2752"0"0,-3 4-1044 0 0,0 0-362 0 0,0 0 0 0 0,8-20 0 0 0,-15 31-743 0 0,-1-1 0 0 0,1 1 1 0 0,-1-1-1 0 0,0 1 0 0 0,0-1 1 0 0,-1 0-1 0 0,1 0 1 0 0,-1 1-1 0 0,0-1 0 0 0,0 0 1 0 0,0 0-1 0 0,0 1 1 0 0,-1-1-1 0 0,1 0 0 0 0,-3-6 1 0 0,3 9-18 0 0,0 1-1 0 0,0 0 1 0 0,0 0 0 0 0,0 0 0 0 0,0-1 0 0 0,0 1 0 0 0,-1 0 0 0 0,1 0 0 0 0,0-1 0 0 0,0 1-1 0 0,0 0 1 0 0,0 0 0 0 0,0 0 0 0 0,0 0 0 0 0,-1-1 0 0 0,1 1 0 0 0,0 0 0 0 0,0 0-1 0 0,0 0 1 0 0,-1 0 0 0 0,1-1 0 0 0,0 1 0 0 0,0 0 0 0 0,0 0 0 0 0,-1 0 0 0 0,1 0-1 0 0,0 0 1 0 0,0 0 0 0 0,-1 0 0 0 0,1 0 0 0 0,0 0 0 0 0,0 0 0 0 0,0 0 0 0 0,-1 0 0 0 0,1 0-1 0 0,0 0 1 0 0,0 0 0 0 0,-1 0 0 0 0,1 0 0 0 0,0 0 0 0 0,0 0 0 0 0,-1 0 0 0 0,1 0-1 0 0,0 0 1 0 0,0 0 0 0 0,0 1 0 0 0,-1-1 0 0 0,1 0 0 0 0,0 0 0 0 0,0 0 0 0 0,0 0 0 0 0,0 1-1 0 0,-1-1 1 0 0,1 0 0 0 0,0 0 0 0 0,0 0 0 0 0,0 0 0 0 0,0 1 0 0 0,0-1 0 0 0,0 0-1 0 0,-1 0 1 0 0,1 1 0 0 0,0-1 0 0 0,0 0 0 0 0,0 0 0 0 0,0 0 0 0 0,0 1 0 0 0,0-1-1 0 0,-8 19 35 0 0,8-18-35 0 0,-1 8 117 0 0,1-1-1 0 0,1 1 0 0 0,-1 0 0 0 0,1-1 1 0 0,1 1-1 0 0,0 0 0 0 0,0-1 0 0 0,0 0 1 0 0,6 12-1 0 0,-1 3 140 0 0,1 0-88 0 0,0 1-1 0 0,1-1 1 0 0,1-1-1 0 0,2 0 1 0 0,23 34 0 0 0,17 8-7061 0 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4:44.1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1 145 4145 0 0,'0'-4'3257'0'0,"2"0"-2241"0"0,2-2-288 0 0,4-2-56 0 0,0-3-16 0 0,3-1 0 0 0,1-2-656 0 0,3 0-224 0 0,0-1 0 0 0,3-2 0 0 0,3-2 160 0 0,-4-1 64 0 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4:44.48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66 5985 0 0,'7'-3'5671'0'0,"12"-5"-3370"0"0,53-27-2882 0 0,-44 21-1822 0 0,-16 9-1697 0 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4:44.7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1 103 6913 0 0,'0'0'315'0'0,"17"-9"315"0"0,39-25 1419 0 0,-45 26-1920 0 0,0 0 0 0 0,1 1 1 0 0,0 1-1 0 0,0 0 0 0 0,0 0 1 0 0,1 2-1 0 0,0-1 0 0 0,25-4 0 0 0,-31 10-141 0 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4:58.6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 33 5065 0 0,'-4'-32'11036'0'0,"2"52"-8398"0"0,3 72-1453 0 0,24 169 0 0 0,-20-224-925 0 0,12 42 0 0 0,-14-67-177 0 0,1-1 0 0 0,0 1 0 0 0,1-1 0 0 0,0 0 0 0 0,1 0 0 0 0,0-1 0 0 0,13 17 0 0 0,-18-26-84 0 0,0 1 1 0 0,0 0-1 0 0,0 0 0 0 0,1-1 1 0 0,-1 1-1 0 0,1-1 1 0 0,0 1-1 0 0,-1-1 0 0 0,1 0 1 0 0,0 0-1 0 0,0 1 1 0 0,-1-1-1 0 0,1-1 0 0 0,0 1 1 0 0,0 0-1 0 0,0 0 1 0 0,0-1-1 0 0,1 1 1 0 0,-1-1-1 0 0,0 1 0 0 0,0-1 1 0 0,0 0-1 0 0,0 0 1 0 0,0 0-1 0 0,0 0 0 0 0,1 0 1 0 0,-1-1-1 0 0,0 1 1 0 0,0-1-1 0 0,0 1 0 0 0,0-1 1 0 0,0 0-1 0 0,0 0 1 0 0,0 0-1 0 0,2-1 0 0 0,-1-1-221 0 0,1 0-1 0 0,-1 0 0 0 0,0 0 1 0 0,0 0-1 0 0,0-1 0 0 0,-1 1 0 0 0,1-1 1 0 0,-1 0-1 0 0,0 0 0 0 0,0 0 1 0 0,0 0-1 0 0,-1 0 0 0 0,1 0 0 0 0,-1 0 1 0 0,0-1-1 0 0,1-4 0 0 0,-1-11-6515 0 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4:58.85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83 1 4145 0 0,'-5'0'-184'0'0,"-26"0"2503"0"0,27 1-1409 0 0,-1-1 0 0 0,1 1 0 0 0,0 0 0 0 0,0 0 0 0 0,-1 0 1 0 0,1 0-1 0 0,0 1 0 0 0,-6 3 0 0 0,10-5-873 0 0,0 0 0 0 0,0 0 0 0 0,-1 0 0 0 0,1 0 0 0 0,0 0 0 0 0,0 0 0 0 0,0 0 0 0 0,0 0 0 0 0,0 0 0 0 0,0 0 0 0 0,-1 1 0 0 0,1-1 0 0 0,0 0 0 0 0,0 0 0 0 0,0 0 0 0 0,0 0 0 0 0,0 0 0 0 0,0 0-1 0 0,0 0 1 0 0,0 1 0 0 0,0-1 0 0 0,0 0 0 0 0,0 0 0 0 0,0 0 0 0 0,-1 0 0 0 0,1 0 0 0 0,0 0 0 0 0,0 1 0 0 0,0-1 0 0 0,0 0 0 0 0,0 0 0 0 0,0 0 0 0 0,0 0 0 0 0,0 0 0 0 0,0 1 0 0 0,0-1 0 0 0,1 0 0 0 0,-1 0 0 0 0,0 0 0 0 0,0 0 0 0 0,0 0 0 0 0,0 0 0 0 0,0 1 0 0 0,0-1 0 0 0,0 0 0 0 0,0 0 0 0 0,0 0 0 0 0,0 0 0 0 0,0 0 0 0 0,0 0-1 0 0,1 0 1 0 0,-1 1 0 0 0,0-1 0 0 0,9 4-276 0 0,-5-2-968 0 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4:59.31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12 5065 0 0,'3'-12'13858'0'0,"1"17"-13635"0"0,0 0 0 0 0,-1 0 0 0 0,0 0 0 0 0,0 0 0 0 0,0 1 0 0 0,-1-1 0 0 0,0 1 0 0 0,0 0 0 0 0,0 0 1 0 0,1 9-1 0 0,8 74 496 0 0,-8-52-490 0 0,31 157-2334 0 0,-30-175-5176 0 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00.18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41 32 2304 0 0,'-1'-1'314'0'0,"-2"-3"636"0"0,-1 1 0 0 0,1-1 0 0 0,-1 1 0 0 0,1 0 0 0 0,-1 0 1 0 0,0 1-1 0 0,0-1 0 0 0,-7-2 0 0 0,12 15 2510 0 0,5 12-2416 0 0,53 157 2210 0 0,19 68-2017 0 0,-72-225-1250 0 0,-4-11-375 0 0,1 0-1 0 0,0 0 0 0 0,1 0 1 0 0,0-1-1 0 0,1 1 0 0 0,9 15 0 0 0,-5-21-2811 0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00.56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1 234 3225 0 0,'2'-18'464'0'0,"0"0"1"0"0,1 0-1 0 0,2 0 1 0 0,-1 0-1 0 0,2 1 1 0 0,0-1-1 0 0,2 1 1 0 0,-1 1-1 0 0,15-23 1 0 0,-20 36-248 0 0,0 1 0 0 0,-1-1 0 0 0,1 1 0 0 0,0 0 0 0 0,0-1 0 0 0,0 1 0 0 0,0 0 0 0 0,0 0 0 0 0,1 0 1 0 0,-1 0-1 0 0,1 1 0 0 0,-1-1 0 0 0,1 1 0 0 0,0-1 0 0 0,0 1 0 0 0,-1 0 0 0 0,1 0 0 0 0,0 0 0 0 0,0 1 0 0 0,0-1 1 0 0,4 0-1 0 0,-3 1-45 0 0,-1 1 0 0 0,0-1 0 0 0,1 1 0 0 0,-1 0 0 0 0,0-1 0 0 0,1 2 0 0 0,-1-1 0 0 0,0 0 0 0 0,0 1 1 0 0,0-1-1 0 0,0 1 0 0 0,0 0 0 0 0,0 0 0 0 0,0 0 0 0 0,-1 0 0 0 0,1 0 0 0 0,-1 1 0 0 0,4 4 0 0 0,-3-3-102 0 0,-1-1 0 0 0,0 1 0 0 0,0 0 0 0 0,0 0 0 0 0,-1 0 0 0 0,1 0 0 0 0,-1 1 0 0 0,0-1 0 0 0,0 0 0 0 0,0 0 0 0 0,-1 1 0 0 0,0-1 0 0 0,0 0 0 0 0,0 1 0 0 0,0-1 0 0 0,0 0 0 0 0,-1 1 0 0 0,0-1 0 0 0,0 0 0 0 0,0 0 0 0 0,-2 5 0 0 0,-5 12 176 0 0,0-1 1 0 0,-22 37-1 0 0,20-38-88 0 0,-11 16 99 0 0,15-25-89 0 0,0-1-1 0 0,0 1 0 0 0,1 1 1 0 0,0-1-1 0 0,0 1 1 0 0,2 0-1 0 0,-6 20 0 0 0,9-30-118 0 0,1 1 0 0 0,-1-1-1 0 0,0 0 1 0 0,0 1 0 0 0,1-1 0 0 0,-1 1-1 0 0,1-1 1 0 0,-1 1 0 0 0,1-1 0 0 0,-1 0-1 0 0,1 1 1 0 0,0-1 0 0 0,0 0 0 0 0,0 0-1 0 0,-1 0 1 0 0,1 1 0 0 0,0-1 0 0 0,1 0-1 0 0,-1 0 1 0 0,0-1 0 0 0,0 1 0 0 0,0 0-1 0 0,1 0 1 0 0,-1 0 0 0 0,0-1 0 0 0,1 1-1 0 0,-1-1 1 0 0,0 1 0 0 0,1-1 0 0 0,-1 1-1 0 0,1-1 1 0 0,-1 0 0 0 0,1 0 0 0 0,-1 0-1 0 0,3 0 1 0 0,9 2 81 0 0,-1-2 0 0 0,1 1 0 0 0,14-3 0 0 0,-18 2-52 0 0,75-7 17 0 0,23-1-582 0 0,-90 8-2089 0 0,0 1 0 0 0,20 3 1 0 0,-17 0-3549 0 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00.87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 16 5985 0 0,'-7'-16'12787'0'0,"15"26"-11932"0"0,2 3-462 0 0,-2 2 1 0 0,0-1-1 0 0,-1 1 0 0 0,0 0 0 0 0,-1 1 1 0 0,-1-1-1 0 0,-1 1 0 0 0,0 0 1 0 0,3 24-1 0 0,-5-22-315 0 0,1 0-1 0 0,1 0 1 0 0,1-1-1 0 0,1 0 0 0 0,0 0 1 0 0,1 0-1 0 0,16 26 1 0 0,-16-35-221 0 0,-1-1-241 0 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04.91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74 388 5985 0 0,'-9'-13'1611'0'0,"1"0"0"0"0,-10-20 1 0 0,11 20 417 0 0,0 0 1 0 0,-17-22 0 0 0,24 43 1231 0 0,12 43-2443 0 0,5-9-757 0 0,0-1-1 0 0,3-1 1 0 0,2-1 0 0 0,1-1-1 0 0,1-1 1 0 0,3-1-1 0 0,1-1 1 0 0,44 44 0 0 0,-65-73-24 0 0,0 0 1 0 0,0-1-1 0 0,0 1 1 0 0,0-2-1 0 0,1 1 1 0 0,0-1-1 0 0,0 0 1 0 0,1 0 0 0 0,-1-1-1 0 0,0 0 1 0 0,1-1-1 0 0,0 0 1 0 0,15 2-1 0 0,-17-4-6 0 0,-1 0 0 0 0,0 0 0 0 0,0-1 0 0 0,0 1 0 0 0,0-1 0 0 0,0-1 0 0 0,0 1 0 0 0,0-1 0 0 0,0-1 0 0 0,0 1 0 0 0,-1-1 0 0 0,1 1 0 0 0,-1-2 0 0 0,1 1 0 0 0,-1-1 0 0 0,-1 1 0 0 0,1-1 0 0 0,0-1 0 0 0,-1 1 0 0 0,7-9 0 0 0,-3 1 21 0 0,0 0 0 0 0,0-1-1 0 0,-1 0 1 0 0,-1 0 0 0 0,-1-1 0 0 0,1 1 0 0 0,-2-1-1 0 0,5-25 1 0 0,0-14 126 0 0,1-56-1 0 0,-7 64-97 0 0,3-26-48 0 0,-1-3-218 0 0,20-104 0 0 0,-24 176 74 0 0,9-29-651 0 0,-10 31 663 0 0,0-1 0 0 0,0 1 0 0 0,0-1 0 0 0,0 1 0 0 0,0 0 0 0 0,0-1 0 0 0,1 1 0 0 0,-1-1 0 0 0,0 1-1 0 0,0 0 1 0 0,1-1 0 0 0,-1 1 0 0 0,0 0 0 0 0,0-1 0 0 0,1 1 0 0 0,-1 0 0 0 0,0 0 0 0 0,1-1 0 0 0,-1 1-1 0 0,0 0 1 0 0,1 0 0 0 0,-1-1 0 0 0,0 1 0 0 0,1 0 0 0 0,-1 0 0 0 0,1 0 0 0 0,-1 0 0 0 0,1 0 0 0 0,-1 0-1 0 0,0 0 1 0 0,1 0 0 0 0,-1 0 0 0 0,1 0 0 0 0,-1 0 0 0 0,0 0 0 0 0,1 0 0 0 0,-1 0 0 0 0,1 0-1 0 0,-1 0 1 0 0,1 0 0 0 0,-1 0 0 0 0,0 0 0 0 0,1 1 0 0 0,-1-1 0 0 0,0 0 0 0 0,1 0 0 0 0,-1 1 0 0 0,0-1-1 0 0,1 0 1 0 0,-1 0 0 0 0,0 1 0 0 0,1-1 0 0 0,-1 0 0 0 0,0 1 0 0 0,0-1 0 0 0,1 0 0 0 0,-1 1 0 0 0,0-1-1 0 0,0 0 1 0 0,0 1 0 0 0,0-1 0 0 0,1 1 0 0 0,-1-1 0 0 0,0 1 0 0 0,0 0 0 0 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05.42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 16 8290 0 0,'-18'-15'10211'0'0,"25"29"-9018"0"0,8 26-664 0 0,-2-1 0 0 0,-1 1 0 0 0,-2 1 1 0 0,4 42-1 0 0,3 7-846 0 0,-3-31-90 0 0,-7-38-602 0 0,-2 1-1 0 0,0 0 1 0 0,-2-1-1 0 0,2 40 1 0 0,-5-59 745 0 0,0 0 1 0 0,0 0-1 0 0,-1 0 1 0 0,1 0-1 0 0,0 0 1 0 0,-1 0-1 0 0,1 0 0 0 0,-1 0 1 0 0,1 0-1 0 0,-1 0 1 0 0,0 0-1 0 0,0-1 1 0 0,0 1-1 0 0,0 0 1 0 0,0-1-1 0 0,-1 1 0 0 0,1 0 1 0 0,0-1-1 0 0,-1 1 1 0 0,1-1-1 0 0,-1 0 1 0 0,1 1-1 0 0,-1-1 0 0 0,0 0 1 0 0,0 0-1 0 0,-1 1 1 0 0,1-2 237 0 0,0 0 0 0 0,0 0 0 0 0,1 1 1 0 0,-1-1-1 0 0,0 0 0 0 0,0-1 0 0 0,1 1 1 0 0,-1 0-1 0 0,0 0 0 0 0,1-1 0 0 0,-1 1 1 0 0,0-1-1 0 0,1 0 0 0 0,-1 1 0 0 0,1-1 0 0 0,-1 0 1 0 0,1 0-1 0 0,-1 0 0 0 0,1 0 0 0 0,-1 0 1 0 0,1 0-1 0 0,0 0 0 0 0,0-1 0 0 0,0 1 0 0 0,-1 0 1 0 0,1-1-1 0 0,0 1 0 0 0,1-1 0 0 0,-1 1 1 0 0,-1-3-1 0 0,-14-30-150 0 0,9 13 28 0 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05.69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1 171 456 0 0,'2'-7'497'0'0,"0"0"-1"0"0,1 0 0 0 0,0 0 1 0 0,0 0-1 0 0,0 0 1 0 0,1 1-1 0 0,0 0 0 0 0,7-9 1 0 0,42-44 4061 0 0,-48 54-3838 0 0,1 1-1 0 0,0 0 1 0 0,-1-1 0 0 0,1 2-1 0 0,1-1 1 0 0,-1 1 0 0 0,1 0-1 0 0,-1 0 1 0 0,1 1 0 0 0,10-3-1 0 0,-15 4-566 0 0,0 1-1 0 0,0 0 0 0 0,0 0 0 0 0,0 0 0 0 0,0 0 0 0 0,0 0 0 0 0,0 0 0 0 0,0 0 0 0 0,0 1 0 0 0,0-1 0 0 0,0 1 1 0 0,0-1-1 0 0,0 1 0 0 0,-1 0 0 0 0,1 0 0 0 0,0 0 0 0 0,1 1 0 0 0,-1 0-119 0 0,0-1-1 0 0,-1 1 1 0 0,1 0 0 0 0,-1 0 0 0 0,0 0-1 0 0,0 0 1 0 0,0 0 0 0 0,0 0-1 0 0,0 0 1 0 0,0 1 0 0 0,0-1-1 0 0,-1 0 1 0 0,1 0 0 0 0,-1 1-1 0 0,1-1 1 0 0,-1 0 0 0 0,0 5-1 0 0,-1 8-22 0 0,0 1-1 0 0,-2-1 0 0 0,1-1 0 0 0,-2 1 1 0 0,0 0-1 0 0,-1-1 0 0 0,0 1 0 0 0,-10 18 1 0 0,6-13 119 0 0,0 2 1 0 0,-8 34 0 0 0,16-53-78 0 0,1-1 1 0 0,-1 1 0 0 0,1-1-1 0 0,0 1 1 0 0,0-1-1 0 0,0 1 1 0 0,0-1 0 0 0,0 1-1 0 0,1 3 1 0 0,0-5-20 0 0,-1 0-1 0 0,0 0 1 0 0,1-1-1 0 0,-1 1 1 0 0,0 0-1 0 0,1 0 1 0 0,-1 0-1 0 0,1-1 1 0 0,-1 1-1 0 0,1 0 1 0 0,0-1-1 0 0,-1 1 1 0 0,1 0-1 0 0,0-1 1 0 0,-1 1-1 0 0,1-1 1 0 0,0 1-1 0 0,0-1 1 0 0,1 1-1 0 0,0-1-4 0 0,1 1 0 0 0,0-1 0 0 0,0 0 0 0 0,-1 0 0 0 0,1 0 0 0 0,0 0 1 0 0,-1 0-1 0 0,1-1 0 0 0,0 1 0 0 0,0-1 0 0 0,-1 0 0 0 0,1 0 0 0 0,-1 0 0 0 0,1 0 0 0 0,-1 0 0 0 0,4-3 0 0 0,18-9-17 0 0,-6 3-1314 0 0,0 1 0 0 0,25-9 0 0 0,-27 12-5654 0 0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06.1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29 10138 0 0,'13'-9'1195'0'0,"-9"6"-611"0"0,-1 1 1 0 0,0 0-1 0 0,0-1 1 0 0,1 1 0 0 0,0 0-1 0 0,-1 1 1 0 0,7-3 0 0 0,-8 3-493 0 0,-1 1 1 0 0,0 0-1 0 0,1 0 1 0 0,-1 0-1 0 0,1 0 0 0 0,-1 0 1 0 0,0 1-1 0 0,1-1 1 0 0,-1 0-1 0 0,0 1 1 0 0,0-1-1 0 0,1 1 1 0 0,-1-1-1 0 0,0 1 1 0 0,0-1-1 0 0,1 1 1 0 0,-1 0-1 0 0,0 0 0 0 0,0-1 1 0 0,0 1-1 0 0,0 0 1 0 0,0 0-1 0 0,0 0 1 0 0,-1 0-1 0 0,1 0 1 0 0,0 1-1 0 0,0-1 1 0 0,-1 0-1 0 0,1 0 1 0 0,0 3-1 0 0,4 5-89 0 0,-2 0 0 0 0,1 0-1 0 0,-1 0 1 0 0,0 0 0 0 0,-1 1 0 0 0,0-1-1 0 0,-1 1 1 0 0,1 11 0 0 0,-2 9 36 0 0,-5 39 1 0 0,3-43 13 0 0,0 0 1 0 0,3 32-1 0 0,-1-56 26 0 0,0 1 0 0 0,0-1 1 0 0,0 1-1 0 0,1-1 0 0 0,-1 0 0 0 0,1 1 0 0 0,-1-1 0 0 0,1 0 1 0 0,0 1-1 0 0,0-1 0 0 0,0 0 0 0 0,0 0 0 0 0,1 0 0 0 0,-1 0 1 0 0,1 0-1 0 0,-1 0 0 0 0,1 0 0 0 0,-1 0 0 0 0,4 2 0 0 0,-3-3-27 0 0,1 0-1 0 0,-1 0 0 0 0,0-1 1 0 0,0 1-1 0 0,1-1 0 0 0,-1 1 0 0 0,0-1 1 0 0,1 0-1 0 0,-1 1 0 0 0,0-1 1 0 0,1-1-1 0 0,-1 1 0 0 0,0 0 0 0 0,1 0 1 0 0,-1-1-1 0 0,3 0 0 0 0,8-4-67 0 0,0-1 0 0 0,0 1 0 0 0,-1-2 0 0 0,0 0 0 0 0,14-10 0 0 0,10-11-2092 0 0,-20 13-4896 0 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06.44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62 11058 0 0,'-1'-2'2374'0'0,"7"-5"-477"0"0,20-16 129 0 0,10 1-2913 0 0,-34 21 514 0 0,1 0 1 0 0,-1 0-1 0 0,1 0 1 0 0,-1 0-1 0 0,1 1 1 0 0,-1-1-1 0 0,1 1 0 0 0,0-1 1 0 0,-1 1-1 0 0,1 0 1 0 0,3 0-1 0 0,-5 1 179 0 0,1 0-1 0 0,0-1 1 0 0,0 1-1 0 0,0 0 1 0 0,0 1 0 0 0,-1-1-1 0 0,1 0 1 0 0,0 0-1 0 0,-1 1 1 0 0,1-1-1 0 0,-1 1 1 0 0,0-1-1 0 0,1 1 1 0 0,-1 0-1 0 0,0-1 1 0 0,0 1 0 0 0,0 0-1 0 0,0 0 1 0 0,-1 0-1 0 0,2 3 1 0 0,0 3 194 0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06.5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 58 3225 0 0,'-4'8'136'0'0,"1"-4"40"0"0,3-1-176 0 0,0-2 0 0 0,2 0 0 0 0,-1-1 0 0 0,0-1 560 0 0,3 0 80 0 0,3-2 8 0 0,1-2 8 0 0,4-4-368 0 0,3-1-80 0 0,-1-2-16 0 0,1 1 0 0 0,3-1-192 0 0,-2 1 0 0 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07.23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42 7370 0 0,'0'-1'176'0'0,"0"1"0"0"0,-1-1 0 0 0,1 0 1 0 0,0 0-1 0 0,0 0 0 0 0,0 1 1 0 0,1-1-1 0 0,-1 0 0 0 0,0 0 1 0 0,0 0-1 0 0,0 1 0 0 0,0-1 0 0 0,1 0 1 0 0,-1 0-1 0 0,0 1 0 0 0,1-1 1 0 0,-1 0-1 0 0,1 1 0 0 0,-1-1 0 0 0,1 0 1 0 0,-1 1-1 0 0,1-1 0 0 0,-1 1 1 0 0,1-1-1 0 0,-1 1 0 0 0,1-1 0 0 0,0 1 1 0 0,-1-1-1 0 0,2 1 0 0 0,22-20 2047 0 0,-22 20-2437 0 0,0 0 0 0 0,0-1 0 0 0,0 1 0 0 0,0 0 1 0 0,-1 0-1 0 0,1 0 0 0 0,0 0 0 0 0,0 0 0 0 0,0 0 1 0 0,0 1-1 0 0,-1-1 0 0 0,1 1 0 0 0,0-1 1 0 0,0 1-1 0 0,-1 0 0 0 0,1 0 0 0 0,0-1 0 0 0,-1 1 1 0 0,1 0-1 0 0,-1 1 0 0 0,1-1 0 0 0,-1 0 0 0 0,1 0 1 0 0,-1 1-1 0 0,0-1 0 0 0,0 0 0 0 0,0 1 1 0 0,0-1-1 0 0,0 1 0 0 0,1 1 0 0 0,2 2-161 0 0,8 10-285 0 0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07.0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28 7370 0 0,'1'-2'425'0'0,"-1"-1"0"0"0,1 1 1 0 0,-1 0-1 0 0,1 0 0 0 0,-1 0 0 0 0,14-13 5768 0 0,-9 29-4507 0 0,3 76-811 0 0,-5-42 410 0 0,11 52 0 0 0,-11-83-1073 0 0,2 0 1 0 0,0-1-1 0 0,0 0 1 0 0,2 0 0 0 0,0-1-1 0 0,18 29 1 0 0,-14-27-452 0 0,26 29 0 0 0,-34-42 189 0 0,0-1-1 0 0,0 0 1 0 0,1 1-1 0 0,-1-1 1 0 0,1 0-1 0 0,0-1 1 0 0,0 1-1 0 0,0-1 1 0 0,0 0-1 0 0,1 0 1 0 0,-1 0-1 0 0,0 0 1 0 0,1-1-1 0 0,6 2 1 0 0,-9-3-195 0 0,1-1 0 0 0,-1 1 1 0 0,0-1-1 0 0,0 1 0 0 0,1-1 0 0 0,-1 0 1 0 0,0 0-1 0 0,0 1 0 0 0,0-2 0 0 0,0 1 0 0 0,0 0 1 0 0,0 0-1 0 0,0-1 0 0 0,0 1 0 0 0,-1-1 1 0 0,1 1-1 0 0,-1-1 0 0 0,1 0 0 0 0,-1 0 0 0 0,1 1 1 0 0,-1-1-1 0 0,0 0 0 0 0,1-3 0 0 0,6-9-5600 0 0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07.75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1 113 4145 0 0,'0'-2'146'0'0,"0"1"0"0"0,0-1-1 0 0,0 1 1 0 0,0-1 0 0 0,1 1 0 0 0,-1 0 0 0 0,1-1-1 0 0,-1 1 1 0 0,1-1 0 0 0,-1 1 0 0 0,1 0 0 0 0,0-1-1 0 0,0 1 1 0 0,-1 0 0 0 0,1 0 0 0 0,0 0 0 0 0,2-1-1 0 0,17-22 2110 0 0,-19 23-2180 0 0,8-8 1389 0 0,1 0 0 0 0,21-15 1 0 0,-28 21-1123 0 0,0 1 1 0 0,0 0 0 0 0,1 0-1 0 0,0 0 1 0 0,-1 0 0 0 0,1 1-1 0 0,0-1 1 0 0,0 1 0 0 0,-1 0 0 0 0,1 0-1 0 0,0 1 1 0 0,0-1 0 0 0,0 1-1 0 0,5 0 1 0 0,-8 0-308 0 0,1 1 0 0 0,0 0 0 0 0,0 0 0 0 0,-1 0 0 0 0,1 0 0 0 0,0 0 0 0 0,-1 0 0 0 0,1 1 0 0 0,-1-1 0 0 0,0 0 0 0 0,1 1 0 0 0,-1-1 0 0 0,0 1 0 0 0,0-1 0 0 0,0 1 0 0 0,0 0 0 0 0,0 0 0 0 0,0-1 0 0 0,-1 1 0 0 0,1 0 0 0 0,0 0 0 0 0,-1 0 0 0 0,1 0 0 0 0,-1-1 0 0 0,0 1 0 0 0,0 0 0 0 0,0 0 0 0 0,0 4 1 0 0,1 9 263 0 0,-2 0 1 0 0,-2 23 0 0 0,2-29-267 0 0,-16 100-63 0 0,9-69 31 0 0,3 0-1 0 0,-2 45 0 0 0,7-83 39 0 0,0-1-1 0 0,-1 1 1 0 0,1 0-1 0 0,0 0 1 0 0,1 0-1 0 0,-1-1 1 0 0,0 1-1 0 0,0 0 0 0 0,1 0 1 0 0,-1-1-1 0 0,1 1 1 0 0,0 0-1 0 0,-1-1 1 0 0,1 1-1 0 0,0 0 1 0 0,0-1-1 0 0,0 1 1 0 0,0-1-1 0 0,0 0 1 0 0,0 1-1 0 0,1-1 1 0 0,-1 0-1 0 0,3 2 1 0 0,-3-2-34 0 0,1-1 0 0 0,0 0 1 0 0,0 1-1 0 0,0-1 0 0 0,0 0 0 0 0,0 0 0 0 0,0 0 1 0 0,-1 0-1 0 0,1-1 0 0 0,0 1 0 0 0,0 0 1 0 0,0-1-1 0 0,0 0 0 0 0,-1 1 0 0 0,1-1 1 0 0,0 0-1 0 0,-1 0 0 0 0,1 0 0 0 0,0 0 1 0 0,-1 0-1 0 0,1 0 0 0 0,0-1 0 0 0,20-16-1075 0 0,35-35 0 0 0,-21 18-908 0 0,-15 15 544 0 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08.17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 9 11058 0 0,'-8'-5'4417'0'0,"5"1"-5653"0"0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08.51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 1 10594 0 0,'-2'3'460'0'0,"1"0"-1"0"0,0 0 1 0 0,0 0-1 0 0,1 1 0 0 0,-1-1 1 0 0,1 0-1 0 0,-1 0 1 0 0,1 1-1 0 0,0 5 1 0 0,1 6-15 0 0,1-1 1 0 0,0 1-1 0 0,1 0 1 0 0,0 0 0 0 0,2-1-1 0 0,9 24 1 0 0,44 80-695 0 0,-54-110 255 0 0,21 41-1733 0 0,-15-28-2886 0 0,-4-9-447 0 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09.13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70 205 4609 0 0,'-6'-3'502'0'0,"1"0"0"0"0,-1-1-1 0 0,1 0 1 0 0,0 0 0 0 0,0 0 0 0 0,0 0 0 0 0,0-1-1 0 0,1 1 1 0 0,0-1 0 0 0,-6-8 0 0 0,9 11-361 0 0,0 0 1 0 0,0-1 0 0 0,0 1 0 0 0,0 0 0 0 0,0 0-1 0 0,0 0 1 0 0,0-1 0 0 0,1 1 0 0 0,-1 0 0 0 0,1 0-1 0 0,0-1 1 0 0,0 1 0 0 0,0-1 0 0 0,0 1-1 0 0,0 0 1 0 0,0-1 0 0 0,0 1 0 0 0,1 0 0 0 0,-1-1-1 0 0,1 1 1 0 0,0 0 0 0 0,0 0 0 0 0,0 0 0 0 0,0-1-1 0 0,0 1 1 0 0,0 0 0 0 0,0 0 0 0 0,1 1-1 0 0,-1-1 1 0 0,1 0 0 0 0,1-1 0 0 0,8-7 242 0 0,-1 1 0 0 0,2 0 1 0 0,-1 1-1 0 0,1 0 0 0 0,18-8 0 0 0,-23 12-192 0 0,0 1 0 0 0,-1 1 0 0 0,1-1 1 0 0,0 1-1 0 0,1 0 0 0 0,-1 0 0 0 0,0 1 0 0 0,0 0 0 0 0,1 1 0 0 0,-1-1 0 0 0,0 1 0 0 0,9 2 0 0 0,-13-2-159 0 0,-1 0-1 0 0,1 1 0 0 0,-1 0 1 0 0,0 0-1 0 0,1-1 1 0 0,-1 1-1 0 0,0 1 0 0 0,0-1 1 0 0,0 0-1 0 0,1 0 1 0 0,-1 1-1 0 0,0-1 0 0 0,-1 1 1 0 0,1 0-1 0 0,0 0 1 0 0,0-1-1 0 0,-1 1 0 0 0,1 0 1 0 0,1 3-1 0 0,-2-1-56 0 0,1-1 0 0 0,-1 1 0 0 0,0 0 0 0 0,0 0 0 0 0,-1-1 0 0 0,1 1 0 0 0,-1 0 0 0 0,1 0 0 0 0,-1 0 0 0 0,-1 0 0 0 0,0 5 0 0 0,-2 9-260 0 0,-2 0-1 0 0,0 0 1 0 0,-1 0-1 0 0,-9 19 0 0 0,9-22 140 0 0,-7 14-94 0 0,8-19 267 0 0,0 1 0 0 0,0 0 0 0 0,1 1 0 0 0,1-1 0 0 0,0 1 0 0 0,0 0 0 0 0,0 13 0 0 0,3-24 21 0 0,0 1-1 0 0,0-1 1 0 0,0 0-1 0 0,0 0 1 0 0,0 1-1 0 0,0-1 1 0 0,1 0 0 0 0,-1 0-1 0 0,1 1 1 0 0,-1-1-1 0 0,1 0 1 0 0,-1 0-1 0 0,1 0 1 0 0,-1 0-1 0 0,1 0 1 0 0,0 0-1 0 0,0 0 1 0 0,0 0 0 0 0,0 0-1 0 0,-1 0 1 0 0,1 0-1 0 0,0 0 1 0 0,0-1-1 0 0,0 1 1 0 0,1 0-1 0 0,-1-1 1 0 0,0 1-1 0 0,0-1 1 0 0,0 1 0 0 0,0-1-1 0 0,1 0 1 0 0,-1 1-1 0 0,0-1 1 0 0,0 0-1 0 0,1 0 1 0 0,-1 0-1 0 0,0 0 1 0 0,0 0-1 0 0,1 0 1 0 0,-1 0 0 0 0,0 0-1 0 0,3-1 1 0 0,7-1 121 0 0,0 0 0 0 0,0-1 1 0 0,20-8-1 0 0,-20 7-109 0 0,121-36-2321 0 0,-100 31-2341 0 0,-7 1-1523 0 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09.61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2 109 7834 0 0,'0'-2'215'0'0,"0"1"0"0"0,-1-1 0 0 0,1 1 0 0 0,0-1 1 0 0,0 1-1 0 0,0-1 0 0 0,0 1 0 0 0,0-1 0 0 0,0 1 1 0 0,0-1-1 0 0,1 1 0 0 0,-1 0 0 0 0,0-1 0 0 0,1 1 1 0 0,-1-1-1 0 0,1 1 0 0 0,0 0 0 0 0,-1-1 0 0 0,2 0 1 0 0,15-28 2162 0 0,-14 25-2078 0 0,0 1-1 0 0,1 0 0 0 0,-1 0 0 0 0,1 1 0 0 0,0-1 0 0 0,0 1 1 0 0,0 0-1 0 0,1 0 0 0 0,-1 0 0 0 0,1 0 0 0 0,-1 1 0 0 0,1 0 1 0 0,7-2-1 0 0,-10 3-259 0 0,0 1 1 0 0,0-1 0 0 0,0 1 0 0 0,0 0-1 0 0,0 0 1 0 0,0 0 0 0 0,0 0 0 0 0,0 0-1 0 0,0 1 1 0 0,0-1 0 0 0,0 1 0 0 0,0-1-1 0 0,0 1 1 0 0,0 0 0 0 0,0-1 0 0 0,0 1-1 0 0,0 0 1 0 0,0 0 0 0 0,-1 1 0 0 0,1-1-1 0 0,0 0 1 0 0,-1 0 0 0 0,1 1 0 0 0,-1-1-1 0 0,0 1 1 0 0,1-1 0 0 0,-1 1 0 0 0,0 0-1 0 0,0 0 1 0 0,0-1 0 0 0,0 1 0 0 0,0 0-1 0 0,-1 0 1 0 0,1 0 0 0 0,0 0 0 0 0,0 2-1 0 0,2 10 10 0 0,-1-1 0 0 0,0 0 0 0 0,0 1 0 0 0,-2 0 0 0 0,1-1 0 0 0,-2 1 0 0 0,0-1 0 0 0,-1 1 0 0 0,0-1 0 0 0,-5 18-1 0 0,-6 50 589 0 0,13-80-591 0 0,0 0 0 0 0,-1 0 0 0 0,1 0-1 0 0,0 0 1 0 0,0 0 0 0 0,0 0 0 0 0,0 0-1 0 0,0 0 1 0 0,0 0 0 0 0,1 0 0 0 0,-1 0-1 0 0,0 0 1 0 0,0 0 0 0 0,1 0 0 0 0,-1 0-1 0 0,0 0 1 0 0,1 0 0 0 0,-1 0 0 0 0,1 0-1 0 0,-1-1 1 0 0,1 1 0 0 0,0 0 0 0 0,-1 0-1 0 0,1-1 1 0 0,1 2 0 0 0,-1-2-18 0 0,1 1 1 0 0,-1-1 0 0 0,0 0-1 0 0,0 0 1 0 0,1 0-1 0 0,-1 0 1 0 0,0 0 0 0 0,1 0-1 0 0,-1 0 1 0 0,0-1-1 0 0,0 1 1 0 0,1 0-1 0 0,-1-1 1 0 0,0 1 0 0 0,0-1-1 0 0,0 1 1 0 0,2-1-1 0 0,9-6 2 0 0,-1-1 0 0 0,0 1 0 0 0,11-11-1 0 0,-12 10 14 0 0,58-37-1455 0 0,-53 37 496 0 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29.42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45 104 920 0 0,'-27'-4'4352'0'0,"9"2"73"0"0,18 3-4323 0 0,0 0 1 0 0,0 0-1 0 0,1 0 0 0 0,-1 1 0 0 0,0-1 0 0 0,0 0 0 0 0,1 0 1 0 0,-1 0-1 0 0,0 0 0 0 0,1 0 0 0 0,-1 0 0 0 0,1 0 0 0 0,0 0 0 0 0,-1 0 1 0 0,1 0-1 0 0,0-1 0 0 0,-1 1 0 0 0,1 0 0 0 0,0 0 0 0 0,1 0 1 0 0,2 5-23 0 0,0-1 1 0 0,1 0 0 0 0,-1 0-1 0 0,1 0 1 0 0,1-1 0 0 0,-1 0 0 0 0,0 0-1 0 0,11 6 1 0 0,-15-10-38 0 0,1 1-1 0 0,0 0 1 0 0,0-1-1 0 0,-1 1 1 0 0,1-1-1 0 0,0 0 1 0 0,0 1-1 0 0,0-1 1 0 0,0 0-1 0 0,-1 0 1 0 0,1-1-1 0 0,0 1 1 0 0,0 0-1 0 0,0 0 1 0 0,0-1-1 0 0,-1 1 1 0 0,1-1-1 0 0,0 0 1 0 0,0 1-1 0 0,-1-1 1 0 0,1 0-1 0 0,-1 0 1 0 0,1 0-1 0 0,-1 0 1 0 0,1 0-1 0 0,-1-1 1 0 0,1 1-1 0 0,-1 0 1 0 0,0-1-1 0 0,0 1 1 0 0,0-1-1 0 0,0 1 1 0 0,0-1-1 0 0,0 1 1 0 0,1-4-1 0 0,0 1 17 0 0,0 0 0 0 0,-1 0-1 0 0,1 0 1 0 0,-1 0 0 0 0,0-1 0 0 0,-1 1 0 0 0,1 0-1 0 0,-1 0 1 0 0,1 0 0 0 0,-1-1 0 0 0,-1 1-1 0 0,1 0 1 0 0,-1 0 0 0 0,1-1 0 0 0,-1 1 0 0 0,0 0-1 0 0,-2-5 1 0 0,2 7 5 0 0,0-1 0 0 0,0 0 0 0 0,0 1 0 0 0,-1-1-1 0 0,1 1 1 0 0,-1-1 0 0 0,1 1 0 0 0,-1 0 0 0 0,0-1 0 0 0,0 1-1 0 0,0 0 1 0 0,0 0 0 0 0,0 0 0 0 0,-1 1 0 0 0,1-1 0 0 0,0 0 0 0 0,-1 1-1 0 0,1 0 1 0 0,-1-1 0 0 0,0 1 0 0 0,1 0 0 0 0,-1 0 0 0 0,0 1-1 0 0,0-1 1 0 0,1 1 0 0 0,-7-1 0 0 0,8 1-91 0 0,-1 0-1 0 0,1 1 1 0 0,-1-1 0 0 0,1 1 0 0 0,-1-1-1 0 0,1 1 1 0 0,-1-1 0 0 0,1 1 0 0 0,0 0-1 0 0,-1 0 1 0 0,1 0 0 0 0,0 0 0 0 0,0 0-1 0 0,-1 0 1 0 0,1 0 0 0 0,0 0-1 0 0,0 0 1 0 0,0 1 0 0 0,0-1 0 0 0,1 0-1 0 0,-1 1 1 0 0,0-1 0 0 0,0 1 0 0 0,1-1-1 0 0,-1 1 1 0 0,1-1 0 0 0,-1 1 0 0 0,1-1-1 0 0,0 1 1 0 0,0-1 0 0 0,0 1-1 0 0,0 0 1 0 0,0-1 0 0 0,0 4 0 0 0,0 1-102 0 0,0 0-1 0 0,0 1 1 0 0,1-1 0 0 0,0 0 0 0 0,0 0 0 0 0,0 1 0 0 0,4 8 0 0 0,-2-10 99 0 0,-1 0 1 0 0,1-1-1 0 0,0 0 1 0 0,0 0-1 0 0,1 0 1 0 0,-1 0-1 0 0,1 0 1 0 0,0 0-1 0 0,7 4 1 0 0,-9-6 71 0 0,1 0 1 0 0,0 0 0 0 0,0-1-1 0 0,0 1 1 0 0,0-1-1 0 0,0 0 1 0 0,0 1 0 0 0,0-1-1 0 0,0-1 1 0 0,1 1 0 0 0,-1 0-1 0 0,0-1 1 0 0,0 0-1 0 0,1 0 1 0 0,-1 0 0 0 0,4 0-1 0 0,-6-1-13 0 0,0 1 1 0 0,0-1-1 0 0,-1 1 0 0 0,1-1 0 0 0,0 1 1 0 0,0-1-1 0 0,-1 0 0 0 0,1 0 0 0 0,-1 1 0 0 0,1-1 1 0 0,-1 0-1 0 0,1 0 0 0 0,-1 0 0 0 0,1 0 0 0 0,-1 1 1 0 0,1-1-1 0 0,-1 0 0 0 0,0 0 0 0 0,0 0 0 0 0,1 0 1 0 0,-1 0-1 0 0,0 0 0 0 0,0 0 0 0 0,0 0 0 0 0,0 0 1 0 0,0 0-1 0 0,0 0 0 0 0,-1 0 0 0 0,1 0 1 0 0,0-1-1 0 0,-8-30 707 0 0,4 25-609 0 0,0-1 1 0 0,0 1-1 0 0,-1 1 1 0 0,1-1-1 0 0,-2 1 0 0 0,-5-7 1 0 0,9 11-98 0 0,0 0 0 0 0,-1-1 0 0 0,1 1-1 0 0,-1 0 1 0 0,1 1 0 0 0,-1-1 0 0 0,0 0 0 0 0,1 1 0 0 0,-1 0 0 0 0,0-1 0 0 0,0 1 0 0 0,0 0 0 0 0,0 0 0 0 0,0 1 0 0 0,0-1 0 0 0,0 1-1 0 0,-1 0 1 0 0,-4-1 0 0 0,7 1-26 0 0,1 1 0 0 0,-1-1 0 0 0,1 0-1 0 0,-1 0 1 0 0,0 0 0 0 0,1 0 0 0 0,-1 0-1 0 0,1 0 1 0 0,-1 1 0 0 0,1-1 0 0 0,-1 0-1 0 0,1 1 1 0 0,-1-1 0 0 0,1 0-1 0 0,-1 1 1 0 0,1-1 0 0 0,-1 0 0 0 0,1 1-1 0 0,0-1 1 0 0,-1 1 0 0 0,1-1 0 0 0,0 1-1 0 0,-1-1 1 0 0,1 1 0 0 0,0-1 0 0 0,0 1-1 0 0,-1-1 1 0 0,1 1 0 0 0,0-1 0 0 0,0 1-1 0 0,0 0 1 0 0,5 20-86 0 0,20 16-436 0 0,-21-34 511 0 0,0 0 1 0 0,0 1-1 0 0,1-2 0 0 0,-1 1 1 0 0,1-1-1 0 0,0 1 0 0 0,0-1 0 0 0,0-1 1 0 0,0 1-1 0 0,0-1 0 0 0,0 1 1 0 0,0-1-1 0 0,0-1 0 0 0,0 1 0 0 0,1-1 1 0 0,-1 0-1 0 0,0 0 0 0 0,0-1 0 0 0,1 1 1 0 0,6-3-1 0 0,-9 2 29 0 0,1 1 0 0 0,-1-1 0 0 0,0 0 0 0 0,0 0 0 0 0,0-1 0 0 0,0 1 0 0 0,-1 0 0 0 0,1-1-1 0 0,0 0 1 0 0,-1 0 0 0 0,1 0 0 0 0,-1 0 0 0 0,1 0 0 0 0,-1 0 0 0 0,0-1 0 0 0,0 1 0 0 0,0-1 0 0 0,0 1 0 0 0,0-1 0 0 0,-1 0 0 0 0,1 0 0 0 0,-1 0 0 0 0,0 0 0 0 0,0 0 0 0 0,0 0-1 0 0,0 0 1 0 0,0 0 0 0 0,-1 0 0 0 0,1 0 0 0 0,-1 0 0 0 0,0-1 0 0 0,0 1 0 0 0,0 0 0 0 0,-1-4 0 0 0,0 4 1 0 0,1 1 1 0 0,-1-1-1 0 0,0 0 0 0 0,0 1 1 0 0,0-1-1 0 0,-1 1 0 0 0,1-1 1 0 0,0 1-1 0 0,-1 0 0 0 0,0 0 1 0 0,1-1-1 0 0,-1 1 0 0 0,0 0 1 0 0,0 0-1 0 0,0 1 0 0 0,-1-1 1 0 0,1 0-1 0 0,0 1 0 0 0,-1-1 1 0 0,1 1-1 0 0,-1 0 0 0 0,1 0 1 0 0,-1 0-1 0 0,1 0 0 0 0,-1 0 1 0 0,0 1-1 0 0,0-1 0 0 0,1 1 1 0 0,-1-1-1 0 0,0 1 0 0 0,-5 1 1 0 0,6-2-70 0 0,-1 1-1 0 0,1 0 1 0 0,-1 1 0 0 0,1-1 0 0 0,0 0 0 0 0,-1 1 0 0 0,1-1 0 0 0,-1 1 0 0 0,1 0-1 0 0,0-1 1 0 0,0 1 0 0 0,-1 1 0 0 0,1-1 0 0 0,0 0 0 0 0,0 0 0 0 0,0 1 0 0 0,0-1 0 0 0,0 1-1 0 0,0 0 1 0 0,1-1 0 0 0,-1 1 0 0 0,0 0 0 0 0,1 0 0 0 0,0 0 0 0 0,-1 0 0 0 0,1 0 0 0 0,0 1-1 0 0,0-1 1 0 0,0 0 0 0 0,0 0 0 0 0,1 1 0 0 0,-1-1 0 0 0,1 1 0 0 0,-1-1 0 0 0,1 4-1 0 0,0-2-250 0 0,1 0 0 0 0,1-1 0 0 0,-1 1 0 0 0,0 0-1 0 0,1-1 1 0 0,0 1 0 0 0,0-1 0 0 0,0 1-1 0 0,0-1 1 0 0,0 0 0 0 0,1 0 0 0 0,0 0 0 0 0,-1 0-1 0 0,1-1 1 0 0,0 1 0 0 0,0-1 0 0 0,1 1 0 0 0,-1-1-1 0 0,4 2 1 0 0,19 16 410 0 0,-15-7-113 0 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30.4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50 213 6913 0 0,'-4'-7'37'0'0,"1"-1"-1"0"0,0 0 0 0 0,1 0 0 0 0,-3-11 0 0 0,-4-12 941 0 0,-5-3 508 0 0,4 5 5042 0 0,19 46-6367 0 0,0-1 0 0 0,10 33-1 0 0,-14-33-67 0 0,1 0-1 0 0,1 0 1 0 0,1-1-1 0 0,10 16 1 0 0,-6-14-105 0 0,2 0 1 0 0,0-1 0 0 0,27 24-1 0 0,-32-33 6 0 0,-1 0 0 0 0,2-1 0 0 0,-1 0-1 0 0,0 0 1 0 0,1-1 0 0 0,0 0-1 0 0,1-1 1 0 0,19 6 0 0 0,-29-9 45 0 0,0-1 0 0 0,1 0 0 0 0,-1 0 1 0 0,0 0-1 0 0,0 0 0 0 0,1 0 0 0 0,-1 0 0 0 0,0 0 0 0 0,0 0 0 0 0,0 0 1 0 0,1-1-1 0 0,-1 1 0 0 0,0 0 0 0 0,0-1 0 0 0,0 1 0 0 0,0-1 0 0 0,1 1 1 0 0,-1-1-1 0 0,0 0 0 0 0,0 1 0 0 0,0-1 0 0 0,0-1 0 0 0,1 0 22 0 0,0 0 0 0 0,0 0 0 0 0,-1-1-1 0 0,1 1 1 0 0,-1-1 0 0 0,0 1 0 0 0,1-1 0 0 0,-1 0-1 0 0,1-4 1 0 0,1-7 59 0 0,-1-1 1 0 0,0 0-1 0 0,0-16 0 0 0,-1 18-128 0 0,1-25 175 0 0,0 0-1 0 0,-3 1 1 0 0,-9-72 0 0 0,9 107-124 0 0,1-1 0 0 0,-1 1 1 0 0,1 0-1 0 0,0 0 0 0 0,0 0 1 0 0,0 0-1 0 0,0-1 0 0 0,0 1 1 0 0,0 0-1 0 0,1 0 0 0 0,-1 0 1 0 0,1 0-1 0 0,-1 0 0 0 0,1 0 1 0 0,0 0-1 0 0,2-4 0 0 0,-3 6-36 0 0,0-1 0 0 0,1 1 0 0 0,-1 0 0 0 0,1-1 0 0 0,-1 1 0 0 0,1 0 0 0 0,-1-1 0 0 0,1 1 0 0 0,-1 0 0 0 0,1 0 0 0 0,-1 0 0 0 0,1-1 0 0 0,-1 1 0 0 0,1 0 0 0 0,0 0 0 0 0,-1 0 0 0 0,1 0 0 0 0,-1 0 0 0 0,1 0 0 0 0,-1 0-1 0 0,1 0 1 0 0,0 0 0 0 0,0 0 0 0 0,20 13 49 0 0,-4 5 41 0 0,-1 0 0 0 0,-1 1 0 0 0,22 34 1 0 0,-24-31-172 0 0,2-1 1 0 0,1-1 0 0 0,22 23 0 0 0,17 14-2521 0 0,-20-16-4604 0 0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30.67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 1 3225 0 0,'-9'8'11759'0'0,"9"-7"-11498"0"0,9 19 2827 0 0,20 16-3547 0 0,-22-29-913 0 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31.84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55 1 5529 0 0,'1'1'166'0'0,"-1"0"0"0"0,1 0 0 0 0,0 0 0 0 0,0 0 0 0 0,-1 0 0 0 0,1 0-1 0 0,0 0 1 0 0,0 0 0 0 0,0 0 0 0 0,0 0 0 0 0,0 0 0 0 0,0-1 0 0 0,0 1 0 0 0,1-1-1 0 0,-1 1 1 0 0,0 0 0 0 0,0-1 0 0 0,0 0 0 0 0,1 1 0 0 0,-1-1 0 0 0,0 0 0 0 0,0 0 0 0 0,2 1-1 0 0,32 4 1867 0 0,-11-6 292 0 0,-25-3-1257 0 0,-13-1-550 0 0,8 4-362 0 0,1-1 0 0 0,0 1 0 0 0,-1 1 0 0 0,1-1 0 0 0,0 1 0 0 0,-1 0 0 0 0,1 0 0 0 0,-1 1 0 0 0,1-1 0 0 0,-11 4 0 0 0,13-3-311 0 0,0 0 0 0 0,0 1 0 0 0,-1 0 0 0 0,1-1 0 0 0,0 1 0 0 0,1 0 0 0 0,-1 1 0 0 0,0-1 0 0 0,0 0 0 0 0,1 1 0 0 0,0-1 0 0 0,-1 1 0 0 0,1 0 0 0 0,0 0 0 0 0,0 0 0 0 0,0 0 0 0 0,1 0 0 0 0,-2 4 0 0 0,-2 10-2611 0 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32.29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27 10 1840 0 0,'-2'-9'11820'0'0,"1"9"-11879"0"0,-15 7 456 0 0,16-7-436 0 0,-1 1 0 0 0,1-1 0 0 0,-1 0 1 0 0,1 1-1 0 0,-1-1 0 0 0,1 1 0 0 0,0-1 0 0 0,-1 0 0 0 0,1 1 0 0 0,-1-1 0 0 0,1 1 0 0 0,0-1 1 0 0,-1 1-1 0 0,1-1 0 0 0,0 1 0 0 0,0-1 0 0 0,0 1 0 0 0,-1 0 0 0 0,1-1 0 0 0,0 1 1 0 0,0-1-1 0 0,0 1 0 0 0,0 0 0 0 0,0-1 0 0 0,0 1 0 0 0,0-1 0 0 0,0 1 0 0 0,0-1 0 0 0,0 1 1 0 0,0 0-1 0 0,0-1 0 0 0,1 1 0 0 0,-1 0 0 0 0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34.36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39 68 456 0 0,'-3'-2'190'0'0,"0"0"-1"0"0,1-1 1 0 0,0 1 0 0 0,0-1-1 0 0,0 1 1 0 0,0-1 0 0 0,0 0-1 0 0,0 0 1 0 0,1 0 0 0 0,-1 0-1 0 0,1 0 1 0 0,0-1-1 0 0,0 1 1 0 0,0 0 0 0 0,-11-22 10311 0 0,15 42-10148 0 0,0 1 1 0 0,1-1-1 0 0,1 0 1 0 0,0 0-1 0 0,2 0 1 0 0,0-1-1 0 0,12 20 1 0 0,-15-28-199 0 0,1-1 0 0 0,0 1 0 0 0,0-1 1 0 0,1 0-1 0 0,0 0 0 0 0,0-1 0 0 0,1 0 0 0 0,0 0 1 0 0,0-1-1 0 0,0 1 0 0 0,1-2 0 0 0,0 1 0 0 0,0-1 1 0 0,0 0-1 0 0,0-1 0 0 0,16 5 0 0 0,-24-8-166 0 0,1 1 0 0 0,0-1-1 0 0,0 0 1 0 0,-1 0 0 0 0,1 0 0 0 0,0 0 0 0 0,0 0-1 0 0,-1 0 1 0 0,1 0 0 0 0,0 0 0 0 0,0 0-1 0 0,-1 0 1 0 0,1-1 0 0 0,0 1 0 0 0,0 0 0 0 0,-1 0-1 0 0,1-1 1 0 0,0 1 0 0 0,-1 0 0 0 0,1-1 0 0 0,0 1-1 0 0,-1-1 1 0 0,1 1 0 0 0,-1-1 0 0 0,1 1-1 0 0,-1-1 1 0 0,1 1 0 0 0,-1-1 0 0 0,1 0 0 0 0,-1 1-1 0 0,1-1 1 0 0,-1 0 0 0 0,0 1 0 0 0,1-1-1 0 0,-1 0 1 0 0,0 1 0 0 0,0-1 0 0 0,1 0 0 0 0,-1-1-1 0 0,1-38-757 0 0,-1 18 508 0 0,5-23-12 0 0,14-56 1 0 0,5 150 2032 0 0,-13-22-1352 0 0,2-1 0 0 0,0 0 0 0 0,28 39-1 0 0,-31-53-626 0 0,0 0-1 0 0,0-1 0 0 0,15 12 0 0 0,-15-15-894 0 0,1 1 0 0 0,1-2 0 0 0,-1 0 0 0 0,14 6 0 0 0,-14-7-357 0 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34.71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68 1376 0 0,'6'-7'688'0'0,"-1"0"0"0"0,1 1 0 0 0,1-1 0 0 0,12-9-1 0 0,-16 13-238 0 0,1 1 0 0 0,-1-1 0 0 0,1 1 0 0 0,0-1 0 0 0,0 1 0 0 0,0 0 0 0 0,0 1 0 0 0,0-1-1 0 0,0 1 1 0 0,0 0 0 0 0,7-2 0 0 0,-9 4-342 0 0,-1-1 0 0 0,0 1 0 0 0,1-1 0 0 0,-1 1 0 0 0,0-1 0 0 0,1 1-1 0 0,-1 0 1 0 0,0-1 0 0 0,0 1 0 0 0,0 0 0 0 0,0 0 0 0 0,0 0 0 0 0,0 0 0 0 0,0 0-1 0 0,0 0 1 0 0,0 0 0 0 0,0 0 0 0 0,0 0 0 0 0,-1 1 0 0 0,1-1 0 0 0,0 0 0 0 0,-1 0 0 0 0,1 1-1 0 0,-1-1 1 0 0,0 1 0 0 0,1-1 0 0 0,-1 0 0 0 0,0 1 0 0 0,0-1 0 0 0,0 1 0 0 0,0 1 0 0 0,1 51 1357 0 0,-1-48-1224 0 0,-3 30 543 0 0,1-28-401 0 0,1 0 0 0 0,0 0 1 0 0,1 0-1 0 0,-1 0 0 0 0,1 0 0 0 0,1 0 0 0 0,0 0 1 0 0,0 1-1 0 0,1-1 0 0 0,0 0 0 0 0,4 10 0 0 0,-6-17-354 0 0,1 0-1 0 0,0 0 1 0 0,0 0-1 0 0,-1-1 1 0 0,1 1-1 0 0,0 0 1 0 0,0 0-1 0 0,0-1 1 0 0,0 1-1 0 0,0-1 1 0 0,0 1-1 0 0,0-1 1 0 0,0 1-1 0 0,0-1 1 0 0,1 1-1 0 0,-1-1 1 0 0,0 0-1 0 0,0 0 1 0 0,0 0-1 0 0,0 0 1 0 0,1 0-1 0 0,-1 0 1 0 0,0 0-1 0 0,0 0 1 0 0,0 0-1 0 0,0 0 1 0 0,0-1-1 0 0,1 1 1 0 0,-1 0-1 0 0,0-1 1 0 0,0 1-1 0 0,0-1 1 0 0,0 1-1 0 0,0-1 1 0 0,0 0-1 0 0,0 1 1 0 0,1-2-1 0 0,36-27 805 0 0,-37 29-832 0 0,102-100-2521 0 0,-85 83 1633 0 0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35.81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61 303 3225 0 0,'-7'-19'1795'0'0,"-1"2"0"0"0,-1-1 0 0 0,0 1 0 0 0,-18-25 4297 0 0,54 76-4089 0 0,-5 14-1274 0 0,30 99 0 0 0,-37-96-605 0 0,2-2-1 0 0,32 63 0 0 0,-42-98-115 0 0,2 0-1 0 0,-1-1 1 0 0,1 0-1 0 0,1 0 1 0 0,1-1 0 0 0,-1-1-1 0 0,2 1 1 0 0,0-2-1 0 0,0 0 1 0 0,1 0-1 0 0,26 15 1 0 0,-36-23 45 0 0,0 0 0 0 0,1-1 0 0 0,-1 1 0 0 0,0-1 0 0 0,0 0 0 0 0,1 0-1 0 0,-1 0 1 0 0,1 0 0 0 0,-1-1 0 0 0,1 1 0 0 0,-1-1 0 0 0,1 0 0 0 0,-1 0 0 0 0,1 0 0 0 0,0 0 0 0 0,-1-1 0 0 0,6-1 0 0 0,-6 1-2 0 0,0-1 1 0 0,0 0-1 0 0,0 0 1 0 0,0 0 0 0 0,0-1-1 0 0,-1 1 1 0 0,1 0 0 0 0,-1-1-1 0 0,1 0 1 0 0,-1 0-1 0 0,0 1 1 0 0,0-1 0 0 0,-1 0-1 0 0,1-1 1 0 0,0 1 0 0 0,-1 0-1 0 0,2-7 1 0 0,3-10 52 0 0,0 1 1 0 0,-2-2-1 0 0,-1 1 1 0 0,2-29-1 0 0,-4-87-5 0 0,-1 58-85 0 0,8-61 53 0 0,1-41-419 0 0,-10 174 224 0 0,0-1 0 0 0,0 0 0 0 0,0 0 0 0 0,-1 1 0 0 0,-4-14-1 0 0,-3-1-4018 0 0,5 12 502 0 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36.17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6449 0 0,'2'9'9372'0'0,"5"13"-6077"0"0,10 44-1388 0 0,-3 45-703 0 0,-11-75-1518 0 0,1-1 1 0 0,2 0-1 0 0,1 0 1 0 0,16 46-1 0 0,-9-56-1808 0 0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36.54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0 166 2304 0 0,'2'-8'211'0'0,"-1"1"0"0"0,1-1 0 0 0,1 1 0 0 0,-1-1 0 0 0,1 1 0 0 0,1 0-1 0 0,-1 0 1 0 0,1 0 0 0 0,0 0 0 0 0,1 1 0 0 0,0 0 0 0 0,5-6-1 0 0,-3 4 783 0 0,1 1 0 0 0,-1 0 0 0 0,1 0 0 0 0,1 1-1 0 0,-1 0 1 0 0,1 1 0 0 0,0 0 0 0 0,16-7-1 0 0,-23 11-917 0 0,0 0 0 0 0,0 0 0 0 0,-1 1 1 0 0,1-1-1 0 0,0 1 0 0 0,0-1 0 0 0,0 1 0 0 0,0 0 0 0 0,0-1 0 0 0,0 1 0 0 0,0 0 0 0 0,0 0 0 0 0,0 1 0 0 0,0-1 0 0 0,0 0 0 0 0,0 1 0 0 0,-1-1 0 0 0,1 1 0 0 0,0-1 0 0 0,0 1 0 0 0,0 0 0 0 0,-1 0 0 0 0,1 0 1 0 0,0 0-1 0 0,-1 0 0 0 0,1 0 0 0 0,-1 1 0 0 0,1-1 0 0 0,-1 0 0 0 0,1 1 0 0 0,-1-1 0 0 0,0 1 0 0 0,0-1 0 0 0,0 1 0 0 0,0 0 0 0 0,0 0 0 0 0,0-1 0 0 0,0 1 0 0 0,-1 0 0 0 0,1 0 0 0 0,-1 0 0 0 0,1 0 0 0 0,-1 3 1 0 0,2 5-58 0 0,-1-1 0 0 0,0 1 1 0 0,0 0-1 0 0,-1 0 1 0 0,-1-1-1 0 0,1 1 1 0 0,-4 14-1 0 0,-5 8 221 0 0,-2-2 0 0 0,0 1 0 0 0,-19 32 0 0 0,1 1 2458 0 0,29-64-2672 0 0,0 0 0 0 0,-1 1 0 0 0,1-1 0 0 0,0 0 0 0 0,0 0 0 0 0,0 1 0 0 0,0-1 0 0 0,0 0 0 0 0,0 1 0 0 0,0-1 0 0 0,0 0 0 0 0,-1 0 0 0 0,1 1 0 0 0,0-1 0 0 0,0 0 0 0 0,0 1 1 0 0,0-1-1 0 0,1 0 0 0 0,-1 1 0 0 0,0-1 0 0 0,0 0 0 0 0,0 0 0 0 0,0 1 0 0 0,0-1 0 0 0,0 0 0 0 0,0 1 0 0 0,1-1 0 0 0,-1 0 0 0 0,0 0 0 0 0,0 1 0 0 0,0-1 0 0 0,0 0 0 0 0,1 0 0 0 0,-1 0 0 0 0,0 1 0 0 0,0-1 0 0 0,1 0 0 0 0,-1 0 0 0 0,0 0 0 0 0,0 0 0 0 0,1 1 0 0 0,17-1 331 0 0,19-9-236 0 0,-37 9-117 0 0,45-15-334 0 0,59-16-371 0 0,-87 27-1999 0 0,0 2-1 0 0,22-2 1 0 0,-22 4-3117 0 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36.80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4145 0 0,'2'4'15176'0'0,"7"12"-11930"0"0,-5-9-3252 0 0,-1 0 1 0 0,0 0-1 0 0,-1 0 1 0 0,3 10-1 0 0,-1 17 371 0 0,-1 67 0 0 0,-4-64-2556 0 0,7 55 0 0 0,-2-73-4733 0 0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37.06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71 3225 0 0,'14'-10'581'0'0,"0"1"1"0"0,0 0 0 0 0,1 1-1 0 0,0 1 1 0 0,1 0-1 0 0,-1 1 1 0 0,1 1 0 0 0,24-5-1 0 0,-38 10-820 0 0,0 0 0 0 0,0 1 0 0 0,0-1 0 0 0,0 0 0 0 0,0 1 1 0 0,0-1-1 0 0,0 1 0 0 0,0 0 0 0 0,0 0 0 0 0,0-1 0 0 0,0 1 0 0 0,0 0 0 0 0,-1 1 0 0 0,1-1 0 0 0,0 0 0 0 0,-1 0 0 0 0,3 3 0 0 0,-1 2 146 0 0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37.20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69 2304 0 0,'29'-17'4409'0'0,"-17"11"-3768"0"0,-2-1-574 0 0,0 1 0 0 0,0 0 0 0 0,1 1 0 0 0,0 0 0 0 0,0 0 0 0 0,0 1 0 0 0,16-3 0 0 0,-17 7-67 0 0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37.95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38 253 5065 0 0,'-9'-13'1888'0'0,"3"6"-429"0"0,1-1 1 0 0,0 0 0 0 0,1 0-1 0 0,-4-9 1 0 0,30 87-1009 0 0,-5-15 874 0 0,2 0 0 0 0,49 98-1 0 0,-59-137-1128 0 0,0-1 0 0 0,1 0 0 0 0,1-1 0 0 0,0 0 0 0 0,1-1 0 0 0,1 0 0 0 0,-1-1 0 0 0,2 0 0 0 0,0-1 1 0 0,0-1-1 0 0,1 0 0 0 0,1-1 0 0 0,31 14 0 0 0,-41-21-169 0 0,1 1 0 0 0,0-1 0 0 0,0-1 0 0 0,0 1 0 0 0,1-1 1 0 0,-1 0-1 0 0,0-1 0 0 0,0 0 0 0 0,1 0 0 0 0,-1 0 1 0 0,0-1-1 0 0,0 0 0 0 0,0-1 0 0 0,0 0 0 0 0,0 0 1 0 0,8-3-1 0 0,-9 2-2 0 0,-1 1 1 0 0,0-1 0 0 0,0-1-1 0 0,0 1 1 0 0,0-1 0 0 0,-1 0 0 0 0,1 0-1 0 0,-1 0 1 0 0,0 0 0 0 0,0-1-1 0 0,0 0 1 0 0,-1 0 0 0 0,0 0 0 0 0,0 0-1 0 0,0 0 1 0 0,0-1 0 0 0,-1 1-1 0 0,0-1 1 0 0,2-10 0 0 0,0-6 56 0 0,0-1 0 0 0,-2 0 1 0 0,-1 0-1 0 0,-2-25 0 0 0,-13-94 117 0 0,5 70-132 0 0,4 11-38 0 0,3 31-103 0 0,-1-1 0 0 0,-1 1 0 0 0,-1 0 0 0 0,-11-30 0 0 0,11 47-447 0 0,5 13 461 0 0,0 0 0 0 0,0 0 0 0 0,0-1 0 0 0,-1 1 0 0 0,1 0 0 0 0,0 0 1 0 0,0-1-1 0 0,0 1 0 0 0,0 0 0 0 0,0 0 0 0 0,0-1 0 0 0,-1 1 0 0 0,1 0 1 0 0,0 0-1 0 0,0 0 0 0 0,0 0 0 0 0,-1-1 0 0 0,1 1 0 0 0,0 0 0 0 0,0 0 1 0 0,-1 0-1 0 0,1 0 0 0 0,0 0 0 0 0,0-1 0 0 0,-1 1 0 0 0,1 0 0 0 0,0 0 0 0 0,0 0 1 0 0,-1 0-1 0 0,1 0 0 0 0,0 0 0 0 0,0 0 0 0 0,-1 0 0 0 0,1 0 0 0 0,0 0 1 0 0,0 0-1 0 0,-1 0 0 0 0,1 0 0 0 0,0 0 0 0 0,-1 0 0 0 0,1 0 0 0 0,0 1 1 0 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38.54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 0 920 0 0,'3'4'2591'0'0,"-4"0"-2820"0"0,1-3 283 0 0,0 1 35 0 0,-1 1 0 0 0,0-1 0 0 0,1 0 0 0 0,-1 0 0 0 0,0 0 0 0 0,0 0 0 0 0,0 0-1 0 0,0 0 1 0 0,0 0 0 0 0,-3 3 0 0 0,5-6 92 0 0,-1 1 0 0 0,1 0 0 0 0,0-1 0 0 0,-1 1 0 0 0,1 0-1 0 0,0 0 1 0 0,0-1 0 0 0,-1 1 0 0 0,1 0 0 0 0,0 0 0 0 0,0 0 0 0 0,0 0-1 0 0,-1 0 1 0 0,1 0 0 0 0,0 0 0 0 0,0 0 0 0 0,0 0 0 0 0,-1 0 0 0 0,1 1 0 0 0,0-1-1 0 0,0 0 1 0 0,-1 0 0 0 0,1 1 0 0 0,0-1 0 0 0,-1 1 0 0 0,1-1 0 0 0,0 0-1 0 0,-1 1 1 0 0,1-1 0 0 0,-1 1 0 0 0,1 0 0 0 0,0-1 0 0 0,-1 1 0 0 0,1-1-1 0 0,-1 1 1 0 0,0 0 0 0 0,1-1 0 0 0,-1 1 0 0 0,0 0 0 0 0,1 1 0 0 0,22 37 2640 0 0,-18-29-1417 0 0,9 18-100 0 0,-1 0-1 0 0,18 59 0 0 0,-19-51-928 0 0,18 42 0 0 0,-25-69-246 0 0,0 0-1 0 0,1 0 0 0 0,-1-1 1 0 0,2 1-1 0 0,-1-1 1 0 0,1-1-1 0 0,0 1 1 0 0,13 10-1 0 0,-15-15-246 0 0,0 1 0 0 0,1-1 0 0 0,-1 0 0 0 0,0-1 0 0 0,1 1 0 0 0,11 3 0 0 0,-13-5-480 0 0,0-1 0 0 0,1 1 0 0 0,-1 0 0 0 0,1-1-1 0 0,0 0 1 0 0,-1 0 0 0 0,1 0 0 0 0,-1-1-1 0 0,10-2 1 0 0,4-2-5835 0 0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38.8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5529 0 0,'6'67'9452'0'0,"11"-1"-4308"0"0,7-1-4278 0 0,4-5-4249 0 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39.1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1 148 8290 0 0,'2'-3'318'0'0,"1"1"0"0"0,0 0 0 0 0,0 0 0 0 0,0 1 0 0 0,0-1 0 0 0,0 0 1 0 0,0 1-1 0 0,1 0 0 0 0,4-1 0 0 0,-3-1-17 0 0,202-75 7001 0 0,-136 55-8748 0 0,-1 3-3601 0 0,-45 14-380 0 0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39.81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1 107 5529 0 0,'0'-19'4077'0'0,"1"19"-3891"0"0,-1 0 1 0 0,1 0-1 0 0,-1 0 0 0 0,1-1 0 0 0,0 1 49 0 0,0 0 0 0 0,0-1 0 0 0,0 1 0 0 0,0 0 0 0 0,0 0 0 0 0,0 0 0 0 0,0 0 0 0 0,0 0 0 0 0,0 0 0 0 0,0 0 0 0 0,0 0 0 0 0,0 0 0 0 0,-1 0 0 0 0,1 1 0 0 0,0-1 0 0 0,0 0 0 0 0,0 1 0 0 0,0-1 0 0 0,0 0 0 0 0,0 1 0 0 0,-1-1 0 0 0,1 1-1 0 0,0 0 1 0 0,0-1 0 0 0,-1 1 0 0 0,1 0 0 0 0,0-1 0 0 0,-1 1 0 0 0,1 0 0 0 0,8 17 214 0 0,-2-1 0 0 0,0 1-1 0 0,-1 0 1 0 0,-1 0-1 0 0,4 27 1 0 0,5 15-213 0 0,-5-24-208 0 0,3-1 0 0 0,28 63 0 0 0,-36-89-8 0 0,1-1-1 0 0,-1 0 1 0 0,1 0 0 0 0,0-1 0 0 0,1 0-1 0 0,0 0 1 0 0,0 0 0 0 0,1 0 0 0 0,-1-1 0 0 0,1 0-1 0 0,1-1 1 0 0,-1 1 0 0 0,1-1 0 0 0,0-1-1 0 0,0 0 1 0 0,0 0 0 0 0,13 4 0 0 0,-19-7-16 0 0,1 0 1 0 0,-1-1-1 0 0,1 1 1 0 0,0-1-1 0 0,-1 1 1 0 0,1-1-1 0 0,0 0 1 0 0,-1 0-1 0 0,1 0 0 0 0,-1-1 1 0 0,1 1-1 0 0,0 0 1 0 0,-1-1-1 0 0,1 0 1 0 0,-1 0-1 0 0,1 1 1 0 0,-1-2-1 0 0,1 1 1 0 0,-1 0-1 0 0,0 0 1 0 0,1-1-1 0 0,-1 1 0 0 0,0-1 1 0 0,3-3-1 0 0,-1 0 4 0 0,-1 0-1 0 0,0 0 0 0 0,0 0 1 0 0,-1 0-1 0 0,0-1 0 0 0,0 1 1 0 0,0-1-1 0 0,0 1 0 0 0,-1-1 1 0 0,1-8-1 0 0,17-187 14 0 0,-17 144-155 0 0,3 0-1 0 0,2 1 0 0 0,16-60 0 0 0,-23 115 141 0 0,0 1 0 0 0,0 0 0 0 0,0 0 0 0 0,0 0-1 0 0,0 0 1 0 0,0 0 0 0 0,0-1 0 0 0,0 1 0 0 0,0 0-1 0 0,0 0 1 0 0,0 0 0 0 0,1 0 0 0 0,-1-1 0 0 0,0 1-1 0 0,0 0 1 0 0,0 0 0 0 0,0 0 0 0 0,0 0-1 0 0,0 0 1 0 0,0 0 0 0 0,0-1 0 0 0,1 1 0 0 0,-1 0-1 0 0,0 0 1 0 0,0 0 0 0 0,0 0 0 0 0,0 0 0 0 0,0 0-1 0 0,1 0 1 0 0,-1 0 0 0 0,0 0 0 0 0,0 0 0 0 0,0 0-1 0 0,0 0 1 0 0,1 0 0 0 0,-1 0 0 0 0,0 0 0 0 0,0 0-1 0 0,0 0 1 0 0,0 0 0 0 0,0 0 0 0 0,1 0-1 0 0,-1 0 1 0 0,0 0 0 0 0,0 0 0 0 0,0 0 0 0 0,0 0-1 0 0,1 0 1 0 0,-1 0 0 0 0,0 0 0 0 0,0 0 0 0 0,0 0-1 0 0,0 1 1 0 0,10 10 213 0 0,4 15 58 0 0,115 264 507 0 0,-115-260-1997 0 0,21 34 1 0 0,-25-46-5933 0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40.3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 64 8754 0 0,'0'0'65'0'0,"0"-1"0"0"0,-1 1 0 0 0,1 0 0 0 0,-1-1 0 0 0,1 1 0 0 0,0-1 0 0 0,0 1 0 0 0,-1-1 0 0 0,1 1 0 0 0,0-1 0 0 0,0 1 0 0 0,0-1 0 0 0,-1 1 0 0 0,1-1 0 0 0,0 1 0 0 0,0-1 0 0 0,0 1 0 0 0,0-1-1 0 0,0 1 1 0 0,0-1 0 0 0,0 0 0 0 0,0 1 0 0 0,0-1 0 0 0,1 1 0 0 0,-1-1 0 0 0,0 1 0 0 0,0-1 0 0 0,0 1 0 0 0,0-1 0 0 0,1 1 0 0 0,-1-1 0 0 0,17-15 2012 0 0,23-5 1618 0 0,-34 19-3419 0 0,0 0 0 0 0,0 0 1 0 0,-1 1-1 0 0,1-1 0 0 0,0 2 1 0 0,0-1-1 0 0,1 1 0 0 0,-1-1 1 0 0,0 2-1 0 0,0-1 0 0 0,8 2 1 0 0,-12-1-275 0 0,0 0 0 0 0,0-1 1 0 0,1 1-1 0 0,-2 0 1 0 0,1 0-1 0 0,0 1 0 0 0,0-1 1 0 0,0 0-1 0 0,0 1 1 0 0,-1-1-1 0 0,1 1 1 0 0,-1-1-1 0 0,1 1 0 0 0,-1 0 1 0 0,0 0-1 0 0,1-1 1 0 0,-1 1-1 0 0,0 0 1 0 0,0 0-1 0 0,-1 0 0 0 0,1 0 1 0 0,0 1-1 0 0,-1-1 1 0 0,1 0-1 0 0,-1 0 1 0 0,1 0-1 0 0,-1 0 0 0 0,0 1 1 0 0,0-1-1 0 0,0 0 1 0 0,0 0-1 0 0,-1 1 1 0 0,0 2-1 0 0,-8 56-18 0 0,5-44 66 0 0,2 1 0 0 0,0-1 0 0 0,0 0 1 0 0,3 33-1 0 0,-1-49 9 0 0,0 1 1 0 0,0 0 0 0 0,1-1-1 0 0,-1 1 1 0 0,0-1 0 0 0,1 1 0 0 0,0-1-1 0 0,-1 1 1 0 0,1-1 0 0 0,0 1-1 0 0,0-1 1 0 0,0 0 0 0 0,0 1-1 0 0,0-1 1 0 0,0 0 0 0 0,0 0 0 0 0,0 0-1 0 0,1 0 1 0 0,-1 0 0 0 0,0 0-1 0 0,2 1 1 0 0,0-1 3 0 0,0 0 0 0 0,0 0 0 0 0,0 0 0 0 0,0 0 0 0 0,0-1 0 0 0,0 1 0 0 0,0-1 0 0 0,0 0 0 0 0,0 0 0 0 0,5 0 0 0 0,8-3 38 0 0,0 0 0 0 0,-1-1 0 0 0,25-9 0 0 0,-26 8-48 0 0,210-78-2516 0 0,-194 76-854 0 0,-18 6 1607 0 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04.55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100 533 3225 0 0,'-9'-15'648'0'0,"-1"1"0"0"0,-1 0 0 0 0,0 0 0 0 0,-1 1 0 0 0,0 1 1 0 0,-15-13-1 0 0,20 14 1068 0 0,15 6-497 0 0,-6 5-1130 0 0,0 0 0 0 0,0 0 1 0 0,0 0-1 0 0,0 0 0 0 0,-1 1 1 0 0,1-1-1 0 0,0 0 1 0 0,0 1-1 0 0,0-1 0 0 0,0 1 1 0 0,0 0-1 0 0,2 1 1 0 0,25 20 975 0 0,0 2 1 0 0,26 29 0 0 0,-31-28-553 0 0,1-2 0 0 0,51 37-1 0 0,-27-27-337 0 0,-25-15-123 0 0,0-2 1 0 0,1-1 0 0 0,1 0-1 0 0,0-2 1 0 0,1-1-1 0 0,31 9 1 0 0,-56-20-20 0 0,0-1 0 0 0,0 1 0 0 0,1-1 1 0 0,-1 0-1 0 0,0 0 0 0 0,0 1 0 0 0,0-1 0 0 0,0 0 0 0 0,0-1 0 0 0,0 1 1 0 0,0 0-1 0 0,0-1 0 0 0,0 1 0 0 0,0-1 0 0 0,0 0 0 0 0,0 1 1 0 0,0-1-1 0 0,0 0 0 0 0,0 0 0 0 0,0 0 0 0 0,-1-1 0 0 0,3-1 0 0 0,-2 1 76 0 0,1-1 0 0 0,-2 0-1 0 0,1 0 1 0 0,0 0-1 0 0,0 0 1 0 0,-1 0 0 0 0,0 0-1 0 0,1 0 1 0 0,-1 0-1 0 0,0-1 1 0 0,-1 1 0 0 0,1-6-1 0 0,1-7 308 0 0,-2 0-1 0 0,0 0 1 0 0,-1 0-1 0 0,-5-29 1 0 0,-61-234 760 0 0,1-1-1092 0 0,65 276-145 0 0,0 0-77 0 0,0 0-1 0 0,1-1 1 0 0,-1 1-1 0 0,1 0 1 0 0,0 0-1 0 0,0 0 1 0 0,1-5 0 0 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05.02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50 133 456 0 0,'-3'-11'617'0'0,"1"0"-1"0"0,0-1 1 0 0,0 1-1 0 0,1-15 1 0 0,1 15 357 0 0,-1-1 0 0 0,0 1 0 0 0,-1 0 0 0 0,-8-6 4079 0 0,-2 64-3006 0 0,9-26-1816 0 0,-1-1-88 0 0,1 0 0 0 0,1 1 0 0 0,1-1 1 0 0,2 36-1 0 0,-1-51-141 0 0,1-1 1 0 0,0 1 0 0 0,0-1 0 0 0,0 1-1 0 0,0-1 1 0 0,1 1 0 0 0,0-1-1 0 0,0 0 1 0 0,0 0 0 0 0,0 0 0 0 0,0 0-1 0 0,1 0 1 0 0,0 0 0 0 0,0-1 0 0 0,0 0-1 0 0,0 1 1 0 0,1-1 0 0 0,-1 0-1 0 0,1 0 1 0 0,0-1 0 0 0,0 1 0 0 0,0-1-1 0 0,0 0 1 0 0,0 0 0 0 0,0 0 0 0 0,8 2-1 0 0,2-1-1 0 0,0-1-1 0 0,1 0 1 0 0,-1-1-1 0 0,21-1 1 0 0,-26-1-7 0 0,1 0 1 0 0,-1 1-1 0 0,0 0 1 0 0,1 1-1 0 0,-1 0 1 0 0,0 1-1 0 0,0 0 1 0 0,0 0-1 0 0,0 1 1 0 0,0 0-1 0 0,-1 0 1 0 0,16 9-1 0 0,-23-11 12 0 0,1 1-1 0 0,0 0 1 0 0,-1 0-1 0 0,0 0 1 0 0,1 0 0 0 0,-1 0-1 0 0,0 0 1 0 0,0 0-1 0 0,0 0 1 0 0,0 1 0 0 0,-1-1-1 0 0,1 0 1 0 0,-1 1 0 0 0,1-1-1 0 0,-1 0 1 0 0,0 1-1 0 0,0-1 1 0 0,0 0 0 0 0,0 1-1 0 0,0-1 1 0 0,0 0-1 0 0,-1 1 1 0 0,1-1 0 0 0,-1 0-1 0 0,0 1 1 0 0,0-1-1 0 0,-1 3 1 0 0,-3 10 136 0 0,-2 0 0 0 0,-14 25 0 0 0,17-33-74 0 0,0 2-64 0 0,-24 35 214 0 0,27-42-244 0 0,-1 0 0 0 0,1 0 0 0 0,-1-1 0 0 0,1 1 1 0 0,-1 0-1 0 0,0-1 0 0 0,0 1 0 0 0,1-1 0 0 0,-1 1 0 0 0,0-1 0 0 0,0 0 0 0 0,-1 0 1 0 0,1 0-1 0 0,0 0 0 0 0,0 0 0 0 0,0-1 0 0 0,-1 1 0 0 0,-2 0 0 0 0,-6-6-1975 0 0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05.2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26 4609 0 0,'13'5'9253'0'0,"0"-9"-6206"0"0,12-16-5012 0 0,-17 13 1911 0 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05.3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0 174 6913 0 0,'4'-4'305'0'0,"-1"1"63"0"0,0-1-296 0 0,-1 0-72 0 0,0 3 0 0 0,0-2 0 0 0,2-2-352 0 0,3-3-81 0 0,4-7-15 0 0,3-4-8 0 0,1 0 456 0 0,-1 2 96 0 0,-2 0 24 0 0,0-1 0 0 0,-2 2-120 0 0,0-4 0 0 0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06.05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5 427 6913 0 0,'-1'-5'660'0'0,"-1"0"0"0"0,2 0 0 0 0,-1 0-1 0 0,0 0 1 0 0,1-1 0 0 0,0 1 0 0 0,1 0-1 0 0,-1 0 1 0 0,3-10 0 0 0,-3 15-596 0 0,1 0 1 0 0,-1 0 0 0 0,1 0-1 0 0,-1 0 1 0 0,0 0-1 0 0,1 0 1 0 0,-1 0 0 0 0,1 0-1 0 0,-1 0 1 0 0,1 0-1 0 0,-1 0 1 0 0,1 0 0 0 0,-1 0-1 0 0,1 0 1 0 0,-1 0-1 0 0,1 0 1 0 0,-1 1 0 0 0,0-1-1 0 0,1 0 1 0 0,-1 0-1 0 0,1 1 1 0 0,-1-1-1 0 0,0 0 1 0 0,1 0 0 0 0,-1 1-1 0 0,0-1 1 0 0,1 0-1 0 0,-1 1 1 0 0,0-1 0 0 0,1 1-1 0 0,-1-1 1 0 0,0 0-1 0 0,0 1 1 0 0,1 0 0 0 0,13 18 511 0 0,-11-15-362 0 0,15 19 1 0 0,1-1 0 0 0,1 0-1 0 0,1-2 1 0 0,1 0-1 0 0,45 31 1 0 0,-48-39-92 0 0,0 0 0 0 0,0-2 0 0 0,1 0 0 0 0,0-2 0 0 0,0 0-1 0 0,1-1 1 0 0,0-1 0 0 0,35 5 0 0 0,-49-10-101 0 0,0 0-1 0 0,-1-1 1 0 0,1 0-1 0 0,0 0 1 0 0,0 0-1 0 0,-1-1 1 0 0,1 0-1 0 0,-1-1 1 0 0,1 1-1 0 0,-1-1 1 0 0,1 0 0 0 0,8-5-1 0 0,-11 4 0 0 0,0 1-1 0 0,-1-1 1 0 0,1 0 0 0 0,0 0-1 0 0,-1-1 1 0 0,0 1 0 0 0,0 0-1 0 0,0-1 1 0 0,0 0-1 0 0,-1 0 1 0 0,1 0 0 0 0,-1 0-1 0 0,0 0 1 0 0,0-1 0 0 0,-1 1-1 0 0,1 0 1 0 0,-1-1 0 0 0,1-7-1 0 0,2-12 157 0 0,-2-1 1 0 0,-1 1-1 0 0,-1-1 0 0 0,0 1 0 0 0,-6-26 0 0 0,-26-125 244 0 0,20 122-244 0 0,8 35-135 0 0,-10-47 80 0 0,12 60-96 0 0,0-1 1 0 0,0 1 0 0 0,0 0-1 0 0,0 0 1 0 0,-1 0 0 0 0,0 0-1 0 0,0 0 1 0 0,-6-7 0 0 0,8 11-19 0 0,1 1 1 0 0,-1-1-1 0 0,1 0 1 0 0,-1 1-1 0 0,1-1 1 0 0,-1 0-1 0 0,0 1 1 0 0,1-1-1 0 0,-1 1 1 0 0,0-1-1 0 0,1 1 1 0 0,-1-1-1 0 0,0 1 1 0 0,1 0-1 0 0,-1-1 1 0 0,0 1-1 0 0,0 0 1 0 0,1 0-1 0 0,-1 0 1 0 0,0-1-1 0 0,0 1 1 0 0,0 0-1 0 0,0 0 1 0 0,0 1 3 0 0,1-1 0 0 0,0 1 0 0 0,-1 0 1 0 0,1-1-1 0 0,0 1 0 0 0,0 0 1 0 0,-1-1-1 0 0,1 1 0 0 0,0 0 1 0 0,0 0-1 0 0,0-1 0 0 0,0 1 0 0 0,0 0 1 0 0,0-1-1 0 0,0 1 0 0 0,0 0 1 0 0,0 0-1 0 0,0-1 0 0 0,1 2 1 0 0,13 40 174 0 0,3-10-180 0 0,2 0-1 0 0,1-1 1 0 0,1-1 0 0 0,2-1-1 0 0,1-1 1 0 0,1-1 0 0 0,2-2-1 0 0,0 0 1 0 0,2-2 0 0 0,62 40-1 0 0,-16-22-2014 0 0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06.39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13 2761 0 0,'3'-12'13498'0'0,"9"26"-12752"0"0,-1 1-1 0 0,0 0 0 0 0,17 32 0 0 0,-18-28-144 0 0,2-1 0 0 0,-1 0 0 0 0,22 25 1 0 0,-22-33-2096 0 0,-1 1 0 0 0,1-1 1 0 0,15 9-1 0 0,-10-8-5238 0 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06.91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1 278 5985 0 0,'5'-7'490'0'0,"0"-1"1"0"0,0 1-1 0 0,1 1 0 0 0,14-13 0 0 0,1-3 479 0 0,27-34 1721 0 0,-23 24-976 0 0,2 2 0 0 0,49-45 0 0 0,-56 64-1395 0 0,-20 11-371 0 0,1-1-1 0 0,-1 1 1 0 0,0 0-1 0 0,0-1 1 0 0,1 1-1 0 0,-1 0 1 0 0,0 0 0 0 0,1-1-1 0 0,-1 1 1 0 0,1 0-1 0 0,-1 0 1 0 0,0 0 0 0 0,1-1-1 0 0,-1 1 1 0 0,1 0-1 0 0,-1 0 1 0 0,1 0-1 0 0,-1 0 1 0 0,0 0 0 0 0,1 0-1 0 0,-1 0 1 0 0,1 0-1 0 0,-1 0 1 0 0,1 0-1 0 0,-1 0 1 0 0,0 0 0 0 0,1 0-1 0 0,-1 1 1 0 0,1-1-1 0 0,-1 0 1 0 0,1 0-1 0 0,-1 0 1 0 0,0 0 0 0 0,1 1-1 0 0,-1-1 1 0 0,0 0-1 0 0,1 1 1 0 0,-1-1 0 0 0,0 0-1 0 0,1 0 1 0 0,-1 1-1 0 0,0-1 1 0 0,0 0-1 0 0,1 1 1 0 0,-1 0 0 0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07.42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24 229 456 0 0,'-1'-1'140'0'0,"1"1"-1"0"0,-1 0 1 0 0,1 0 0 0 0,0-1-1 0 0,-1 1 1 0 0,1 0-1 0 0,-1 0 1 0 0,1 0 0 0 0,-1 0-1 0 0,1-1 1 0 0,0 1-1 0 0,-1 0 1 0 0,1 0 0 0 0,-1 0-1 0 0,1 0 1 0 0,-1 0-1 0 0,1 0 1 0 0,-1 0 0 0 0,1 0-1 0 0,-1 1 1 0 0,1-1-1 0 0,-1 0 1 0 0,1 0 0 0 0,0 0-1 0 0,-1 0 1 0 0,1 0-1 0 0,-1 1 1 0 0,1-1 0 0 0,0 0-1 0 0,-1 0 1 0 0,1 1-1 0 0,-1-1 1 0 0,1 0 0 0 0,0 1-1 0 0,0-1 1 0 0,-1 0-1 0 0,1 1 1 0 0,0-1 0 0 0,-1 1-1 0 0,1-1 1 0 0,0 0-1 0 0,0 1 1 0 0,0 0 0 0 0,-7 31 2393 0 0,7-17-1841 0 0,1 0-1 0 0,3 24 0 0 0,-2-29-530 0 0,1 0-1 0 0,0 0 1 0 0,0 0-1 0 0,1 0 1 0 0,1 0-1 0 0,0-1 1 0 0,0 1-1 0 0,1-1 1 0 0,0-1-1 0 0,0 1 1 0 0,1-1-1 0 0,0 0 1 0 0,0-1-1 0 0,10 8 0 0 0,-5-6-20 0 0,1 0 0 0 0,0-1 0 0 0,0 0 0 0 0,0-1-1 0 0,1-1 1 0 0,1 0 0 0 0,-1-1 0 0 0,1 0-1 0 0,18 3 1 0 0,-28-7-84 0 0,-1-1 0 0 0,1 1 0 0 0,0-1 0 0 0,0 0 1 0 0,-1 0-1 0 0,1 0 0 0 0,0 0 0 0 0,0-1 0 0 0,-1 0 0 0 0,1 0 0 0 0,0 0 0 0 0,-1 0 0 0 0,1-1 0 0 0,-1 0 0 0 0,0 0 0 0 0,0 0 0 0 0,1-1 0 0 0,-1 1 0 0 0,-1-1 1 0 0,1 0-1 0 0,0 0 0 0 0,-1 0 0 0 0,1-1 0 0 0,-1 1 0 0 0,0-1 0 0 0,0 0 0 0 0,-1 1 0 0 0,1-2 0 0 0,-1 1 0 0 0,1 0 0 0 0,-1 0 0 0 0,-1-1 0 0 0,3-7 1 0 0,-1 2 128 0 0,0 0 1 0 0,0-1-1 0 0,-1 1 1 0 0,-1-1-1 0 0,0 0 1 0 0,0 1-1 0 0,-1-1 1 0 0,-1 0-1 0 0,0 0 1 0 0,0 1-1 0 0,-1-1 1 0 0,0 1-1 0 0,-1-1 1 0 0,-4-11-1 0 0,-6-6 192 0 0,-1 1 0 0 0,0 1-1 0 0,-2 1 1 0 0,-1 0 0 0 0,-39-43 0 0 0,48 59-439 0 0,-1 0 0 0 0,0 0 1 0 0,-1 1-1 0 0,0 0 0 0 0,0 1 1 0 0,-1 0-1 0 0,0 1 0 0 0,0 0 1 0 0,-1 0-1 0 0,1 1 0 0 0,-1 1 1 0 0,0 0-1 0 0,-1 1 0 0 0,1 0 1 0 0,0 0-1 0 0,-20 0 0 0 0,13 4-5028 0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07.8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0 157 10138 0 0,'1'-5'11'0'0,"0"0"-1"0"0,0 0 0 0 0,0 0 1 0 0,1 0-1 0 0,-1 1 1 0 0,1-1-1 0 0,0 1 1 0 0,5-8-1 0 0,-1 0 142 0 0,-4 6-225 0 0,0 1 0 0 0,0-1 0 0 0,1 1 1 0 0,0-1-1 0 0,0 1 0 0 0,0 0 1 0 0,0 0-1 0 0,1 0 0 0 0,0 0 0 0 0,0 1 1 0 0,0 0-1 0 0,1-1 0 0 0,0 2 1 0 0,-1-1-1 0 0,1 0 0 0 0,1 1 0 0 0,-1 0 1 0 0,10-4-1 0 0,-4 2 73 0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07.9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48 3681 0 0,'6'-7'160'0'0,"-3"3"40"0"0,1-2-200 0 0,0 1 0 0 0,-3 1 0 0 0,2 0 0 0 0,1-3 0 0 0,1-3 0 0 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08.5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42 323 10594 0 0,'-2'0'111'0'0,"1"-1"0"0"0,-1 1 0 0 0,0-1 0 0 0,1 1-1 0 0,-1-1 1 0 0,1 0 0 0 0,-1 1 0 0 0,1-1 0 0 0,-1 0 0 0 0,1 0 0 0 0,-1 0-1 0 0,1 0 1 0 0,0 0 0 0 0,0-1 0 0 0,-3-1 0 0 0,-11-10 4663 0 0,46 39-1501 0 0,1 0-3181 0 0,0-8 42 0 0,1-2-1 0 0,63 21 1 0 0,-22-9-38 0 0,-69-26-99 0 0,1 1 0 0 0,0-1 0 0 0,-1-1 0 0 0,1 1-1 0 0,0-1 1 0 0,0 0 0 0 0,0 0 0 0 0,-1-1 0 0 0,11 0-1 0 0,-14 0 3 0 0,0-1 0 0 0,1 1 0 0 0,-1-1 0 0 0,0 0 0 0 0,0 0 0 0 0,0 0-1 0 0,0 0 1 0 0,0 0 0 0 0,0 0 0 0 0,0-1 0 0 0,-1 1 0 0 0,1 0 0 0 0,0-1-1 0 0,-1 0 1 0 0,1 1 0 0 0,-1-1 0 0 0,1 0 0 0 0,-1 0 0 0 0,0 0 0 0 0,0 0-1 0 0,0 0 1 0 0,0 0 0 0 0,0 0 0 0 0,0 0 0 0 0,-1 0 0 0 0,1 0 0 0 0,0-4-1 0 0,1-5-15 0 0,-1 1-1 0 0,0-1 1 0 0,-1 0-1 0 0,0 1 0 0 0,0-1 1 0 0,-1 0-1 0 0,0 1 1 0 0,-1-1-1 0 0,-6-19 1 0 0,-6-8-127 0 0,-23-48 1 0 0,7 16 69 0 0,17 40 103 0 0,-11-33 116 0 0,59 87 1080 0 0,53 53-1030 0 0,-70-58-138 0 0,1-2 0 0 0,1 0 0 0 0,0-1 0 0 0,1-1 0 0 0,1-1 0 0 0,30 15 0 0 0,-33-21-91 0 0,-4 0-175 0 0,1-1 1 0 0,0-1-1 0 0,0-1 0 0 0,0 0 1 0 0,30 4-1 0 0,-45-9-50 0 0,1 0 0 0 0,-1 0-1 0 0,1 0 1 0 0,-1-1 0 0 0,1 1 0 0 0,-1 0 0 0 0,0 0-1 0 0,1-1 1 0 0,-1 1 0 0 0,0-1 0 0 0,1 0-1 0 0,2-1 1 0 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08.88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1376 0 0,'7'0'16369'0'0,"58"61"-12636"0"0,33 42-2490 0 0,-55-64-2130 0 0,-36-35 130 0 0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15.72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1687 434 4145 0 0,'2'-10'205'0'0,"2"-9"134"0"0,-1 0 0 0 0,0-1 0 0 0,0-22 0 0 0,-4 35-192 0 0,1-1 1 0 0,-1 1-1 0 0,-1-1 0 0 0,1 1 0 0 0,-1-1 0 0 0,-1 1 0 0 0,1 0 1 0 0,-1 0-1 0 0,-1 0 0 0 0,1 0 0 0 0,-7-9 0 0 0,1 3 205 0 0,0 1 1 0 0,-1 0-1 0 0,-1 1 0 0 0,0 0 0 0 0,-1 0 0 0 0,0 1 0 0 0,0 1 0 0 0,-20-12 1 0 0,12 10-27 0 0,0 1 0 0 0,-1 1 1 0 0,0 1-1 0 0,-1 1 0 0 0,-27-6 1 0 0,1 5 3 0 0,0 2 0 0 0,0 3 0 0 0,0 1 0 0 0,-88 9 0 0 0,90-1-182 0 0,1 2 1 0 0,0 1-1 0 0,0 3 1 0 0,1 2-1 0 0,-54 24 1 0 0,3 8-203 0 0,-106 67 1 0 0,165-89 44 0 0,1 2 1 0 0,1 1 0 0 0,2 1-1 0 0,1 2 1 0 0,1 1 0 0 0,1 2-1 0 0,2 1 1 0 0,1 1-1 0 0,2 1 1 0 0,2 1 0 0 0,1 1-1 0 0,2 1 1 0 0,1 0-1 0 0,2 2 1 0 0,3 0 0 0 0,-13 56-1 0 0,21-61-17 0 0,1 0 0 0 0,1 0 0 0 0,2 0 0 0 0,6 60 0 0 0,4-29 15 0 0,26 103 0 0 0,-25-139-8 0 0,1 0 0 0 0,1-1 0 0 0,1-1 0 0 0,2 0 0 0 0,1-1-1 0 0,1-1 1 0 0,25 31 0 0 0,-11-21-32 0 0,2 0 0 0 0,1-3 0 0 0,1-1 0 0 0,46 33 0 0 0,-46-42 143 0 0,0-1 0 0 0,2-2 0 0 0,0-1-1 0 0,2-2 1 0 0,69 23 0 0 0,-51-25-173 0 0,1-3 0 0 0,0-2 0 0 0,93 5 0 0 0,-41-12 43 0 0,212-20 1 0 0,-289 13 43 0 0,183-28 222 0 0,-187 24-180 0 0,0 0 0 0 0,-1-3-1 0 0,0 0 1 0 0,-1-1 0 0 0,36-21-1 0 0,-29 11 31 0 0,-1-1-1 0 0,-2-2 0 0 0,0 0 1 0 0,-2-3-1 0 0,0 0 0 0 0,-2-2 1 0 0,-1 0-1 0 0,-2-2 0 0 0,28-45 1 0 0,-36 49 95 0 0,-2-1 0 0 0,0 0 0 0 0,-2-1 0 0 0,-1 0 0 0 0,-2-1 1 0 0,0 0-1 0 0,-2-1 0 0 0,-2 0 0 0 0,-1 0 0 0 0,-1 0 0 0 0,-1 0 1 0 0,-4-38-1 0 0,-4 12 230 0 0,-3 1 1 0 0,-2 0-1 0 0,-24-69 1 0 0,-71-156 62 0 0,82 225-341 0 0,-2 1 0 0 0,-3 1-1 0 0,-1 1 1 0 0,-3 2 0 0 0,-58-68 0 0 0,69 95-22 0 0,0 1 0 0 0,-1 1 0 0 0,-1 1 0 0 0,-1 1 0 0 0,-1 1 0 0 0,-1 1 0 0 0,0 2 0 0 0,-1 0 0 0 0,-1 2 1 0 0,-1 1-1 0 0,0 2 0 0 0,-33-9 0 0 0,51 17-489 0 0,-70-13 1036 0 0,73 15-2281 0 0,-1 0 1 0 0,1 1-1 0 0,-17 2 0 0 0,2 2-5217 0 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21:46:24.50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78 23 7926,'0'1'0,"0"0"0,0 0 0,0 0 0,-1 0 0,1 0 0,0-1 0,-1 1 0,1 0 0,-1 0 0,1 0 0,-1 0 0,0-1 0,0 1 0,1 0 0,-1 0 0,0-1 0,0 1 0,0 0 0,0-1 0,0 1 0,0 0 0,-1-1 0,1 1 0,0-1 0,0 1 0,-1-1 0,1 1 0,0-1 0,-1 0 0,1 1 0,-1-1 0,1 0 0,-1 0 0,1 1 0,-1-1 0,1 0 0,-1 0 0,1 0 0,-1 0 0,1 0 0,-1 0 0,1 0 0,-1 0 0,1 0 0,-1-1 0,1 1 0,-1 0 0,1 0 0,0-1 0,-1 1 0,1 0 0,-1-1 0,1 1 0,0-1 0,0 1 0,-1-1 0,1 1 0,0-1 0,0 0 0,0 1 0,0-1 0,0 0 0,0 1 0,0-1 0,0 0 0,1 0 0,-1 1 0,0-1 0,1 0 0,-1 0 0,0 0 0,1 0 0,0 1 0,-1-1 0,1 0 0,0 0 0,0 0 0,0 0 0,0 0 0,0 0 0,0 0 0,0 1 0,0-1 0,0 0 0,1 0 0,-1 0 0,0 0 0,1 0 0,0 0 0,-1 1 0,1-1 0,0 0 0,-1 0 0,1 1 0,0-1 0,0 0 0,0 0 0,0 1 0,0-1 0,0 0 0,0 1 0,0-1 0,1 1 0,-1-1 0,0 1 0,0-1 0,1 1 0,-1-1 0,1 1 0,-1 0 0,0 0 0,1-1 0,-1 1 0,1 0 0,-1 0 0,1 0 0,-1-1 0,1 1 0,-1 0 0,1 0 0,-1 0 0,1 1 0,-1-1 0,1 0 0,-1 0 0,1 0 0,-1 1 0,1-1 0,-1 0 0,1 0 0,-1 1 0,0-1 0,1 1 0,-1-1 0,0 1 0,0-1 0,1 1 0,-1-1 0,0 1 0,0 0 0,0-1 0,0 1 0,0 0 0,0 0 0,-1-1 0,1 1 0,0 0 0,0 0 0,-1-1 0,1 1 0,-1 0 0,1 0 0,-1 0 0,0 0 0,1 0 0,-1 0 0,0-1 0,0 1 0,0 0 0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25.57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 88 1376 0 0,'-1'-2'175'0'0,"0"-1"0"0"0,0 1 0 0 0,1-1 0 0 0,-1 1 0 0 0,1-1 0 0 0,-1 1-1 0 0,1-1 1 0 0,0 1 0 0 0,0-1 0 0 0,0 0 0 0 0,0 1 0 0 0,1-1 0 0 0,-1 1 0 0 0,1-1-1 0 0,-1 1 1 0 0,1-1 0 0 0,0 1 0 0 0,0 0 0 0 0,0-1 0 0 0,0 1 0 0 0,1 0 0 0 0,-1 0-1 0 0,0 0 1 0 0,1 0 0 0 0,0 0 0 0 0,-1 0 0 0 0,1 0 0 0 0,0 0 0 0 0,0 0 0 0 0,0 1-1 0 0,0-1 1 0 0,0 1 0 0 0,1 0 0 0 0,-1 0 0 0 0,0 0 0 0 0,1 0 0 0 0,-1 0 0 0 0,0 0-1 0 0,6-1 1 0 0,-1 0 45 0 0,0 1-1 0 0,0 0 0 0 0,0 0 0 0 0,0 0 1 0 0,1 1-1 0 0,-1 0 0 0 0,0 0 1 0 0,0 1-1 0 0,1 0 0 0 0,-1 0 0 0 0,0 1 1 0 0,0 0-1 0 0,8 3 0 0 0,-1 3 57 0 0,-1 0 0 0 0,0 1-1 0 0,0 0 1 0 0,-1 1 0 0 0,18 19 0 0 0,50 64 547 0 0,110 181 372 0 0,-173-248-1122 0 0,22 38 123 0 0,-3 0-1 0 0,39 99 1 0 0,29 148-159 0 0,104 556 281 0 0,-87-341 43 0 0,-17 46 1376 0 0,-65-326 292 0 0,-36-233-2002 0 0,9 67-304 0 0,4-1 0 0 0,3 0 0 0 0,33 85 0 0 0,-40-135-3951 0 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25.99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78 367 3225 0 0,'-15'-44'420'0'0,"-18"-89"1"0"0,7 23 4352 0 0,26 107-4494 0 0,-1 0 1 0 0,0 0-1 0 0,1 0 0 0 0,-1 0 0 0 0,1-1 0 0 0,0 1 0 0 0,0 0 0 0 0,0 0 1 0 0,1-7-1 0 0,0 10-234 0 0,-1 0 0 0 0,0-1 1 0 0,0 1-1 0 0,0 0 0 0 0,0-1 0 0 0,0 1 0 0 0,0 0 1 0 0,1 0-1 0 0,-1-1 0 0 0,0 1 0 0 0,0 0 1 0 0,0 0-1 0 0,1-1 0 0 0,-1 1 0 0 0,0 0 1 0 0,0 0-1 0 0,0 0 0 0 0,1-1 0 0 0,-1 1 1 0 0,0 0-1 0 0,1 0 0 0 0,-1 0 0 0 0,0 0 1 0 0,0 0-1 0 0,1 0 0 0 0,-1-1 0 0 0,0 1 1 0 0,1 0-1 0 0,-1 0 0 0 0,0 0 0 0 0,1 0 1 0 0,-1 0-1 0 0,0 0 0 0 0,1 0 0 0 0,17 14 539 0 0,4 15 397 0 0,33 54 0 0 0,10 15-249 0 0,-57-88-663 0 0,1 0 1 0 0,0-1 0 0 0,0 0-1 0 0,1 0 1 0 0,0-1 0 0 0,0-1-1 0 0,1 0 1 0 0,19 10 0 0 0,-27-16-35 0 0,0 1-1 0 0,1-1 1 0 0,-1 0 0 0 0,1 0 0 0 0,-1-1 0 0 0,1 1 0 0 0,-1-1 0 0 0,1 1 0 0 0,-1-1 0 0 0,1 0 0 0 0,0 0 0 0 0,-1-1 0 0 0,1 1 0 0 0,6-3 0 0 0,-7 2 26 0 0,0-1 0 0 0,1 0 0 0 0,-1 0 0 0 0,0 0 0 0 0,0 0 0 0 0,0 0 0 0 0,-1-1 0 0 0,1 1 0 0 0,-1-1 0 0 0,1 0 0 0 0,-1 0 0 0 0,0 0 0 0 0,0 0 0 0 0,0 0 0 0 0,0-1 0 0 0,0 1 0 0 0,1-5 0 0 0,2-9 230 0 0,0 0-1 0 0,-1 0 1 0 0,-1-1-1 0 0,-1 1 0 0 0,0-1 1 0 0,-1 0-1 0 0,-1 0 1 0 0,-3-25-1 0 0,1 15-996 0 0,2-1 0 0 0,3-29 0 0 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26.5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48 19 3225 0 0,'-21'-10'2271'0'0,"20"9"-1826"0"0,-1 0 0 0 0,1 0 1 0 0,0 1-1 0 0,0-1 0 0 0,-1 0 0 0 0,1 0 1 0 0,-1 1-1 0 0,1-1 0 0 0,-1 1 0 0 0,1-1 1 0 0,-1 1-1 0 0,1 0 0 0 0,-1-1 0 0 0,0 1 1 0 0,-2 0-1 0 0,11 25 3218 0 0,16 18-2937 0 0,2 0 0 0 0,2-2 0 0 0,39 46 0 0 0,-60-79-646 0 0,1-1 0 0 0,1-1 0 0 0,-1 1 0 0 0,1-1 0 0 0,0-1 0 0 0,0 1 0 0 0,1-1 1 0 0,-1-1-1 0 0,1 0 0 0 0,0 0 0 0 0,13 3 0 0 0,-19-6-69 0 0,0 0 0 0 0,0 0 0 0 0,0-1 0 0 0,0 1 0 0 0,1-1 0 0 0,-1 0 0 0 0,0 0 0 0 0,0 0 0 0 0,0 0 0 0 0,0 0 1 0 0,0-1-1 0 0,0 0 0 0 0,0 1 0 0 0,0-1 0 0 0,0 0 0 0 0,0 0 0 0 0,0-1 0 0 0,0 1 0 0 0,0-1 0 0 0,-1 1 0 0 0,1-1 0 0 0,0 0 0 0 0,-1 0 0 0 0,0 0 0 0 0,1 0 0 0 0,-1-1 0 0 0,0 1 0 0 0,0-1 1 0 0,0 1-1 0 0,-1-1 0 0 0,1 1 0 0 0,-1-1 0 0 0,1 0 0 0 0,-1 0 0 0 0,0 0 0 0 0,0 0 0 0 0,0 0 0 0 0,0-5 0 0 0,4-21-1862 0 0,-4 10-4898 0 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26.76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67 11 6449 0 0,'-45'-7'3412'0'0,"27"4"-898"0"0,15 3-2561 0 0,10 4-2591 0 0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27.4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 4 2761 0 0,'-9'-4'11953'0'0,"46"121"-9810"0"0,11 40-1367 0 0,-46-147-765 0 0,6 28 112 0 0,-8-37-121 0 0,1 1 0 0 0,-1 0 0 0 0,1-1 0 0 0,-1 1 0 0 0,1-1 0 0 0,0 1 0 0 0,-1-1 0 0 0,1 0 0 0 0,0 1 0 0 0,0-1 0 0 0,0 0 1 0 0,0 1-1 0 0,0-1 0 0 0,0 0 0 0 0,1 0 0 0 0,-1 0 0 0 0,2 1 0 0 0,-2-2-3 0 0,0 0-1 0 0,0 0 1 0 0,1 0 0 0 0,-1 0 0 0 0,0 0 0 0 0,0-1 0 0 0,0 1 0 0 0,1 0-1 0 0,-1-1 1 0 0,0 1 0 0 0,0 0 0 0 0,0-1 0 0 0,0 0 0 0 0,0 1-1 0 0,0-1 1 0 0,0 0 0 0 0,0 1 0 0 0,0-1 0 0 0,0 0 0 0 0,0 0-1 0 0,0 0 1 0 0,1-1 0 0 0,20-28-38 0 0,-16 21 33 0 0,-2 4 6 0 0,29-34 0 0 0,-31 37 0 0 0,0-1 0 0 0,1 1 0 0 0,-1 0 0 0 0,1 0 0 0 0,0 0 0 0 0,0 0 0 0 0,0 0 0 0 0,0 1 0 0 0,0-1 0 0 0,0 1 0 0 0,0 0 0 0 0,4-1 0 0 0,-6 2 0 0 0,0 0 0 0 0,0 0 0 0 0,0 1 0 0 0,0-1 0 0 0,0 0 1 0 0,0 0-1 0 0,0 1 0 0 0,0-1 0 0 0,0 1 0 0 0,0-1 0 0 0,0 1 0 0 0,0-1 0 0 0,-1 1 0 0 0,1-1 1 0 0,0 1-1 0 0,0 0 0 0 0,-1 0 0 0 0,1-1 0 0 0,0 1 0 0 0,-1 0 0 0 0,1 0 0 0 0,0 0 1 0 0,-1 0-1 0 0,1 0 0 0 0,-1 0 0 0 0,0 0 0 0 0,1 0 0 0 0,-1 0 0 0 0,0 0 0 0 0,1 0 1 0 0,-1 0-1 0 0,0 0 0 0 0,0 0 0 0 0,0 0 0 0 0,0 1 0 0 0,1 39-22 0 0,-4-16-649 0 0,-1-1-1 0 0,-1 1 0 0 0,-1-1 0 0 0,-1 0 0 0 0,-15 31 0 0 0,22-54 542 0 0,0-1 0 0 0,0 1 1 0 0,0-1-1 0 0,0 0 0 0 0,-1 1 0 0 0,1-1 1 0 0,0 1-1 0 0,0-1 0 0 0,0 0 0 0 0,-1 1 0 0 0,1-1 1 0 0,0 0-1 0 0,-1 1 0 0 0,1-1 0 0 0,0 0 1 0 0,-1 1-1 0 0,1-1 0 0 0,0 0 0 0 0,-1 0 0 0 0,1 1 1 0 0,-1-1-1 0 0,1 0 0 0 0,0 0 0 0 0,-1 0 1 0 0,0 1-1 0 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27.6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44 3225 0 0,'9'-5'11058'0'0,"27"-19"-11874"0"0,-19 14-1105 0 0,-9 5 929 0 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27.81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1 158 5985 0 0,'0'2'648'0'0,"1"-3"-648"0"0,0 0 0 0 0,1-2 368 0 0,-1-2 57 0 0,3-5 15 0 0,1-2 0 0 0,3-4-184 0 0,-1-1-32 0 0,0-1 0 0 0,1 1-8 0 0,1 1-1200 0 0,1 1-232 0 0,-2 0-57 0 0,0 2-7 0 0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28.20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31 1 2304 0 0,'-30'0'18315'0'0,"45"18"-18030"0"0,82 87 453 0 0,-82-91-713 0 0,1-1 0 0 0,1 0 0 0 0,0-1 0 0 0,0-1 1 0 0,21 10-1 0 0,-32-18-13 0 0,0 0 1 0 0,0-1-1 0 0,0 1 1 0 0,0-1-1 0 0,0-1 1 0 0,0 1-1 0 0,1-1 1 0 0,-1 0 0 0 0,11 0-1 0 0,-14-2-16 0 0,-1 1 0 0 0,0-1 1 0 0,1 1-1 0 0,-1-1 0 0 0,0 0 0 0 0,0 0 0 0 0,1 0 0 0 0,-1 0 1 0 0,0 0-1 0 0,0 0 0 0 0,0-1 0 0 0,0 1 0 0 0,-1 0 1 0 0,1-1-1 0 0,0 0 0 0 0,-1 1 0 0 0,1-1 0 0 0,-1 0 0 0 0,1 0 1 0 0,-1 0-1 0 0,0 0 0 0 0,0 0 0 0 0,0 0 0 0 0,0-1 0 0 0,0 1 1 0 0,0 0-1 0 0,0 0 0 0 0,-1-1 0 0 0,1-2 0 0 0,1-8-754 0 0,0-1 0 0 0,0-23-1 0 0,-2 33 338 0 0,1-17-6499 0 0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28.4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56 15 9218 0 0,'-4'0'521'0'0,"0"0"0"0"0,0 0-1 0 0,0 0 1 0 0,0-1 0 0 0,1 1 0 0 0,-1-1-1 0 0,0 0 1 0 0,1 0 0 0 0,-1-1 0 0 0,0 1 0 0 0,1-1-1 0 0,0 1 1 0 0,-4-4 0 0 0,9 5-1133 0 0,1 0 0 0 0,-1 0 0 0 0,1 0 1 0 0,-1 1-1 0 0,1-1 0 0 0,-1 1 0 0 0,1-1 0 0 0,-1 1 1 0 0,0 0-1 0 0,1 0 0 0 0,2 1 0 0 0,4 3-1810 0 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28.90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 0 5529 0 0,'-1'1'202'0'0,"1"-1"1"0"0,-1 0-1 0 0,1 1 0 0 0,-1-1 1 0 0,1 1-1 0 0,-1-1 0 0 0,1 1 0 0 0,-1 0 1 0 0,1-1-1 0 0,-1 1 0 0 0,1-1 0 0 0,0 1 1 0 0,-1 0-1 0 0,1-1 0 0 0,0 1 1 0 0,-1 0-1 0 0,1-1 0 0 0,0 1 0 0 0,0 0 1 0 0,0 0-1 0 0,0-1 0 0 0,0 1 0 0 0,0 0 1 0 0,0 0-1 0 0,0-1 0 0 0,0 1 1 0 0,0 1-1 0 0,16 10 5251 0 0,-1-2-5566 0 0,0 2 437 0 0,-1 1 0 0 0,0 0 0 0 0,-1 1 0 0 0,0 1 0 0 0,-1 0 0 0 0,18 31 0 0 0,47 108 2871 0 0,-36-66-2458 0 0,-41-88-782 0 0,0 1 1 0 0,0-1-1 0 0,0 1 1 0 0,0-1-1 0 0,0 1 1 0 0,0-1-1 0 0,1 0 0 0 0,-1 1 1 0 0,0-1-1 0 0,0 1 1 0 0,1-1-1 0 0,-1 0 1 0 0,0 1-1 0 0,1-1 0 0 0,-1 0 1 0 0,0 1-1 0 0,1-1 1 0 0,-1 0-1 0 0,0 0 1 0 0,1 1-1 0 0,-1-1 1 0 0,1 0-1 0 0,-1 0 0 0 0,0 0 1 0 0,1 0-1 0 0,-1 1 1 0 0,1-1-1 0 0,-1 0 1 0 0,1 0-1 0 0,-1 0 1 0 0,1 0-1 0 0,-1 0 0 0 0,1 0 1 0 0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30.14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 49 2761 0 0,'-3'-13'672'0'0,"11"10"333"0"0,23 12 1047 0 0,-11-3-1438 0 0,-20-6-600 0 0,1 0 1 0 0,-1 0-1 0 0,0 0 0 0 0,1 0 0 0 0,-1 0 0 0 0,1 0 1 0 0,-1 0-1 0 0,1 0 0 0 0,-1-1 0 0 0,0 1 0 0 0,1 0 1 0 0,-1 0-1 0 0,0 0 0 0 0,1-1 0 0 0,-1 1 1 0 0,1 0-1 0 0,-1 0 0 0 0,0-1 0 0 0,0 1 0 0 0,1 0 1 0 0,-1 0-1 0 0,0-1 0 0 0,1 1 0 0 0,-1 0 0 0 0,0-1 1 0 0,0 1-1 0 0,0-1 0 0 0,1 1 0 0 0,-1 0 0 0 0,0-1 1 0 0,0 1-1 0 0,0-1 0 0 0,-8-11 1015 0 0,-26-12 1460 0 0,28 21-1940 0 0,6 3-523 0 0,0 0 1 0 0,0 0-1 0 0,0 0 1 0 0,-1-1-1 0 0,1 1 0 0 0,0 0 1 0 0,0 0-1 0 0,0 0 1 0 0,0 0-1 0 0,-1 0 1 0 0,1 0-1 0 0,0 0 1 0 0,0 0-1 0 0,0 0 0 0 0,-1 0 1 0 0,1 0-1 0 0,0 0 1 0 0,0 1-1 0 0,0-1 1 0 0,0 0-1 0 0,-1 0 0 0 0,1 0 1 0 0,0 0-1 0 0,0 0 1 0 0,0 0-1 0 0,0 0 1 0 0,0 0-1 0 0,-1 0 1 0 0,1 1-1 0 0,0-1 0 0 0,0 0 1 0 0,0 0-1 0 0,0 0 1 0 0,0 0-1 0 0,0 0 1 0 0,0 1-1 0 0,-1-1 0 0 0,1 0 1 0 0,0 0-1 0 0,0 0 1 0 0,0 0-1 0 0,0 1 1 0 0,0-1-1 0 0,0 0 1 0 0,0 0-1 0 0,0 0 0 0 0,0 1 1 0 0,0-1-1 0 0,0 0 1 0 0,0 0-1 0 0,0 0 1 0 0,0 0-1 0 0,0 1 0 0 0,0-1 1 0 0,1 19 420 0 0,1 0-338 0 0,0-15 29 0 0,-2-5 168 0 0,-4-10 2818 0 0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30.63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 78 6913 0 0,'-1'0'20'0'0,"1"0"0"0"0,-1 1-1 0 0,0-1 1 0 0,0 0-1 0 0,0 0 1 0 0,1 1 0 0 0,-1-1-1 0 0,0 0 1 0 0,0 1-1 0 0,1-1 1 0 0,-1 1 0 0 0,0-1-1 0 0,1 1 1 0 0,-1-1-1 0 0,0 1 1 0 0,1 0-1 0 0,-1-1 1 0 0,1 1 0 0 0,-1 0-1 0 0,1-1 1 0 0,0 1-1 0 0,-1 0 1 0 0,1 0 0 0 0,0-1-1 0 0,-1 1 1 0 0,1 0-1 0 0,0 0 1 0 0,0-1-1 0 0,-1 1 1 0 0,1 0 0 0 0,0 0-1 0 0,0 0 1 0 0,0 0-1 0 0,0-1 1 0 0,0 1 0 0 0,1 0-1 0 0,-1 0 1 0 0,0 0-1 0 0,0 0 1 0 0,0-1 0 0 0,1 1-1 0 0,-1 0 1 0 0,0 0-1 0 0,1 1 1 0 0,0-1 117 0 0,0 0 1 0 0,0 1-1 0 0,1-1 1 0 0,-1 0-1 0 0,0 1 0 0 0,0-1 1 0 0,1 0-1 0 0,-1 0 1 0 0,1 0-1 0 0,-1 0 1 0 0,1 0-1 0 0,-1-1 0 0 0,1 1 1 0 0,-1 0-1 0 0,1-1 1 0 0,0 1-1 0 0,-1-1 1 0 0,1 1-1 0 0,0-1 0 0 0,-1 0 1 0 0,1 0-1 0 0,3 0 1 0 0,-3 0-23 0 0,0 0 1 0 0,0 0-1 0 0,0-1 1 0 0,1 1-1 0 0,-1-1 1 0 0,0 0-1 0 0,0 1 1 0 0,0-1-1 0 0,0 0 1 0 0,0 0-1 0 0,-1 0 0 0 0,1 0 1 0 0,0-1-1 0 0,0 1 1 0 0,-1 0-1 0 0,1-1 1 0 0,-1 0-1 0 0,1 1 1 0 0,-1-1-1 0 0,0 0 1 0 0,1 1-1 0 0,-1-1 1 0 0,0 0-1 0 0,0 0 1 0 0,0 0-1 0 0,0 0 1 0 0,-1 0-1 0 0,1 0 1 0 0,-1 0-1 0 0,1 0 1 0 0,0-4-1 0 0,-1 3-18 0 0,0 0-1 0 0,0-1 0 0 0,0 1 1 0 0,0 0-1 0 0,-1 0 1 0 0,1-1-1 0 0,-1 1 0 0 0,0 0 1 0 0,0 0-1 0 0,0 0 1 0 0,0 0-1 0 0,0 0 0 0 0,-1 0 1 0 0,1 0-1 0 0,-1 0 1 0 0,0 1-1 0 0,0-1 0 0 0,0 1 1 0 0,0-1-1 0 0,-3-2 1 0 0,3 4-74 0 0,0-1 1 0 0,0 1-1 0 0,0-1 1 0 0,0 1 0 0 0,-1 0-1 0 0,1 0 1 0 0,0 0 0 0 0,-1 0-1 0 0,1 0 1 0 0,-1 0-1 0 0,1 1 1 0 0,-1-1 0 0 0,1 1-1 0 0,-1 0 1 0 0,1 0 0 0 0,-1 0-1 0 0,1 0 1 0 0,-1 0-1 0 0,1 0 1 0 0,-5 2 0 0 0,5-2-91 0 0,1 1 0 0 0,0 0-1 0 0,-1-1 1 0 0,1 1 0 0 0,0 0 0 0 0,0 0 0 0 0,0 0 0 0 0,0 0 0 0 0,0 0 0 0 0,0 0 0 0 0,0 0 0 0 0,0 1 0 0 0,0-1 0 0 0,1 0 0 0 0,-1 0-1 0 0,0 1 1 0 0,1-1 0 0 0,-1 0 0 0 0,1 1 0 0 0,-1-1 0 0 0,1 1 0 0 0,0-1 0 0 0,0 0 0 0 0,0 1 0 0 0,-1-1 0 0 0,1 1 0 0 0,1-1 0 0 0,-1 1-1 0 0,0-1 1 0 0,0 1 0 0 0,0-1 0 0 0,1 0 0 0 0,-1 1 0 0 0,1-1 0 0 0,-1 0 0 0 0,2 3 0 0 0,-2-3 42 0 0,1-1 1 0 0,-1 1-1 0 0,0-1 0 0 0,1 1 1 0 0,-1-1-1 0 0,1 1 1 0 0,-1-1-1 0 0,1 1 0 0 0,-1-1 1 0 0,1 1-1 0 0,-1-1 1 0 0,1 0-1 0 0,0 1 0 0 0,-1-1 1 0 0,1 0-1 0 0,-1 0 1 0 0,1 1-1 0 0,0-1 1 0 0,-1 0-1 0 0,1 0 0 0 0,0 0 1 0 0,-1 0-1 0 0,1 0 1 0 0,0 0-1 0 0,-1 0 0 0 0,1 0 1 0 0,0 0-1 0 0,-1 0 1 0 0,1 0-1 0 0,0 0 0 0 0,-1 0 1 0 0,1-1-1 0 0,0 1 1 0 0,7-2-75 0 0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32.57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72 51 3473 0 0,'-36'-22'663'0'0,"28"17"227"0"0,0 0 1 0 0,1 0-1 0 0,-6-8 4433 0 0,29 25-4988 0 0,43 74 1193 0 0,-43-60-1124 0 0,1 0 0 0 0,29 32 0 0 0,-39-51-394 0 0,-1 0 0 0 0,2-1 1 0 0,-1 0-1 0 0,1 0 1 0 0,0 0-1 0 0,0-1 1 0 0,1 0-1 0 0,-1-1 1 0 0,1 0-1 0 0,0 0 0 0 0,17 4 1 0 0,-24-7-73 0 0,0-1-1 0 0,1 1 1 0 0,-1-1 0 0 0,0 0-1 0 0,0 0 1 0 0,0 0 0 0 0,0 0-1 0 0,0 0 1 0 0,0 0 0 0 0,1-1 0 0 0,-1 1-1 0 0,0-1 1 0 0,0 1 0 0 0,0-1-1 0 0,0 0 1 0 0,0 0 0 0 0,0 0-1 0 0,-1 0 1 0 0,1 0 0 0 0,0 0-1 0 0,0 0 1 0 0,-1-1 0 0 0,1 1 0 0 0,-1-1-1 0 0,1 1 1 0 0,-1-1 0 0 0,1 1-1 0 0,-1-1 1 0 0,0 0 0 0 0,0 0-1 0 0,0 0 1 0 0,0 0 0 0 0,0 0-1 0 0,0 0 1 0 0,0-3 0 0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32.8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 42 3225 0 0,'-1'-1'258'0'0,"1"0"0"0"0,-1 0 0 0 0,0 0 0 0 0,0 0 0 0 0,0 0 0 0 0,1 0 1 0 0,-1 0-1 0 0,0-1 0 0 0,1 1 0 0 0,-1 0 0 0 0,1 0 0 0 0,0 0 0 0 0,-1-1 1 0 0,1 1-1 0 0,0 0 0 0 0,0-1 0 0 0,0 1 0 0 0,0 0 0 0 0,0-1 0 0 0,0 1 0 0 0,0 0 1 0 0,0-1-1 0 0,0 1 0 0 0,1 0 0 0 0,-1 0 0 0 0,1-3 0 0 0,-1 4-195 0 0,1-1-1 0 0,-1 1 1 0 0,0 0 0 0 0,1-1-1 0 0,-1 1 1 0 0,0-1 0 0 0,1 1-1 0 0,-1 0 1 0 0,1-1-1 0 0,-1 1 1 0 0,1 0 0 0 0,-1-1-1 0 0,0 1 1 0 0,1 0-1 0 0,-1 0 1 0 0,1-1 0 0 0,0 1-1 0 0,-1 0 1 0 0,1 0 0 0 0,-1 0-1 0 0,1 0 1 0 0,-1 0-1 0 0,1 0 1 0 0,0 0 0 0 0,0 0-138 0 0,1 0 1 0 0,-1 1 0 0 0,0-1 0 0 0,1 0 0 0 0,-1 1-1 0 0,0 0 1 0 0,0-1 0 0 0,1 1 0 0 0,-1 0-1 0 0,0-1 1 0 0,0 1 0 0 0,0 0 0 0 0,0 0-1 0 0,1 2 1 0 0,27 36-1384 0 0,-24-30 1472 0 0,6 9-14 0 0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33.1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 6449 0 0,'0'-3'4131'0'0,"8"10"-1939"0"0,9 18-638 0 0,-4-3-695 0 0,1 0 0 0 0,1-1 0 0 0,21 24 0 0 0,-11-17-2249 0 0,48 39 0 0 0,-57-54-4078 0 0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33.34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10 125 6913 0 0,'0'-1'87'0'0,"-1"1"0"0"0,1 0-1 0 0,-1 0 1 0 0,0-1-1 0 0,1 1 1 0 0,-1-1-1 0 0,1 1 1 0 0,-1 0 0 0 0,1-1-1 0 0,0 1 1 0 0,-1-1-1 0 0,1 1 1 0 0,-1-1-1 0 0,1 1 1 0 0,0-1-1 0 0,-1 0 1 0 0,1 1 0 0 0,0-1-1 0 0,0 1 1 0 0,0-1-1 0 0,-1 0 1 0 0,1 1-1 0 0,0-1 1 0 0,0 0 0 0 0,0 1-1 0 0,0-2 1 0 0,3-22 1663 0 0,15-20-887 0 0,-16 41-1178 0 0,0 0 0 0 0,0 0 0 0 0,0 0 1 0 0,0 0-1 0 0,0 1 0 0 0,1-1 0 0 0,-1 1 0 0 0,1-1 1 0 0,-1 1-1 0 0,1 0 0 0 0,0 0 0 0 0,0 0 0 0 0,0 1 1 0 0,0-1-1 0 0,0 1 0 0 0,0-1 0 0 0,6 0 0 0 0,-3 1 215 0 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33.48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 55 3225 0 0,'-5'3'136'0'0,"4"-2"40"0"0,0-1-176 0 0,2 0-88 0 0,2-2-48 0 0,1-1-16 0 0,1-2 0 0 0,3-3 152 0 0,0-5 0 0 0,0 0 0 0 0,-1-2 0 0 0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33.94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 70 5985 0 0,'-7'-31'1597'0'0,"7"26"-593"0"0,-1-1 0 0 0,0 1 1 0 0,0 0-1 0 0,-1 0 1 0 0,-2-8-1 0 0,10 29 934 0 0,-1-1 1 0 0,5 21-1 0 0,11 32-2268 0 0,-15-56 317 0 0,0-1-1 0 0,0 0 0 0 0,1 0 1 0 0,0 0-1 0 0,1-1 0 0 0,17 17 1 0 0,-21-23 12 0 0,0 0 1 0 0,1 0-1 0 0,-1 0 1 0 0,1 0-1 0 0,0-1 1 0 0,0 0-1 0 0,0 0 0 0 0,1-1 1 0 0,-1 1-1 0 0,0-1 1 0 0,1 0-1 0 0,0-1 1 0 0,-1 1-1 0 0,1-1 1 0 0,0 0-1 0 0,0 0 1 0 0,6-1-1 0 0,-8-1-36 0 0,0 0 1 0 0,0 0-1 0 0,0 0 0 0 0,0-1 0 0 0,0 0 0 0 0,-1 0 1 0 0,1 0-1 0 0,-1 0 0 0 0,1 0 0 0 0,-1 0 1 0 0,0-1-1 0 0,0 0 0 0 0,0 0 0 0 0,0 0 1 0 0,3-5-1 0 0,6-8-1123 0 0,18-31 1 0 0,-28 45 992 0 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34.16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39 34 10594 0 0,'-39'-24'5890'0'0,"39"24"-5852"0"0,0 0 1 0 0,0-1 0 0 0,0 1 0 0 0,0 0 0 0 0,0 0 0 0 0,0-1 0 0 0,0 1-1 0 0,0 0 1 0 0,1-1 0 0 0,-1 1 0 0 0,0 0 0 0 0,0 0 0 0 0,0-1 0 0 0,0 1-1 0 0,0 0 1 0 0,1 0 0 0 0,-1 0 0 0 0,0-1 0 0 0,0 1 0 0 0,0 0 0 0 0,1 0 0 0 0,-1 0-1 0 0,0-1 1 0 0,0 1 0 0 0,1 0 0 0 0,-1 0 0 0 0,0 0 0 0 0,0 0 0 0 0,1 0-1 0 0,-1 0 1 0 0,0 0 0 0 0,0-1 0 0 0,1 1 0 0 0,-1 0 0 0 0,0 0 0 0 0,1 0-1 0 0,-1 0 1 0 0,16-3-1082 0 0,-12 3 131 0 0,1 1 1 0 0,-1 0-1 0 0,1 0 0 0 0,-1 0 1 0 0,0 1-1 0 0,6 1 1 0 0,7 7-2888 0 0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35.21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13 127 456 0 0,'-1'-2'189'0'0,"0"0"0"0"0,-1 0-1 0 0,1 0 1 0 0,0 0 0 0 0,0 0-1 0 0,0-1 1 0 0,0 1 0 0 0,0 0 0 0 0,0 0-1 0 0,1-1 1 0 0,-1 1 0 0 0,1 0 0 0 0,0-1-1 0 0,-1 1 1 0 0,1-1 0 0 0,0 1-1 0 0,1-4 1 0 0,-1 1 273 0 0,1 1-1 0 0,0 0 0 0 0,0 0 1 0 0,0 0-1 0 0,0 0 1 0 0,1 1-1 0 0,-1-1 0 0 0,1 0 1 0 0,3-5-1 0 0,-3 6-241 0 0,0 0-1 0 0,0 1 0 0 0,0-1 1 0 0,0 1-1 0 0,1-1 1 0 0,-1 1-1 0 0,1 0 0 0 0,-1 0 1 0 0,1 0-1 0 0,0 0 1 0 0,-1 0-1 0 0,1 0 0 0 0,0 1 1 0 0,0 0-1 0 0,1-1 1 0 0,-1 1-1 0 0,0 0 0 0 0,0 1 1 0 0,4-2-1 0 0,-4 3-153 0 0,1-1 0 0 0,-1 1 1 0 0,0-1-1 0 0,0 1 0 0 0,0 0 0 0 0,0 0 0 0 0,0 0 0 0 0,0 1 1 0 0,0-1-1 0 0,0 1 0 0 0,0-1 0 0 0,0 1 0 0 0,-1 0 0 0 0,1 0 0 0 0,-1 1 1 0 0,1-1-1 0 0,-1 0 0 0 0,0 1 0 0 0,0-1 0 0 0,2 4 0 0 0,3 4-33 0 0,-1-1-1 0 0,-1 1 1 0 0,1 1-1 0 0,-1-1 1 0 0,-1 1-1 0 0,4 14 0 0 0,13 70-122 0 0,-14-57 56 0 0,-7-38 78 0 0,0 0 0 0 0,0 1-1 0 0,0-1 1 0 0,0 1 0 0 0,0-1-1 0 0,0 0 1 0 0,0 1 0 0 0,1-1 0 0 0,-1 1-1 0 0,0-1 1 0 0,0 0 0 0 0,0 1 0 0 0,0-1-1 0 0,0 0 1 0 0,1 1 0 0 0,-1-1-1 0 0,0 0 1 0 0,0 1 0 0 0,1-1 0 0 0,-1 0-1 0 0,0 0 1 0 0,0 1 0 0 0,1-1 0 0 0,-1 0-1 0 0,0 0 1 0 0,1 1 0 0 0,-1-1-1 0 0,0 0 1 0 0,1 0 0 0 0,-1 0 0 0 0,1 0-1 0 0,-1 1 1 0 0,0-1 0 0 0,1 0 0 0 0,-1 0-1 0 0,0 0 1 0 0,1 0 0 0 0,-1 0-1 0 0,1 0 1 0 0,15-12 1192 0 0,11-25 195 0 0,-26 36-1366 0 0,-1 0-67 0 0,14-21 432 0 0,28-34 0 0 0,-12 26-6222 0 0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37.15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0 155 920 0 0,'9'1'1585'0'0,"0"0"-1"0"0,0 1 1 0 0,0 0 0 0 0,14 5-1 0 0,-13-3-1192 0 0,0-1-1 0 0,0 0 1 0 0,1-1 0 0 0,17 2-1 0 0,-25-4-350 0 0,0 0-1 0 0,0 0 1 0 0,0-1-1 0 0,0 1 0 0 0,0-1 1 0 0,-1 1-1 0 0,1-1 1 0 0,0 0-1 0 0,0 0 0 0 0,0 0 1 0 0,-1-1-1 0 0,1 1 1 0 0,0-1-1 0 0,-1 1 1 0 0,1-1-1 0 0,-1 0 0 0 0,0 0 1 0 0,0 0-1 0 0,1 0 1 0 0,-1 0-1 0 0,1-3 0 0 0,-1 2 115 0 0,-1 0-1 0 0,0 0 0 0 0,0 0 0 0 0,0 0 1 0 0,0 0-1 0 0,0 0 0 0 0,-1-1 0 0 0,1 1 0 0 0,-1 0 1 0 0,0 0-1 0 0,0 0 0 0 0,0-1 0 0 0,-1 1 1 0 0,1 0-1 0 0,-1 0 0 0 0,-1-6 0 0 0,2 7-130 0 0,-1 1 1 0 0,1 0-1 0 0,0-1 0 0 0,-1 1 1 0 0,1 0-1 0 0,-1-1 0 0 0,1 1 0 0 0,-1 0 1 0 0,0-1-1 0 0,1 1 0 0 0,-1 0 1 0 0,0 0-1 0 0,0 0 0 0 0,0 0 0 0 0,0 0 1 0 0,0 0-1 0 0,0 0 0 0 0,0 0 0 0 0,0 0 1 0 0,0 0-1 0 0,-1 1 0 0 0,1-1 1 0 0,0 0-1 0 0,0 1 0 0 0,-1-1 0 0 0,1 1 1 0 0,-1-1-1 0 0,1 1 0 0 0,0 0 1 0 0,-1 0-1 0 0,1-1 0 0 0,-1 1 0 0 0,1 0 1 0 0,0 0-1 0 0,-1 0 0 0 0,1 1 0 0 0,-1-1 1 0 0,1 0-1 0 0,-2 1 0 0 0,1 0-60 0 0,1 0 0 0 0,-1 0-1 0 0,1 0 1 0 0,-1 0-1 0 0,1 0 1 0 0,0 0 0 0 0,-1 0-1 0 0,1 1 1 0 0,0-1-1 0 0,0 0 1 0 0,0 1 0 0 0,0-1-1 0 0,0 1 1 0 0,0-1 0 0 0,0 1-1 0 0,0 0 1 0 0,1-1-1 0 0,-1 1 1 0 0,0 0 0 0 0,1 0-1 0 0,0-1 1 0 0,-1 1 0 0 0,1 0-1 0 0,0 0 1 0 0,0 0-1 0 0,0-1 1 0 0,0 1 0 0 0,0 0-1 0 0,1 0 1 0 0,0 2-1 0 0,-1-1-35 0 0,1 0 0 0 0,-1 1 0 0 0,1-1 0 0 0,0 0 0 0 0,0 0 0 0 0,1 0 0 0 0,-1 0 0 0 0,1 0 0 0 0,-1 0 0 0 0,1 0 0 0 0,0 0 0 0 0,0-1 0 0 0,0 1 0 0 0,0-1 0 0 0,1 1 0 0 0,2 1 0 0 0,-2-2 116 0 0,1 0 1 0 0,-1-1-1 0 0,1 1 0 0 0,0-1 1 0 0,0 1-1 0 0,-1-1 1 0 0,1-1-1 0 0,0 1 1 0 0,0 0-1 0 0,0-1 0 0 0,0 0 1 0 0,0 0-1 0 0,0 0 1 0 0,0 0-1 0 0,0-1 0 0 0,0 1 1 0 0,0-1-1 0 0,0 0 1 0 0,0-1-1 0 0,-1 1 1 0 0,1 0-1 0 0,0-1 0 0 0,-1 0 1 0 0,1 0-1 0 0,-1 0 1 0 0,0 0-1 0 0,1-1 0 0 0,-1 1 1 0 0,0-1-1 0 0,0 0 1 0 0,-1 0-1 0 0,1 0 1 0 0,-1 0-1 0 0,4-6 0 0 0,-4 6 54 0 0,1 0-1 0 0,-1 0 0 0 0,0-1 0 0 0,-1 1 0 0 0,1-1 1 0 0,-1 1-1 0 0,1-1 0 0 0,-1 1 0 0 0,0-1 1 0 0,0 0-1 0 0,-1 0 0 0 0,1 0 0 0 0,-1 1 0 0 0,0-1 1 0 0,0 0-1 0 0,0 0 0 0 0,0 0 0 0 0,-1 0 1 0 0,1 1-1 0 0,-1-1 0 0 0,0 0 0 0 0,0 0 0 0 0,-1 1 1 0 0,1-1-1 0 0,-1 1 0 0 0,1-1 0 0 0,-1 1 1 0 0,0 0-1 0 0,-1 0 0 0 0,1 0 0 0 0,0 0 0 0 0,-1 0 1 0 0,0 0-1 0 0,0 0 0 0 0,0 1 0 0 0,-3-3 1 0 0,5 5-82 0 0,1-1 1 0 0,-1 0-1 0 0,1 1 1 0 0,-1 0 0 0 0,0-1-1 0 0,1 1 1 0 0,-1-1-1 0 0,0 1 1 0 0,0 0 0 0 0,1-1-1 0 0,-1 1 1 0 0,0 0-1 0 0,1 0 1 0 0,-1 0 0 0 0,0-1-1 0 0,0 1 1 0 0,0 0-1 0 0,1 0 1 0 0,-1 0 0 0 0,0 0-1 0 0,0 0 1 0 0,1 0-1 0 0,-1 1 1 0 0,0-1 0 0 0,0 0-1 0 0,1 0 1 0 0,-1 1-1 0 0,0-1 1 0 0,0 0 0 0 0,1 1-1 0 0,-1-1 1 0 0,0 0-1 0 0,0 1 1 0 0,0 1 5 0 0,0 0-1 0 0,0-1 1 0 0,0 1 0 0 0,1 0 0 0 0,-1-1-1 0 0,0 1 1 0 0,1 0 0 0 0,-1 0 0 0 0,1 0-1 0 0,0 0 1 0 0,-1-1 0 0 0,1 1 0 0 0,0 3-1 0 0,0-1-39 0 0,0 0 0 0 0,0 0-1 0 0,1 0 1 0 0,-1 0 0 0 0,1 0-1 0 0,0 0 1 0 0,0 0-1 0 0,0 0 1 0 0,0-1 0 0 0,1 1-1 0 0,-1 0 1 0 0,1-1 0 0 0,0 1-1 0 0,3 3 1 0 0,26 4-2253 0 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38.0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 0 7370 0 0,'-2'3'4979'0'0,"11"17"-3456"0"0,17 25-1129 0 0,11 9-95 0 0,2-1 0 0 0,73 73 0 0 0,-105-120-230 0 0,0 0-1 0 0,0-1 1 0 0,1 0-1 0 0,-1 0 1 0 0,1-1-1 0 0,1 0 1 0 0,-1 0-1 0 0,0-1 1 0 0,1 0 0 0 0,0 0-1 0 0,0-1 1 0 0,-1 0-1 0 0,1-1 1 0 0,1 0-1 0 0,11 0 1 0 0,-15-1 24 0 0,0 0 1 0 0,0-1 0 0 0,0 1 0 0 0,0-1-1 0 0,-1 0 1 0 0,1-1 0 0 0,0 0-1 0 0,-1 1 1 0 0,1-2 0 0 0,-1 1 0 0 0,0-1-1 0 0,1 0 1 0 0,-1 0 0 0 0,0 0-1 0 0,-1-1 1 0 0,1 1 0 0 0,-1-1 0 0 0,0 0-1 0 0,1-1 1 0 0,-2 1 0 0 0,1-1-1 0 0,-1 1 1 0 0,1-1 0 0 0,3-9 0 0 0,-1 0-128 0 0,0-1 1 0 0,-1 1 0 0 0,-1-1-1 0 0,4-25 1 0 0,-5-29-2972 0 0,-4 47-2648 0 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38.29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 7 6913 0 0,'-6'0'609'0'0,"2"0"-481"0"0,1 0-128 0 0,2-1 0 0 0,-1 1 128 0 0,2-1-128 0 0,0-1 96 0 0,2 1 184 0 0,-1 0 32 0 0,3 1 328 0 0,23 12-4065 0 0,-22-8 2153 0 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38.8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 87 2304 0 0,'-1'-1'150'0'0,"0"-1"0"0"0,1 1 0 0 0,-1 0 0 0 0,1 0 0 0 0,-1-1 0 0 0,1 1 0 0 0,-1 0-1 0 0,1-1 1 0 0,0 1 0 0 0,-1 0 0 0 0,1-1 0 0 0,0 1 0 0 0,0 0 0 0 0,0-1 0 0 0,0 1-1 0 0,0-1 1 0 0,0 1 0 0 0,1 0 0 0 0,-1-1 0 0 0,0 1 0 0 0,1 0 0 0 0,-1-1-1 0 0,1 1 1 0 0,0 0 0 0 0,0-2 0 0 0,20-29 3867 0 0,-19 31-3863 0 0,-1-1-1 0 0,1 0 0 0 0,0 1 1 0 0,0-1-1 0 0,0 1 1 0 0,0 0-1 0 0,0 0 0 0 0,0-1 1 0 0,0 1-1 0 0,0 0 1 0 0,0 1-1 0 0,0-1 0 0 0,1 0 1 0 0,-1 1-1 0 0,0-1 1 0 0,1 1-1 0 0,-1 0 0 0 0,0-1 1 0 0,1 1-1 0 0,-1 0 1 0 0,4 1-1 0 0,-2 0-36 0 0,-1 0 1 0 0,1 1-1 0 0,0-1 0 0 0,-1 1 0 0 0,1 0 0 0 0,-1 0 1 0 0,1 0-1 0 0,-1 1 0 0 0,0-1 0 0 0,0 1 1 0 0,4 4-1 0 0,6 7 146 0 0,-2 0 1 0 0,0 2-1 0 0,-1-1 0 0 0,10 20 1 0 0,-9-9 90 0 0,-9-20-157 0 0,0 0-1 0 0,1 0 1 0 0,0-1-1 0 0,0 1 1 0 0,0 0-1 0 0,0-1 1 0 0,1 0-1 0 0,0 0 0 0 0,8 8 1 0 0,-11-12-135 0 0,0-1 0 0 0,0 0 0 0 0,1 0 0 0 0,-1 1 0 0 0,0-1 0 0 0,0 0 0 0 0,0 0 0 0 0,1 0 0 0 0,-1-1 0 0 0,0 1 1 0 0,0 0-1 0 0,0 0 0 0 0,0-1 0 0 0,1 1 0 0 0,-1 0 0 0 0,0-1 0 0 0,0 1 0 0 0,0-1 0 0 0,0 0 0 0 0,0 1 0 0 0,0-1 0 0 0,0 0 0 0 0,0 1 0 0 0,0-1 0 0 0,0 0 0 0 0,-1 0 0 0 0,1 0 0 0 0,1-1 0 0 0,25-34 355 0 0,-22 28-241 0 0,15-21-572 0 0,21-44-1 0 0,-23 38-2788 0 0,-9 20-3119 0 0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39.17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3 116 3681 0 0,'0'0'258'0'0,"0"-1"1"0"0,-1 0-1 0 0,1 0 1 0 0,0 0-1 0 0,-1 0 0 0 0,1 0 1 0 0,0 0-1 0 0,0 0 1 0 0,0 1-1 0 0,0-1 1 0 0,0 0-1 0 0,0 0 1 0 0,0 0-1 0 0,0 0 0 0 0,0 0 1 0 0,1 0-1 0 0,-1 0 1 0 0,0 0-1 0 0,0 0 1 0 0,1-1-1 0 0,6-22 2180 0 0,-3 15-2963 0 0,1 1-1 0 0,-1 0 0 0 0,1 0 1 0 0,11-14-1 0 0,-15 21 439 0 0,0 0 1 0 0,0-1-1 0 0,0 1 1 0 0,0 0-1 0 0,1 0 0 0 0,-1 0 1 0 0,0 0-1 0 0,0 0 1 0 0,1 0-1 0 0,-1 0 1 0 0,1 0-1 0 0,-1 1 0 0 0,1-1 1 0 0,-1 0-1 0 0,1 1 1 0 0,-1 0-1 0 0,1-1 1 0 0,0 1-1 0 0,-1 0 0 0 0,1 0 1 0 0,0-1-1 0 0,-1 1 1 0 0,1 0-1 0 0,-1 1 1 0 0,1-1-1 0 0,0 0 0 0 0,-1 0 1 0 0,1 1-1 0 0,-1-1 1 0 0,1 1-1 0 0,-1-1 1 0 0,1 1-1 0 0,-1 0 0 0 0,1 0 1 0 0,2 1-1 0 0,4 5 87 0 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39.32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1 110 456 0 0,'7'-10'9946'0'0,"12"-17"-8155"0"0,28-37-2646 0 0,-40 55 855 0 0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39.65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5065 0 0,'10'11'10482'0'0,"65"63"-8341"0"0,-43-48-1869 0 0,48 32 1 0 0,-67-50-223 0 0,0-1 1 0 0,0 0-1 0 0,1 0 0 0 0,0-2 1 0 0,0 1-1 0 0,1-2 1 0 0,17 4-1 0 0,-29-8-145 0 0,0 1 1 0 0,-1-1-1 0 0,1 0 0 0 0,0 0 1 0 0,0 0-1 0 0,-1 0 1 0 0,1 0-1 0 0,0 0 0 0 0,0-1 1 0 0,-1 1-1 0 0,1-1 0 0 0,-1 0 1 0 0,1 0-1 0 0,0 0 1 0 0,-1 0-1 0 0,0-1 0 0 0,1 1 1 0 0,-1 0-1 0 0,0-1 0 0 0,1 0 1 0 0,-1 1-1 0 0,2-3 1 0 0,-1 0-291 0 0,-1 0 1 0 0,1-1 0 0 0,-1 1 0 0 0,1 0 0 0 0,-1-1 0 0 0,-1 0 0 0 0,1 1 0 0 0,-1-1 0 0 0,1 0 0 0 0,-1 0 0 0 0,0-6 0 0 0,2-4-4738 0 0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39.89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 9 3681 0 0,'-26'-9'9678'0'0,"39"10"-10317"0"0,21 4-4546 0 0,-21-4 3251 0 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40.34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97 6 2761 0 0,'-3'-1'285'0'0,"0"0"0"0"0,1 0 0 0 0,-1 0 1 0 0,0 1-1 0 0,0-1 0 0 0,0 1 1 0 0,0-1-1 0 0,0 1 0 0 0,0 0 0 0 0,0 0 1 0 0,0 1-1 0 0,1-1 0 0 0,-1 1 1 0 0,0-1-1 0 0,0 1 0 0 0,0 0 0 0 0,0 0 1 0 0,1 0-1 0 0,-1 0 0 0 0,0 0 1 0 0,1 1-1 0 0,-1-1 0 0 0,1 1 1 0 0,0 0-1 0 0,-1 0 0 0 0,1 0 0 0 0,0 0 1 0 0,0 0-1 0 0,-3 4 0 0 0,3-2-164 0 0,0 0 0 0 0,0-1 0 0 0,1 1 0 0 0,-1 0 0 0 0,1 1 0 0 0,0-1 0 0 0,0 0 0 0 0,0 0 0 0 0,1 1-1 0 0,-1-1 1 0 0,1 0 0 0 0,0 0 0 0 0,0 1 0 0 0,1-1 0 0 0,-1 0 0 0 0,1 1 0 0 0,0-1 0 0 0,0 0 0 0 0,3 8 0 0 0,-2-9-88 0 0,-1-1 0 0 0,1 1 0 0 0,-1 0 0 0 0,1-1 0 0 0,0 1 0 0 0,0-1 0 0 0,0 0 0 0 0,0 1 0 0 0,0-1 0 0 0,0 0 0 0 0,1 0 0 0 0,-1 0 0 0 0,1-1 0 0 0,-1 1 0 0 0,5 1 1 0 0,47 15 370 0 0,-46-17-254 0 0,-1 1 0 0 0,1 0 1 0 0,-1 0-1 0 0,0 1 0 0 0,1 0 0 0 0,-1 0 1 0 0,12 9-1 0 0,-16-9-38 0 0,0-1 1 0 0,-1 1 0 0 0,0 0 0 0 0,0 0-1 0 0,0 0 1 0 0,0 0 0 0 0,0 0 0 0 0,-1 0-1 0 0,1 0 1 0 0,-1 1 0 0 0,0-1 0 0 0,0 1-1 0 0,0-1 1 0 0,0 1 0 0 0,-1-1 0 0 0,1 1-1 0 0,-1 0 1 0 0,0-1 0 0 0,0 1 0 0 0,-1-1-1 0 0,1 1 1 0 0,-1-1 0 0 0,1 1 0 0 0,-1-1-1 0 0,-2 5 1 0 0,-3 12 360 0 0,-1-1 0 0 0,-1-1 0 0 0,-15 26 0 0 0,9-18-355 0 0,-5 9-1644 0 0,10-19-5383 0 0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48.2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1979 262 3225 0 0,'4'-18'99'0'0,"-1"8"-79"0"0,-1 1 1 0 0,0 0 0 0 0,-1 0 0 0 0,0-1 0 0 0,0 1-1 0 0,-1-1 1 0 0,0 1 0 0 0,0 0 0 0 0,-4-15-1 0 0,4 23 0 0 0,-1 0 0 0 0,0 0 0 0 0,1-1-1 0 0,-1 1 1 0 0,0 0 0 0 0,0 0-1 0 0,0 0 1 0 0,0 0 0 0 0,0 0-1 0 0,0 0 1 0 0,-1 1 0 0 0,1-1-1 0 0,0 0 1 0 0,0 0 0 0 0,0 1 0 0 0,-1-1-1 0 0,1 1 1 0 0,-2-1 0 0 0,-32-6 592 0 0,2 0 108 0 0,-37-27 2278 0 0,53 24-2051 0 0,-1 1 0 0 0,0 1 0 0 0,0 1 0 0 0,-1 0 0 0 0,1 1 0 0 0,-2 1 0 0 0,-31-4-1 0 0,25 8-597 0 0,-1 2-1 0 0,1 0 1 0 0,-49 10 0 0 0,-77 27 34 0 0,135-33-326 0 0,-29 10 101 0 0,0 1-1 0 0,1 3 0 0 0,-67 38 0 0 0,-118 89 439 0 0,213-135-564 0 0,-26 20-16 0 0,2 2 1 0 0,0 2 0 0 0,-65 75-1 0 0,-85 137 35 0 0,158-198-107 0 0,2 0 0 0 0,3 3 0 0 0,-30 73 0 0 0,25-37-68 0 0,-28 123 0 0 0,-35 204-96 0 0,31 3 184 0 0,60 18 16 0 0,9-275 16 0 0,-1-31 17 0 0,5 1 0 0 0,7-1-1 0 0,4-1 1 0 0,40 134 0 0 0,-38-197-13 0 0,3-1 0 0 0,2-2 0 0 0,3-1 0 0 0,3-1 0 0 0,3-1 0 0 0,50 65 0 0 0,-18-27 0 0 0,-37-51 0 0 0,3-1 0 0 0,1-2 0 0 0,58 57 0 0 0,-59-73 9 0 0,1-1 0 0 0,1-2 0 0 0,1-1 0 0 0,1-2 1 0 0,1-2-1 0 0,63 25 0 0 0,-45-24-12 0 0,0-1 0 0 0,2-4 0 0 0,0-1-1 0 0,0-4 1 0 0,120 9 0 0 0,-87-19-112 0 0,1-4 0 0 0,-1-4 0 0 0,0-3 0 0 0,-1-5 0 0 0,104-31-1 0 0,118-27 0 0 0,-139 36-78 0 0,-152 32 189 0 0,0-1 0 0 0,-1 0 0 0 0,0-1-1 0 0,0-1 1 0 0,-1-2 0 0 0,0 1 0 0 0,0-2 0 0 0,-1-1 0 0 0,-1 0 0 0 0,0-1 0 0 0,0-1 0 0 0,-1 0 0 0 0,-1-1 0 0 0,25-32 0 0 0,50-86 144 0 0,2-1 2 0 0,-55 81-141 0 0,-1-1 0 0 0,-3-1 0 0 0,39-91 0 0 0,51-187 0 0 0,-104 274 18 0 0,75-270 252 0 0,-73 226-262 0 0,-3 23 328 0 0,13-150 0 0 0,-31 196-315 0 0,-1 0 0 0 0,-1 0 0 0 0,-9-39 0 0 0,-30-100 478 0 0,-3-23 86 0 0,12 36-234 0 0,-62-179 0 0 0,69 256-154 0 0,-75-208-296 0 0,95 280 101 0 0,-65-152 332 0 0,55 134-258 0 0,-1 0 0 0 0,-1 1 0 0 0,-29-35 1 0 0,2 8-17 0 0,21 25 27 0 0,0 1 0 0 0,-2 2 0 0 0,-1 0 0 0 0,-38-30 1 0 0,36 33-29 0 0,1-1 0 0 0,1-2 0 0 0,2 0 0 0 0,-30-44 0 0 0,15 20-66 0 0,6 8-4 0 0,-2 2 0 0 0,-1 1 1 0 0,-3 2-1 0 0,0 2 0 0 0,-55-39 1 0 0,72 59 99 0 0,-28-27 0 0 0,33 27 35 0 0,-1 1 1 0 0,-22-15-1 0 0,33 26-100 0 0,-1 0-1 0 0,1 0 1 0 0,-1 0-1 0 0,0 1 1 0 0,0 0-1 0 0,0 1 1 0 0,0 0-1 0 0,-1 0 1 0 0,-14-1 0 0 0,-45 1 132 0 0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7:02.6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2386 313 5529 0 0,'-36'-11'1300'0'0,"-59"-25"-1"0"0,68 23-658 0 0,-1 2-1 0 0,-1 1 1 0 0,-55-12-1 0 0,36 17-195 0 0,0 1 0 0 0,0 3 1 0 0,0 2-1 0 0,-84 12 0 0 0,-186 57 841 0 0,284-60-1180 0 0,1 2 0 0 0,0 2 0 0 0,0 0 0 0 0,1 2 0 0 0,1 2 0 0 0,-35 25 1 0 0,-27 22-52 0 0,29-23-67 0 0,2 3 0 0 0,2 3 0 0 0,-74 75 1 0 0,-116 165-109 0 0,180-206 106 0 0,29-30 10 0 0,2 3-1 0 0,2 0 0 0 0,3 3 1 0 0,3 1-1 0 0,2 1 1 0 0,-25 74-1 0 0,1 29-11 0 0,-38 200 0 0 0,77-291 16 0 0,2 0 0 0 0,-2 86 0 0 0,13-113 0 0 0,3-1 0 0 0,1 1 0 0 0,2-1 0 0 0,20 80 0 0 0,-6-57 86 0 0,3 0-1 0 0,44 90 0 0 0,-44-114-29 0 0,2-1 0 0 0,2-1 0 0 0,1-1 0 0 0,46 51 0 0 0,-42-57-2 0 0,1-2 0 0 0,2-1-1 0 0,0-1 1 0 0,2-2 0 0 0,2-2-1 0 0,0-1 1 0 0,1-3 0 0 0,2 0 0 0 0,0-3-1 0 0,1-1 1 0 0,0-2 0 0 0,2-3-1 0 0,0-1 1 0 0,68 10 0 0 0,-47-15-22 0 0,0-2 0 0 0,0-4 0 0 0,1-2 0 0 0,-1-3 0 0 0,0-3 0 0 0,0-3 0 0 0,-1-3 0 0 0,-1-2 0 0 0,0-3 0 0 0,-1-3 0 0 0,-1-3 0 0 0,-1-2 0 0 0,64-39 0 0 0,-47 19 122 0 0,-3-4-1 0 0,92-79 1 0 0,-145 110-142 0 0,311-290 761 0 0,-256 230-556 0 0,-3-3 1 0 0,69-103 0 0 0,130-240-146 0 0,-248 380-36 0 0,-1 0-1 0 0,-3-2 1 0 0,-1 0 0 0 0,-2-2 0 0 0,-3 0-1 0 0,-2 0 1 0 0,7-60 0 0 0,-3-44 190 0 0,-5-159 0 0 0,-5 76-128 0 0,-3 168-113 0 0,-2 1 0 0 0,-4-1 0 0 0,-3 1 0 0 0,-21-103 0 0 0,20 141 75 0 0,-1 0 0 0 0,-2 1 1 0 0,-1-1-1 0 0,-1 2 0 0 0,-1 0 0 0 0,-1 0 1 0 0,-1 1-1 0 0,-2 1 0 0 0,-1 1 1 0 0,0 0-1 0 0,-2 1 0 0 0,-35-31 0 0 0,37 39-23 0 0,0 0 1 0 0,0 2-1 0 0,-1 0 0 0 0,-1 2 0 0 0,0 0 0 0 0,0 1 1 0 0,-1 1-1 0 0,-1 0 0 0 0,1 2 0 0 0,-1 1 0 0 0,-1 0 0 0 0,1 2 1 0 0,-1 1-1 0 0,1 0 0 0 0,-1 2 0 0 0,-30 2 0 0 0,-5 3-37 0 0,1 4 0 0 0,0 2 0 0 0,0 2 0 0 0,-101 36 0 0 0,136-39-636 0 0,-1 1-1 0 0,1 1 1 0 0,1 1 0 0 0,0 1-1 0 0,1 1 1 0 0,1 1-1 0 0,-28 25 1 0 0,-84 62-6362 0 0,6-6 2277 0 0,113-86 4432 0 0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7:11.9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938 160 5065 0 0,'-23'-7'616'0'0,"0"2"0"0"0,0 0-1 0 0,0 2 1 0 0,-1 0 0 0 0,-25 2 0 0 0,1 2-349 0 0,-71 11 0 0 0,99-8-339 0 0,0 1-1 0 0,1 1 1 0 0,0 1 0 0 0,0 1-1 0 0,0 0 1 0 0,1 2 0 0 0,0 0-1 0 0,1 1 1 0 0,0 0-1 0 0,1 2 1 0 0,-22 21 0 0 0,-1 5 97 0 0,1 1 0 0 0,-63 91-1 0 0,75-91 47 0 0,2 0-1 0 0,2 1 0 0 0,2 2 0 0 0,2 0 0 0 0,1 1 1 0 0,2 1-1 0 0,3 0 0 0 0,1 1 0 0 0,3 0 0 0 0,1 0 0 0 0,2 1 1 0 0,3 0-1 0 0,1 0 0 0 0,3 0 0 0 0,11 72 0 0 0,-8-97 1 0 0,1-1 0 0 0,1 1 0 0 0,1-1 0 0 0,1-1 0 0 0,0 0 0 0 0,2 0 0 0 0,0-1 0 0 0,1 0 0 0 0,29 33 0 0 0,11 6 203 0 0,87 74 0 0 0,-120-115-209 0 0,24 19 93 0 0,1-2-1 0 0,2-2 1 0 0,1-3-1 0 0,1-1 1 0 0,2-3 0 0 0,0-1-1 0 0,102 31 1 0 0,-43-19-332 0 0,-2 5 0 0 0,-2 4 1 0 0,-2 6-1 0 0,107 69 0 0 0,-133-76 189 0 0,146 60-1 0 0,-142-70-11 0 0,-59-23 0 0 0,0 1 0 0 0,-1 1 0 0 0,-1 0 0 0 0,0 2 0 0 0,0 0-1 0 0,-2 1 1 0 0,18 20 0 0 0,106 140 35 0 0,-49-57-27 0 0,-68-88 51 0 0,-1 2 0 0 0,-1 0 0 0 0,-2 1 0 0 0,-1 2 1 0 0,-2 0-1 0 0,-2 0 0 0 0,20 65 0 0 0,87 350 850 0 0,103 312 984 0 0,-185-652-1748 0 0,-5 2 0 0 0,30 153 0 0 0,-31 8-65 0 0,10 54 222 0 0,-9-169 45 0 0,23 129-270 0 0,-34-153 453 0 0,83 255 1 0 0,-90-334-536 0 0,41 112-12 0 0,-46-140 15 0 0,0 1 1 0 0,2-2-1 0 0,31 44 0 0 0,-13-30-46 0 0,2-1-1 0 0,72 63 1 0 0,95 51-232 0 0,-121-105-68 0 0,161 71 1 0 0,-189-98 199 0 0,2-2-1 0 0,1-3 0 0 0,0-2 0 0 0,93 12 1 0 0,236-3-127 0 0,-334-24 191 0 0,-1-3 0 0 0,0-2 0 0 0,0-2 1 0 0,0-2-1 0 0,-1-2 0 0 0,0-3 0 0 0,-1-2 0 0 0,76-35 0 0 0,-24-1-128 0 0,-1-3 0 0 0,118-90 0 0 0,-158 102 422 0 0,137-103 107 0 0,-143 102-427 0 0,74-77 0 0 0,89-133 191 0 0,-170 194-162 0 0,-3-3-1 0 0,48-93 1 0 0,-83 138 51 0 0,0-1 0 0 0,0 0-1 0 0,-2 0 1 0 0,-1 0 0 0 0,0 0-1 0 0,-1-1 1 0 0,-1 0 0 0 0,-1 0-1 0 0,-1 0 1 0 0,0 0 0 0 0,-2 0-1 0 0,0 0 1 0 0,-2 0 0 0 0,0 1 0 0 0,-1-1-1 0 0,-1 0 1 0 0,0 1 0 0 0,-2 0-1 0 0,0 1 1 0 0,-1-1 0 0 0,-1 1-1 0 0,-1 1 1 0 0,0 0 0 0 0,-2 0-1 0 0,1 1 1 0 0,-2 0 0 0 0,0 1-1 0 0,-19-16 1 0 0,-363-326 3326 0 0,335 306-2926 0 0,-129-82 0 0 0,47 37 20 0 0,-140-101 486 0 0,-21-16 482 0 0,230 164-1109 0 0,-90-45 0 0 0,-46-29-78 0 0,-9-47-226 0 0,93 68 16 0 0,-240-226 35 0 0,198 169 13 0 0,121 113 71 0 0,2-1-1 0 0,2-3 1 0 0,2-1 0 0 0,3-2-1 0 0,1-1 1 0 0,4-2 0 0 0,-29-66-1 0 0,-12-32-90 0 0,-83-186-37 0 0,-44-230 66 0 0,163 461-153 0 0,-4 2 0 0 0,-73-133 0 0 0,31 69 40 0 0,-10-74 40 0 0,33 75 0 0 0,33 112 66 0 0,-3 0-1 0 0,-2 2 0 0 0,-3 1 1 0 0,-1 2-1 0 0,-53-58 0 0 0,-188-201 433 0 0,256 288-445 0 0,0 2-1 0 0,-1 0 1 0 0,-1 2 0 0 0,-1 0 0 0 0,-1 1-1 0 0,0 2 1 0 0,-2 1 0 0 0,0 0 0 0 0,0 2 0 0 0,-2 2-1 0 0,-48-16 1 0 0,-17-2-370 0 0,29 8 463 0 0,-1 3 0 0 0,-110-17 0 0 0,159 35-7 0 0,1 0 0 0 0,-1 1 0 0 0,0 1 0 0 0,1 1-1 0 0,-1 0 1 0 0,1 1 0 0 0,0 1 0 0 0,-27 9-1 0 0,-2 6-42 0 0,-69 39 1 0 0,9-2-136 0 0,90-50-252 0 0,0-1-1 0 0,-1 0 1 0 0,-24 4-1 0 0,27-7-1102 0 0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29.2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100 149 5065 0 0,'-14'-14'969'0'0,"1"-1"0"0"0,0 0 0 0 0,1-1 0 0 0,1 0-1 0 0,0 0 1 0 0,1-2 0 0 0,-5-20 2281 0 0,15 38-3213 0 0,10 6 903 0 0,10 12-270 0 0,17 29 383 0 0,51 87 0 0 0,-4-4-502 0 0,101 146-1369 0 0,-164-240-3142 0 0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29.5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27 300 6913 0 0,'-5'-10'524'0'0,"1"0"-1"0"0,0-1 1 0 0,0 0-1 0 0,-3-21 1 0 0,6 28-247 0 0,1 0 0 0 0,-1 0 0 0 0,1 1 0 0 0,0-1 0 0 0,0 0 0 0 0,0 0 0 0 0,0 0 0 0 0,1 0 0 0 0,0 0 0 0 0,-1 0 0 0 0,2 0 0 0 0,-1 1 0 0 0,0-1 1 0 0,1 0-1 0 0,-1 1 0 0 0,1-1 0 0 0,4-5 0 0 0,-5 8-218 0 0,0 0 1 0 0,1 0 0 0 0,-1 0-1 0 0,0 1 1 0 0,1-1-1 0 0,-1 0 1 0 0,0 0-1 0 0,1 1 1 0 0,-1-1 0 0 0,1 1-1 0 0,0 0 1 0 0,-1-1-1 0 0,1 1 1 0 0,-1 0-1 0 0,1 0 1 0 0,-1 0 0 0 0,1 0-1 0 0,0 0 1 0 0,-1 0-1 0 0,1 0 1 0 0,-1 1 0 0 0,1-1-1 0 0,-1 0 1 0 0,1 1-1 0 0,-1 0 1 0 0,1-1-1 0 0,1 2 1 0 0,41 25 683 0 0,-37-23-588 0 0,36 30 624 0 0,40 38 1 0 0,29 23-304 0 0,-106-91-463 0 0,0 0 1 0 0,1 0 0 0 0,0-1 0 0 0,-1 1-1 0 0,1-2 1 0 0,0 1 0 0 0,0-1 0 0 0,13 2-1 0 0,-18-3 14 0 0,-1-1 0 0 0,0 0 0 0 0,0 0 1 0 0,1 0-1 0 0,-1 0 0 0 0,0 0 0 0 0,0 0 0 0 0,1 0 0 0 0,-1-1 0 0 0,0 1 0 0 0,0 0 0 0 0,1-1 0 0 0,-1 1 0 0 0,0-1 0 0 0,0 1 0 0 0,0-1 0 0 0,0 1 0 0 0,0-1 0 0 0,0 0 0 0 0,0 0 0 0 0,0 0 0 0 0,1 0 0 0 0,-1-1 54 0 0,0 0 1 0 0,-1 0-1 0 0,1 0 1 0 0,-1 0-1 0 0,1 0 1 0 0,-1 0-1 0 0,0 0 0 0 0,0 0 1 0 0,0 0-1 0 0,0 0 1 0 0,0 0-1 0 0,0 0 1 0 0,0 0-1 0 0,-1 0 0 0 0,1 0 1 0 0,-1 0-1 0 0,1 0 1 0 0,-1 1-1 0 0,-1-3 1 0 0,-11-29 396 0 0,-23-40 1 0 0,22 47-617 0 0,1 0-1 0 0,-16-52 1 0 0,23 59-912 0 0,2 0-1 0 0,0 0 1 0 0,-1-28-1 0 0,5 26-5524 0 0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29.8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15 105 2304 0 0,'-2'-2'514'0'0,"1"0"-1"0"0,-1 1 0 0 0,1-1 0 0 0,0 0 0 0 0,-1 0 0 0 0,1 0 1 0 0,0-1-1 0 0,0 1 0 0 0,0 0 0 0 0,0-3 0 0 0,0 0 1430 0 0,7 22-229 0 0,-3-11-1493 0 0,0 1 0 0 0,0-1 0 0 0,0 1 0 0 0,1-1 0 0 0,0 0 0 0 0,0 0 0 0 0,0-1 0 0 0,1 1 0 0 0,0-1 0 0 0,0 0 0 0 0,0 0 0 0 0,1-1 0 0 0,0 1-1 0 0,0-1 1 0 0,9 5 0 0 0,-12-7-194 0 0,1-1-1 0 0,0 1 0 0 0,0 0 0 0 0,0-1 0 0 0,0 0 0 0 0,0 0 1 0 0,0 0-1 0 0,0-1 0 0 0,0 1 0 0 0,0-1 0 0 0,0 0 1 0 0,0 0-1 0 0,0 0 0 0 0,0 0 0 0 0,1-1 0 0 0,-1 0 1 0 0,0 0-1 0 0,0 0 0 0 0,0 0 0 0 0,-1-1 0 0 0,1 1 0 0 0,0-1 1 0 0,-1 0-1 0 0,1 0 0 0 0,-1-1 0 0 0,1 1 0 0 0,-1-1 1 0 0,4-3-1 0 0,-5 4 43 0 0,0-1 0 0 0,0 0 1 0 0,0 1-1 0 0,0-1 0 0 0,0 0 1 0 0,0 0-1 0 0,-1 0 0 0 0,0 0 0 0 0,0 0 1 0 0,1 0-1 0 0,-2-1 0 0 0,1 1 1 0 0,0 0-1 0 0,-1 0 0 0 0,1-1 1 0 0,-1 1-1 0 0,0 0 0 0 0,0-1 0 0 0,-1 1 1 0 0,1 0-1 0 0,0-1 0 0 0,-1 1 1 0 0,0 0-1 0 0,0 0 0 0 0,0-1 0 0 0,0 1 1 0 0,-1 0-1 0 0,1 0 0 0 0,-1 0 1 0 0,0 1-1 0 0,1-1 0 0 0,-1 0 1 0 0,-4-3-1 0 0,2 1-264 0 0,0 0 1 0 0,0 0 0 0 0,-1 0-1 0 0,0 1 1 0 0,0 0-1 0 0,0 0 1 0 0,-1 0-1 0 0,1 0 1 0 0,-1 1-1 0 0,0 0 1 0 0,0 0-1 0 0,0 1 1 0 0,0-1 0 0 0,0 1-1 0 0,-1 1 1 0 0,-7-2-1 0 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30.3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148 258 5065 0 0,'-3'0'283'0'0,"1"0"0"0"0,-1 1 0 0 0,1-1 0 0 0,-1 1 0 0 0,1-1 0 0 0,-1 1 1 0 0,1 0-1 0 0,-1 0 0 0 0,1 0 0 0 0,0 0 0 0 0,-1 0 0 0 0,1 0 0 0 0,0 1 0 0 0,0-1 0 0 0,0 1 0 0 0,0 0 0 0 0,-3 3 0 0 0,1-1 8 0 0,1 1 1 0 0,0 0-1 0 0,0 0 0 0 0,0 0 0 0 0,0 0 1 0 0,1 1-1 0 0,-3 8 0 0 0,1 1-15 0 0,0 0 1 0 0,2 0-1 0 0,0 0 1 0 0,0 1-1 0 0,1 18 0 0 0,2-28-214 0 0,-1 0 0 0 0,1 0-1 0 0,0 0 1 0 0,1 0 0 0 0,-1 0-1 0 0,1 0 1 0 0,0-1 0 0 0,1 1 0 0 0,-1-1-1 0 0,1 0 1 0 0,4 6 0 0 0,-6-10-83 0 0,0 1 1 0 0,0-1 0 0 0,0 1 0 0 0,0-1 0 0 0,1 0 0 0 0,-1 0 0 0 0,0 0 0 0 0,1 1-1 0 0,-1-1 1 0 0,1-1 0 0 0,-1 1 0 0 0,1 0 0 0 0,0 0 0 0 0,-1 0 0 0 0,1-1-1 0 0,0 1 1 0 0,0-1 0 0 0,0 0 0 0 0,-1 1 0 0 0,1-1 0 0 0,0 0 0 0 0,0 0-1 0 0,0 0 1 0 0,-1 0 0 0 0,1 0 0 0 0,0-1 0 0 0,0 1 0 0 0,0 0 0 0 0,-1-1-1 0 0,1 1 1 0 0,0-1 0 0 0,-1 0 0 0 0,1 0 0 0 0,0 0 0 0 0,-1 1 0 0 0,1-1-1 0 0,-1-1 1 0 0,1 1 0 0 0,1-2 0 0 0,1-1-169 0 0,0 0 0 0 0,0-1 0 0 0,0 1 0 0 0,-1-1 0 0 0,0 0 0 0 0,0 0 0 0 0,0 0 0 0 0,-1 0 0 0 0,1-1 1 0 0,-1 1-1 0 0,-1-1 0 0 0,1 1 0 0 0,-1-1 0 0 0,2-9 0 0 0,-1-3-175 0 0,0 0 0 0 0,-2 0 1 0 0,-1-25-1 0 0,-1 25 289 0 0,-1 0-1 0 0,-1 0 1 0 0,0 0-1 0 0,-2 0 1 0 0,0 1-1 0 0,-1 0 1 0 0,-12-22-1 0 0,3 11 523 0 0,-2 0-1 0 0,0 1 0 0 0,-28-31 1 0 0,43 55-171 0 0,1 0 20 0 0,0 0-1 0 0,0 1 0 0 0,-1-1 1 0 0,1 1-1 0 0,0 0 1 0 0,-1-1-1 0 0,0 1 1 0 0,1 0-1 0 0,-1 0 1 0 0,0 1-1 0 0,0-1 1 0 0,0 1-1 0 0,-9 2 4056 0 0,25 24-3264 0 0,25 34-506 0 0,2-2 0 0 0,64 69-1 0 0,36 21-3299 0 0,-117-123-4352 0 0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30.72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114 278 9674 0 0,'2'0'202'0'0,"0"0"0"0"0,-1-1 0 0 0,1 1 0 0 0,-1 0-1 0 0,1-1 1 0 0,-1 0 0 0 0,1 1 0 0 0,-1-1 0 0 0,0 0 0 0 0,1 0 0 0 0,-1 0 0 0 0,0 0-1 0 0,1 0 1 0 0,-1 0 0 0 0,0 0 0 0 0,0 0 0 0 0,0 0 0 0 0,0-1 0 0 0,0 1 0 0 0,0 0-1 0 0,0-1 1 0 0,-1 1 0 0 0,1-1 0 0 0,0 1 0 0 0,-1-1 0 0 0,1 1 0 0 0,-1-1 0 0 0,1 1-1 0 0,-1-1 1 0 0,0 1 0 0 0,0-3 0 0 0,2-5 126 0 0,-2 1 0 0 0,1-1 0 0 0,-1 1 0 0 0,-1-13 0 0 0,-1 8-133 0 0,0-1-1 0 0,-1 1 0 0 0,0 0 0 0 0,-1 0 1 0 0,0 0-1 0 0,-11-20 0 0 0,12 28-149 0 0,0 0 0 0 0,1 0-1 0 0,-2 0 1 0 0,1 0 0 0 0,-1 1 0 0 0,1-1 0 0 0,-1 1-1 0 0,0 0 1 0 0,-1 0 0 0 0,1 0 0 0 0,-1 1 0 0 0,1-1-1 0 0,-1 1 1 0 0,0 0 0 0 0,-1 1 0 0 0,1-1-1 0 0,-10-2 1 0 0,14 4-41 0 0,0 1-1 0 0,0 0 0 0 0,0 0 1 0 0,0-1-1 0 0,0 1 0 0 0,0 0 0 0 0,0 0 1 0 0,0 0-1 0 0,0 0 0 0 0,0 0 1 0 0,0 0-1 0 0,0 1 0 0 0,0-1 1 0 0,0 0-1 0 0,0 0 0 0 0,0 1 1 0 0,0-1-1 0 0,0 1 0 0 0,0-1 1 0 0,1 0-1 0 0,-1 1 0 0 0,0 0 1 0 0,0-1-1 0 0,0 1 0 0 0,1 0 0 0 0,-2 0 1 0 0,1 1-13 0 0,0 0 1 0 0,0 0-1 0 0,1-1 1 0 0,-1 1-1 0 0,1 0 1 0 0,-1 0-1 0 0,1 0 1 0 0,0 0-1 0 0,0 0 1 0 0,-1 0-1 0 0,1 0 1 0 0,1 0-1 0 0,-1 1 0 0 0,2 9-125 0 0,0 0 0 0 0,1 0 0 0 0,6 16 1 0 0,-8-25 90 0 0,2 5 17 0 0,1 1-1 0 0,0-1 1 0 0,1 0-1 0 0,0 0 1 0 0,0 0-1 0 0,0 0 1 0 0,1-1 0 0 0,0 0-1 0 0,1 0 1 0 0,0-1-1 0 0,0 0 1 0 0,0 0-1 0 0,1 0 1 0 0,-1-1-1 0 0,1 0 1 0 0,1-1 0 0 0,-1 0-1 0 0,15 5 1 0 0,-8-4 18 0 0,-1-1-1 0 0,1 0 1 0 0,0-1 0 0 0,1-1 0 0 0,-1 0 0 0 0,0-2 0 0 0,0 1-1 0 0,1-2 1 0 0,-1 0 0 0 0,28-6 0 0 0,-41 7-153 0 0,0-1 0 0 0,1 0 0 0 0,-1 1 0 0 0,1-1 0 0 0,-1 0 0 0 0,0 0 0 0 0,0-1 0 0 0,1 1 0 0 0,-1 0-1 0 0,0-1 1 0 0,0 0 0 0 0,0 1 0 0 0,-1-1 0 0 0,1 0 0 0 0,0 0 0 0 0,1-2 0 0 0,3-7-790 0 0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30.9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9 920 0 0,'0'-9'13827'0'0,"1"14"-12269"0"0,9 27-710 0 0,1 0 0 0 0,1 0 0 0 0,28 48 0 0 0,63 90 2571 0 0,-83-138-3282 0 0,5 9-839 0 0,-1 1 0 0 0,33 83 0 0 0,-41-81-65 0 0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31.9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55 73 10594 0 0,'-40'-50'2038'0'0,"26"27"2276"0"0,26 52-807 0 0,4 26-2962 0 0,-4-15-348 0 0,-6-18-354 0 0,71 199 405 0 0,-58-176-3605 0 0,28 50-1 0 0,-37-77-2171 0 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32.32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6 462 3681 0 0,'-1'-5'622'0'0,"-1"0"0"0"0,1 1 0 0 0,0-1 0 0 0,1 1-1 0 0,-1-1 1 0 0,1 0 0 0 0,0 0 0 0 0,0 1 0 0 0,1-1 0 0 0,-1 0 0 0 0,1 1 0 0 0,0-1 0 0 0,0 0 0 0 0,4-8 0 0 0,-4 11-489 0 0,0 1 1 0 0,0-1 0 0 0,0 0 0 0 0,0 0-1 0 0,0 1 1 0 0,0-1 0 0 0,0 1 0 0 0,1-1-1 0 0,-1 1 1 0 0,0 0 0 0 0,1-1 0 0 0,0 1-1 0 0,-1 0 1 0 0,1 0 0 0 0,0 0 0 0 0,-1 0-1 0 0,1 0 1 0 0,0 0 0 0 0,0 1 0 0 0,0-1-1 0 0,0 1 1 0 0,0-1 0 0 0,-1 1 0 0 0,1-1-1 0 0,0 1 1 0 0,0 0 0 0 0,0 0-1 0 0,0 0 1 0 0,0 0 0 0 0,0 1 0 0 0,0-1-1 0 0,0 0 1 0 0,0 1 0 0 0,0 0 0 0 0,0-1-1 0 0,0 1 1 0 0,3 1 0 0 0,17 10 247 0 0,-1 0 1 0 0,0 1-1 0 0,38 31 0 0 0,-41-29-95 0 0,1-1-1 0 0,0 0 1 0 0,1-2-1 0 0,36 18 0 0 0,5-11-188 0 0,-57-18-85 0 0,0 0 0 0 0,1 0 0 0 0,-1-1 0 0 0,0 1 0 0 0,0-1 1 0 0,1 0-1 0 0,-1 0 0 0 0,0-1 0 0 0,1 1 0 0 0,-1-1 0 0 0,0 0 0 0 0,7-2 0 0 0,-10 2 12 0 0,0 0-1 0 0,0 0 1 0 0,0 0 0 0 0,0 0 0 0 0,-1 0-1 0 0,1 0 1 0 0,0 0 0 0 0,0-1-1 0 0,-1 1 1 0 0,1 0 0 0 0,-1 0 0 0 0,1-1-1 0 0,-1 1 1 0 0,0 0 0 0 0,1-1 0 0 0,-1 1-1 0 0,0-1 1 0 0,0 1 0 0 0,0 0-1 0 0,0-1 1 0 0,0 1 0 0 0,0 0 0 0 0,0-1-1 0 0,-1 1 1 0 0,1 0 0 0 0,0-1 0 0 0,-2-1-1 0 0,-12-42 594 0 0,11 37-530 0 0,-39-91 199 0 0,19 45-77 0 0,-17-57 0 0 0,35 94-863 0 0,1 0 1 0 0,1-1-1 0 0,0 0 1 0 0,1 1 0 0 0,1-1-1 0 0,1 0 1 0 0,3-30 0 0 0,0 31-6056 0 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32.7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 84 1376 0 0,'-21'-23'11035'0'0,"17"38"-9731"0"0,4-4-1217 0 0,0 0 0 0 0,0-1 0 0 0,1 1 0 0 0,1 0 0 0 0,-1-1 0 0 0,2 1 0 0 0,0-1 0 0 0,0 0 0 0 0,0 0 0 0 0,2 0 0 0 0,-1 0 0 0 0,1 0 0 0 0,11 14 0 0 0,-13-19-56 0 0,0 0 0 0 0,0-1 0 0 0,1 0-1 0 0,0 1 1 0 0,0-1 0 0 0,0-1 0 0 0,0 1 0 0 0,1 0-1 0 0,0-1 1 0 0,-1 0 0 0 0,1 0 0 0 0,0-1-1 0 0,0 1 1 0 0,1-1 0 0 0,-1 0 0 0 0,0 0 0 0 0,1-1-1 0 0,-1 0 1 0 0,1 0 0 0 0,0 0 0 0 0,-1 0 0 0 0,1-1-1 0 0,0 0 1 0 0,-1 0 0 0 0,1-1 0 0 0,0 0 0 0 0,6-1-1 0 0,-9 1 0 0 0,-1 0 1 0 0,1 0-1 0 0,-1 1 0 0 0,0-2 0 0 0,1 1 0 0 0,-1 0 0 0 0,0 0 0 0 0,0-1 0 0 0,0 1 0 0 0,0-1 0 0 0,0 0 1 0 0,0 1-1 0 0,0-1 0 0 0,-1 0 0 0 0,1 0 0 0 0,-1 0 0 0 0,1-1 0 0 0,-1 1 0 0 0,2-3 0 0 0,-2 1 104 0 0,1-1 0 0 0,-1 1 0 0 0,0-1-1 0 0,0 0 1 0 0,-1 1 0 0 0,1-1 0 0 0,-1 0-1 0 0,0 1 1 0 0,-1-9 0 0 0,-2-3 211 0 0,0 0 1 0 0,-1 1 0 0 0,-1 0-1 0 0,0 0 1 0 0,-8-16-1 0 0,9 23-274 0 0,0 1-1 0 0,0 0 0 0 0,-1 0 0 0 0,0 0 1 0 0,0 0-1 0 0,0 1 0 0 0,-1 0 0 0 0,0 0 1 0 0,0 1-1 0 0,-7-5 0 0 0,8 7-196 0 0,1 0 0 0 0,-1 0 0 0 0,0 1 0 0 0,0 0 0 0 0,0 0 0 0 0,0 0-1 0 0,-6 0 1 0 0,7 1-356 0 0,-1 0-1 0 0,1 1 0 0 0,-1 0 0 0 0,1 0 0 0 0,-1 0 1 0 0,1 0-1 0 0,-1 1 0 0 0,1 0 0 0 0,-6 1 0 0 0,-1 2-1306 0 0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33.3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218 262 7834 0 0,'-8'-2'406'0'0,"0"1"0"0"0,0 0 0 0 0,0 1 1 0 0,0 0-1 0 0,0 0 0 0 0,0 0 0 0 0,0 1 0 0 0,0 0 1 0 0,1 1-1 0 0,-1 0 0 0 0,0 0 0 0 0,1 0 1 0 0,-1 1-1 0 0,1 0 0 0 0,0 1 0 0 0,0 0 0 0 0,0 0 1 0 0,0 0-1 0 0,-10 10 0 0 0,12-9-310 0 0,1 0 0 0 0,0 0 0 0 0,0 1-1 0 0,0 0 1 0 0,0 0 0 0 0,1 0 0 0 0,0 0 0 0 0,1 0 0 0 0,-1 0 0 0 0,1 1-1 0 0,0 0 1 0 0,1-1 0 0 0,0 1 0 0 0,0 0 0 0 0,0 0 0 0 0,1-1 0 0 0,0 1-1 0 0,1 10 1 0 0,-1-11-88 0 0,1 1-1 0 0,0-1 1 0 0,0 0-1 0 0,1 1 1 0 0,-1-1-1 0 0,1 0 1 0 0,1 0-1 0 0,-1 0 1 0 0,1 0-1 0 0,0-1 1 0 0,1 1-1 0 0,-1-1 1 0 0,1 0-1 0 0,0 0 1 0 0,0 0-1 0 0,0 0 1 0 0,1-1-1 0 0,0 1 1 0 0,10 6-1 0 0,-14-10-31 0 0,1 0 0 0 0,0-1 0 0 0,-1 1 0 0 0,1 0 0 0 0,0 0 0 0 0,0-1-1 0 0,0 1 1 0 0,0-1 0 0 0,-1 0 0 0 0,1 1 0 0 0,0-1 0 0 0,0 0 0 0 0,0 0 0 0 0,0 0 0 0 0,0 0-1 0 0,0-1 1 0 0,0 1 0 0 0,0 0 0 0 0,-1-1 0 0 0,1 1 0 0 0,3-2 0 0 0,-2 0-32 0 0,-1 0 0 0 0,1 0 0 0 0,0 0 0 0 0,0 0 0 0 0,-1 0 0 0 0,0-1 0 0 0,1 1 0 0 0,-1-1 0 0 0,0 0 0 0 0,0 0 0 0 0,2-3 0 0 0,1-5-86 0 0,0 0 0 0 0,0 0 0 0 0,-1 0 0 0 0,0-1 0 0 0,3-20 0 0 0,-6 20 72 0 0,0-1 0 0 0,0 0 0 0 0,-2 0-1 0 0,1 0 1 0 0,-2 0 0 0 0,0 0 0 0 0,0 0-1 0 0,-1 0 1 0 0,-1 1 0 0 0,-9-24 0 0 0,-7-6-7 0 0,-44-68 0 0 0,25 47 691 0 0,3 9 2756 0 0,57 127 54 0 0,-1-29-3434 0 0,1-1 1 0 0,2-2 0 0 0,2 0-1 0 0,2-2 1 0 0,2-1 0 0 0,1-1-1 0 0,55 53 1 0 0,-63-69-1705 0 0,0 0 0 0 0,30 43 0 0 0,-32-35 1202 0 0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33.7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97 244 3225 0 0,'1'0'316'0'0,"0"-1"0"0"0,0 1 0 0 0,0-1 0 0 0,0 1 0 0 0,0-1 0 0 0,-1 0 0 0 0,1 1 0 0 0,0-1 0 0 0,0 0 0 0 0,0 0 0 0 0,0 1 0 0 0,-1-1 0 0 0,1 0 0 0 0,0 0 0 0 0,-1 0 0 0 0,1 0-1 0 0,-1 0 1 0 0,1 0 0 0 0,-1 0 0 0 0,0 0 0 0 0,1 0 0 0 0,-1 0 0 0 0,0 0 0 0 0,0 0 0 0 0,1-1 0 0 0,-1 0 0 0 0,0-1-702 0 0,4-9 848 0 0,-2 1 0 0 0,0-1-1 0 0,0 0 1 0 0,-1 0-1 0 0,0 0 1 0 0,-1 0 0 0 0,-3-22-1 0 0,3 29-309 0 0,-1-1 1 0 0,0 1-1 0 0,0 0 0 0 0,0 0 0 0 0,-1 0 1 0 0,1 0-1 0 0,-1 1 0 0 0,0-1 0 0 0,-1 0 1 0 0,1 1-1 0 0,-1-1 0 0 0,0 1 0 0 0,0 0 0 0 0,-1 0 1 0 0,1 0-1 0 0,-1 0 0 0 0,1 1 0 0 0,-1-1 1 0 0,-9-4-1 0 0,12 7-149 0 0,0 0-1 0 0,-1 1 1 0 0,1-1 0 0 0,0 1-1 0 0,-1-1 1 0 0,1 1 0 0 0,0-1-1 0 0,-1 1 1 0 0,1 0 0 0 0,-1 0-1 0 0,1 0 1 0 0,-1 0 0 0 0,1 0-1 0 0,0 0 1 0 0,-1 0 0 0 0,1 0-1 0 0,-1 0 1 0 0,1 1 0 0 0,0-1-1 0 0,-1 1 1 0 0,1-1 0 0 0,0 1-1 0 0,-3 1 1 0 0,2 0 8 0 0,0-1 0 0 0,0 1 1 0 0,0 0-1 0 0,0 0 0 0 0,1 1 0 0 0,-1-1 0 0 0,1 0 1 0 0,-1 1-1 0 0,1-1 0 0 0,0 1 0 0 0,-2 4 0 0 0,0 1 8 0 0,1 1-1 0 0,0 0 0 0 0,0 0 1 0 0,1 0-1 0 0,0 0 0 0 0,1 16 1 0 0,1-19-16 0 0,-1-1 0 0 0,1 1 0 0 0,0-1 0 0 0,1 1 0 0 0,0-1 0 0 0,-1 0 0 0 0,1 0 0 0 0,1 0 0 0 0,-1 0 0 0 0,1 0 0 0 0,0 0 0 0 0,0-1 0 0 0,1 1 0 0 0,-1-1 0 0 0,1 0 0 0 0,0 0 0 0 0,0 0 0 0 0,0-1 0 0 0,0 0 0 0 0,1 1 0 0 0,0-1 0 0 0,-1-1 0 0 0,1 1 0 0 0,0-1 0 0 0,0 0 1 0 0,1 0-1 0 0,-1 0 0 0 0,0-1 0 0 0,7 2 0 0 0,-2-1-126 0 0,0-1 1 0 0,0 0 0 0 0,0-1 0 0 0,0 0 0 0 0,0 0-1 0 0,0-1 1 0 0,0-1 0 0 0,0 1 0 0 0,0-1 0 0 0,0-1-1 0 0,-1 0 1 0 0,1-1 0 0 0,-1 1 0 0 0,0-2-1 0 0,14-8 1 0 0,-6 1-821 0 0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34.1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9 125 5065 0 0,'-1'-4'407'0'0,"-1"0"0"0"0,1 0 0 0 0,-1 0 0 0 0,1 0 0 0 0,1-1 1 0 0,-1 1-1 0 0,0 0 0 0 0,1-1 0 0 0,0 1 0 0 0,0 0 0 0 0,0-1 0 0 0,1 1 0 0 0,1-9 0 0 0,-1 10-58 0 0,0 0 0 0 0,-1-1 0 0 0,1 1 0 0 0,1 0 0 0 0,-1 0 0 0 0,0 0 0 0 0,1-1 0 0 0,-1 1 0 0 0,1 1 0 0 0,0-1 0 0 0,0 0 0 0 0,0 0 1 0 0,0 1-1 0 0,1-1 0 0 0,-1 1 0 0 0,1 0 0 0 0,-1 0 0 0 0,5-3 0 0 0,-5 5-281 0 0,-1 0 1 0 0,0 0-1 0 0,0 0 1 0 0,1 0-1 0 0,-1 0 1 0 0,0 0-1 0 0,1 0 1 0 0,-1 0-1 0 0,0 1 1 0 0,0-1-1 0 0,0 0 1 0 0,1 1-1 0 0,-1-1 1 0 0,0 1-1 0 0,0 0 1 0 0,0-1-1 0 0,0 1 1 0 0,0 0-1 0 0,0 0 1 0 0,0-1-1 0 0,0 1 1 0 0,0 0-1 0 0,0 0 1 0 0,0 0-1 0 0,-1 0 1 0 0,1 0-1 0 0,0 0 1 0 0,-1 0-1 0 0,1 1 1 0 0,0-1-1 0 0,-1 0 1 0 0,1 2-1 0 0,17 41 406 0 0,-18-43-440 0 0,26 101 40 0 0,-20-73-87 0 0,1 0 1 0 0,2 0 0 0 0,22 51-1 0 0,-30-78 28 0 0,-1 0 0 0 0,1-1-1 0 0,0 1 1 0 0,0-1-1 0 0,0 1 1 0 0,0-1 0 0 0,0 1-1 0 0,0-1 1 0 0,0 0-1 0 0,1 1 1 0 0,-1-1 0 0 0,0 0-1 0 0,1 0 1 0 0,-1 0-1 0 0,1 0 1 0 0,-1 0 0 0 0,1 0-1 0 0,-1-1 1 0 0,1 1-1 0 0,0 0 1 0 0,-1-1 0 0 0,1 1-1 0 0,2-1 1 0 0,-1 0 38 0 0,-1 0-1 0 0,1-1 1 0 0,-1 1 0 0 0,0-1 0 0 0,1 0 0 0 0,-1 0 0 0 0,0 0-1 0 0,0 0 1 0 0,1 0 0 0 0,-1 0 0 0 0,0-1 0 0 0,0 1-1 0 0,0-1 1 0 0,3-2 0 0 0,6-9 286 0 0,0 1-1 0 0,-1-1 1 0 0,16-29-1 0 0,-22 37-310 0 0,127-195-1208 0 0,-116 181 179 0 0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36.1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38 6913 0 0,'-3'-29'4131'0'0,"7"21"-1325"0"0,5 20-1171 0 0,97 243 938 0 0,-49-110-1651 0 0,21 33-4591 0 0,-70-155-1992 0 0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36.4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2 174 10138 0 0,'-1'-6'367'0'0,"1"-1"-1"0"0,0 1 0 0 0,0 0 1 0 0,1-1-1 0 0,0 1 0 0 0,0-1 1 0 0,1 1-1 0 0,-1 0 1 0 0,6-11-1 0 0,-6 15-280 0 0,-1 0 0 0 0,1 1 0 0 0,0-1 0 0 0,0 1 0 0 0,0-1-1 0 0,0 1 1 0 0,1-1 0 0 0,-1 1 0 0 0,0-1 0 0 0,0 1 0 0 0,1 0 0 0 0,-1 0 0 0 0,1 0 0 0 0,0 0 0 0 0,-1 0-1 0 0,1 0 1 0 0,-1 0 0 0 0,1 1 0 0 0,0-1 0 0 0,0 0 0 0 0,0 1 0 0 0,-1-1 0 0 0,1 1 0 0 0,0 0 0 0 0,0 0-1 0 0,0 0 1 0 0,0 0 0 0 0,0 0 0 0 0,-1 0 0 0 0,1 0 0 0 0,0 0 0 0 0,0 1 0 0 0,0-1 0 0 0,-1 1 0 0 0,1 0-1 0 0,0-1 1 0 0,2 3 0 0 0,11 5 77 0 0,0 1 0 0 0,-1 0-1 0 0,0 1 1 0 0,-1 1 0 0 0,23 22-1 0 0,-20-17-45 0 0,1 0 0 0 0,28 18 0 0 0,-21-19 8 0 0,0-2 1 0 0,31 13-1 0 0,-44-21-11 0 0,0-2 0 0 0,0 1 0 0 0,0-1 0 0 0,0-1 1 0 0,1 0-1 0 0,-1 0 0 0 0,1-1 0 0 0,11-1 0 0 0,-22 0-77 0 0,0 0 0 0 0,-1 0 0 0 0,1 0 0 0 0,-1 0 0 0 0,1 0 0 0 0,0 0 0 0 0,-1 0 0 0 0,1 0 0 0 0,0-1 0 0 0,-1 1 0 0 0,1 0 0 0 0,-1 0 0 0 0,1-1 0 0 0,-1 1 0 0 0,1 0 0 0 0,-1-1 0 0 0,1 1-1 0 0,-1-1 1 0 0,1 1 0 0 0,-1-1 0 0 0,1 1 0 0 0,-1-1 0 0 0,0 1 0 0 0,1-1 0 0 0,-1 1 0 0 0,0-1 0 0 0,1 1 0 0 0,-1-1 0 0 0,0-1 0 0 0,-2-21 633 0 0,-25-30-41 0 0,22 44-494 0 0,-23-38 14 0 0,-18-36-648 0 0,42 74-646 0 0,0-1 0 0 0,1 1 1 0 0,-5-21-1 0 0,6 13-5335 0 0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36.80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81 920 0 0,'2'1'424'0'0,"-1"0"-1"0"0,0 0 0 0 0,0 1 1 0 0,0-1-1 0 0,0 0 1 0 0,0 1-1 0 0,0-1 0 0 0,-1 1 1 0 0,1-1-1 0 0,0 1 0 0 0,-1-1 1 0 0,1 1-1 0 0,-1 0 1 0 0,1-1-1 0 0,-1 1 0 0 0,0 3 1 0 0,1-2 357 0 0,6 27 1847 0 0,-2-10-1732 0 0,0 0 0 0 0,1 0 0 0 0,1 0 0 0 0,15 27 0 0 0,-20-42-828 0 0,0-1 0 0 0,1 0 0 0 0,0 0 0 0 0,0 0 0 0 0,0-1 0 0 0,0 1 1 0 0,0-1-1 0 0,1 1 0 0 0,0-1 0 0 0,-1 0 0 0 0,1-1 0 0 0,1 1 1 0 0,-1-1-1 0 0,0 1 0 0 0,0-1 0 0 0,1 0 0 0 0,-1-1 0 0 0,1 1 1 0 0,0-1-1 0 0,-1 0 0 0 0,1 0 0 0 0,0-1 0 0 0,0 1 0 0 0,9-1 0 0 0,-12 0-8 0 0,1-1 0 0 0,0 1 0 0 0,-1 0 0 0 0,1-1 0 0 0,0 1 0 0 0,-1-1-1 0 0,1 0 1 0 0,-1 0 0 0 0,0 0 0 0 0,1 0 0 0 0,-1-1 0 0 0,0 1-1 0 0,1-1 1 0 0,-1 1 0 0 0,0-1 0 0 0,0 0 0 0 0,0 1 0 0 0,-1-1-1 0 0,4-4 1 0 0,-2 2 38 0 0,-1-1 0 0 0,0 1 0 0 0,0-1 0 0 0,0 1 0 0 0,0-1 0 0 0,-1 0 0 0 0,0 0-1 0 0,0 0 1 0 0,1-10 0 0 0,-2 3 84 0 0,0-1 1 0 0,0 1-1 0 0,-1 0 0 0 0,-1-1 1 0 0,0 1-1 0 0,-1 0 0 0 0,-7-21 1 0 0,5 23-85 0 0,0 0 0 0 0,-1 1 0 0 0,0 0 0 0 0,0 0 0 0 0,-1 0 0 0 0,0 0 1 0 0,-1 1-1 0 0,-15-13 0 0 0,19 18-180 0 0,-1-1 0 0 0,1 1 0 0 0,-1 0-1 0 0,1 0 1 0 0,-1 0 0 0 0,0 0 0 0 0,0 1 0 0 0,-1 0 0 0 0,1 0 0 0 0,0 0 0 0 0,-1 1 0 0 0,1 0-1 0 0,-1 0 1 0 0,1 0 0 0 0,-1 0 0 0 0,1 1 0 0 0,-1 0 0 0 0,1 1 0 0 0,-8 0 0 0 0,4 3-1903 0 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37.3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100 250 10594 0 0,'-2'-2'164'0'0,"1"1"0"0"0,-1-1 0 0 0,1 1 0 0 0,-1 0 1 0 0,0-1-1 0 0,1 1 0 0 0,-1 0 0 0 0,0 0 0 0 0,0 0 0 0 0,0 0 0 0 0,0 1 0 0 0,0-1 0 0 0,0 1 0 0 0,0-1 0 0 0,0 1 0 0 0,0-1 0 0 0,0 1 0 0 0,0 0 0 0 0,0 0 0 0 0,0 0 0 0 0,0 0 0 0 0,0 1 0 0 0,0-1 0 0 0,0 0 1 0 0,0 1-1 0 0,0-1 0 0 0,0 1 0 0 0,0 0 0 0 0,0 0 0 0 0,0 0 0 0 0,0 0 0 0 0,0 0 0 0 0,1 0 0 0 0,-1 0 0 0 0,0 1 0 0 0,1-1 0 0 0,-1 0 0 0 0,1 1 0 0 0,0 0 0 0 0,-1-1 0 0 0,1 1 0 0 0,-2 2 0 0 0,0 2-34 0 0,0 0-1 0 0,1-1 0 0 0,-1 1 1 0 0,1 0-1 0 0,0 0 0 0 0,0 1 1 0 0,1-1-1 0 0,0 0 0 0 0,0 0 1 0 0,1 1-1 0 0,-1-1 0 0 0,2 13 0 0 0,1-9-120 0 0,1 1-1 0 0,0-1 0 0 0,1 0 0 0 0,0 0 0 0 0,0 0 0 0 0,1 0 0 0 0,0-1 0 0 0,1 0 0 0 0,7 9 0 0 0,-11-14-6 0 0,0 0 1 0 0,1-1-1 0 0,0 1 0 0 0,0-1 0 0 0,0 0 1 0 0,0 0-1 0 0,0 0 0 0 0,1-1 0 0 0,-1 1 0 0 0,1-1 1 0 0,0 0-1 0 0,0 1 0 0 0,0-2 0 0 0,0 1 0 0 0,0 0 1 0 0,0-1-1 0 0,0 0 0 0 0,1 0 0 0 0,-1 0 0 0 0,0-1 1 0 0,1 1-1 0 0,-1-1 0 0 0,0 0 0 0 0,8-1 0 0 0,-9 0-39 0 0,1-1 0 0 0,-1 0-1 0 0,0 1 1 0 0,0-1 0 0 0,-1-1-1 0 0,1 1 1 0 0,0 0 0 0 0,-1 0 0 0 0,1-1-1 0 0,-1 0 1 0 0,0 1 0 0 0,0-1-1 0 0,0 0 1 0 0,0 0 0 0 0,0 0-1 0 0,-1 0 1 0 0,1-1 0 0 0,-1 1-1 0 0,0 0 1 0 0,0 0 0 0 0,1-5-1 0 0,2-8-188 0 0,-1-1 0 0 0,-1 1 0 0 0,1-18 0 0 0,-3 14 179 0 0,0 0 0 0 0,-2 1 0 0 0,-1-1 0 0 0,0 1 0 0 0,-1 0 0 0 0,-1 0 0 0 0,-1 0 0 0 0,-1 1 0 0 0,0 0 0 0 0,-2 0-1 0 0,0 1 1 0 0,0 0 0 0 0,-2 0 0 0 0,0 1 0 0 0,-1 1 0 0 0,-1 0 0 0 0,0 0 0 0 0,-20-16 0 0 0,22 23 1708 0 0,18 18 704 0 0,5 7-1875 0 0,40 78 270 0 0,-35-58-741 0 0,3-2 0 0 0,0 0 0 0 0,3-1 0 0 0,1-1 1 0 0,30 32-1 0 0,-31-42-1290 0 0,0-1-3684 0 0,2 1-1926 0 0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37.8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42 311 10138 0 0,'-8'5'2841'0'0,"8"-16"760"0"0,1 6-2737 0 0,4-18-55 0 0,13-103 789 0 0,-16 111-1589 0 0,-1-1-1 0 0,-1 0 0 0 0,-1 1 0 0 0,0-1 0 0 0,-1 1 0 0 0,-5-18 0 0 0,7 32-27 0 0,0 0-1 0 0,0 0 0 0 0,0 0 0 0 0,0 0 1 0 0,-1 0-1 0 0,1 0 0 0 0,0 0 1 0 0,-1 0-1 0 0,1 0 0 0 0,-1 0 0 0 0,1 0 1 0 0,-1 0-1 0 0,1 0 0 0 0,-1 0 0 0 0,0 0 1 0 0,0 0-1 0 0,1 1 0 0 0,-1-1 1 0 0,0 0-1 0 0,0 1 0 0 0,0-1 0 0 0,0 0 1 0 0,0 1-1 0 0,0-1 0 0 0,0 1 1 0 0,0-1-1 0 0,0 1 0 0 0,0 0 0 0 0,0 0 1 0 0,0-1-1 0 0,0 1 0 0 0,0 0 1 0 0,0 0-1 0 0,0 0 0 0 0,-2 0 0 0 0,2 1-44 0 0,0-1 0 0 0,-1 1-1 0 0,1 0 1 0 0,0 0-1 0 0,-1 0 1 0 0,1-1-1 0 0,0 2 1 0 0,0-1 0 0 0,0 0-1 0 0,0 0 1 0 0,0 0-1 0 0,0 0 1 0 0,0 1-1 0 0,1-1 1 0 0,-1 0 0 0 0,0 1-1 0 0,1-1 1 0 0,-1 0-1 0 0,1 1 1 0 0,-1-1-1 0 0,1 1 1 0 0,0-1 0 0 0,-1 1-1 0 0,1 2 1 0 0,-1 4 81 0 0,0 0 0 0 0,1 1 1 0 0,0-1-1 0 0,0 0 0 0 0,1 0 1 0 0,0 0-1 0 0,1 0 0 0 0,-1 0 1 0 0,2 0-1 0 0,-1 0 0 0 0,1 0 1 0 0,0-1-1 0 0,1 1 0 0 0,-1-1 1 0 0,1 0-1 0 0,1 0 0 0 0,0 0 1 0 0,0-1-1 0 0,0 1 1 0 0,0-1-1 0 0,1 0 0 0 0,0-1 1 0 0,1 0-1 0 0,-1 0 0 0 0,1 0 1 0 0,0-1-1 0 0,0 0 0 0 0,0 0 1 0 0,11 4-1 0 0,30 8-1831 0 0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38.3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 55 3225 0 0,'0'0'218'0'0,"-1"0"1"0"0,0 0 0 0 0,0 0 0 0 0,1 0-1 0 0,-1 0 1 0 0,0 0 0 0 0,1-1 0 0 0,-1 1-1 0 0,0 0 1 0 0,1 0 0 0 0,-1-1 0 0 0,0 1-1 0 0,1 0 1 0 0,-1-1 0 0 0,0 1 0 0 0,1-1-1 0 0,-1 1 1 0 0,1-1 0 0 0,-1 1 0 0 0,1-1-1 0 0,-1 1 1 0 0,1-1 0 0 0,-1 1 0 0 0,1-1-1 0 0,0 0 1 0 0,-1 1 0 0 0,1-1 0 0 0,0 0-1 0 0,0 1 1 0 0,-1-1 0 0 0,1-1 0 0 0,0 1 26 0 0,1-1 1 0 0,-1 1 0 0 0,1 0-1 0 0,0 0 1 0 0,-1-1 0 0 0,1 1 0 0 0,0 0-1 0 0,0 0 1 0 0,0 0 0 0 0,0 0-1 0 0,0 0 1 0 0,0 0 0 0 0,0 0 0 0 0,0 0-1 0 0,2 0 1 0 0,1-2 157 0 0,1 0 1 0 0,-1 0-1 0 0,1 1 0 0 0,0-1 1 0 0,0 1-1 0 0,0 0 1 0 0,0 1-1 0 0,8-2 0 0 0,-11 3-364 0 0,1 0-1 0 0,-1 0 1 0 0,1 0-1 0 0,-1 1 1 0 0,1-1-1 0 0,-1 1 1 0 0,1 0-1 0 0,-1 0 1 0 0,1-1-1 0 0,-1 2 1 0 0,0-1-1 0 0,0 0 1 0 0,1 0-1 0 0,-1 1 1 0 0,0-1-1 0 0,0 1 1 0 0,0 0-1 0 0,-1 0 1 0 0,1-1-1 0 0,0 1 1 0 0,-1 0-1 0 0,1 0 1 0 0,1 3-1 0 0,2 5-161 0 0,-1 0 0 0 0,0 1 0 0 0,0-1 0 0 0,3 15 0 0 0,-6-18 20 0 0,1 1 0 0 0,0-1-1 0 0,0 0 1 0 0,1-1 0 0 0,0 1 0 0 0,0 0 0 0 0,0-1 0 0 0,9 12-1 0 0,-9-16 113 0 0,1 0 0 0 0,0-1 0 0 0,-1 1-1 0 0,1-1 1 0 0,0 0 0 0 0,0 0 0 0 0,0 0-1 0 0,0 0 1 0 0,0 0 0 0 0,0-1 0 0 0,0 0-1 0 0,0 0 1 0 0,0 0 0 0 0,0 0 0 0 0,0-1-1 0 0,6-1 1 0 0,-3 1 19 0 0,-1 0 0 0 0,0 1 0 0 0,1 0 1 0 0,-1 0-1 0 0,10 2 0 0 0,-13-2 35 0 0,0 1 1 0 0,0 0 0 0 0,0 0-1 0 0,0 0 1 0 0,0 1-1 0 0,0-1 1 0 0,0 1 0 0 0,-1-1-1 0 0,1 1 1 0 0,-1 0-1 0 0,1 0 1 0 0,-1 0 0 0 0,0 0-1 0 0,1 1 1 0 0,-1-1-1 0 0,0 0 1 0 0,-1 1 0 0 0,1 0-1 0 0,2 5 1 0 0,-2-4 108 0 0,-1 1 1 0 0,0 0 0 0 0,0 0-1 0 0,0-1 1 0 0,-1 1-1 0 0,1 0 1 0 0,-1 0-1 0 0,0 0 1 0 0,-1 0-1 0 0,1 0 1 0 0,-3 7 0 0 0,-2 7 179 0 0,-1-1-1 0 0,0 0 1 0 0,-2-1 0 0 0,0 0 0 0 0,-15 23 0 0 0,12-23-405 0 0,1 0-67 0 0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42.9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1 1 3225 0 0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47.1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9674 0 0,'35'57'1504'0'0,"-19"-13"-930"0"0,-2 1 0 0 0,16 92 0 0 0,-1 98-328 0 0,-24-187-259 0 0,36 425 71 0 0,42 335-62 0 0,-49-583 130 0 0,78 581 1514 0 0,-48-252-336 0 0,161 1595 460 0 0,-101 318 2060 0 0,-118-1689-3318 0 0,-6-522-428 0 0,4-84-217 0 0,-3-141-42 0 0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48.2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84 10138 0 0,'-3'-13'478'0'0,"-6"-30"1756"0"0,9 41-1717 0 0,0-1 1 0 0,1 1-1 0 0,-1-1 1 0 0,0 1-1 0 0,1 0 0 0 0,-1-1 1 0 0,1 1-1 0 0,0 0 0 0 0,1-4 1 0 0,-2 6-429 0 0,1 0 1 0 0,-1 0 0 0 0,1 0-1 0 0,-1 0 1 0 0,1 0 0 0 0,-1 0-1 0 0,1 0 1 0 0,-1 0-1 0 0,1 0 1 0 0,-1 1 0 0 0,0-1-1 0 0,1 0 1 0 0,-1 0-1 0 0,1 0 1 0 0,-1 1 0 0 0,1-1-1 0 0,-1 0 1 0 0,0 0-1 0 0,1 1 1 0 0,-1-1 0 0 0,0 0-1 0 0,1 1 1 0 0,-1-1-1 0 0,0 0 1 0 0,1 1 0 0 0,-1-1-1 0 0,0 1 1 0 0,0-1-1 0 0,1 0 1 0 0,-1 2 0 0 0,12 13 104 0 0,4 13 89 0 0,-1 1 0 0 0,-1 0-1 0 0,-1 1 1 0 0,11 43-1 0 0,22 127 0 0 0,-31-124-300 0 0,32 98 1 0 0,-4-76-2707 0 0,-40-94 1428 0 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48.5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94 150 456 0 0,'11'-23'1949'0'0,"25"-42"0"0"0,0 3 5010 0 0,-55 94-1667 0 0,-4 2-3698 0 0,-19 31-918 0 0,19-24-423 0 0,10-19-33 0 0,1 0 0 0 0,0 0 0 0 0,2 1 0 0 0,-11 36 0 0 0,21-58-174 0 0,-1 0 1 0 0,1 0-1 0 0,0 1 0 0 0,0-1 0 0 0,0 0 0 0 0,-1 0 0 0 0,1 0 0 0 0,0 1 0 0 0,1-1 0 0 0,-1 0 0 0 0,0 0 1 0 0,0 1-1 0 0,1-1 0 0 0,-1 0 0 0 0,0 0 0 0 0,1 0 0 0 0,-1 0 0 0 0,1 1 0 0 0,-1-1 0 0 0,1 0 0 0 0,0 0 1 0 0,0 0-1 0 0,-1 0 0 0 0,1 0 0 0 0,0-1 0 0 0,0 1 0 0 0,0 0 0 0 0,0 0 0 0 0,0 0 0 0 0,0-1 0 0 0,0 1 1 0 0,0-1-1 0 0,0 1 0 0 0,0-1 0 0 0,1 1 0 0 0,-1-1 0 0 0,0 1 0 0 0,0-1 0 0 0,0 0 0 0 0,1 0 1 0 0,-1 0-1 0 0,0 0 0 0 0,0 0 0 0 0,1 0 0 0 0,0 0 0 0 0,10 0 205 0 0,-1-1-1 0 0,0 0 1 0 0,22-4-1 0 0,-24 3-79 0 0,96-13-836 0 0,-60 14-5934 0 0,-28 2-385 0 0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48.9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160 35 5985 0 0,'-2'-2'467'0'0,"1"-1"0"0"0,-1 1 0 0 0,1 0 1 0 0,-1-1-1 0 0,0 1 0 0 0,0 0 0 0 0,0 0 0 0 0,0 0 0 0 0,-1 1 0 0 0,1-1 0 0 0,0 0 0 0 0,-1 1 0 0 0,1 0 0 0 0,-1-1 0 0 0,0 1 0 0 0,1 0 0 0 0,-1 0 0 0 0,0 0 0 0 0,0 1 1 0 0,0-1-1 0 0,1 1 0 0 0,-6-1 0 0 0,6 1-301 0 0,-1 0 0 0 0,0 0 0 0 0,0 1 0 0 0,1-1 0 0 0,-1 0 0 0 0,0 1 0 0 0,0 0 0 0 0,1-1 0 0 0,-1 1 1 0 0,1 0-1 0 0,-1 1 0 0 0,1-1 0 0 0,-1 0 0 0 0,1 1 0 0 0,-1-1 0 0 0,1 1 0 0 0,0 0 0 0 0,0 0 0 0 0,0 0 0 0 0,0 0 0 0 0,0 0 1 0 0,1 0-1 0 0,-3 3 0 0 0,-2 7-59 0 0,-1 0 0 0 0,2 1-1 0 0,0 0 1 0 0,0 0 0 0 0,1 0 0 0 0,1 1 0 0 0,0-1 0 0 0,1 1 0 0 0,0 0 0 0 0,1 23-1 0 0,1-31-103 0 0,1-1 0 0 0,-1 1-1 0 0,1-1 1 0 0,0 1-1 0 0,1-1 1 0 0,-1 1 0 0 0,1-1-1 0 0,0 0 1 0 0,0 1-1 0 0,1-1 1 0 0,0 0 0 0 0,-1-1-1 0 0,2 1 1 0 0,-1 0-1 0 0,0-1 1 0 0,1 0 0 0 0,0 0-1 0 0,0 0 1 0 0,0 0-1 0 0,1-1 1 0 0,-1 1 0 0 0,1-1-1 0 0,0 0 1 0 0,0 0-1 0 0,0-1 1 0 0,0 0-1 0 0,0 0 1 0 0,9 2 0 0 0,0 0 67 0 0,1-1 1 0 0,0-1 0 0 0,0-1-1 0 0,0 0 1 0 0,0-1-1 0 0,0 0 1 0 0,0-2 0 0 0,-1 1-1 0 0,28-8 1 0 0,-34 7-131 0 0,-1 0 0 0 0,0 0 1 0 0,0 0-1 0 0,-1-1 0 0 0,1 0 0 0 0,0-1 0 0 0,-1 1 1 0 0,0-1-1 0 0,0 0 0 0 0,0-1 0 0 0,0 0 0 0 0,-1 1 0 0 0,0-2 1 0 0,0 1-1 0 0,0-1 0 0 0,0 0 0 0 0,-1 0 0 0 0,0 0 1 0 0,0 0-1 0 0,-1-1 0 0 0,5-11 0 0 0,-6 11-2156 0 0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49.7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68 6449 0 0,'-3'-6'544'0'0,"1"1"0"0"0,0-1-1 0 0,0 1 1 0 0,0-1 0 0 0,-1-7 0 0 0,3 13-323 0 0,0-1 1 0 0,0 0 0 0 0,-1 0 0 0 0,1 0-1 0 0,0 0 1 0 0,0 0 0 0 0,0 1 0 0 0,0-1 0 0 0,0 0-1 0 0,0 0 1 0 0,0 0 0 0 0,1 0 0 0 0,-1 1 0 0 0,0-1-1 0 0,0 0 1 0 0,1 0 0 0 0,-1 0 0 0 0,0 1 0 0 0,1-1-1 0 0,-1 0 1 0 0,1 0 0 0 0,-1 1 0 0 0,1-1 0 0 0,-1 0-1 0 0,1 1 1 0 0,-1-1 0 0 0,1 0 0 0 0,0 1-1 0 0,-1-1 1 0 0,1 1 0 0 0,0 0 0 0 0,0-1 0 0 0,-1 1-1 0 0,1-1 1 0 0,0 1 0 0 0,0 0 0 0 0,0 0 0 0 0,-1-1-1 0 0,1 1 1 0 0,0 0 0 0 0,0 0 0 0 0,0 0 0 0 0,0 0-1 0 0,1 0 423 0 0,18 48 2335 0 0,-13-7-2970 0 0,3 0 0 0 0,1 0 0 0 0,2-1 1 0 0,2-1-1 0 0,1 0 0 0 0,26 43 0 0 0,-39-77-7 0 0,0-1 0 0 0,0 1 0 0 0,1 0-1 0 0,-1-1 1 0 0,1 0 0 0 0,0 0 0 0 0,1 0 0 0 0,-1 0 0 0 0,7 3 0 0 0,-9-5-1 0 0,0-1 0 0 0,0 0 1 0 0,0-1-1 0 0,1 1 1 0 0,-1 0-1 0 0,0-1 0 0 0,0 1 1 0 0,1-1-1 0 0,-1 0 0 0 0,0 0 1 0 0,1 0-1 0 0,-1 0 1 0 0,0 0-1 0 0,1 0 0 0 0,-1 0 1 0 0,0-1-1 0 0,1 1 1 0 0,-1-1-1 0 0,0 0 0 0 0,0 0 1 0 0,0 0-1 0 0,0 0 1 0 0,0 0-1 0 0,4-3 0 0 0,113-90-1904 0 0,-100 80-5745 0 0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50.7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73 4145 0 0,'11'-21'893'0'0,"7"-30"15154"0"0,-19 51-15978 0 0,1 0 0 0 0,-1 1-1 0 0,0-1 1 0 0,1 1 0 0 0,-1-1 0 0 0,1 1 0 0 0,-1-1 0 0 0,1 1 0 0 0,-1 0 0 0 0,1-1-1 0 0,0 1 1 0 0,-1-1 0 0 0,1 1 0 0 0,0 0 0 0 0,-1 0 0 0 0,1-1 0 0 0,0 1-1 0 0,0 0 1 0 0,-1-1 0 0 0,1 1 0 0 0,0 0 0 0 0,0 0 0 0 0,1 19-13 0 0,1 0 0 0 0,1-1 0 0 0,0 0 0 0 0,2 0 0 0 0,7 21 0 0 0,4 21 19 0 0,20 165-17 0 0,4 16-63 0 0,150 637 16 0 0,-114-506 58 0 0,114 923-69 0 0,-110-685-6 0 0,-24-230 85 0 0,-15 47 149 0 0,-12-105-30 0 0,20 247 46 0 0,1 12-356 0 0,-6-17 261 0 0,-22-244-177 0 0,-22-316 28 0 0,34 849 304 0 0,-26-101 585 0 0,-5-680-858 0 0,-5 14-80 0 0,-4-1 1 0 0,-29 148-1 0 0,11-87-414 0 0,22-134 456 0 0,1-1-15 0 0,-1-1-1 0 0,0 0 1 0 0,0 1-1 0 0,-2-1 1 0 0,1-1-1 0 0,-8 16 1 0 0,7-21-1657 0 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57.7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72 282 4145 0 0,'-26'-65'3777'0'0,"18"45"-2134"0"0,0 0-1 0 0,-11-20 0 0 0,19 68 3847 0 0,9 117-4828 0 0,-4-79-469 0 0,7 66-7 0 0,-9-112-173 0 0,1 0 0 0 0,1 1 0 0 0,1-2 0 0 0,11 26 0 0 0,-15-41-165 0 0,-1 0-1 0 0,1 0 1 0 0,0-1 0 0 0,1 1-1 0 0,-1 0 1 0 0,1-1 0 0 0,0 0-1 0 0,-1 1 1 0 0,1-1 0 0 0,6 4-1 0 0,-24-44-8524 0 0,9 22 7318 0 0,-44-129-3112 0 0,41 106 5225 0 0,1 0 0 0 0,1 0 0 0 0,-2-76 0 0 0,9 102-180 0 0,1-1 0 0 0,0 1 0 0 0,1-1 0 0 0,0 1 0 0 0,1-1 1 0 0,7-20-1 0 0,-6 24 477 0 0,0 0 0 0 0,0 1 0 0 0,1-1 0 0 0,1 1 0 0 0,9-12 1 0 0,-14 19-950 0 0,0 1 1 0 0,0-1 0 0 0,-1 1 0 0 0,1-1 0 0 0,0 1 0 0 0,0 0 0 0 0,0-1 0 0 0,0 1 0 0 0,0 0 0 0 0,0 0-1 0 0,0-1 1 0 0,0 1 0 0 0,0 0 0 0 0,-1 0 0 0 0,1 0 0 0 0,0 0 0 0 0,0 0 0 0 0,0 0 0 0 0,0 0 0 0 0,0 1-1 0 0,0-1 1 0 0,0 0 0 0 0,0 0 0 0 0,0 1 0 0 0,0-1 0 0 0,0 1 0 0 0,-1-1 0 0 0,1 1 0 0 0,0-1 0 0 0,0 1-1 0 0,-1-1 1 0 0,1 1 0 0 0,0 0 0 0 0,0-1 0 0 0,-1 1 0 0 0,2 1 0 0 0,29 34 254 0 0,-24-27-147 0 0,42 49-22 0 0,54 60-117 0 0,-92-107-62 0 0,1-1 0 0 0,1 0 0 0 0,-1-1 0 0 0,2 0 0 0 0,-1 0 1 0 0,1-2-1 0 0,25 11 0 0 0,-35-17 3 0 0,0 1 0 0 0,0-1 0 0 0,1 0 0 0 0,-1 0 0 0 0,0 0 0 0 0,1-1 0 0 0,-1 1 1 0 0,1-1-1 0 0,-1 0 0 0 0,1 0 0 0 0,-1-1 0 0 0,1 1 0 0 0,-1-1 0 0 0,0 0 0 0 0,1 0 1 0 0,-1-1-1 0 0,0 1 0 0 0,0-1 0 0 0,0 0 0 0 0,0 0 0 0 0,0 0 0 0 0,0-1 0 0 0,3-2 1 0 0,-3 1 38 0 0,0 0 1 0 0,-1 0-1 0 0,1-1 1 0 0,-1 1 0 0 0,0-1-1 0 0,0 0 1 0 0,-1 1-1 0 0,1-1 1 0 0,-1 0-1 0 0,0-1 1 0 0,0 1 0 0 0,-1 0-1 0 0,0-1 1 0 0,0 1-1 0 0,0 0 1 0 0,0-1 0 0 0,-1 1-1 0 0,-1-9 1 0 0,-1-9-15 0 0,-2-1-1 0 0,0 1 1 0 0,-2 0 0 0 0,0 1 0 0 0,-13-30-1 0 0,-6-19-1444 0 0,24 68 742 0 0,0-1-1 0 0,1 1 1 0 0,-1-1 0 0 0,1 1-1 0 0,0-1 1 0 0,0 1 0 0 0,1-8-1 0 0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58.1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 1376 0 0,'8'-6'12592'0'0,"0"16"-12221"0"0,0 2-1 0 0,-1-1 0 0 0,0 1 0 0 0,0 1 0 0 0,8 23 0 0 0,20 76 2350 0 0,-19-55-2177 0 0,10 24-1523 0 0,-17-57-112 0 0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58.6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0 8290 0 0,'-2'7'3561'0'0,"8"12"-2653"0"0,-5-16-480 0 0,68 266 3405 0 0,-46-167-3541 0 0,63 175 0 0 0,-11-115-468 0 0,-14-62-2761 0 0,-42-73-2392 0 0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59.1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0 406 5529 0 0,'1'-3'52'0'0,"-1"0"0"0"0,1-1 0 0 0,0 1 0 0 0,-1 0 0 0 0,2-1 0 0 0,-1 1 0 0 0,0 0 0 0 0,1 0 0 0 0,-1 0 0 0 0,1 0 0 0 0,0 0 0 0 0,0 0 0 0 0,0 0 0 0 0,0 1 0 0 0,5-5 0 0 0,46-35 301 0 0,-30 26-211 0 0,195-140 1807 0 0,-187 137-1366 0 0,1 2 1 0 0,0 1 0 0 0,2 1-1 0 0,0 2 1 0 0,49-12 0 0 0,-38 15-230 0 0,0 1 0 0 0,1 2 1 0 0,-1 3-1 0 0,1 1 1 0 0,73 5-1 0 0,-100 0-244 0 0,-1 1 0 0 0,1 0 0 0 0,-1 1 1 0 0,0 1-1 0 0,-1 1 0 0 0,1 1 0 0 0,-1 0 0 0 0,0 1 0 0 0,-1 1 0 0 0,0 1 0 0 0,0 0 0 0 0,-1 1 0 0 0,0 0 1 0 0,-1 1-1 0 0,0 1 0 0 0,18 23 0 0 0,-18-18 15 0 0,-2 1-1 0 0,0 0 1 0 0,-2 1 0 0 0,17 40 0 0 0,21 90 436 0 0,-31-92-502 0 0,58 231-340 0 0,-74-283 335 0 0,0 1 1 0 0,0-1-1 0 0,-1 0 1 0 0,0 1-1 0 0,0-1 1 0 0,0 1-1 0 0,-1-1 1 0 0,0 0-1 0 0,0 1 1 0 0,-1-1-1 0 0,1 0 1 0 0,-1 0-1 0 0,-1 0 1 0 0,-4 10-1 0 0,1-7 146 0 0,0-1 0 0 0,0 1 0 0 0,-1-1 0 0 0,0 0 0 0 0,0-1 0 0 0,-1 1 1 0 0,0-2-1 0 0,-11 9 0 0 0,-6 0 239 0 0,-1 0 0 0 0,0-2 0 0 0,-1 0 0 0 0,0-2-1 0 0,-43 11 1 0 0,-132 25-338 0 0,-52 16-472 0 0,130-17-1711 0 0,74-22-3770 0 0,26-9-333 0 0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59.9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7 6913 0 0,'-16'-6'5008'0'0,"16"19"-2929"0"0,0-7-2224 0 0,37 273 3438 0 0,-18-157-2964 0 0,-3 6-1621 0 0,-10-72-2282 0 0,-4-34-1203 0 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00.3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2 218 10138 0 0,'-1'-1'90'0'0,"1"0"-1"0"0,0 0 1 0 0,0 0-1 0 0,-1 0 1 0 0,1 0-1 0 0,0 0 1 0 0,0 0 0 0 0,0 0-1 0 0,0 0 1 0 0,0 0-1 0 0,0 0 1 0 0,1 0-1 0 0,-1 0 1 0 0,0 0-1 0 0,0 0 1 0 0,1 0-1 0 0,-1 0 1 0 0,1 1-1 0 0,-1-1 1 0 0,1 0 0 0 0,-1 0-1 0 0,1 0 1 0 0,-1 0-1 0 0,1 1 1 0 0,0-1-1 0 0,1-1 1 0 0,-1 2 5 0 0,0 0 1 0 0,0-1 0 0 0,0 1-1 0 0,0 0 1 0 0,1 0 0 0 0,-1 0-1 0 0,0 1 1 0 0,0-1 0 0 0,0 0-1 0 0,0 0 1 0 0,0 1 0 0 0,0-1-1 0 0,0 0 1 0 0,1 1 0 0 0,-1-1-1 0 0,0 1 1 0 0,0-1 0 0 0,0 1-1 0 0,-1 0 1 0 0,1 0 0 0 0,0-1-1 0 0,0 1 1 0 0,0 0 0 0 0,1 1-1 0 0,116 129 2775 0 0,-83-89-2663 0 0,64 60 0 0 0,-95-99-200 0 0,0 0 1 0 0,0 0-1 0 0,0 0 0 0 0,0-1 1 0 0,0 1-1 0 0,1-1 1 0 0,-1 0-1 0 0,8 2 1 0 0,-11-3 9 0 0,1-1 0 0 0,-1 0-1 0 0,0 0 1 0 0,0 0 0 0 0,0 0 0 0 0,0 0 0 0 0,0 0 0 0 0,1 0-1 0 0,-1 0 1 0 0,0 0 0 0 0,0 0 0 0 0,0-1 0 0 0,0 1 0 0 0,0 0 0 0 0,0-1-1 0 0,0 1 1 0 0,0-1 0 0 0,0 1 0 0 0,0-1 0 0 0,0 0 0 0 0,0 1-1 0 0,0-1 1 0 0,0 0 0 0 0,0 0 0 0 0,-1 0 0 0 0,1 1 0 0 0,0-1 0 0 0,0 0-1 0 0,-1 0 1 0 0,1 0 0 0 0,-1 0 0 0 0,1 0 0 0 0,-1 0 0 0 0,1 0-1 0 0,-1 0 1 0 0,0-1 0 0 0,1 1 0 0 0,-1 0 0 0 0,0 0 0 0 0,0 0 0 0 0,0-2-1 0 0,3-29 405 0 0,-2-1 0 0 0,-1 1-1 0 0,-1 0 1 0 0,-2 0-1 0 0,-10-48 1 0 0,5 29-1099 0 0,-2-51 1 0 0,9 84-78 0 0,1 8-139 0 0,-1 0 0 0 0,2 1-1 0 0,1-15 1 0 0,0 14-665 0 0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00.68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0 134 5529 0 0,'1'-4'189'0'0,"0"-1"0"0"0,0 1 0 0 0,0 0 0 0 0,1-1 0 0 0,-1 1 0 0 0,1 0 0 0 0,0 0-1 0 0,0 0 1 0 0,1 0 0 0 0,-1 0 0 0 0,1 0 0 0 0,0 1 0 0 0,0-1 0 0 0,0 1 0 0 0,0 0 0 0 0,4-3 0 0 0,7-6 1505 0 0,-1 2 0 0 0,29-18 0 0 0,-39 26-1498 0 0,0 1 1 0 0,0-1-1 0 0,1 0 1 0 0,-1 1-1 0 0,1-1 1 0 0,-1 1-1 0 0,0 0 1 0 0,1 0-1 0 0,0 1 1 0 0,-1-1-1 0 0,1 1 1 0 0,0 0-1 0 0,-1 0 1 0 0,1 0-1 0 0,-1 0 1 0 0,1 0-1 0 0,0 1 1 0 0,-1 0-1 0 0,1-1 1 0 0,4 3-1 0 0,-4-1-110 0 0,-1 0-1 0 0,0 1 0 0 0,1-1 1 0 0,-1 1-1 0 0,0-1 0 0 0,-1 1 1 0 0,1 0-1 0 0,0 0 0 0 0,-1 0 1 0 0,0 0-1 0 0,0 1 0 0 0,0-1 1 0 0,0 1-1 0 0,0-1 0 0 0,-1 1 1 0 0,1 0-1 0 0,-1-1 0 0 0,1 9 1 0 0,3 16 65 0 0,-4-22-20 0 0,0 1 0 0 0,0-1 0 0 0,0 1 0 0 0,1-1 0 0 0,0 0 0 0 0,0 1 0 0 0,5 7 0 0 0,-6-12-101 0 0,0-1 0 0 0,0 0 0 0 0,1 1 0 0 0,-1-1 0 0 0,0 0 0 0 0,1 0-1 0 0,-1 0 1 0 0,1 0 0 0 0,0 0 0 0 0,-1 0 0 0 0,1 0 0 0 0,0-1 0 0 0,-1 1 0 0 0,1-1 0 0 0,0 1-1 0 0,0-1 1 0 0,-1 0 0 0 0,1 1 0 0 0,0-1 0 0 0,0 0 0 0 0,0 0 0 0 0,0 0 0 0 0,-1 0 0 0 0,1-1 0 0 0,0 1-1 0 0,0 0 1 0 0,0-1 0 0 0,-1 0 0 0 0,1 1 0 0 0,0-1 0 0 0,-1 0 0 0 0,3-1 0 0 0,5-2-242 0 0,-1 0 0 0 0,1-1-1 0 0,-1 0 1 0 0,14-12 0 0 0,12-12-3348 0 0,-28 23 2337 0 0,7-6-423 0 0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01.5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0 239 10594 0 0,'25'-7'-337'0'0,"78"-28"1793"0"0,183-36 0 0 0,112 14 680 0 0,-204 26-2080 0 0,63-5-2155 0 0,-251 35 2095 0 0,0 1 0 0 0,1-1 1 0 0,-1 2-1 0 0,0-1 1 0 0,0 1-1 0 0,1 0 1 0 0,9 3-1 0 0,-13-3 47 0 0,-1 0 1 0 0,0 0-1 0 0,-1 0 0 0 0,1 0 0 0 0,0 1 1 0 0,0-1-1 0 0,0 1 0 0 0,-1-1 0 0 0,1 1 0 0 0,-1 0 1 0 0,1-1-1 0 0,-1 1 0 0 0,0 0 0 0 0,0 0 1 0 0,1 0-1 0 0,-2 0 0 0 0,1 0 0 0 0,0 0 0 0 0,0 1 1 0 0,0-1-1 0 0,-1 0 0 0 0,0 0 0 0 0,1 0 0 0 0,-1 4 1 0 0,5 88 2584 0 0,1 10-1295 0 0,98 519 992 0 0,-95-573-2289 0 0,-3-17-36 0 0,0 1 0 0 0,-3-1 0 0 0,0 1 0 0 0,-3 45 0 0 0,-1-70 0 0 0,0 0 0 0 0,-1 0 0 0 0,0 0 0 0 0,0 0 0 0 0,0-1 0 0 0,-1 1 0 0 0,-1-1 0 0 0,1 0 0 0 0,-1 0 0 0 0,-1 0 0 0 0,0-1 0 0 0,0 1 0 0 0,0-1 0 0 0,-1 0 0 0 0,0-1 0 0 0,0 1 0 0 0,0-1 0 0 0,-1 0 0 0 0,0-1 0 0 0,-1 1 0 0 0,-11 6 0 0 0,-12 2-234 0 0,-1-2-1 0 0,1 0 0 0 0,-2-2 1 0 0,0-2-1 0 0,-45 7 0 0 0,45-10-765 0 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01.8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29 9674 0 0,'-14'-17'948'0'0,"-1"5"4250"0"0,18 26-4449 0 0,24 91 364 0 0,63 225 221 0 0,-62-243-468 0 0,68 142 0 0 0,-89-212-654 0 0,2-1-1 0 0,0 0 0 0 0,1-1 1 0 0,15 17-1 0 0,-22-28-191 0 0,0-1-1 0 0,0 0 1 0 0,0 0 0 0 0,0 0 0 0 0,1 0 0 0 0,0 0 0 0 0,-1-1-1 0 0,1 0 1 0 0,0 1 0 0 0,0-1 0 0 0,0-1 0 0 0,1 1 0 0 0,-1-1-1 0 0,0 0 1 0 0,1 0 0 0 0,-1 0 0 0 0,0 0 0 0 0,1-1-1 0 0,-1 1 1 0 0,1-1 0 0 0,-1-1 0 0 0,9 0 0 0 0,-2-2-17 0 0,0 0 0 0 0,0-1 1 0 0,0 0-1 0 0,-1-1 1 0 0,0 0-1 0 0,0-1 0 0 0,0 0 1 0 0,9-8-1 0 0,72-66-680 0 0,-36 30-1301 0 0,-14 15-5127 0 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02.3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3 2761 0 0,'-3'0'248'0'0,"2"0"-248"0"0,0 0 0 0 0,-1 0 0 0 0,2 1-272 0 0,0-2 152 0 0,3-2 120 0 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02.6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1 7370 0 0,'-16'9'7370'0'0,"15"-7"-7035"0"0,-8 24 2333 0 0,5 32-2279 0 0,4-51 226 0 0,1 51-64 0 0,3 0 0 0 0,2-1 0 0 0,3 1 0 0 0,2-2 0 0 0,27 82 0 0 0,-36-131-793 0 0,1 0 0 0 0,-1 0 0 0 0,1 0 0 0 0,1 0 0 0 0,-1 0 0 0 0,1-1 0 0 0,1 1 0 0 0,6 8 0 0 0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02.9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0 158 7370 0 0,'1'-2'345'0'0,"0"-1"0"0"0,0 1 0 0 0,0-1 0 0 0,0 1 0 0 0,1 0 0 0 0,-1 0 1 0 0,1-1-1 0 0,-1 1 0 0 0,1 0 0 0 0,0 0 0 0 0,-1 1 0 0 0,1-1 0 0 0,0 0 1 0 0,0 1-1 0 0,3-3 0 0 0,-3 4-137 0 0,0-1 1 0 0,0 1 0 0 0,0 0-1 0 0,0-1 1 0 0,0 1-1 0 0,0 0 1 0 0,0 0-1 0 0,0 0 1 0 0,0 0-1 0 0,-1 1 1 0 0,1-1-1 0 0,0 1 1 0 0,0-1-1 0 0,0 1 1 0 0,0-1 0 0 0,0 1-1 0 0,0 0 1 0 0,-1 0-1 0 0,1 0 1 0 0,0 0-1 0 0,1 2 1 0 0,26 16 383 0 0,-2 2 0 0 0,0 0 0 0 0,33 36 0 0 0,62 82-218 0 0,-121-137-373 0 0,-1-2 2 0 0,1 1 0 0 0,-1-1 0 0 0,0 1 0 0 0,0-1 0 0 0,1 1 0 0 0,-1-1 0 0 0,0 0-1 0 0,1 1 1 0 0,-1-1 0 0 0,1 1 0 0 0,-1-1 0 0 0,0 0 0 0 0,1 1 0 0 0,-1-1 0 0 0,1 0 0 0 0,-1 1 0 0 0,1-1 0 0 0,-1 0 0 0 0,1 0 0 0 0,-1 0 0 0 0,1 1 0 0 0,0-1 0 0 0,-1 0-1 0 0,1 0 1 0 0,-1 0 0 0 0,1 0 0 0 0,-1 0 0 0 0,1 0 0 0 0,0 0 0 0 0,-1 0 0 0 0,1 0 0 0 0,0-1 16 0 0,0 0 0 0 0,-1 0 0 0 0,1 0 0 0 0,0 0 0 0 0,-1 0 0 0 0,1 0 0 0 0,-1 0 0 0 0,0 0 0 0 0,1 0 0 0 0,-1 0 0 0 0,0 0 0 0 0,1 0 0 0 0,-1 0 0 0 0,0-2 0 0 0,0-50 576 0 0,-1 49-555 0 0,-10-113 734 0 0,1 9-1404 0 0,8 35-2712 0 0,3 46-3303 0 0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03.6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39 104 3569 0 0,'-13'-19'338'0'0,"9"13"-333"0"0,0 1 0 0 0,0-1 0 0 0,1 0 0 0 0,-4-10 0 0 0,6 14-13 0 0,0 0 0 0 0,1-1 0 0 0,-1 1 0 0 0,1 0 0 0 0,-1-1 0 0 0,1 1 0 0 0,0-1 0 0 0,0 1 0 0 0,1-1 0 0 0,-1 1 0 0 0,0 0 0 0 0,1-1 0 0 0,-1 1 0 0 0,8-4 3189 0 0,-5 4-2292 0 0,0 1-675 0 0,-1 1 0 0 0,1-1 1 0 0,0 0-1 0 0,0 1 0 0 0,0-1 1 0 0,-1 1-1 0 0,1 0 0 0 0,0 0 1 0 0,0 0-1 0 0,0 0 0 0 0,0 0 1 0 0,0 1-1 0 0,-1-1 0 0 0,1 1 1 0 0,0 0-1 0 0,0 0 0 0 0,-1 0 1 0 0,1 0-1 0 0,-1 0 0 0 0,1 1 1 0 0,-1-1-1 0 0,1 1 0 0 0,-1 0 1 0 0,0-1-1 0 0,0 1 0 0 0,0 0 1 0 0,0 0-1 0 0,0 1 0 0 0,0-1 1 0 0,0 0-1 0 0,-1 0 0 0 0,1 1 1 0 0,-1-1-1 0 0,0 1 0 0 0,1 0 1 0 0,-1-1-1 0 0,-1 1 0 0 0,1 0 1 0 0,0 0-1 0 0,-1-1 0 0 0,1 6 1 0 0,4 69 843 0 0,-5-58-1032 0 0,1 0 0 0 0,6 36 0 0 0,-7-54-26 0 0,0 0 0 0 0,0 0 0 0 0,1 0 0 0 0,-1 0 0 0 0,1 0-1 0 0,-1 1 1 0 0,1-1 0 0 0,-1 0 0 0 0,1 0 0 0 0,-1 0 0 0 0,1 0 0 0 0,0 0 0 0 0,0-1 0 0 0,-1 1 0 0 0,1 0 0 0 0,0 0 0 0 0,0 0 0 0 0,0-1 0 0 0,0 1 0 0 0,0 0 0 0 0,0-1 0 0 0,0 1-1 0 0,0-1 1 0 0,0 1 0 0 0,0-1 0 0 0,0 0 0 0 0,1 1 0 0 0,-1-1 0 0 0,0 0 0 0 0,1 0 0 0 0,4 0-1 0 0,0 0 1 0 0,1-1-1 0 0,-1 0 1 0 0,0 0-1 0 0,6-2 0 0 0,-8 2 1 0 0,1-1 0 0 0,-1 1 0 0 0,0 1-1 0 0,1-1 1 0 0,-1 0 0 0 0,1 1 0 0 0,-1 0-1 0 0,1 0 1 0 0,6 1 0 0 0,-8 0 21 0 0,-1 1 0 0 0,1-1 0 0 0,0 0 0 0 0,0 1 0 0 0,-1 0 0 0 0,1-1 0 0 0,-1 1 0 0 0,1 0 0 0 0,-1 0 0 0 0,0 0 0 0 0,0 1-1 0 0,0-1 1 0 0,0 1 0 0 0,0-1 0 0 0,0 1 0 0 0,-1-1 0 0 0,1 1 0 0 0,-1 0 0 0 0,0 0 0 0 0,0 0 0 0 0,0 0 0 0 0,0 0 0 0 0,0 0 0 0 0,-1 0 0 0 0,1 0 0 0 0,-1 0 0 0 0,0 0 0 0 0,0 5 0 0 0,-1 1 20 0 0,1 0 0 0 0,-2 0 0 0 0,1 0 0 0 0,-1 0-1 0 0,0-1 1 0 0,-1 1 0 0 0,0-1 0 0 0,-7 14 0 0 0,1-2-2135 0 0,6-9 331 0 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04.5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0 369 9674 0 0,'45'-12'45'0'0,"168"-58"1530"0"0,372-70 0 0 0,-503 125-1258 0 0,551-104-2843 0 0,-629 118 2509 0 0,9-2 107 0 0,1 0 0 0 0,0 1 0 0 0,0 0 0 0 0,0 1 0 0 0,25 1-1 0 0,-38 1 35 0 0,0-1 0 0 0,0 1 0 0 0,0 0 0 0 0,1-1 0 0 0,-1 1 0 0 0,0 0 0 0 0,0 0 0 0 0,0 0-1 0 0,0 0 1 0 0,0 0 0 0 0,-1 0 0 0 0,1 0 0 0 0,0 0 0 0 0,0 0 0 0 0,-1 0 0 0 0,1 0 0 0 0,0 0-1 0 0,-1 1 1 0 0,1-1 0 0 0,-1 0 0 0 0,0 0 0 0 0,1 1 0 0 0,-1-1 0 0 0,0 0 0 0 0,0 1 0 0 0,0 2 0 0 0,1 43 2303 0 0,-1-35-1997 0 0,3 81 1107 0 0,17 113-1 0 0,32 91-893 0 0,-4-22-563 0 0,-46-264-97 0 0,4 26 52 0 0,-1 1 1 0 0,-2 0-1 0 0,-4 70 1 0 0,1-98 35 0 0,-2 0 0 0 0,1-1 1 0 0,-1 1-1 0 0,-1 0 1 0 0,0 0-1 0 0,0-1 0 0 0,-1 0 1 0 0,0 0-1 0 0,-1 0 0 0 0,0 0 1 0 0,0 0-1 0 0,-1-1 0 0 0,0 0 1 0 0,0-1-1 0 0,-1 1 0 0 0,0-1 1 0 0,0 0-1 0 0,-1-1 1 0 0,-14 10-1 0 0,-16 6 42 0 0,-1-2 1 0 0,-1-1-1 0 0,-72 21 1 0 0,-134 23-211 0 0,160-43 39 0 0,-182 35-505 0 0,-281 20 0 0 0,530-73 641 0 0,0-1 1 0 0,0 0-1 0 0,-36-4 0 0 0,47 1-356 0 0,0 1 0 0 0,0-1-1 0 0,1-1 1 0 0,-13-4-1 0 0,13 3-813 0 0,1 0-1 0 0,-1 0 1 0 0,1 0-1 0 0,-1-1 1 0 0,-7-7-1 0 0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04.7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10594 0 0,'1'18'687'0'0,"1"0"0"0"0,1 0 0 0 0,6 23-1 0 0,2 8-20 0 0,113 495 3776 0 0,-94-427-4574 0 0,-15-57-221 0 0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12.9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70 7834 0 0,'-4'-70'9392'0'0,"4"96"-9128"0"0,2-1 0 0 0,0 1-1 0 0,2-1 1 0 0,1 0-1 0 0,1 0 1 0 0,1-1-1 0 0,1 0 1 0 0,12 26 0 0 0,-12-34-106 0 0,1 0 1 0 0,0 0-1 0 0,1-1 1 0 0,1 0 0 0 0,0-1-1 0 0,1 0 1 0 0,0-1 0 0 0,2 0-1 0 0,-1-1 1 0 0,1 0-1 0 0,1-1 1 0 0,17 10 0 0 0,-24-17-248 0 0,0 0 1 0 0,1 0 0 0 0,-1 0-1 0 0,1-1 1 0 0,15 3 0 0 0,-21-5-40 0 0,1 0 0 0 0,-1-1 0 0 0,0 0 0 0 0,0 0 0 0 0,0 0 0 0 0,0 0 0 0 0,0 0 0 0 0,0-1 0 0 0,0 1 0 0 0,0-1 0 0 0,0 0 0 0 0,0 0 0 0 0,0 0 0 0 0,0 0 1 0 0,0 0-1 0 0,-1-1 0 0 0,1 1 0 0 0,0-1 0 0 0,-1 0 0 0 0,5-3 0 0 0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13.1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126 83 5985 0 0,'-58'-29'1800'0'0,"-2"-2"5980"0"0,60 31-7692 0 0,-1 0 0 0 0,1-1 1 0 0,0 1-1 0 0,-1 0 0 0 0,1 0 0 0 0,-1-1 1 0 0,1 1-1 0 0,0 0 0 0 0,-1 0 1 0 0,1-1-1 0 0,0 1 0 0 0,-1 0 0 0 0,1-1 1 0 0,0 1-1 0 0,0 0 0 0 0,-1-1 1 0 0,1 1-1 0 0,0-1 0 0 0,0 1 1 0 0,-1-1-1 0 0,1 1 0 0 0,0 0 0 0 0,0-1 1 0 0,0 1-1 0 0,0-1 0 0 0,0 1 1 0 0,0-1-1 0 0,0 1 0 0 0,0-1 0 0 0,0 1 1 0 0,0 0-1 0 0,0-1 0 0 0,0 1 1 0 0,0-1-1 0 0,0 1 0 0 0,0-1 0 0 0,1 1 1 0 0,-1-1-1 0 0,0 1 0 0 0,0 0 1 0 0,0-1-1 0 0,1 1 0 0 0,-1-1 1 0 0,1 1-1 0 0,-1-1-213 0 0,1 1 0 0 0,-1-1 0 0 0,1 1 0 0 0,0-1 0 0 0,0 1 0 0 0,-1-1 0 0 0,1 1 0 0 0,0 0 0 0 0,0-1 0 0 0,-1 1 0 0 0,1 0 0 0 0,0 0 1 0 0,0-1-1 0 0,0 1 0 0 0,0 0 0 0 0,-1 0 0 0 0,1 0 0 0 0,0 0 0 0 0,0 0 0 0 0,0 0 0 0 0,0 1 0 0 0,-1-1 0 0 0,1 0 0 0 0,1 1 0 0 0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13.6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77 1 6449 0 0,'-11'11'1231'0'0,"1"1"0"0"0,0 0 0 0 0,-9 16 0 0 0,15-23-1005 0 0,1 1 0 0 0,0 0 0 0 0,0 0 0 0 0,0 0 0 0 0,1 0 0 0 0,0 1 0 0 0,0-1 0 0 0,1 1 0 0 0,-1-1 0 0 0,1 8 0 0 0,1-11-126 0 0,1-1 0 0 0,-1 1 0 0 0,1 0 0 0 0,0 0 1 0 0,0 0-1 0 0,0-1 0 0 0,0 1 0 0 0,0 0 0 0 0,1-1 0 0 0,-1 1 0 0 0,1-1 0 0 0,0 0 0 0 0,0 1 1 0 0,0-1-1 0 0,0 0 0 0 0,0 0 0 0 0,0 0 0 0 0,0 0 0 0 0,1-1 0 0 0,-1 1 0 0 0,1-1 0 0 0,-1 1 1 0 0,1-1-1 0 0,0 0 0 0 0,-1 0 0 0 0,6 1 0 0 0,10 4 97 0 0,-1-1 0 0 0,1-2 0 0 0,20 3 0 0 0,-25-4-207 0 0,-9-2 12 0 0,0 1 1 0 0,-1-1-1 0 0,1 1 1 0 0,0 0 0 0 0,-1 0-1 0 0,1 1 1 0 0,-1-1-1 0 0,1 0 1 0 0,-1 1-1 0 0,0 0 1 0 0,0 0 0 0 0,1 0-1 0 0,-1 0 1 0 0,0 1-1 0 0,-1-1 1 0 0,1 1-1 0 0,2 3 1 0 0,-3-3 38 0 0,0 0 1 0 0,-1 1-1 0 0,0-1 1 0 0,0 1-1 0 0,0-1 1 0 0,0 1-1 0 0,0 0 0 0 0,-1-1 1 0 0,1 1-1 0 0,-1-1 1 0 0,0 1-1 0 0,0 0 1 0 0,0-1-1 0 0,-1 1 1 0 0,1 0-1 0 0,-1-1 0 0 0,-2 7 1 0 0,0 1 124 0 0,-1-1-1 0 0,0 1 1 0 0,0-1 0 0 0,-1 0 0 0 0,0-1-1 0 0,-13 18 1 0 0,-9 5-4132 0 0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13.85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66 6913 0 0,'2'-3'800'0'0,"1"0"-1"0"0,-1 0 0 0 0,1 0 0 0 0,0 0 0 0 0,0 0 0 0 0,1 1 0 0 0,-1-1 0 0 0,0 1 0 0 0,1 0 0 0 0,0 0 0 0 0,4-2 0 0 0,-1 0 245 0 0,-1 1-1077 0 0,28-16 1571 0 0,-9 13-7295 0 0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14.0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0 126 6449 0 0,'51'-28'5951'0'0,"-18"3"-4753"0"0,6-4-2257 0 0,-5-3-3352 0 0,-25 20 2820 0 0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14.5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27 5985 0 0,'-7'-27'12111'0'0,"5"42"-10420"0"0,3 7-1418 0 0,0 0 0 0 0,2 0-1 0 0,1 0 1 0 0,0-1 0 0 0,2 0 0 0 0,10 29 0 0 0,-10-36-276 0 0,0 0 1 0 0,0-1-1 0 0,2 0 1 0 0,-1 0-1 0 0,2 0 0 0 0,0-1 1 0 0,0 0-1 0 0,1 0 1 0 0,1-1-1 0 0,12 10 1 0 0,-21-19-130 0 0,1 1 0 0 0,0-1 1 0 0,0 0-1 0 0,0 0 1 0 0,0 0-1 0 0,0 0 1 0 0,1 0-1 0 0,-1-1 0 0 0,1 0 1 0 0,-1 1-1 0 0,1-1 1 0 0,-1-1-1 0 0,1 1 1 0 0,-1 0-1 0 0,1-1 0 0 0,0 0 1 0 0,-1 0-1 0 0,1 0 1 0 0,0 0-1 0 0,-1 0 1 0 0,1-1-1 0 0,0 0 0 0 0,-1 1 1 0 0,1-1-1 0 0,-1-1 1 0 0,1 1-1 0 0,-1 0 1 0 0,0-1-1 0 0,0 0 0 0 0,1 0 1 0 0,-1 0-1 0 0,0 0 1 0 0,-1 0-1 0 0,1-1 1 0 0,0 1-1 0 0,-1-1 0 0 0,1 0 1 0 0,-1 1-1 0 0,0-1 1 0 0,4-6-1 0 0,28-47-3517 0 0,-24 37 2370 0 0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14.8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45 10594 0 0,'15'-27'3049'0'0,"5"13"-4364"0"0,16 10-5507 0 0,-36 4 6764 0 0,8 0-1845 0 0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15.1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5065 0 0,'6'7'9567'0'0,"6"8"-7283"0"0,-4-2-1711 0 0,-1-1 1 0 0,-1 1-1 0 0,0 1 0 0 0,-1-1 1 0 0,0 1-1 0 0,-1-1 1 0 0,4 29-1 0 0,2 1-25 0 0,31 103 81 0 0,-20-84-6980 0 0,-13-41-664 0 0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17.5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1 6913 0 0,'-1'1'252'0'0,"1"-1"-1"0"0,-1 1 0 0 0,0 0 0 0 0,1 0 1 0 0,-1 0-1 0 0,1-1 0 0 0,-1 1 0 0 0,1 0 1 0 0,-1 0-1 0 0,1 0 0 0 0,0 0 0 0 0,0 0 1 0 0,-1 0-1 0 0,1 0 0 0 0,0 0 0 0 0,0 0 1 0 0,0 0-1 0 0,0 0 0 0 0,0 0 0 0 0,0 0 1 0 0,0 1-1 0 0,1 24 1615 0 0,0 15-683 0 0,3 0-1 0 0,2 0 1 0 0,1-1 0 0 0,2 1 0 0 0,24 64-1 0 0,-31-100-1160 0 0,0 0-1 0 0,1 0 1 0 0,0 0 0 0 0,1 0-1 0 0,-1 0 1 0 0,1-1-1 0 0,-1 0 1 0 0,1 1 0 0 0,1-1-1 0 0,6 5 1 0 0,-10-8-64 0 0,1 0 0 0 0,-1 0 0 0 0,1 0 0 0 0,0-1 0 0 0,-1 1 0 0 0,1 0 0 0 0,0-1 0 0 0,0 1 0 0 0,-1-1 0 0 0,1 1 1 0 0,0-1-1 0 0,0 0 0 0 0,0 0 0 0 0,0 0 0 0 0,-1 0 0 0 0,1 0 0 0 0,0 0 0 0 0,0 0 0 0 0,0-1 0 0 0,0 1 0 0 0,-1-1 0 0 0,1 1 0 0 0,0-1 0 0 0,0 0 0 0 0,-1 1 0 0 0,1-1 0 0 0,-1 0 0 0 0,1 0 1 0 0,0 0-1 0 0,-1-1 0 0 0,0 1 0 0 0,1 0 0 0 0,-1 0 0 0 0,0-1 0 0 0,2-2 0 0 0,16-26-1926 0 0,-12 11 953 0 0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17.7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 7 12155 0 0,'-2'0'264'0'0,"0"2"56"0"0,-2-1 648 0 0,5-1-712 0 0,0-1 272 0 0,20-7-4201 0 0,-13 8 2313 0 0,0 2 1080 0 0,0 5 280 0 0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18.3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26 3225 0 0,'4'-25'13923'0'0,"6"36"-12732"0"0,0 14-528 0 0,-1 1 1 0 0,9 44 0 0 0,-11-40-970 0 0,17 46 1 0 0,-16-56-474 0 0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18.6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0 111 5529 0 0,'3'-1'488'0'0,"0"-2"-392"0"0,1 2-96 0 0,-3 0 0 0 0,2-1 456 0 0,1 0 73 0 0,3-2 15 0 0,2-3 0 0 0,4-4-400 0 0,3 1-80 0 0,0-2-64 0 0,1 1 96 0 0,-4 0-1144 0 0,2 2-225 0 0,-1 2-39 0 0,0 0-16 0 0,-1 1 1048 0 0,1 0 216 0 0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18.7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66 3225 0 0,'-2'6'288'0'0,"-1"-4"-288"0"0,2 0 0 0 0,1-1 520 0 0,1-1 56 0 0,0-1 0 0 0,2-1 8 0 0,1-2-360 0 0,4-2-64 0 0,1-4-24 0 0,3-2 0 0 0,2 2-136 0 0,-2-5 0 0 0,-1-1 0 0 0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19.2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16 6913 0 0,'8'-15'7979'0'0,"-7"14"-7681"0"0,0 1-195 0 0,-1 0 0 0 0,1 0 0 0 0,-1 0 0 0 0,1 0 0 0 0,-1 0 1 0 0,1 0-1 0 0,-1 0 0 0 0,0 0 0 0 0,1 0 0 0 0,-1 0 0 0 0,1 1 0 0 0,-1-1 1 0 0,1 0-1 0 0,-1 0 0 0 0,0 0 0 0 0,1 0 0 0 0,-1 1 0 0 0,0-1 1 0 0,1 0-1 0 0,-1 0 0 0 0,0 1 0 0 0,1-1 0 0 0,-1 0 0 0 0,0 1 0 0 0,1-1 1 0 0,-1 0-1 0 0,0 1 0 0 0,0-1 0 0 0,1 1 0 0 0,-1-1 0 0 0,0 0 0 0 0,0 1 1 0 0,0-1-1 0 0,0 1 0 0 0,0-1 0 0 0,1 1 0 0 0,-1-1 0 0 0,0 0 1 0 0,0 1-1 0 0,0 0 0 0 0,5 26 428 0 0,2 0 0 0 0,1-1 1 0 0,1 0-1 0 0,1 0 0 0 0,23 40 0 0 0,-27-56-538 0 0,0 1 0 0 0,1-2 0 0 0,0 1 0 0 0,0-1 0 0 0,1 0 0 0 0,0-1 0 0 0,1 0 0 0 0,0 0-1 0 0,0-1 1 0 0,1 0 0 0 0,0-1 0 0 0,0 0 0 0 0,1 0 0 0 0,-1-1 0 0 0,21 7 0 0 0,-27-11-119 0 0,0-1 0 0 0,0 1 0 0 0,1 0 0 0 0,-1-1 0 0 0,0 0 0 0 0,0 0 0 0 0,1 0 0 0 0,-1 0 0 0 0,0-1 0 0 0,6-1 1 0 0,9-9-6221 0 0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19.5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55 11 2304 0 0,'-12'-2'-144'0'0,"-2"2"3579"0"0,-14-4 6312 0 0,29 3-9946 0 0,0 1 1 0 0,0-1-1 0 0,0 1 0 0 0,0-1 1 0 0,0 1-1 0 0,1-1 1 0 0,-1 1-1 0 0,0 0 0 0 0,0 0 1 0 0,1-1-1 0 0,-1 1 1 0 0,0 0-1 0 0,1 0 0 0 0,0 0 1 0 0,13 12-1377 0 0,-8-1 1445 0 0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20.0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57 6913 0 0,'3'-4'441'0'0,"0"-1"0"0"0,0 1 0 0 0,1 0-1 0 0,-1 1 1 0 0,1-1 0 0 0,0 1-1 0 0,0-1 1 0 0,0 1 0 0 0,0 0-1 0 0,6-3 1 0 0,-7 4-243 0 0,0 0 0 0 0,1 1 0 0 0,-1-1 0 0 0,0 1 0 0 0,1 0-1 0 0,-1-1 1 0 0,1 1 0 0 0,-1 1 0 0 0,1-1 0 0 0,-1 1 0 0 0,1-1 0 0 0,-1 1 0 0 0,1 0-1 0 0,0 0 1 0 0,4 1 0 0 0,-5 1-172 0 0,1-1 0 0 0,-1 1-1 0 0,0 0 1 0 0,0 0 0 0 0,0 0-1 0 0,-1 1 1 0 0,1-1 0 0 0,0 1-1 0 0,-1 0 1 0 0,1-1 0 0 0,-1 1-1 0 0,0 0 1 0 0,0 0 0 0 0,0 0-1 0 0,-1 1 1 0 0,1-1 0 0 0,-1 0-1 0 0,1 1 1 0 0,-1-1 0 0 0,1 5-1 0 0,1 6 65 0 0,0 1 0 0 0,0-1 0 0 0,0 25 0 0 0,-6 15 790 0 0,1-43-380 0 0,1 0 0 0 0,1 1-1 0 0,0-1 1 0 0,0 1 0 0 0,4 21-1 0 0,-4-32-446 0 0,0 0 1 0 0,1 0-1 0 0,-1 0 0 0 0,0 0 0 0 0,1-1 0 0 0,-1 1 0 0 0,0 0 1 0 0,1 0-1 0 0,-1 0 0 0 0,1 0 0 0 0,-1-1 0 0 0,1 1 0 0 0,-1 0 1 0 0,1-1-1 0 0,0 1 0 0 0,-1 0 0 0 0,1-1 0 0 0,0 1 1 0 0,0-1-1 0 0,-1 1 0 0 0,1-1 0 0 0,0 1 0 0 0,0-1 0 0 0,0 0 1 0 0,1 1-1 0 0,0-1-5 0 0,-1 0 0 0 0,1 0 0 0 0,-1 0 1 0 0,1 0-1 0 0,0-1 0 0 0,-1 1 0 0 0,1-1 1 0 0,-1 1-1 0 0,1-1 0 0 0,-1 1 0 0 0,1-1 0 0 0,-1 0 1 0 0,3-1-1 0 0,5-4 50 0 0,-1-1 0 0 0,1-1 0 0 0,10-11 0 0 0,-13 14-15 0 0,75-76-2149 0 0,-60 59-5198 0 0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22.6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 1 5529 0 0,'-1'0'160'0'0,"-1"0"1"0"0,1 1-1 0 0,0-1 0 0 0,0 0 0 0 0,0 1 0 0 0,0-1 1 0 0,0 1-1 0 0,0 0 0 0 0,0-1 0 0 0,0 1 0 0 0,0 0 1 0 0,0 0-1 0 0,1 0 0 0 0,-1-1 0 0 0,0 1 0 0 0,0 0 1 0 0,1 0-1 0 0,-1 0 0 0 0,1 0 0 0 0,-1 0 0 0 0,1 0 1 0 0,-1 0-1 0 0,1 1 0 0 0,-1-1 0 0 0,1 0 0 0 0,0 0 1 0 0,0 0-1 0 0,0 0 0 0 0,0 0 0 0 0,0 1 0 0 0,0-1 1 0 0,0 0-1 0 0,0 0 0 0 0,0 0 0 0 0,1 2 0 0 0,4 50 1056 0 0,-4-47-849 0 0,4 19 86 0 0,1-1 1 0 0,1 1-1 0 0,1-1 1 0 0,18 37-1 0 0,-21-51-301 0 0,0 0 0 0 0,1 0 1 0 0,0-1-1 0 0,1 1 0 0 0,-1-2 0 0 0,2 1 0 0 0,-1-1 0 0 0,1 0 0 0 0,1 0 0 0 0,0-1 0 0 0,0 0 1 0 0,16 9-1 0 0,-22-14-356 0 0,1-1 0 0 0,-1 1 1 0 0,0-1-1 0 0,1 0 0 0 0,-1 0 1 0 0,1 0-1 0 0,-1-1 0 0 0,1 1 1 0 0,-1-1-1 0 0,1 0 0 0 0,-1 0 1 0 0,1 0-1 0 0,0 0 1 0 0,-1-1-1 0 0,1 1 0 0 0,3-2 1 0 0,7-6-4865 0 0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22.9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 60 9218 0 0,'-1'-1'158'0'0,"-1"-1"1"0"0,1 1-1 0 0,-1-1 1 0 0,1 1-1 0 0,-1-1 1 0 0,1 0-1 0 0,0 0 0 0 0,0 0 1 0 0,0 0-1 0 0,0 0 1 0 0,0 0-1 0 0,1 0 0 0 0,-1 0 1 0 0,0 0-1 0 0,1 0 1 0 0,0 0-1 0 0,-1 0 1 0 0,1-4-1 0 0,1 5-172 0 0,-1-1 1 0 0,1 1-1 0 0,-1 0 1 0 0,1 0-1 0 0,0 0 1 0 0,-1 0-1 0 0,1 0 1 0 0,0 0-1 0 0,0 0 1 0 0,0 0-1 0 0,0 0 0 0 0,0 0 1 0 0,0 0-1 0 0,0 0 1 0 0,0 1-1 0 0,0-1 1 0 0,1 1-1 0 0,-1-1 1 0 0,0 0-1 0 0,0 1 1 0 0,0 0-1 0 0,1-1 0 0 0,-1 1 1 0 0,0 0-1 0 0,1 0 1 0 0,-1 0-1 0 0,0-1 1 0 0,1 1-1 0 0,-1 1 1 0 0,0-1-1 0 0,3 0 1 0 0,17 3-561 0 0,-10 0 555 0 0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23.9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38 5529 0 0,'0'-1'178'0'0,"0"-1"1"0"0,0 1-1 0 0,0-1 0 0 0,1 0 0 0 0,-1 1 0 0 0,1-1 1 0 0,-1 1-1 0 0,1-1 0 0 0,-1 1 0 0 0,1-1 0 0 0,0 1 1 0 0,-1-1-1 0 0,1 1 0 0 0,0 0 0 0 0,0 0 0 0 0,0-1 1 0 0,0 1-1 0 0,1 0 0 0 0,-1 0 0 0 0,0 0 0 0 0,0 0 1 0 0,1 0-1 0 0,-1 0 0 0 0,0 0 0 0 0,1 1 0 0 0,-1-1 1 0 0,1 0-1 0 0,-1 1 0 0 0,1-1 0 0 0,-1 1 0 0 0,1 0 1 0 0,0-1-1 0 0,-1 1 0 0 0,1 0 0 0 0,-1 0 0 0 0,1 0 0 0 0,0 0 1 0 0,-1 0-1 0 0,1 0 0 0 0,2 1 0 0 0,0 0-78 0 0,1-1-1 0 0,-1 1 1 0 0,1 0-1 0 0,-1 0 0 0 0,0 0 1 0 0,1 1-1 0 0,-1-1 1 0 0,0 1-1 0 0,0 0 0 0 0,0 1 1 0 0,0-1-1 0 0,-1 0 1 0 0,6 5-1 0 0,-4 0-105 0 0,0-1-1 0 0,0 1 1 0 0,-1 0-1 0 0,0 1 1 0 0,0-1 0 0 0,-1 1-1 0 0,1 0 1 0 0,2 12-1 0 0,-1 4-416 0 0,4 38 0 0 0,0 4 208 0 0,-9-66 251 0 0,0 0-1 0 0,0 1 1 0 0,0-1 0 0 0,0 0-1 0 0,0 1 1 0 0,0-1 0 0 0,0 0-1 0 0,0 1 1 0 0,0-1 0 0 0,0 0-1 0 0,1 1 1 0 0,-1-1-1 0 0,0 0 1 0 0,0 0 0 0 0,0 1-1 0 0,1-1 1 0 0,-1 0 0 0 0,0 0-1 0 0,0 1 1 0 0,1-1 0 0 0,-1 0-1 0 0,0 0 1 0 0,0 1 0 0 0,1-1-1 0 0,-1 0 1 0 0,0 0-1 0 0,1 0 1 0 0,-1 0 0 0 0,0 0-1 0 0,1 0 1 0 0,-1 1 0 0 0,0-1-1 0 0,1 0 1 0 0,-1 0 0 0 0,1 0-1 0 0,12-8 1046 0 0,15-21 234 0 0,-23 24-1204 0 0,13-16-697 0 0,35-28 0 0 0,-35 34-5090 0 0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24.2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 47 6449 0 0,'-9'1'4772'0'0,"15"-10"-2867"0"0,18-13-2770 0 0,11 7-431 0 0,-26 13 1229 0 0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24.3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72 3681 0 0,'9'-8'5330'0'0,"61"-48"-6171"0"0,-60 49 841 0 0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24.6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 1 1840 0 0,'-1'0'486'0'0,"-1"0"0"0"0,1 1 0 0 0,-13 9 5831 0 0,13-9-5832 0 0,0 1 1 0 0,0-1 0 0 0,-1 2 0 0 0,1 0 1 0 0,1 0 0 0 0,-1 0 0 0 0,0 0 0 0 0,1 0 0 0 0,-1 0-1 0 0,1 0 1 0 0,0 0 0 0 0,0 0 0 0 0,0 3 0 0 0,3 10 212 0 0,0-1-1 0 0,0 0 1 0 0,7 16-1 0 0,-3-8 535 0 0,12 61-185 0 0,24 76-3121 0 0,-37-145-187 0 0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24.8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 2 5529 0 0,'-6'0'488'0'0,"-4"-1"2009"0"0,12 2-2497 0 0,-1 2-192 0 0,3 2-8 0 0,7 14 0 0 0,-2-6 200 0 0,2 4 0 0 0,1 2 0 0 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25.4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86 23 3225 0 0,'0'-1'206'0'0,"1"0"1"0"0,-1 0-1 0 0,0 1 1 0 0,0-1 0 0 0,0 0-1 0 0,0 1 1 0 0,0-1-1 0 0,0 0 1 0 0,0 0-1 0 0,-1 1 1 0 0,1-1-1 0 0,0 0 1 0 0,0 0 0 0 0,0 1-1 0 0,-1-1 1 0 0,1 0-1 0 0,0 1 1 0 0,-1-1-1 0 0,1 0 1 0 0,-1 1 0 0 0,1-1-1 0 0,-1 1 1 0 0,1-1-1 0 0,-1 1 1 0 0,1-1-1 0 0,-1 1 1 0 0,1-1 0 0 0,-1 1-1 0 0,0-1 1 0 0,1 1-1 0 0,-1 0 1 0 0,0-1-1 0 0,1 1 1 0 0,-1 0 0 0 0,0 0-1 0 0,0-1 1 0 0,1 1-1 0 0,-1 0 1 0 0,0 0-1 0 0,0 0 1 0 0,1 0 0 0 0,-1 0-1 0 0,0 0 1 0 0,0 0-1 0 0,0 0 1 0 0,-1 1 22 0 0,0 0 0 0 0,0-1 0 0 0,0 1 0 0 0,0 0 0 0 0,0 0 0 0 0,1 0 0 0 0,-1 0 0 0 0,0 0 0 0 0,1 0 0 0 0,-1 0 0 0 0,1 1 0 0 0,-1-1 0 0 0,1 1 0 0 0,0-1 0 0 0,-1 1 0 0 0,0 2 0 0 0,-3 4 3 0 0,1 1 0 0 0,0-1 0 0 0,1 1 0 0 0,0 0 1 0 0,0 0-1 0 0,1 0 0 0 0,-2 16 0 0 0,4-21-223 0 0,0 0 0 0 0,0 0-1 0 0,0 0 1 0 0,0 0 0 0 0,1 0 0 0 0,-1 0-1 0 0,1-1 1 0 0,0 1 0 0 0,0 0-1 0 0,1 0 1 0 0,-1-1 0 0 0,1 1-1 0 0,0 0 1 0 0,-1-1 0 0 0,2 0-1 0 0,-1 1 1 0 0,0-1 0 0 0,1 0 0 0 0,-1 0-1 0 0,6 4 1 0 0,43 26-69 0 0,-41-27 31 0 0,1 0 0 0 0,-1 0 0 0 0,0 1 0 0 0,-1 1 0 0 0,1-1 0 0 0,11 14 0 0 0,-20-19 35 0 0,1 1-1 0 0,-1-1 1 0 0,1 1 0 0 0,-1 0 0 0 0,0 0 0 0 0,0-1-1 0 0,0 1 1 0 0,0 0 0 0 0,0 0 0 0 0,0 0-1 0 0,-1 0 1 0 0,0 0 0 0 0,0 0 0 0 0,0 0 0 0 0,0 0-1 0 0,0 0 1 0 0,0 0 0 0 0,-1 0 0 0 0,1 0-1 0 0,-1 0 1 0 0,0 0 0 0 0,0 0 0 0 0,0-1 0 0 0,0 1-1 0 0,-1 0 1 0 0,1-1 0 0 0,-1 1 0 0 0,1-1-1 0 0,-1 1 1 0 0,-4 3 0 0 0,3-1 111 0 0,-1-1-1 0 0,0 1 1 0 0,0-1-1 0 0,0 0 1 0 0,-1-1 0 0 0,1 1-1 0 0,-1-1 1 0 0,0 0-1 0 0,0 0 1 0 0,0 0-1 0 0,0 0 1 0 0,0-1 0 0 0,-1 0-1 0 0,1 0 1 0 0,-1-1-1 0 0,1 0 1 0 0,-1 0 0 0 0,-7 1-1 0 0,8-2-294 0 0,0 0 0 0 0,0 0 0 0 0,0-1 0 0 0,0 0 0 0 0,0 0-1 0 0,1 0 1 0 0,-1 0 0 0 0,-6-4 0 0 0,-5-3-6711 0 0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34.9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740 182 1376 0 0,'-51'27'913'0'0,"1"3"-1"0"0,1 1 1 0 0,1 3-1 0 0,-48 45 1 0 0,64-48-552 0 0,2 1 1 0 0,1 2 0 0 0,2 1 0 0 0,-45 75-1 0 0,30-32 407 0 0,-48 123-1 0 0,64-131-761 0 0,2 1-1 0 0,4 0 1 0 0,3 2-1 0 0,4 0 1 0 0,2 0 0 0 0,4 1-1 0 0,3 0 1 0 0,3 1 0 0 0,3-1-1 0 0,4 0 1 0 0,2 0-1 0 0,4-1 1 0 0,22 72 0 0 0,9-7 440 0 0,5-1 1 0 0,7-3 0 0 0,124 221 0 0 0,-136-289-297 0 0,96 115 1 0 0,69 43 90 0 0,-177-194-255 0 0,1-1 0 0 0,1-1 0 0 0,1-2 0 0 0,2-2 0 0 0,1-1 0 0 0,0-2 0 0 0,55 23-1 0 0,-38-23-44 0 0,2-3-1 0 0,0-2 0 0 0,0-2 0 0 0,115 11 0 0 0,-85-19 392 0 0,0-3 0 0 0,0-4-1 0 0,-1-4 1 0 0,1-3 0 0 0,-1-5 0 0 0,137-37-1 0 0,-186 38-202 0 0,-2-2-1 0 0,1-1 0 0 0,-2-2 1 0 0,0 0-1 0 0,35-27 0 0 0,-6-2 205 0 0,82-78-1 0 0,-68 50 17 0 0,-4-3 0 0 0,97-133 0 0 0,-130 153-219 0 0,-2-3 0 0 0,-2 0 0 0 0,-3-2 0 0 0,44-124 0 0 0,-60 129-226 0 0,-3-1 0 0 0,-2 0 0 0 0,-2-1 1 0 0,-4 0-1 0 0,-1 0 0 0 0,-7-75 0 0 0,-6 19-12 0 0,-6 0 0 0 0,-35-138 0 0 0,9 92 1646 0 0,-88-222 1 0 0,92 294-1293 0 0,-4 2 1 0 0,-4 1 0 0 0,-105-149-1 0 0,124 201-267 0 0,-1 1 0 0 0,-2 2-1 0 0,-1 1 1 0 0,-2 1 0 0 0,0 2 0 0 0,-2 1-1 0 0,-1 1 1 0 0,-1 2 0 0 0,0 2 0 0 0,-2 1-1 0 0,-1 2 1 0 0,0 2 0 0 0,-1 1-1 0 0,-1 2 1 0 0,0 2 0 0 0,0 2 0 0 0,-1 2-1 0 0,-76-4 1 0 0,50 10 34 0 0,1 3-1 0 0,0 3 1 0 0,0 3 0 0 0,0 2-1 0 0,-76 24 1 0 0,124-28-159 0 0,2 1 0 0 0,-1 0 0 0 0,-27 17-1 0 0,32-16-1814 0 0,1 0-1 0 0,-21 20 1 0 0,7-2-3648 0 0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36.18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1561 155 8290 0 0,'-43'-27'935'0'0,"-2"3"0"0"0,-1 2 0 0 0,-1 2 0 0 0,-68-20 0 0 0,91 34-1065 0 0,1 1 0 0 0,-1 0-1 0 0,0 2 1 0 0,0 1 0 0 0,0 1 0 0 0,0 1 0 0 0,0 1-1 0 0,0 1 1 0 0,0 1 0 0 0,0 1 0 0 0,-34 11-1 0 0,-14 10-595 0 0,1 3 0 0 0,-105 57-1 0 0,140-64 909 0 0,1 2 0 0 0,2 1-1 0 0,0 1 1 0 0,1 2-1 0 0,2 1 1 0 0,-39 46-1 0 0,29-24 3 0 0,2 2 0 0 0,3 1-1 0 0,2 2 1 0 0,2 2 0 0 0,2 0-1 0 0,3 2 1 0 0,3 1 0 0 0,3 0-1 0 0,2 2 1 0 0,-14 85 0 0 0,17-36-438 0 0,4 1 0 0 0,6 0 0 0 0,15 205-1 0 0,5-221 322 0 0,4 0-1 0 0,4 0 1 0 0,60 154-1 0 0,-61-199 109 0 0,1 0 0 0 0,2-2 0 0 0,3-1 0 0 0,2-1 1 0 0,1-1-1 0 0,3-2 0 0 0,2-2 0 0 0,62 60 0 0 0,-69-78-160 0 0,1-1 0 0 0,1-1-1 0 0,1-1 1 0 0,1-2 0 0 0,0-2-1 0 0,2-1 1 0 0,0-1 0 0 0,63 17-1 0 0,-50-21-150 0 0,0-2-1 0 0,0-2 0 0 0,1-2 0 0 0,-1-2 0 0 0,1-2 0 0 0,66-8 1 0 0,-60 1 186 0 0,-1-3 1 0 0,83-24 0 0 0,-101 22 168 0 0,-1-3-1 0 0,-1 0 1 0 0,0-3 0 0 0,54-34-1 0 0,-32 10 117 0 0,-1-2 1 0 0,-2-2-1 0 0,-2-3 0 0 0,-2-2 0 0 0,-3-2 0 0 0,52-73 0 0 0,-53 59-126 0 0,-3-3-1 0 0,-3-1 0 0 0,-3-2 0 0 0,-4-1 1 0 0,29-93-1 0 0,-48 121-143 0 0,-3-1 0 0 0,-1 1 0 0 0,-2-2 0 0 0,-2 1 0 0 0,-3-91 0 0 0,-7 72 350 0 0,-3 1 0 0 0,-2 1 0 0 0,-33-111-1 0 0,-64-149 1285 0 0,80 256-1394 0 0,-3 1 0 0 0,-64-107 0 0 0,77 149-264 0 0,0 0-1 0 0,-2 1 0 0 0,0 1 0 0 0,-2 1 1 0 0,0 1-1 0 0,-34-24 0 0 0,22 21 6 0 0,-2 1 1 0 0,0 2-1 0 0,-1 2 0 0 0,-42-15 1 0 0,-51-10-561 0 0,-152-31 1 0 0,96 28-43 0 0,110 30-862 0 0,44 14 690 0 0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40.02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163 4115 6913 0 0,'-8'-1'269'0'0,"0"-1"0"0"0,1 1 0 0 0,-1-1 0 0 0,1 0 0 0 0,-1-1 0 0 0,1 0 0 0 0,0 0-1 0 0,0 0 1 0 0,0-1 0 0 0,1 0 0 0 0,-1-1 0 0 0,1 1 0 0 0,0-1 0 0 0,0 0 0 0 0,-7-8-1 0 0,8 6-256 0 0,0 1 0 0 0,0-1 0 0 0,1 0 0 0 0,0-1 0 0 0,1 1 0 0 0,-1-1 0 0 0,1 1 0 0 0,1-1 0 0 0,-1 0 0 0 0,1 0 0 0 0,1 0 0 0 0,-1 0 0 0 0,2 0-1 0 0,-1-12 1 0 0,1-12-27 0 0,2 1 0 0 0,1-1 0 0 0,2 1 0 0 0,1 0 0 0 0,1 0-1 0 0,1 1 1 0 0,2 0 0 0 0,2 1 0 0 0,0 0 0 0 0,2 0 0 0 0,1 1-1 0 0,1 1 1 0 0,1 1 0 0 0,1 0 0 0 0,2 2 0 0 0,1 0 0 0 0,0 1 0 0 0,35-28-1 0 0,256-193-229 0 0,-214 171-356 0 0,153-89-1 0 0,-20 21-213 0 0,136-74 214 0 0,131-7 473 0 0,-86 41 128 0 0,17-7 0 0 0,590-226 0 0 0,-405 186-3 0 0,10 26 13 0 0,-544 177-7 0 0,1005-261 61 0 0,-530 164 41 0 0,656-130-84 0 0,1348-100-85 0 0,-987 293 545 0 0,1 119 853 0 0,-1449-53-1235 0 0,960 67 287 0 0,-12 92-62 0 0,-269 61-192 0 0,-18 57 19 0 0,-419-138 276 0 0,582 323 0 0 0,-797-372-331 0 0,143 119 1 0 0,-173-123-82 0 0,304 264 18 0 0,-258-210-13 0 0,261 279 779 0 0,-240-229 125 0 0,-167-175-845 0 0,72 77 743 0 0,-80-83-706 0 0,0 1 0 0 0,-1 0 0 0 0,-1 1-1 0 0,13 26 1 0 0,-18-27-1151 0 0,-2-2-4139 0 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40.73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129 1 10594 0 0,'0'0'819'0'0,"32"7"795"0"0,-23-5-1320 0 0,0 0 0 0 0,0-1 1 0 0,0 0-1 0 0,0 0 1 0 0,0-1-1 0 0,-1 0 0 0 0,12-1 1 0 0,-9 0 74 0 0,-1 0 0 0 0,1 1-1 0 0,0 1 1 0 0,20 3 0 0 0,-16 1-207 0 0,0 0 0 0 0,-1 2 0 0 0,1-1 0 0 0,-1 2 0 0 0,-1 0 0 0 0,17 12 0 0 0,70 64 866 0 0,-99-84-1022 0 0,0 1 1 0 0,-1-1-1 0 0,1 0 0 0 0,0 1 0 0 0,-1 0 0 0 0,1-1 1 0 0,0 1-1 0 0,-1-1 0 0 0,1 1 0 0 0,-1 0 1 0 0,1-1-1 0 0,-1 1 0 0 0,1 0 0 0 0,-1 0 0 0 0,0-1 1 0 0,1 1-1 0 0,-1 0 0 0 0,0 0 0 0 0,0 0 0 0 0,1-1 1 0 0,-1 1-1 0 0,0 0 0 0 0,0 0 0 0 0,0 0 1 0 0,0 0-1 0 0,0-1 0 0 0,0 1 0 0 0,0 0 0 0 0,0 0 1 0 0,-1 0-1 0 0,1 0 0 0 0,0-1 0 0 0,0 1 0 0 0,-1 1 1 0 0,-2 1 41 0 0,1-1 1 0 0,-1 0 0 0 0,1 1 0 0 0,-1-1-1 0 0,0 0 1 0 0,0 0 0 0 0,-4 2 0 0 0,-7 4 73 0 0,-444 293-541 0 0,415-273-6637 0 0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41.9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203 36 6913 0 0,'-3'-3'152'0'0,"1"0"0"0"0,-1 0-1 0 0,0 0 1 0 0,0 1-1 0 0,0-1 1 0 0,0 1-1 0 0,0 0 1 0 0,-1 0-1 0 0,1 0 1 0 0,-1 0-1 0 0,1 1 1 0 0,-1 0-1 0 0,0-1 1 0 0,0 1-1 0 0,1 0 1 0 0,-1 1-1 0 0,0-1 1 0 0,0 1-1 0 0,0 0 1 0 0,0 0 0 0 0,0 0-1 0 0,0 0 1 0 0,0 1-1 0 0,0-1 1 0 0,1 1-1 0 0,-1 0 1 0 0,0 0-1 0 0,-4 2 1 0 0,2 0 24 0 0,1 0 1 0 0,-1 0 0 0 0,1 1 0 0 0,0-1-1 0 0,-1 1 1 0 0,2 0 0 0 0,-1 1 0 0 0,0-1-1 0 0,1 1 1 0 0,0 0 0 0 0,0 0 0 0 0,1 0-1 0 0,-1 0 1 0 0,1 1 0 0 0,0 0 0 0 0,1-1-1 0 0,-1 1 1 0 0,1 0 0 0 0,0 0 0 0 0,0 1-1 0 0,0 6 1 0 0,-2 10 36 0 0,0 0 0 0 0,2 1-1 0 0,1-1 1 0 0,2 32-1 0 0,1-31-141 0 0,1-2-1 0 0,1 1 0 0 0,0 0 1 0 0,2-1-1 0 0,1 1 0 0 0,0-2 1 0 0,2 1-1 0 0,0-1 0 0 0,2 0 1 0 0,21 31-1 0 0,-25-42-61 0 0,0 0 0 0 0,0-1 0 0 0,2 0-1 0 0,-1 0 1 0 0,1 0 0 0 0,0-1 0 0 0,1-1 0 0 0,0 0 0 0 0,0 0-1 0 0,0 0 1 0 0,1-2 0 0 0,0 1 0 0 0,0-1 0 0 0,1-1 0 0 0,-1 0 0 0 0,1-1-1 0 0,0 0 1 0 0,0 0 0 0 0,0-2 0 0 0,0 1 0 0 0,21-1 0 0 0,-24-2 16 0 0,-1 0 0 0 0,0 0 0 0 0,0 0 0 0 0,0-1 1 0 0,0 0-1 0 0,0-1 0 0 0,-1 1 0 0 0,1-2 0 0 0,-1 1 1 0 0,1-1-1 0 0,-1 0 0 0 0,0 0 0 0 0,-1-1 0 0 0,10-8 1 0 0,-8 5 37 0 0,-1 0 1 0 0,0 0-1 0 0,-1-1 1 0 0,0 0 0 0 0,0 0-1 0 0,-1-1 1 0 0,0 1-1 0 0,-1-1 1 0 0,7-20-1 0 0,-6 7 113 0 0,0 0 0 0 0,-1 0 0 0 0,-2 0 0 0 0,0-1 0 0 0,-1 1 0 0 0,-2-1 0 0 0,0 1-1 0 0,-2 0 1 0 0,-7-35 0 0 0,4 37-81 0 0,0 0 0 0 0,-1 0 0 0 0,-1 1 0 0 0,-1 0-1 0 0,-12-18 1 0 0,17 29-94 0 0,-2 1-1 0 0,1 0 0 0 0,-1 0 0 0 0,-1 1 1 0 0,1 0-1 0 0,-1 0 0 0 0,-1 0 1 0 0,1 1-1 0 0,-1 0 0 0 0,0 0 1 0 0,0 1-1 0 0,-1 0 0 0 0,-13-5 1 0 0,19 8-147 0 0,0 2 0 0 0,0-1 0 0 0,-1 0-1 0 0,1 1 1 0 0,0-1 0 0 0,0 1 0 0 0,0 0 0 0 0,-1 0 0 0 0,1 0 0 0 0,0 0 0 0 0,0 1 0 0 0,0-1 0 0 0,-1 1 0 0 0,1 0 0 0 0,0 0 0 0 0,0 0 0 0 0,0 0 0 0 0,0 1 0 0 0,-3 1 0 0 0,0 1 0 0 0,1 0 0 0 0,0 1 0 0 0,-1-1 0 0 0,2 1 0 0 0,-1 0 0 0 0,0 1 0 0 0,1-1 0 0 0,-4 7 0 0 0,-4 10 146 0 0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42.46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40 75 7370 0 0,'-18'-44'1874'0'0,"1"14"6728"0"0,17 30-8547 0 0,-3 11 1220 0 0,2 14-536 0 0,2 10-329 0 0,1 26 29 0 0,17 107 0 0 0,-16-151-452 0 0,1-1 0 0 0,1 1 0 0 0,0 0 0 0 0,1-1 0 0 0,1 0 1 0 0,0-1-1 0 0,1 1 0 0 0,1-1 0 0 0,1-1 0 0 0,0 0 0 0 0,12 14 0 0 0,-19-25-82 0 0,0 0-1 0 0,0 0 0 0 0,1 0 0 0 0,-1 0 0 0 0,1-1 0 0 0,0 1 0 0 0,0-1 0 0 0,-1 0 0 0 0,1 0 0 0 0,1-1 0 0 0,-1 1 0 0 0,0-1 0 0 0,0 1 0 0 0,1-1 1 0 0,5 0-1 0 0,-7-1-17 0 0,0 0 1 0 0,0 0 0 0 0,-1-1 0 0 0,1 1-1 0 0,0-1 1 0 0,-1 0 0 0 0,1 0 0 0 0,0 0 0 0 0,-1 0-1 0 0,1 0 1 0 0,-1 0 0 0 0,1-1 0 0 0,-1 1-1 0 0,0-1 1 0 0,0 0 0 0 0,0 0 0 0 0,0 0-1 0 0,0 0 1 0 0,0 0 0 0 0,0 0 0 0 0,0 0-1 0 0,-1 0 1 0 0,1-1 0 0 0,-1 1 0 0 0,2-5 0 0 0,26-60-673 0 0,-17 35 717 0 0,18-31 0 0 0,-25 55 201 0 0,-1 0-1 0 0,1 1 1 0 0,1-1 0 0 0,0 1-1 0 0,0 0 1 0 0,0 0 0 0 0,0 1-1 0 0,14-10 1 0 0,-18 15-35 0 0,0-1-1 0 0,0 1 1 0 0,0 0 0 0 0,0 0-1 0 0,0 0 1 0 0,0 0-1 0 0,1 0 1 0 0,-1 0 0 0 0,0 1-1 0 0,0-1 1 0 0,1 1 0 0 0,-1-1-1 0 0,0 1 1 0 0,1 0 0 0 0,-1 0-1 0 0,1 0 1 0 0,-1 0 0 0 0,0 1-1 0 0,1-1 1 0 0,-1 1 0 0 0,0-1-1 0 0,0 1 1 0 0,1 0-1 0 0,-1 0 1 0 0,0 0 0 0 0,0 0-1 0 0,0 0 1 0 0,0 0 0 0 0,0 0-1 0 0,2 3 1 0 0,4 4-35 0 0,0 0 1 0 0,0 1-1 0 0,-1 0 0 0 0,0 0 1 0 0,6 13-1 0 0,16 19-5687 0 0,-16-26-674 0 0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43.0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1 117 5065 0 0,'0'-1'195'0'0,"0"0"0"0"0,0-1-1 0 0,0 1 1 0 0,0 0 0 0 0,0-1 0 0 0,1 1-1 0 0,-1 0 1 0 0,1 0 0 0 0,-1-1 0 0 0,1 1 0 0 0,-1 0-1 0 0,1 0 1 0 0,0 0 0 0 0,-1 0 0 0 0,1 0-1 0 0,0 0 1 0 0,0 0 0 0 0,0 0 0 0 0,0 0-1 0 0,0 0 1 0 0,1-1 0 0 0,-1 2-34 0 0,0 1-1 0 0,-1-1 1 0 0,1 0 0 0 0,0 0-1 0 0,0 0 1 0 0,0 1 0 0 0,0-1-1 0 0,-1 0 1 0 0,1 1 0 0 0,0-1 0 0 0,0 1-1 0 0,-1-1 1 0 0,1 1 0 0 0,0-1-1 0 0,-1 1 1 0 0,1 0 0 0 0,-1-1-1 0 0,1 1 1 0 0,-1 0 0 0 0,1-1 0 0 0,-1 1-1 0 0,1 1 1 0 0,6 10 782 0 0,-1 0 0 0 0,9 21 1 0 0,-15-30-1081 0 0,4 5 179 0 0,-1-1 0 0 0,1 1 0 0 0,1-1-1 0 0,4 8 1 0 0,-8-14-44 0 0,0 0 0 0 0,0 1-1 0 0,-1-1 1 0 0,1 0 0 0 0,0 0 0 0 0,0 0-1 0 0,0 0 1 0 0,0 0 0 0 0,0 0-1 0 0,0 0 1 0 0,1 0 0 0 0,-1 0 0 0 0,0 0-1 0 0,0-1 1 0 0,1 1 0 0 0,-1 0 0 0 0,0-1-1 0 0,1 1 1 0 0,-1-1 0 0 0,0 0-1 0 0,1 1 1 0 0,-1-1 0 0 0,1 0 0 0 0,-1 0-1 0 0,1 0 1 0 0,-1 0 0 0 0,1 0-1 0 0,-1 0 1 0 0,0 0 0 0 0,1-1 0 0 0,2 0-1 0 0,-1-2-11 0 0,0 0 0 0 0,0-1-1 0 0,0 0 1 0 0,0 0 0 0 0,-1 1 0 0 0,1-1-1 0 0,-1-1 1 0 0,0 1 0 0 0,2-7-1 0 0,3-5-106 0 0,3-3 46 0 0,1 1 0 0 0,15-20 0 0 0,-22 33 147 0 0,1-1-1 0 0,0 0 1 0 0,0 1 0 0 0,0 0 0 0 0,1 0-1 0 0,0 1 1 0 0,-1 0 0 0 0,2 0 0 0 0,12-7-1 0 0,-18 11-1 0 0,1 0-1 0 0,-1 0 0 0 0,1-1 1 0 0,0 1-1 0 0,-1 0 0 0 0,1 0 0 0 0,0 0 1 0 0,-1 1-1 0 0,1-1 0 0 0,-1 0 0 0 0,1 1 1 0 0,-1-1-1 0 0,1 1 0 0 0,-1-1 1 0 0,1 1-1 0 0,-1 0 0 0 0,1-1 0 0 0,-1 1 1 0 0,1 0-1 0 0,-1 0 0 0 0,0 0 0 0 0,0 0 1 0 0,0 0-1 0 0,1 0 0 0 0,-1 1 1 0 0,0-1-1 0 0,0 0 0 0 0,0 1 0 0 0,-1-1 1 0 0,1 0-1 0 0,0 1 0 0 0,-1-1 1 0 0,2 3-1 0 0,3 7 249 0 0,1 2 1 0 0,-2-1-1 0 0,4 14 1 0 0,-5-16-338 0 0,-2-7-33 0 0,-1 0 0 0 0,1-1 1 0 0,0 1-1 0 0,0 0 0 0 0,1-1 0 0 0,-1 1 1 0 0,0 0-1 0 0,1-1 0 0 0,0 0 1 0 0,-1 1-1 0 0,1-1 0 0 0,0 0 1 0 0,0 0-1 0 0,0 0 0 0 0,3 2 1 0 0,-3-4 24 0 0,-1 0-1 0 0,0 1 1 0 0,1-1 0 0 0,-1 0 0 0 0,1 0 0 0 0,-1 0-1 0 0,1 0 1 0 0,-1 0 0 0 0,1 0 0 0 0,-1 0 0 0 0,1-1-1 0 0,-1 1 1 0 0,1-1 0 0 0,-1 1 0 0 0,1-1 0 0 0,-1 1-1 0 0,0-1 1 0 0,1 0 0 0 0,-1 0 0 0 0,0 1 0 0 0,0-1 0 0 0,0 0-1 0 0,0 0 1 0 0,1 0 0 0 0,-1 0 0 0 0,0-1 0 0 0,-1 1-1 0 0,1 0 1 0 0,0 0 0 0 0,1-2 0 0 0,33-52-105 0 0,4-6-121 0 0,-36 58 243 0 0,0-1-1 0 0,1 0 1 0 0,-1 1 0 0 0,1 0-1 0 0,-1 0 1 0 0,1 0-1 0 0,0 0 1 0 0,0 1 0 0 0,0-1-1 0 0,0 1 1 0 0,9-3-1 0 0,-12 5 22 0 0,0 0 0 0 0,0 0 0 0 0,0 0 0 0 0,0 0 1 0 0,0 0-1 0 0,1 0 0 0 0,-1 0 0 0 0,0 1 0 0 0,0-1 0 0 0,0 0 0 0 0,0 1 0 0 0,0-1 0 0 0,0 1 0 0 0,0-1 0 0 0,0 1 0 0 0,0-1 0 0 0,0 1 0 0 0,0 0 0 0 0,0-1 0 0 0,0 1 0 0 0,-1 0 0 0 0,1 0 0 0 0,0 0 0 0 0,-1 0 0 0 0,1 0 0 0 0,0 0 0 0 0,-1 0 0 0 0,1 0 0 0 0,-1 0 0 0 0,1 0 0 0 0,0 1 0 0 0,14 44 841 0 0,-11-32-630 0 0,1-3-89 0 0,0 1-1 0 0,1-1 0 0 0,0 0 1 0 0,0 0-1 0 0,1-1 1 0 0,14 17-1 0 0,11 7-4133 0 0,-22-22 1235 0 0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44.12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5 7370 0 0,'7'-4'7613'0'0,"-7"4"-7427"0"0,6 10 2635 0 0,2 20-1980 0 0,-8-29-749 0 0,17 85 1508 0 0,-11-50-2972 0 0,1 0-3771 0 0,-3-16-887 0 0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44.5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112 19 4609 0 0,'0'0'97'0'0,"0"-1"-1"0"0,0 0 1 0 0,0 0-1 0 0,0 1 1 0 0,0-1-1 0 0,0 0 1 0 0,0 0-1 0 0,-1 1 1 0 0,1-1-1 0 0,0 0 1 0 0,-1 1-1 0 0,1-1 1 0 0,0 0-1 0 0,-1 1 1 0 0,1-1-1 0 0,0 1 1 0 0,-1-1-1 0 0,1 0 1 0 0,-1 1-1 0 0,0-1 1 0 0,1 1-1 0 0,-1 0 1 0 0,1-1-1 0 0,-1 1 1 0 0,0-1-1 0 0,1 1 1 0 0,-1 0 0 0 0,0-1-1 0 0,-26 0 3058 0 0,19 2-2257 0 0,0 0-1 0 0,0 2 1 0 0,0-1 0 0 0,-11 5 0 0 0,18-6-841 0 0,-1-1 0 0 0,1 1 0 0 0,0-1 0 0 0,0 1-1 0 0,0-1 1 0 0,0 1 0 0 0,0 0 0 0 0,0-1 0 0 0,0 1 0 0 0,0 0 0 0 0,0 0 0 0 0,0 0 0 0 0,0 0 0 0 0,0 0 0 0 0,0 0-1 0 0,1 0 1 0 0,-1 0 0 0 0,0 0 0 0 0,1 0 0 0 0,-1 0 0 0 0,1 0 0 0 0,-1 1 0 0 0,1-1 0 0 0,0 0 0 0 0,-1 0 0 0 0,1 1-1 0 0,0-1 1 0 0,0 0 0 0 0,0 0 0 0 0,0 1 0 0 0,0-1 0 0 0,0 0 0 0 0,0 0 0 0 0,1 1 0 0 0,-1-1 0 0 0,0 0 0 0 0,1 0 0 0 0,-1 1-1 0 0,1-1 1 0 0,-1 0 0 0 0,1 0 0 0 0,-1 0 0 0 0,1 0 0 0 0,0 0 0 0 0,0 0 0 0 0,-1 0 0 0 0,1 0 0 0 0,1 1 0 0 0,6 7-113 0 0,1-1 0 0 0,0 0 0 0 0,0-1 0 0 0,13 9 0 0 0,-10-8 114 0 0,-5-3-162 0 0,0 0 1 0 0,0 1-1 0 0,-1 0 0 0 0,0 0 0 0 0,0 0 0 0 0,9 13 0 0 0,-14-17 101 0 0,0 0 0 0 0,0 0-1 0 0,0 0 1 0 0,0 0 0 0 0,0 1 0 0 0,0-1 0 0 0,-1 0 0 0 0,1 0 0 0 0,-1 1-1 0 0,1-1 1 0 0,-1 0 0 0 0,0 1 0 0 0,0-1 0 0 0,0 0 0 0 0,-1 1 0 0 0,1-1-1 0 0,0 0 1 0 0,-1 1 0 0 0,1-1 0 0 0,-1 0 0 0 0,0 0 0 0 0,0 1 0 0 0,0-1-1 0 0,0 0 1 0 0,0 0 0 0 0,0 0 0 0 0,-1 0 0 0 0,1 0 0 0 0,-3 2 0 0 0,-3 4-75 0 0,0-1 0 0 0,0-1 0 0 0,-1 1 0 0 0,-9 5 0 0 0,-5 1-4670 0 0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44.9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18 10138 0 0,'0'-1'165'0'0,"1"0"0"0"0,-1 0 0 0 0,0 0 0 0 0,0 0 0 0 0,1 0 0 0 0,-1 0 0 0 0,0 0 0 0 0,1 0 0 0 0,-1 0 0 0 0,1 0 0 0 0,0 0 0 0 0,-1 1 0 0 0,1-1 0 0 0,-1 0 0 0 0,1 0 0 0 0,0 1 0 0 0,0-1 0 0 0,1-1 0 0 0,-1 3-52 0 0,-1-1 1 0 0,1 0-1 0 0,-1 0 0 0 0,1 0 1 0 0,-1 1-1 0 0,0-1 0 0 0,1 0 0 0 0,-1 1 1 0 0,1-1-1 0 0,-1 1 0 0 0,0-1 1 0 0,1 0-1 0 0,-1 1 0 0 0,0-1 1 0 0,1 1-1 0 0,-1-1 0 0 0,0 1 0 0 0,0-1 1 0 0,1 1-1 0 0,-1-1 0 0 0,0 1 1 0 0,0-1-1 0 0,0 1 0 0 0,0 0 1 0 0,11 49 3197 0 0,-10-42-3241 0 0,62 410 2488 0 0,-52-357-4336 0 0,-6-30 91 0 0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45.37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84 40 4609 0 0,'-4'-14'131'0'0,"-3"-5"7994"0"0,3 13-7109 0 0,-5 6 2865 0 0,-4 14-3919 0 0,6-4 132 0 0,1 1 0 0 0,1 1 1 0 0,0-1-1 0 0,0 1 0 0 0,1 0 0 0 0,0 0 0 0 0,1 0 1 0 0,-3 22-1 0 0,6-29-68 0 0,-1 0-1 0 0,1 0 1 0 0,-1 0-1 0 0,2 0 1 0 0,-1 0-1 0 0,0-1 1 0 0,1 1-1 0 0,0 0 1 0 0,0 0-1 0 0,0 0 1 0 0,1-1 0 0 0,0 1-1 0 0,0-1 1 0 0,0 1-1 0 0,0-1 1 0 0,0 0-1 0 0,1 0 1 0 0,0 0-1 0 0,0 0 1 0 0,0 0-1 0 0,1 0 1 0 0,-1-1-1 0 0,1 0 1 0 0,0 0 0 0 0,4 4-1 0 0,-6-6-47 0 0,0 0-1 0 0,0 0 1 0 0,0 0-1 0 0,0 0 1 0 0,0 0-1 0 0,0-1 1 0 0,0 1-1 0 0,0-1 1 0 0,0 1 0 0 0,0-1-1 0 0,1 0 1 0 0,-1 1-1 0 0,0-1 1 0 0,0 0-1 0 0,0-1 1 0 0,1 1-1 0 0,-1 0 1 0 0,0-1-1 0 0,0 1 1 0 0,0-1 0 0 0,3-1-1 0 0,-2 1-60 0 0,0-1 0 0 0,-1 0 0 0 0,1 0 1 0 0,0 0-1 0 0,-1-1 0 0 0,0 1 0 0 0,0-1 0 0 0,0 1 0 0 0,0-1 0 0 0,0 0 0 0 0,0 0 0 0 0,2-5 0 0 0,1-4-163 0 0,0 0-1 0 0,-1-1 1 0 0,-1 0-1 0 0,0 0 0 0 0,2-23 1 0 0,2-48 2598 0 0,-7 84-2325 0 0,0 0-1 0 0,0 0 0 0 0,0 0 0 0 0,0 0 1 0 0,0-1-1 0 0,0 1 0 0 0,0 0 0 0 0,0 0 0 0 0,0 0 1 0 0,0 0-1 0 0,0 0 0 0 0,0 0 0 0 0,0 0 1 0 0,0-1-1 0 0,0 1 0 0 0,0 0 0 0 0,0 0 1 0 0,0 0-1 0 0,0 0 0 0 0,0 0 0 0 0,0 0 1 0 0,0 0-1 0 0,0 0 0 0 0,0-1 0 0 0,1 1 1 0 0,-1 0-1 0 0,0 0 0 0 0,0 0 0 0 0,0 0 1 0 0,0 0-1 0 0,0 0 0 0 0,0 0 0 0 0,0 0 1 0 0,0 0-1 0 0,0 0 0 0 0,1 0 0 0 0,-1 0 0 0 0,0 0 1 0 0,0 0-1 0 0,0 0 0 0 0,0 0 0 0 0,0 0 1 0 0,0 0-1 0 0,0 0 0 0 0,1 0 0 0 0,-1 0 1 0 0,0 0-1 0 0,0 0 0 0 0,0 0 0 0 0,0 0 1 0 0,0 0-1 0 0,0 0 0 0 0,0 0 0 0 0,0 0 1 0 0,1 0-1 0 0,-1 0 0 0 0,0 0 0 0 0,0 0 1 0 0,0 0-1 0 0,7 9 566 0 0,5 12-321 0 0,-12-21-212 0 0,12 24 45 0 0,1-2 1 0 0,16 22 0 0 0,17 8-3681 0 0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45.83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 92 3681 0 0,'1'-5'-48'0'0,"8"-25"1166"0"0,-9 28-755 0 0,1 1 0 0 0,-1 0 0 0 0,0-1 0 0 0,0 1 0 0 0,1 0 0 0 0,-1-1 1 0 0,0 1-1 0 0,-1-1 0 0 0,1 1 0 0 0,0 0 0 0 0,0-1 0 0 0,0 1 1 0 0,-1 0-1 0 0,1-1 0 0 0,-1 1 0 0 0,1 0 0 0 0,-1 0 0 0 0,-1-3 0 0 0,2 4-222 0 0,-1 1-1 0 0,0-1 0 0 0,1 0 1 0 0,-1 0-1 0 0,1 0 0 0 0,-1 0 1 0 0,1 0-1 0 0,-1 1 0 0 0,1-1 1 0 0,-1 0-1 0 0,1 0 0 0 0,-1 1 1 0 0,1-1-1 0 0,-1 0 0 0 0,1 1 1 0 0,-1-1-1 0 0,1 0 0 0 0,0 1 1 0 0,-1-1-1 0 0,1 1 0 0 0,0-1 1 0 0,-1 1-1 0 0,1-1 0 0 0,0 1 1 0 0,0-1-1 0 0,-1 1 0 0 0,1-1 1 0 0,0 1-1 0 0,0-1 0 0 0,0 1 0 0 0,0-1 1 0 0,0 1-1 0 0,0 1 0 0 0,-10 23 707 0 0,10-24-623 0 0,-2 6-121 0 0,1 0 0 0 0,0 0 0 0 0,0-1 0 0 0,1 1 0 0 0,0 0 0 0 0,0 0 0 0 0,1 0 0 0 0,0-1 1 0 0,0 1-1 0 0,0 0 0 0 0,1-1 0 0 0,0 1 0 0 0,0-1 0 0 0,1 1 0 0 0,0-1 0 0 0,5 8 0 0 0,-4-6-84 0 0,1 0 0 0 0,1 0-1 0 0,-1 0 1 0 0,1-1 0 0 0,1 1-1 0 0,-1-2 1 0 0,1 1 0 0 0,0-1-1 0 0,1 0 1 0 0,0 0 0 0 0,9 5-1 0 0,-16-10-30 0 0,0-1 0 0 0,0 0-1 0 0,0 1 1 0 0,0-1 0 0 0,0 0 0 0 0,0 1-1 0 0,0-1 1 0 0,0 0 0 0 0,0 0 0 0 0,0 0-1 0 0,0 0 1 0 0,0 0 0 0 0,0 0 0 0 0,0 0-1 0 0,0-1 1 0 0,0 1 0 0 0,0 0 0 0 0,0 0-1 0 0,0-1 1 0 0,0 1 0 0 0,0-1 0 0 0,0 1-1 0 0,-1-1 1 0 0,1 1 0 0 0,0-1-1 0 0,0 1 1 0 0,0-1 0 0 0,-1 0 0 0 0,1 1-1 0 0,0-1 1 0 0,-1 0 0 0 0,1 0 0 0 0,-1 0-1 0 0,1 1 1 0 0,0-1 0 0 0,-1 0 0 0 0,0 0-1 0 0,1 0 1 0 0,-1 0 0 0 0,0 0 0 0 0,1 0-1 0 0,-1 0 1 0 0,0 0 0 0 0,0 0 0 0 0,0-1-1 0 0,3-9-190 0 0,-1-1-1 0 0,-1 1 0 0 0,1-15 1 0 0,-1 10 101 0 0,-1 14 102 0 0,0 1 0 0 0,0-1 0 0 0,1 0 0 0 0,-1 0 0 0 0,0 1 0 0 0,1-1 0 0 0,-1 0 0 0 0,1 0 0 0 0,-1 1 0 0 0,1-1 0 0 0,0 0 0 0 0,0 1 0 0 0,0-1 0 0 0,0 1 0 0 0,0-1 0 0 0,0 1 0 0 0,0 0 0 0 0,0-1 0 0 0,1 1 0 0 0,-1 0 0 0 0,2-2 0 0 0,-1 3 0 0 0,0 0 0 0 0,-1 0 0 0 0,1 0 0 0 0,0 0 0 0 0,0 0 0 0 0,-1 0 0 0 0,1 0 0 0 0,0 1 0 0 0,0-1 0 0 0,-1 0 0 0 0,1 1 0 0 0,-1-1 0 0 0,1 1 0 0 0,0 0 0 0 0,-1 0 0 0 0,1 0 0 0 0,-1 0 0 0 0,1 0 0 0 0,-1 0 0 0 0,0 0 0 0 0,1 0 0 0 0,0 2 0 0 0,25 21 34 0 0,-19-17 11 0 0,0 0 1 0 0,1 0-1 0 0,-1 0 1 0 0,20 10 0 0 0,-24-16-34 0 0,0 1 1 0 0,0-1 0 0 0,0 0 0 0 0,0 0 0 0 0,0 0 0 0 0,0 0-1 0 0,0-1 1 0 0,1 0 0 0 0,-1 0 0 0 0,0 0 0 0 0,0 0 0 0 0,0 0 0 0 0,1-1-1 0 0,-1 0 1 0 0,0 0 0 0 0,7-3 0 0 0,-4 1 90 0 0,-1 0 0 0 0,0 0 0 0 0,0-1 1 0 0,0 0-1 0 0,-1 0 0 0 0,1-1 0 0 0,-1 1 0 0 0,0-1 0 0 0,0 0 0 0 0,-1-1 1 0 0,0 1-1 0 0,0-1 0 0 0,0 0 0 0 0,0 0 0 0 0,-1 0 0 0 0,0 0 0 0 0,0-1 1 0 0,-1 1-1 0 0,1-1 0 0 0,-2 0 0 0 0,3-10 0 0 0,-3 10-303 0 0,0 1 0 0 0,-1-1-1 0 0,1 1 1 0 0,-1-1 0 0 0,-1 1 0 0 0,1-1-1 0 0,-1 1 1 0 0,0-1 0 0 0,-1 1-1 0 0,0-1 1 0 0,0 1 0 0 0,0 0 0 0 0,0 0-1 0 0,-7-10 1 0 0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49.9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47 365 4609 0 0,'-47'-105'11377'0'0,"72"146"-8651"0"0,-11-18-2466 0 0,5 10-200 0 0,13 23 336 0 0,49 64-1 0 0,-69-105-331 0 0,0 0 0 0 0,1-1-1 0 0,0-1 1 0 0,1 0 0 0 0,0-1-1 0 0,1 0 1 0 0,1-1 0 0 0,32 17-1 0 0,-46-27-32 0 0,1 0-1 0 0,0 1 0 0 0,-1-1 0 0 0,1 0 0 0 0,0 0 0 0 0,0 0 0 0 0,0-1 1 0 0,0 1-1 0 0,0-1 0 0 0,0 0 0 0 0,0 1 0 0 0,0-1 0 0 0,0-1 0 0 0,0 1 1 0 0,0 0-1 0 0,0-1 0 0 0,0 1 0 0 0,-1-1 0 0 0,1 0 0 0 0,0 0 1 0 0,0 0-1 0 0,0 0 0 0 0,-1-1 0 0 0,1 1 0 0 0,-1-1 0 0 0,1 0 0 0 0,2-2 1 0 0,-1 0 40 0 0,0-1 0 0 0,-1 0 0 0 0,0 0 0 0 0,1 0 0 0 0,-2 0 0 0 0,1 0 0 0 0,0-1 0 0 0,-1 0 0 0 0,0 1 0 0 0,-1-1 1 0 0,1 0-1 0 0,0-11 0 0 0,21-156 324 0 0,-9 55-1061 0 0,30-116 1 0 0,-43 229 505 0 0,8-24-831 0 0,-9 28 795 0 0,0 0-1 0 0,0 0 1 0 0,1-1-1 0 0,-1 1 0 0 0,1 0 1 0 0,-1 0-1 0 0,1 0 1 0 0,0 0-1 0 0,-1 0 0 0 0,1 0 1 0 0,0 1-1 0 0,-1-1 0 0 0,1 0 1 0 0,0 0-1 0 0,0 0 1 0 0,0 1-1 0 0,0-1 0 0 0,0 0 1 0 0,1 0-1 0 0,-1 2 151 0 0,-1-1 1 0 0,1 0-1 0 0,0 1 0 0 0,0-1 1 0 0,-1 0-1 0 0,1 1 0 0 0,-1-1 1 0 0,1 1-1 0 0,0-1 0 0 0,-1 1 1 0 0,1-1-1 0 0,-1 1 0 0 0,1 0 1 0 0,-1-1-1 0 0,1 1 0 0 0,-1 0 1 0 0,0-1-1 0 0,1 1 0 0 0,-1 0 1 0 0,0 0-1 0 0,1-1 0 0 0,-1 1 1 0 0,0 0-1 0 0,0 0 0 0 0,0-1 1 0 0,0 1-1 0 0,0 0 0 0 0,0 0 1 0 0,0 0-1 0 0,3 26-535 0 0,-3-27 581 0 0,0 23 0 0 0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50.67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 48 5985 0 0,'-1'-4'1114'0'0,"0"-1"-1"0"0,1 1 1 0 0,-1-1 0 0 0,1 0-1 0 0,0 1 1 0 0,1-1-1 0 0,-1 1 1 0 0,2-8-1 0 0,3 23 2662 0 0,5 15-2890 0 0,27 168 1253 0 0,-26-123-2432 0 0,2-2 0 0 0,45 130 0 0 0,-54-190-1291 0 0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51.01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3 278 2761 0 0,'-1'-9'311'0'0,"0"0"0"0"0,1 0 0 0 0,-1 0 1 0 0,1 0-1 0 0,1 0 0 0 0,0 0 0 0 0,0 1 1 0 0,1-1-1 0 0,0 0 0 0 0,1 1 0 0 0,0-1 0 0 0,0 1 1 0 0,0 0-1 0 0,1 0 0 0 0,1 0 0 0 0,8-13 1 0 0,-5 9 495 0 0,1 1 0 0 0,0 0 0 0 0,0 0 0 0 0,1 1 1 0 0,1 1-1 0 0,-1-1 0 0 0,2 2 0 0 0,-1-1 0 0 0,24-12 0 0 0,-33 21-719 0 0,-1-1-1 0 0,1 0 0 0 0,-1 0 0 0 0,1 0 0 0 0,0 1 1 0 0,-1-1-1 0 0,1 1 0 0 0,0 0 0 0 0,0-1 0 0 0,-1 1 1 0 0,1 0-1 0 0,0 0 0 0 0,0 0 0 0 0,-1 0 0 0 0,1 0 1 0 0,0 0-1 0 0,0 1 0 0 0,-1-1 0 0 0,1 0 0 0 0,0 1 1 0 0,-1 0-1 0 0,4 1 0 0 0,-3-1-8 0 0,-1 1 0 0 0,1-1 1 0 0,-1 1-1 0 0,0 0 0 0 0,1-1 0 0 0,-1 1 0 0 0,0 0 1 0 0,0 0-1 0 0,0 0 0 0 0,0 0 0 0 0,0 0 0 0 0,-1 0 1 0 0,1 0-1 0 0,-1 0 0 0 0,1 4 0 0 0,0 5 97 0 0,0 0 0 0 0,-1 0 0 0 0,0 0 0 0 0,-1 0 0 0 0,-4 21 0 0 0,-4 3 8 0 0,-23 52 0 0 0,19-56 99 0 0,2 0 0 0 0,-8 37 0 0 0,19-67-259 0 0,0 0 1 0 0,-1 0 0 0 0,1 0-1 0 0,0 0 1 0 0,0 1 0 0 0,-1-1-1 0 0,1 0 1 0 0,0 0 0 0 0,0 0 0 0 0,1 0-1 0 0,-1 1 1 0 0,0-1 0 0 0,0 0-1 0 0,1 0 1 0 0,-1 0 0 0 0,0 0-1 0 0,1 0 1 0 0,-1 0 0 0 0,1 0-1 0 0,-1 1 1 0 0,1-2 0 0 0,0 1-1 0 0,-1 0 1 0 0,1 0 0 0 0,0 0 0 0 0,0 0-1 0 0,0 0 1 0 0,0 0 0 0 0,-1-1-1 0 0,1 1 1 0 0,0 0 0 0 0,0-1-1 0 0,1 1 1 0 0,-1-1 0 0 0,0 1-1 0 0,0-1 1 0 0,0 0 0 0 0,0 1-1 0 0,0-1 1 0 0,0 0 0 0 0,0 0 0 0 0,1 0-1 0 0,-1 0 1 0 0,0 0 0 0 0,0 0-1 0 0,0 0 1 0 0,3 0 0 0 0,8-1-42 0 0,0-1 0 0 0,0 0 0 0 0,22-8 0 0 0,-14 5-75 0 0,79-23-4086 0 0,-79 24 2618 0 0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51.4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20 5529 0 0,'1'0'488'0'0,"-1"-1"-392"0"0,1-1-96 0 0,1 2 0 0 0,-1-1 0 0 0,0 0 0 0 0,3-1 64 0 0,2 0-64 0 0,2-2 0 0 0,1 0 0 0 0,0 1 0 0 0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52.1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34 4145 0 0,'8'-34'16563'0'0,"-7"56"-16218"0"0,1 0 0 0 0,2-1-1 0 0,-1 1 1 0 0,12 34-1 0 0,1-2-477 0 0,29 119 736 0 0,-38-138-2580 0 0,3 45 0 0 0,-10-60-4967 0 0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52.61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 67 6449 0 0,'-7'1'577'0'0,"5"-1"-465"0"0,0 0-112 0 0,2-1 0 0 0,3-2 1128 0 0,1 2-512 0 0,0-3 8 0 0,4 1-208 0 0,3-3-32 0 0,4-2-16 0 0,-1-1 0 0 0,2 1-1248 0 0,0 2-248 0 0,1-1-56 0 0,-3 2-1 0 0,0 2 929 0 0,-4-1 184 0 0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52.7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42 4609 0 0,'0'5'3481'0'0,"4"-6"-2401"0"0,3-1-336 0 0,2-2-64 0 0,5 0-8 0 0,3-2-7 0 0,2-1-1322 0 0,0 0-263 0 0,2-1-48 0 0,-2 0-16 0 0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53.82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 33 5065 0 0,'-8'-33'10735'0'0,"6"51"-7859"0"0,1-14-2909 0 0,-3 36 704 0 0,3 1 0 0 0,0-1 0 0 0,9 62 0 0 0,-5-83-691 0 0,0 0 1 0 0,1-1-1 0 0,2 1 0 0 0,-1-1 0 0 0,2 0 1 0 0,1-1-1 0 0,0 1 0 0 0,1-1 1 0 0,18 25-1 0 0,-1-15-2474 0 0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54.02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 19 13827 0 0,'-9'-3'608'0'0,"2"2"128"0"0,3 0-584 0 0,2-1-152 0 0,2 1 0 0 0,1-2-952 0 0,2 1 592 0 0,1-1 184 0 0,2 2 40 0 0,2-1 8 0 0,1 2 0 0 0,1 2 128 0 0,0-1-64 0 0,-1 3 64 0 0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54.64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 3225 0 0,'14'-4'14647'0'0,"-3"21"-10808"0"0,-5-3-4443 0 0,-1 14 851 0 0,-2 1-1 0 0,0-1 0 0 0,-3 57 1 0 0,0 3-2541 0 0,2-48-4862 0 0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56.38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 5 9674 0 0,'-3'-3'3625'0'0,"3"2"-3241"0"0,-3 2 576 0 0,-7 23-5265 0 0,7-16 4081 0 0,-1-1 224 0 0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56.7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9674 0 0,'14'43'5853'0'0,"-4"-12"-4614"0"0,38 149 2075 0 0,-1-2-6657 0 0,-41-161 1889 0 0,-1-1-210 0 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57.16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20 344 3225 0 0,'-5'-18'468'0'0,"0"-1"1"0"0,2 0-1 0 0,0-1 0 0 0,1 1 1 0 0,1 0-1 0 0,0-1 1 0 0,2 1-1 0 0,0 0 0 0 0,1-1 1 0 0,1 1-1 0 0,1 0 1 0 0,8-25-1 0 0,-10 40-243 0 0,0 0 1 0 0,0-1-1 0 0,1 1 0 0 0,-1 0 1 0 0,1 0-1 0 0,0 0 0 0 0,0 1 1 0 0,1-1-1 0 0,-1 1 0 0 0,1-1 1 0 0,-1 1-1 0 0,1 0 0 0 0,0 1 1 0 0,0-1-1 0 0,0 1 0 0 0,1 0 1 0 0,-1 0-1 0 0,1 0 1 0 0,-1 0-1 0 0,1 1 0 0 0,-1-1 1 0 0,1 1-1 0 0,0 1 0 0 0,0-1 1 0 0,-1 1-1 0 0,1-1 0 0 0,0 1 1 0 0,0 1-1 0 0,0-1 0 0 0,0 1 1 0 0,-1 0-1 0 0,1 0 0 0 0,0 0 1 0 0,7 4-1 0 0,-10-4-211 0 0,0 0-1 0 0,0 0 1 0 0,0 0 0 0 0,0 0-1 0 0,-1 1 1 0 0,1-1 0 0 0,0 1-1 0 0,-1-1 1 0 0,1 1-1 0 0,-1-1 1 0 0,0 1 0 0 0,1 0-1 0 0,-1 0 1 0 0,0 0 0 0 0,0 0-1 0 0,0 0 1 0 0,0 0 0 0 0,-1 0-1 0 0,1 0 1 0 0,0 2 0 0 0,-1 1-39 0 0,1 0-1 0 0,-1-1 1 0 0,0 1 0 0 0,0-1 0 0 0,-1 1 0 0 0,1-1 0 0 0,-1 1 0 0 0,0-1 0 0 0,-2 6 0 0 0,-3 6-44 0 0,-1-1 0 0 0,0 0 0 0 0,-1 0 0 0 0,-12 16 0 0 0,-7 7 108 0 0,-32 50 848 0 0,53-77-505 0 0,0 1-1 0 0,1-1 1 0 0,0 1-1 0 0,0 0 1 0 0,2 0-1 0 0,-4 13 0 0 0,7-24-341 0 0,0 1-1 0 0,0-1 0 0 0,0 0 0 0 0,-1 1 0 0 0,1-1 0 0 0,1 0 0 0 0,-1 1 0 0 0,0-1 0 0 0,0 0 1 0 0,0 1-1 0 0,1-1 0 0 0,-1 0 0 0 0,1 1 0 0 0,-1-1 0 0 0,1 0 0 0 0,-1 1 0 0 0,1-1 0 0 0,0 0 1 0 0,-1 0-1 0 0,1 0 0 0 0,0 0 0 0 0,1 1 0 0 0,0 0 1 0 0,0-1 1 0 0,0 1-1 0 0,1-1 1 0 0,-1 0-1 0 0,0 0 1 0 0,1 0-1 0 0,-1 0 1 0 0,1 0-1 0 0,-1-1 1 0 0,1 1-1 0 0,2 0 1 0 0,10 0 45 0 0,0-1 1 0 0,-1 0-1 0 0,23-4 1 0 0,-19 3-1 0 0,17-1-633 0 0,48 4 0 0 0,-5 7-4606 0 0,-61-6 3649 0 0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57.3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 14 3225 0 0,'-25'-13'16769'0'0,"26"30"-16136"0"0,6 39 652 0 0,14 56 1 0 0,-16-91-1657 0 0,1 0 0 0 0,2-1 0 0 0,0 0 0 0 0,1 0 0 0 0,22 34 0 0 0,-19-35-7158 0 0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04.0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32 52 4145 0 0,'-5'-10'2286'0'0,"0"-1"1"0"0,-16-19 9624 0 0,21 50-11090 0 0,5 12-781 0 0,2 0 0 0 0,0-1 0 0 0,3 0-1 0 0,23 55 1 0 0,-24-66-19 0 0,2 1-1 0 0,1-1 1 0 0,0-1-1 0 0,1 0 0 0 0,1 0 1 0 0,1-2-1 0 0,24 24 1 0 0,-30-34-47 0 0,-1 0 0 0 0,1-1 0 0 0,0 0 0 0 0,0 0 0 0 0,0-1 0 0 0,1 0 0 0 0,0-1 0 0 0,0 0 0 0 0,14 4 0 0 0,-20-8 15 0 0,0 1-1 0 0,-1 0 1 0 0,1-1-1 0 0,0 0 1 0 0,0 0 0 0 0,-1 0-1 0 0,1 0 1 0 0,0 0-1 0 0,0-1 1 0 0,-1 0 0 0 0,1 0-1 0 0,0 0 1 0 0,-1 0-1 0 0,1 0 1 0 0,-1-1 0 0 0,0 1-1 0 0,1-1 1 0 0,-1 0-1 0 0,0 0 1 0 0,0-1 0 0 0,0 1-1 0 0,0 0 1 0 0,0-1 0 0 0,-1 0-1 0 0,1 0 1 0 0,-1 1-1 0 0,0-2 1 0 0,0 1 0 0 0,3-5-1 0 0,2-7-79 0 0,0 0 0 0 0,-1-1 0 0 0,-1 0 0 0 0,0 0-1 0 0,-1 0 1 0 0,-1-1 0 0 0,-1 1 0 0 0,1-21 0 0 0,-2-14-279 0 0,-7-71 1 0 0,-1 70 1210 0 0,5 47-246 0 0,5 32-289 0 0,1 12-288 0 0,1 1 1 0 0,3-1-1 0 0,1-1 1 0 0,2 1-1 0 0,2-2 1 0 0,1 0-1 0 0,19 36 1 0 0,-10-30-2540 0 0,-11-21-4401 0 0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04.30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8754 0 0,'3'1'6011'0'0,"4"8"-3000"0"0,6 15-1430 0 0,10 90-55 0 0,-3-15-4253 0 0,-14-75-3867 0 0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04.77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 81 4609 0 0,'-6'-5'7886'0'0,"29"-2"-6675"0"0,21-10 575 0 0,2 3 0 0 0,59-13 0 0 0,-77 23-2903 0 0,0 0 0 0 0,53 2 0 0 0,-62 3-4642 0 0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06.04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 7546 0 0,'2'0'888'0'0,"3"7"257"0"0,3 9 386 0 0,-2 8-944 0 0,-3-8-340 0 0,0-1-1 0 0,1 1 1 0 0,1-1-1 0 0,0 0 1 0 0,2-1 0 0 0,-1 1-1 0 0,2-1 1 0 0,0 0-1 0 0,15 19 1 0 0,-17-26-211 0 0,42 44 259 0 0,-44-49-361 0 0,-1 1 0 0 0,0 0 0 0 0,1-1 0 0 0,0 1 0 0 0,-1-1 0 0 0,1 0 0 0 0,0-1 0 0 0,0 1 0 0 0,0 0 0 0 0,0-1 0 0 0,0 0 0 0 0,1 0 0 0 0,6 0 0 0 0,-8-1 14 0 0,0-1 0 0 0,0 1 0 0 0,0-1 0 0 0,0 0 1 0 0,0 0-1 0 0,0-1 0 0 0,0 1 0 0 0,-1 0 0 0 0,1-1 0 0 0,0 0 1 0 0,-1 0-1 0 0,1 0 0 0 0,-1 0 0 0 0,0 0 0 0 0,1 0 1 0 0,-1 0-1 0 0,0-1 0 0 0,0 1 0 0 0,-1-1 0 0 0,1 0 1 0 0,-1 1-1 0 0,1-1 0 0 0,0-3 0 0 0,4-6-55 0 0,-1-1 0 0 0,0 0 0 0 0,5-24 1 0 0,-6 12 179 0 0,-1 0 1 0 0,-1 0 0 0 0,-2-39 0 0 0,3 24 3454 0 0,-3 40-3490 0 0,7 12 921 0 0,6 13-122 0 0,4 15-150 0 0,-3-4-913 0 0,1-1 0 0 0,2 0 0 0 0,1-2 0 0 0,27 38 0 0 0,-29-51-5949 0 0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06.64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19 920 0 0,'0'0'67'0'0,"0"0"0"0"0,-1 0-1 0 0,1 0 1 0 0,0-1 0 0 0,0 1 0 0 0,0 0-1 0 0,-1 0 1 0 0,1 0 0 0 0,0 0 0 0 0,0 0-1 0 0,0 0 1 0 0,0 0 0 0 0,-1-1 0 0 0,1 1-1 0 0,0 0 1 0 0,0 0 0 0 0,0 0 0 0 0,0 0-1 0 0,0-1 1 0 0,-1 1 0 0 0,1 0 0 0 0,0 0-1 0 0,0 0 1 0 0,0-1 0 0 0,0 1 0 0 0,0 0-1 0 0,0 0 1 0 0,0 0 0 0 0,0-1 0 0 0,0 1-1 0 0,0 0 1 0 0,0 0 0 0 0,0 0 0 0 0,0-1-1 0 0,0 1 1 0 0,0 0 0 0 0,0 0 0 0 0,0-1-1 0 0,0 1 1 0 0,0 0 0 0 0,0 0 0 0 0,0 0-1 0 0,1-1 1 0 0,-1 1 0 0 0,0 0 0 0 0,0 0-1 0 0,0 0 1 0 0,0 0 0 0 0,0-1-1 0 0,0 1 1 0 0,1 0 0 0 0,-1 0 0 0 0,0 0-1 0 0,0 0 1 0 0,0 0 0 0 0,0-1 0 0 0,1 1-1 0 0,-1 0 1 0 0,0 0 0 0 0,18-1 6875 0 0,-7 1-4383 0 0,-3-2-2249 0 0,-1 0 0 0 0,1 1 0 0 0,-1-1 0 0 0,1 2 0 0 0,-1-1 0 0 0,1 1 0 0 0,0 0 0 0 0,-1 1 0 0 0,14 2 0 0 0,-18-2-285 0 0,1 0 1 0 0,-1 1-1 0 0,0-1 0 0 0,0 1 1 0 0,1 0-1 0 0,-1 0 0 0 0,0 0 0 0 0,-1 0 1 0 0,1 1-1 0 0,0-1 0 0 0,-1 1 1 0 0,1-1-1 0 0,-1 1 0 0 0,0 0 0 0 0,0 0 1 0 0,0 0-1 0 0,0 0 0 0 0,0 1 1 0 0,-1-1-1 0 0,0 0 0 0 0,1 1 1 0 0,0 5-1 0 0,1 5 57 0 0,0 0 0 0 0,-1 0 1 0 0,-1 1-1 0 0,-1-1 0 0 0,0 0 0 0 0,0 0 1 0 0,-5 25-1 0 0,0 6 616 0 0,5-44-631 0 0,0 0 0 0 0,-1 0 0 0 0,1 1 0 0 0,0-1 0 0 0,0 0 0 0 0,0 0 0 0 0,0 0 0 0 0,1 0 0 0 0,-1 0 0 0 0,0 0 0 0 0,0 0 0 0 0,1 1 0 0 0,-1-1 0 0 0,0 0 0 0 0,1 0 0 0 0,-1 0 0 0 0,1 0 0 0 0,-1 0 0 0 0,1-1 0 0 0,1 3 0 0 0,-1-3-37 0 0,0 1 0 0 0,-1-1 1 0 0,1 0-1 0 0,0 0 0 0 0,0 1 0 0 0,0-1 1 0 0,0 0-1 0 0,0 0 0 0 0,-1 0 0 0 0,1 0 1 0 0,0 0-1 0 0,0 0 0 0 0,0 0 0 0 0,0 0 0 0 0,0 0 1 0 0,-1-1-1 0 0,1 1 0 0 0,0 0 0 0 0,0-1 1 0 0,1 1-1 0 0,7-5-22 0 0,-1 0 0 0 0,0 0 1 0 0,15-12-1 0 0,-13 9-66 0 0,5-2-588 0 0,-1-1-225 0 0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07.4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29 7370 0 0,'8'0'971'0'0,"0"-2"0"0"0,0 1 0 0 0,0-1 1 0 0,14-6-1 0 0,-11 4-1077 0 0,-1 1-1 0 0,1 0 1 0 0,14-2-1 0 0,-23 5-118 0 0,0-1 0 0 0,1 1 0 0 0,-1 0-1 0 0,1 0 1 0 0,-1 1 0 0 0,1-1-1 0 0,-1 0 1 0 0,1 1 0 0 0,-1-1 0 0 0,0 1-1 0 0,1 0 1 0 0,-1 0 0 0 0,0 0 0 0 0,1 0-1 0 0,-1 0 1 0 0,0 1 0 0 0,0-1-1 0 0,0 0 1 0 0,2 3 0 0 0,-2-1 292 0 0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07.57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57 5985 0 0,'27'-12'4196'0'0,"41"-12"-2594"0"0,2 8-6151 0 0,-69 16 4435 0 0,15-4-1389 0 0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07.85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 4 6913 0 0,'-23'-4'5921'0'0,"23"32"-1541"0"0,0-22-4858 0 0,4 28 869 0 0,1 1 1 0 0,2-1 0 0 0,13 37 0 0 0,-13-49-178 0 0,1-1 0 0 0,1-1 1 0 0,1 0-1 0 0,0 0 0 0 0,27 35 0 0 0,-35-52-384 0 0,0 0 0 0 0,1-1 0 0 0,-1 1 1 0 0,1-1-1 0 0,-1 0 0 0 0,1 0 0 0 0,0 0 0 0 0,0 0 0 0 0,6 3 0 0 0,-8-5 75 0 0,1 1-1 0 0,-1-1 1 0 0,1 1-1 0 0,-1-1 1 0 0,1 0-1 0 0,-1 0 1 0 0,1 0-1 0 0,-1 0 1 0 0,1 0-1 0 0,0 0 1 0 0,-1 0 0 0 0,1 0-1 0 0,-1 0 1 0 0,1-1-1 0 0,-1 1 1 0 0,1-1-1 0 0,-1 1 1 0 0,0-1-1 0 0,1 0 1 0 0,-1 1-1 0 0,1-1 1 0 0,-1 0-1 0 0,2-2 1 0 0,5-5-1116 0 0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08.05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 0 6449 0 0,'-1'0'577'0'0,"-1"0"-465"0"0,6 4 1224 0 0,-2-1-600 0 0,-1 0 8 0 0,2 1-440 0 0,1 0-88 0 0,0 1-24 0 0,0 0 0 0 0,0 2-1280 0 0,0-2-264 0 0,-3 2-57 0 0,0-2 1 0 0,1-2 1104 0 0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08.42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11979 0 0,'7'22'6663'0'0,"0"34"-4777"0"0,20 146-2399 0 0,-25-187-289 0 0,1 8-6152 0 0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08.7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11979 0 0,'3'2'380'0'0,"1"0"1"0"0,-1 0 0 0 0,0 1 0 0 0,0-1 0 0 0,-1 1 0 0 0,1-1 0 0 0,0 1 0 0 0,-1 0-1 0 0,0 0 1 0 0,1 0 0 0 0,-1 1 0 0 0,2 4 0 0 0,1 2 45 0 0,-1 0 1 0 0,-1 0-1 0 0,1 1 1 0 0,1 12-1 0 0,2 19-35 0 0,1 62 0 0 0,-6-77-81 0 0,-2-24-341 0 0,11 106-320 0 0,-8-96-644 0 0,0 0 0 0 0,1-1 0 0 0,7 19 1 0 0,-3-16-4861 0 0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09.04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0 159 2304 0 0,'2'-7'281'0'0,"0"0"0"0"0,0 0 0 0 0,1 0 0 0 0,0 0 0 0 0,0 1 0 0 0,0-1 0 0 0,1 1 0 0 0,0 0 0 0 0,1 0 0 0 0,-1 0 0 0 0,11-9 0 0 0,-4 4 202 0 0,1 0 0 0 0,0 1-1 0 0,1 1 1 0 0,20-13 0 0 0,-31 21-399 0 0,-1 0 1 0 0,1 0 0 0 0,0 0 0 0 0,-1 1-1 0 0,1-1 1 0 0,0 0 0 0 0,0 1 0 0 0,0-1-1 0 0,0 1 1 0 0,-1-1 0 0 0,1 1-1 0 0,0 0 1 0 0,0 0 0 0 0,0 0 0 0 0,0 0-1 0 0,0 0 1 0 0,0 0 0 0 0,3 1-1 0 0,-3 0 17 0 0,-1 0 0 0 0,0 0-1 0 0,0 0 1 0 0,0 0 0 0 0,0 0 0 0 0,0 0-1 0 0,0 0 1 0 0,0 0 0 0 0,0 0-1 0 0,0 0 1 0 0,0 0 0 0 0,0 1-1 0 0,-1-1 1 0 0,1 0 0 0 0,-1 0-1 0 0,1 1 1 0 0,-1-1 0 0 0,1 1-1 0 0,-1 1 1 0 0,2 5 206 0 0,-2-1 1 0 0,1 1-1 0 0,-1 0 0 0 0,0 0 0 0 0,-1 0 1 0 0,0 0-1 0 0,-3 12 0 0 0,-21 54 689 0 0,-2 4-329 0 0,25-71-448 0 0,0 1-1 0 0,1 0 0 0 0,0 0 1 0 0,0-1-1 0 0,1 1 0 0 0,0 0 1 0 0,2 15-1 0 0,-1-21-112 0 0,-1 1 0 0 0,1-1 0 0 0,-1 0 0 0 0,1 0 1 0 0,0 0-1 0 0,0 0 0 0 0,0 0 0 0 0,0 0 0 0 0,0 0 0 0 0,0 0 0 0 0,0-1 0 0 0,1 1 0 0 0,-1 0 0 0 0,1-1 0 0 0,-1 1 1 0 0,1-1-1 0 0,0 0 0 0 0,0 1 0 0 0,-1-1 0 0 0,1 0 0 0 0,0 0 0 0 0,0 0 0 0 0,0 0 0 0 0,0 0 0 0 0,0-1 0 0 0,0 1 0 0 0,0 0 1 0 0,1-1-1 0 0,-1 0 0 0 0,0 1 0 0 0,0-1 0 0 0,0 0 0 0 0,3-1 0 0 0,9 0-15 0 0,-1 0-1 0 0,1-1 1 0 0,-1-1 0 0 0,19-6 0 0 0,2 0-592 0 0,-7 6-958 0 0,-9 2-3743 0 0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16.7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93 269 3225 0 0,'-5'-1'423'0'0,"-1"0"-1"0"0,0 1 1 0 0,0-1 0 0 0,0 1 0 0 0,0 0 0 0 0,1 1 0 0 0,-12 1-1 0 0,-14 1 3429 0 0,31-3-3818 0 0,0 0 0 0 0,0 0 1 0 0,-1 0-1 0 0,1 0 0 0 0,0 0 0 0 0,0 0 0 0 0,0 0 0 0 0,-1 0 0 0 0,1 0 0 0 0,0 0 0 0 0,0 0 1 0 0,0-1-1 0 0,-1 1 0 0 0,1 0 0 0 0,0 0 0 0 0,0 0 0 0 0,0 0 0 0 0,0 0 0 0 0,-1-1 1 0 0,1 1-1 0 0,0 0 0 0 0,0 0 0 0 0,0 0 0 0 0,0 0 0 0 0,0-1 0 0 0,-1 1 0 0 0,1 0 0 0 0,0 0 1 0 0,0 0-1 0 0,0-1 0 0 0,0 1 0 0 0,0 0 0 0 0,0 0 0 0 0,0-1 0 0 0,0 1 0 0 0,0 0 0 0 0,0-1 1 0 0,3-12 2407 0 0,11-19 2294 0 0,-11 25-4200 0 0,6-13-568 0 0,0 2-89 0 0,-1 0 0 0 0,0-1 0 0 0,-2 0 1 0 0,0-1-1 0 0,-1 0 0 0 0,-1 1 0 0 0,2-27 0 0 0,-4 32 871 0 0,1 33 440 0 0,-1-6-928 0 0,10 141 827 0 0,-2-12-830 0 0,-7-121-201 0 0,1-1 0 0 0,1 0 0 0 0,1 0-1 0 0,1 0 1 0 0,9 19 0 0 0,20 20 163 0 0,-28-47-504 0 0,1 1 0 0 0,-2-1 0 0 0,0 1 0 0 0,-1 1 0 0 0,5 13 0 0 0,-10-25-217 0 0,0 1 1 0 0,-1-1-1 0 0,0 1 0 0 0,1-1 1 0 0,-1 0-1 0 0,0 1 0 0 0,0-1 1 0 0,0 1-1 0 0,0-1 0 0 0,-1 1 1 0 0,1-1-1 0 0,-1 1 0 0 0,1-1 1 0 0,-3 4-1 0 0,-1 1-224 0 0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16.87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0 105 6449 0 0,'9'-12'6445'0'0,"-8"11"-6087"0"0,30-21 3584 0 0,-23 17-3445 0 0,53-28 2097 0 0,-20 11-3884 0 0,-23 13-5478 0 0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26.01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 6913 0 0,'2'2'54'0'0,"0"1"-1"0"0,1-1 0 0 0,-1 1 0 0 0,1-1 0 0 0,0 0 0 0 0,0 0 0 0 0,0 0 0 0 0,0-1 0 0 0,0 1 0 0 0,0-1 0 0 0,0 1 0 0 0,6 0 0 0 0,2 3 35 0 0,77 35 1163 0 0,141 44 0 0 0,-110-44-954 0 0,140 42-379 0 0,-42-15 540 0 0,-62-14-390 0 0,521 162-54 0 0,502 134 30 0 0,-935-280-622 0 0,411 63 1 0 0,262-27-1103 0 0,-559-69 1629 0 0,268 32 790 0 0,904 84 1538 0 0,167-83-2085 0 0,-418-60-1038 0 0,-726-9 620 0 0,727-21 226 0 0,-1184 18-16 0 0,1817-86-2503 0 0,-1076 4 4419 0 0,-728 73-1097 0 0,330-46 4760 0 0,-412 54-5536 0 0,0-2 0 0 0,-1 0 0 0 0,0-2 0 0 0,-1-1 0 0 0,1-1 0 0 0,-2-1 0 0 0,1-1 0 0 0,-2-1 0 0 0,1-1 0 0 0,38-32 0 0 0,-57 42-159 0 0,0 0-1 0 0,0-1 1 0 0,-1 0-1 0 0,1 0 1 0 0,-1 0 0 0 0,0 0-1 0 0,0 0 1 0 0,-1-1-1 0 0,1 1 1 0 0,-1-1-1 0 0,-1 0 1 0 0,1 0-1 0 0,-1 0 1 0 0,0 0 0 0 0,0 0-1 0 0,0 0 1 0 0,-1-6-1 0 0,0 8-117 0 0,-1-1 0 0 0,1 1 0 0 0,-1 0 0 0 0,0 0 0 0 0,0 0-1 0 0,0 0 1 0 0,0 0 0 0 0,-1 0 0 0 0,1 0 0 0 0,-1 1 0 0 0,0-1 0 0 0,0 1 0 0 0,-1-1-1 0 0,1 1 1 0 0,-1-1 0 0 0,0 1 0 0 0,0 0 0 0 0,0 1 0 0 0,0-1 0 0 0,0 0 0 0 0,0 1-1 0 0,-1-1 1 0 0,1 1 0 0 0,-1 0 0 0 0,-4-1 0 0 0,-9-4 59 0 0,-3-2 177 0 0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26.69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70 1 8754 0 0,'-14'-1'3049'0'0,"12"11"-1665"0"0,16 20-986 0 0,-9-23-228 0 0,18 43 192 0 0,32 58-235 0 0,-49-98-124 0 0,0-1 0 0 0,1 0-1 0 0,0 0 1 0 0,0-1 0 0 0,1 0-1 0 0,0 0 1 0 0,0-1 0 0 0,14 10-1 0 0,-10-11-95 0 0,-11-6 133 0 0,0 0 0 0 0,0 1 1 0 0,-1-1-1 0 0,1 0 0 0 0,0 0 0 0 0,-1 0 1 0 0,1 1-1 0 0,-1-1 0 0 0,1 0 0 0 0,0 1 0 0 0,-1-1 1 0 0,1 0-1 0 0,-1 1 0 0 0,1-1 0 0 0,-1 1 1 0 0,1-1-1 0 0,-1 1 0 0 0,1-1 0 0 0,-1 1 0 0 0,1 0 1 0 0,-1-1-1 0 0,0 1 0 0 0,1-1 0 0 0,-1 1 1 0 0,0 0-1 0 0,1-1 0 0 0,-1 1 0 0 0,0 0 1 0 0,0-1-1 0 0,0 1 0 0 0,0 0 0 0 0,0-1 0 0 0,0 1 1 0 0,0 0-1 0 0,0 0 0 0 0,0-1 0 0 0,0 1 1 0 0,0 0-1 0 0,0-1 0 0 0,0 1 0 0 0,-1 0 1 0 0,1-1-1 0 0,0 1 0 0 0,0 0 0 0 0,-1-1 0 0 0,1 1 1 0 0,0-1-1 0 0,-1 1 0 0 0,1 0 0 0 0,-1-1 1 0 0,1 1-1 0 0,-1-1 0 0 0,1 1 0 0 0,-2 0 0 0 0,-139 237 2671 0 0,64-102-4269 0 0,45-82-4732 0 0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28.10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12 504 7370 0 0,'-3'-6'369'0'0,"1"0"1"0"0,1 0 0 0 0,-1 0 0 0 0,1-1-1 0 0,0 1 1 0 0,0-1 0 0 0,1 1 0 0 0,0-1-1 0 0,0 1 1 0 0,1-1 0 0 0,-1 1 0 0 0,1 0-1 0 0,1-1 1 0 0,-1 1 0 0 0,1 0 0 0 0,0 0-1 0 0,1 0 1 0 0,-1 0 0 0 0,1 0 0 0 0,0 0-1 0 0,6-6 1 0 0,-7 8-220 0 0,1 0 1 0 0,0 1-1 0 0,0 0 1 0 0,0 0-1 0 0,1-1 1 0 0,-1 2-1 0 0,1-1 0 0 0,0 0 1 0 0,0 1-1 0 0,-1 0 1 0 0,2 0-1 0 0,-1 0 0 0 0,0 0 1 0 0,0 1-1 0 0,1-1 1 0 0,-1 1-1 0 0,0 0 1 0 0,1 1-1 0 0,-1-1 0 0 0,1 1 1 0 0,-1 0-1 0 0,1 0 1 0 0,0 0-1 0 0,-1 0 0 0 0,1 1 1 0 0,-1 0-1 0 0,0 0 1 0 0,1 0-1 0 0,-1 0 1 0 0,8 5-1 0 0,-1-1-1 0 0,0 1 0 0 0,-1 1 0 0 0,0 0 0 0 0,0 1 0 0 0,-1-1 0 0 0,0 2 0 0 0,0-1 1 0 0,14 21-1 0 0,5 9 0 0 0,22 42 1 0 0,-18-27-4 0 0,-21-36-139 0 0,3 5-5 0 0,23 28-1 0 0,-34-45 0 0 0,1-1 0 0 0,0 1 0 0 0,0-1 0 0 0,1 0 0 0 0,0 0 0 0 0,-1-1 0 0 0,1 0 0 0 0,0 1 0 0 0,1-2 0 0 0,-1 1-1 0 0,11 3 1 0 0,-14-5 12 0 0,1-1 0 0 0,-1 1-1 0 0,0-1 1 0 0,1 0-1 0 0,-1 0 1 0 0,1 0-1 0 0,-1 0 1 0 0,0 0 0 0 0,1-1-1 0 0,-1 1 1 0 0,1-1-1 0 0,-1 0 1 0 0,0 0-1 0 0,0 1 1 0 0,0-1 0 0 0,1-1-1 0 0,1 0 1 0 0,0-1 19 0 0,1-1 1 0 0,-1 1-1 0 0,0-1 0 0 0,0 0 1 0 0,-1 0-1 0 0,1 0 1 0 0,3-6-1 0 0,2-5 47 0 0,-1 0 1 0 0,0-1-1 0 0,10-28 0 0 0,10-51-53 0 0,15-100 0 0 0,9-29-3297 0 0,-42 188 1120 0 0,0 0-4279 0 0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28.44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10 14283 0 0,'2'-10'1411'0'0,"-2"10"-1343"0"0,0 0 0 0 0,0 0 0 0 0,0 0 1 0 0,1 0-1 0 0,-1 0 0 0 0,0 0 0 0 0,0 0 1 0 0,1 0-1 0 0,-1 0 0 0 0,0 0 0 0 0,0 0 1 0 0,0 0-1 0 0,1 0 0 0 0,-1 0 0 0 0,0 0 0 0 0,0 0 1 0 0,0 1-1 0 0,1-1 0 0 0,-1 0 0 0 0,0 0 1 0 0,0 0-1 0 0,0 0 0 0 0,1 0 0 0 0,-1 0 1 0 0,0 1-1 0 0,0-1 0 0 0,0 0 0 0 0,0 0 0 0 0,0 0 1 0 0,1 0-1 0 0,-1 1 0 0 0,0-1 0 0 0,0 0 1 0 0,0 0-1 0 0,0 0 0 0 0,0 1 0 0 0,0-1 0 0 0,0 0 1 0 0,0 0-1 0 0,0 1 0 0 0,0-1 0 0 0,0 0 1 0 0,0 0-1 0 0,0 0 0 0 0,0 1 0 0 0,0-1 1 0 0,0 0-1 0 0,0 0 0 0 0,0 0 0 0 0,0 1 0 0 0,5 29 673 0 0,-2 0-1 0 0,-1 1 0 0 0,-3 35 0 0 0,5 55-801 0 0,-3-107-81 0 0,1 0 1 0 0,1 0-1 0 0,0 0 0 0 0,1 0 0 0 0,1-1 0 0 0,7 18 1 0 0,-10-28-254 0 0,-1-1 1 0 0,0 1 0 0 0,1-1 0 0 0,-1 1 0 0 0,1-1 0 0 0,0 0-1 0 0,0 0 1 0 0,0 0 0 0 0,0 0 0 0 0,4 4 0 0 0,1-5-1228 0 0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28.76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5 188 3225 0 0,'-1'-4'57'0'0,"0"-1"0"0"0,0 1 1 0 0,0-1-1 0 0,1 0 0 0 0,-1 1 1 0 0,1-1-1 0 0,1 1 0 0 0,-1-1 1 0 0,0 0-1 0 0,1 1 0 0 0,0-1 0 0 0,0 1 1 0 0,3-6-1 0 0,0 0 594 0 0,1 0 0 0 0,0 0 0 0 0,1 1 0 0 0,10-14 0 0 0,-12 18-278 0 0,0 0 0 0 0,1 0 0 0 0,-1 0 0 0 0,1 1 0 0 0,0-1 0 0 0,0 1 0 0 0,1 1 0 0 0,-1-1 0 0 0,1 1 0 0 0,12-6 0 0 0,-15 8-247 0 0,-1 0 0 0 0,1 0 0 0 0,-1 1 0 0 0,1-1 0 0 0,0 1 0 0 0,-1 0 0 0 0,1 0 0 0 0,0 0 0 0 0,-1 0 0 0 0,1 0 0 0 0,0 0 0 0 0,-1 1-1 0 0,1-1 1 0 0,0 1 0 0 0,-1 0 0 0 0,1 0 0 0 0,-1 0 0 0 0,1 0 0 0 0,-1 0 0 0 0,0 0 0 0 0,1 1 0 0 0,-1-1 0 0 0,0 1 0 0 0,0 0 0 0 0,0-1 0 0 0,0 1-1 0 0,0 0 1 0 0,0 0 0 0 0,2 4 0 0 0,0 1 22 0 0,1 0 0 0 0,-2 0 0 0 0,1 0 0 0 0,-1 0 0 0 0,0 1 0 0 0,0-1 0 0 0,-1 1 0 0 0,0 0 0 0 0,0 0 0 0 0,-1 0 0 0 0,0 0 0 0 0,0 0 0 0 0,-1 0 0 0 0,0 0 0 0 0,-1 0 0 0 0,-1 9 0 0 0,0-3 170 0 0,-2 1 1 0 0,0 0 0 0 0,0-1-1 0 0,-1 0 1 0 0,-1 0 0 0 0,-1 0 0 0 0,-13 21-1 0 0,18-33-235 0 0,1-1 0 0 0,0 1-1 0 0,1 0 1 0 0,-1-1-1 0 0,0 1 1 0 0,0 0 0 0 0,1-1-1 0 0,-1 1 1 0 0,1 0 0 0 0,-1 0-1 0 0,1 2 1 0 0,0-4-51 0 0,0 1-1 0 0,0-1 1 0 0,0 1 0 0 0,0-1 0 0 0,0 1 0 0 0,0-1-1 0 0,1 0 1 0 0,-1 1 0 0 0,0-1 0 0 0,0 1 0 0 0,0-1-1 0 0,1 0 1 0 0,-1 1 0 0 0,0-1 0 0 0,0 0-1 0 0,1 1 1 0 0,-1-1 0 0 0,0 0 0 0 0,1 0 0 0 0,-1 1-1 0 0,0-1 1 0 0,1 0 0 0 0,-1 0 0 0 0,1 0-1 0 0,-1 1 1 0 0,0-1 0 0 0,1 0 0 0 0,-1 0 0 0 0,1 0-1 0 0,5 0 85 0 0,-1 1-1 0 0,0-2 1 0 0,1 1 0 0 0,-1 0-1 0 0,0-1 1 0 0,6-2-1 0 0,-5 2-188 0 0,16-3 50 0 0,0 0 0 0 0,37 0 0 0 0,-9 10-1635 0 0,-43-4 596 0 0,0 1 0 0 0,1 0 0 0 0,-1 0 1 0 0,13 7-1 0 0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29.32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89 5529 0 0,'2'-4'431'0'0,"0"0"0"0"0,0 1-1 0 0,0 0 1 0 0,0-1 0 0 0,1 1-1 0 0,0 0 1 0 0,-1 0 0 0 0,1 1-1 0 0,0-1 1 0 0,6-4 0 0 0,38-23 2331 0 0,-40 27-2271 0 0,-4 0-252 0 0,0 1 0 0 0,1 0-1 0 0,0 1 1 0 0,-1-1 0 0 0,1 1-1 0 0,0-1 1 0 0,0 1 0 0 0,0 0 0 0 0,0 0-1 0 0,0 1 1 0 0,0-1 0 0 0,0 1-1 0 0,0 0 1 0 0,4 1 0 0 0,-5-1-157 0 0,-1 1 1 0 0,0 0-1 0 0,0 0 1 0 0,0 0-1 0 0,0 0 1 0 0,-1 0-1 0 0,1 0 1 0 0,0 0-1 0 0,0 1 1 0 0,-1-1-1 0 0,1 1 1 0 0,0-1-1 0 0,-1 1 1 0 0,0 0-1 0 0,1-1 1 0 0,-1 1-1 0 0,0 0 1 0 0,0 0-1 0 0,0 0 1 0 0,0 0-1 0 0,0 0 1 0 0,-1 0-1 0 0,1 0 1 0 0,0 0-1 0 0,-1 1 1 0 0,0-1-1 0 0,1 3 1 0 0,0 7-1 0 0,-1 1 0 0 0,0 0-1 0 0,0 0 1 0 0,-1 0 0 0 0,-1-1 0 0 0,0 1 0 0 0,-1-1 0 0 0,0 1 0 0 0,-7 15 0 0 0,4-10 290 0 0,1 1 0 0 0,-5 35 0 0 0,10-53-334 0 0,0-1 0 0 0,-1 1 0 0 0,1 0 0 0 0,0-1 0 0 0,0 1 0 0 0,0 0 0 0 0,0-1 0 0 0,0 1 1 0 0,1-1-1 0 0,-1 1 0 0 0,0 0 0 0 0,0-1 0 0 0,0 1 0 0 0,0-1 0 0 0,1 1 0 0 0,-1 0 0 0 0,0-1 0 0 0,1 1 0 0 0,-1-1 0 0 0,0 1 0 0 0,1-1 0 0 0,-1 1 0 0 0,0-1 1 0 0,1 1-1 0 0,-1-1 0 0 0,1 0 0 0 0,-1 1 0 0 0,1-1 0 0 0,0 1 0 0 0,1-1-4 0 0,-1 1 0 0 0,1-1 0 0 0,0 0 0 0 0,-1 0 0 0 0,1 0 0 0 0,-1 0 0 0 0,1 0-1 0 0,-1 0 1 0 0,1 0 0 0 0,0 0 0 0 0,2-2 0 0 0,45-18-53 0 0,-43 16 84 0 0,39-17-788 0 0,-28 13 38 0 0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29.63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 14 10594 0 0,'-10'1'3867'0'0,"20"-5"-2165"0"0,21-5-1782 0 0,-29 9-236 0 0,1-1 0 0 0,-1 1-1 0 0,0 0 1 0 0,0 0 0 0 0,0 0-1 0 0,1 0 1 0 0,-1 0 0 0 0,0 1-1 0 0,0-1 1 0 0,1 0-1 0 0,-1 1 1 0 0,0 0 0 0 0,0 0-1 0 0,0 0 1 0 0,0 0 0 0 0,0 0-1 0 0,2 1 1 0 0,-4 1 201 0 0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29.79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62 5529 0 0,'48'-22'5931'0'0,"28"-13"-7722"0"0,-65 31 1572 0 0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30.33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 7370 0 0,'10'24'5065'0'0,"-1"28"-2703"0"0,-7-37-1645 0 0,5 29 849 0 0,2 0 0 0 0,25 70 0 0 0,-25-88-1318 0 0,2-1-1 0 0,1-1 1 0 0,1 0 0 0 0,1 0-1 0 0,28 35 1 0 0,-40-58-703 0 0,4 7 430 0 0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30.53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3 5985 0 0,'5'-1'3091'0'0,"12"-1"-692"0"0,-15 2-2436 0 0,-1 0 1 0 0,1 0-1 0 0,0 0 1 0 0,0 1-1 0 0,0-1 1 0 0,-1 0-1 0 0,1 1 1 0 0,0-1-1 0 0,0 1 0 0 0,-1 0 1 0 0,1-1-1 0 0,0 1 1 0 0,-1 0-1 0 0,1 0 1 0 0,-1 0-1 0 0,1 0 1 0 0,1 2-1 0 0,-1 0-385 0 0,1 0-1 0 0,-1 1 1 0 0,1-1 0 0 0,-1 1-1 0 0,0 0 1 0 0,0 0 0 0 0,-1-1-1 0 0,1 1 1 0 0,-1 0 0 0 0,0 0-1 0 0,0 0 1 0 0,1 8-1 0 0,1 12-1382 0 0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31.44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 68 3225 0 0,'-1'0'235'0'0,"0"-1"1"0"0,1 0 0 0 0,-1 1-1 0 0,1-1 1 0 0,-1 0 0 0 0,0 0 0 0 0,1 1-1 0 0,-1-1 1 0 0,1 0 0 0 0,0 0-1 0 0,-1 0 1 0 0,1 0 0 0 0,0 1-1 0 0,0-1 1 0 0,-1 0 0 0 0,1 0-1 0 0,0 0 1 0 0,0 0 0 0 0,0 0-1 0 0,0 0 1 0 0,0 0 0 0 0,0 0 0 0 0,0 0-1 0 0,0 1 1 0 0,1-1 0 0 0,-1 0-1 0 0,1-1 1 0 0,0 0 172 0 0,0 0-1 0 0,0 0 1 0 0,1 0 0 0 0,-1 0-1 0 0,1 0 1 0 0,-1 1-1 0 0,1-1 1 0 0,0 0 0 0 0,-1 1-1 0 0,5-3 1 0 0,-1 1 73 0 0,0 0-1 0 0,0 1 1 0 0,0-1 0 0 0,1 1 0 0 0,-1 0-1 0 0,1 0 1 0 0,-1 1 0 0 0,11-2 0 0 0,-14 3-413 0 0,1 0 1 0 0,-1 0-1 0 0,1 0 1 0 0,0 0-1 0 0,-1 1 0 0 0,1-1 1 0 0,-1 1-1 0 0,0 0 1 0 0,1-1-1 0 0,-1 1 1 0 0,1 0-1 0 0,-1 0 1 0 0,0 1-1 0 0,0-1 1 0 0,0 0-1 0 0,0 1 1 0 0,0-1-1 0 0,0 1 0 0 0,0 0 1 0 0,0 0-1 0 0,2 3 1 0 0,-2-2-67 0 0,-1 0 0 0 0,1 1 0 0 0,-1-1 1 0 0,0 1-1 0 0,0-1 0 0 0,0 1 0 0 0,0 0 0 0 0,-1 0 1 0 0,1-1-1 0 0,-1 1 0 0 0,0 0 0 0 0,0 0 0 0 0,0-1 0 0 0,-2 5 1 0 0,0 6-83 0 0,-2 0 0 0 0,0 0 0 0 0,-7 17 0 0 0,7-20 68 0 0,0 0 1 0 0,0 0-1 0 0,1 0 0 0 0,0 1 0 0 0,1-1 0 0 0,-1 14 0 0 0,3-24 52 0 0,0 0-1 0 0,0-1 1 0 0,0 1 0 0 0,0 0 0 0 0,1 0 0 0 0,-1 0-1 0 0,0 0 1 0 0,0 0 0 0 0,0 0 0 0 0,1 0-1 0 0,-1 0 1 0 0,0 0 0 0 0,1 0 0 0 0,-1 0-1 0 0,1-1 1 0 0,-1 1 0 0 0,1 0 0 0 0,0 0 0 0 0,-1-1-1 0 0,1 1 1 0 0,0 0 0 0 0,-1 0 0 0 0,1-1-1 0 0,0 1 1 0 0,0-1 0 0 0,1 1 0 0 0,0 0 8 0 0,0 0 0 0 0,0-1 0 0 0,0 0 1 0 0,0 1-1 0 0,0-1 0 0 0,0 0 0 0 0,1 0 0 0 0,-1 0 1 0 0,0 0-1 0 0,0-1 0 0 0,4 0 0 0 0,6-2 39 0 0,0-1 0 0 0,-1-1-1 0 0,15-7 1 0 0,-22 10-67 0 0,43-20-2068 0 0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31.73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 1 10138 0 0,'2'29'4356'0'0,"1"29"-1242"0"0,-7 88 0 0 0,0-87-4094 0 0,7 87-1 0 0,-1-134-488 0 0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32.06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4 252 3681 0 0,'-1'-10'184'0'0,"-1"-1"1"0"0,2 1 0 0 0,-1 0-1 0 0,2-1 1 0 0,1-11 0 0 0,-1 12 425 0 0,1-1 0 0 0,0 1 0 0 0,1 0 0 0 0,0-1 0 0 0,1 1 0 0 0,0 1 0 0 0,1-1 0 0 0,-1 1 0 0 0,2-1 0 0 0,0 1 0 0 0,0 1 0 0 0,0-1 0 0 0,1 1 0 0 0,13-12 0 0 0,-17 18-285 0 0,1-1 0 0 0,0 0 0 0 0,-1 1 0 0 0,1 0 0 0 0,0 0 0 0 0,1 0 0 0 0,-1 1 0 0 0,0-1 0 0 0,0 1 0 0 0,1 0 0 0 0,-1 0 0 0 0,0 1 0 0 0,1-1 0 0 0,6 1 0 0 0,-9 0-259 0 0,0 0 0 0 0,0 0 1 0 0,0 1-1 0 0,0-1 0 0 0,0 1 0 0 0,0-1 1 0 0,0 1-1 0 0,-1 0 0 0 0,1-1 0 0 0,0 1 1 0 0,0 0-1 0 0,-1 0 0 0 0,1 1 0 0 0,-1-1 1 0 0,1 0-1 0 0,-1 0 0 0 0,1 1 0 0 0,-1-1 1 0 0,0 1-1 0 0,1-1 0 0 0,-1 1 0 0 0,0 0 1 0 0,0-1-1 0 0,0 1 0 0 0,-1 0 0 0 0,1 0 1 0 0,0-1-1 0 0,-1 1 0 0 0,1 0 0 0 0,-1 0 1 0 0,1 0-1 0 0,-1 0 0 0 0,0 0 0 0 0,0 3 1 0 0,0 10-75 0 0,-2-1 0 0 0,1 1 1 0 0,-2-1-1 0 0,0 0 1 0 0,0 0-1 0 0,-1 0 1 0 0,-10 20-1 0 0,7-18 0 0 0,2 0-1 0 0,0 1 1 0 0,0-1-1 0 0,-3 30 1 0 0,8-45 33 0 0,0 1 0 0 0,0-1 0 0 0,0 0 0 0 0,0 1 1 0 0,0-1-1 0 0,0 0 0 0 0,0 1 0 0 0,0-1 0 0 0,0 0 0 0 0,1 0 0 0 0,-1 1 1 0 0,0-1-1 0 0,1 0 0 0 0,-1 0 0 0 0,1 1 0 0 0,0-1 0 0 0,-1 0 1 0 0,1 0-1 0 0,0 0 0 0 0,0 0 0 0 0,0 0 0 0 0,-1 0 0 0 0,1 0 0 0 0,0 0 1 0 0,0 0-1 0 0,1-1 0 0 0,-1 1 0 0 0,0 0 0 0 0,0-1 0 0 0,0 1 0 0 0,0-1 1 0 0,1 1-1 0 0,-1-1 0 0 0,0 1 0 0 0,0-1 0 0 0,1 0 0 0 0,-1 0 1 0 0,0 1-1 0 0,1-1 0 0 0,-1 0 0 0 0,3-1 0 0 0,6 1 96 0 0,1-1 0 0 0,-1-1 0 0 0,1 0 0 0 0,14-5 0 0 0,3 0-198 0 0,-16 5-239 0 0,0 1 1 0 0,0 1-1 0 0,22 2 0 0 0,12 4-3362 0 0,-23-2-2873 0 0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32.71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 49 1376 0 0,'-9'-17'8468'0'0,"9"16"-7998"0"0,0 0 0 0 0,0 0 1 0 0,0 0-1 0 0,1-2 1 0 0,-1 1-188 0 0,1 1 0 0 0,-1 0 0 0 0,1 0 1 0 0,-1 0-1 0 0,1 0 0 0 0,0-1 1 0 0,0 1-1 0 0,0 0 0 0 0,-1 0 1 0 0,1 0-1 0 0,0 0 0 0 0,0 1 1 0 0,0-1-1 0 0,0 0 0 0 0,0 0 0 0 0,2 0 1 0 0,-1 0-203 0 0,-1 0 1 0 0,1 0 0 0 0,-1 0-1 0 0,1 1 1 0 0,0-1 0 0 0,0 1-1 0 0,-1-1 1 0 0,1 1 0 0 0,0 0-1 0 0,0-1 1 0 0,-1 1 0 0 0,1 0-1 0 0,0 0 1 0 0,0 0 0 0 0,0 1-1 0 0,-1-1 1 0 0,1 0 0 0 0,0 1-1 0 0,0-1 1 0 0,-1 1 0 0 0,1-1-1 0 0,0 1 1 0 0,-1 0 0 0 0,1 0-1 0 0,-1 0 1 0 0,1 0 0 0 0,-1 0-1 0 0,3 2 1 0 0,-1 1 10 0 0,1 1 0 0 0,-1 0-1 0 0,0 0 1 0 0,-1 0 0 0 0,1 1-1 0 0,-1-1 1 0 0,0 1 0 0 0,0-1-1 0 0,-1 1 1 0 0,2 11 0 0 0,2 65-124 0 0,-3-24 167 0 0,-2-54-56 0 0,0-1 0 0 0,0 0 0 0 0,1 0 0 0 0,-1 0 0 0 0,1 0 0 0 0,0 0 0 0 0,0 0 0 0 0,0 0 0 0 0,0 0 0 0 0,3 4 0 0 0,-3-6-30 0 0,0 0 1 0 0,0-1 0 0 0,1 1-1 0 0,-1-1 1 0 0,0 1 0 0 0,0-1-1 0 0,1 0 1 0 0,-1 1-1 0 0,0-1 1 0 0,1 0 0 0 0,-1 0-1 0 0,0 0 1 0 0,1 0 0 0 0,-1 0-1 0 0,0 0 1 0 0,1 0 0 0 0,-1-1-1 0 0,0 1 1 0 0,1 0-1 0 0,-1-1 1 0 0,0 1 0 0 0,0-1-1 0 0,1 1 1 0 0,-1-1 0 0 0,0 0-1 0 0,2-1 1 0 0,72-37 690 0 0,-23 11-2106 0 0,-15 11-4241 0 0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35.32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26 123 3225 0 0,'-20'-74'3949'0'0,"14"26"6621"0"0,14 86-7982 0 0,-1 3-2527 0 0,42 184 433 0 0,-43-203-455 0 0,2 0 0 0 0,1-1-1 0 0,0 0 1 0 0,1 0 0 0 0,2-1-1 0 0,0 0 1 0 0,27 33 0 0 0,-34-48-56 0 0,-1 0 0 0 0,1 0 1 0 0,0-1-1 0 0,0 0 1 0 0,1 0-1 0 0,-1 0 1 0 0,1 0-1 0 0,0-1 0 0 0,0 0 1 0 0,0 0-1 0 0,0-1 1 0 0,1 0-1 0 0,6 2 0 0 0,-9-3 4 0 0,0-1-1 0 0,0 0 1 0 0,0 1-1 0 0,0-2 1 0 0,0 1-1 0 0,0 0 1 0 0,1-1-1 0 0,-1 0 0 0 0,0 0 1 0 0,-1 0-1 0 0,1 0 1 0 0,0-1-1 0 0,0 1 1 0 0,0-1-1 0 0,-1 0 0 0 0,1 0 1 0 0,-1-1-1 0 0,0 1 1 0 0,1-1-1 0 0,-1 1 1 0 0,0-1-1 0 0,3-4 0 0 0,2-2-56 0 0,-1 0-1 0 0,-1 0 0 0 0,1-1 1 0 0,-1 0-1 0 0,-1 0 0 0 0,0-1 0 0 0,0 1 1 0 0,-1-1-1 0 0,-1 0 0 0 0,5-22 0 0 0,-3-2-40 0 0,-2-1-1 0 0,-1-42 0 0 0,-3 46 72 0 0,2 0 1 0 0,2 0-1 0 0,6-34 0 0 0,-8 64 54 0 0,-1 0-1 0 0,0 0 0 0 0,1 0 1 0 0,-1 0-1 0 0,1 0 1 0 0,0 0-1 0 0,0 1 1 0 0,-1-1-1 0 0,1 0 0 0 0,0 0 1 0 0,0 1-1 0 0,1-1 1 0 0,-1 1-1 0 0,0-1 1 0 0,2-1-1 0 0,-2 3 11 0 0,-1 0 1 0 0,0 0-1 0 0,1 0 1 0 0,-1 0-1 0 0,1-1 1 0 0,-1 1-1 0 0,0 0 1 0 0,1 0-1 0 0,-1 0 1 0 0,1 0-1 0 0,-1 0 1 0 0,0 0-1 0 0,1 1 0 0 0,-1-1 1 0 0,1 0-1 0 0,-1 0 1 0 0,0 0-1 0 0,1 0 1 0 0,-1 0-1 0 0,0 1 1 0 0,1-1-1 0 0,-1 0 1 0 0,0 0-1 0 0,1 0 0 0 0,0 1 1 0 0,10 16 750 0 0,98 226 944 0 0,-99-222-1829 0 0,-2-5 178 0 0,0 0 0 0 0,17 22 0 0 0,-23-34-183 0 0,1 0 1 0 0,0-1-1 0 0,0 0 0 0 0,1 1 0 0 0,-1-1 1 0 0,1 0-1 0 0,-1-1 0 0 0,1 1 0 0 0,0-1 1 0 0,0 0-1 0 0,0 1 0 0 0,0-2 0 0 0,0 1 1 0 0,1 0-1 0 0,4 0 0 0 0,7 0-1328 0 0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35.71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35 109 6913 0 0,'-2'0'256'0'0,"0"0"0"0"0,0-1 0 0 0,1 0 0 0 0,-1 1 0 0 0,0-1 0 0 0,0 0 0 0 0,1 0-1 0 0,-1 0 1 0 0,1 0 0 0 0,-1 0 0 0 0,1 0 0 0 0,-1-1 0 0 0,1 1 0 0 0,0 0 0 0 0,0-1-1 0 0,-1 1 1 0 0,1-1 0 0 0,0 1 0 0 0,0-1 0 0 0,1 1 0 0 0,-1-1 0 0 0,0 0 0 0 0,0 0-1 0 0,1 1 1 0 0,-1-1 0 0 0,1 0 0 0 0,0 0 0 0 0,-1 0 0 0 0,1 0 0 0 0,0 1 0 0 0,0-1-1 0 0,0 0 1 0 0,0 0 0 0 0,1 0 0 0 0,-1 0 0 0 0,0 0 0 0 0,1 1 0 0 0,-1-1 0 0 0,1 0-1 0 0,0 0 1 0 0,-1 1 0 0 0,1-1 0 0 0,0 0 0 0 0,0 1 0 0 0,0-1 0 0 0,0 1 0 0 0,1-1-1 0 0,-1 1 1 0 0,0 0 0 0 0,0-1 0 0 0,3 0 0 0 0,3-3-15 0 0,0 0 0 0 0,1 1 0 0 0,-1 0 0 0 0,1 1 0 0 0,0-1-1 0 0,14-2 1 0 0,-20 5-221 0 0,1 1 0 0 0,-1 0 0 0 0,1-1 0 0 0,-1 1 0 0 0,1 0 0 0 0,-1 1 0 0 0,1-1 0 0 0,-1 0 0 0 0,1 1 0 0 0,-1-1 0 0 0,0 1 0 0 0,1 0 0 0 0,-1 0 0 0 0,0 0 0 0 0,0 0 0 0 0,1 0 0 0 0,-1 0 0 0 0,0 1 0 0 0,0-1 0 0 0,0 1 0 0 0,0-1 0 0 0,-1 1 0 0 0,1 0 0 0 0,0 0 0 0 0,-1 0 0 0 0,1 0 0 0 0,1 4 0 0 0,2 3-25 0 0,-1 1 0 0 0,0 0 0 0 0,0 0 0 0 0,-1 1 0 0 0,0-1 0 0 0,-1 1 0 0 0,0-1 0 0 0,-1 1 0 0 0,0 0 0 0 0,-1 11 0 0 0,0-9 3 0 0,0-1 0 0 0,1 1 0 0 0,1-1 0 0 0,0 0 1 0 0,1 1-1 0 0,7 19 0 0 0,-9-31 5 0 0,-1 0 1 0 0,1 0-1 0 0,0 0 0 0 0,-1 0 1 0 0,1-1-1 0 0,0 1 0 0 0,0 0 1 0 0,0 0-1 0 0,-1 0 0 0 0,1-1 1 0 0,0 1-1 0 0,0 0 0 0 0,0-1 1 0 0,0 1-1 0 0,0-1 0 0 0,0 1 1 0 0,0-1-1 0 0,0 0 1 0 0,1 1-1 0 0,-1-1 0 0 0,0 0 1 0 0,0 0-1 0 0,0 0 0 0 0,0 0 1 0 0,0 0-1 0 0,1 0 0 0 0,-1 0 1 0 0,0 0-1 0 0,0 0 0 0 0,0-1 1 0 0,0 1-1 0 0,0 0 0 0 0,0-1 1 0 0,0 1-1 0 0,0 0 1 0 0,0-1-1 0 0,0 0 0 0 0,0 1 1 0 0,0-1-1 0 0,0 0 0 0 0,1 0 1 0 0,8-5 34 0 0,-1-1 1 0 0,0 0-1 0 0,10-10 1 0 0,-12 11-30 0 0,17-15-1537 0 0,38-25 1 0 0,-44 36-5620 0 0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35.98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6 85 5529 0 0,'-6'0'6232'0'0,"20"-7"-2276"0"0,-8 4-4989 0 0,132-62 5478 0 0,-120 56-4810 0 0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38.94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22 125 7370 0 0,'2'-7'8521'0'0,"-8"16"-6713"0"0,-6 22-1398 0 0,9-11-157 0 0,1 0 0 0 0,1-1 0 0 0,1 1 0 0 0,1 0 0 0 0,0 0 0 0 0,8 35 0 0 0,-7-44-240 0 0,1 0-1 0 0,0 0 1 0 0,0-1 0 0 0,1 1 0 0 0,1-1-1 0 0,0 0 1 0 0,0 0 0 0 0,1 0-1 0 0,1 0 1 0 0,-1-1 0 0 0,1 0-1 0 0,1-1 1 0 0,11 11 0 0 0,-16-17-4 0 0,0 1 1 0 0,0-1-1 0 0,0 0 1 0 0,1 0-1 0 0,-1 0 0 0 0,1-1 1 0 0,0 1-1 0 0,-1-1 1 0 0,1 0-1 0 0,0 0 1 0 0,0 0-1 0 0,0 0 1 0 0,0-1-1 0 0,0 0 1 0 0,-1 1-1 0 0,1-1 1 0 0,0-1-1 0 0,0 1 1 0 0,0-1-1 0 0,0 1 1 0 0,0-1-1 0 0,0 0 1 0 0,0 0-1 0 0,-1-1 1 0 0,1 1-1 0 0,-1-1 1 0 0,1 0-1 0 0,-1 0 0 0 0,1 0 1 0 0,-1 0-1 0 0,0-1 1 0 0,0 1-1 0 0,4-5 1 0 0,-1 1 35 0 0,-1 0 1 0 0,0 0-1 0 0,0-1 1 0 0,0 1 0 0 0,0-1-1 0 0,-1 0 1 0 0,-1-1-1 0 0,1 1 1 0 0,-1-1-1 0 0,0 1 1 0 0,-1-1-1 0 0,0 0 1 0 0,0 0-1 0 0,0 0 1 0 0,0-13 0 0 0,-3 2-2 0 0,-1 0 0 0 0,-1-1 0 0 0,-1 1 0 0 0,0 0 0 0 0,-1 1 0 0 0,-14-33 0 0 0,-3 3-278 0 0,-34-57-1 0 0,40 82-1362 0 0,12 19 330 0 0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39.22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30 8754 0 0,'15'-5'7477'0'0,"16"-3"-4689"0"0,6 0-4000 0 0,-5 2-3314 0 0,-17 4-1177 0 0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39.40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39 8754 0 0,'4'0'360'0'0,"-1"0"-1"0"0,1 0 1 0 0,-1 0 0 0 0,1 0 0 0 0,-1 0-1 0 0,1-1 1 0 0,-1 0 0 0 0,1 0 0 0 0,-1 0-1 0 0,5-2 1 0 0,2 0 17 0 0,40-7-808 0 0,-1-4-5515 0 0,-34 9 3852 0 0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39.73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0 2761 0 0,'2'3'853'0'0,"0"0"1"0"0,0 0 0 0 0,0-1-1 0 0,0 1 1 0 0,0 1 0 0 0,-1-1 0 0 0,0 0-1 0 0,0 0 1 0 0,0 1 0 0 0,0-1-1 0 0,0 0 1 0 0,0 1 0 0 0,-1 3 0 0 0,1 52 2634 0 0,-1-25-1966 0 0,2-4-1183 0 0,2 0 1 0 0,0 0 0 0 0,2 0-1 0 0,15 41 1 0 0,-17-58-242 0 0,1-2 0 0 0,0 1 1 0 0,0 0-1 0 0,1-1 0 0 0,1 0 1 0 0,0-1-1 0 0,1 1 0 0 0,0-1 0 0 0,0-1 1 0 0,1 0-1 0 0,0 0 0 0 0,1 0 1 0 0,12 8-1 0 0,-19-15-329 0 0,1 0 0 0 0,-1 0 0 0 0,1 0 0 0 0,-1-1 0 0 0,1 1 0 0 0,0-1 0 0 0,0 1 0 0 0,-1-1 0 0 0,1-1 0 0 0,0 1 0 0 0,0 0 1 0 0,0-1-1 0 0,0 0 0 0 0,0 0 0 0 0,0 0 0 0 0,0-1 0 0 0,0 1 0 0 0,0-1 0 0 0,0 0 0 0 0,0 0 0 0 0,0 0 0 0 0,-1 0 0 0 0,1-1 0 0 0,0 0 0 0 0,-1 1 0 0 0,0-1 0 0 0,1-1 0 0 0,5-4 0 0 0,7-8-6690 0 0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39.92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28 7370 0 0,'4'-15'6956'0'0,"-4"14"-6768"0"0,1 1 0 0 0,-1 0 0 0 0,1 0 0 0 0,0-1 0 0 0,1 0-94 0 0,-1 0 0 0 0,1 0 1 0 0,-1 0-1 0 0,1 0 0 0 0,-1 0 1 0 0,1 0-1 0 0,0 0 0 0 0,0 1 0 0 0,0-1 1 0 0,-1 1-1 0 0,1-1 0 0 0,3 0 1 0 0,-3 2-259 0 0,1 0 0 0 0,-1 0 0 0 0,1 0 0 0 0,-1 0 0 0 0,0 0 0 0 0,0 0 0 0 0,0 1 0 0 0,1-1 0 0 0,-1 1 0 0 0,-1-1 0 0 0,1 1 0 0 0,0 0 0 0 0,0 0 0 0 0,-1 0 0 0 0,1 0 0 0 0,-1 0 0 0 0,2 3 0 0 0,5 5 147 0 0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40.36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8 53 3681 0 0,'0'0'63'0'0,"0"0"-1"0"0,0 0 1 0 0,-1 0 0 0 0,1 0 0 0 0,0 0 0 0 0,-1 0 0 0 0,1 0-1 0 0,0 0 1 0 0,0 0 0 0 0,-1 0 0 0 0,1 0 0 0 0,0 0 0 0 0,-1 0-1 0 0,1-1 1 0 0,0 1 0 0 0,0 0 0 0 0,-1 0 0 0 0,1 0 0 0 0,0 0-1 0 0,0 0 1 0 0,-1-1 0 0 0,1 1 0 0 0,0 0 0 0 0,0 0-1 0 0,-1 0 1 0 0,1-1 0 0 0,0 1 0 0 0,0 0 0 0 0,0 0 0 0 0,0-1-1 0 0,-1 1 1 0 0,7-11 4922 0 0,-5 10-4827 0 0,1 0 0 0 0,-1 1 0 0 0,0-1 1 0 0,1 0-1 0 0,-1 0 0 0 0,0 0 1 0 0,1 0-1 0 0,-1 0 0 0 0,0-1 0 0 0,0 1 1 0 0,1-2-1 0 0,-1 2 104 0 0,3-2-83 0 0,-1 1-1 0 0,1-1 1 0 0,-1 1-1 0 0,1 0 0 0 0,0 0 1 0 0,0 1-1 0 0,0-1 1 0 0,0 1-1 0 0,0 0 1 0 0,0 0-1 0 0,0 0 0 0 0,1 0 1 0 0,-1 1-1 0 0,0 0 1 0 0,0 0-1 0 0,1 0 0 0 0,-1 0 1 0 0,0 1-1 0 0,0-1 1 0 0,1 1-1 0 0,-1 0 1 0 0,7 3-1 0 0,-8-2-44 0 0,0-1-1 0 0,0 1 1 0 0,0-1-1 0 0,0 1 1 0 0,0 0 0 0 0,-1 0-1 0 0,1 1 1 0 0,-1-1-1 0 0,1 1 1 0 0,-1-1 0 0 0,0 1-1 0 0,0 0 1 0 0,0-1-1 0 0,0 1 1 0 0,0 0 0 0 0,-1 0-1 0 0,1 1 1 0 0,-1-1 0 0 0,0 0-1 0 0,0 0 1 0 0,0 1-1 0 0,-1-1 1 0 0,1 0 0 0 0,-1 1-1 0 0,1-1 1 0 0,-1 7-1 0 0,-7 19 128 0 0,6-24-141 0 0,-1 0 0 0 0,1-1 0 0 0,0 1 0 0 0,0 0 0 0 0,1 0 0 0 0,-1 10 0 0 0,2-14-107 0 0,-1 0 1 0 0,0 0-1 0 0,1 0 1 0 0,-1 0-1 0 0,0 0 1 0 0,1 0-1 0 0,0 0 1 0 0,-1 0 0 0 0,1-1-1 0 0,-1 1 1 0 0,1 0-1 0 0,0 0 1 0 0,0 0-1 0 0,-1-1 1 0 0,1 1-1 0 0,0 0 1 0 0,0-1-1 0 0,0 1 1 0 0,0 0-1 0 0,0-1 1 0 0,0 0-1 0 0,0 1 1 0 0,0-1-1 0 0,0 1 1 0 0,0-1-1 0 0,0 0 1 0 0,0 0-1 0 0,0 0 1 0 0,0 0-1 0 0,0 1 1 0 0,0-1-1 0 0,0-1 1 0 0,1 1-1 0 0,-1 0 1 0 0,0 0-1 0 0,2-1 1 0 0,14-2-437 0 0,-1 0 1 0 0,1-1-1 0 0,-1-1 0 0 0,0-1 1 0 0,0 0-1 0 0,17-10 1 0 0,-15 7-6566 0 0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40.67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 0 9218 0 0,'0'0'150'0'0,"0"1"-1"0"0,0-1 1 0 0,-1 1-1 0 0,1-1 1 0 0,0 1 0 0 0,0-1-1 0 0,0 0 1 0 0,0 1 0 0 0,0-1-1 0 0,0 1 1 0 0,0-1 0 0 0,0 1-1 0 0,0-1 1 0 0,0 1-1 0 0,0-1 1 0 0,0 1 0 0 0,0-1-1 0 0,0 0 1 0 0,0 1 0 0 0,1-1-1 0 0,-1 1 1 0 0,0-1-1 0 0,0 0 1 0 0,0 1 0 0 0,1-1-1 0 0,-1 1 1 0 0,0-1 0 0 0,0 0-1 0 0,1 1 1 0 0,12 24 2390 0 0,-5-10-1015 0 0,-1 2-282 0 0,0 1 1 0 0,8 36-1 0 0,3 84 153 0 0,-1-1-1585 0 0,-11-114-858 0 0,0-11-2586 0 0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41.00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36 3249 0 0,'6'-4'212'0'0,"0"-1"0"0"0,0 2 0 0 0,0-1-1 0 0,0 1 1 0 0,1 0 0 0 0,-1 0 0 0 0,13-3 0 0 0,-15 4 152 0 0,-1 2 0 0 0,1-1-1 0 0,-1 0 1 0 0,1 1 0 0 0,0-1-1 0 0,-1 1 1 0 0,1 0 0 0 0,0 0-1 0 0,-1 1 1 0 0,1-1 0 0 0,0 1-1 0 0,-1-1 1 0 0,1 1 0 0 0,-1 1-1 0 0,1-1 1 0 0,-1 0 0 0 0,4 3-1 0 0,-6-3-243 0 0,0 0 0 0 0,0 0-1 0 0,0 0 1 0 0,0 0 0 0 0,0 0-1 0 0,0 1 1 0 0,0-1 0 0 0,0 1-1 0 0,-1-1 1 0 0,1 0-1 0 0,0 1 1 0 0,-1-1 0 0 0,1 1-1 0 0,-1-1 1 0 0,0 1 0 0 0,1 0-1 0 0,-1-1 1 0 0,0 1 0 0 0,0-1-1 0 0,0 1 1 0 0,0 0 0 0 0,0-1-1 0 0,-1 1 1 0 0,1-1-1 0 0,0 1 1 0 0,-1-1 0 0 0,0 3-1 0 0,-19 46 258 0 0,14-39-303 0 0,-20 33-39 0 0,21-37 150 0 0,0-1-1 0 0,1 1 1 0 0,0 1-1 0 0,0-1 1 0 0,0 1-1 0 0,1-1 1 0 0,0 1-1 0 0,1 0 1 0 0,-1 0-1 0 0,-1 14 1 0 0,5-21-91 0 0,-1 1-1 0 0,0-1 1 0 0,1 0 0 0 0,-1 0 0 0 0,1 0 0 0 0,-1 1-1 0 0,1-1 1 0 0,-1 0 0 0 0,1 0 0 0 0,0 0 0 0 0,0 0 0 0 0,-1 0-1 0 0,1 0 1 0 0,0 0 0 0 0,0 0 0 0 0,0 0 0 0 0,0-1 0 0 0,0 1-1 0 0,0 0 1 0 0,1-1 0 0 0,-1 1 0 0 0,0 0 0 0 0,0-1 0 0 0,0 0-1 0 0,1 1 1 0 0,-1-1 0 0 0,0 0 0 0 0,0 1 0 0 0,1-1 0 0 0,-1 0-1 0 0,0 0 1 0 0,0 0 0 0 0,1 0 0 0 0,-1 0 0 0 0,2-1-1 0 0,6 1 138 0 0,-1 0-1 0 0,1-1 1 0 0,14-3-1 0 0,7-3-1113 0 0,-1 1-1 0 0,44-2 0 0 0,-57 8-652 0 0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41.39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60 3945 0 0,'1'-2'214'0'0,"0"-1"0"0"0,0 0 0 0 0,0 1 0 0 0,0-1 0 0 0,0 1 0 0 0,1-1 1 0 0,-1 1-1 0 0,1 0 0 0 0,-1-1 0 0 0,1 1 0 0 0,0 0 0 0 0,0 0 0 0 0,0 0 0 0 0,0 0 0 0 0,3-1 0 0 0,-3 0 396 0 0,1 1-1 0 0,0 0 0 0 0,0 0 0 0 0,0 0 0 0 0,0 0 0 0 0,0 0 1 0 0,0 1-1 0 0,0 0 0 0 0,1-1 0 0 0,-1 1 0 0 0,6-1 0 0 0,-8 2-520 0 0,0 1-1 0 0,0-1 0 0 0,0 0 0 0 0,0 1 0 0 0,-1-1 0 0 0,1 1 1 0 0,0-1-1 0 0,0 1 0 0 0,0 0 0 0 0,0-1 0 0 0,0 1 1 0 0,-1 0-1 0 0,1-1 0 0 0,0 1 0 0 0,0 0 0 0 0,-1 0 0 0 0,1 0 1 0 0,-1 0-1 0 0,1 0 0 0 0,-1-1 0 0 0,1 1 0 0 0,-1 0 0 0 0,0 0 1 0 0,1 0-1 0 0,-1 0 0 0 0,0 0 0 0 0,0 1 0 0 0,1-1 0 0 0,-1 1 1 0 0,3 37 162 0 0,-3-32-88 0 0,-1 40 103 0 0,1 26 494 0 0,0-69-534 0 0,0 1 0 0 0,1-1 0 0 0,0 1-1 0 0,0-1 1 0 0,0 1 0 0 0,1-1 0 0 0,-1 1 0 0 0,1-1 0 0 0,0 0-1 0 0,0 0 1 0 0,1 0 0 0 0,2 4 0 0 0,-3-7-177 0 0,0 1 0 0 0,-1-1 1 0 0,1 0-1 0 0,0 0 0 0 0,-1 0 0 0 0,1 0 1 0 0,0-1-1 0 0,0 1 0 0 0,0 0 0 0 0,0-1 0 0 0,0 1 1 0 0,0-1-1 0 0,0 0 0 0 0,0 0 0 0 0,0 0 1 0 0,0 0-1 0 0,0 0 0 0 0,0 0 0 0 0,0 0 1 0 0,0 0-1 0 0,0-1 0 0 0,0 1 0 0 0,0-1 0 0 0,0 0 1 0 0,2-1-1 0 0,8-3-60 0 0,1 0 0 0 0,18-12-1 0 0,-22 12 81 0 0,47-31-1880 0 0,-37 22-5792 0 0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42.88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20 72 5529 0 0,'-1'0'137'0'0,"1"0"-1"0"0,-1 0 1 0 0,0 0-1 0 0,1 0 1 0 0,-1 0-1 0 0,0 0 1 0 0,0 0-1 0 0,1 1 1 0 0,-1-1 0 0 0,1 0-1 0 0,-1 0 1 0 0,0 1-1 0 0,1-1 1 0 0,-1 0-1 0 0,0 0 1 0 0,1 1-1 0 0,-1-1 1 0 0,1 1-1 0 0,-1-1 1 0 0,1 1-1 0 0,-1-1 1 0 0,1 1-1 0 0,-1-1 1 0 0,1 1-1 0 0,0-1 1 0 0,-1 1 0 0 0,1-1-1 0 0,-1 1 1 0 0,1 0-1 0 0,0-1 1 0 0,0 1-1 0 0,0 0 1 0 0,-1-1-1 0 0,1 1 1 0 0,0 0-1 0 0,0-1 1 0 0,0 1-1 0 0,0 0 1 0 0,0-1-1 0 0,0 2 1 0 0,-2 27 1549 0 0,3-17-1434 0 0,1-1-1 0 0,1 0 0 0 0,0 0 1 0 0,0 0-1 0 0,1 0 0 0 0,0-1 1 0 0,1 0-1 0 0,0 1 0 0 0,12 16 1 0 0,-7-13-17 0 0,0 0 1 0 0,1 0-1 0 0,1-2 1 0 0,0 1-1 0 0,25 18 1 0 0,-34-28-239 0 0,0-1 0 0 0,1 0 1 0 0,-1 0-1 0 0,1-1 1 0 0,0 1-1 0 0,-1-1 1 0 0,1 0-1 0 0,0 0 0 0 0,0 0 1 0 0,0 0-1 0 0,0-1 1 0 0,0 1-1 0 0,-1-1 0 0 0,1 0 1 0 0,0 0-1 0 0,0 0 1 0 0,0-1-1 0 0,0 0 1 0 0,0 0-1 0 0,0 0 0 0 0,0 0 1 0 0,-1 0-1 0 0,1-1 1 0 0,0 1-1 0 0,-1-1 1 0 0,0 0-1 0 0,1 0 0 0 0,5-5 1 0 0,7-6-74 0 0,0-1 0 0 0,-1 0 0 0 0,-1-1 0 0 0,16-22 0 0 0,-18 24 65 0 0,1-5 206 0 0,0 0-1 0 0,-1-1 1 0 0,-1 0-1 0 0,0-1 1 0 0,-2 0 0 0 0,0 0-1 0 0,-1-1 1 0 0,-1 0-1 0 0,6-35 1 0 0,0 88 3351 0 0,2 2-3291 0 0,13 53-59 0 0,9 21-370 0 0,-30-91-835 0 0,1-1 0 0 0,11 18 0 0 0,-7-16-5924 0 0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43.26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25 39 1840 0 0,'-24'-23'11340'0'0,"40"13"-9928"0"0,-14 9-1300 0 0,0 0-1 0 0,1 1 0 0 0,-1-1 0 0 0,0 0 0 0 0,1 1 1 0 0,-1-1-1 0 0,0 1 0 0 0,1 0 0 0 0,-1-1 0 0 0,0 1 0 0 0,1 1 1 0 0,-1-1-1 0 0,1 0 0 0 0,-1 0 0 0 0,0 1 0 0 0,1-1 1 0 0,-1 1-1 0 0,0 0 0 0 0,0 0 0 0 0,1 0 0 0 0,2 2 0 0 0,-2-1-55 0 0,0 1 0 0 0,0 0 0 0 0,0 0 0 0 0,-1 0 0 0 0,1 0 0 0 0,-1 0 0 0 0,0 1 0 0 0,0-1 0 0 0,0 1 0 0 0,0-1-1 0 0,-1 1 1 0 0,2 3 0 0 0,2 12 170 0 0,-1-1-1 0 0,0 1 1 0 0,-2 0 0 0 0,1 22-1 0 0,-4-23 247 0 0,1-13-149 0 0,-1 1 1 0 0,1 0 0 0 0,1 0-1 0 0,-1 0 1 0 0,2 6 0 0 0,-2-12-298 0 0,0 1 1 0 0,0 0 0 0 0,1 0-1 0 0,-1-1 1 0 0,0 1 0 0 0,1 0 0 0 0,-1-1-1 0 0,0 1 1 0 0,1 0 0 0 0,-1-1-1 0 0,1 1 1 0 0,-1-1 0 0 0,1 1 0 0 0,-1-1-1 0 0,1 1 1 0 0,-1-1 0 0 0,1 1-1 0 0,0-1 1 0 0,-1 1 0 0 0,1-1 0 0 0,0 0-1 0 0,-1 1 1 0 0,1-1 0 0 0,0 0-1 0 0,0 0 1 0 0,-1 1 0 0 0,1-1 0 0 0,0 0-1 0 0,0 0 1 0 0,-1 0 0 0 0,1 0-1 0 0,0 0 1 0 0,0 0 0 0 0,-1 0 0 0 0,1 0-1 0 0,0-1 1 0 0,0 1 0 0 0,-1 0-1 0 0,1 0 1 0 0,0-1 0 0 0,-1 1 0 0 0,1 0-1 0 0,0-1 1 0 0,0 0 0 0 0,88-27-5321 0 0,-59 20 998 0 0,47-20 0 0 0,-60 19 1490 0 0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43.46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 1 7370 0 0,'-1'0'262'0'0,"-2"3"1309"0"0,2-2-1309 0 0,1-1 0 0 0,-1 1 0 0 0,1 0 0 0 0,0-1 0 0 0,-1 1 0 0 0,1 0 0 0 0,0 0 0 0 0,-1-1 0 0 0,1 1 0 0 0,0 0-1 0 0,0 0 1 0 0,0 0 0 0 0,-1-1 0 0 0,1 1 0 0 0,0 1 0 0 0,1-1-98 0 0,-1-1 0 0 0,1 1-1 0 0,-1-1 1 0 0,1 1 0 0 0,-1-1-1 0 0,1 0 1 0 0,-1 1 0 0 0,1-1-1 0 0,0 1 1 0 0,-1-1 0 0 0,1 0 0 0 0,-1 0-1 0 0,1 0 1 0 0,0 1 0 0 0,-1-1-1 0 0,1 0 1 0 0,0 0 0 0 0,-1 0-1 0 0,1 0 1 0 0,0 0 0 0 0,0 0 0 0 0,49-5-1867 0 0,-39 4-2330 0 0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43.59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12 4897 0 0,'0'1'-46'0'0,"6"27"11048"0"0,9-32-11812 0 0,-9 3 725 0 0,0-1 0 0 0,0-1-1 0 0,-1 1 1 0 0,1-1-1 0 0,-1 0 1 0 0,1 0 0 0 0,-1 0-1 0 0,5-5 1 0 0,-2-1 85 0 0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43.92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 0 8290 0 0,'-5'8'7306'0'0,"3"5"-3504"0"0,5 19-1912 0 0,-1-17-1143 0 0,-1 52-516 0 0,0-16 101 0 0,8 57 1 0 0,-8-95-297 0 0,2 1 0 0 0,0-1 0 0 0,1 0 1 0 0,0 0-1 0 0,0 0 0 0 0,2 0 0 0 0,0-1 1 0 0,0 0-1 0 0,9 13 0 0 0,-13-22-86 0 0,0 0-1 0 0,-1-1 1 0 0,1 1 0 0 0,0-1-1 0 0,0 0 1 0 0,1 1 0 0 0,-1-1-1 0 0,0 0 1 0 0,1 0 0 0 0,-1-1-1 0 0,1 1 1 0 0,0 0 0 0 0,-1-1-1 0 0,1 1 1 0 0,0-1 0 0 0,0 0-1 0 0,0 0 1 0 0,0 0 0 0 0,0-1-1 0 0,0 1 1 0 0,0-1 0 0 0,0 0-1 0 0,1 1 1 0 0,-1-1 0 0 0,0-1 0 0 0,0 1-1 0 0,0 0 1 0 0,0-1 0 0 0,0 1-1 0 0,0-1 1 0 0,0 0 0 0 0,0 0-1 0 0,0 0 1 0 0,0-1 0 0 0,3-1-1 0 0,2-3-315 0 0,0 1 1 0 0,-1-1-1 0 0,0-1 0 0 0,0 1 0 0 0,0-1 0 0 0,-1 0 0 0 0,0-1 1 0 0,0 1-1 0 0,-1-1 0 0 0,7-14 0 0 0,0-2-6129 0 0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44.12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69 30 1840 0 0,'-10'-7'-422'0'0,"-14"-7"3734"0"0,22 13-2543 0 0,-1 0 1 0 0,1-1-1 0 0,0 1 1 0 0,0 1-1 0 0,-1-1 1 0 0,1 0-1 0 0,-17 0 7243 0 0,34 0-9305 0 0,-4 1-573 0 0,-3 0 668 0 0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44.49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13 1840 0 0,'12'-7'9388'0'0,"33"1"-3247"0"0,-43 7-6078 0 0,0-1 1 0 0,-1 0-1 0 0,1 0 1 0 0,0 1-1 0 0,0-1 0 0 0,-1 1 1 0 0,1-1-1 0 0,-1 1 0 0 0,1 0 1 0 0,0 0-1 0 0,-1 0 0 0 0,1 0 1 0 0,-1 0-1 0 0,0 0 1 0 0,1 0-1 0 0,-1 0 0 0 0,0 0 1 0 0,0 1-1 0 0,0-1 0 0 0,0 0 1 0 0,0 1-1 0 0,0-1 1 0 0,0 1-1 0 0,0-1 0 0 0,0 1 1 0 0,-1 0-1 0 0,1-1 0 0 0,-1 1 1 0 0,1 0-1 0 0,-1-1 0 0 0,1 4 1 0 0,1 8-141 0 0,-1 0-1 0 0,0-1 1 0 0,-2 21 0 0 0,1-8 266 0 0,0-19-77 0 0,0-1 0 0 0,1 0 0 0 0,0 0 0 0 0,0 0 0 0 0,0 0 0 0 0,0 0 0 0 0,1 0 0 0 0,0-1 0 0 0,3 9 0 0 0,-3-12-78 0 0,-1 1 0 0 0,0-1 0 0 0,1 1 0 0 0,-1-1 0 0 0,1 0 0 0 0,-1 0 0 0 0,1 1 0 0 0,0-1 0 0 0,-1 0 0 0 0,1 0 0 0 0,0 0 0 0 0,0-1 0 0 0,0 1 0 0 0,0 0 0 0 0,0-1 0 0 0,0 1 0 0 0,0-1 0 0 0,0 0 0 0 0,0 0 1 0 0,0 0-1 0 0,0 0 0 0 0,0 0 0 0 0,0 0 0 0 0,0 0 0 0 0,0 0 0 0 0,0-1 0 0 0,2 0 0 0 0,14-4-131 0 0,0-1-1 0 0,0 0 1 0 0,-1-2-1 0 0,30-16 1 0 0,-17 6-498 0 0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44.79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21 1 10594 0 0,'-3'3'332'0'0,"1"1"-1"0"0,0-1 1 0 0,0 1-1 0 0,0 0 1 0 0,0 0-1 0 0,0-1 1 0 0,1 1-1 0 0,0 0 0 0 0,0 1 1 0 0,0-1-1 0 0,0 0 1 0 0,1 0-1 0 0,-1 0 1 0 0,1 0-1 0 0,0 1 1 0 0,1-1-1 0 0,-1 0 1 0 0,1 0-1 0 0,0 4 1 0 0,12 83 3726 0 0,-5-45-3267 0 0,1 48 1 0 0,-9-77-2567 0 0,-1-1 0 0 0,0 1 0 0 0,-5 25 0 0 0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45.13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1 108 2304 0 0,'-1'-3'84'0'0,"1"-1"0"0"0,0 0 0 0 0,0 1 0 0 0,1-1 0 0 0,-1 1 0 0 0,1-1-1 0 0,0-3 1 0 0,1 3 361 0 0,0 0 0 0 0,0 0 0 0 0,0 0 0 0 0,0 1 0 0 0,1-1 0 0 0,-1 1 0 0 0,1 0 0 0 0,0-1 0 0 0,0 1 0 0 0,0 0 0 0 0,0 1 0 0 0,0-1 0 0 0,1 1 0 0 0,0-1 0 0 0,4-1 0 0 0,-3 1 69 0 0,1-1 0 0 0,0 2 0 0 0,0-1-1 0 0,0 1 1 0 0,0 0 0 0 0,1 0 0 0 0,-1 1-1 0 0,0 0 1 0 0,1 0 0 0 0,-1 0 0 0 0,1 1-1 0 0,-1 0 1 0 0,9 1 0 0 0,-12-1-425 0 0,0 1 1 0 0,-1-1 0 0 0,1 1-1 0 0,-1 0 1 0 0,1 0-1 0 0,-1 0 1 0 0,1 0-1 0 0,-1 0 1 0 0,1 1-1 0 0,-1-1 1 0 0,0 1-1 0 0,0 0 1 0 0,0-1-1 0 0,0 1 1 0 0,0 0 0 0 0,0 0-1 0 0,0 0 1 0 0,-1 1-1 0 0,1-1 1 0 0,-1 0-1 0 0,0 1 1 0 0,1-1-1 0 0,-1 1 1 0 0,0-1-1 0 0,0 1 1 0 0,-1-1 0 0 0,1 1-1 0 0,0 0 1 0 0,-1-1-1 0 0,0 1 1 0 0,1 0-1 0 0,-1-1 1 0 0,-1 6-1 0 0,0 7-20 0 0,-1 1 0 0 0,-1-1 0 0 0,0 0-1 0 0,-1 0 1 0 0,-11 29 0 0 0,9-31 163 0 0,1 0 0 0 0,1 1 0 0 0,0 0 0 0 0,1 0 0 0 0,0 0 0 0 0,1 0 0 0 0,0 18 0 0 0,2-28-186 0 0,1-1-1 0 0,-1 0 1 0 0,1 0 0 0 0,-1 1 0 0 0,1-1-1 0 0,0 0 1 0 0,0 0 0 0 0,1 0 0 0 0,-1 0-1 0 0,1 0 1 0 0,-1 0 0 0 0,1 0 0 0 0,0 0-1 0 0,0-1 1 0 0,0 1 0 0 0,5 3-1 0 0,-3-3-12 0 0,0 0 1 0 0,0 0-1 0 0,1 0 0 0 0,-1-1 0 0 0,1 1 0 0 0,0-1 0 0 0,0-1 0 0 0,-1 1 0 0 0,11 1 0 0 0,0 0-347 0 0,1-2 1 0 0,-1 0-1 0 0,0-1 0 0 0,1-1 1 0 0,-1 0-1 0 0,18-4 1 0 0,-18 2-1777 0 0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45.43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12 5065 0 0,'48'-9'5895'0'0,"-44"8"-5583"0"0,-1 0 0 0 0,0 1 0 0 0,1 0 1 0 0,-1 0-1 0 0,1 0 0 0 0,-1 0 0 0 0,1 1 1 0 0,-1-1-1 0 0,1 1 0 0 0,-1 0 0 0 0,0 0 1 0 0,1 0-1 0 0,-1 1 0 0 0,0-1 0 0 0,0 1 1 0 0,0-1-1 0 0,0 1 0 0 0,0 0 0 0 0,0 0 1 0 0,-1 0-1 0 0,1 1 0 0 0,0-1 0 0 0,-1 1 1 0 0,0 0-1 0 0,3 4 0 0 0,-1-1-216 0 0,-1 1-1 0 0,0 0 1 0 0,0 0-1 0 0,-1 1 1 0 0,0-1 0 0 0,0 1-1 0 0,0-1 1 0 0,-1 1-1 0 0,-1-1 1 0 0,1 14 0 0 0,-2 13 378 0 0,-1-23-255 0 0,2 0 1 0 0,0 1-1 0 0,0-1 0 0 0,1 1 1 0 0,0-1-1 0 0,4 14 0 0 0,-5-24-191 0 0,1 0 0 0 0,-1 1-1 0 0,1-1 1 0 0,0 0-1 0 0,-1 0 1 0 0,1 0-1 0 0,0 0 1 0 0,-1 0-1 0 0,1 0 1 0 0,0 0 0 0 0,0 0-1 0 0,0 0 1 0 0,0 0-1 0 0,0 0 1 0 0,0-1-1 0 0,0 1 1 0 0,0 0-1 0 0,0-1 1 0 0,1 1 0 0 0,-1-1-1 0 0,0 1 1 0 0,0-1-1 0 0,2 1 1 0 0,0-1-5 0 0,1 0 0 0 0,-1 0 1 0 0,0 0-1 0 0,0 0 0 0 0,0 0 0 0 0,0-1 1 0 0,0 1-1 0 0,0-1 0 0 0,5-2 0 0 0,4-3-35 0 0,0 1-1 0 0,0-2 1 0 0,15-11 0 0 0,6-6-111 0 0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4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55 920 0 0,'-3'0'114'0'0,"-1"-1"0"0"0,1 0 1 0 0,0 0-1 0 0,0 0 0 0 0,-1 0 0 0 0,1 0 0 0 0,0-1 0 0 0,0 1 0 0 0,1-1 0 0 0,-1 0 1 0 0,0 0-1 0 0,0 0 0 0 0,1 0 0 0 0,-4-4 0 0 0,3 3-221 0 0,0 1-1 0 0,0-1 1 0 0,0 1 0 0 0,0 0-1 0 0,-1-1 1 0 0,1 2-1 0 0,-1-1 1 0 0,-4-2 0 0 0,-5 3-71 0 0,-7-3 3483 0 0,18 2-2833 0 0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8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1 533 3225 0 0,'-1'-11'6760'0'0,"46"10"-5111"0"0,47 6-1 0 0,41 0-631 0 0,41-9 23 0 0,184-11-100 0 0,-332 12-936 0 0,-1 2-1 0 0,1 1 1 0 0,-1 1-1 0 0,32 5 1 0 0,-36 8-47 0 0,-21-14 155 0 0,5 1-279 0 0,-3-1 169 0 0,-1 0-1 0 0,1 0 1 0 0,-1 0-1 0 0,1-1 1 0 0,-1 1-1 0 0,1 0 1 0 0,-1-1-1 0 0,0 1 1 0 0,1 0-1 0 0,-1-1 1 0 0,1 0-1 0 0,-1 1 1 0 0,0-1-1 0 0,1 0 0 0 0,-1 0 1 0 0,0 0-1 0 0,0 0 1 0 0,0 0-1 0 0,0 0 1 0 0,2-1-1 0 0,0-3-38 0 0,0 1 0 0 0,0 0 0 0 0,-1-1 0 0 0,1 0 0 0 0,-1 0 0 0 0,1-5 0 0 0,16-46-361 0 0,18-87-1 0 0,-30 126 539 0 0,-4 31-116 0 0,-1 30-95 0 0,-4 9 188 0 0,5 82 0 0 0,-1-116 65 0 0,1-1 0 0 0,0 1 0 0 0,2-1 0 0 0,0 0-1 0 0,1 0 1 0 0,1-1 0 0 0,17 33 0 0 0,-14-32-145 0 0,-8-13-32 0 0,0 0 0 0 0,1 0-1 0 0,0-1 1 0 0,-1 1 0 0 0,1-1 0 0 0,1 0-1 0 0,-1 0 1 0 0,7 7 0 0 0,-8-14 7 0 0,1 1 1 0 0,-1-1 0 0 0,0 1-1 0 0,0-1 1 0 0,-1 0 0 0 0,1 0-1 0 0,-1 0 1 0 0,1 0 0 0 0,0-4-1 0 0,14-46-67 0 0,-3-2-1 0 0,-2 1 0 0 0,4-61 0 0 0,-10 64-332 0 0,2 0 0 0 0,3 0-1 0 0,31-94 1 0 0,-41 144 358 0 0,0 0-1 0 0,1 0 1 0 0,-1 0-1 0 0,0 0 1 0 0,1 0-1 0 0,-1 0 1 0 0,1 0-1 0 0,0 0 1 0 0,-1 0 0 0 0,1 0-1 0 0,0 0 1 0 0,-1 0-1 0 0,1 0 1 0 0,0 1-1 0 0,0-1 1 0 0,0 0-1 0 0,1-1 1 0 0,-1 2 21 0 0,-1 1-1 0 0,1-1 1 0 0,-1 0-1 0 0,1 0 1 0 0,-1 0-1 0 0,1 0 1 0 0,-1 1 0 0 0,1-1-1 0 0,-1 0 1 0 0,1 0-1 0 0,-1 1 1 0 0,1-1-1 0 0,-1 0 1 0 0,0 1 0 0 0,1-1-1 0 0,-1 0 1 0 0,0 1-1 0 0,1-1 1 0 0,-1 1 0 0 0,0-1-1 0 0,0 1 1 0 0,1-1-1 0 0,-1 1 1 0 0,0-1-1 0 0,0 1 1 0 0,1 0 0 0 0,11 49 101 0 0,-9-37 51 0 0,1 4 21 0 0,44 158 956 0 0,-40-152-1040 0 0,1 0 1 0 0,1-1 0 0 0,1 0 0 0 0,0 0 0 0 0,21 26 0 0 0,-29-43-76 0 0,1 0 1 0 0,0-1 0 0 0,0 0 0 0 0,0 0 0 0 0,0 0 0 0 0,1 0 0 0 0,0 0 0 0 0,9 5 0 0 0,-13-9-4 0 0,-1-1 0 0 0,1 1 0 0 0,-1 0 0 0 0,1 0 0 0 0,-1 0 0 0 0,1-1 0 0 0,-1 1 0 0 0,1 0 0 0 0,-1-1 0 0 0,1 1-1 0 0,-1 0 1 0 0,0-1 0 0 0,1 1 0 0 0,-1-1 0 0 0,0 1 0 0 0,1-1 0 0 0,-1 1 0 0 0,0-1 0 0 0,1 1 0 0 0,-1-1 0 0 0,0 1 0 0 0,0-1 0 0 0,1 1 0 0 0,-1-1 0 0 0,0 1 0 0 0,0-1 0 0 0,0 1 0 0 0,0-1 0 0 0,0 1 0 0 0,0-1 0 0 0,0 0 0 0 0,0 1 0 0 0,0-2 0 0 0,2-26 77 0 0,-2 21-98 0 0,14-97-326 0 0,5 0 1 0 0,46-149 0 0 0,-55 216 262 0 0,-9 35 67 0 0,7-25-83 0 0,-7 26 96 0 0,-1 1 1 0 0,0-1-1 0 0,0 0 1 0 0,0 0-1 0 0,1 1 0 0 0,-1-1 1 0 0,0 0-1 0 0,0 1 1 0 0,1-1-1 0 0,-1 0 0 0 0,1 1 1 0 0,-1-1-1 0 0,1 1 1 0 0,-1-1-1 0 0,1 0 0 0 0,-1 1 1 0 0,1-1-1 0 0,-1 1 0 0 0,1 0 1 0 0,0-1-1 0 0,-1 1 1 0 0,1-1-1 0 0,0 1 0 0 0,-1 0 1 0 0,1-1-1 0 0,1 1 1 0 0,-1 2-25 0 0,0 0 0 0 0,0 0 0 0 0,0 0 0 0 0,0 0 0 0 0,0 0 0 0 0,0 0 0 0 0,-1 1 0 0 0,1-1 1 0 0,-1 0-1 0 0,1 0 0 0 0,-1 1 0 0 0,0-1 0 0 0,0 0 0 0 0,0 5 0 0 0,0-4-15 0 0,2 101 212 0 0,-1-33-185 0 0,12 86-1 0 0,-10-135 167 0 0,1-1-1 0 0,1-1 0 0 0,1 1 1 0 0,1-1-1 0 0,1 0 1 0 0,0 0-1 0 0,1-1 0 0 0,19 28 1 0 0,-28-46-129 0 0,1 0 1 0 0,-1 0-1 0 0,1 0 1 0 0,0-1-1 0 0,-1 1 1 0 0,1 0 0 0 0,-1 0-1 0 0,1 0 1 0 0,0-1-1 0 0,0 1 1 0 0,0 0-1 0 0,-1-1 1 0 0,1 1 0 0 0,0 0-1 0 0,0-1 1 0 0,0 1-1 0 0,0-1 1 0 0,0 0 0 0 0,0 1-1 0 0,0-1 1 0 0,0 0-1 0 0,0 0 1 0 0,0 1-1 0 0,0-1 1 0 0,1 0 0 0 0,-1-1-19 0 0,0 1 1 0 0,1-1-1 0 0,-1 0 1 0 0,0 1-1 0 0,0-1 1 0 0,-1 0 0 0 0,1 0-1 0 0,0 1 1 0 0,0-1-1 0 0,0 0 1 0 0,0 0-1 0 0,-1 0 1 0 0,1 0 0 0 0,0 0-1 0 0,-1 0 1 0 0,1 0-1 0 0,0-3 1 0 0,3-7-135 0 0,-1 0-1 0 0,0 0 1 0 0,3-16 0 0 0,-6 22 49 0 0,12-94-1061 0 0,-11 76 1071 0 0,1 0 0 0 0,1 0 0 0 0,1 1 0 0 0,0-1 0 0 0,2 1 0 0 0,15-36 0 0 0,-21 58 57 0 0,0 0 1 0 0,0-1-1 0 0,0 1 1 0 0,0-1-1 0 0,0 1 1 0 0,0-1-1 0 0,0 1 1 0 0,1-1-1 0 0,-1 1 1 0 0,0 0-1 0 0,0-1 1 0 0,1 1-1 0 0,-1-1 1 0 0,0 1-1 0 0,0 0 0 0 0,1-1 1 0 0,-1 1-1 0 0,0 0 1 0 0,1-1-1 0 0,-1 1 1 0 0,1 0-1 0 0,-1 0 1 0 0,0-1-1 0 0,1 1 1 0 0,-1 0-1 0 0,1 0 1 0 0,-1 0-1 0 0,1 0 1 0 0,-1 0-1 0 0,0-1 1 0 0,1 1-1 0 0,-1 0 1 0 0,1 0-1 0 0,5 15-36 0 0,-3 24 246 0 0,-4-10 31 0 0,0-20-190 0 0,1 1 1 0 0,-1-1-1 0 0,2 1 1 0 0,-1 0 0 0 0,1-1-1 0 0,1 0 1 0 0,0 1-1 0 0,6 17 1 0 0,-8-26-92 0 0,1-1-1 0 0,0 1 1 0 0,-1 0 0 0 0,1 0-1 0 0,0-1 1 0 0,0 1 0 0 0,0 0-1 0 0,-1-1 1 0 0,1 1 0 0 0,0-1-1 0 0,0 1 1 0 0,0-1 0 0 0,0 1-1 0 0,0-1 1 0 0,0 0-1 0 0,0 1 1 0 0,0-1 0 0 0,0 0-1 0 0,1 0 1 0 0,0 0 0 0 0,29 0-1353 0 0,-16-1 4317 0 0,-10 1-2844 0 0,34 0 266 0 0,46-5 0 0 0,24-2 159 0 0,447-3 359 0 0,-2-40 21 0 0,-303 6-443 0 0,-232 43-427 0 0,-16 1 3 0 0,1 0 0 0 0,-1 0 0 0 0,0 0-1 0 0,1 0 1 0 0,-1 0 0 0 0,0-1 0 0 0,0 1-1 0 0,1-1 1 0 0,-1 0 0 0 0,0 0 0 0 0,0-1-1 0 0,4-1 1 0 0,-20 3 48 0 0,5 2-58 0 0,-37 10-635 0 0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9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24 226 2449 0 0,'2'-1'629'0'0,"5"-8"2353"0"0,-1-21-2336 0 0,-6 28-588 0 0,0 1 1 0 0,1 0 0 0 0,-1-1-1 0 0,0 1 1 0 0,0-1 0 0 0,0 1-1 0 0,0-1 1 0 0,-1 1 0 0 0,1 0-1 0 0,0-1 1 0 0,0 1 0 0 0,-1 0-1 0 0,1-1 1 0 0,-1 1 0 0 0,0 0-1 0 0,1-1 1 0 0,-1 1 0 0 0,0 0-1 0 0,0 0 1 0 0,1 0 0 0 0,-1 0-1 0 0,0-1 1 0 0,-2 0 0 0 0,3 2-54 0 0,-1 0-1 0 0,1 0 1 0 0,0 0 0 0 0,-1 0 0 0 0,1-1 0 0 0,0 1-1 0 0,-1 0 1 0 0,1 0 0 0 0,0 0 0 0 0,-1 1 0 0 0,1-1-1 0 0,-1 0 1 0 0,1 0 0 0 0,0 0 0 0 0,-1 0 0 0 0,1 0-1 0 0,0 0 1 0 0,-1 0 0 0 0,1 1 0 0 0,0-1 0 0 0,0 0-1 0 0,-1 0 1 0 0,1 0 0 0 0,0 1 0 0 0,0-1 0 0 0,-1 0-1 0 0,1 0 1 0 0,0 1 0 0 0,0-1 0 0 0,-1 0 0 0 0,1 0-1 0 0,0 1 1 0 0,0 0 0 0 0,-8 17 266 0 0,3 7 95 0 0,3-16-179 0 0,1 0 0 0 0,0 1 1 0 0,0-1-1 0 0,1 0 0 0 0,0 1 1 0 0,1-1-1 0 0,0 0 0 0 0,1 0 0 0 0,0 0 1 0 0,0 0-1 0 0,1 0 0 0 0,4 12 0 0 0,-5-18-108 0 0,-1 0-1 0 0,1 0 0 0 0,0 0 0 0 0,0 0 1 0 0,0 0-1 0 0,0 0 0 0 0,1 0 1 0 0,-1-1-1 0 0,1 1 0 0 0,0-1 0 0 0,0 0 1 0 0,0 0-1 0 0,0 0 0 0 0,0 0 0 0 0,0 0 1 0 0,0 0-1 0 0,0-1 0 0 0,1 0 0 0 0,-1 0 1 0 0,1 0-1 0 0,-1 0 0 0 0,1 0 0 0 0,-1-1 1 0 0,1 1-1 0 0,0-1 0 0 0,-1 0 0 0 0,1 0 1 0 0,-1 0-1 0 0,1-1 0 0 0,0 1 0 0 0,-1-1 1 0 0,6-2-1 0 0,-3 1-50 0 0,1-1 0 0 0,-1 0 0 0 0,0 0 1 0 0,0 0-1 0 0,0-1 0 0 0,0 0 0 0 0,-1 0 0 0 0,0-1 0 0 0,1 1 0 0 0,-2-1 1 0 0,1 0-1 0 0,0-1 0 0 0,-1 1 0 0 0,5-9 0 0 0,-1 1-140 0 0,-1 0 1 0 0,0 0-1 0 0,-1 0 0 0 0,-1-1 1 0 0,7-24-1 0 0,-9 22-180 0 0,0-1 0 0 0,-1 1 1 0 0,1-28-1 0 0,-3 36 106 0 0,-1 0 1 0 0,1 0 0 0 0,-2 0-1 0 0,1 0 1 0 0,-1 0 0 0 0,0 0-1 0 0,0 1 1 0 0,-1-1 0 0 0,-5-11-1 0 0,7 18 163 0 0,0 0-1 0 0,0-1 1 0 0,0 1-1 0 0,0 0 1 0 0,0 0-1 0 0,0-1 0 0 0,-1 1 1 0 0,1 0-1 0 0,0 0 1 0 0,0 0-1 0 0,-1 0 1 0 0,1 1-1 0 0,-1-1 1 0 0,1 0-1 0 0,-1 1 1 0 0,1-1-1 0 0,-1 0 0 0 0,1 1 1 0 0,-1 0-1 0 0,1-1 1 0 0,-1 1-1 0 0,-1 0 1 0 0,-1 0 40 0 0,0 0 0 0 0,0 1 0 0 0,0-1 0 0 0,0 1 0 0 0,0 0 0 0 0,1 0 1 0 0,-1 0-1 0 0,0 1 0 0 0,-3 1 0 0 0,-1 2 12 0 0,0-1-1 0 0,0 1 1 0 0,1 0 0 0 0,0 0 0 0 0,0 1 0 0 0,0 0-1 0 0,-8 11 1 0 0,10-10 22 0 0,1 0-1 0 0,0 1 1 0 0,1 0 0 0 0,0 0-1 0 0,0 0 1 0 0,1 0 0 0 0,0 1-1 0 0,0-1 1 0 0,1 1-1 0 0,0-1 1 0 0,0 11 0 0 0,1 2 106 0 0,1 0-1 0 0,0 0 1 0 0,6 28 0 0 0,-6-44-133 0 0,0-1-1 0 0,0 1 1 0 0,0-1 0 0 0,1 1-1 0 0,0-1 1 0 0,0 1 0 0 0,0-1-1 0 0,0 0 1 0 0,0 0 0 0 0,1 0-1 0 0,4 5 1 0 0,-5-7 9 0 0,0-1 1 0 0,-1 0-1 0 0,1 0 1 0 0,0 0-1 0 0,0 0 0 0 0,0 0 1 0 0,0 0-1 0 0,-1-1 1 0 0,1 1-1 0 0,0-1 0 0 0,0 1 1 0 0,0-1-1 0 0,1 0 1 0 0,-1 1-1 0 0,0-1 0 0 0,0 0 1 0 0,0-1-1 0 0,0 1 1 0 0,0 0-1 0 0,0 0 0 0 0,0-1 1 0 0,0 1-1 0 0,0-1 0 0 0,0 0 1 0 0,0 0-1 0 0,0 0 1 0 0,-1 0-1 0 0,3-1 0 0 0,4-3 32 0 0,1 0-1 0 0,-2 0 1 0 0,1-1 0 0 0,-1 0-1 0 0,0-1 1 0 0,0 1-1 0 0,0-1 1 0 0,-1-1-1 0 0,-1 1 1 0 0,7-10-1 0 0,-6 8-397 0 0,-1-1 0 0 0,0 0 0 0 0,0 0 0 0 0,-1 0 0 0 0,0 0 0 0 0,-1-1 0 0 0,0 1 0 0 0,0-1 0 0 0,-1 0 0 0 0,-1 0-1 0 0,0 0 1 0 0,0 0 0 0 0,-1 0 0 0 0,-2-11 0 0 0,2 21 316 0 0,0-1 0 0 0,0 1 0 0 0,-1 0 0 0 0,1 0 0 0 0,-1 0 0 0 0,1 0 1 0 0,-1 0-1 0 0,1 0 0 0 0,-1 0 0 0 0,1 1 0 0 0,-1-1 0 0 0,0 0 0 0 0,1 0 0 0 0,-1 0 0 0 0,0 1 0 0 0,0-1 0 0 0,0 0 0 0 0,1 1 0 0 0,-1-1 0 0 0,0 0 0 0 0,0 1 0 0 0,0-1 0 0 0,0 1 0 0 0,0 0 0 0 0,0-1 0 0 0,0 1 0 0 0,0 0 0 0 0,-1 0 0 0 0,0-1 1 0 0,-1 1-9 0 0,1 0 0 0 0,-1 0 1 0 0,0 0-1 0 0,1 0 0 0 0,-1 1 1 0 0,1-1-1 0 0,-1 1 1 0 0,1 0-1 0 0,-1-1 0 0 0,1 1 1 0 0,-5 2-1 0 0,-1 2-2781 0 0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1 0 6241 0 0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38 5065 0 0,'-7'10'194'0'0,"0"1"0"0"0,1 0 0 0 0,0 0 0 0 0,1 0 0 0 0,0 0 0 0 0,1 1 0 0 0,1 0 0 0 0,-1 0 0 0 0,2 0 0 0 0,0 0 1 0 0,0 0-1 0 0,1 1 0 0 0,1-1 0 0 0,0 1 0 0 0,2 17 0 0 0,-2-28-158 0 0,0 1 0 0 0,1-1 1 0 0,-1 0-1 0 0,1 0 0 0 0,-1 0 1 0 0,1 0-1 0 0,0 0 0 0 0,-1-1 1 0 0,1 1-1 0 0,0 0 0 0 0,0 0 1 0 0,1 0-1 0 0,-1-1 0 0 0,0 1 1 0 0,0-1-1 0 0,1 1 0 0 0,-1-1 1 0 0,1 1-1 0 0,0-1 0 0 0,-1 0 1 0 0,1 0-1 0 0,0 1 0 0 0,0-2 1 0 0,-1 1-1 0 0,1 0 0 0 0,0 0 1 0 0,0 0-1 0 0,0-1 0 0 0,0 1 1 0 0,0-1-1 0 0,0 0 0 0 0,4 1 1 0 0,-3-1 86 0 0,0-1 1 0 0,1 0 0 0 0,-1 1 0 0 0,0-1-1 0 0,0 0 1 0 0,0 0 0 0 0,0-1-1 0 0,0 1 1 0 0,0-1 0 0 0,0 1-1 0 0,0-1 1 0 0,0 0 0 0 0,-1 0-1 0 0,1-1 1 0 0,-1 1 0 0 0,1 0-1 0 0,-1-1 1 0 0,0 1 0 0 0,3-5 0 0 0,4-7-54 0 0,-1 0 0 0 0,-1 0 0 0 0,0-1 0 0 0,-1 0 1 0 0,7-25-1 0 0,-11 33-359 0 0,0-1 1 0 0,0 0 0 0 0,-1 0-1 0 0,0 0 1 0 0,-1 0-1 0 0,0 0 1 0 0,0 0-1 0 0,-1 0 1 0 0,0 0 0 0 0,0 0-1 0 0,-1 0 1 0 0,0 1-1 0 0,-4-11 1 0 0,6 17 282 0 0,-1 0 0 0 0,1 0-1 0 0,-1-1 1 0 0,1 1 0 0 0,-1 0 0 0 0,1 0 0 0 0,-1 0 0 0 0,0 0 0 0 0,1 0 0 0 0,-1 0-1 0 0,0 0 1 0 0,0 1 0 0 0,0-1 0 0 0,0 0 0 0 0,0 0 0 0 0,0 1 0 0 0,0-1 0 0 0,0 0 0 0 0,0 1-1 0 0,0-1 1 0 0,0 1 0 0 0,-1 0 0 0 0,1-1 0 0 0,0 1 0 0 0,0 0 0 0 0,-2-1 0 0 0,1 2 27 0 0,0-1 0 0 0,0 1 1 0 0,0-1-1 0 0,0 1 0 0 0,0 0 1 0 0,0 0-1 0 0,0 0 0 0 0,0 0 1 0 0,0 0-1 0 0,0 0 0 0 0,1 0 0 0 0,-1 0 1 0 0,-2 3-1 0 0,-3 3 83 0 0,1 0-1 0 0,0 0 0 0 0,1 0 1 0 0,0 0-1 0 0,0 1 1 0 0,-4 9-1 0 0,4-7 182 0 0,1 1-1 0 0,0 0 1 0 0,-3 22 0 0 0,6-31-193 0 0,0 0 0 0 0,1 1 0 0 0,0-1 0 0 0,-1 0 0 0 0,1 0 0 0 0,0 1 0 0 0,0-1 0 0 0,0 0 0 0 0,0 0 1 0 0,1 1-1 0 0,-1-1 0 0 0,1 0 0 0 0,-1 0 0 0 0,1 0 0 0 0,0 0 0 0 0,0 0 0 0 0,0 1 0 0 0,0-1 0 0 0,0-1 0 0 0,0 1 0 0 0,1 0 1 0 0,-1 0-1 0 0,0 0 0 0 0,1-1 0 0 0,0 1 0 0 0,-1-1 0 0 0,4 3 0 0 0,-4-4-47 0 0,-1 1 0 0 0,1-1 0 0 0,0 0-1 0 0,0 1 1 0 0,0-1 0 0 0,0 0 0 0 0,0 0 0 0 0,0 1-1 0 0,0-1 1 0 0,0 0 0 0 0,0 0 0 0 0,0 0 0 0 0,0 0-1 0 0,0 0 1 0 0,0 0 0 0 0,0-1 0 0 0,0 1 0 0 0,0 0 0 0 0,0-1-1 0 0,0 1 1 0 0,0 0 0 0 0,0-1 0 0 0,0 1 0 0 0,1-2-1 0 0,0 0-34 0 0,0 1-1 0 0,0-1 0 0 0,0 0 1 0 0,0 0-1 0 0,-1-1 0 0 0,1 1 0 0 0,-1 0 1 0 0,0 0-1 0 0,2-5 0 0 0,2-5-391 0 0,-1-1-1 0 0,5-26 0 0 0,-8 34 250 0 0,1-2-8 0 0,-1 0 1 0 0,0 1-1 0 0,-1-1 0 0 0,0 1 1 0 0,0-9-1 0 0,0 14 128 0 0,0 1-1 0 0,0 0 0 0 0,0-1 1 0 0,0 1-1 0 0,0-1 1 0 0,0 1-1 0 0,-1-1 0 0 0,1 1 1 0 0,0-1-1 0 0,0 1 1 0 0,0 0-1 0 0,-1-1 0 0 0,1 1 1 0 0,0-1-1 0 0,0 1 1 0 0,-1 0-1 0 0,1-1 1 0 0,0 1-1 0 0,-1 0 0 0 0,1-1 1 0 0,0 1-1 0 0,-1 0 1 0 0,1 0-1 0 0,0-1 0 0 0,-1 1 1 0 0,1 0-1 0 0,-1 0 1 0 0,1 0-1 0 0,-1-1 0 0 0,0 1 1 0 0,0 0-17 0 0,0 1 1 0 0,-1-1-1 0 0,1 1 0 0 0,-1-1 1 0 0,1 1-1 0 0,0 0 0 0 0,-1-1 1 0 0,1 1-1 0 0,0 0 1 0 0,0 0-1 0 0,-1 0 0 0 0,1 0 1 0 0,0 0-1 0 0,-2 2 0 0 0,-1 2-73 0 0,0 0 0 0 0,0 0 0 0 0,0 0 0 0 0,0 0 0 0 0,1 1 0 0 0,0-1 0 0 0,0 1 0 0 0,0 0 0 0 0,1 0 0 0 0,0 0 0 0 0,0 0 0 0 0,-1 9 0 0 0,1 0-210 0 0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1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1 386 5529 0 0,'0'0'31'0'0,"1"1"0"0"0,-1-1 0 0 0,1 0 0 0 0,-1 1-1 0 0,1-1 1 0 0,0 0 0 0 0,-1 1 0 0 0,1-1 0 0 0,-1 0 0 0 0,1 1 0 0 0,0-1-1 0 0,-1 0 1 0 0,1 0 0 0 0,0 0 0 0 0,-1 0 0 0 0,1 0 0 0 0,0 0 0 0 0,-1 0-1 0 0,1 0 1 0 0,0 0 0 0 0,-1 0 0 0 0,1 0 0 0 0,0 0 0 0 0,25-2 162 0 0,-20 1 43 0 0,72-3 2188 0 0,104 7 1 0 0,144 11-113 0 0,-211-11-2014 0 0,28 0-179 0 0,236 18-180 0 0,-350-19 81 0 0,0-1 0 0 0,0-1-1 0 0,51-8 1 0 0,32 0 75 0 0,-108 8-60 0 0,-1 0 0 0 0,1 0 1 0 0,0 0-1 0 0,-1-1 0 0 0,1 1 1 0 0,0-1-1 0 0,-1 0 0 0 0,1 0 1 0 0,0 0-1 0 0,-1 0 0 0 0,0-1 1 0 0,1 1-1 0 0,-1-1 1 0 0,0 0-1 0 0,5-3 0 0 0,-4 4 633 0 0,-34 0 0 0 0,30 0-668 0 0,2-14 57 0 0,0 0-1 0 0,0 1 0 0 0,8-21 0 0 0,2-17 96 0 0,-8 27-138 0 0,-1-1 66 0 0,12-39 0 0 0,-14 59-173 0 0,1 0 0 0 0,1-1 0 0 0,-1 1 0 0 0,1 0-1 0 0,0 0 1 0 0,1 1 0 0 0,-1-1 0 0 0,1 1 0 0 0,0-1 0 0 0,1 1 0 0 0,5-5 0 0 0,-10 9 83 0 0,1 1 1 0 0,-1 0-1 0 0,0 0 1 0 0,0 0 0 0 0,0-1-1 0 0,0 1 1 0 0,1 0-1 0 0,-1 0 1 0 0,0 0-1 0 0,0 0 1 0 0,1-1-1 0 0,-1 1 1 0 0,0 0 0 0 0,0 0-1 0 0,0 0 1 0 0,1 0-1 0 0,-1 0 1 0 0,0 0-1 0 0,0 0 1 0 0,1 0-1 0 0,-1 0 1 0 0,0 0 0 0 0,0 0-1 0 0,1 0 1 0 0,-1 0-1 0 0,0 0 1 0 0,0 0-1 0 0,1 0 1 0 0,-1 0 0 0 0,0 0-1 0 0,0 0 1 0 0,1 0-1 0 0,-1 0 1 0 0,0 0-1 0 0,0 1 1 0 0,1-1-1 0 0,-1 0 1 0 0,0 0 0 0 0,0 0-1 0 0,0 0 1 0 0,1 1-1 0 0,-1-1 1 0 0,0 0-1 0 0,0 0 1 0 0,0 0-1 0 0,0 1 1 0 0,1-1 0 0 0,2 19 21 0 0,-6 29 416 0 0,3-42-414 0 0,-4 37 130 0 0,5 83 0 0 0,0-112-148 0 0,0 0 0 0 0,1-1 0 0 0,1 1 0 0 0,0-1 1 0 0,1 1-1 0 0,0-1 0 0 0,1 0 0 0 0,1-1 0 0 0,0 1 0 0 0,9 13 0 0 0,-14-25 6 0 0,-1 0-1 0 0,1 0 0 0 0,0 1 0 0 0,0-1 1 0 0,0 0-1 0 0,0 0 0 0 0,0 0 0 0 0,0 0 1 0 0,0 0-1 0 0,0 0 0 0 0,1-1 0 0 0,-1 1 0 0 0,0 0 1 0 0,0 0-1 0 0,1-1 0 0 0,-1 1 0 0 0,1-1 1 0 0,-1 1-1 0 0,0-1 0 0 0,1 0 0 0 0,-1 0 1 0 0,1 1-1 0 0,-1-1 0 0 0,1 0 0 0 0,1 0 1 0 0,-1-1-3 0 0,0 0 0 0 0,0 0 0 0 0,1 0 0 0 0,-1 0 0 0 0,0 0 0 0 0,0-1 0 0 0,0 1 0 0 0,0 0 0 0 0,0-1 0 0 0,-1 0 0 0 0,1 1 0 0 0,0-1 0 0 0,2-3 0 0 0,4-8-134 0 0,1 0 1 0 0,-2-1-1 0 0,11-23 1 0 0,-16 32 32 0 0,17-47-689 0 0,21-83 1 0 0,-26 82 592 0 0,33-85 1 0 0,-47 138 205 0 0,0-1 0 0 0,0 1 1 0 0,0 0-1 0 0,0-1 1 0 0,1 1-1 0 0,-1-1 0 0 0,0 1 1 0 0,0 0-1 0 0,0-1 1 0 0,0 1-1 0 0,1 0 1 0 0,-1-1-1 0 0,0 1 0 0 0,0 0 1 0 0,1-1-1 0 0,-1 1 1 0 0,0 0-1 0 0,0 0 0 0 0,1-1 1 0 0,-1 1-1 0 0,0 0 1 0 0,1 0-1 0 0,-1-1 1 0 0,1 1-1 0 0,-1 0 0 0 0,0 0 1 0 0,1 0-1 0 0,-1 0 1 0 0,1 0-1 0 0,-1 0 0 0 0,0 0 1 0 0,1-1-1 0 0,-1 1 1 0 0,1 0-1 0 0,-1 0 1 0 0,0 1-1 0 0,1-1 0 0 0,10 14 355 0 0,2 24 248 0 0,1 64-28 0 0,2 14-336 0 0,-13-102-226 0 0,1 0-1 0 0,0 0 0 0 0,1-1 1 0 0,0 1-1 0 0,14 23 0 0 0,-18-35-16 0 0,0 0-1 0 0,0-1 1 0 0,0 1-1 0 0,1 0 1 0 0,-1 0-1 0 0,0 0 0 0 0,1-1 1 0 0,0 1-1 0 0,-1-1 1 0 0,1 1-1 0 0,0-1 1 0 0,0 0-1 0 0,-1 0 0 0 0,1 0 1 0 0,0 0-1 0 0,0 0 1 0 0,0 0-1 0 0,1 0 1 0 0,2 0-1 0 0,-3-1 6 0 0,0 0 0 0 0,1 0 0 0 0,-1 0 0 0 0,0-1 0 0 0,0 1-1 0 0,0-1 1 0 0,0 0 0 0 0,0 1 0 0 0,0-1 0 0 0,0 0 0 0 0,0 0 0 0 0,0 0 0 0 0,-1 0 0 0 0,1-1 0 0 0,0 1-1 0 0,2-3 1 0 0,3-3 23 0 0,0-1-1 0 0,0-1 1 0 0,-1 1-1 0 0,0-1 1 0 0,0 0-1 0 0,7-18 0 0 0,27-81-113 0 0,-30 77 21 0 0,1 0 0 0 0,2 1 1 0 0,23-42-1 0 0,-35 70 31 0 0,0 0 0 0 0,1 0 0 0 0,-1 0 0 0 0,1 0 0 0 0,-1 0 0 0 0,1 0 1 0 0,-1 1-1 0 0,1-1 0 0 0,0 0 0 0 0,0 1 0 0 0,0 0 0 0 0,0-1 0 0 0,0 1 0 0 0,0 0 0 0 0,0 0 0 0 0,3-1 0 0 0,-4 2 21 0 0,0 0 0 0 0,-1 0-1 0 0,1 0 1 0 0,-1 0-1 0 0,1 0 1 0 0,-1 0 0 0 0,1 1-1 0 0,-1-1 1 0 0,1 0 0 0 0,0 0-1 0 0,-1 0 1 0 0,1 0 0 0 0,-1 1-1 0 0,1-1 1 0 0,-1 0-1 0 0,1 0 1 0 0,-1 1 0 0 0,0-1-1 0 0,1 0 1 0 0,-1 1 0 0 0,1-1-1 0 0,-1 1 1 0 0,0-1 0 0 0,1 1-1 0 0,-1 0 1 0 0,1 0 12 0 0,0 1 0 0 0,0 0 0 0 0,-1 0 0 0 0,1 0 1 0 0,0 0-1 0 0,-1 0 0 0 0,0 0 0 0 0,0 0 0 0 0,1-1 0 0 0,-1 5 1 0 0,-3 90 681 0 0,1 58 107 0 0,3-135-696 0 0,1-1-1 0 0,1 1 1 0 0,1-1 0 0 0,1 0-1 0 0,0 0 1 0 0,10 21 0 0 0,-15-38-72 0 0,0 0 0 0 0,0 0 0 0 0,0-1 0 0 0,1 1 0 0 0,-1 0 1 0 0,1 0-1 0 0,-1 0 0 0 0,0 0 0 0 0,1-1 0 0 0,-1 1 0 0 0,1 0 0 0 0,0-1 1 0 0,-1 1-1 0 0,1 0 0 0 0,0-1 0 0 0,-1 1 0 0 0,1-1 0 0 0,0 1 0 0 0,-1-1 1 0 0,1 1-1 0 0,0-1 0 0 0,0 1 0 0 0,1-1 0 0 0,-1 0-22 0 0,0 0 0 0 0,-1-1 0 0 0,1 1 0 0 0,0-1-1 0 0,0 1 1 0 0,-1-1 0 0 0,1 1 0 0 0,-1-1 0 0 0,1 0 0 0 0,-1 1-1 0 0,1-1 1 0 0,-1 0 0 0 0,1 1 0 0 0,-1-1 0 0 0,1 0 0 0 0,-1 0-1 0 0,0 1 1 0 0,1-1 0 0 0,-1 0 0 0 0,0-1 0 0 0,13-56-662 0 0,-12 47 494 0 0,5-25-527 0 0,-1 1 235 0 0,2 0 0 0 0,1 0 0 0 0,1 1 0 0 0,2 0 0 0 0,19-40 0 0 0,-30 73 437 0 0,0 0 0 0 0,1 0-1 0 0,-1 0 1 0 0,1 0 0 0 0,-1 0 0 0 0,1 1 0 0 0,-1-1 0 0 0,1 0-1 0 0,-1 0 1 0 0,1 0 0 0 0,0 1 0 0 0,0-1 0 0 0,-1 0 0 0 0,1 1-1 0 0,0-1 1 0 0,0 1 0 0 0,0-1 0 0 0,0 1 0 0 0,-1-1 0 0 0,1 1-1 0 0,2-1 1 0 0,-3 1 9 0 0,1 0-1 0 0,0 1 0 0 0,-1-1 1 0 0,1 0-1 0 0,-1 1 0 0 0,1-1 1 0 0,-1 1-1 0 0,1-1 0 0 0,-1 1 0 0 0,1-1 1 0 0,-1 1-1 0 0,1-1 0 0 0,-1 1 1 0 0,0 0-1 0 0,1-1 0 0 0,-1 1 1 0 0,0-1-1 0 0,0 1 0 0 0,1 0 1 0 0,-1-1-1 0 0,0 1 0 0 0,0 1 1 0 0,6 44 290 0 0,-7 3 145 0 0,0-11-1527 0 0,5 40-1 0 0,-3-63-3031 0 0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2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64 150 3225 0 0,'-8'3'403'0'0,"-27"9"-2222"0"0,34-12 1804 0 0,0 1 0 0 0,0-1-1 0 0,0 0 1 0 0,-1 1 0 0 0,1 0-1 0 0,0-1 1 0 0,0 1 0 0 0,0 0 0 0 0,0 0-1 0 0,0-1 1 0 0,0 1 0 0 0,0 0-1 0 0,1 0 1 0 0,-1 0 0 0 0,0 0-1 0 0,0 0 1 0 0,1 0 0 0 0,-1 0-1 0 0,0 1 1 0 0,1-1 0 0 0,-1 2-1 0 0,1-2 170 0 0,1-1 0 0 0,-1 1 0 0 0,1 0-1 0 0,-1-1 1 0 0,1 1 0 0 0,0 0 0 0 0,-1-1 0 0 0,1 1-1 0 0,0-1 1 0 0,0 1 0 0 0,-1-1 0 0 0,1 1 0 0 0,0-1-1 0 0,0 1 1 0 0,0-1 0 0 0,-1 0 0 0 0,1 0-1 0 0,0 1 1 0 0,0-1 0 0 0,0 0 0 0 0,0 0 0 0 0,0 0-1 0 0,0 0 1 0 0,0 0 0 0 0,-1 0 0 0 0,3 0-1 0 0,24-1 2390 0 0,349-45 4372 0 0,191 22-3304 0 0,62-34-2103 0 0,-123 4-520 0 0,-465 52-1417 0 0,87-8-5676 0 0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3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20 6449 0 0,'-1'-2'9'0'0,"0"1"1"0"0,0 0-1 0 0,0-1 0 0 0,0 1 0 0 0,-1 0 0 0 0,1 0 0 0 0,0 0 0 0 0,0 0 0 0 0,-1 0 0 0 0,1 0 0 0 0,-1 0 0 0 0,1 0 0 0 0,-1 0 0 0 0,1 1 0 0 0,-1-1 0 0 0,1 1 0 0 0,-1-1 0 0 0,0 1 1 0 0,1-1-1 0 0,-1 1 0 0 0,0 0 0 0 0,1 0 0 0 0,-1 0 0 0 0,0 0 0 0 0,1 0 0 0 0,-1 0 0 0 0,0 1 0 0 0,1-1 0 0 0,-4 1 0 0 0,3 0 80 0 0,1-1-1 0 0,-1 1 1 0 0,0-1-1 0 0,0 1 1 0 0,1-1 0 0 0,-1 1-1 0 0,1 0 1 0 0,-1 0-1 0 0,1 0 1 0 0,-1 0-1 0 0,1 0 1 0 0,0 0-1 0 0,-1 0 1 0 0,1 0-1 0 0,0 1 1 0 0,0-1 0 0 0,0 1-1 0 0,0-1 1 0 0,0 1-1 0 0,0-1 1 0 0,0 1-1 0 0,0-1 1 0 0,1 1-1 0 0,-1 0 1 0 0,0-1 0 0 0,1 1-1 0 0,-1 2 1 0 0,2-1 166 0 0,0 1 1 0 0,1-1 0 0 0,-1 1-1 0 0,1-1 1 0 0,-1 1 0 0 0,1-1-1 0 0,0 0 1 0 0,0 0 0 0 0,1 0 0 0 0,-1 0-1 0 0,1 0 1 0 0,-1 0 0 0 0,1-1-1 0 0,0 1 1 0 0,4 2 0 0 0,19 22 534 0 0,-21-19-706 0 0,-1-1 0 0 0,0 1 0 0 0,-1 0 0 0 0,0 0 0 0 0,0 0 0 0 0,-1 0 0 0 0,0 0 0 0 0,0 1 0 0 0,0 10 0 0 0,0 10 38 0 0,-4 42 0 0 0,0-5 54 0 0,28 273 633 0 0,-7-131-260 0 0,-22 54-189 0 0,0-2 36 0 0,8-215 12 0 0,13 50-1 0 0,-3-19 318 0 0,-15-68-495 0 0,0-8-247 0 0,0-1 0 0 0,0 1 0 0 0,0 0 0 0 0,0 0-1 0 0,0 0 1 0 0,1 0 0 0 0,-1 0 0 0 0,0 0 0 0 0,0 0 0 0 0,0 0 0 0 0,0 0 0 0 0,0 0 0 0 0,0 0 0 0 0,0 0 0 0 0,1 0 0 0 0,-1 0 0 0 0,0 0-1 0 0,0 0 1 0 0,0 0 0 0 0,0 0 0 0 0,0 0 0 0 0,0 0 0 0 0,0 0 0 0 0,0 0 0 0 0,1 0 0 0 0,-1 0 0 0 0,0 0 0 0 0,0 0 0 0 0,0 0 0 0 0,0 0 0 0 0,0 0-1 0 0,0 1 1 0 0,0-1 0 0 0,0 0 0 0 0,1 0 0 0 0,-1 0 0 0 0,0 0 0 0 0,0 0 0 0 0,0 0 0 0 0,0 0 0 0 0,0 0 0 0 0,0 0 0 0 0,0 0 0 0 0,0 1 0 0 0,0-1-1 0 0,0 0 1 0 0,0 0 0 0 0,0 0 0 0 0,0 0 0 0 0,0 0 0 0 0,0 0 0 0 0,0 0 0 0 0,0 1 0 0 0,0-1 0 0 0,0 0 0 0 0,0 0 0 0 0,0 0 0 0 0,0 0 0 0 0,0 0-1 0 0,0 0 1 0 0,0 0 0 0 0,0 1 0 0 0,0-1 0 0 0,0 0 0 0 0,0 0 0 0 0,0 0 0 0 0,0 0 0 0 0,0 0 0 0 0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4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53 2304 0 0,'-3'-6'396'0'0,"0"1"-1"0"0,0 0 0 0 0,0 0 0 0 0,-1 0 0 0 0,1 0 0 0 0,-1 1 0 0 0,-1-1 0 0 0,-7-6 0 0 0,12 11-364 0 0,-1 0 1 0 0,1 0-1 0 0,0 0 1 0 0,-1-1-1 0 0,1 1 1 0 0,-1 0-1 0 0,1 0 1 0 0,0 0-1 0 0,-1 0 1 0 0,1 0-1 0 0,-1 0 1 0 0,1 0-1 0 0,0 0 1 0 0,-1 0-1 0 0,1 0 1 0 0,0 0-1 0 0,-1 0 1 0 0,1 0-1 0 0,-1 0 1 0 0,1 1-1 0 0,0-1 1 0 0,-1 0-1 0 0,1 0 1 0 0,0 0-1 0 0,-1 0 1 0 0,1 1-1 0 0,0-1 1 0 0,-1 0-1 0 0,1 0 1 0 0,0 1-1 0 0,0-1 1 0 0,-1 0-1 0 0,1 1 0 0 0,0-1 1 0 0,0 0-1 0 0,0 1 1 0 0,-1-1-1 0 0,1 0 1 0 0,0 1-1 0 0,0-1 1 0 0,0 0-1 0 0,0 1 1 0 0,0-1-1 0 0,0 0 1 0 0,-1 1-1 0 0,1-1 1 0 0,0 1-1 0 0,0-1 1 0 0,0 1-1 0 0,0 0 8 0 0,0 0-1 0 0,0 0 0 0 0,0 0 0 0 0,-1 0 0 0 0,1 0 1 0 0,0 0-1 0 0,0 0 0 0 0,0 0 0 0 0,1 0 1 0 0,-1 0-1 0 0,0 0 0 0 0,0 0 0 0 0,0 0 1 0 0,1 0-1 0 0,-1 0 0 0 0,0-1 0 0 0,1 1 1 0 0,-1 0-1 0 0,1 0 0 0 0,-1 0 0 0 0,1 0 1 0 0,0 0-1 0 0,15 9 664 0 0,0-1 1 0 0,0 0 0 0 0,1-2-1 0 0,0 0 1 0 0,22 6-1 0 0,-9-3-222 0 0,2 0-3 0 0,2-1-1 0 0,-1-2 0 0 0,1-2 0 0 0,64 3 0 0 0,-93-8-464 0 0,34 4 277 0 0,-38-4-284 0 0,0 0-1 0 0,0 0 0 0 0,0 0 1 0 0,0 0-1 0 0,0 1 0 0 0,0-1 0 0 0,0 0 1 0 0,0 1-1 0 0,0-1 0 0 0,0 1 1 0 0,0-1-1 0 0,0 1 0 0 0,0-1 0 0 0,0 1 1 0 0,0-1-1 0 0,0 1 0 0 0,0 0 1 0 0,-1 0-1 0 0,1-1 0 0 0,0 1 0 0 0,-1 0 1 0 0,1 0-1 0 0,0 0 0 0 0,-1 0 1 0 0,1 0-1 0 0,-1 0 0 0 0,1 2 0 0 0,-1-2-25 0 0,-1 1 0 0 0,1 0-1 0 0,-1-1 1 0 0,1 1-1 0 0,-1 0 1 0 0,0-1-1 0 0,0 1 1 0 0,1-1 0 0 0,-1 1-1 0 0,0-1 1 0 0,-1 0-1 0 0,1 1 1 0 0,0-1 0 0 0,0 0-1 0 0,-1 0 1 0 0,1 0-1 0 0,-2 2 1 0 0,-30 18-625 0 0,22-14 472 0 0,-46 26 304 0 0,-2-3 1 0 0,-93 35-1 0 0,-12 5-253 0 0,146-61-165 0 0,1 0 1 0 0,1 1 0 0 0,0 1-1 0 0,0 1 1 0 0,-22 21-1 0 0,37-33 288 0 0,0 1 0 0 0,0 0 0 0 0,0-1 0 0 0,1 1-1 0 0,-1 0 1 0 0,0 0 0 0 0,1 0 0 0 0,-1-1-1 0 0,1 1 1 0 0,-1 0 0 0 0,1 0 0 0 0,-1 0-1 0 0,1 0 1 0 0,-1 0 0 0 0,1 0 0 0 0,0 0-1 0 0,0 0 1 0 0,-1 0 0 0 0,1 0 0 0 0,0 0-1 0 0,0 0 1 0 0,0 1 0 0 0,0-1 0 0 0,0 0 0 0 0,0 0-1 0 0,1 1 1 0 0,0 0 4 0 0,0-1-1 0 0,0 1 1 0 0,0-1 0 0 0,0 0 0 0 0,0 0-1 0 0,1 1 1 0 0,-1-1 0 0 0,0 0-1 0 0,1 0 1 0 0,-1 0 0 0 0,1 0 0 0 0,-1-1-1 0 0,1 1 1 0 0,2 1 0 0 0,7 1-88 0 0,0 0 1 0 0,1 0 0 0 0,17 2-1 0 0,103 0 1331 0 0,-17-2-631 0 0,-57-1-553 0 0,-44-3-25 0 0,0 1-1 0 0,0 1 0 0 0,-1 0 1 0 0,1 1-1 0 0,-1 0 0 0 0,20 6 1 0 0,-32-7-41 0 0,-1-1 0 0 0,1 0 0 0 0,0 1 0 0 0,0-1 0 0 0,0 0 0 0 0,-1 1 0 0 0,1-1 0 0 0,0 1 0 0 0,-1-1 0 0 0,1 1 0 0 0,0 0 0 0 0,-1-1 0 0 0,1 1 0 0 0,0 0 0 0 0,-1-1 0 0 0,1 1 0 0 0,-1 0 0 0 0,0 0 0 0 0,1 0 0 0 0,-1-1 0 0 0,0 1 0 0 0,1 0 0 0 0,-1 0 0 0 0,0 0 0 0 0,0 0 0 0 0,0 0 0 0 0,1-1 0 0 0,-1 1 0 0 0,-1 2 0 0 0,1 0-37 0 0,-1 0 0 0 0,0 0-1 0 0,0 0 1 0 0,0 0 0 0 0,0 0 0 0 0,0 0 0 0 0,-1-1 0 0 0,1 1 0 0 0,-3 3 0 0 0,-5 6-148 0 0,0-1 1 0 0,-19 18-1 0 0,-159 136-239 0 0,178-157 684 0 0,4-4-489 0 0,1-1-1 0 0,0 0 1 0 0,0 1 0 0 0,1 0-1 0 0,-1 0 1 0 0,-5 8 0 0 0,9-12 189 0 0,0 1 0 0 0,0-1 1 0 0,0 1-1 0 0,-1-1 0 0 0,1 0 0 0 0,0 1 1 0 0,0-1-1 0 0,0 1 0 0 0,0-1 1 0 0,0 1-1 0 0,0-1 0 0 0,0 1 1 0 0,0-1-1 0 0,0 1 0 0 0,0-1 0 0 0,0 1 1 0 0,0-1-1 0 0,1 1 0 0 0,-1-1 1 0 0,0 0-1 0 0,0 1 0 0 0,0-1 1 0 0,1 1-1 0 0,-1-1 0 0 0,0 0 0 0 0,0 1 1 0 0,1-1-1 0 0,-1 1 0 0 0,1 0 1 0 0,1 0-26 0 0,0 0 1 0 0,0 0-1 0 0,0 0 1 0 0,0 0-1 0 0,0-1 1 0 0,0 1-1 0 0,1 0 1 0 0,-1-1-1 0 0,0 1 1 0 0,4-1 0 0 0,61 6 212 0 0,-48-6-20 0 0,0 1 1 0 0,-1 1 0 0 0,0 1 0 0 0,0 0-1 0 0,0 2 1 0 0,0 0 0 0 0,24 10-1 0 0,-42-15-122 0 0,1 1-1 0 0,0-1 1 0 0,-1 0-1 0 0,1 1 0 0 0,-1-1 1 0 0,1 0-1 0 0,0 1 1 0 0,-1-1-1 0 0,1 1 1 0 0,-1-1-1 0 0,0 1 0 0 0,1-1 1 0 0,-1 1-1 0 0,1-1 1 0 0,-1 1-1 0 0,0-1 0 0 0,1 1 1 0 0,-1 0-1 0 0,0-1 1 0 0,1 1-1 0 0,-1 0 0 0 0,0-1 1 0 0,0 1-1 0 0,0 0 1 0 0,0-1-1 0 0,0 1 0 0 0,0 0 1 0 0,0-1-1 0 0,0 1 1 0 0,0 0-1 0 0,0-1 1 0 0,0 2-1 0 0,-1 1 94 0 0,0-1 1 0 0,0 0-1 0 0,0 1 0 0 0,-1-1 1 0 0,1 0-1 0 0,-1 0 0 0 0,1 0 1 0 0,-1 0-1 0 0,-2 3 0 0 0,-46 33 815 0 0,50-38-931 0 0,-19 13 20 0 0,8-8 11 0 0,2 1-1 0 0,-1 1 1 0 0,0 0 0 0 0,1 0-1 0 0,1 1 1 0 0,-1 0 0 0 0,1 0-1 0 0,1 1 1 0 0,-11 15 0 0 0,17-24-33 0 0,1 1 0 0 0,0 0 0 0 0,-1-1 0 0 0,1 1 0 0 0,0 0 0 0 0,-1 0 0 0 0,1 0 0 0 0,0-1 1 0 0,0 1-1 0 0,-1 0 0 0 0,1 0 0 0 0,0 0 0 0 0,0-1 0 0 0,0 1 0 0 0,0 0 0 0 0,0 0 0 0 0,0 0 0 0 0,1-1 0 0 0,-1 1 0 0 0,0 0 0 0 0,0 0 0 0 0,1 0 1 0 0,-1-1-1 0 0,0 1 0 0 0,1 0 0 0 0,-1 0 0 0 0,1 0 0 0 0,0 0-77 0 0,0 0 0 0 0,1 0 0 0 0,-1 0 0 0 0,0 0 1 0 0,1-1-1 0 0,-1 1 0 0 0,0 0 0 0 0,1-1 0 0 0,-1 1 0 0 0,1-1 0 0 0,-1 0 1 0 0,1 1-1 0 0,1-1 0 0 0,5 1-368 0 0,0-1 1 0 0,0 0-1 0 0,-1 0 1 0 0,12-3 0 0 0,0 2 236 0 0,0 0 0 0 0,0 2 0 0 0,-1 0 0 0 0,1 1 0 0 0,29 6 0 0 0,-45-7 183 0 0,14 2-13 0 0,-11-3 60 0 0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5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2 1840 0 0,'-3'0'210'0'0,"1"-1"0"0"0,0 1-1 0 0,0 0 1 0 0,0 0 0 0 0,-1-1-1 0 0,1 1 1 0 0,0 1 0 0 0,0-1-1 0 0,-1 0 1 0 0,1 0 0 0 0,0 1-1 0 0,0 0 1 0 0,0-1 0 0 0,0 1-1 0 0,0 0 1 0 0,0 0 0 0 0,0 0-1 0 0,0 0 1 0 0,0 0 0 0 0,0 0-1 0 0,0 1 1 0 0,1-1 0 0 0,-1 1-1 0 0,0-1 1 0 0,1 1 0 0 0,-1 0-1 0 0,1 0 1 0 0,0-1-1 0 0,0 1 1 0 0,-1 0 0 0 0,1 0-1 0 0,0 0 1 0 0,-1 4 0 0 0,-1 2 620 0 0,0 1 0 0 0,0-1 0 0 0,0 1 0 0 0,1-1 0 0 0,0 1 0 0 0,1 0 0 0 0,-1 14 0 0 0,-13 159 1549 0 0,-1 2-2080 0 0,35 76 413 0 0,-2-37-43 0 0,-16-196-551 0 0,-2 0 0 0 0,-5 32 0 0 0,5-50-29 0 0,-1 1 1 0 0,0-1-1 0 0,-1 0 1 0 0,1 0-1 0 0,-2 0 1 0 0,1-1-1 0 0,-2 1 1 0 0,1-1-1 0 0,-11 15 0 0 0,14-22-101 0 0,0 1-1 0 0,0-1 0 0 0,0 0 0 0 0,0 0 0 0 0,0 0 0 0 0,0 0 1 0 0,-1 0-1 0 0,1 0 0 0 0,0 0 0 0 0,-1 0 0 0 0,1 0 0 0 0,0-1 0 0 0,-1 1 1 0 0,-1 0-1 0 0,-8-4-3361 0 0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6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0 453 6793 0 0,'0'0'507'0'0,"21"-8"1538"0"0,24-1-1222 0 0,0 2-1 0 0,0 2 1 0 0,48 1 0 0 0,146 13 1006 0 0,-25-1-1639 0 0,204 23 1708 0 0,-389-28-1958 0 0,49-3-1 0 0,-57-2 1 0 0,0 2 0 0 0,0 1 0 0 0,0 0 0 0 0,41 9-1 0 0,-52-5-164 0 0,-10-4 207 0 0,0-1 0 0 0,1 1-1 0 0,-1-1 1 0 0,1 1 0 0 0,-1-1-1 0 0,0 0 1 0 0,1 1-1 0 0,-1-1 1 0 0,1 0 0 0 0,-1 0-1 0 0,1 1 1 0 0,-1-1-1 0 0,1 0 1 0 0,-1 0 0 0 0,1 0-1 0 0,-1 1 1 0 0,1-1 0 0 0,-1 0-1 0 0,1 0 1 0 0,-1 0-1 0 0,1 0 1 0 0,0 0 0 0 0,-1 0-1 0 0,1 0 1 0 0,-1 0 0 0 0,1 0-1 0 0,-1-1 1 0 0,1 1-1 0 0,-1 0 1 0 0,1 0 0 0 0,-1 0-1 0 0,1-1 1 0 0,-1 1 0 0 0,1 0-1 0 0,-1 0 1 0 0,1-1-1 0 0,-1 1 1 0 0,1 0 0 0 0,0-1-1 0 0,7-7-208 0 0,0 1 0 0 0,1 0-1 0 0,18-11 1 0 0,-17 12 80 0 0,0 0 0 0 0,-1 0 0 0 0,0-1 0 0 0,-1-1-1 0 0,0 1 1 0 0,8-10 0 0 0,17-29-135 0 0,-2-2 0 0 0,36-77-1 0 0,-61 113 355 0 0,0 2-1 0 0,1-1 0 0 0,12-15 1 0 0,-17 24-51 0 0,1-1 0 0 0,-1 1 0 0 0,1-1 0 0 0,-1 1 0 0 0,1 0 0 0 0,0 0 0 0 0,0 0 0 0 0,4-2 0 0 0,-6 4 2 0 0,1 0 0 0 0,-1-1 0 0 0,0 1 0 0 0,0 0 1 0 0,1-1-1 0 0,-1 1 0 0 0,0 0 0 0 0,0 0 0 0 0,1 0 0 0 0,-1 0 0 0 0,0 0 1 0 0,1 0-1 0 0,-1 1 0 0 0,0-1 0 0 0,0 0 0 0 0,1 1 0 0 0,-1-1 0 0 0,0 1 1 0 0,0-1-1 0 0,0 1 0 0 0,0-1 0 0 0,2 2 0 0 0,-1 0 53 0 0,-1-1-1 0 0,1 1 0 0 0,0 0 1 0 0,-1 0-1 0 0,1 0 0 0 0,-1 0 1 0 0,0 1-1 0 0,0-1 0 0 0,0 0 1 0 0,0 0-1 0 0,0 1 0 0 0,1 4 1 0 0,5 35 641 0 0,-4-23-373 0 0,-1-4-142 0 0,1 1 1 0 0,1-1 0 0 0,1 0-1 0 0,0-1 1 0 0,0 1 0 0 0,1-1 0 0 0,1 0-1 0 0,1 0 1 0 0,0-1 0 0 0,1 0-1 0 0,0 0 1 0 0,0-1 0 0 0,2 0 0 0 0,-1-1-1 0 0,16 12 1 0 0,-24-22-164 0 0,-1 1-1 0 0,1-1 1 0 0,0 0-1 0 0,0 0 1 0 0,-1 0 0 0 0,1-1-1 0 0,0 1 1 0 0,0 0 0 0 0,0-1-1 0 0,0 1 1 0 0,0-1-1 0 0,0 1 1 0 0,0-1 0 0 0,0 0-1 0 0,0 0 1 0 0,0 0-1 0 0,0 0 1 0 0,0 0 0 0 0,0-1-1 0 0,-1 1 1 0 0,4-1 0 0 0,-2-1-32 0 0,0 1 1 0 0,1-1 0 0 0,-1 0-1 0 0,0 0 1 0 0,0 0 0 0 0,0-1-1 0 0,-1 1 1 0 0,1-1 0 0 0,0 1-1 0 0,3-7 1 0 0,5-6-213 0 0,-2-1 0 0 0,0 0-1 0 0,12-30 1 0 0,-17 37 101 0 0,8-20-279 0 0,-3 5 230 0 0,1 0-1 0 0,1 0 1 0 0,1 1-1 0 0,1 0 1 0 0,1 1-1 0 0,27-31 1 0 0,-40 52 148 0 0,0-1 1 0 0,0 1-1 0 0,0 0 1 0 0,0 0 0 0 0,1-1-1 0 0,-1 1 1 0 0,0 0-1 0 0,1 0 1 0 0,-1 0-1 0 0,0 0 1 0 0,1 1 0 0 0,0-1-1 0 0,-1 0 1 0 0,1 1-1 0 0,-1-1 1 0 0,1 1 0 0 0,0-1-1 0 0,-1 1 1 0 0,1 0-1 0 0,0-1 1 0 0,-1 1-1 0 0,1 0 1 0 0,0 0 0 0 0,0 1-1 0 0,-1-1 1 0 0,1 0-1 0 0,0 0 1 0 0,-1 1-1 0 0,1-1 1 0 0,0 1 0 0 0,-1-1-1 0 0,1 1 1 0 0,-1 0-1 0 0,1 0 1 0 0,-1 0 0 0 0,1 0-1 0 0,-1 0 1 0 0,0 0-1 0 0,1 0 1 0 0,-1 0-1 0 0,0 0 1 0 0,0 1 0 0 0,0-1-1 0 0,2 2 1 0 0,4 9 202 0 0,0 0 0 0 0,0 0 0 0 0,-2 0 0 0 0,9 24 1 0 0,-4-11 85 0 0,40 73 33 0 0,7 19-262 0 0,-57-123 11 0 0,0 1 0 0 0,0 0-1 0 0,1-1 1 0 0,-1 1 0 0 0,1 0 0 0 0,0 0 0 0 0,3-6-1 0 0,14-56-1146 0 0,-14 56 1045 0 0,2-11-181 0 0,7-24-99 0 0,2 1 0 0 0,1 1 0 0 0,23-43 0 0 0,-38 85 269 0 0,0 1 1 0 0,0-1-1 0 0,-1 1 1 0 0,1-1 0 0 0,1 1-1 0 0,-1-1 1 0 0,0 1 0 0 0,0-1-1 0 0,0 1 1 0 0,1 0 0 0 0,-1 0-1 0 0,0 0 1 0 0,1-1-1 0 0,0 1 1 0 0,-1 1 0 0 0,1-1-1 0 0,-1 0 1 0 0,1 0 0 0 0,0 1-1 0 0,0-1 1 0 0,-1 1-1 0 0,1-1 1 0 0,0 1 0 0 0,3-1-1 0 0,-3 2 32 0 0,0-1-1 0 0,-1 1 1 0 0,1 0 0 0 0,0-1-1 0 0,-1 1 1 0 0,1 0-1 0 0,-1 0 1 0 0,1 0-1 0 0,-1 0 1 0 0,0 0 0 0 0,1 1-1 0 0,-1-1 1 0 0,0 0-1 0 0,0 1 1 0 0,0-1-1 0 0,0 1 1 0 0,0-1 0 0 0,0 1-1 0 0,0-1 1 0 0,0 1-1 0 0,-1 0 1 0 0,1-1-1 0 0,0 1 1 0 0,-1 0 0 0 0,1 1-1 0 0,61 307 2672 0 0,-52-248-2571 0 0,-8-44-58 0 0,-2-14-22 0 0,0 0 0 0 0,0 0-1 0 0,1 0 1 0 0,0 0-1 0 0,-1 0 1 0 0,3 5 0 0 0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7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0 186 9674 0 0,'4'-3'240'0'0,"0"0"0"0"0,0 1 0 0 0,0-1 0 0 0,1 1 0 0 0,-1 0 0 0 0,7-2 0 0 0,-7 2-130 0 0,39-16 249 0 0,1 3-1 0 0,86-20 1 0 0,97 2 2383 0 0,61 25 339 0 0,-9 0-1473 0 0,-224 4-1539 0 0,101-13-1386 0 0,-123 12-1539 0 0,34-11 0 0 0,-52 11-2009 0 0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2761 0 0,'5'124'7080'0'0,"0"61"-5198"0"0,4 143 350 0 0,-1 37-432 0 0,-11-315-1608 0 0,3 0 0 0 0,2 1 0 0 0,16 97 1 0 0,-13-131-1856 0 0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0 6913 0 0,'-3'2'-119'0'0,"-1"0"0"0"0,1 1-1 0 0,-1-1 1 0 0,1 1 0 0 0,0-1-1 0 0,-1 1 1 0 0,2 0-1 0 0,-1 0 1 0 0,0 1 0 0 0,-4 5-1 0 0,7-8 53 0 0,0 0-1 0 0,-1 0 0 0 0,1-1 1 0 0,-1 1-1 0 0,1 0 1 0 0,0 0-1 0 0,0 0 1 0 0,-1 0-1 0 0,1 0 1 0 0,0 0-1 0 0,0 0 0 0 0,0 0 1 0 0,0 0-1 0 0,0 0 1 0 0,0 0-1 0 0,0 0 1 0 0,1 0-1 0 0,-1 0 1 0 0,1 2-1 0 0,0-2 123 0 0,-1 0 0 0 0,1 0-1 0 0,0 0 1 0 0,1 1 0 0 0,-1-1 0 0 0,0 0-1 0 0,0-1 1 0 0,0 1 0 0 0,1 0 0 0 0,-1 0-1 0 0,0 0 1 0 0,1-1 0 0 0,-1 1-1 0 0,0-1 1 0 0,1 1 0 0 0,-1-1 0 0 0,3 1-1 0 0,16 2 570 0 0,0 0 0 0 0,0-2-1 0 0,0 0 1 0 0,0-1-1 0 0,23-4 1 0 0,7 1 514 0 0,-14 2-202 0 0,-1-1-522 0 0,45 4 1 0 0,-71-2-479 0 0,0 2-1 0 0,0-1 1 0 0,0 1 0 0 0,0 0-1 0 0,-1 1 1 0 0,1 0 0 0 0,-1 0 0 0 0,1 1-1 0 0,-1 0 1 0 0,9 6 0 0 0,-16-9 38 0 0,0 0 0 0 0,1 0 0 0 0,-1 0 0 0 0,0 0 0 0 0,0 0 0 0 0,0 0 0 0 0,1 1 0 0 0,-1-1 0 0 0,0 0 0 0 0,-1 1 0 0 0,1-1 0 0 0,0 1 0 0 0,0-1 0 0 0,-1 1 0 0 0,1 0 0 0 0,-1-1 0 0 0,1 1 0 0 0,-1-1 0 0 0,0 1 0 0 0,1 0 0 0 0,-1 0 0 0 0,0-1 0 0 0,0 4 0 0 0,-1-1 1 0 0,0 0-1 0 0,0-1 0 0 0,0 1 0 0 0,-1-1 1 0 0,1 1-1 0 0,-1-1 0 0 0,0 1 0 0 0,0-1 1 0 0,0 0-1 0 0,-4 4 0 0 0,-5 5 32 0 0,0 0 1 0 0,-2 0-1 0 0,-23 17 0 0 0,-40 20 734 0 0,56-38-539 0 0,1 1 0 0 0,0 0 0 0 0,1 2-1 0 0,0 0 1 0 0,-29 31 0 0 0,46-44-201 0 0,0 0 0 0 0,1-1 1 0 0,-1 1-1 0 0,0-1 0 0 0,1 1 1 0 0,-1 0-1 0 0,1 0 1 0 0,-1-1-1 0 0,1 1 0 0 0,0 0 1 0 0,-1 0-1 0 0,1 0 0 0 0,0 0 1 0 0,-1-1-1 0 0,1 1 1 0 0,0 0-1 0 0,0 0 0 0 0,0 0 1 0 0,0 0-1 0 0,0 0 0 0 0,0 0 1 0 0,0 0-1 0 0,0 0 0 0 0,0-1 1 0 0,0 2-1 0 0,1-1-19 0 0,0 0 0 0 0,0-1 0 0 0,-1 1 0 0 0,1 0 0 0 0,0-1 0 0 0,0 1 0 0 0,0-1 1 0 0,0 1-1 0 0,0-1 0 0 0,0 0 0 0 0,0 1 0 0 0,0-1 0 0 0,0 0 0 0 0,0 0 0 0 0,0 0 0 0 0,0 0 0 0 0,0 0 0 0 0,1 0 0 0 0,10 0-235 0 0,1-1 0 0 0,20-5 0 0 0,-26 5 240 0 0,14-3-105 0 0,-13 2 267 0 0,0 0 1 0 0,0 0-1 0 0,0 1 0 0 0,0 0 0 0 0,0 1 0 0 0,12 0 1 0 0,-20 1-132 0 0,0-1 1 0 0,1 0 0 0 0,-1 0-1 0 0,0 1 1 0 0,0-1 0 0 0,1 0-1 0 0,-1 1 1 0 0,0-1 0 0 0,0 0-1 0 0,0 1 1 0 0,1-1 0 0 0,-1 0-1 0 0,0 1 1 0 0,0-1 0 0 0,0 1-1 0 0,0-1 1 0 0,0 0 0 0 0,0 1 0 0 0,0-1-1 0 0,0 1 1 0 0,0-1 0 0 0,0 0-1 0 0,0 1 1 0 0,0-1 0 0 0,0 1-1 0 0,0-1 1 0 0,0 0 0 0 0,0 1-1 0 0,-1-1 1 0 0,1 0 0 0 0,0 1-1 0 0,0-1 1 0 0,0 0 0 0 0,-1 1-1 0 0,1-1 1 0 0,0 0 0 0 0,0 1-1 0 0,-1-1 1 0 0,1 0 0 0 0,0 0-1 0 0,0 1 1 0 0,-1-1 0 0 0,1 0 0 0 0,0 0-1 0 0,-1 0 1 0 0,0 1 0 0 0,-13 15 235 0 0,-55 40-391 0 0,-18 16-150 0 0,79-64 337 0 0,0 0 0 0 0,0 1-1 0 0,1 0 1 0 0,0 1 0 0 0,0-1-1 0 0,1 1 1 0 0,-5 13 0 0 0,9-20-52 0 0,1-1 1 0 0,0 1-1 0 0,0-1 0 0 0,0 1 1 0 0,0-1-1 0 0,1 1 0 0 0,-1 0 1 0 0,1-1-1 0 0,0 1 1 0 0,0 0-1 0 0,0-1 0 0 0,0 1 1 0 0,0 0-1 0 0,0-1 0 0 0,1 1 1 0 0,-1 0-1 0 0,1-1 1 0 0,0 1-1 0 0,-1 0 0 0 0,1-1 1 0 0,2 4-1 0 0,-1-4-37 0 0,0 0 0 0 0,0 0 0 0 0,0 0-1 0 0,1-1 1 0 0,-1 1 0 0 0,0-1 0 0 0,1 1 0 0 0,-1-1-1 0 0,1 0 1 0 0,-1 0 0 0 0,1 0 0 0 0,0 0 0 0 0,0 0 0 0 0,-1 0-1 0 0,1-1 1 0 0,0 0 0 0 0,0 1 0 0 0,0-1 0 0 0,-1 0-1 0 0,4-1 1 0 0,44 0-276 0 0,-27-1 549 0 0,-1 2-1 0 0,0 0 0 0 0,32 5 0 0 0,-48-4-248 0 0,0 0 1 0 0,0 1-1 0 0,0-1 0 0 0,-1 1 1 0 0,1 1-1 0 0,-1-1 0 0 0,1 1 1 0 0,-1 0-1 0 0,0 0 0 0 0,0 0 1 0 0,0 1-1 0 0,-1 0 0 0 0,1 0 1 0 0,-1 0-1 0 0,0 0 0 0 0,0 1 1 0 0,5 7-1 0 0,-8-11-54 0 0,0 0 1 0 0,-1 1-1 0 0,1-1 1 0 0,0 0-1 0 0,-1 0 1 0 0,1 0-1 0 0,-1 0 1 0 0,1 1-1 0 0,-1-1 1 0 0,0 0-1 0 0,1 0 1 0 0,-1 1-1 0 0,0-1 1 0 0,0 0-1 0 0,0 1 1 0 0,0-1-1 0 0,0 0 1 0 0,0 0-1 0 0,0 1 1 0 0,0-1-1 0 0,-1 0 1 0 0,1 1-1 0 0,-1-1 1 0 0,1 0-1 0 0,-1 0 0 0 0,1 0 1 0 0,-1 1-1 0 0,1-1 1 0 0,-1 0-1 0 0,0 0 1 0 0,0 0-1 0 0,0 0 1 0 0,1 0-1 0 0,-1 0 1 0 0,0 0-1 0 0,0-1 1 0 0,0 1-1 0 0,-3 1 1 0 0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9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 8754 0 0,'0'0'30'0'0,"-1"0"0"0"0,1 0 0 0 0,-1 0 0 0 0,1 0 1 0 0,0 0-1 0 0,-1 0 0 0 0,1 0 0 0 0,0 0 0 0 0,-1 0 0 0 0,1 0 1 0 0,-1 0-1 0 0,1 0 0 0 0,0 0 0 0 0,-1 0 0 0 0,1 0 0 0 0,0 1 0 0 0,-1-1 1 0 0,1 0-1 0 0,0 0 0 0 0,-1 0 0 0 0,1 0 0 0 0,0 1 0 0 0,-1-1 1 0 0,1 0-1 0 0,0 1 0 0 0,0-1 0 0 0,-1 0 0 0 0,1 1 0 0 0,-4 4 129 0 0,6-1 584 0 0,1 9 291 0 0,0-1 0 0 0,0 0 1 0 0,-1 0-1 0 0,0 26 0 0 0,6 284 1221 0 0,7-106-1483 0 0,1 26-407 0 0,-30 233 1408 0 0,13-466-1717 0 0,0-1 1 0 0,-1 1-1 0 0,1-1 1 0 0,-5 13-1 0 0,4-15-44 0 0,0 0-1 0 0,0 0 1 0 0,1 0-1 0 0,-1 1 1 0 0,2-1 0 0 0,-1 1-1 0 0,1-1 1 0 0,0 13 0 0 0,1-18-56 0 0,-1 0 0 0 0,0 1 0 0 0,0-1 0 0 0,1 0 0 0 0,-1 0 1 0 0,1 0-1 0 0,-1 0 0 0 0,1 0 0 0 0,-1 0 0 0 0,1 0 1 0 0,0 0-1 0 0,-1 0 0 0 0,1-1 0 0 0,0 1 0 0 0,0 0 0 0 0,1 1 1 0 0,3 2-1018 0 0,-5-3 1037 0 0,0-1 77 0 0,0 2-48 0 0,1-1-1 0 0,0 1 1 0 0,0-1-1 0 0,-1 1 1 0 0,1-1 0 0 0,0 0-1 0 0,0 1 1 0 0,0-1-1 0 0,0 0 1 0 0,0 0 0 0 0,1 0-1 0 0,0 1 1 0 0,0 0-1 0 0,4 7-78 0 0,-1 0 0 0 0,0 1-1 0 0,-1-1 1 0 0,0 1 0 0 0,0 0-1 0 0,3 15 1 0 0,-3-11 274 0 0,-2-4 37 0 0,1 0-1 0 0,-2 1 0 0 0,1-1 1 0 0,-1 16-1 0 0,-3 9-2404 0 0,-5 37-1 0 0,0-16-725 0 0,6-32 2221 0 0,2-12 102 0 0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1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4 466 7370 0 0,'0'1'25'0'0,"0"-1"1"0"0,0 0 0 0 0,0 0 0 0 0,-1 0 0 0 0,1 0 0 0 0,0 0 0 0 0,0 0 0 0 0,0 0-1 0 0,0 0 1 0 0,0 0 0 0 0,0 0 0 0 0,0 0 0 0 0,-1-1 0 0 0,1 1 0 0 0,0 0 0 0 0,0 0 0 0 0,0 0-1 0 0,0 0 1 0 0,0 0 0 0 0,0 0 0 0 0,0 0 0 0 0,0 0 0 0 0,-1 0 0 0 0,1 0 0 0 0,0 0-1 0 0,0 0 1 0 0,0 0 0 0 0,0-1 0 0 0,0 1 0 0 0,0 0 0 0 0,0 0 0 0 0,0 0 0 0 0,0 0-1 0 0,0 0 1 0 0,0 0 0 0 0,0 0 0 0 0,0 0 0 0 0,0-1 0 0 0,0 1 0 0 0,0 0 0 0 0,0 0-1 0 0,0 0 1 0 0,0 0 0 0 0,0 0 0 0 0,0 0 0 0 0,0 0 0 0 0,0-1 0 0 0,0 1 0 0 0,0 0 0 0 0,0 0-1 0 0,0 0 1 0 0,0 0 0 0 0,0 0 0 0 0,0 0 0 0 0,0 0 0 0 0,0-1 0 0 0,0 1 0 0 0,0 0-1 0 0,0 0 1 0 0,0 0 0 0 0,1 0 0 0 0,14-7-27 0 0,17 3 629 0 0,1 2 1 0 0,0 1 0 0 0,39 3-1 0 0,31 1 1352 0 0,53-9 312 0 0,210 1-274 0 0,-266 7-1736 0 0,0-5-1 0 0,151-24 0 0 0,-240 25-347 0 0,0 0-23 0 0,1 0 1 0 0,0 0-1 0 0,0 1 1 0 0,0 0-1 0 0,0 1 1 0 0,0 0-1 0 0,0 1 1 0 0,20 5-1 0 0,-31-6 31 0 0,-1 0 0 0 0,1 0 0 0 0,-1 0-1 0 0,0 0 1 0 0,1 1 0 0 0,-1-1-1 0 0,1 0 1 0 0,-1 0 0 0 0,1 1-1 0 0,-1-1 1 0 0,0 0 0 0 0,1 1-1 0 0,-1-1 1 0 0,0 0 0 0 0,1 1-1 0 0,-1-1 1 0 0,0 1 0 0 0,1-1-1 0 0,-1 0 1 0 0,0 1 0 0 0,0-1-1 0 0,0 1 1 0 0,1-1 0 0 0,-1 1 0 0 0,0-1-1 0 0,0 1 1 0 0,0-1 0 0 0,0 1-1 0 0,0-1 1 0 0,0 1 0 0 0,0-1-1 0 0,0 1 1 0 0,0-1 0 0 0,0 1-1 0 0,0-1 1 0 0,0 1 0 0 0,-10 16-2727 0 0,10-10 6036 0 0,41-16-2789 0 0,1 2 0 0 0,57-2 0 0 0,88 6 1752 0 0,-130 4-1949 0 0,21 2-337 0 0,-68-6-331 0 0,-17-4-371 0 0,6 7 723 0 0,-1-1-1 0 0,1 0 1 0 0,0 1 0 0 0,0-1 0 0 0,0 0-1 0 0,0 0 1 0 0,1 0 0 0 0,-1 0 0 0 0,0 0-1 0 0,0 0 1 0 0,1 0 0 0 0,-1 0 0 0 0,0 0 0 0 0,1 0-1 0 0,-1 0 1 0 0,0-2 0 0 0,5-53 42 0 0,2 0 1 0 0,3 0 0 0 0,21-72-1 0 0,-30 126 26 0 0,1 0-1 0 0,-1 0 1 0 0,1 0-1 0 0,0 0 0 0 0,-1 0 1 0 0,1 0-1 0 0,0 0 1 0 0,0 1-1 0 0,0-1 0 0 0,0 0 1 0 0,0 0-1 0 0,3-2 1 0 0,-4 4-22 0 0,0 0 1 0 0,1 0-1 0 0,-1 0 1 0 0,0 0-1 0 0,0 0 1 0 0,0 0-1 0 0,1 0 1 0 0,-1 0 0 0 0,0 0-1 0 0,0 0 1 0 0,0 0-1 0 0,1 0 1 0 0,-1 0-1 0 0,0 0 1 0 0,0 0-1 0 0,0 0 1 0 0,1 0 0 0 0,-1 0-1 0 0,0 0 1 0 0,0 0-1 0 0,0 0 1 0 0,0 1-1 0 0,1-1 1 0 0,-1 0-1 0 0,0 0 1 0 0,0 0 0 0 0,0 0-1 0 0,0 0 1 0 0,1 1-1 0 0,-1-1 1 0 0,0 0-1 0 0,0 0 1 0 0,0 0-1 0 0,0 0 1 0 0,0 1 0 0 0,0-1-1 0 0,0 0 1 0 0,6 19-187 0 0,7 128 693 0 0,-10-92-167 0 0,2-1 1 0 0,14 61-1 0 0,-15-99-319 0 0,0-1 0 0 0,1 0 0 0 0,1 0 0 0 0,0 0 0 0 0,12 18 0 0 0,-18-32-13 0 0,0-1-1 0 0,1 0 1 0 0,-1 0-1 0 0,0 1 1 0 0,0-1-1 0 0,0 0 1 0 0,1 0-1 0 0,-1 1 1 0 0,0-1 0 0 0,0 0-1 0 0,1 0 1 0 0,-1 0-1 0 0,0 1 1 0 0,0-1-1 0 0,1 0 1 0 0,-1 0-1 0 0,0 0 1 0 0,0 0-1 0 0,1 0 1 0 0,-1 0-1 0 0,0 0 1 0 0,1 0 0 0 0,-1 0-1 0 0,0 0 1 0 0,1 0-1 0 0,-1 0 1 0 0,0 0-1 0 0,1 0 1 0 0,-1 0-1 0 0,0 0 1 0 0,1 0-1 0 0,-1 0 1 0 0,0 0-1 0 0,0 0 1 0 0,1 0 0 0 0,-1-1-1 0 0,11-11 211 0 0,3-18 154 0 0,-14 29-365 0 0,60-203-513 0 0,-8 18-111 0 0,-45 167 579 0 0,19-49 1 0 0,-23 62-6 0 0,0 0 1 0 0,0 0-1 0 0,0 1 1 0 0,1-1-1 0 0,0 1 1 0 0,0 0-1 0 0,1 0 1 0 0,6-7 0 0 0,-10 12 39 0 0,-1 0-1 0 0,1-1 1 0 0,-1 1 0 0 0,1-1 0 0 0,-1 1 0 0 0,1 0 0 0 0,0-1 0 0 0,-1 1 0 0 0,1 0 0 0 0,0 0 0 0 0,-1 0 0 0 0,1-1 0 0 0,0 1 0 0 0,-1 0 0 0 0,1 0 0 0 0,0 0 0 0 0,-1 0 0 0 0,1 0 0 0 0,0 0 0 0 0,-1 0 0 0 0,1 0 0 0 0,0 0-1 0 0,-1 1 1 0 0,1-1 0 0 0,0 0 0 0 0,-1 0 0 0 0,1 1 0 0 0,0-1 0 0 0,-1 0 0 0 0,1 1 0 0 0,-1-1 0 0 0,1 0 0 0 0,-1 1 0 0 0,1-1 0 0 0,-1 1 0 0 0,1-1 0 0 0,-1 1 0 0 0,1-1 0 0 0,-1 1 0 0 0,0 0 0 0 0,1-1 0 0 0,-1 1 0 0 0,0-1 0 0 0,1 1-1 0 0,-1 0 1 0 0,0-1 0 0 0,0 1 0 0 0,1 1 0 0 0,9 38 457 0 0,-8-32-237 0 0,17 104 363 0 0,14 57 177 0 0,-28-148-745 0 0,-4-14 5 0 0,1 0 1 0 0,-1 0 0 0 0,1 0 0 0 0,0 0 0 0 0,1-1-1 0 0,0 1 1 0 0,0-1 0 0 0,0 0 0 0 0,1 0 0 0 0,-1 0-1 0 0,7 6 1 0 0,-9-11 2 0 0,0-1-1 0 0,1 1 0 0 0,-1-1 0 0 0,0 1 1 0 0,0-1-1 0 0,1 0 0 0 0,-1 0 1 0 0,0 0-1 0 0,1 0 0 0 0,-1 0 1 0 0,0 0-1 0 0,1 0 0 0 0,-1 0 0 0 0,0 0 1 0 0,1-1-1 0 0,-1 1 0 0 0,0 0 1 0 0,0-1-1 0 0,1 1 0 0 0,-1-1 1 0 0,0 0-1 0 0,0 1 0 0 0,0-1 0 0 0,0 0 1 0 0,0 0-1 0 0,0 1 0 0 0,0-1 1 0 0,0 0-1 0 0,0 0 0 0 0,1-2 1 0 0,29-32-920 0 0,-30 33 846 0 0,61-98-1422 0 0,-2 2 1378 0 0,-52 87 128 0 0,0 1 0 0 0,1-1 0 0 0,0 2 0 0 0,1-1 1 0 0,-1 1-1 0 0,15-9 0 0 0,-22 16-25 0 0,0 1 0 0 0,0-1 0 0 0,0 1 0 0 0,0 0 0 0 0,0 0 0 0 0,0 0 0 0 0,0 0 0 0 0,0 0 0 0 0,0 0 0 0 0,0 1 0 0 0,0-1 0 0 0,0 1 0 0 0,1 0 0 0 0,-1-1 1 0 0,0 1-1 0 0,0 0 0 0 0,1 0 0 0 0,-1 0 0 0 0,0 0 0 0 0,0 1 0 0 0,1-1 0 0 0,-1 1 0 0 0,0-1 0 0 0,0 1 0 0 0,0 0 0 0 0,0 0 0 0 0,0 0 0 0 0,0 0 0 0 0,0 0 0 0 0,0 0 0 0 0,0 1 0 0 0,0-1 0 0 0,-1 1 0 0 0,1-1 0 0 0,0 1 0 0 0,-1-1 1 0 0,0 1-1 0 0,3 3 0 0 0,3 8 157 0 0,0 0 1 0 0,0 0-1 0 0,-1 1 1 0 0,-1 0 0 0 0,4 15-1 0 0,5 12 403 0 0,-3-16-345 0 0,1 0 1 0 0,2-1-1 0 0,0 0 1 0 0,34 43-1 0 0,-47-66-227 0 0,0 0-1 0 0,0 0 0 0 0,0 0 1 0 0,0 0-1 0 0,0 0 0 0 0,0-1 0 0 0,0 1 1 0 0,0 0-1 0 0,1-1 0 0 0,-1 1 0 0 0,0 0 1 0 0,0-1-1 0 0,1 1 0 0 0,-1-1 1 0 0,0 0-1 0 0,1 1 0 0 0,-1-1 0 0 0,0 0 1 0 0,1 0-1 0 0,-1 0 0 0 0,0 0 0 0 0,1 0 1 0 0,1 0-1 0 0,0-1-51 0 0,0 0 1 0 0,0 0-1 0 0,-1-1 0 0 0,1 1 1 0 0,-1 0-1 0 0,1-1 0 0 0,-1 0 1 0 0,1 1-1 0 0,-1-1 0 0 0,3-4 1 0 0,4-3-260 0 0,-1-1 0 0 0,0 0 0 0 0,12-23 0 0 0,-11 14-407 0 0,0 0 0 0 0,-2-1 0 0 0,0-1 0 0 0,4-23 0 0 0,-5 21-715 0 0,0 1 0 0 0,19-43 0 0 0,-25 64 1331 0 0,0 1-1 0 0,0-1 1 0 0,1 0 0 0 0,-1 0-1 0 0,0 1 1 0 0,1-1-1 0 0,-1 0 1 0 0,0 1 0 0 0,1-1-1 0 0,-1 0 1 0 0,1 1-1 0 0,-1-1 1 0 0,1 1 0 0 0,0-1-1 0 0,-1 1 1 0 0,1-1-1 0 0,-1 1 1 0 0,1-1 0 0 0,0 1-1 0 0,-1-1 1 0 0,1 1-1 0 0,0 0 1 0 0,0 0-1 0 0,-1-1 1 0 0,1 1 0 0 0,0 0-1 0 0,1 0 1 0 0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2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10138 0 0,'273'4'7026'0'0,"63"7"-3330"0"0,-170 3-3018 0 0,-65-4-332 0 0,144-3 0 0 0,-202-9-214 0 0,-8 2-198 0 0,0-3 1 0 0,0 0 0 0 0,61-15 0 0 0,-86 14-1629 0 0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3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7 202 2761 0 0,'-1'-2'182'0'0,"0"0"1"0"0,0-1-1 0 0,0 1 1 0 0,1-1-1 0 0,-1 1 1 0 0,1-1-1 0 0,-1 1 1 0 0,1-1-1 0 0,0 1 1 0 0,0-1-1 0 0,0 1 1 0 0,0-1-1 0 0,0 0 1 0 0,1 1-1 0 0,-1-1 1 0 0,1 1-1 0 0,1-4 1 0 0,20-46 1568 0 0,-16 39-1114 0 0,5-19 356 0 0,-10 26-585 0 0,1 0 1 0 0,0 0-1 0 0,0 0 1 0 0,1 0-1 0 0,-1 1 0 0 0,1-1 1 0 0,0 1-1 0 0,5-6 1 0 0,-9 36 692 0 0,-1 56 148 0 0,16 149-1 0 0,-1-52-607 0 0,-8-44-448 0 0,-2 7 217 0 0,35 227 1 0 0,18-147 375 0 0,-7-29 475 0 0,-21-38-1428 0 0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4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0 6913 0 0,'-2'1'10'0'0,"-1"-1"0"0"0,1 0-1 0 0,0 1 1 0 0,0 0-1 0 0,-1 0 1 0 0,1-1-1 0 0,0 1 1 0 0,0 1-1 0 0,0-1 1 0 0,0 0-1 0 0,0 0 1 0 0,0 1-1 0 0,0-1 1 0 0,1 1-1 0 0,-1 0 1 0 0,1-1-1 0 0,-1 1 1 0 0,1 0-1 0 0,-1 0 1 0 0,-1 4 0 0 0,3-6 1 0 0,1 1 0 0 0,-1-1 0 0 0,0 1 0 0 0,1-1 0 0 0,-1 1 0 0 0,0-1 0 0 0,1 0 0 0 0,-1 1 0 0 0,1-1 0 0 0,-1 1 0 0 0,1-1 0 0 0,-1 0 0 0 0,1 0 0 0 0,-1 1 0 0 0,1-1 0 0 0,-1 0 0 0 0,1 0 0 0 0,-1 1 0 0 0,1-1 0 0 0,0 0 0 0 0,-1 0 0 0 0,1 0 0 0 0,-1 0 0 0 0,1 0 0 0 0,-1 0 0 0 0,1 0 0 0 0,1 0 0 0 0,21 0 550 0 0,-19 0-417 0 0,48-1 2250 0 0,78 3-314 0 0,-113-1-2081 0 0,-1 1 1 0 0,0 1 0 0 0,-1 1 0 0 0,1 0 0 0 0,27 11 0 0 0,-42-15 7 0 0,0 0-1 0 0,0 0 1 0 0,-1 0-1 0 0,1 1 1 0 0,0-1-1 0 0,-1 0 1 0 0,1 0-1 0 0,0 1 1 0 0,-1-1 0 0 0,1 0-1 0 0,0 1 1 0 0,-1-1-1 0 0,1 1 1 0 0,0-1-1 0 0,-1 1 1 0 0,1-1-1 0 0,-1 1 1 0 0,1-1 0 0 0,-1 1-1 0 0,1 0 1 0 0,-1-1-1 0 0,0 1 1 0 0,1 0-1 0 0,-1-1 1 0 0,0 1-1 0 0,1 0 1 0 0,-1-1-1 0 0,0 1 1 0 0,0 0 0 0 0,0 0-1 0 0,0-1 1 0 0,0 1-1 0 0,0 0 1 0 0,0 0-1 0 0,0-1 1 0 0,0 1-1 0 0,0 0 1 0 0,0 0 0 0 0,0-1-1 0 0,0 1 1 0 0,-1 0-1 0 0,1-1 1 0 0,0 1-1 0 0,0 0 1 0 0,-1-1-1 0 0,1 1 1 0 0,-1 0 0 0 0,1-1-1 0 0,0 1 1 0 0,-1 0-1 0 0,1-1 1 0 0,-1 1-1 0 0,0-1 1 0 0,1 1-1 0 0,-2 0 1 0 0,-5 4-73 0 0,0 1 0 0 0,0-2-1 0 0,0 1 1 0 0,-9 3 0 0 0,5-2-7 0 0,-371 226 1765 0 0,379-230-1716 0 0,-25 17 127 0 0,22-9-268 0 0,6-10 145 0 0,0 1-1 0 0,0-1 1 0 0,1 0 0 0 0,-1 1 0 0 0,0-1 0 0 0,1 0 0 0 0,-1 1 0 0 0,0-1 0 0 0,1 0 0 0 0,-1 0 0 0 0,0 0-1 0 0,1 1 1 0 0,-1-1 0 0 0,0 0 0 0 0,1 0 0 0 0,-1 0 0 0 0,1 0 0 0 0,-1 1 0 0 0,0-1 0 0 0,1 0 0 0 0,-1 0-1 0 0,1 0 1 0 0,-1 0 0 0 0,0 0 0 0 0,1 0 0 0 0,-1 0 0 0 0,1 0 0 0 0,-1-1 0 0 0,1 1 0 0 0,231-16 1534 0 0,0 1 818 0 0,-232 15-2328 0 0,34 2 267 0 0,-32-2-260 0 0,0 0 0 0 0,-1 0 0 0 0,1 0 0 0 0,0 0-1 0 0,-1 1 1 0 0,1-1 0 0 0,-1 1 0 0 0,1-1 0 0 0,-1 1 0 0 0,1 0 0 0 0,-1-1 0 0 0,1 1 0 0 0,-1 0 0 0 0,0 0 0 0 0,1 0 0 0 0,-1 0 0 0 0,2 2 0 0 0,-3-2-8 0 0,0 0 1 0 0,0 0 0 0 0,0 0-1 0 0,-1 0 1 0 0,1 0 0 0 0,0 0-1 0 0,0 0 1 0 0,0 0 0 0 0,-1 0-1 0 0,1 0 1 0 0,-1 0 0 0 0,1 0-1 0 0,0-1 1 0 0,-1 1 0 0 0,0 0-1 0 0,1 0 1 0 0,-1 0 0 0 0,1 0-1 0 0,-1-1 1 0 0,0 1 0 0 0,0 0-1 0 0,1-1 1 0 0,-1 1 0 0 0,-1 0-1 0 0,-23 18 86 0 0,23-18-92 0 0,-173 99-516 0 0,-2 1 21 0 0,177-101 501 0 0,-1 0 0 0 0,1 0 1 0 0,-1 0-1 0 0,0 1 1 0 0,1-1-1 0 0,-1 0 1 0 0,1 1-1 0 0,-1-1 0 0 0,1 0 1 0 0,-1 1-1 0 0,1-1 1 0 0,0 1-1 0 0,-1-1 0 0 0,1 1 1 0 0,-1-1-1 0 0,1 1 1 0 0,0-1-1 0 0,0 1 1 0 0,-1-1-1 0 0,1 1 0 0 0,0 0 1 0 0,0-1-1 0 0,-1 1 1 0 0,1-1-1 0 0,0 1 0 0 0,0 0 1 0 0,0-1-1 0 0,0 1 1 0 0,0-1-1 0 0,0 1 0 0 0,0 0 1 0 0,1 0 13 0 0,0 0 0 0 0,0 0 0 0 0,0 0 0 0 0,0 0 0 0 0,-1 0 0 0 0,1-1 0 0 0,0 1 0 0 0,1 0 0 0 0,-1-1 0 0 0,0 1 0 0 0,0-1 0 0 0,0 1 0 0 0,0-1 0 0 0,2 1 0 0 0,54 8 495 0 0,-50-8-468 0 0,355 30 1616 0 0,-361-31-1652 0 0,0 0-1 0 0,1 0 1 0 0,-1 0-1 0 0,1 0 1 0 0,-1 0-1 0 0,1 0 1 0 0,-1 1 0 0 0,0-1-1 0 0,1 0 1 0 0,-1 1-1 0 0,0-1 1 0 0,1 1-1 0 0,-1-1 1 0 0,0 1-1 0 0,1 0 1 0 0,-1 0-1 0 0,0-1 1 0 0,0 1 0 0 0,0 0-1 0 0,0 0 1 0 0,0 0-1 0 0,0 0 1 0 0,1 2-1 0 0,-2-2-20 0 0,0 0 0 0 0,0 1-1 0 0,0-1 1 0 0,-1 1-1 0 0,1-1 1 0 0,0 0 0 0 0,-1 1-1 0 0,1-1 1 0 0,-1 0-1 0 0,1 1 1 0 0,-1-1 0 0 0,0 0-1 0 0,1 0 1 0 0,-1 0 0 0 0,0 1-1 0 0,0-1 1 0 0,0 0-1 0 0,0 0 1 0 0,0 0 0 0 0,0 0-1 0 0,0-1 1 0 0,0 1 0 0 0,-2 1-1 0 0,-24 17-183 0 0,0-1 0 0 0,-1-1 1 0 0,-1-1-1 0 0,-37 15 0 0 0,23-12-522 0 0,-42 27 0 0 0,71-38 451 0 0,-57 40-1171 0 0,64-42 1208 0 0,1-1 0 0 0,-1 1 1 0 0,1 0-1 0 0,1 0 0 0 0,-1 1 0 0 0,1-1 0 0 0,-8 14 0 0 0,13-20 224 0 0,0 1-1 0 0,0-1 1 0 0,0 0 0 0 0,0 0-1 0 0,0 0 1 0 0,0 0-1 0 0,0 0 1 0 0,0 0 0 0 0,0 1-1 0 0,0-1 1 0 0,0 0 0 0 0,-1 0-1 0 0,1 0 1 0 0,0 0-1 0 0,0 0 1 0 0,0 1 0 0 0,0-1-1 0 0,0 0 1 0 0,1 0-1 0 0,-1 0 1 0 0,0 0 0 0 0,0 0-1 0 0,0 1 1 0 0,0-1 0 0 0,0 0-1 0 0,0 0 1 0 0,0 0-1 0 0,0 0 1 0 0,0 0 0 0 0,0 1-1 0 0,0-1 1 0 0,0 0-1 0 0,0 0 1 0 0,1 0 0 0 0,-1 0-1 0 0,0 0 1 0 0,0 0-1 0 0,0 0 1 0 0,0 0 0 0 0,0 0-1 0 0,0 1 1 0 0,1-1 0 0 0,-1 0-1 0 0,0 0 1 0 0,0 0-1 0 0,0 0 1 0 0,0 0 0 0 0,0 0-1 0 0,1 0 1 0 0,-1 0-1 0 0,13-1 75 0 0,12-5 608 0 0,-24 6-641 0 0,14-5 148 0 0,0 1-1 0 0,0 0 1 0 0,1 1 0 0 0,19-1-1 0 0,-31 4-150 0 0,0 0 1 0 0,0 0-1 0 0,0 0 0 0 0,-1 0 0 0 0,1 1 0 0 0,0 0 0 0 0,0-1 1 0 0,-1 1-1 0 0,1 1 0 0 0,0-1 0 0 0,-1 0 0 0 0,1 1 0 0 0,-1 0 1 0 0,0 0-1 0 0,1 0 0 0 0,-1 0 0 0 0,0 0 0 0 0,0 1 0 0 0,-1 0 1 0 0,1-1-1 0 0,0 1 0 0 0,-1 0 0 0 0,3 4 0 0 0,-4-6 5 0 0,-1 0-1 0 0,0 0 0 0 0,1-1 0 0 0,-1 1 0 0 0,0 0 1 0 0,1 0-1 0 0,-1 0 0 0 0,0 0 0 0 0,0 0 1 0 0,0 0-1 0 0,0-1 0 0 0,0 1 0 0 0,0 0 0 0 0,0 0 1 0 0,0 0-1 0 0,0 0 0 0 0,-1 0 0 0 0,1 0 0 0 0,0 0 1 0 0,0-1-1 0 0,-1 1 0 0 0,1 0 0 0 0,-1 0 1 0 0,1 0-1 0 0,-1-1 0 0 0,1 1 0 0 0,-1 0 0 0 0,1-1 1 0 0,-1 1-1 0 0,0 0 0 0 0,1-1 0 0 0,-1 1 1 0 0,0-1-1 0 0,0 1 0 0 0,-34 19 2041 0 0,16-10-1424 0 0,17-8-613 0 0,-1 0 1 0 0,0 0-1 0 0,1 0 0 0 0,0 0 1 0 0,-1 1-1 0 0,1-1 0 0 0,0 0 1 0 0,0 1-1 0 0,0 0 0 0 0,0 0 1 0 0,1-1-1 0 0,-1 1 0 0 0,1 0 1 0 0,0 0-1 0 0,-2 5 0 0 0,3-1 142 0 0,-1 0 0 0 0,1 0-1 0 0,0 0 1 0 0,1 0 0 0 0,0 0-1 0 0,2 8 1 0 0,1 22-36 0 0,0-1 1 0 0,-4 64-1 0 0,-15 76-165 0 0,1-4 23 0 0,11-3 350 0 0,25 213 0 0 0,-8-206-218 0 0,5 48 117 0 0,-19-222-263 0 0,1 1 0 0 0,-1-1-1 0 0,0 1 1 0 0,0-1 0 0 0,0 1 0 0 0,0-1 0 0 0,-1 1-1 0 0,1-1 1 0 0,-1 3 0 0 0,0-4-126 0 0,1-1 0 0 0,0 1 0 0 0,-1-1 0 0 0,1 1 0 0 0,0-1 0 0 0,-1 1 0 0 0,1-1 1 0 0,-1 0-1 0 0,1 1 0 0 0,-1-1 0 0 0,1 0 0 0 0,-1 0 0 0 0,1 1 0 0 0,-1-1 0 0 0,1 0 0 0 0,-1 0 1 0 0,1 1-1 0 0,-1-1 0 0 0,1 0 0 0 0,-1 0 0 0 0,0 0 0 0 0,1 0 0 0 0,-1 0 0 0 0,1 0 0 0 0,-1 0 0 0 0,1 0 1 0 0,-1 0-1 0 0,0 0 0 0 0,1-1 0 0 0,-1 1 0 0 0,1 0 0 0 0,-1 0 0 0 0,1 0 0 0 0,-1-1 0 0 0,1 1 0 0 0,-1 0 1 0 0,1-1-1 0 0,-1 1 0 0 0,1 0 0 0 0,-1-1 0 0 0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6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4609 0 0,'-9'10'9026'0'0,"4"-8"-8809"0"0,-2 1 82 0 0,0 0 0 0 0,-1-1 0 0 0,1 0 0 0 0,-9 1 0 0 0,9 7 2303 0 0,2 13-2796 0 0,5-23 307 0 0,-9 42 52 0 0,3 0 1 0 0,-4 81 0 0 0,16 83-32 0 0,0-33 131 0 0,-6-140-231 0 0,14 491 583 0 0,0-104 524 0 0,-14-390-805 0 0,-7 52 0 0 0,5-71-285 0 0,0 0 0 0 0,-1 0 0 0 0,0 0 0 0 0,-1 0 0 0 0,0 0 1 0 0,-1-1-1 0 0,-11 18 0 0 0,13-26-358 0 0,3-10 10 0 0,3-11-5324 0 0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7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7802 0 0,'-1'0'75'0'0,"0"0"0"0"0,0 0 1 0 0,0 0-1 0 0,0 1 1 0 0,0-1-1 0 0,0 0 0 0 0,0 0 1 0 0,0 1-1 0 0,0-1 0 0 0,1 0 1 0 0,-1 1-1 0 0,0-1 1 0 0,0 1-1 0 0,0-1 0 0 0,1 1 1 0 0,-1-1-1 0 0,0 1 0 0 0,1-1 1 0 0,-2 2-1 0 0,13 6 751 0 0,37 4-374 0 0,-41-11-437 0 0,24 6 1267 0 0,52 17-1 0 0,-72-19-1003 0 0,1 0 0 0 0,-1 0 0 0 0,0 1 1 0 0,0 0-1 0 0,-1 1 0 0 0,0 0 0 0 0,15 15 0 0 0,-24-21-322 0 0,0 0 1 0 0,0 0-1 0 0,-1 1 1 0 0,1-1-1 0 0,0 0 1 0 0,-1 1-1 0 0,1-1 1 0 0,-1 0-1 0 0,1 1 1 0 0,-1-1-1 0 0,0 0 1 0 0,1 1-1 0 0,-1-1 0 0 0,0 1 1 0 0,0-1-1 0 0,0 1 1 0 0,0-1-1 0 0,0 1 1 0 0,-1-1-1 0 0,1 0 1 0 0,0 1-1 0 0,-1-1 1 0 0,1 1-1 0 0,0-1 1 0 0,-1 0-1 0 0,0 1 1 0 0,1-1-1 0 0,-1 0 0 0 0,0 0 1 0 0,0 1-1 0 0,0-1 1 0 0,0 0-1 0 0,0 0 1 0 0,0 0-1 0 0,0 0 1 0 0,-1 1-1 0 0,-8 7-140 0 0,0 0 1 0 0,0 0-1 0 0,-13 7 0 0 0,9-5 341 0 0,-32 21-95 0 0,0-2-1 0 0,-64 30 0 0 0,19-11 224 0 0,91-49-282 0 0,0 1 0 0 0,0-1 1 0 0,0 0-1 0 0,0 0 0 0 0,0 0 1 0 0,1 0-1 0 0,-1 0 1 0 0,0 0-1 0 0,0 0 0 0 0,0 0 1 0 0,0 1-1 0 0,0-1 1 0 0,0 0-1 0 0,0 0 0 0 0,0 0 1 0 0,0 0-1 0 0,0 0 0 0 0,0 0 1 0 0,0 1-1 0 0,0-1 1 0 0,0 0-1 0 0,0 0 0 0 0,1 0 1 0 0,-1 0-1 0 0,-1 0 0 0 0,1 1 1 0 0,0-1-1 0 0,0 0 1 0 0,0 0-1 0 0,0 0 0 0 0,0 0 1 0 0,0 0-1 0 0,0 1 0 0 0,0-1 1 0 0,0 0-1 0 0,0 0 1 0 0,0 0-1 0 0,0 0 0 0 0,0 0 1 0 0,0 0-1 0 0,0 1 1 0 0,0-1-1 0 0,-1 0 0 0 0,1 0 1 0 0,0 0-1 0 0,0 0 0 0 0,0 0 1 0 0,0 0-1 0 0,0 0 1 0 0,0 0-1 0 0,-1 0 0 0 0,1 0 1 0 0,0 0-1 0 0,0 0 0 0 0,0 1 1 0 0,0-1-1 0 0,0 0 1 0 0,-1 0-1 0 0,1 0 0 0 0,0 0 1 0 0,0 0-1 0 0,20 0 118 0 0,24-6 58 0 0,286-33 2515 0 0,-324 38-2626 0 0,-3 1-45 0 0,0-1 0 0 0,-1 1-1 0 0,1 0 1 0 0,0 0 0 0 0,0 0 0 0 0,0 0 0 0 0,0 0 0 0 0,-1 1 0 0 0,1-1-1 0 0,0 1 1 0 0,0 0 0 0 0,-1 0 0 0 0,1 0 0 0 0,4 2 0 0 0,-8 0-38 0 0,0-1 1 0 0,0 1 0 0 0,-1-1-1 0 0,1 1 1 0 0,-1-1-1 0 0,1 0 1 0 0,-1 0 0 0 0,0 0-1 0 0,0 0 1 0 0,-3 3 0 0 0,4-5-15 0 0,-73 68-1874 0 0,-24 25-583 0 0,-6 13 1571 0 0,103-106 902 0 0,1 0-1 0 0,0 1 0 0 0,-1-1 1 0 0,1 0-1 0 0,0 1 1 0 0,-1-1-1 0 0,1 0 0 0 0,0 1 1 0 0,-1-1-1 0 0,1 0 1 0 0,0 1-1 0 0,0-1 0 0 0,0 1 1 0 0,-1-1-1 0 0,1 0 1 0 0,0 1-1 0 0,0-1 0 0 0,0 1 1 0 0,0-1-1 0 0,0 0 1 0 0,0 1-1 0 0,0-1 0 0 0,0 1 1 0 0,0-1-1 0 0,0 1 1 0 0,0-1-1 0 0,0 1 0 0 0,0-1 1 0 0,0 0-1 0 0,0 1 1 0 0,0-1-1 0 0,0 1 0 0 0,1-1 1 0 0,-1 1-1 0 0,0-1 1 0 0,1 1-1 0 0,17 8-532 0 0,26-4 114 0 0,-25-6 469 0 0,2 1 147 0 0,0 0-1 0 0,0 2 1 0 0,23 3 0 0 0,-40-4-146 0 0,1 0 0 0 0,-1 0 0 0 0,0 0 0 0 0,1 1 0 0 0,-1-1 0 0 0,0 1 0 0 0,0 0 0 0 0,0 0 0 0 0,0 1 0 0 0,0-1 0 0 0,0 1 0 0 0,0 0 0 0 0,-1 0 0 0 0,0 0 0 0 0,1 0 0 0 0,-1 1 0 0 0,-1-1 0 0 0,1 1 0 0 0,0 0 0 0 0,2 4 1 0 0,-5-6-24 0 0,1 0 1 0 0,-1 0-1 0 0,0 1 1 0 0,0-1-1 0 0,0 0 1 0 0,0 0-1 0 0,0 0 1 0 0,0 0-1 0 0,-1 1 1 0 0,1-1-1 0 0,-1 0 1 0 0,1 0-1 0 0,-1 0 1 0 0,0 0 0 0 0,0 0-1 0 0,0 0 1 0 0,0 0-1 0 0,0 0 1 0 0,0-1-1 0 0,0 1 1 0 0,-1 0-1 0 0,1-1 1 0 0,-1 1-1 0 0,1-1 1 0 0,-4 3-1 0 0,-3 3-12 0 0,1 0-1 0 0,-2-1 1 0 0,1 0-1 0 0,-10 4 1 0 0,-21 13 84 0 0,23-13-198 0 0,-1-1-1 0 0,0 0 0 0 0,0-1 1 0 0,-23 7-1 0 0,58-34-5047 0 0,23 9 7736 0 0,-39 9-2323 0 0,-1 1-1 0 0,1 0 0 0 0,-1-1 1 0 0,1 1-1 0 0,-1 0 1 0 0,1 0-1 0 0,0 0 1 0 0,-1 0-1 0 0,1 0 1 0 0,-1 1-1 0 0,1-1 0 0 0,-1 0 1 0 0,1 1-1 0 0,-1-1 1 0 0,1 1-1 0 0,-1-1 1 0 0,0 1-1 0 0,1 0 0 0 0,-1-1 1 0 0,0 1-1 0 0,1 0 1 0 0,-1 0-1 0 0,0 0 1 0 0,2 2-1 0 0,-3 1-46 0 0,0-1 0 0 0,0 1-1 0 0,0 0 1 0 0,0 0 0 0 0,-1 0 0 0 0,1 0 0 0 0,-1 0-1 0 0,0 0 1 0 0,0 0 0 0 0,0-1 0 0 0,-4 7 0 0 0,-1 10 341 0 0,3 3-274 0 0,1 0 0 0 0,1 1-1 0 0,1 0 1 0 0,1-1 0 0 0,6 34 0 0 0,0 8-141 0 0,-14 443 1277 0 0,-38-82-198 0 0,33-327-945 0 0,8-73-481 0 0,1-5-132 0 0,0-1 1 0 0,1 1 0 0 0,1 0 0 0 0,1-1-1 0 0,5 37 1 0 0,1-43-1739 0 0,-1-9 1013 0 0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9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75 2761 0 0,'1'-11'-127'0'0,"-3"-28"-944"0"0,-9 14 9938 0 0,6 33-6841 0 0,-3 14-1678 0 0,7-20-204 0 0,-1 9 121 0 0,1-1-1 0 0,0 0 1 0 0,1 0-1 0 0,1 15 1 0 0,0 11 1121 0 0,-21 233 82 0 0,-3 129-1429 0 0,32-193 482 0 0,-3-113-110 0 0,-5 104 1 0 0,-4-173-378 0 0,2 0 1 0 0,0 1-1 0 0,2-1 0 0 0,0 1 0 0 0,2-1 1 0 0,10 43-1 0 0,-14-64-79 0 0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0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1 4609 0 0,'-69'32'1434'0'0,"44"-22"-402"0"0,0 1 0 0 0,1 1 0 0 0,1 1 0 0 0,-38 28-1 0 0,61-41-1014 0 0,0 0 0 0 0,0 0 0 0 0,-1 0 0 0 0,1 0 0 0 0,0 0 1 0 0,-1 1-1 0 0,1-1 0 0 0,0 0 0 0 0,0 0 0 0 0,-1 0 0 0 0,1 1 0 0 0,0-1 0 0 0,0 0 0 0 0,-1 0 0 0 0,1 1 0 0 0,0-1 0 0 0,0 0 0 0 0,0 0 0 0 0,0 1 0 0 0,-1-1 0 0 0,1 0 0 0 0,0 1 0 0 0,0-1 0 0 0,0 0 0 0 0,0 1 0 0 0,0-1 0 0 0,0 0 0 0 0,0 1 0 0 0,0-1 0 0 0,0 0 0 0 0,0 0 0 0 0,0 1 0 0 0,0-1 0 0 0,0 0 0 0 0,0 1 0 0 0,0-1 0 0 0,0 0 0 0 0,0 1 0 0 0,1-1 0 0 0,-1 0 0 0 0,0 1 0 0 0,17 2 263 0 0,37-7-338 0 0,-42 3 44 0 0,65-8 155 0 0,-41 4 553 0 0,1 2 0 0 0,0 1 1 0 0,62 5-1 0 0,-96-3-597 0 0,1 0-1 0 0,-1 1 1 0 0,0 0-1 0 0,1 0 1 0 0,-1 0-1 0 0,0 0 1 0 0,0 0-1 0 0,0 0 1 0 0,6 4-1 0 0,-9-4-99 0 0,1-1-1 0 0,-1 1 0 0 0,1-1 1 0 0,-1 0-1 0 0,0 1 0 0 0,1-1 1 0 0,-1 1-1 0 0,0-1 0 0 0,1 1 1 0 0,-1-1-1 0 0,0 1 1 0 0,0 0-1 0 0,1-1 0 0 0,-1 1 1 0 0,0-1-1 0 0,0 1 0 0 0,0-1 1 0 0,0 1-1 0 0,0 0 0 0 0,0-1 1 0 0,0 1-1 0 0,0 0 0 0 0,-1 1-51 0 0,1-1 0 0 0,-1 1-1 0 0,1-1 1 0 0,-1 1-1 0 0,0-1 1 0 0,0 1-1 0 0,0-1 1 0 0,1 0 0 0 0,-1 1-1 0 0,-1-1 1 0 0,-1 2-1 0 0,-70 59-1235 0 0,52-46 1236 0 0,1 1 0 0 0,1 1-1 0 0,-18 20 1 0 0,35-36 57 0 0,0 0 1 0 0,1 0-1 0 0,-1 0 1 0 0,1 0-1 0 0,0 0 1 0 0,-1 0-1 0 0,1 0 1 0 0,0 1-1 0 0,0-1 1 0 0,1 0-1 0 0,-1 1 1 0 0,0-1-1 0 0,0 5 1 0 0,1-7-10 0 0,0 1 1 0 0,0 0-1 0 0,1-1 0 0 0,-1 1 1 0 0,0-1-1 0 0,0 1 1 0 0,0-1-1 0 0,1 1 0 0 0,-1 0 1 0 0,0-1-1 0 0,1 1 1 0 0,-1-1-1 0 0,0 1 0 0 0,1-1 1 0 0,-1 0-1 0 0,0 1 1 0 0,1-1-1 0 0,-1 1 0 0 0,1-1 1 0 0,-1 0-1 0 0,2 1 1 0 0,21 3 124 0 0,15-5-350 0 0,43-9 0 0 0,-43 5-160 0 0,43-1 0 0 0,-80 6 409 0 0,-1 0-1 0 0,0 0 1 0 0,1 0 0 0 0,-1 0 0 0 0,0 0 0 0 0,1 0 0 0 0,-1 0-1 0 0,0 0 1 0 0,1 0 0 0 0,-1 0 0 0 0,0 0 0 0 0,1 0 0 0 0,-1 0-1 0 0,0 0 1 0 0,0 0 0 0 0,1 0 0 0 0,-1 1 0 0 0,0-1 0 0 0,1 0-1 0 0,-1 0 1 0 0,0 0 0 0 0,0 0 0 0 0,1 1 0 0 0,-1-1 0 0 0,0 0-1 0 0,0 0 1 0 0,1 1 0 0 0,-1-1 0 0 0,0 0 0 0 0,0 0 0 0 0,0 1-1 0 0,1-1 1 0 0,-1 0 0 0 0,0 0 0 0 0,0 1 0 0 0,0-1 0 0 0,0 0-1 0 0,0 1 1 0 0,-7 13 364 0 0,-20 12-68 0 0,25-24-287 0 0,-159 120 286 0 0,108-86-288 0 0,-92 84 0 0 0,142-116-25 0 0,-1-1-1 0 0,1 1 1 0 0,0 0 0 0 0,0 0 0 0 0,1 0-1 0 0,-1 0 1 0 0,1 0 0 0 0,0 0-1 0 0,-2 7 1 0 0,3-10 9 0 0,1 0-1 0 0,0 0 0 0 0,0 0 1 0 0,0 0-1 0 0,0 0 0 0 0,0 0 1 0 0,0 0-1 0 0,0 0 0 0 0,0 0 1 0 0,0 0-1 0 0,0 0 0 0 0,0 0 1 0 0,1 0-1 0 0,-1 0 0 0 0,0 0 1 0 0,1 0-1 0 0,-1-1 1 0 0,1 1-1 0 0,0 1 0 0 0,0-1 25 0 0,0 1 1 0 0,1-1-1 0 0,-1 0 0 0 0,0 0 0 0 0,1-1 0 0 0,-1 1 1 0 0,1 0-1 0 0,-1 0 0 0 0,1-1 0 0 0,-1 1 1 0 0,1-1-1 0 0,0 1 0 0 0,-1-1 0 0 0,1 0 0 0 0,2 1 1 0 0,20 0 405 0 0,-1-1 0 0 0,1 0 0 0 0,-1-2 0 0 0,46-9 0 0 0,-35 5-142 0 0,41-2-1 0 0,-48 6-200 0 0,26-1 22 0 0,-49 3-103 0 0,-1 0 0 0 0,1 0 0 0 0,0 0 0 0 0,-1 1 0 0 0,1 0 0 0 0,-1 0 0 0 0,1 0 0 0 0,-1 0 0 0 0,1 0 0 0 0,4 3 0 0 0,-8-4-25 0 0,1 1-1 0 0,0 0 1 0 0,-1-1 0 0 0,1 1-1 0 0,-1 0 1 0 0,1 0 0 0 0,-1-1 0 0 0,1 1-1 0 0,-1 0 1 0 0,0 0 0 0 0,1 0-1 0 0,-1 0 1 0 0,0-1 0 0 0,0 1 0 0 0,1 0-1 0 0,-1 0 1 0 0,0 0 0 0 0,0 0-1 0 0,0 0 1 0 0,0 0 0 0 0,0 0 0 0 0,0-1-1 0 0,-1 1 1 0 0,1 0 0 0 0,0 0 0 0 0,0 0-1 0 0,-1 0 1 0 0,1 0 0 0 0,0-1-1 0 0,-1 1 1 0 0,1 0 0 0 0,-1 0 0 0 0,1-1-1 0 0,-1 1 1 0 0,1 0 0 0 0,-2 1-1 0 0,-24 29-545 0 0,21-26 496 0 0,-33 35-642 0 0,-2-1 1 0 0,-1-2-1 0 0,-78 53 1 0 0,98-79 667 0 0,21-11-110 0 0,-1 0-1 0 0,1 1 0 0 0,-1-1 1 0 0,1 0-1 0 0,-1 0 1 0 0,1 1-1 0 0,-1-1 1 0 0,1 0-1 0 0,-1 0 1 0 0,0 0-1 0 0,1 0 1 0 0,-1 0-1 0 0,1 0 1 0 0,-1 0-1 0 0,1 0 1 0 0,-1 0-1 0 0,0 0 1 0 0,1 0-1 0 0,-1 0 1 0 0,1 0-1 0 0,-1-1 1 0 0,1 1-1 0 0,-1 0 1 0 0,1 0-1 0 0,-1 0 1 0 0,1-1-1 0 0,-1 1 1 0 0,1 0-1 0 0,-1-1 1 0 0,1 1-1 0 0,0 0 1 0 0,-1-1-1 0 0,1 1 1 0 0,-1-1-1 0 0,1 1 1 0 0,-1-1-1 0 0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1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6 6913 0 0,'12'-4'3890'0'0,"-12"4"-3898"0"0,0 0 1 0 0,0 0-1 0 0,0-1 1 0 0,1 1-1 0 0,-1 0 0 0 0,0 0 1 0 0,0 0-1 0 0,1 0 1 0 0,-1 0-1 0 0,0 0 0 0 0,0 0 1 0 0,1 0-1 0 0,-1-1 1 0 0,0 1-1 0 0,0 0 0 0 0,1 0 1 0 0,-1 0-1 0 0,0 0 1 0 0,1 1-1 0 0,-1-1 0 0 0,0 0 1 0 0,0 0-1 0 0,1 0 1 0 0,-1 0-1 0 0,0 0 0 0 0,0 0 1 0 0,1 0-1 0 0,-1 0 1 0 0,0 0-1 0 0,0 1 0 0 0,1-1 1 0 0,-1 0-1 0 0,0 0 1 0 0,0 0-1 0 0,0 0 0 0 0,0 1 1 0 0,1-1-1 0 0,-1 0 1 0 0,0 0-1 0 0,0 1 0 0 0,0-1 1 0 0,0 0-1 0 0,0 0 1 0 0,1 1-1 0 0,-1-1 0 0 0,0 0 1 0 0,0 1-1 0 0,-9 37 2050 0 0,-19 53 0 0 0,14-53-861 0 0,-15 75 0 0 0,21-48-1036 0 0,2 0-1 0 0,3 0 1 0 0,3 1 0 0 0,3-1 0 0 0,3 0 0 0 0,2 0 0 0 0,4-1 0 0 0,26 86 0 0 0,-19-75 100 0 0,-3 0 0 0 0,10 113 0 0 0,-13 157 1260 0 0,-15-311-1369 0 0,-2 0 0 0 0,-1 0 0 0 0,-2-1 0 0 0,-1 1 1 0 0,-16 38-1 0 0,22-69-1260 0 0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7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2 309 11058 0 0,'0'0'46'0'0,"0"0"-1"0"0,0 0 1 0 0,0 0-1 0 0,0 0 1 0 0,0-1-1 0 0,-1 1 1 0 0,1 0-1 0 0,0 0 1 0 0,0 0-1 0 0,0 0 1 0 0,0 0-1 0 0,0 0 1 0 0,0-1-1 0 0,0 1 1 0 0,0 0-1 0 0,0 0 1 0 0,0 0-1 0 0,0 0 1 0 0,0 0-1 0 0,0-1 1 0 0,0 1-1 0 0,0 0 1 0 0,0 0-1 0 0,0 0 1 0 0,0 0-1 0 0,0-1 1 0 0,0 1-1 0 0,0 0 1 0 0,0 0-1 0 0,0 0 1 0 0,0 0-1 0 0,0 0 1 0 0,0-1-1 0 0,0 1 1 0 0,0 0-1 0 0,0 0 1 0 0,1 0-1 0 0,-1 0 1 0 0,0 0-1 0 0,0 0 1 0 0,0 0-1 0 0,0-1 1 0 0,0 1-1 0 0,0 0 1 0 0,0 0-1 0 0,1 0 1 0 0,10-9 457 0 0,14-4-536 0 0,10 4-29 0 0,-1 3-1 0 0,1 0 1 0 0,0 3-1 0 0,68 0 1 0 0,-50 2 991 0 0,221 8 1095 0 0,-161-1-1816 0 0,160-12 1 0 0,-235 0-434 0 0,0-1 0 0 0,42-15 0 0 0,-74 20 102 0 0,11 0-748 0 0,-9 2 100 0 0,-7 4-236 0 0,-6-7 597 0 0,3 2 429 0 0,0 0 1 0 0,0-1-1 0 0,0 0 0 0 0,1 1 0 0 0,-1-1 0 0 0,1 0 1 0 0,-1 0-1 0 0,1 0 0 0 0,-1 0 0 0 0,1 0 1 0 0,0 0-1 0 0,0 0 0 0 0,0 0 0 0 0,0 0 0 0 0,0-1 1 0 0,1 1-1 0 0,-1 0 0 0 0,1 0 0 0 0,-1-1 0 0 0,1 1 1 0 0,0-1-1 0 0,0 1 0 0 0,0 0 0 0 0,0-1 1 0 0,1 1-1 0 0,-1 0 0 0 0,0-1 0 0 0,1 1 0 0 0,0 0 1 0 0,0-1-1 0 0,-1 1 0 0 0,1 0 0 0 0,3-4 1 0 0,0-2 5 0 0,0 1 0 0 0,0 0 0 0 0,1-1 0 0 0,0 2 1 0 0,0-1-1 0 0,1 1 0 0 0,0-1 0 0 0,0 2 0 0 0,0-1 1 0 0,1 1-1 0 0,8-6 0 0 0,-12 9-22 0 0,0 0-1 0 0,0 1 1 0 0,0-1 0 0 0,0 1 0 0 0,0 0 0 0 0,0 0-1 0 0,1 0 1 0 0,-1 0 0 0 0,0 0 0 0 0,1 1-1 0 0,-1 0 1 0 0,0-1 0 0 0,1 1 0 0 0,-1 0-1 0 0,0 1 1 0 0,1-1 0 0 0,-1 1 0 0 0,0-1-1 0 0,1 1 1 0 0,-1 0 0 0 0,0 0 0 0 0,0 0 0 0 0,0 1-1 0 0,0-1 1 0 0,0 1 0 0 0,0 0 0 0 0,0 0-1 0 0,0 0 1 0 0,-1 0 0 0 0,5 4 0 0 0,3 6 314 0 0,-1 0 1 0 0,0 0 0 0 0,0 1 0 0 0,-1 0 0 0 0,-1 1-1 0 0,9 23 1 0 0,21 37 184 0 0,-36-73-472 0 0,-1 0 0 0 0,1 0 0 0 0,0 0 1 0 0,-1 0-1 0 0,1 0 0 0 0,0 0 1 0 0,0 0-1 0 0,0 0 0 0 0,0 0 0 0 0,0 0 1 0 0,0-1-1 0 0,0 1 0 0 0,0 0 1 0 0,0-1-1 0 0,0 1 0 0 0,0-1 0 0 0,0 1 1 0 0,0-1-1 0 0,1 1 0 0 0,-1-1 1 0 0,0 0-1 0 0,0 0 0 0 0,0 1 0 0 0,1-1 1 0 0,0 0-1 0 0,1-1 4 0 0,-1 1 0 0 0,0-1 0 0 0,0 0 0 0 0,0 0 0 0 0,0 0 0 0 0,1 0 1 0 0,-1 0-1 0 0,-1 0 0 0 0,1 0 0 0 0,0-1 0 0 0,0 1 0 0 0,2-4 0 0 0,3-2 0 0 0,-1 0 1 0 0,0-1-1 0 0,0 0 0 0 0,-1 0 1 0 0,6-14-1 0 0,14-44-476 0 0,-19 48 106 0 0,0 0-1 0 0,1 1 0 0 0,1 0 1 0 0,17-28-1 0 0,-24 44 292 0 0,0-1 0 0 0,0 1-1 0 0,0-1 1 0 0,0 1-1 0 0,0 0 1 0 0,1 0-1 0 0,-1-1 1 0 0,0 1 0 0 0,1 0-1 0 0,-1 0 1 0 0,0 0-1 0 0,1 0 1 0 0,-1 0-1 0 0,1 1 1 0 0,0-1 0 0 0,-1 0-1 0 0,1 1 1 0 0,-1-1-1 0 0,1 1 1 0 0,0 0-1 0 0,-1-1 1 0 0,4 1 0 0 0,-3 1 24 0 0,0-1 0 0 0,0 1 1 0 0,1 0-1 0 0,-1 0 1 0 0,0-1-1 0 0,0 1 0 0 0,-1 1 1 0 0,1-1-1 0 0,0 0 1 0 0,0 0-1 0 0,0 1 0 0 0,-1-1 1 0 0,1 1-1 0 0,-1-1 1 0 0,2 3-1 0 0,4 6 70 0 0,0-1 0 0 0,-1 1 1 0 0,-1 0-1 0 0,0 1 0 0 0,6 15 1 0 0,33 114 420 0 0,13 34 562 0 0,-57-172-962 0 0,1 0-1 0 0,0 0 0 0 0,0 0 0 0 0,-1 0 0 0 0,1 0 0 0 0,0 0 0 0 0,1 0 0 0 0,-1 0 1 0 0,0-1-1 0 0,0 1 0 0 0,1 0 0 0 0,-1-1 0 0 0,1 1 0 0 0,-1-1 0 0 0,1 1 0 0 0,0-1 1 0 0,0 0-1 0 0,0 0 0 0 0,-1 0 0 0 0,1 0 0 0 0,0 0 0 0 0,0 0 0 0 0,0 0 0 0 0,0-1 0 0 0,1 1 1 0 0,-1-1-1 0 0,3 1 0 0 0,-1-2-42 0 0,0 1 1 0 0,-1-1-1 0 0,1 0 0 0 0,0-1 1 0 0,-1 1-1 0 0,1 0 1 0 0,-1-1-1 0 0,1 0 0 0 0,-1 0 1 0 0,0 0-1 0 0,0 0 1 0 0,0 0-1 0 0,0-1 1 0 0,0 0-1 0 0,3-2 0 0 0,1-4-176 0 0,1 0 0 0 0,-1 0 0 0 0,-1-1 0 0 0,1 0 0 0 0,-2 0-1 0 0,8-16 1 0 0,21-71-924 0 0,-8 20 546 0 0,-22 67 454 0 0,1-4 49 0 0,1-1 0 0 0,0 1 0 0 0,1 0 0 0 0,0 1 0 0 0,1 0 0 0 0,1 0-1 0 0,0 0 1 0 0,16-16 0 0 0,-24 29 18 0 0,0-1 0 0 0,-1 0-1 0 0,1 0 1 0 0,0 1 0 0 0,1-1-1 0 0,-1 0 1 0 0,0 1-1 0 0,0-1 1 0 0,0 1 0 0 0,0-1-1 0 0,0 1 1 0 0,1 0 0 0 0,-1-1-1 0 0,0 1 1 0 0,0 0-1 0 0,1 0 1 0 0,-1 0 0 0 0,0 0-1 0 0,0 0 1 0 0,0 0 0 0 0,1 0-1 0 0,-1 0 1 0 0,0 1-1 0 0,0-1 1 0 0,1 0 0 0 0,-1 1-1 0 0,0-1 1 0 0,0 1 0 0 0,0 0-1 0 0,0-1 1 0 0,0 1-1 0 0,0 0 1 0 0,0-1 0 0 0,0 1-1 0 0,0 0 1 0 0,0 0 0 0 0,0 0-1 0 0,-1 0 1 0 0,1 0 0 0 0,0 0-1 0 0,0 0 1 0 0,-1 0-1 0 0,1 0 1 0 0,-1 0 0 0 0,1 2-1 0 0,5 8-68 0 0,-2 0-1 0 0,1 0 1 0 0,4 21 0 0 0,-7-22 61 0 0,24 106-134 0 0,-22-86 269 0 0,2 0 0 0 0,1 0-1 0 0,1-1 1 0 0,2 0 0 0 0,23 49-1 0 0,-33-77-69 0 0,1 0-1 0 0,-1 0 0 0 0,1-1 0 0 0,-1 1 1 0 0,1 0-1 0 0,-1 0 0 0 0,1-1 0 0 0,-1 1 0 0 0,1 0 1 0 0,0 0-1 0 0,-1-1 0 0 0,1 1 0 0 0,0-1 1 0 0,-1 1-1 0 0,1-1 0 0 0,0 1 0 0 0,0-1 1 0 0,0 1-1 0 0,0-1 0 0 0,-1 0 0 0 0,1 1 0 0 0,0-1 1 0 0,0 0-1 0 0,0 0 0 0 0,0 0 0 0 0,0 0 1 0 0,1 1-1 0 0,-1-2 11 0 0,1 0 1 0 0,-1 1-1 0 0,1-1 0 0 0,-1 0 1 0 0,0 0-1 0 0,1 1 0 0 0,-1-1 1 0 0,0 0-1 0 0,0 0 1 0 0,0-1-1 0 0,0 1 0 0 0,0 0 1 0 0,0 0-1 0 0,2-3 0 0 0,3-6-100 0 0,-1-1 0 0 0,1 1 0 0 0,3-15 0 0 0,-8 22-93 0 0,22-71-1870 0 0,-9 27-3094 0 0,-5 23 457 0 0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8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61 203 1840 0 0,'-6'4'-998'0'0,"3"-3"1514"0"0,1 1 0 0 0,0 0 0 0 0,-1 0 0 0 0,1-1 0 0 0,-1 0 0 0 0,1 1-1 0 0,-1-1 1 0 0,0 0 0 0 0,1 0 0 0 0,-1-1 0 0 0,0 1 0 0 0,0 0 0 0 0,0-1 0 0 0,0 0 0 0 0,0 1 0 0 0,-4-2 0 0 0,6 1-500 0 0,1 0 1 0 0,0 0 0 0 0,0 0-1 0 0,0 0 1 0 0,-1 0-1 0 0,1-1 1 0 0,0 1 0 0 0,0 0-1 0 0,0 0 1 0 0,-1 0 0 0 0,1-1-1 0 0,0 1 1 0 0,0 0 0 0 0,0 0-1 0 0,0 0 1 0 0,0-1-1 0 0,-1 1 1 0 0,1 0 0 0 0,0 0-1 0 0,0-1 1 0 0,0 1 0 0 0,0 0-1 0 0,0 0 1 0 0,0-1-1 0 0,0 1 1 0 0,0 0 0 0 0,0 0-1 0 0,0-1 1 0 0,0 1 0 0 0,0 0-1 0 0,0 0 1 0 0,0-1-1 0 0,0 1 1 0 0,0 0 0 0 0,0 0-1 0 0,0-1 1 0 0,1 1 0 0 0,-1 0-1 0 0,0 0 1 0 0,10-12 19 0 0,14-6-321 0 0,-12 13 651 0 0,1 0 1 0 0,-1 1-1 0 0,1 0 0 0 0,-1 1 1 0 0,1 1-1 0 0,15-2 0 0 0,84 0 2064 0 0,-35 2-892 0 0,203-27 379 0 0,96-4-1486 0 0,-225 29 273 0 0,292-46-1 0 0,-242 15-5752 0 0,-195 34 3353 0 0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9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0 330 8754 0 0,'2'5'-4266'0'0,"-1"-3"4371"0"0,-1 0 0 0 0,1-1-1 0 0,0 1 1 0 0,0 0 0 0 0,0 0-1 0 0,1-1 1 0 0,-1 1 0 0 0,0-1-1 0 0,1 1 1 0 0,-1-1 0 0 0,0 0 0 0 0,1 0-1 0 0,0 1 1 0 0,2 1 0 0 0,4-1 728 0 0,-1 0 0 0 0,1 0 1 0 0,0 0-1 0 0,-1-1 0 0 0,12 0 1 0 0,11-1 230 0 0,35-4 1 0 0,-28 1-723 0 0,508-23-1378 0 0,-185 10 1735 0 0,158-10-417 0 0,-506 26-406 0 0,1-1-1 0 0,-1 2 1 0 0,0 0-1 0 0,23 4 1 0 0,-30-3-121 0 0,1 0 0 0 0,-1 0 0 0 0,0 0-1 0 0,1 1 1 0 0,-1 0 0 0 0,0 0 0 0 0,-1 0 0 0 0,1 0 0 0 0,0 1 0 0 0,-1 0-1 0 0,0 0 1 0 0,5 5 0 0 0,-2-1 42 0 0,-5-7 317 0 0,-1 0 0 0 0,0 1-1 0 0,0-1 1 0 0,1 0-1 0 0,-1 1 1 0 0,0-1 0 0 0,0 0-1 0 0,0 1 1 0 0,-1 0-1 0 0,1-1 1 0 0,0 1-1 0 0,0-1 1 0 0,-1 1 0 0 0,1 0-1 0 0,3 5 3010 0 0,-2-11-2794 0 0,106-276 1496 0 0,-106 276-1864 0 0,-1 0-1 0 0,1 1 1 0 0,0 0 0 0 0,0-1 0 0 0,0 1 0 0 0,0 0 0 0 0,1 0 0 0 0,-1 0 0 0 0,4-3 0 0 0,-5 6 29 0 0,-1 0-1 0 0,1-1 1 0 0,-1 1-1 0 0,1 0 0 0 0,-1 0 1 0 0,0-1-1 0 0,1 1 0 0 0,-1 0 1 0 0,1 0-1 0 0,-1 0 0 0 0,1 0 1 0 0,0 0-1 0 0,-1-1 0 0 0,1 1 1 0 0,-1 0-1 0 0,1 0 1 0 0,-1 0-1 0 0,1 0 0 0 0,-1 1 1 0 0,1-1-1 0 0,-1 0 0 0 0,1 0 1 0 0,-1 0-1 0 0,1 0 0 0 0,-1 0 1 0 0,1 1-1 0 0,1 0-1 0 0,-1 0 0 0 0,0 1 0 0 0,0-1-1 0 0,0 0 1 0 0,0 1 0 0 0,0-1 0 0 0,0 0 0 0 0,0 1-1 0 0,-1-1 1 0 0,1 1 0 0 0,0 0 0 0 0,-1-1 0 0 0,1 3-1 0 0,14 67-95 0 0,-12-53 297 0 0,0 0 0 0 0,2 0 0 0 0,11 31 0 0 0,-13-43-56 0 0,0 1 0 0 0,1-1 0 0 0,0 1 0 0 0,0-1 0 0 0,0 0 0 0 0,1 0 0 0 0,0-1 0 0 0,6 6-1 0 0,-10-10-104 0 0,0 0-1 0 0,1 0 0 0 0,-1 0 0 0 0,0 0 0 0 0,1 0 0 0 0,-1 0 0 0 0,1-1 1 0 0,-1 1-1 0 0,1 0 0 0 0,-1-1 0 0 0,1 0 0 0 0,-1 1 0 0 0,1-1 0 0 0,-1 0 1 0 0,1 1-1 0 0,-1-1 0 0 0,1 0 0 0 0,0 0 0 0 0,-1 0 0 0 0,1-1 0 0 0,-1 1 1 0 0,1 0-1 0 0,0-1 0 0 0,-1 1 0 0 0,1-1 0 0 0,-1 1 0 0 0,1-1 0 0 0,-1 0 1 0 0,0 1-1 0 0,1-1 0 0 0,-1 0 0 0 0,0 0 0 0 0,1 0 0 0 0,-1 0 0 0 0,0 0 1 0 0,0 0-1 0 0,0-1 0 0 0,0 1 0 0 0,0 0 0 0 0,0-1 0 0 0,0 1 0 0 0,1-3 1 0 0,13-21-196 0 0,-2-1 1 0 0,0-1-1 0 0,11-37 1 0 0,-12 32 112 0 0,1 1 1 0 0,17-32 0 0 0,-28 60 27 0 0,0 0 0 0 0,-1 0-1 0 0,1 0 1 0 0,0 0-1 0 0,1 0 1 0 0,-1 1-1 0 0,0-1 1 0 0,1 1-1 0 0,-1 0 1 0 0,1 0-1 0 0,0 0 1 0 0,5-3 0 0 0,-7 4 3 0 0,1 1 0 0 0,-1 0 0 0 0,0 0 0 0 0,1 0 0 0 0,-1 0 0 0 0,1 0 0 0 0,-1 0 0 0 0,0 1 0 0 0,1-1 0 0 0,-1 0 0 0 0,0 1 0 0 0,1-1 0 0 0,-1 1 0 0 0,0-1 0 0 0,0 1 1 0 0,0 0-1 0 0,1 0 0 0 0,-1-1 0 0 0,0 1 0 0 0,0 0 0 0 0,0 0 0 0 0,0 0 0 0 0,0 0 0 0 0,0 0 0 0 0,-1 0 0 0 0,1 0 0 0 0,0 1 0 0 0,0-1 0 0 0,-1 0 0 0 0,1 0 0 0 0,-1 1 0 0 0,1 1 1 0 0,8 17 107 0 0,-1 0 0 0 0,-1 0 0 0 0,0 1 0 0 0,3 22 0 0 0,-7-23 83 0 0,2-1 0 0 0,1-1 0 0 0,0 1 0 0 0,1-1-1 0 0,14 26 1 0 0,-18-39-148 0 0,20 30 51 0 0,-21-34-61 0 0,-1 1 0 0 0,0 0 0 0 0,1-1 0 0 0,-1 0 0 0 0,1 1 0 0 0,-1-1 0 0 0,1 0 0 0 0,0 0 1 0 0,-1 1-1 0 0,1-1 0 0 0,0-1 0 0 0,0 1 0 0 0,0 0 0 0 0,0 0 0 0 0,0-1 0 0 0,0 1 0 0 0,2 0 0 0 0,-3-2 6 0 0,0 1-1 0 0,0 0 1 0 0,1-1-1 0 0,-1 1 1 0 0,0-1-1 0 0,0 1 1 0 0,0-1-1 0 0,0 0 1 0 0,0 1-1 0 0,0-1 0 0 0,0 0 1 0 0,0 0-1 0 0,0 0 1 0 0,0 0-1 0 0,0 0 1 0 0,0 0-1 0 0,-1 0 1 0 0,1 0-1 0 0,0 0 1 0 0,-1 0-1 0 0,1-1 1 0 0,13-31 59 0 0,-11 25-57 0 0,23-73-911 0 0,-21 62 346 0 0,0 0 0 0 0,2 1-1 0 0,0-1 1 0 0,0 2 0 0 0,2-1-1 0 0,18-27 1 0 0,-26 43 520 0 0,1-1 0 0 0,0 1-1 0 0,-1 0 1 0 0,1 0 0 0 0,0 0 0 0 0,0 0 0 0 0,1 0 0 0 0,-1 1-1 0 0,0-1 1 0 0,1 1 0 0 0,-1-1 0 0 0,1 1 0 0 0,-1 0-1 0 0,1 0 1 0 0,0 0 0 0 0,-1 0 0 0 0,1 1 0 0 0,0-1 0 0 0,0 1-1 0 0,-1-1 1 0 0,1 1 0 0 0,4 0 0 0 0,-4 1 109 0 0,-1 0-1 0 0,1 0 1 0 0,0 0 0 0 0,-1 0 0 0 0,1 0-1 0 0,0 0 1 0 0,-1 1 0 0 0,0 0 0 0 0,1-1-1 0 0,-1 1 1 0 0,0 0 0 0 0,0 0-1 0 0,0 0 1 0 0,0 0 0 0 0,0 1 0 0 0,0-1-1 0 0,-1 0 1 0 0,1 1 0 0 0,-1 0 0 0 0,1-1-1 0 0,0 5 1 0 0,6 12 552 0 0,-1 1-1 0 0,-1 0 0 0 0,7 41 0 0 0,-6 21-4510 0 0,-7-70-1230 0 0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0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91 5985 0 0,'-1'1'76'0'0,"-31"14"228"0"0,30-14-433 0 0,1 0 0 0 0,-1 0 1 0 0,1 0-1 0 0,-1 0 0 0 0,1 0 1 0 0,0 1-1 0 0,-1-1 0 0 0,1 1 1 0 0,0-1-1 0 0,0 1 0 0 0,0-1 0 0 0,0 1 1 0 0,0-1-1 0 0,0 1 0 0 0,0 0 1 0 0,0 2-1 0 0,1-3 112 0 0,1-1 0 0 0,-1 1 1 0 0,0-1-1 0 0,1 1 0 0 0,-1-1 1 0 0,1 1-1 0 0,-1-1 0 0 0,1 1 0 0 0,-1-1 1 0 0,1 1-1 0 0,-1-1 0 0 0,1 1 1 0 0,-1-1-1 0 0,1 0 0 0 0,-1 1 0 0 0,1-1 1 0 0,0 0-1 0 0,-1 0 0 0 0,1 1 1 0 0,0-1-1 0 0,-1 0 0 0 0,1 0 0 0 0,0 0 1 0 0,-1 0-1 0 0,1 0 0 0 0,0 0 1 0 0,-1 0-1 0 0,2 0 0 0 0,23 1 1194 0 0,-25-1-1132 0 0,39-1 3482 0 0,47-8 0 0 0,40-12-217 0 0,2-1-1880 0 0,282-7-91 0 0,-120 14-766 0 0,-88 3 119 0 0,85-9-1224 0 0,-237 12-4965 0 0,-28 6-224 0 0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1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6913 0 0,'0'0'529'0'0,"31"-2"4074"0"0,-26 2-4473 0 0,-1-1 0 0 0,1 1 0 0 0,0 0 0 0 0,0 0 0 0 0,-1 0 0 0 0,1 1 0 0 0,0-1 0 0 0,-1 1 0 0 0,1 0 0 0 0,-1 1 0 0 0,1-1 0 0 0,-1 1 0 0 0,0 0 0 0 0,1 0 0 0 0,-1 0 0 0 0,0 1 0 0 0,0-1 0 0 0,-1 1 0 0 0,1 0 0 0 0,0 0 0 0 0,-1 0 0 0 0,0 1 0 0 0,0-1 0 0 0,0 1 0 0 0,0 0 0 0 0,0 0 0 0 0,-1 0 0 0 0,1 0 0 0 0,-1 0 0 0 0,-1 0 0 0 0,1 1 0 0 0,0-1 0 0 0,-1 1 0 0 0,0-1 0 0 0,1 6 0 0 0,2 60 1043 0 0,-6 98 0 0 0,0-17-992 0 0,3 16-173 0 0,3 88-27 0 0,1-180 89 0 0,20 104-1 0 0,-15-132-28 0 0,-2-1 0 0 0,-2 2 0 0 0,-2-1 0 0 0,-2 1 0 0 0,-5 50 0 0 0,0-47-434 0 0,1 0 1 0 0,3 0-1 0 0,9 61 1 0 0,-10-111 321 0 0,0-1 0 0 0,0 1 1 0 0,0 0-1 0 0,0 0 0 0 0,0 0 0 0 0,1 0 1 0 0,-1-1-1 0 0,0 1 0 0 0,0 0 1 0 0,1 0-1 0 0,-1 0 0 0 0,1-1 0 0 0,-1 1 1 0 0,1 0-1 0 0,-1-1 0 0 0,1 1 0 0 0,-1 0 1 0 0,1-1-1 0 0,0 1 0 0 0,-1-1 1 0 0,1 1-1 0 0,0-1 0 0 0,-1 1 0 0 0,1-1 1 0 0,0 1-1 0 0,0-1 0 0 0,-1 0 0 0 0,2 1 1 0 0,3-2-740 0 0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7370 0 0,'4'-1'373'0'0,"0"0"-1"0"0,0 0 1 0 0,1 1 0 0 0,-1-1 0 0 0,0 1 0 0 0,1 0 0 0 0,-1 0 0 0 0,5 1 0 0 0,3-1-437 0 0,26-1-1359 0 0,-1 1 0 0 0,40 5 0 0 0,-15 7 3153 0 0,-61-12-1670 0 0,1 0-1 0 0,0 0 1 0 0,-1 0 0 0 0,1 1-1 0 0,0-1 1 0 0,-1 1 0 0 0,1-1-1 0 0,-1 1 1 0 0,1 0-1 0 0,-1 0 1 0 0,1 0 0 0 0,-1-1-1 0 0,0 1 1 0 0,1 1 0 0 0,-1-1-1 0 0,0 0 1 0 0,0 0-1 0 0,0 0 1 0 0,1 1 0 0 0,-2-1-1 0 0,1 0 1 0 0,0 1 0 0 0,0-1-1 0 0,0 1 1 0 0,0-1 0 0 0,-1 1-1 0 0,1 0 1 0 0,-1-1-1 0 0,1 1 1 0 0,-1-1 0 0 0,0 4-1 0 0,0-1-97 0 0,-1 0 0 0 0,0-1 1 0 0,-1 1-1 0 0,1 0 0 0 0,-1 0 0 0 0,1-1 0 0 0,-1 1 0 0 0,0-1 0 0 0,0 1 0 0 0,-1-1 0 0 0,1 0 0 0 0,-5 5 0 0 0,-28 28-531 0 0,-43 35 1 0 0,-3 3 2097 0 0,79-72-1425 0 0,0 0 0 0 0,0 0-1 0 0,0 0 1 0 0,1 0 0 0 0,-1 0 0 0 0,1 0 0 0 0,0 1-1 0 0,-2 4 1 0 0,2-7-61 0 0,1 1 1 0 0,0 0-1 0 0,0 0 0 0 0,0-1 1 0 0,0 1-1 0 0,-1 0 0 0 0,1 0 1 0 0,1 0-1 0 0,-1-1 0 0 0,0 1 0 0 0,0 0 1 0 0,0 0-1 0 0,0-1 0 0 0,0 1 1 0 0,1 0-1 0 0,-1 0 0 0 0,0-1 1 0 0,1 1-1 0 0,-1 0 0 0 0,1 1 1 0 0,1-1-9 0 0,0 1 1 0 0,0 0-1 0 0,1-1 1 0 0,-1 0-1 0 0,0 1 0 0 0,1-1 1 0 0,-1 0-1 0 0,1 0 1 0 0,-1 0-1 0 0,1-1 1 0 0,0 1-1 0 0,-1-1 1 0 0,1 1-1 0 0,-1-1 1 0 0,6 0-1 0 0,13 0 641 0 0,38-4 0 0 0,-40 1-82 0 0,-1 2 0 0 0,35 1 0 0 0,-52 0-579 0 0,0 0-1 0 0,0 0 0 0 0,0 0 1 0 0,0 0-1 0 0,0 0 0 0 0,1 0 1 0 0,-1 1-1 0 0,0-1 1 0 0,0 0-1 0 0,0 1 0 0 0,0-1 1 0 0,0 1-1 0 0,0-1 0 0 0,0 1 1 0 0,0-1-1 0 0,0 1 0 0 0,0 0 1 0 0,0 0-1 0 0,-1-1 1 0 0,1 1-1 0 0,0 0 0 0 0,1 2 1 0 0,-2-2-22 0 0,0 0 0 0 0,0 0 0 0 0,0 0 0 0 0,0 0 0 0 0,0 0 1 0 0,0 0-1 0 0,0 0 0 0 0,0 0 0 0 0,0 0 0 0 0,-1 1 0 0 0,1-1 0 0 0,0 0 1 0 0,-1 0-1 0 0,1 0 0 0 0,-1 0 0 0 0,1 0 0 0 0,-1 0 0 0 0,-1 1 0 0 0,-5 7-44 0 0,0 0-1 0 0,-1-1 1 0 0,-14 12-1 0 0,14-13 270 0 0,-1 1-138 0 0,-1 0 188 0 0,1 1-1 0 0,0 1 1 0 0,-14 17 0 0 0,22-25-242 0 0,-1 0 0 0 0,1 0 1 0 0,0-1-1 0 0,0 1 0 0 0,0 0 1 0 0,0 0-1 0 0,0 0 0 0 0,0 0 1 0 0,1 0-1 0 0,-1 1 0 0 0,1-1 1 0 0,-1 0-1 0 0,1 0 0 0 0,0 0 1 0 0,0 0-1 0 0,0 1 0 0 0,0-1 1 0 0,0 0-1 0 0,0 0 0 0 0,0 0 1 0 0,1 0-1 0 0,0 1 0 0 0,-1-1 1 0 0,1 0-1 0 0,0 0 0 0 0,0 0 1 0 0,0 0-1 0 0,0 0 0 0 0,2 2 1 0 0,1 0-43 0 0,0 0 0 0 0,1-1 0 0 0,0 0 0 0 0,-1 0 0 0 0,1 0 0 0 0,0-1 0 0 0,1 1 0 0 0,-1-1 0 0 0,0 0 0 0 0,1-1 0 0 0,-1 1 0 0 0,1-1 0 0 0,-1 0 0 0 0,1-1-1 0 0,-1 1 1 0 0,8-1 0 0 0,-6 0 0 0 0,0 1 1 0 0,0 0-1 0 0,1 0 0 0 0,-1 0 0 0 0,0 1 0 0 0,0 0 0 0 0,0 1 0 0 0,12 6 0 0 0,-18-9 10 0 0,-1 1-1 0 0,0-1 1 0 0,0 1 0 0 0,0-1 0 0 0,1 1 0 0 0,-1-1 0 0 0,0 1 0 0 0,0-1-1 0 0,0 1 1 0 0,0-1 0 0 0,0 1 0 0 0,0-1 0 0 0,0 1 0 0 0,0-1-1 0 0,0 1 1 0 0,0-1 0 0 0,0 1 0 0 0,-1-1 0 0 0,1 1 0 0 0,0-1 0 0 0,0 0-1 0 0,0 1 1 0 0,-1-1 0 0 0,1 1 0 0 0,0-1 0 0 0,0 1 0 0 0,-1-1 0 0 0,1 0-1 0 0,0 1 1 0 0,-1-1 0 0 0,1 0 0 0 0,-1 1 0 0 0,1-1 0 0 0,0 0 0 0 0,-1 1-1 0 0,1-1 1 0 0,-1 0 0 0 0,1 0 0 0 0,-1 1 0 0 0,-25 18-444 0 0,17-13 353 0 0,8-5 60 0 0,0 0-1 0 0,0-1 0 0 0,0 1 0 0 0,0 0 0 0 0,0 1 0 0 0,0-1 0 0 0,0 0 1 0 0,0 0-1 0 0,0 0 0 0 0,0 0 0 0 0,1 1 0 0 0,-1-1 0 0 0,1 0 0 0 0,-1 1 0 0 0,0 1 1 0 0,1-2-20 0 0,0 0 0 0 0,0-1 0 0 0,0 1 1 0 0,0 0-1 0 0,1-1 0 0 0,-1 1 1 0 0,0-1-1 0 0,0 1 0 0 0,1 0 0 0 0,-1-1 1 0 0,0 1-1 0 0,1-1 0 0 0,-1 1 0 0 0,0-1 1 0 0,1 1-1 0 0,-1-1 0 0 0,1 1 1 0 0,-1-1-1 0 0,1 1 0 0 0,-1-1 0 0 0,1 1 1 0 0,-1-1-1 0 0,2 1 0 0 0,4 2-318 0 0,0-1 0 0 0,0 0-1 0 0,0 0 1 0 0,0 0 0 0 0,10 1-1 0 0,-12-2 347 0 0,16 3 340 0 0,-13-2 265 0 0,1 0-1 0 0,0 0 1 0 0,0-1 0 0 0,-1 0 0 0 0,1-1-1 0 0,0 0 1 0 0,0 0 0 0 0,13-2 0 0 0,-11-4-40 0 0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 11522 0 0,'-1'0'382'0'0,"0"0"-1"0"0,0 0 1 0 0,0 1-1 0 0,0-1 1 0 0,0 0-1 0 0,-7 5 3053 0 0,7-3-3053 0 0,-21 28-3063 0 0,12-16 997 0 0,0 2 2825 0 0,0 0 0 0 0,1 0 0 0 0,1 1 0 0 0,0 0 0 0 0,-6 24 1 0 0,4-14-1149 0 0,4-10 56 0 0,1-1 0 0 0,1 1 0 0 0,1 0 0 0 0,-2 32 0 0 0,4 74 720 0 0,2-68-519 0 0,20 266-223 0 0,26-2 180 0 0,-29-207-158 0 0,-10-39 4 0 0,-4 143 0 0 0,1 11 4 0 0,0-177-897 0 0,4 50-4996 0 0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6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951 1006 3225 0 0,'3'-19'1347'0'0,"-2"18"-1196"0"0,-1-1 1 0 0,1 1 0 0 0,-1-1-1 0 0,0 1 1 0 0,1 0-1 0 0,-1-1 1 0 0,0 1 0 0 0,0-1-1 0 0,0 1 1 0 0,0-1 0 0 0,0 1-1 0 0,-1-3 1 0 0,0 3-41 0 0,0 1 0 0 0,0-1 1 0 0,1 0-1 0 0,-1 1 0 0 0,0-1 0 0 0,0 1 0 0 0,0 0 1 0 0,0-1-1 0 0,0 1 0 0 0,0 0 0 0 0,0-1 0 0 0,0 1 1 0 0,0 0-1 0 0,0 0 0 0 0,0 0 0 0 0,0 0 0 0 0,0 0 0 0 0,0 0 1 0 0,0 0-1 0 0,0 0 0 0 0,0 0 0 0 0,0 1 0 0 0,0-1 1 0 0,1 0-1 0 0,-3 1 0 0 0,0 0 200 0 0,1-1 0 0 0,-1 1 0 0 0,1-1 0 0 0,-1 0 0 0 0,0 0 0 0 0,1 0 0 0 0,-1-1 0 0 0,1 1 0 0 0,-1-1 0 0 0,1 1 0 0 0,-1-1 0 0 0,1 0 0 0 0,-1 0 0 0 0,1 0 0 0 0,0 0 0 0 0,-1 0 1 0 0,1-1-1 0 0,-3-1 0 0 0,-2-4 521 0 0,0 1 1 0 0,1-1 0 0 0,-11-14 0 0 0,12 14-689 0 0,-1 0 0 0 0,1 0 1 0 0,-1 1-1 0 0,0 0 0 0 0,-9-6 0 0 0,-26-18 86 0 0,0-2 0 0 0,2-2 1 0 0,2-1-1 0 0,1-3 0 0 0,2 0 0 0 0,-48-70 0 0 0,5 0 138 0 0,-5 4-1 0 0,-4 4 0 0 0,-122-111 1 0 0,172 185-3177 0 0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7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1845 10 10594 0 0,'0'-1'17'0'0,"0"1"0"0"0,-1-1 0 0 0,1 1 0 0 0,0-1 0 0 0,0 1 1 0 0,0-1-1 0 0,-1 1 0 0 0,1-1 0 0 0,0 1 0 0 0,-1 0 0 0 0,1-1 0 0 0,-1 1 0 0 0,1-1 0 0 0,0 1 0 0 0,-1 0 0 0 0,1-1 0 0 0,-1 1 0 0 0,1 0 0 0 0,-1-1 0 0 0,1 1 0 0 0,-1 0 0 0 0,1 0 0 0 0,-1 0 0 0 0,1 0 0 0 0,-1-1 0 0 0,1 1 0 0 0,-1 0 0 0 0,0 0 0 0 0,1 0 0 0 0,-1 0 1 0 0,1 0-1 0 0,-1 0 0 0 0,1 0 0 0 0,-1 0 0 0 0,1 0 0 0 0,-1 1 0 0 0,1-1 0 0 0,-2 0 0 0 0,-20 6-95 0 0,7 1 71 0 0,1 1 0 0 0,0 1 0 0 0,0 0-1 0 0,1 1 1 0 0,0 0 0 0 0,1 1 0 0 0,-15 17 0 0 0,-72 95 1525 0 0,77-93-1373 0 0,-512 604 1572 0 0,498-593-1714 0 0,-344 342 313 0 0,212-222 348 0 0,-36 22 454 0 0,159-147-1210 0 0,-2-3 0 0 0,-89 47 0 0 0,125-74-1232 0 0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77 210 920 0 0,'1'-1'26'0'0,"0"1"0"0"0,-1 0 0 0 0,1-1-1 0 0,0 1 1 0 0,0 0 0 0 0,0-1 0 0 0,-1 1 0 0 0,1-1-1 0 0,0 1 1 0 0,-1-1 0 0 0,1 1 0 0 0,0-1 0 0 0,-1 0-1 0 0,1 1 1 0 0,-1-1 0 0 0,1 0 0 0 0,-1 1-1 0 0,1-1 1 0 0,-1 0 0 0 0,1 0 0 0 0,-1 0 0 0 0,0 1-1 0 0,1-2 1 0 0,-1 1 46 0 0,-1 0-1 0 0,1 0 0 0 0,0 1 1 0 0,-1-1-1 0 0,1 0 1 0 0,0 1-1 0 0,-1-1 0 0 0,1 1 1 0 0,-1-1-1 0 0,1 1 0 0 0,-1-1 1 0 0,1 1-1 0 0,-1-1 1 0 0,0 1-1 0 0,1-1 0 0 0,-1 1 1 0 0,1-1-1 0 0,-1 1 1 0 0,0 0-1 0 0,-1-1 0 0 0,-2-1 252 0 0,0 1 1 0 0,-1 0-1 0 0,1 0 0 0 0,0 0 0 0 0,-1 0 0 0 0,1 0 1 0 0,-9 1-1 0 0,11 0-305 0 0,0 1 0 0 0,0-1 0 0 0,1 0 0 0 0,-1 0 0 0 0,0 0 0 0 0,0 0 0 0 0,1 0 0 0 0,-1 0 0 0 0,0-1 0 0 0,0 1 0 0 0,1-1 0 0 0,-1 1 0 0 0,0-1 0 0 0,1 0 0 0 0,-3 0 0 0 0,3 0 16 0 0,1 1 1 0 0,-1-1-1 0 0,1 1 0 0 0,-1-1 1 0 0,1 0-1 0 0,-1 1 1 0 0,1-1-1 0 0,0 0 0 0 0,-1 1 1 0 0,1-1-1 0 0,0 0 1 0 0,-1 0-1 0 0,1 1 0 0 0,0-1 1 0 0,0 0-1 0 0,0 0 1 0 0,0 0-1 0 0,0 1 0 0 0,0-1 1 0 0,0 0-1 0 0,0 0 1 0 0,0 1-1 0 0,0-3 0 0 0,1 0 165 0 0,0-1-1 0 0,1 1 0 0 0,-1-1 0 0 0,1 1 0 0 0,0-1 1 0 0,0 1-1 0 0,0 0 0 0 0,0 0 0 0 0,0 0 0 0 0,1 0 1 0 0,-1 0-1 0 0,5-3 0 0 0,7-5 74 0 0,0 2 1 0 0,0 0-1 0 0,1 0 1 0 0,0 1-1 0 0,0 1 1 0 0,1 1-1 0 0,18-6 1 0 0,3 2-111 0 0,0 2 1 0 0,42-5-1 0 0,-63 11-18 0 0,0 0-1 0 0,0 2 0 0 0,0-1 0 0 0,0 2 1 0 0,23 3-1 0 0,-35-3-110 0 0,-1 0 1 0 0,1-1-1 0 0,-1 1 0 0 0,1 1 1 0 0,-1-1-1 0 0,0 0 0 0 0,0 1 0 0 0,0-1 1 0 0,0 1-1 0 0,0 0 0 0 0,0 0 1 0 0,0 0-1 0 0,-1 1 0 0 0,1-1 1 0 0,-1 1-1 0 0,1-1 0 0 0,-1 1 1 0 0,0 0-1 0 0,0 0 0 0 0,0 0 1 0 0,0 0-1 0 0,-1 0 0 0 0,1 0 0 0 0,-1 0 1 0 0,0 1-1 0 0,0-1 0 0 0,0 1 1 0 0,0-1-1 0 0,-1 1 0 0 0,0-1 1 0 0,1 5-1 0 0,-2 9 23 0 0,0 0 0 0 0,-1 0-1 0 0,0 0 1 0 0,-2 0 0 0 0,0 0 0 0 0,-1-1 0 0 0,0 1 0 0 0,-1-1-1 0 0,-1-1 1 0 0,-17 30 0 0 0,8-21 35 0 0,0 0 0 0 0,-2-1 0 0 0,0 0 0 0 0,-2-2 0 0 0,-36 33 0 0 0,38-42-88 0 0,16-12-6 0 0,11-8-9 0 0,3-2-216 0 0,1 1 0 0 0,0 1 0 0 0,1 0 1 0 0,0 1-1 0 0,0 0 0 0 0,0 2 0 0 0,1-1 0 0 0,0 2 0 0 0,0 0 0 0 0,27-4 0 0 0,-16 5 183 0 0,1 0-1 0 0,-1 2 1 0 0,1 2 0 0 0,-1 0-1 0 0,42 7 1 0 0,-44-3 231 0 0,1 1 1 0 0,41 16-1 0 0,-60-20-114 0 0,0 0 0 0 0,0 1-1 0 0,0 0 1 0 0,0 1 0 0 0,0-1-1 0 0,-1 1 1 0 0,1 0-1 0 0,-1 0 1 0 0,0 1 0 0 0,0 0-1 0 0,-1-1 1 0 0,1 2 0 0 0,-1-1-1 0 0,0 0 1 0 0,5 11 0 0 0,-8-12 1 0 0,0-1 1 0 0,0 1 0 0 0,0-1-1 0 0,0 1 1 0 0,-1-1 0 0 0,1 1 0 0 0,-1 0-1 0 0,0-1 1 0 0,0 1 0 0 0,-1 0-1 0 0,1-1 1 0 0,-1 1 0 0 0,0-1-1 0 0,-1 7 1 0 0,-1-3 52 0 0,-1 0 0 0 0,1 0-1 0 0,-1 0 1 0 0,0-1 0 0 0,0 1 0 0 0,-9 8 0 0 0,-3 2 33 0 0,-1-1 1 0 0,-1-1 0 0 0,-31 21-1 0 0,-12 2-920 0 0,18-22-2907 0 0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2 13827 0 0,'-1'0'9'0'0,"1"-1"1"0"0,-1 1-1 0 0,0 0 0 0 0,0 0 1 0 0,1 0-1 0 0,-1 0 0 0 0,0 0 1 0 0,0 0-1 0 0,1 0 0 0 0,-1 0 1 0 0,0 0-1 0 0,0 0 0 0 0,1 0 1 0 0,-1 1-1 0 0,0-1 0 0 0,0 0 1 0 0,1 0-1 0 0,-1 1 0 0 0,0-1 1 0 0,1 0-1 0 0,-1 1 0 0 0,0-1 1 0 0,1 1-1 0 0,-1-1 0 0 0,1 1 1 0 0,-1-1-1 0 0,1 1 0 0 0,-1-1 1 0 0,1 1-1 0 0,-1 0 0 0 0,1-1 1 0 0,-1 1-1 0 0,1 0 0 0 0,-1 0 1 0 0,-23 33-313 0 0,15-21 815 0 0,4-6-643 0 0,-20 28-1498 0 0,24-35 1546 0 0,1 1 1 0 0,-1 0-1 0 0,0-1 0 0 0,1 1 0 0 0,0 0 1 0 0,-1-1-1 0 0,1 1 0 0 0,-1 0 0 0 0,1 0 1 0 0,0-1-1 0 0,-1 1 0 0 0,1 0 1 0 0,0 0-1 0 0,0 0 0 0 0,0 0 0 0 0,0-1 1 0 0,0 1-1 0 0,0 0 0 0 0,0 0 0 0 0,0 0 1 0 0,0 0-1 0 0,0-1 0 0 0,0 1 1 0 0,0 0-1 0 0,1 0 0 0 0,-1 0 0 0 0,0 0 1 0 0,0-1-1 0 0,1 1 0 0 0,-1 0 0 0 0,1 0 1 0 0,-1-1-1 0 0,1 1 0 0 0,-1 0 0 0 0,1-1 1 0 0,0 2-1 0 0,5-3 74 0 0,-1-6 62 0 0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22 163 2761 0 0,'-2'-1'182'0'0,"1"0"1"0"0,-1 0-1 0 0,1 0 0 0 0,-1 1 1 0 0,0-1-1 0 0,1-1 1 0 0,0 1-1 0 0,-1 0 1 0 0,1 0-1 0 0,0 0 1 0 0,-1-1-1 0 0,0-1 1 0 0,1 2-155 0 0,1-1 1 0 0,0 1 0 0 0,0 0 0 0 0,0 0-1 0 0,0-1 1 0 0,0 1 0 0 0,0 0-1 0 0,0 0 1 0 0,0-1 0 0 0,0 1 0 0 0,0 0-1 0 0,1 0 1 0 0,-1-1 0 0 0,0 1 0 0 0,1 0-1 0 0,-1 0 1 0 0,1 0 0 0 0,-1 0-1 0 0,1 0 1 0 0,1-2 0 0 0,2-2 91 0 0,0-1 0 0 0,0 0 1 0 0,1 1-1 0 0,0 0 0 0 0,0 0 0 0 0,1 1 1 0 0,-1 0-1 0 0,1-1 0 0 0,12-5 0 0 0,1 0 893 0 0,40-15-1 0 0,-36 17-51 0 0,36-8-1 0 0,-52 14-852 0 0,1 1-1 0 0,0 0 1 0 0,0 0-1 0 0,-1 1 1 0 0,1 0-1 0 0,0 0 1 0 0,0 1-1 0 0,15 3 1 0 0,-22-4-94 0 0,1 1 0 0 0,-1 0 0 0 0,0-1-1 0 0,1 1 1 0 0,-1 0 0 0 0,1 0 0 0 0,-1-1 0 0 0,0 1 0 0 0,0 0 0 0 0,0 0 0 0 0,1 1 0 0 0,-1-1 0 0 0,0 0-1 0 0,0 0 1 0 0,0 0 0 0 0,-1 1 0 0 0,1-1 0 0 0,0 1 0 0 0,0-1 0 0 0,0 2 0 0 0,0 1 7 0 0,0 0 1 0 0,0 0 0 0 0,-1 0 0 0 0,1 0-1 0 0,-1 0 1 0 0,0 0 0 0 0,0-1-1 0 0,-1 6 1 0 0,-2 6 49 0 0,0 0 0 0 0,-1 0 1 0 0,-6 15-1 0 0,10-29-66 0 0,-33 70 479 0 0,25-57-426 0 0,1 1-1 0 0,0 1 1 0 0,1-1 0 0 0,0 1-1 0 0,-4 22 1 0 0,10-38-63 0 0,0 1 0 0 0,0-1 0 0 0,1 1 0 0 0,-1-1 1 0 0,0 1-1 0 0,0-1 0 0 0,0 1 0 0 0,0-1 0 0 0,1 1 0 0 0,-1-1 0 0 0,0 0 1 0 0,0 1-1 0 0,1-1 0 0 0,-1 1 0 0 0,0-1 0 0 0,0 0 0 0 0,1 1 0 0 0,-1-1 0 0 0,1 0 1 0 0,-1 1-1 0 0,0-1 0 0 0,1 0 0 0 0,-1 0 0 0 0,1 1 0 0 0,-1-1 0 0 0,0 0 1 0 0,1 0-1 0 0,-1 0 0 0 0,1 0 0 0 0,-1 0 0 0 0,1 0 0 0 0,-1 1 0 0 0,1-1 1 0 0,-1 0-1 0 0,1 0 0 0 0,-1 0 0 0 0,1 0 0 0 0,-1-1 0 0 0,1 1 0 0 0,-1 0 0 0 0,1 0 1 0 0,0 0-1 0 0,27-5-551 0 0,-23 3 393 0 0,1 1 95 0 0,0 0 1 0 0,0 0-1 0 0,0 1 1 0 0,0-1-1 0 0,0 1 1 0 0,0 0-1 0 0,0 1 1 0 0,0-1-1 0 0,0 1 1 0 0,0 1-1 0 0,7 2 1 0 0,-11-3 75 0 0,1 0-1 0 0,-1 0 1 0 0,0 1 0 0 0,0-1 0 0 0,0 1 0 0 0,0 0-1 0 0,0-1 1 0 0,0 1 0 0 0,0 0 0 0 0,-1 0-1 0 0,1 0 1 0 0,-1 1 0 0 0,1-1 0 0 0,-1 0 0 0 0,0 1-1 0 0,0-1 1 0 0,0 0 0 0 0,0 1 0 0 0,0-1 0 0 0,0 1-1 0 0,-1-1 1 0 0,1 1 0 0 0,-1 0 0 0 0,0-1-1 0 0,0 1 1 0 0,0 0 0 0 0,0-1 0 0 0,-1 4 0 0 0,0 5 87 0 0,-1-1 0 0 0,0 1 0 0 0,0-1 1 0 0,-1 0-1 0 0,-1 0 0 0 0,0 0 1 0 0,0 0-1 0 0,-1 0 0 0 0,0-1 0 0 0,0 0 1 0 0,-1 0-1 0 0,-1 0 0 0 0,1-1 0 0 0,-1 0 1 0 0,-1 0-1 0 0,0 0 0 0 0,-14 10 1 0 0,7-10-2142 0 0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0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0 395 10138 0 0,'37'13'399'0'0,"19"21"-486"0"0,-10-4 1100 0 0,1-3 0 0 0,2-1 0 0 0,1-2 0 0 0,65 21 0 0 0,-113-44-980 0 0,0-1-1 0 0,0 1 0 0 0,0 0 1 0 0,1-1-1 0 0,-1 1 0 0 0,0-1 1 0 0,0 0-1 0 0,1 0 1 0 0,-1 0-1 0 0,0 0 0 0 0,1 0 1 0 0,-1 0-1 0 0,0 0 0 0 0,0-1 1 0 0,1 1-1 0 0,-1-1 0 0 0,0 0 1 0 0,0 0-1 0 0,0 0 1 0 0,0 0-1 0 0,0 0 0 0 0,0 0 1 0 0,0 0-1 0 0,0-1 0 0 0,0 1 1 0 0,0-1-1 0 0,-1 1 0 0 0,1-1 1 0 0,-1 0-1 0 0,1 0 0 0 0,-1 1 1 0 0,1-1-1 0 0,-1 0 1 0 0,0 0-1 0 0,0 0 0 0 0,0-1 1 0 0,0 1-1 0 0,-1 0 0 0 0,1 0 1 0 0,-1 0-1 0 0,1-4 0 0 0,2-11 182 0 0,-1 1 0 0 0,-1-1 0 0 0,-1 0 0 0 0,-3-29-1 0 0,2 25 104 0 0,-26-187 1503 0 0,22 181-1677 0 0,2 12-313 0 0,1 0 1 0 0,0 0-1 0 0,1 1 1 0 0,0-2-1 0 0,2 1 1 0 0,-1 0-1 0 0,2 1 1 0 0,5-24-1 0 0,0 23-669 0 0,3 5-7 0 0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17972 0 0,'0'1'18'0'0,"0"-1"1"0"0,0 1-1 0 0,0-1 1 0 0,0 1 0 0 0,0-1-1 0 0,0 1 1 0 0,0-1-1 0 0,0 0 1 0 0,0 1-1 0 0,0-1 1 0 0,0 1-1 0 0,0-1 1 0 0,0 1-1 0 0,1-1 1 0 0,-1 1 0 0 0,0-1-1 0 0,0 1 1 0 0,1-1-1 0 0,-1 0 1 0 0,0 1-1 0 0,1-1 1 0 0,-1 1-1 0 0,0-1 1 0 0,1 0-1 0 0,-1 1 1 0 0,0-1 0 0 0,1 0-1 0 0,-1 0 1 0 0,1 1-1 0 0,-1-1 1 0 0,1 0-1 0 0,-1 0 1 0 0,0 0-1 0 0,1 1 1 0 0,0-1-1 0 0,19 10-1319 0 0,6 0 729 0 0,1-2-1 0 0,52 10 0 0 0,12 3 364 0 0,173 70 2850 0 0,-209-67-1713 0 0,-1 2 0 0 0,84 54 0 0 0,92 94 29 0 0,3 1-1087 0 0,-192-148-116 0 0,1-2 0 0 0,75 32 0 0 0,-90-46 62 0 0,1-2-1 0 0,0 0 1 0 0,0-2 0 0 0,0-1-1 0 0,54 4 1 0 0,-64-10-1538 0 0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879 0 11979 0 0,'-2'1'118'0'0,"0"-1"0"0"0,1 1 0 0 0,-1-1 0 0 0,0 1 0 0 0,1 0 0 0 0,-1 0 0 0 0,0 0 0 0 0,1 0 0 0 0,-1 0 0 0 0,1 0 0 0 0,0 0 0 0 0,-1 0 0 0 0,1 0 0 0 0,0 1 0 0 0,0-1 0 0 0,0 1 0 0 0,0-1 0 0 0,-2 3 0 0 0,-20 36-957 0 0,15-24 864 0 0,-152 227-993 0 0,55-90 1783 0 0,-166 280 2870 0 0,13 8-4549 0 0,250-425 868 0 0,-9 12-666 0 0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2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524 25 2761 0 0,'-42'-18'249'0'0,"30"12"-221"0"0,11 6-60 0 0,15 28 4974 0 0,29 57 701 0 0,-28-52-5269 0 0,2-2 0 0 0,1 1 0 0 0,1-2 0 0 0,30 35 0 0 0,-11-27-162 0 0,2-1 1 0 0,2-2 0 0 0,1-2-1 0 0,1-2 1 0 0,88 46 0 0 0,-113-71-569 0 0,-15-6 347 0 0,-13-4 10 0 0,4 2-71 0 0,-1 1 0 0 0,0 0 1 0 0,1 0-1 0 0,-1 1 0 0 0,0-1 1 0 0,0 1-1 0 0,1 0 0 0 0,-1 1 0 0 0,0-1 1 0 0,1 1-1 0 0,-10 3 0 0 0,-64 23-923 0 0,62-21 933 0 0,-550 226 4422 0 0,494-202-3668 0 0,-27 11-1342 0 0,35-7-3349 0 0,46-23-1559 0 0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3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448 73 2761 0 0,'-8'-32'2167'0'0,"8"29"-2020"0"0,0 0-1 0 0,0 0 1 0 0,-1 0-1 0 0,1 0 1 0 0,-1 0 0 0 0,0 0-1 0 0,0 0 1 0 0,0 0-1 0 0,-1 0 1 0 0,1 0-1 0 0,-3-4 1 0 0,3 7-73 0 0,0 0 0 0 0,-1 0 0 0 0,1-1 1 0 0,0 1-1 0 0,0 0 0 0 0,-1 0 0 0 0,1 0 0 0 0,0 0 0 0 0,-1 0 1 0 0,1 0-1 0 0,0 1 0 0 0,0-1 0 0 0,0 0 0 0 0,-1 1 1 0 0,1-1-1 0 0,0 1 0 0 0,0-1 0 0 0,-2 2 0 0 0,-26 13 2054 0 0,27-14-1883 0 0,-12 8 42 0 0,-1 1 1 0 0,2 0-1 0 0,-1 1 0 0 0,2 1 1 0 0,-1 0-1 0 0,2 1 1 0 0,-14 17-1 0 0,-64 106 303 0 0,77-115-272 0 0,-7 9-49 0 0,-11 19 621 0 0,-44 95 0 0 0,68-130-766 0 0,1 0 0 0 0,0 0 1 0 0,1 0-1 0 0,1 1 0 0 0,0-1 0 0 0,1 1 0 0 0,0 0 0 0 0,2 0 0 0 0,-1-1 0 0 0,2 1 0 0 0,0 0 0 0 0,4 20 0 0 0,-2-26-108 0 0,0 0-1 0 0,0 0 1 0 0,1 0-1 0 0,1-1 1 0 0,0 1-1 0 0,0-1 0 0 0,0 0 1 0 0,1-1-1 0 0,0 1 1 0 0,0-1-1 0 0,1 0 1 0 0,0-1-1 0 0,0 1 0 0 0,1-1 1 0 0,0-1-1 0 0,0 0 1 0 0,0 0-1 0 0,1 0 1 0 0,10 3-1 0 0,-11-4-31 0 0,1-1 0 0 0,0 0 0 0 0,1 0 0 0 0,-1-1 0 0 0,0 0-1 0 0,1-1 1 0 0,-1 0 0 0 0,1-1 0 0 0,-1 0 0 0 0,1 0 0 0 0,-1-1 0 0 0,1 0 0 0 0,-1-1 0 0 0,1 0 0 0 0,-1 0-1 0 0,0-1 1 0 0,0 0 0 0 0,0 0 0 0 0,11-8 0 0 0,-13 7-252 0 0,-1-1-1 0 0,0 0 1 0 0,0 0-1 0 0,0-1 1 0 0,-1 1-1 0 0,1-1 1 0 0,-2-1 0 0 0,1 1-1 0 0,-1-1 1 0 0,0 1-1 0 0,0-1 1 0 0,0-1-1 0 0,-1 1 1 0 0,0 0-1 0 0,-1-1 1 0 0,0 1 0 0 0,2-11-1 0 0,-3 13 86 0 0,0-1-1 0 0,-1 1 1 0 0,0 0 0 0 0,1 0-1 0 0,-2 0 1 0 0,1 0 0 0 0,-1 0-1 0 0,1 0 1 0 0,-1 0 0 0 0,-1 0-1 0 0,1 0 1 0 0,-1 0-1 0 0,0 0 1 0 0,0 1 0 0 0,0-1-1 0 0,-1 1 1 0 0,1-1 0 0 0,-1 1-1 0 0,0 0 1 0 0,0 0-1 0 0,-1 0 1 0 0,1 0 0 0 0,-1 1-1 0 0,0-1 1 0 0,0 1 0 0 0,0 0-1 0 0,-7-3 1 0 0,7 3 161 0 0,-1 1 0 0 0,1 0 0 0 0,0-1 1 0 0,0 0-1 0 0,0 0 0 0 0,0 0 0 0 0,-5-6 0 0 0,9 8 23 0 0,-1 0-1 0 0,1 1 0 0 0,-1-1 1 0 0,1 0-1 0 0,0 0 1 0 0,-1 0-1 0 0,1 1 0 0 0,0-1 1 0 0,0 0-1 0 0,-1 0 1 0 0,1 0-1 0 0,0 0 0 0 0,0 0 1 0 0,0 1-1 0 0,0-1 1 0 0,0 0-1 0 0,0 0 0 0 0,0 0 1 0 0,1-1-1 0 0,-1 1-2 0 0,1-1 0 0 0,0 0-1 0 0,0 1 1 0 0,0-1 0 0 0,0 1-1 0 0,0 0 1 0 0,0-1 0 0 0,0 1 0 0 0,1 0-1 0 0,-1 0 1 0 0,0-1 0 0 0,1 1-1 0 0,1-1 1 0 0,10-6-202 0 0,0 1 1 0 0,1 0-1 0 0,-1 1 0 0 0,2 0 1 0 0,-1 1-1 0 0,1 1 0 0 0,-1 0 1 0 0,22-2-1 0 0,-15 3 272 0 0,0 1 1 0 0,0 1-1 0 0,0 1 0 0 0,1 1 1 0 0,30 6-1 0 0,-48-7 165 0 0,0 1 0 0 0,-1 0 0 0 0,1 1-1 0 0,0-1 1 0 0,-1 1 0 0 0,1-1 0 0 0,-1 1 0 0 0,1 0-1 0 0,-1 1 1 0 0,0-1 0 0 0,0 0 0 0 0,0 1-1 0 0,0 0 1 0 0,0 0 0 0 0,-1-1 0 0 0,1 2 0 0 0,-1-1-1 0 0,0 0 1 0 0,0 0 0 0 0,0 1 0 0 0,0-1 0 0 0,-1 1-1 0 0,1 0 1 0 0,-1-1 0 0 0,0 1 0 0 0,1 6 0 0 0,1 9 584 0 0,-1 1 0 0 0,0-1 1 0 0,-2 1-1 0 0,-2 24 1 0 0,1-2-496 0 0,1-38-299 0 0,0 29 405 0 0,4 34 0 0 0,-2-57-439 0 0,-1-1 0 0 0,1 1 0 0 0,1-1-1 0 0,-1 0 1 0 0,2 1 0 0 0,-1-2 0 0 0,1 1 0 0 0,7 11-1 0 0,-10-19-110 0 0,-1 0 0 0 0,1-1 1 0 0,-1 1-1 0 0,0-1 0 0 0,1 1 0 0 0,-1-1 0 0 0,1 1 0 0 0,-1-1 0 0 0,1 1 0 0 0,-1-1 0 0 0,1 1 0 0 0,0-1 0 0 0,-1 0 0 0 0,1 1 0 0 0,0-1 0 0 0,-1 0 1 0 0,1 1-1 0 0,0-1 0 0 0,-1 0 0 0 0,1 0 0 0 0,0 0 0 0 0,-1 0 0 0 0,1 0 0 0 0,0 0 0 0 0,-1 0 0 0 0,1 0 0 0 0,1 0 0 0 0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0 16067 0 0,'-1'1'15'0'0,"-1"-1"1"0"0,1 1-1 0 0,0 0 0 0 0,-1 0 0 0 0,1-1 0 0 0,0 1 0 0 0,-1 0 0 0 0,1 0 0 0 0,0 0 0 0 0,0 0 0 0 0,0 0 0 0 0,0 1 0 0 0,0-1 0 0 0,0 0 0 0 0,0 0 0 0 0,0 1 0 0 0,1-1 0 0 0,-1 1 0 0 0,0-1 0 0 0,1 0 0 0 0,-1 1 0 0 0,1-1 0 0 0,0 1 0 0 0,-1 0 0 0 0,1 1 0 0 0,-10 49-2944 0 0,9-45 3028 0 0,-4 40-328 0 0,1 59 0 0 0,7-34 2605 0 0,3 0 1 0 0,30 139-1 0 0,-35-207-2518 0 0,-1 0-189 0 0,1 1-1 0 0,0-1 1 0 0,0 1 0 0 0,1-1-1 0 0,-1 0 1 0 0,1 0 0 0 0,0 1-1 0 0,0-1 1 0 0,5 7 0 0 0,-3-10-1118 0 0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1 165 17972 0 0,'3'3'1185'0'0,"12"8"-4914"0"0,1 0 222 0 0,-6-1 2600 0 0,-1 1-1 0 0,0 0 0 0 0,0 1 1 0 0,-1 0-1 0 0,12 23 1 0 0,22 31 1184 0 0,-20-41 672 0 0,1 0 0 0 0,2-2-1 0 0,0-1 1 0 0,2 0-1 0 0,0-2 1 0 0,1-1-1 0 0,1-2 1 0 0,1 0 0 0 0,0-2-1 0 0,35 11 1 0 0,-57-23-936 0 0,-1-1 0 0 0,1 0 0 0 0,0-1 0 0 0,-1 0 0 0 0,1 0 1 0 0,0 0-1 0 0,0-1 0 0 0,0 0 0 0 0,-1-1 0 0 0,1 0 0 0 0,0 0 1 0 0,0-1-1 0 0,-1 0 0 0 0,1 0 0 0 0,-1 0 0 0 0,0-1 0 0 0,0-1 0 0 0,0 1 1 0 0,0-1-1 0 0,12-9 0 0 0,-11 7-50 0 0,-1 0 1 0 0,0-1-1 0 0,0 0 1 0 0,0-1-1 0 0,-1 1 1 0 0,-1-1-1 0 0,1-1 0 0 0,-1 1 1 0 0,0-1-1 0 0,-1 0 1 0 0,0 0-1 0 0,0 0 1 0 0,-1 0-1 0 0,0-1 0 0 0,-1 1 1 0 0,1-11-1 0 0,1-15 23 0 0,-3 0 0 0 0,-1 0 0 0 0,-1 0 1 0 0,-2 0-1 0 0,-13-61 0 0 0,8 65-2603 0 0,-18-47 0 0 0,18 58-2347 0 0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 6449 0 0,'-2'0'31'0'0,"0"0"-1"0"0,0 0 0 0 0,0 0 0 0 0,0 0 0 0 0,0 0 0 0 0,0 0 1 0 0,0 0-1 0 0,0 1 0 0 0,0-1 0 0 0,0 1 0 0 0,1 0 0 0 0,-1-1 1 0 0,0 1-1 0 0,0 0 0 0 0,1 0 0 0 0,-1 0 0 0 0,0 0 0 0 0,1 1 1 0 0,-1-1-1 0 0,1 0 0 0 0,-1 1 0 0 0,1-1 0 0 0,0 1 1 0 0,0-1-1 0 0,-1 1 0 0 0,1-1 0 0 0,0 1 0 0 0,1 0 0 0 0,-1 0 1 0 0,0 0-1 0 0,-1 3 0 0 0,7 135 4545 0 0,0-74-3456 0 0,3 0-1 0 0,32 124 1 0 0,-31-154-1315 0 0,-6-21-569 0 0,1-1-1 0 0,0 0 0 0 0,1 0 0 0 0,7 15 0 0 0,-7-22-409 0 0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5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32 1840 0 0,'0'-1'54'0'0,"-1"-1"-1"0"0,0 1 1 0 0,1 0-1 0 0,-1-1 1 0 0,1 1-1 0 0,-1-1 1 0 0,1 1-1 0 0,0-1 1 0 0,-1 1-1 0 0,1-1 1 0 0,0 1-1 0 0,0-3 1 0 0,0 3 3 0 0,1 1 0 0 0,-1-1 0 0 0,0 1 0 0 0,0-1 0 0 0,0 1 0 0 0,1-1 0 0 0,-1 1 0 0 0,0-1 0 0 0,0 1 0 0 0,1 0 0 0 0,-1-1 0 0 0,1 1 0 0 0,-1-1 0 0 0,0 1 0 0 0,1 0 0 0 0,-1-1 0 0 0,1 1 0 0 0,-1 0 0 0 0,0 0 0 0 0,1-1 0 0 0,-1 1 0 0 0,1 0 0 0 0,-1 0 0 0 0,2-1 0 0 0,1 1 128 0 0,0 0 1 0 0,0 0-1 0 0,1 0 1 0 0,-1 0-1 0 0,0 0 1 0 0,0 1-1 0 0,1-1 1 0 0,-1 1-1 0 0,0 0 1 0 0,5 2-1 0 0,15 5 444 0 0,0 2 0 0 0,0 0-1 0 0,-1 1 1 0 0,-1 2 0 0 0,0 0-1 0 0,0 1 1 0 0,-1 1 0 0 0,-1 1 0 0 0,20 22-1 0 0,-29-28-278 0 0,-1 1 0 0 0,-1 0-1 0 0,0 1 1 0 0,0 0-1 0 0,-1 0 1 0 0,-1 0 0 0 0,0 1-1 0 0,0 0 1 0 0,-1 0-1 0 0,-1 0 1 0 0,-1 1 0 0 0,0-1-1 0 0,0 1 1 0 0,-1 0-1 0 0,-1 0 1 0 0,0 0 0 0 0,-3 27-1 0 0,-1-26-418 0 0,0 0-1 0 0,0 0 0 0 0,-2 0 0 0 0,0-1 0 0 0,-1 1 0 0 0,0-1 1 0 0,-1-1-1 0 0,0 1 0 0 0,-1-1 0 0 0,-17 20 0 0 0,-31 29-5035 0 0,28-36-353 0 0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4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55 920 0 0,'-3'0'114'0'0,"-1"-1"0"0"0,1 0 1 0 0,0 0-1 0 0,0 0 0 0 0,-1 0 0 0 0,1 0 0 0 0,0-1 0 0 0,0 1 0 0 0,1-1 0 0 0,-1 0 1 0 0,0 0-1 0 0,0 0 0 0 0,1 0 0 0 0,-4-4 0 0 0,3 3-221 0 0,0 1-1 0 0,0-1 1 0 0,0 1 0 0 0,0 0-1 0 0,-1-1 1 0 0,1 2-1 0 0,-1-1 1 0 0,-4-2 0 0 0,-5 3-71 0 0,-7-3 3483 0 0,18 2-2833 0 0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8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1 533 3225 0 0,'-1'-11'6760'0'0,"46"10"-5111"0"0,47 6-1 0 0,41 0-631 0 0,41-9 23 0 0,184-11-100 0 0,-332 12-936 0 0,-1 2-1 0 0,1 1 1 0 0,-1 1-1 0 0,32 5 1 0 0,-36 8-47 0 0,-21-14 155 0 0,5 1-279 0 0,-3-1 169 0 0,-1 0-1 0 0,1 0 1 0 0,-1 0-1 0 0,1-1 1 0 0,-1 1-1 0 0,1 0 1 0 0,-1-1-1 0 0,0 1 1 0 0,1 0-1 0 0,-1-1 1 0 0,1 0-1 0 0,-1 1 1 0 0,0-1-1 0 0,1 0 0 0 0,-1 0 1 0 0,0 0-1 0 0,0 0 1 0 0,0 0-1 0 0,0 0 1 0 0,2-1-1 0 0,0-3-38 0 0,0 1 0 0 0,0 0 0 0 0,-1-1 0 0 0,1 0 0 0 0,-1 0 0 0 0,1-5 0 0 0,16-46-361 0 0,18-87-1 0 0,-30 126 539 0 0,-4 31-116 0 0,-1 30-95 0 0,-4 9 188 0 0,5 82 0 0 0,-1-116 65 0 0,1-1 0 0 0,0 1 0 0 0,2-1 0 0 0,0 0-1 0 0,1 0 1 0 0,1-1 0 0 0,17 33 0 0 0,-14-32-145 0 0,-8-13-32 0 0,0 0 0 0 0,1 0-1 0 0,0-1 1 0 0,-1 1 0 0 0,1-1 0 0 0,1 0-1 0 0,-1 0 1 0 0,7 7 0 0 0,-8-14 7 0 0,1 1 1 0 0,-1-1 0 0 0,0 1-1 0 0,0-1 1 0 0,-1 0 0 0 0,1 0-1 0 0,-1 0 1 0 0,1 0 0 0 0,0-4-1 0 0,14-46-67 0 0,-3-2-1 0 0,-2 1 0 0 0,4-61 0 0 0,-10 64-332 0 0,2 0 0 0 0,3 0-1 0 0,31-94 1 0 0,-41 144 358 0 0,0 0-1 0 0,1 0 1 0 0,-1 0-1 0 0,0 0 1 0 0,1 0-1 0 0,-1 0 1 0 0,1 0-1 0 0,0 0 1 0 0,-1 0 0 0 0,1 0-1 0 0,0 0 1 0 0,-1 0-1 0 0,1 0 1 0 0,0 1-1 0 0,0-1 1 0 0,0 0-1 0 0,1-1 1 0 0,-1 2 21 0 0,-1 1-1 0 0,1-1 1 0 0,-1 0-1 0 0,1 0 1 0 0,-1 0-1 0 0,1 0 1 0 0,-1 1 0 0 0,1-1-1 0 0,-1 0 1 0 0,1 0-1 0 0,-1 1 1 0 0,1-1-1 0 0,-1 0 1 0 0,0 1 0 0 0,1-1-1 0 0,-1 0 1 0 0,0 1-1 0 0,1-1 1 0 0,-1 1 0 0 0,0-1-1 0 0,0 1 1 0 0,1-1-1 0 0,-1 1 1 0 0,0-1-1 0 0,0 1 1 0 0,1 0 0 0 0,11 49 101 0 0,-9-37 51 0 0,1 4 21 0 0,44 158 956 0 0,-40-152-1040 0 0,1 0 1 0 0,1-1 0 0 0,1 0 0 0 0,0 0 0 0 0,21 26 0 0 0,-29-43-76 0 0,1 0 1 0 0,0-1 0 0 0,0 0 0 0 0,0 0 0 0 0,0 0 0 0 0,1 0 0 0 0,0 0 0 0 0,9 5 0 0 0,-13-9-4 0 0,-1-1 0 0 0,1 1 0 0 0,-1 0 0 0 0,1 0 0 0 0,-1 0 0 0 0,1-1 0 0 0,-1 1 0 0 0,1 0 0 0 0,-1-1 0 0 0,1 1-1 0 0,-1 0 1 0 0,0-1 0 0 0,1 1 0 0 0,-1-1 0 0 0,0 1 0 0 0,1-1 0 0 0,-1 1 0 0 0,0-1 0 0 0,1 1 0 0 0,-1-1 0 0 0,0 1 0 0 0,0-1 0 0 0,1 1 0 0 0,-1-1 0 0 0,0 1 0 0 0,0-1 0 0 0,0 1 0 0 0,0-1 0 0 0,0 1 0 0 0,0-1 0 0 0,0 0 0 0 0,0 1 0 0 0,0-2 0 0 0,2-26 77 0 0,-2 21-98 0 0,14-97-326 0 0,5 0 1 0 0,46-149 0 0 0,-55 216 262 0 0,-9 35 67 0 0,7-25-83 0 0,-7 26 96 0 0,-1 1 1 0 0,0-1-1 0 0,0 0 1 0 0,0 0-1 0 0,1 1 0 0 0,-1-1 1 0 0,0 0-1 0 0,0 1 1 0 0,1-1-1 0 0,-1 0 0 0 0,1 1 1 0 0,-1-1-1 0 0,1 1 1 0 0,-1-1-1 0 0,1 0 0 0 0,-1 1 1 0 0,1-1-1 0 0,-1 1 0 0 0,1 0 1 0 0,0-1-1 0 0,-1 1 1 0 0,1-1-1 0 0,0 1 0 0 0,-1 0 1 0 0,1-1-1 0 0,1 1 1 0 0,-1 2-25 0 0,0 0 0 0 0,0 0 0 0 0,0 0 0 0 0,0 0 0 0 0,0 0 0 0 0,0 0 0 0 0,-1 1 0 0 0,1-1 1 0 0,-1 0-1 0 0,1 0 0 0 0,-1 1 0 0 0,0-1 0 0 0,0 0 0 0 0,0 5 0 0 0,0-4-15 0 0,2 101 212 0 0,-1-33-185 0 0,12 86-1 0 0,-10-135 167 0 0,1-1-1 0 0,1-1 0 0 0,1 1 1 0 0,1-1-1 0 0,1 0 1 0 0,0 0-1 0 0,1-1 0 0 0,19 28 1 0 0,-28-46-129 0 0,1 0 1 0 0,-1 0-1 0 0,1 0 1 0 0,0-1-1 0 0,-1 1 1 0 0,1 0 0 0 0,-1 0-1 0 0,1 0 1 0 0,0-1-1 0 0,0 1 1 0 0,0 0-1 0 0,-1-1 1 0 0,1 1 0 0 0,0 0-1 0 0,0-1 1 0 0,0 1-1 0 0,0-1 1 0 0,0 0 0 0 0,0 1-1 0 0,0-1 1 0 0,0 0-1 0 0,0 0 1 0 0,0 1-1 0 0,0-1 1 0 0,1 0 0 0 0,-1-1-19 0 0,0 1 1 0 0,1-1-1 0 0,-1 0 1 0 0,0 1-1 0 0,0-1 1 0 0,-1 0 0 0 0,1 0-1 0 0,0 1 1 0 0,0-1-1 0 0,0 0 1 0 0,0 0-1 0 0,-1 0 1 0 0,1 0 0 0 0,0 0-1 0 0,-1 0 1 0 0,1 0-1 0 0,0-3 1 0 0,3-7-135 0 0,-1 0-1 0 0,0 0 1 0 0,3-16 0 0 0,-6 22 49 0 0,12-94-1061 0 0,-11 76 1071 0 0,1 0 0 0 0,1 0 0 0 0,1 1 0 0 0,0-1 0 0 0,2 1 0 0 0,15-36 0 0 0,-21 58 57 0 0,0 0 1 0 0,0-1-1 0 0,0 1 1 0 0,0-1-1 0 0,0 1 1 0 0,0-1-1 0 0,0 1 1 0 0,1-1-1 0 0,-1 1 1 0 0,0 0-1 0 0,0-1 1 0 0,1 1-1 0 0,-1-1 1 0 0,0 1-1 0 0,0 0 0 0 0,1-1 1 0 0,-1 1-1 0 0,0 0 1 0 0,1-1-1 0 0,-1 1 1 0 0,1 0-1 0 0,-1 0 1 0 0,0-1-1 0 0,1 1 1 0 0,-1 0-1 0 0,1 0 1 0 0,-1 0-1 0 0,1 0 1 0 0,-1 0-1 0 0,0-1 1 0 0,1 1-1 0 0,-1 0 1 0 0,1 0-1 0 0,5 15-36 0 0,-3 24 246 0 0,-4-10 31 0 0,0-20-190 0 0,1 1 1 0 0,-1-1-1 0 0,2 1 1 0 0,-1 0 0 0 0,1-1-1 0 0,1 0 1 0 0,0 1-1 0 0,6 17 1 0 0,-8-26-92 0 0,1-1-1 0 0,0 1 1 0 0,-1 0 0 0 0,1 0-1 0 0,0-1 1 0 0,0 1 0 0 0,0 0-1 0 0,-1-1 1 0 0,1 1 0 0 0,0-1-1 0 0,0 1 1 0 0,0-1 0 0 0,0 1-1 0 0,0-1 1 0 0,0 0-1 0 0,0 1 1 0 0,0-1 0 0 0,0 0-1 0 0,1 0 1 0 0,0 0 0 0 0,29 0-1353 0 0,-16-1 4317 0 0,-10 1-2844 0 0,34 0 266 0 0,46-5 0 0 0,24-2 159 0 0,447-3 359 0 0,-2-40 21 0 0,-303 6-443 0 0,-232 43-427 0 0,-16 1 3 0 0,1 0 0 0 0,-1 0 0 0 0,0 0-1 0 0,1 0 1 0 0,-1 0 0 0 0,0-1 0 0 0,0 1-1 0 0,1-1 1 0 0,-1 0 0 0 0,0 0 0 0 0,0-1-1 0 0,4-1 1 0 0,-20 3 48 0 0,5 2-58 0 0,-37 10-635 0 0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9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24 226 2449 0 0,'2'-1'629'0'0,"5"-8"2353"0"0,-1-21-2336 0 0,-6 28-588 0 0,0 1 1 0 0,1 0 0 0 0,-1-1-1 0 0,0 1 1 0 0,0-1 0 0 0,0 1-1 0 0,0-1 1 0 0,-1 1 0 0 0,1 0-1 0 0,0-1 1 0 0,0 1 0 0 0,-1 0-1 0 0,1-1 1 0 0,-1 1 0 0 0,0 0-1 0 0,1-1 1 0 0,-1 1 0 0 0,0 0-1 0 0,0 0 1 0 0,1 0 0 0 0,-1 0-1 0 0,0-1 1 0 0,-2 0 0 0 0,3 2-54 0 0,-1 0-1 0 0,1 0 1 0 0,0 0 0 0 0,-1 0 0 0 0,1-1 0 0 0,0 1-1 0 0,-1 0 1 0 0,1 0 0 0 0,0 0 0 0 0,-1 1 0 0 0,1-1-1 0 0,-1 0 1 0 0,1 0 0 0 0,0 0 0 0 0,-1 0 0 0 0,1 0-1 0 0,0 0 1 0 0,-1 0 0 0 0,1 1 0 0 0,0-1 0 0 0,0 0-1 0 0,-1 0 1 0 0,1 0 0 0 0,0 1 0 0 0,0-1 0 0 0,-1 0-1 0 0,1 0 1 0 0,0 1 0 0 0,0-1 0 0 0,-1 0 0 0 0,1 0-1 0 0,0 1 1 0 0,0 0 0 0 0,-8 17 266 0 0,3 7 95 0 0,3-16-179 0 0,1 0 0 0 0,0 1 1 0 0,0-1-1 0 0,1 0 0 0 0,0 1 1 0 0,1-1-1 0 0,0 0 0 0 0,1 0 0 0 0,0 0 1 0 0,0 0-1 0 0,1 0 0 0 0,4 12 0 0 0,-5-18-108 0 0,-1 0-1 0 0,1 0 0 0 0,0 0 0 0 0,0 0 1 0 0,0 0-1 0 0,0 0 0 0 0,1 0 1 0 0,-1-1-1 0 0,1 1 0 0 0,0-1 0 0 0,0 0 1 0 0,0 0-1 0 0,0 0 0 0 0,0 0 0 0 0,0 0 1 0 0,0 0-1 0 0,0-1 0 0 0,1 0 0 0 0,-1 0 1 0 0,1 0-1 0 0,-1 0 0 0 0,1 0 0 0 0,-1-1 1 0 0,1 1-1 0 0,0-1 0 0 0,-1 0 0 0 0,1 0 1 0 0,-1 0-1 0 0,1-1 0 0 0,0 1 0 0 0,-1-1 1 0 0,6-2-1 0 0,-3 1-50 0 0,1-1 0 0 0,-1 0 0 0 0,0 0 1 0 0,0 0-1 0 0,0-1 0 0 0,0 0 0 0 0,-1 0 0 0 0,0-1 0 0 0,1 1 0 0 0,-2-1 1 0 0,1 0-1 0 0,0-1 0 0 0,-1 1 0 0 0,5-9 0 0 0,-1 1-140 0 0,-1 0 1 0 0,0 0-1 0 0,-1 0 0 0 0,-1-1 1 0 0,7-24-1 0 0,-9 22-180 0 0,0-1 0 0 0,-1 1 1 0 0,1-28-1 0 0,-3 36 106 0 0,-1 0 1 0 0,1 0 0 0 0,-2 0-1 0 0,1 0 1 0 0,-1 0 0 0 0,0 0-1 0 0,0 1 1 0 0,-1-1 0 0 0,-5-11-1 0 0,7 18 163 0 0,0 0-1 0 0,0-1 1 0 0,0 1-1 0 0,0 0 1 0 0,0 0-1 0 0,0-1 0 0 0,-1 1 1 0 0,1 0-1 0 0,0 0 1 0 0,0 0-1 0 0,-1 0 1 0 0,1 1-1 0 0,-1-1 1 0 0,1 0-1 0 0,-1 1 1 0 0,1-1-1 0 0,-1 0 0 0 0,1 1 1 0 0,-1 0-1 0 0,1-1 1 0 0,-1 1-1 0 0,-1 0 1 0 0,-1 0 40 0 0,0 0 0 0 0,0 1 0 0 0,0-1 0 0 0,0 1 0 0 0,0 0 0 0 0,1 0 1 0 0,-1 0-1 0 0,0 1 0 0 0,-3 1 0 0 0,-1 2 12 0 0,0-1-1 0 0,0 1 1 0 0,1 0 0 0 0,0 0 0 0 0,0 1 0 0 0,0 0-1 0 0,-8 11 1 0 0,10-10 22 0 0,1 0-1 0 0,0 1 1 0 0,1 0 0 0 0,0 0-1 0 0,0 0 1 0 0,1 0 0 0 0,0 1-1 0 0,0-1 1 0 0,1 1-1 0 0,0-1 1 0 0,0 11 0 0 0,1 2 106 0 0,1 0-1 0 0,0 0 1 0 0,6 28 0 0 0,-6-44-133 0 0,0-1-1 0 0,0 1 1 0 0,0-1 0 0 0,1 1-1 0 0,0-1 1 0 0,0 1 0 0 0,0-1-1 0 0,0 0 1 0 0,0 0 0 0 0,1 0-1 0 0,4 5 1 0 0,-5-7 9 0 0,0-1 1 0 0,-1 0-1 0 0,1 0 1 0 0,0 0-1 0 0,0 0 0 0 0,0 0 1 0 0,0 0-1 0 0,-1-1 1 0 0,1 1-1 0 0,0-1 0 0 0,0 1 1 0 0,0-1-1 0 0,1 0 1 0 0,-1 1-1 0 0,0-1 0 0 0,0 0 1 0 0,0-1-1 0 0,0 1 1 0 0,0 0-1 0 0,0 0 0 0 0,0-1 1 0 0,0 1-1 0 0,0-1 0 0 0,0 0 1 0 0,0 0-1 0 0,0 0 1 0 0,-1 0-1 0 0,3-1 0 0 0,4-3 32 0 0,1 0-1 0 0,-2 0 1 0 0,1-1 0 0 0,-1 0-1 0 0,0-1 1 0 0,0 1-1 0 0,0-1 1 0 0,-1-1-1 0 0,-1 1 1 0 0,7-10-1 0 0,-6 8-397 0 0,-1-1 0 0 0,0 0 0 0 0,0 0 0 0 0,-1 0 0 0 0,0 0 0 0 0,-1-1 0 0 0,0 1 0 0 0,0-1 0 0 0,-1 0 0 0 0,-1 0-1 0 0,0 0 1 0 0,0 0 0 0 0,-1 0 0 0 0,-2-11 0 0 0,2 21 316 0 0,0-1 0 0 0,0 1 0 0 0,-1 0 0 0 0,1 0 0 0 0,-1 0 0 0 0,1 0 1 0 0,-1 0-1 0 0,1 0 0 0 0,-1 0 0 0 0,1 1 0 0 0,-1-1 0 0 0,0 0 0 0 0,1 0 0 0 0,-1 0 0 0 0,0 1 0 0 0,0-1 0 0 0,0 0 0 0 0,1 1 0 0 0,-1-1 0 0 0,0 0 0 0 0,0 1 0 0 0,0-1 0 0 0,0 1 0 0 0,0 0 0 0 0,0-1 0 0 0,0 1 0 0 0,0 0 0 0 0,-1 0 0 0 0,0-1 1 0 0,-1 1-9 0 0,1 0 0 0 0,-1 0 1 0 0,0 0-1 0 0,1 0 0 0 0,-1 1 1 0 0,1-1-1 0 0,-1 1 1 0 0,1 0-1 0 0,-1-1 0 0 0,1 1 1 0 0,-5 2-1 0 0,-1 2-2781 0 0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1 0 6241 0 0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38 5065 0 0,'-7'10'194'0'0,"0"1"0"0"0,1 0 0 0 0,0 0 0 0 0,1 0 0 0 0,0 0 0 0 0,1 1 0 0 0,1 0 0 0 0,-1 0 0 0 0,2 0 0 0 0,0 0 1 0 0,0 0-1 0 0,1 1 0 0 0,1-1 0 0 0,0 1 0 0 0,2 17 0 0 0,-2-28-158 0 0,0 1 0 0 0,1-1 1 0 0,-1 0-1 0 0,1 0 0 0 0,-1 0 1 0 0,1 0-1 0 0,0 0 0 0 0,-1-1 1 0 0,1 1-1 0 0,0 0 0 0 0,0 0 1 0 0,1 0-1 0 0,-1-1 0 0 0,0 1 1 0 0,0-1-1 0 0,1 1 0 0 0,-1-1 1 0 0,1 1-1 0 0,0-1 0 0 0,-1 0 1 0 0,1 0-1 0 0,0 1 0 0 0,0-2 1 0 0,-1 1-1 0 0,1 0 0 0 0,0 0 1 0 0,0 0-1 0 0,0-1 0 0 0,0 1 1 0 0,0-1-1 0 0,0 0 0 0 0,4 1 1 0 0,-3-1 86 0 0,0-1 1 0 0,1 0 0 0 0,-1 1 0 0 0,0-1-1 0 0,0 0 1 0 0,0 0 0 0 0,0-1-1 0 0,0 1 1 0 0,0-1 0 0 0,0 1-1 0 0,0-1 1 0 0,0 0 0 0 0,-1 0-1 0 0,1-1 1 0 0,-1 1 0 0 0,1 0-1 0 0,-1-1 1 0 0,0 1 0 0 0,3-5 0 0 0,4-7-54 0 0,-1 0 0 0 0,-1 0 0 0 0,0-1 0 0 0,-1 0 1 0 0,7-25-1 0 0,-11 33-359 0 0,0-1 1 0 0,0 0 0 0 0,-1 0-1 0 0,0 0 1 0 0,-1 0-1 0 0,0 0 1 0 0,0 0-1 0 0,-1 0 1 0 0,0 0 0 0 0,0 0-1 0 0,-1 0 1 0 0,0 1-1 0 0,-4-11 1 0 0,6 17 282 0 0,-1 0 0 0 0,1 0-1 0 0,-1-1 1 0 0,1 1 0 0 0,-1 0 0 0 0,1 0 0 0 0,-1 0 0 0 0,0 0 0 0 0,1 0 0 0 0,-1 0-1 0 0,0 0 1 0 0,0 1 0 0 0,0-1 0 0 0,0 0 0 0 0,0 0 0 0 0,0 1 0 0 0,0-1 0 0 0,0 0 0 0 0,0 1-1 0 0,0-1 1 0 0,0 1 0 0 0,-1 0 0 0 0,1-1 0 0 0,0 1 0 0 0,0 0 0 0 0,-2-1 0 0 0,1 2 27 0 0,0-1 0 0 0,0 1 1 0 0,0-1-1 0 0,0 1 0 0 0,0 0 1 0 0,0 0-1 0 0,0 0 0 0 0,0 0 1 0 0,0 0-1 0 0,0 0 0 0 0,1 0 0 0 0,-1 0 1 0 0,-2 3-1 0 0,-3 3 83 0 0,1 0-1 0 0,0 0 0 0 0,1 0 1 0 0,0 0-1 0 0,0 1 1 0 0,-4 9-1 0 0,4-7 182 0 0,1 1-1 0 0,0 0 1 0 0,-3 22 0 0 0,6-31-193 0 0,0 0 0 0 0,1 1 0 0 0,0-1 0 0 0,-1 0 0 0 0,1 0 0 0 0,0 1 0 0 0,0-1 0 0 0,0 0 0 0 0,0 0 1 0 0,1 1-1 0 0,-1-1 0 0 0,1 0 0 0 0,-1 0 0 0 0,1 0 0 0 0,0 0 0 0 0,0 0 0 0 0,0 1 0 0 0,0-1 0 0 0,0-1 0 0 0,0 1 0 0 0,1 0 1 0 0,-1 0-1 0 0,0 0 0 0 0,1-1 0 0 0,0 1 0 0 0,-1-1 0 0 0,4 3 0 0 0,-4-4-47 0 0,-1 1 0 0 0,1-1 0 0 0,0 0-1 0 0,0 1 1 0 0,0-1 0 0 0,0 0 0 0 0,0 0 0 0 0,0 1-1 0 0,0-1 1 0 0,0 0 0 0 0,0 0 0 0 0,0 0 0 0 0,0 0-1 0 0,0 0 1 0 0,0 0 0 0 0,0-1 0 0 0,0 1 0 0 0,0 0 0 0 0,0-1-1 0 0,0 1 1 0 0,0 0 0 0 0,0-1 0 0 0,0 1 0 0 0,1-2-1 0 0,0 0-34 0 0,0 1-1 0 0,0-1 0 0 0,0 0 1 0 0,0 0-1 0 0,-1-1 0 0 0,1 1 0 0 0,-1 0 1 0 0,0 0-1 0 0,2-5 0 0 0,2-5-391 0 0,-1-1-1 0 0,5-26 0 0 0,-8 34 250 0 0,1-2-8 0 0,-1 0 1 0 0,0 1-1 0 0,-1-1 0 0 0,0 1 1 0 0,0-9-1 0 0,0 14 128 0 0,0 1-1 0 0,0 0 0 0 0,0-1 1 0 0,0 1-1 0 0,0-1 1 0 0,0 1-1 0 0,-1-1 0 0 0,1 1 1 0 0,0-1-1 0 0,0 1 1 0 0,0 0-1 0 0,-1-1 0 0 0,1 1 1 0 0,0-1-1 0 0,0 1 1 0 0,-1 0-1 0 0,1-1 1 0 0,0 1-1 0 0,-1 0 0 0 0,1-1 1 0 0,0 1-1 0 0,-1 0 1 0 0,1 0-1 0 0,0-1 0 0 0,-1 1 1 0 0,1 0-1 0 0,-1 0 1 0 0,1 0-1 0 0,-1-1 0 0 0,0 1 1 0 0,0 0-17 0 0,0 1 1 0 0,-1-1-1 0 0,1 1 0 0 0,-1-1 1 0 0,1 1-1 0 0,0 0 0 0 0,-1-1 1 0 0,1 1-1 0 0,0 0 1 0 0,0 0-1 0 0,-1 0 0 0 0,1 0 1 0 0,0 0-1 0 0,-2 2 0 0 0,-1 2-73 0 0,0 0 0 0 0,0 0 0 0 0,0 0 0 0 0,0 0 0 0 0,1 1 0 0 0,0-1 0 0 0,0 1 0 0 0,0 0 0 0 0,1 0 0 0 0,0 0 0 0 0,0 0 0 0 0,-1 9 0 0 0,1 0-210 0 0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1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1 386 5529 0 0,'0'0'31'0'0,"1"1"0"0"0,-1-1 0 0 0,1 0 0 0 0,-1 1-1 0 0,1-1 1 0 0,0 0 0 0 0,-1 1 0 0 0,1-1 0 0 0,-1 0 0 0 0,1 1 0 0 0,0-1-1 0 0,-1 0 1 0 0,1 0 0 0 0,0 0 0 0 0,-1 0 0 0 0,1 0 0 0 0,0 0 0 0 0,-1 0-1 0 0,1 0 1 0 0,0 0 0 0 0,-1 0 0 0 0,1 0 0 0 0,0 0 0 0 0,25-2 162 0 0,-20 1 43 0 0,72-3 2188 0 0,104 7 1 0 0,144 11-113 0 0,-211-11-2014 0 0,28 0-179 0 0,236 18-180 0 0,-350-19 81 0 0,0-1 0 0 0,0-1-1 0 0,51-8 1 0 0,32 0 75 0 0,-108 8-60 0 0,-1 0 0 0 0,1 0 1 0 0,0 0-1 0 0,-1-1 0 0 0,1 1 1 0 0,0-1-1 0 0,-1 0 0 0 0,1 0 1 0 0,0 0-1 0 0,-1 0 0 0 0,0-1 1 0 0,1 1-1 0 0,-1-1 1 0 0,0 0-1 0 0,5-3 0 0 0,-4 4 633 0 0,-34 0 0 0 0,30 0-668 0 0,2-14 57 0 0,0 0-1 0 0,0 1 0 0 0,8-21 0 0 0,2-17 96 0 0,-8 27-138 0 0,-1-1 66 0 0,12-39 0 0 0,-14 59-173 0 0,1 0 0 0 0,1-1 0 0 0,-1 1 0 0 0,1 0-1 0 0,0 0 1 0 0,1 1 0 0 0,-1-1 0 0 0,1 1 0 0 0,0-1 0 0 0,1 1 0 0 0,5-5 0 0 0,-10 9 83 0 0,1 1 1 0 0,-1 0-1 0 0,0 0 1 0 0,0 0 0 0 0,0-1-1 0 0,0 1 1 0 0,1 0-1 0 0,-1 0 1 0 0,0 0-1 0 0,0 0 1 0 0,1-1-1 0 0,-1 1 1 0 0,0 0 0 0 0,0 0-1 0 0,0 0 1 0 0,1 0-1 0 0,-1 0 1 0 0,0 0-1 0 0,0 0 1 0 0,1 0-1 0 0,-1 0 1 0 0,0 0 0 0 0,0 0-1 0 0,1 0 1 0 0,-1 0-1 0 0,0 0 1 0 0,0 0-1 0 0,1 0 1 0 0,-1 0 0 0 0,0 0-1 0 0,0 0 1 0 0,1 0-1 0 0,-1 0 1 0 0,0 0-1 0 0,0 1 1 0 0,1-1-1 0 0,-1 0 1 0 0,0 0 0 0 0,0 0-1 0 0,0 0 1 0 0,1 1-1 0 0,-1-1 1 0 0,0 0-1 0 0,0 0 1 0 0,0 0-1 0 0,0 1 1 0 0,1-1 0 0 0,2 19 21 0 0,-6 29 416 0 0,3-42-414 0 0,-4 37 130 0 0,5 83 0 0 0,0-112-148 0 0,0 0 0 0 0,1-1 0 0 0,1 1 0 0 0,0-1 1 0 0,1 1-1 0 0,0-1 0 0 0,1 0 0 0 0,1-1 0 0 0,0 1 0 0 0,9 13 0 0 0,-14-25 6 0 0,-1 0-1 0 0,1 0 0 0 0,0 1 0 0 0,0-1 1 0 0,0 0-1 0 0,0 0 0 0 0,0 0 0 0 0,0 0 1 0 0,0 0-1 0 0,0 0 0 0 0,1-1 0 0 0,-1 1 0 0 0,0 0 1 0 0,0 0-1 0 0,1-1 0 0 0,-1 1 0 0 0,1-1 1 0 0,-1 1-1 0 0,0-1 0 0 0,1 0 0 0 0,-1 0 1 0 0,1 1-1 0 0,-1-1 0 0 0,1 0 0 0 0,1 0 1 0 0,-1-1-3 0 0,0 0 0 0 0,0 0 0 0 0,1 0 0 0 0,-1 0 0 0 0,0 0 0 0 0,0-1 0 0 0,0 1 0 0 0,0 0 0 0 0,0-1 0 0 0,-1 0 0 0 0,1 1 0 0 0,0-1 0 0 0,2-3 0 0 0,4-8-134 0 0,1 0 1 0 0,-2-1-1 0 0,11-23 1 0 0,-16 32 32 0 0,17-47-689 0 0,21-83 1 0 0,-26 82 592 0 0,33-85 1 0 0,-47 138 205 0 0,0-1 0 0 0,0 1 1 0 0,0 0-1 0 0,0-1 1 0 0,1 1-1 0 0,-1-1 0 0 0,0 1 1 0 0,0 0-1 0 0,0-1 1 0 0,0 1-1 0 0,1 0 1 0 0,-1-1-1 0 0,0 1 0 0 0,0 0 1 0 0,1-1-1 0 0,-1 1 1 0 0,0 0-1 0 0,0 0 0 0 0,1-1 1 0 0,-1 1-1 0 0,0 0 1 0 0,1 0-1 0 0,-1-1 1 0 0,1 1-1 0 0,-1 0 0 0 0,0 0 1 0 0,1 0-1 0 0,-1 0 1 0 0,1 0-1 0 0,-1 0 0 0 0,0 0 1 0 0,1-1-1 0 0,-1 1 1 0 0,1 0-1 0 0,-1 0 1 0 0,0 1-1 0 0,1-1 0 0 0,10 14 355 0 0,2 24 248 0 0,1 64-28 0 0,2 14-336 0 0,-13-102-226 0 0,1 0-1 0 0,0 0 0 0 0,1-1 1 0 0,0 1-1 0 0,14 23 0 0 0,-18-35-16 0 0,0 0-1 0 0,0-1 1 0 0,0 1-1 0 0,1 0 1 0 0,-1 0-1 0 0,0 0 0 0 0,1-1 1 0 0,0 1-1 0 0,-1-1 1 0 0,1 1-1 0 0,0-1 1 0 0,0 0-1 0 0,-1 0 0 0 0,1 0 1 0 0,0 0-1 0 0,0 0 1 0 0,0 0-1 0 0,1 0 1 0 0,2 0-1 0 0,-3-1 6 0 0,0 0 0 0 0,1 0 0 0 0,-1 0 0 0 0,0-1 0 0 0,0 1-1 0 0,0-1 1 0 0,0 0 0 0 0,0 1 0 0 0,0-1 0 0 0,0 0 0 0 0,0 0 0 0 0,0 0 0 0 0,-1 0 0 0 0,1-1 0 0 0,0 1-1 0 0,2-3 1 0 0,3-3 23 0 0,0-1-1 0 0,0-1 1 0 0,-1 1-1 0 0,0-1 1 0 0,0 0-1 0 0,7-18 0 0 0,27-81-113 0 0,-30 77 21 0 0,1 0 0 0 0,2 1 1 0 0,23-42-1 0 0,-35 70 31 0 0,0 0 0 0 0,1 0 0 0 0,-1 0 0 0 0,1 0 0 0 0,-1 0 0 0 0,1 0 1 0 0,-1 1-1 0 0,1-1 0 0 0,0 0 0 0 0,0 1 0 0 0,0 0 0 0 0,0-1 0 0 0,0 1 0 0 0,0 0 0 0 0,0 0 0 0 0,3-1 0 0 0,-4 2 21 0 0,0 0 0 0 0,-1 0-1 0 0,1 0 1 0 0,-1 0-1 0 0,1 0 1 0 0,-1 0 0 0 0,1 1-1 0 0,-1-1 1 0 0,1 0 0 0 0,0 0-1 0 0,-1 0 1 0 0,1 0 0 0 0,-1 1-1 0 0,1-1 1 0 0,-1 0-1 0 0,1 0 1 0 0,-1 1 0 0 0,0-1-1 0 0,1 0 1 0 0,-1 1 0 0 0,1-1-1 0 0,-1 1 1 0 0,0-1 0 0 0,1 1-1 0 0,-1 0 1 0 0,1 0 12 0 0,0 1 0 0 0,0 0 0 0 0,-1 0 0 0 0,1 0 1 0 0,0 0-1 0 0,-1 0 0 0 0,0 0 0 0 0,0 0 0 0 0,1-1 0 0 0,-1 5 1 0 0,-3 90 681 0 0,1 58 107 0 0,3-135-696 0 0,1-1-1 0 0,1 1 1 0 0,1-1 0 0 0,1 0-1 0 0,0 0 1 0 0,10 21 0 0 0,-15-38-72 0 0,0 0 0 0 0,0 0 0 0 0,0-1 0 0 0,1 1 0 0 0,-1 0 1 0 0,1 0-1 0 0,-1 0 0 0 0,0 0 0 0 0,1-1 0 0 0,-1 1 0 0 0,1 0 0 0 0,0-1 1 0 0,-1 1-1 0 0,1 0 0 0 0,0-1 0 0 0,-1 1 0 0 0,1-1 0 0 0,0 1 0 0 0,-1-1 1 0 0,1 1-1 0 0,0-1 0 0 0,0 1 0 0 0,1-1 0 0 0,-1 0-22 0 0,0 0 0 0 0,-1-1 0 0 0,1 1 0 0 0,0-1-1 0 0,0 1 1 0 0,-1-1 0 0 0,1 1 0 0 0,-1-1 0 0 0,1 0 0 0 0,-1 1-1 0 0,1-1 1 0 0,-1 0 0 0 0,1 1 0 0 0,-1-1 0 0 0,1 0 0 0 0,-1 0-1 0 0,0 1 1 0 0,1-1 0 0 0,-1 0 0 0 0,0-1 0 0 0,13-56-662 0 0,-12 47 494 0 0,5-25-527 0 0,-1 1 235 0 0,2 0 0 0 0,1 0 0 0 0,1 1 0 0 0,2 0 0 0 0,19-40 0 0 0,-30 73 437 0 0,0 0 0 0 0,1 0-1 0 0,-1 0 1 0 0,1 0 0 0 0,-1 0 0 0 0,1 1 0 0 0,-1-1 0 0 0,1 0-1 0 0,-1 0 1 0 0,1 0 0 0 0,0 1 0 0 0,0-1 0 0 0,-1 0 0 0 0,1 1-1 0 0,0-1 1 0 0,0 1 0 0 0,0-1 0 0 0,0 1 0 0 0,-1-1 0 0 0,1 1-1 0 0,2-1 1 0 0,-3 1 9 0 0,1 0-1 0 0,0 1 0 0 0,-1-1 1 0 0,1 0-1 0 0,-1 1 0 0 0,1-1 1 0 0,-1 1-1 0 0,1-1 0 0 0,-1 1 0 0 0,1-1 1 0 0,-1 1-1 0 0,1-1 0 0 0,-1 1 1 0 0,0 0-1 0 0,1-1 0 0 0,-1 1 1 0 0,0-1-1 0 0,0 1 0 0 0,1 0 1 0 0,-1-1-1 0 0,0 1 0 0 0,0 1 1 0 0,6 44 290 0 0,-7 3 145 0 0,0-11-1527 0 0,5 40-1 0 0,-3-63-3031 0 0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2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64 150 3225 0 0,'-8'3'403'0'0,"-27"9"-2222"0"0,34-12 1804 0 0,0 1 0 0 0,0-1-1 0 0,0 0 1 0 0,-1 1 0 0 0,1 0-1 0 0,0-1 1 0 0,0 1 0 0 0,0 0 0 0 0,0 0-1 0 0,0-1 1 0 0,0 1 0 0 0,0 0-1 0 0,1 0 1 0 0,-1 0 0 0 0,0 0-1 0 0,0 0 1 0 0,1 0 0 0 0,-1 0-1 0 0,0 1 1 0 0,1-1 0 0 0,-1 2-1 0 0,1-2 170 0 0,1-1 0 0 0,-1 1 0 0 0,1 0-1 0 0,-1-1 1 0 0,1 1 0 0 0,0 0 0 0 0,-1-1 0 0 0,1 1-1 0 0,0-1 1 0 0,0 1 0 0 0,-1-1 0 0 0,1 1 0 0 0,0-1-1 0 0,0 1 1 0 0,0-1 0 0 0,-1 0 0 0 0,1 0-1 0 0,0 1 1 0 0,0-1 0 0 0,0 0 0 0 0,0 0 0 0 0,0 0-1 0 0,0 0 1 0 0,0 0 0 0 0,-1 0 0 0 0,3 0-1 0 0,24-1 2390 0 0,349-45 4372 0 0,191 22-3304 0 0,62-34-2103 0 0,-123 4-520 0 0,-465 52-1417 0 0,87-8-5676 0 0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3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20 6449 0 0,'-1'-2'9'0'0,"0"1"1"0"0,0 0-1 0 0,0-1 0 0 0,0 1 0 0 0,-1 0 0 0 0,1 0 0 0 0,0 0 0 0 0,0 0 0 0 0,-1 0 0 0 0,1 0 0 0 0,-1 0 0 0 0,1 0 0 0 0,-1 0 0 0 0,1 1 0 0 0,-1-1 0 0 0,1 1 0 0 0,-1-1 0 0 0,0 1 1 0 0,1-1-1 0 0,-1 1 0 0 0,0 0 0 0 0,1 0 0 0 0,-1 0 0 0 0,0 0 0 0 0,1 0 0 0 0,-1 0 0 0 0,0 1 0 0 0,1-1 0 0 0,-4 1 0 0 0,3 0 80 0 0,1-1-1 0 0,-1 1 1 0 0,0-1-1 0 0,0 1 1 0 0,1-1 0 0 0,-1 1-1 0 0,1 0 1 0 0,-1 0-1 0 0,1 0 1 0 0,-1 0-1 0 0,1 0 1 0 0,0 0-1 0 0,-1 0 1 0 0,1 0-1 0 0,0 1 1 0 0,0-1 0 0 0,0 1-1 0 0,0-1 1 0 0,0 1-1 0 0,0-1 1 0 0,0 1-1 0 0,0-1 1 0 0,1 1-1 0 0,-1 0 1 0 0,0-1 0 0 0,1 1-1 0 0,-1 2 1 0 0,2-1 166 0 0,0 1 1 0 0,1-1 0 0 0,-1 1-1 0 0,1-1 1 0 0,-1 1 0 0 0,1-1-1 0 0,0 0 1 0 0,0 0 0 0 0,1 0 0 0 0,-1 0-1 0 0,1 0 1 0 0,-1 0 0 0 0,1-1-1 0 0,0 1 1 0 0,4 2 0 0 0,19 22 534 0 0,-21-19-706 0 0,-1-1 0 0 0,0 1 0 0 0,-1 0 0 0 0,0 0 0 0 0,0 0 0 0 0,-1 0 0 0 0,0 0 0 0 0,0 1 0 0 0,0 10 0 0 0,0 10 38 0 0,-4 42 0 0 0,0-5 54 0 0,28 273 633 0 0,-7-131-260 0 0,-22 54-189 0 0,0-2 36 0 0,8-215 12 0 0,13 50-1 0 0,-3-19 318 0 0,-15-68-495 0 0,0-8-247 0 0,0-1 0 0 0,0 1 0 0 0,0 0 0 0 0,0 0-1 0 0,0 0 1 0 0,1 0 0 0 0,-1 0 0 0 0,0 0 0 0 0,0 0 0 0 0,0 0 0 0 0,0 0 0 0 0,0 0 0 0 0,0 0 0 0 0,0 0 0 0 0,1 0 0 0 0,-1 0 0 0 0,0 0-1 0 0,0 0 1 0 0,0 0 0 0 0,0 0 0 0 0,0 0 0 0 0,0 0 0 0 0,0 0 0 0 0,0 0 0 0 0,1 0 0 0 0,-1 0 0 0 0,0 0 0 0 0,0 0 0 0 0,0 0 0 0 0,0 0 0 0 0,0 0-1 0 0,0 1 1 0 0,0-1 0 0 0,0 0 0 0 0,1 0 0 0 0,-1 0 0 0 0,0 0 0 0 0,0 0 0 0 0,0 0 0 0 0,0 0 0 0 0,0 0 0 0 0,0 0 0 0 0,0 0 0 0 0,0 1 0 0 0,0-1-1 0 0,0 0 1 0 0,0 0 0 0 0,0 0 0 0 0,0 0 0 0 0,0 0 0 0 0,0 0 0 0 0,0 0 0 0 0,0 1 0 0 0,0-1 0 0 0,0 0 0 0 0,0 0 0 0 0,0 0 0 0 0,0 0 0 0 0,0 0-1 0 0,0 0 1 0 0,0 0 0 0 0,0 1 0 0 0,0-1 0 0 0,0 0 0 0 0,0 0 0 0 0,0 0 0 0 0,0 0 0 0 0,0 0 0 0 0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4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53 2304 0 0,'-3'-6'396'0'0,"0"1"-1"0"0,0 0 0 0 0,0 0 0 0 0,-1 0 0 0 0,1 0 0 0 0,-1 1 0 0 0,-1-1 0 0 0,-7-6 0 0 0,12 11-364 0 0,-1 0 1 0 0,1 0-1 0 0,0 0 1 0 0,-1-1-1 0 0,1 1 1 0 0,-1 0-1 0 0,1 0 1 0 0,0 0-1 0 0,-1 0 1 0 0,1 0-1 0 0,-1 0 1 0 0,1 0-1 0 0,0 0 1 0 0,-1 0-1 0 0,1 0 1 0 0,0 0-1 0 0,-1 0 1 0 0,1 0-1 0 0,-1 0 1 0 0,1 1-1 0 0,0-1 1 0 0,-1 0-1 0 0,1 0 1 0 0,0 0-1 0 0,-1 0 1 0 0,1 1-1 0 0,0-1 1 0 0,-1 0-1 0 0,1 0 1 0 0,0 1-1 0 0,0-1 1 0 0,-1 0-1 0 0,1 1 0 0 0,0-1 1 0 0,0 0-1 0 0,0 1 1 0 0,-1-1-1 0 0,1 0 1 0 0,0 1-1 0 0,0-1 1 0 0,0 0-1 0 0,0 1 1 0 0,0-1-1 0 0,0 0 1 0 0,-1 1-1 0 0,1-1 1 0 0,0 1-1 0 0,0-1 1 0 0,0 1-1 0 0,0 0 8 0 0,0 0-1 0 0,0 0 0 0 0,0 0 0 0 0,-1 0 0 0 0,1 0 1 0 0,0 0-1 0 0,0 0 0 0 0,0 0 0 0 0,1 0 1 0 0,-1 0-1 0 0,0 0 0 0 0,0 0 0 0 0,0 0 1 0 0,1 0-1 0 0,-1 0 0 0 0,0-1 0 0 0,1 1 1 0 0,-1 0-1 0 0,1 0 0 0 0,-1 0 0 0 0,1 0 1 0 0,0 0-1 0 0,15 9 664 0 0,0-1 1 0 0,0 0 0 0 0,1-2-1 0 0,0 0 1 0 0,22 6-1 0 0,-9-3-222 0 0,2 0-3 0 0,2-1-1 0 0,-1-2 0 0 0,1-2 0 0 0,64 3 0 0 0,-93-8-464 0 0,34 4 277 0 0,-38-4-284 0 0,0 0-1 0 0,0 0 0 0 0,0 0 1 0 0,0 0-1 0 0,0 1 0 0 0,0-1 0 0 0,0 0 1 0 0,0 1-1 0 0,0-1 0 0 0,0 1 1 0 0,0-1-1 0 0,0 1 0 0 0,0-1 0 0 0,0 1 1 0 0,0-1-1 0 0,0 1 0 0 0,0 0 1 0 0,-1 0-1 0 0,1-1 0 0 0,0 1 0 0 0,-1 0 1 0 0,1 0-1 0 0,0 0 0 0 0,-1 0 1 0 0,1 0-1 0 0,-1 0 0 0 0,1 2 0 0 0,-1-2-25 0 0,-1 1 0 0 0,1 0-1 0 0,-1-1 1 0 0,1 1-1 0 0,-1 0 1 0 0,0-1-1 0 0,0 1 1 0 0,1-1 0 0 0,-1 1-1 0 0,0-1 1 0 0,-1 0-1 0 0,1 1 1 0 0,0-1 0 0 0,0 0-1 0 0,-1 0 1 0 0,1 0-1 0 0,-2 2 1 0 0,-30 18-625 0 0,22-14 472 0 0,-46 26 304 0 0,-2-3 1 0 0,-93 35-1 0 0,-12 5-253 0 0,146-61-165 0 0,1 0 1 0 0,1 1 0 0 0,0 1-1 0 0,0 1 1 0 0,-22 21-1 0 0,37-33 288 0 0,0 1 0 0 0,0 0 0 0 0,0-1 0 0 0,1 1-1 0 0,-1 0 1 0 0,0 0 0 0 0,1 0 0 0 0,-1-1-1 0 0,1 1 1 0 0,-1 0 0 0 0,1 0 0 0 0,-1 0-1 0 0,1 0 1 0 0,-1 0 0 0 0,1 0 0 0 0,0 0-1 0 0,0 0 1 0 0,-1 0 0 0 0,1 0 0 0 0,0 0-1 0 0,0 0 1 0 0,0 1 0 0 0,0-1 0 0 0,0 0 0 0 0,0 0-1 0 0,1 1 1 0 0,0 0 4 0 0,0-1-1 0 0,0 1 1 0 0,0-1 0 0 0,0 0 0 0 0,0 0-1 0 0,1 1 1 0 0,-1-1 0 0 0,0 0-1 0 0,1 0 1 0 0,-1 0 0 0 0,1 0 0 0 0,-1-1-1 0 0,1 1 1 0 0,2 1 0 0 0,7 1-88 0 0,0 0 1 0 0,1 0 0 0 0,17 2-1 0 0,103 0 1331 0 0,-17-2-631 0 0,-57-1-553 0 0,-44-3-25 0 0,0 1-1 0 0,0 1 0 0 0,-1 0 1 0 0,1 1-1 0 0,-1 0 0 0 0,20 6 1 0 0,-32-7-41 0 0,-1-1 0 0 0,1 0 0 0 0,0 1 0 0 0,0-1 0 0 0,0 0 0 0 0,-1 1 0 0 0,1-1 0 0 0,0 1 0 0 0,-1-1 0 0 0,1 1 0 0 0,0 0 0 0 0,-1-1 0 0 0,1 1 0 0 0,0 0 0 0 0,-1-1 0 0 0,1 1 0 0 0,-1 0 0 0 0,0 0 0 0 0,1 0 0 0 0,-1-1 0 0 0,0 1 0 0 0,1 0 0 0 0,-1 0 0 0 0,0 0 0 0 0,0 0 0 0 0,0 0 0 0 0,1-1 0 0 0,-1 1 0 0 0,-1 2 0 0 0,1 0-37 0 0,-1 0 0 0 0,0 0-1 0 0,0 0 1 0 0,0 0 0 0 0,0 0 0 0 0,0 0 0 0 0,-1-1 0 0 0,1 1 0 0 0,-3 3 0 0 0,-5 6-148 0 0,0-1 1 0 0,-19 18-1 0 0,-159 136-239 0 0,178-157 684 0 0,4-4-489 0 0,1-1-1 0 0,0 0 1 0 0,0 1 0 0 0,1 0-1 0 0,-1 0 1 0 0,-5 8 0 0 0,9-12 189 0 0,0 1 0 0 0,0-1 1 0 0,0 1-1 0 0,-1-1 0 0 0,1 0 0 0 0,0 1 1 0 0,0-1-1 0 0,0 1 0 0 0,0-1 1 0 0,0 1-1 0 0,0-1 0 0 0,0 1 1 0 0,0-1-1 0 0,0 1 0 0 0,0-1 0 0 0,0 1 1 0 0,0-1-1 0 0,1 1 0 0 0,-1-1 1 0 0,0 0-1 0 0,0 1 0 0 0,0-1 1 0 0,1 1-1 0 0,-1-1 0 0 0,0 0 0 0 0,0 1 1 0 0,1-1-1 0 0,-1 1 0 0 0,1 0 1 0 0,1 0-26 0 0,0 0 1 0 0,0 0-1 0 0,0 0 1 0 0,0 0-1 0 0,0-1 1 0 0,0 1-1 0 0,1 0 1 0 0,-1-1-1 0 0,0 1 1 0 0,4-1 0 0 0,61 6 212 0 0,-48-6-20 0 0,0 1 1 0 0,-1 1 0 0 0,0 1 0 0 0,0 0-1 0 0,0 2 1 0 0,0 0 0 0 0,24 10-1 0 0,-42-15-122 0 0,1 1-1 0 0,0-1 1 0 0,-1 0-1 0 0,1 1 0 0 0,-1-1 1 0 0,1 0-1 0 0,0 1 1 0 0,-1-1-1 0 0,1 1 1 0 0,-1-1-1 0 0,0 1 0 0 0,1-1 1 0 0,-1 1-1 0 0,1-1 1 0 0,-1 1-1 0 0,0-1 0 0 0,1 1 1 0 0,-1 0-1 0 0,0-1 1 0 0,1 1-1 0 0,-1 0 0 0 0,0-1 1 0 0,0 1-1 0 0,0 0 1 0 0,0-1-1 0 0,0 1 0 0 0,0 0 1 0 0,0-1-1 0 0,0 1 1 0 0,0 0-1 0 0,0-1 1 0 0,0 2-1 0 0,-1 1 94 0 0,0-1 1 0 0,0 0-1 0 0,0 1 0 0 0,-1-1 1 0 0,1 0-1 0 0,-1 0 0 0 0,1 0 1 0 0,-1 0-1 0 0,-2 3 0 0 0,-46 33 815 0 0,50-38-931 0 0,-19 13 20 0 0,8-8 11 0 0,2 1-1 0 0,-1 1 1 0 0,0 0 0 0 0,1 0-1 0 0,1 1 1 0 0,-1 0 0 0 0,1 0-1 0 0,1 1 1 0 0,-11 15 0 0 0,17-24-33 0 0,1 1 0 0 0,0 0 0 0 0,-1-1 0 0 0,1 1 0 0 0,0 0 0 0 0,-1 0 0 0 0,1 0 0 0 0,0-1 1 0 0,0 1-1 0 0,-1 0 0 0 0,1 0 0 0 0,0 0 0 0 0,0-1 0 0 0,0 1 0 0 0,0 0 0 0 0,0 0 0 0 0,0 0 0 0 0,1-1 0 0 0,-1 1 0 0 0,0 0 0 0 0,0 0 0 0 0,1 0 1 0 0,-1-1-1 0 0,0 1 0 0 0,1 0 0 0 0,-1 0 0 0 0,1 0 0 0 0,0 0-77 0 0,0 0 0 0 0,1 0 0 0 0,-1 0 0 0 0,0 0 1 0 0,1-1-1 0 0,-1 1 0 0 0,0 0 0 0 0,1-1 0 0 0,-1 1 0 0 0,1-1 0 0 0,-1 0 1 0 0,1 1-1 0 0,1-1 0 0 0,5 1-368 0 0,0-1 1 0 0,0 0-1 0 0,-1 0 1 0 0,12-3 0 0 0,0 2 236 0 0,0 0 0 0 0,0 2 0 0 0,-1 0 0 0 0,1 1 0 0 0,29 6 0 0 0,-45-7 183 0 0,14 2-13 0 0,-11-3 60 0 0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5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2 1840 0 0,'-3'0'210'0'0,"1"-1"0"0"0,0 1-1 0 0,0 0 1 0 0,0 0 0 0 0,-1-1-1 0 0,1 1 1 0 0,0 1 0 0 0,0-1-1 0 0,-1 0 1 0 0,1 0 0 0 0,0 1-1 0 0,0 0 1 0 0,0-1 0 0 0,0 1-1 0 0,0 0 1 0 0,0 0 0 0 0,0 0-1 0 0,0 0 1 0 0,0 0 0 0 0,0 0-1 0 0,0 1 1 0 0,1-1 0 0 0,-1 1-1 0 0,0-1 1 0 0,1 1 0 0 0,-1 0-1 0 0,1 0 1 0 0,0-1-1 0 0,0 1 1 0 0,-1 0 0 0 0,1 0-1 0 0,0 0 1 0 0,-1 4 0 0 0,-1 2 620 0 0,0 1 0 0 0,0-1 0 0 0,0 1 0 0 0,1-1 0 0 0,0 1 0 0 0,1 0 0 0 0,-1 14 0 0 0,-13 159 1549 0 0,-1 2-2080 0 0,35 76 413 0 0,-2-37-43 0 0,-16-196-551 0 0,-2 0 0 0 0,-5 32 0 0 0,5-50-29 0 0,-1 1 1 0 0,0-1-1 0 0,-1 0 1 0 0,1 0-1 0 0,-2 0 1 0 0,1-1-1 0 0,-2 1 1 0 0,1-1-1 0 0,-11 15 0 0 0,14-22-101 0 0,0 1-1 0 0,0-1 0 0 0,0 0 0 0 0,0 0 0 0 0,0 0 0 0 0,0 0 1 0 0,-1 0-1 0 0,1 0 0 0 0,0 0 0 0 0,-1 0 0 0 0,1 0 0 0 0,0-1 0 0 0,-1 1 1 0 0,-1 0-1 0 0,-8-4-3361 0 0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6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0 453 6793 0 0,'0'0'507'0'0,"21"-8"1538"0"0,24-1-1222 0 0,0 2-1 0 0,0 2 1 0 0,48 1 0 0 0,146 13 1006 0 0,-25-1-1639 0 0,204 23 1708 0 0,-389-28-1958 0 0,49-3-1 0 0,-57-2 1 0 0,0 2 0 0 0,0 1 0 0 0,0 0 0 0 0,41 9-1 0 0,-52-5-164 0 0,-10-4 207 0 0,0-1 0 0 0,1 1-1 0 0,-1-1 1 0 0,1 1 0 0 0,-1-1-1 0 0,0 0 1 0 0,1 1-1 0 0,-1-1 1 0 0,1 0 0 0 0,-1 0-1 0 0,1 1 1 0 0,-1-1-1 0 0,1 0 1 0 0,-1 0 0 0 0,1 0-1 0 0,-1 1 1 0 0,1-1 0 0 0,-1 0-1 0 0,1 0 1 0 0,-1 0-1 0 0,1 0 1 0 0,0 0 0 0 0,-1 0-1 0 0,1 0 1 0 0,-1 0 0 0 0,1 0-1 0 0,-1-1 1 0 0,1 1-1 0 0,-1 0 1 0 0,1 0 0 0 0,-1 0-1 0 0,1-1 1 0 0,-1 1 0 0 0,1 0-1 0 0,-1 0 1 0 0,1-1-1 0 0,-1 1 1 0 0,1 0 0 0 0,0-1-1 0 0,7-7-208 0 0,0 1 0 0 0,1 0-1 0 0,18-11 1 0 0,-17 12 80 0 0,0 0 0 0 0,-1 0 0 0 0,0-1 0 0 0,-1-1-1 0 0,0 1 1 0 0,8-10 0 0 0,17-29-135 0 0,-2-2 0 0 0,36-77-1 0 0,-61 113 355 0 0,0 2-1 0 0,1-1 0 0 0,12-15 1 0 0,-17 24-51 0 0,1-1 0 0 0,-1 1 0 0 0,1-1 0 0 0,-1 1 0 0 0,1 0 0 0 0,0 0 0 0 0,0 0 0 0 0,4-2 0 0 0,-6 4 2 0 0,1 0 0 0 0,-1-1 0 0 0,0 1 0 0 0,0 0 1 0 0,1-1-1 0 0,-1 1 0 0 0,0 0 0 0 0,0 0 0 0 0,1 0 0 0 0,-1 0 0 0 0,0 0 1 0 0,1 0-1 0 0,-1 1 0 0 0,0-1 0 0 0,0 0 0 0 0,1 1 0 0 0,-1-1 0 0 0,0 1 1 0 0,0-1-1 0 0,0 1 0 0 0,0-1 0 0 0,2 2 0 0 0,-1 0 53 0 0,-1-1-1 0 0,1 1 0 0 0,0 0 1 0 0,-1 0-1 0 0,1 0 0 0 0,-1 0 1 0 0,0 1-1 0 0,0-1 0 0 0,0 0 1 0 0,0 0-1 0 0,0 1 0 0 0,1 4 1 0 0,5 35 641 0 0,-4-23-373 0 0,-1-4-142 0 0,1 1 1 0 0,1-1 0 0 0,1 0-1 0 0,0-1 1 0 0,0 1 0 0 0,1-1 0 0 0,1 0-1 0 0,1 0 1 0 0,0-1 0 0 0,1 0-1 0 0,0 0 1 0 0,0-1 0 0 0,2 0 0 0 0,-1-1-1 0 0,16 12 1 0 0,-24-22-164 0 0,-1 1-1 0 0,1-1 1 0 0,0 0-1 0 0,0 0 1 0 0,-1 0 0 0 0,1-1-1 0 0,0 1 1 0 0,0 0 0 0 0,0-1-1 0 0,0 1 1 0 0,0-1-1 0 0,0 1 1 0 0,0-1 0 0 0,0 0-1 0 0,0 0 1 0 0,0 0-1 0 0,0 0 1 0 0,0 0 0 0 0,0-1-1 0 0,-1 1 1 0 0,4-1 0 0 0,-2-1-32 0 0,0 1 1 0 0,1-1 0 0 0,-1 0-1 0 0,0 0 1 0 0,0 0 0 0 0,0-1-1 0 0,-1 1 1 0 0,1-1 0 0 0,0 1-1 0 0,3-7 1 0 0,5-6-213 0 0,-2-1 0 0 0,0 0-1 0 0,12-30 1 0 0,-17 37 101 0 0,8-20-279 0 0,-3 5 230 0 0,1 0-1 0 0,1 0 1 0 0,1 1-1 0 0,1 0 1 0 0,1 1-1 0 0,27-31 1 0 0,-40 52 148 0 0,0-1 1 0 0,0 1-1 0 0,0 0 1 0 0,0 0 0 0 0,1-1-1 0 0,-1 1 1 0 0,0 0-1 0 0,1 0 1 0 0,-1 0-1 0 0,0 0 1 0 0,1 1 0 0 0,0-1-1 0 0,-1 0 1 0 0,1 1-1 0 0,-1-1 1 0 0,1 1 0 0 0,0-1-1 0 0,-1 1 1 0 0,1 0-1 0 0,0-1 1 0 0,-1 1-1 0 0,1 0 1 0 0,0 0 0 0 0,0 1-1 0 0,-1-1 1 0 0,1 0-1 0 0,0 0 1 0 0,-1 1-1 0 0,1-1 1 0 0,0 1 0 0 0,-1-1-1 0 0,1 1 1 0 0,-1 0-1 0 0,1 0 1 0 0,-1 0 0 0 0,1 0-1 0 0,-1 0 1 0 0,0 0-1 0 0,1 0 1 0 0,-1 0-1 0 0,0 0 1 0 0,0 1 0 0 0,0-1-1 0 0,2 2 1 0 0,4 9 202 0 0,0 0 0 0 0,0 0 0 0 0,-2 0 0 0 0,9 24 1 0 0,-4-11 85 0 0,40 73 33 0 0,7 19-262 0 0,-57-123 11 0 0,0 1 0 0 0,0 0-1 0 0,1-1 1 0 0,-1 1 0 0 0,1 0 0 0 0,0 0 0 0 0,3-6-1 0 0,14-56-1146 0 0,-14 56 1045 0 0,2-11-181 0 0,7-24-99 0 0,2 1 0 0 0,1 1 0 0 0,23-43 0 0 0,-38 85 269 0 0,0 1 1 0 0,0-1-1 0 0,-1 1 1 0 0,1-1 0 0 0,1 1-1 0 0,-1-1 1 0 0,0 1 0 0 0,0-1-1 0 0,0 1 1 0 0,1 0 0 0 0,-1 0-1 0 0,0 0 1 0 0,1-1-1 0 0,0 1 1 0 0,-1 1 0 0 0,1-1-1 0 0,-1 0 1 0 0,1 0 0 0 0,0 1-1 0 0,0-1 1 0 0,-1 1-1 0 0,1-1 1 0 0,0 1 0 0 0,3-1-1 0 0,-3 2 32 0 0,0-1-1 0 0,-1 1 1 0 0,1 0 0 0 0,0-1-1 0 0,-1 1 1 0 0,1 0-1 0 0,-1 0 1 0 0,1 0-1 0 0,-1 0 1 0 0,0 0 0 0 0,1 1-1 0 0,-1-1 1 0 0,0 0-1 0 0,0 1 1 0 0,0-1-1 0 0,0 1 1 0 0,0-1 0 0 0,0 1-1 0 0,0-1 1 0 0,0 1-1 0 0,-1 0 1 0 0,1-1-1 0 0,0 1 1 0 0,-1 0 0 0 0,1 1-1 0 0,61 307 2672 0 0,-52-248-2571 0 0,-8-44-58 0 0,-2-14-22 0 0,0 0 0 0 0,0 0-1 0 0,1 0 1 0 0,0 0-1 0 0,-1 0 1 0 0,3 5 0 0 0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7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0 186 9674 0 0,'4'-3'240'0'0,"0"0"0"0"0,0 1 0 0 0,0-1 0 0 0,1 1 0 0 0,-1 0 0 0 0,7-2 0 0 0,-7 2-130 0 0,39-16 249 0 0,1 3-1 0 0,86-20 1 0 0,97 2 2383 0 0,61 25 339 0 0,-9 0-1473 0 0,-224 4-1539 0 0,101-13-1386 0 0,-123 12-1539 0 0,34-11 0 0 0,-52 11-2009 0 0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2761 0 0,'5'124'7080'0'0,"0"61"-5198"0"0,4 143 350 0 0,-1 37-432 0 0,-11-315-1608 0 0,3 0 0 0 0,2 1 0 0 0,16 97 1 0 0,-13-131-1856 0 0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0 6913 0 0,'-3'2'-119'0'0,"-1"0"0"0"0,1 1-1 0 0,-1-1 1 0 0,1 1 0 0 0,0-1-1 0 0,-1 1 1 0 0,2 0-1 0 0,-1 0 1 0 0,0 1 0 0 0,-4 5-1 0 0,7-8 53 0 0,0 0-1 0 0,-1 0 0 0 0,1-1 1 0 0,-1 1-1 0 0,1 0 1 0 0,0 0-1 0 0,0 0 1 0 0,-1 0-1 0 0,1 0 1 0 0,0 0-1 0 0,0 0 0 0 0,0 0 1 0 0,0 0-1 0 0,0 0 1 0 0,0 0-1 0 0,0 0 1 0 0,1 0-1 0 0,-1 0 1 0 0,1 2-1 0 0,0-2 123 0 0,-1 0 0 0 0,1 0-1 0 0,0 0 1 0 0,1 1 0 0 0,-1-1 0 0 0,0 0-1 0 0,0-1 1 0 0,0 1 0 0 0,1 0 0 0 0,-1 0-1 0 0,0 0 1 0 0,1-1 0 0 0,-1 1-1 0 0,0-1 1 0 0,1 1 0 0 0,-1-1 0 0 0,3 1-1 0 0,16 2 570 0 0,0 0 0 0 0,0-2-1 0 0,0 0 1 0 0,0-1-1 0 0,23-4 1 0 0,7 1 514 0 0,-14 2-202 0 0,-1-1-522 0 0,45 4 1 0 0,-71-2-479 0 0,0 2-1 0 0,0-1 1 0 0,0 1 0 0 0,0 0-1 0 0,-1 1 1 0 0,1 0 0 0 0,-1 0 0 0 0,1 1-1 0 0,-1 0 1 0 0,9 6 0 0 0,-16-9 38 0 0,0 0 0 0 0,1 0 0 0 0,-1 0 0 0 0,0 0 0 0 0,0 0 0 0 0,0 0 0 0 0,1 1 0 0 0,-1-1 0 0 0,0 0 0 0 0,-1 1 0 0 0,1-1 0 0 0,0 1 0 0 0,0-1 0 0 0,-1 1 0 0 0,1 0 0 0 0,-1-1 0 0 0,1 1 0 0 0,-1-1 0 0 0,0 1 0 0 0,1 0 0 0 0,-1 0 0 0 0,0-1 0 0 0,0 4 0 0 0,-1-1 1 0 0,0 0-1 0 0,0-1 0 0 0,0 1 0 0 0,-1-1 1 0 0,1 1-1 0 0,-1-1 0 0 0,0 1 0 0 0,0-1 1 0 0,0 0-1 0 0,-4 4 0 0 0,-5 5 32 0 0,0 0 1 0 0,-2 0-1 0 0,-23 17 0 0 0,-40 20 734 0 0,56-38-539 0 0,1 1 0 0 0,0 0 0 0 0,1 2-1 0 0,0 0 1 0 0,-29 31 0 0 0,46-44-201 0 0,0 0 0 0 0,1-1 1 0 0,-1 1-1 0 0,0-1 0 0 0,1 1 1 0 0,-1 0-1 0 0,1 0 1 0 0,-1-1-1 0 0,1 1 0 0 0,0 0 1 0 0,-1 0-1 0 0,1 0 0 0 0,0 0 1 0 0,-1-1-1 0 0,1 1 1 0 0,0 0-1 0 0,0 0 0 0 0,0 0 1 0 0,0 0-1 0 0,0 0 0 0 0,0 0 1 0 0,0 0-1 0 0,0 0 0 0 0,0-1 1 0 0,0 2-1 0 0,1-1-19 0 0,0 0 0 0 0,0-1 0 0 0,-1 1 0 0 0,1 0 0 0 0,0-1 0 0 0,0 1 0 0 0,0-1 1 0 0,0 1-1 0 0,0-1 0 0 0,0 0 0 0 0,0 1 0 0 0,0-1 0 0 0,0 0 0 0 0,0 0 0 0 0,0 0 0 0 0,0 0 0 0 0,0 0 0 0 0,1 0 0 0 0,10 0-235 0 0,1-1 0 0 0,20-5 0 0 0,-26 5 240 0 0,14-3-105 0 0,-13 2 267 0 0,0 0 1 0 0,0 0-1 0 0,0 1 0 0 0,0 0 0 0 0,0 1 0 0 0,12 0 1 0 0,-20 1-132 0 0,0-1 1 0 0,1 0 0 0 0,-1 0-1 0 0,0 1 1 0 0,0-1 0 0 0,1 0-1 0 0,-1 1 1 0 0,0-1 0 0 0,0 0-1 0 0,0 1 1 0 0,1-1 0 0 0,-1 0-1 0 0,0 1 1 0 0,0-1 0 0 0,0 1-1 0 0,0-1 1 0 0,0 0 0 0 0,0 1 0 0 0,0-1-1 0 0,0 1 1 0 0,0-1 0 0 0,0 0-1 0 0,0 1 1 0 0,0-1 0 0 0,0 1-1 0 0,0-1 1 0 0,0 0 0 0 0,0 1-1 0 0,-1-1 1 0 0,1 0 0 0 0,0 1-1 0 0,0-1 1 0 0,0 0 0 0 0,-1 1-1 0 0,1-1 1 0 0,0 0 0 0 0,0 1-1 0 0,-1-1 1 0 0,1 0 0 0 0,0 0-1 0 0,0 1 1 0 0,-1-1 0 0 0,1 0 0 0 0,0 0-1 0 0,-1 0 1 0 0,0 1 0 0 0,-13 15 235 0 0,-55 40-391 0 0,-18 16-150 0 0,79-64 337 0 0,0 0 0 0 0,0 1-1 0 0,1 0 1 0 0,0 1 0 0 0,0-1-1 0 0,1 1 1 0 0,-5 13 0 0 0,9-20-52 0 0,1-1 1 0 0,0 1-1 0 0,0-1 0 0 0,0 1 1 0 0,0-1-1 0 0,1 1 0 0 0,-1 0 1 0 0,1-1-1 0 0,0 1 1 0 0,0 0-1 0 0,0-1 0 0 0,0 1 1 0 0,0 0-1 0 0,0-1 0 0 0,1 1 1 0 0,-1 0-1 0 0,1-1 1 0 0,0 1-1 0 0,-1 0 0 0 0,1-1 1 0 0,2 4-1 0 0,-1-4-37 0 0,0 0 0 0 0,0 0 0 0 0,0 0-1 0 0,1-1 1 0 0,-1 1 0 0 0,0-1 0 0 0,1 1 0 0 0,-1-1-1 0 0,1 0 1 0 0,-1 0 0 0 0,1 0 0 0 0,0 0 0 0 0,0 0 0 0 0,-1 0-1 0 0,1-1 1 0 0,0 0 0 0 0,0 1 0 0 0,0-1 0 0 0,-1 0-1 0 0,4-1 1 0 0,44 0-276 0 0,-27-1 549 0 0,-1 2-1 0 0,0 0 0 0 0,32 5 0 0 0,-48-4-248 0 0,0 0 1 0 0,0 1-1 0 0,0-1 0 0 0,-1 1 1 0 0,1 1-1 0 0,-1-1 0 0 0,1 1 1 0 0,-1 0-1 0 0,0 0 0 0 0,0 0 1 0 0,0 1-1 0 0,-1 0 0 0 0,1 0 1 0 0,-1 0-1 0 0,0 0 0 0 0,0 1 1 0 0,5 7-1 0 0,-8-11-54 0 0,0 0 1 0 0,-1 1-1 0 0,1-1 1 0 0,0 0-1 0 0,-1 0 1 0 0,1 0-1 0 0,-1 0 1 0 0,1 1-1 0 0,-1-1 1 0 0,0 0-1 0 0,1 0 1 0 0,-1 1-1 0 0,0-1 1 0 0,0 0-1 0 0,0 1 1 0 0,0-1-1 0 0,0 0 1 0 0,0 0-1 0 0,0 1 1 0 0,0-1-1 0 0,-1 0 1 0 0,1 1-1 0 0,-1-1 1 0 0,1 0-1 0 0,-1 0 0 0 0,1 0 1 0 0,-1 1-1 0 0,1-1 1 0 0,-1 0-1 0 0,0 0 1 0 0,0 0-1 0 0,0 0 1 0 0,1 0-1 0 0,-1 0 1 0 0,0 0-1 0 0,0-1 1 0 0,0 1-1 0 0,-3 1 1 0 0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9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 8754 0 0,'0'0'30'0'0,"-1"0"0"0"0,1 0 0 0 0,-1 0 0 0 0,1 0 1 0 0,0 0-1 0 0,-1 0 0 0 0,1 0 0 0 0,0 0 0 0 0,-1 0 0 0 0,1 0 1 0 0,-1 0-1 0 0,1 0 0 0 0,0 0 0 0 0,-1 0 0 0 0,1 0 0 0 0,0 1 0 0 0,-1-1 1 0 0,1 0-1 0 0,0 0 0 0 0,-1 0 0 0 0,1 0 0 0 0,0 1 0 0 0,-1-1 1 0 0,1 0-1 0 0,0 1 0 0 0,0-1 0 0 0,-1 0 0 0 0,1 1 0 0 0,-4 4 129 0 0,6-1 584 0 0,1 9 291 0 0,0-1 0 0 0,0 0 1 0 0,-1 0-1 0 0,0 26 0 0 0,6 284 1221 0 0,7-106-1483 0 0,1 26-407 0 0,-30 233 1408 0 0,13-466-1717 0 0,0-1 1 0 0,-1 1-1 0 0,1-1 1 0 0,-5 13-1 0 0,4-15-44 0 0,0 0-1 0 0,0 0 1 0 0,1 0-1 0 0,-1 1 1 0 0,2-1 0 0 0,-1 1-1 0 0,1-1 1 0 0,0 13 0 0 0,1-18-56 0 0,-1 0 0 0 0,0 1 0 0 0,0-1 0 0 0,1 0 0 0 0,-1 0 1 0 0,1 0-1 0 0,-1 0 0 0 0,1 0 0 0 0,-1 0 0 0 0,1 0 1 0 0,0 0-1 0 0,-1 0 0 0 0,1-1 0 0 0,0 1 0 0 0,0 0 0 0 0,1 1 1 0 0,3 2-1018 0 0,-5-3 1037 0 0,0-1 77 0 0,0 2-48 0 0,1-1-1 0 0,0 1 1 0 0,0-1-1 0 0,-1 1 1 0 0,1-1 0 0 0,0 0-1 0 0,0 1 1 0 0,0-1-1 0 0,0 0 1 0 0,0 0 0 0 0,1 0-1 0 0,0 1 1 0 0,0 0-1 0 0,4 7-78 0 0,-1 0 0 0 0,0 1-1 0 0,-1-1 1 0 0,0 1 0 0 0,0 0-1 0 0,3 15 1 0 0,-3-11 274 0 0,-2-4 37 0 0,1 0-1 0 0,-2 1 0 0 0,1-1 1 0 0,-1 16-1 0 0,-3 9-2404 0 0,-5 37-1 0 0,0-16-725 0 0,6-32 2221 0 0,2-12 102 0 0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1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4 466 7370 0 0,'0'1'25'0'0,"0"-1"1"0"0,0 0 0 0 0,0 0 0 0 0,-1 0 0 0 0,1 0 0 0 0,0 0 0 0 0,0 0 0 0 0,0 0-1 0 0,0 0 1 0 0,0 0 0 0 0,0 0 0 0 0,0 0 0 0 0,-1-1 0 0 0,1 1 0 0 0,0 0 0 0 0,0 0 0 0 0,0 0-1 0 0,0 0 1 0 0,0 0 0 0 0,0 0 0 0 0,0 0 0 0 0,0 0 0 0 0,-1 0 0 0 0,1 0 0 0 0,0 0-1 0 0,0 0 1 0 0,0 0 0 0 0,0-1 0 0 0,0 1 0 0 0,0 0 0 0 0,0 0 0 0 0,0 0 0 0 0,0 0-1 0 0,0 0 1 0 0,0 0 0 0 0,0 0 0 0 0,0 0 0 0 0,0-1 0 0 0,0 1 0 0 0,0 0 0 0 0,0 0-1 0 0,0 0 1 0 0,0 0 0 0 0,0 0 0 0 0,0 0 0 0 0,0 0 0 0 0,0-1 0 0 0,0 1 0 0 0,0 0 0 0 0,0 0-1 0 0,0 0 1 0 0,0 0 0 0 0,0 0 0 0 0,0 0 0 0 0,0 0 0 0 0,0-1 0 0 0,0 1 0 0 0,0 0-1 0 0,0 0 1 0 0,0 0 0 0 0,1 0 0 0 0,14-7-27 0 0,17 3 629 0 0,1 2 1 0 0,0 1 0 0 0,39 3-1 0 0,31 1 1352 0 0,53-9 312 0 0,210 1-274 0 0,-266 7-1736 0 0,0-5-1 0 0,151-24 0 0 0,-240 25-347 0 0,0 0-23 0 0,1 0 1 0 0,0 0-1 0 0,0 1 1 0 0,0 0-1 0 0,0 1 1 0 0,0 0-1 0 0,0 1 1 0 0,20 5-1 0 0,-31-6 31 0 0,-1 0 0 0 0,1 0 0 0 0,-1 0-1 0 0,0 0 1 0 0,1 1 0 0 0,-1-1-1 0 0,1 0 1 0 0,-1 0 0 0 0,1 1-1 0 0,-1-1 1 0 0,0 0 0 0 0,1 1-1 0 0,-1-1 1 0 0,0 0 0 0 0,1 1-1 0 0,-1-1 1 0 0,0 1 0 0 0,1-1-1 0 0,-1 0 1 0 0,0 1 0 0 0,0-1-1 0 0,0 1 1 0 0,1-1 0 0 0,-1 1 0 0 0,0-1-1 0 0,0 1 1 0 0,0-1 0 0 0,0 1-1 0 0,0-1 1 0 0,0 1 0 0 0,0-1-1 0 0,0 1 1 0 0,0-1 0 0 0,0 1-1 0 0,0-1 1 0 0,0 1 0 0 0,-10 16-2727 0 0,10-10 6036 0 0,41-16-2789 0 0,1 2 0 0 0,57-2 0 0 0,88 6 1752 0 0,-130 4-1949 0 0,21 2-337 0 0,-68-6-331 0 0,-17-4-371 0 0,6 7 723 0 0,-1-1-1 0 0,1 0 1 0 0,0 1 0 0 0,0-1 0 0 0,0 0-1 0 0,0 0 1 0 0,1 0 0 0 0,-1 0 0 0 0,0 0-1 0 0,0 0 1 0 0,1 0 0 0 0,-1 0 0 0 0,0 0 0 0 0,1 0-1 0 0,-1 0 1 0 0,0-2 0 0 0,5-53 42 0 0,2 0 1 0 0,3 0 0 0 0,21-72-1 0 0,-30 126 26 0 0,1 0-1 0 0,-1 0 1 0 0,1 0-1 0 0,0 0 0 0 0,-1 0 1 0 0,1 0-1 0 0,0 0 1 0 0,0 1-1 0 0,0-1 0 0 0,0 0 1 0 0,0 0-1 0 0,3-2 1 0 0,-4 4-22 0 0,0 0 1 0 0,1 0-1 0 0,-1 0 1 0 0,0 0-1 0 0,0 0 1 0 0,0 0-1 0 0,1 0 1 0 0,-1 0 0 0 0,0 0-1 0 0,0 0 1 0 0,0 0-1 0 0,1 0 1 0 0,-1 0-1 0 0,0 0 1 0 0,0 0-1 0 0,0 0 1 0 0,1 0 0 0 0,-1 0-1 0 0,0 0 1 0 0,0 0-1 0 0,0 0 1 0 0,0 1-1 0 0,1-1 1 0 0,-1 0-1 0 0,0 0 1 0 0,0 0 0 0 0,0 0-1 0 0,0 0 1 0 0,1 1-1 0 0,-1-1 1 0 0,0 0-1 0 0,0 0 1 0 0,0 0-1 0 0,0 0 1 0 0,0 1 0 0 0,0-1-1 0 0,0 0 1 0 0,6 19-187 0 0,7 128 693 0 0,-10-92-167 0 0,2-1 1 0 0,14 61-1 0 0,-15-99-319 0 0,0-1 0 0 0,1 0 0 0 0,1 0 0 0 0,0 0 0 0 0,12 18 0 0 0,-18-32-13 0 0,0-1-1 0 0,1 0 1 0 0,-1 0-1 0 0,0 1 1 0 0,0-1-1 0 0,0 0 1 0 0,1 0-1 0 0,-1 1 1 0 0,0-1 0 0 0,0 0-1 0 0,1 0 1 0 0,-1 0-1 0 0,0 1 1 0 0,0-1-1 0 0,1 0 1 0 0,-1 0-1 0 0,0 0 1 0 0,0 0-1 0 0,1 0 1 0 0,-1 0-1 0 0,0 0 1 0 0,1 0 0 0 0,-1 0-1 0 0,0 0 1 0 0,1 0-1 0 0,-1 0 1 0 0,0 0-1 0 0,1 0 1 0 0,-1 0-1 0 0,0 0 1 0 0,1 0-1 0 0,-1 0 1 0 0,0 0-1 0 0,0 0 1 0 0,1 0 0 0 0,-1-1-1 0 0,11-11 211 0 0,3-18 154 0 0,-14 29-365 0 0,60-203-513 0 0,-8 18-111 0 0,-45 167 579 0 0,19-49 1 0 0,-23 62-6 0 0,0 0 1 0 0,0 0-1 0 0,0 1 1 0 0,1-1-1 0 0,0 1 1 0 0,0 0-1 0 0,1 0 1 0 0,6-7 0 0 0,-10 12 39 0 0,-1 0-1 0 0,1-1 1 0 0,-1 1 0 0 0,1-1 0 0 0,-1 1 0 0 0,1 0 0 0 0,0-1 0 0 0,-1 1 0 0 0,1 0 0 0 0,0 0 0 0 0,-1 0 0 0 0,1-1 0 0 0,0 1 0 0 0,-1 0 0 0 0,1 0 0 0 0,0 0 0 0 0,-1 0 0 0 0,1 0 0 0 0,0 0 0 0 0,-1 0 0 0 0,1 0 0 0 0,0 0-1 0 0,-1 1 1 0 0,1-1 0 0 0,0 0 0 0 0,-1 0 0 0 0,1 1 0 0 0,0-1 0 0 0,-1 0 0 0 0,1 1 0 0 0,-1-1 0 0 0,1 0 0 0 0,-1 1 0 0 0,1-1 0 0 0,-1 1 0 0 0,1-1 0 0 0,-1 1 0 0 0,1-1 0 0 0,-1 1 0 0 0,0 0 0 0 0,1-1 0 0 0,-1 1 0 0 0,0-1 0 0 0,1 1-1 0 0,-1 0 1 0 0,0-1 0 0 0,0 1 0 0 0,1 1 0 0 0,9 38 457 0 0,-8-32-237 0 0,17 104 363 0 0,14 57 177 0 0,-28-148-745 0 0,-4-14 5 0 0,1 0 1 0 0,-1 0 0 0 0,1 0 0 0 0,0 0 0 0 0,1-1-1 0 0,0 1 1 0 0,0-1 0 0 0,0 0 0 0 0,1 0 0 0 0,-1 0-1 0 0,7 6 1 0 0,-9-11 2 0 0,0-1-1 0 0,1 1 0 0 0,-1-1 0 0 0,0 1 1 0 0,0-1-1 0 0,1 0 0 0 0,-1 0 1 0 0,0 0-1 0 0,1 0 0 0 0,-1 0 1 0 0,0 0-1 0 0,1 0 0 0 0,-1 0 0 0 0,0 0 1 0 0,1-1-1 0 0,-1 1 0 0 0,0 0 1 0 0,0-1-1 0 0,1 1 0 0 0,-1-1 1 0 0,0 0-1 0 0,0 1 0 0 0,0-1 0 0 0,0 0 1 0 0,0 0-1 0 0,0 1 0 0 0,0-1 1 0 0,0 0-1 0 0,0 0 0 0 0,1-2 1 0 0,29-32-920 0 0,-30 33 846 0 0,61-98-1422 0 0,-2 2 1378 0 0,-52 87 128 0 0,0 1 0 0 0,1-1 0 0 0,0 2 0 0 0,1-1 1 0 0,-1 1-1 0 0,15-9 0 0 0,-22 16-25 0 0,0 1 0 0 0,0-1 0 0 0,0 1 0 0 0,0 0 0 0 0,0 0 0 0 0,0 0 0 0 0,0 0 0 0 0,0 0 0 0 0,0 0 0 0 0,0 1 0 0 0,0-1 0 0 0,0 1 0 0 0,1 0 0 0 0,-1-1 1 0 0,0 1-1 0 0,0 0 0 0 0,1 0 0 0 0,-1 0 0 0 0,0 0 0 0 0,0 1 0 0 0,1-1 0 0 0,-1 1 0 0 0,0-1 0 0 0,0 1 0 0 0,0 0 0 0 0,0 0 0 0 0,0 0 0 0 0,0 0 0 0 0,0 0 0 0 0,0 0 0 0 0,0 1 0 0 0,0-1 0 0 0,-1 1 0 0 0,1-1 0 0 0,0 1 0 0 0,-1-1 1 0 0,0 1-1 0 0,3 3 0 0 0,3 8 157 0 0,0 0 1 0 0,0 0-1 0 0,-1 1 1 0 0,-1 0 0 0 0,4 15-1 0 0,5 12 403 0 0,-3-16-345 0 0,1 0 1 0 0,2-1-1 0 0,0 0 1 0 0,34 43-1 0 0,-47-66-227 0 0,0 0-1 0 0,0 0 0 0 0,0 0 1 0 0,0 0-1 0 0,0 0 0 0 0,0-1 0 0 0,0 1 1 0 0,0 0-1 0 0,1-1 0 0 0,-1 1 0 0 0,0 0 1 0 0,0-1-1 0 0,1 1 0 0 0,-1-1 1 0 0,0 0-1 0 0,1 1 0 0 0,-1-1 0 0 0,0 0 1 0 0,1 0-1 0 0,-1 0 0 0 0,0 0 0 0 0,1 0 1 0 0,1 0-1 0 0,0-1-51 0 0,0 0 1 0 0,0 0-1 0 0,-1-1 0 0 0,1 1 1 0 0,-1 0-1 0 0,1-1 0 0 0,-1 0 1 0 0,1 1-1 0 0,-1-1 0 0 0,3-4 1 0 0,4-3-260 0 0,-1-1 0 0 0,0 0 0 0 0,12-23 0 0 0,-11 14-407 0 0,0 0 0 0 0,-2-1 0 0 0,0-1 0 0 0,4-23 0 0 0,-5 21-715 0 0,0 1 0 0 0,19-43 0 0 0,-25 64 1331 0 0,0 1-1 0 0,0-1 1 0 0,1 0 0 0 0,-1 0-1 0 0,0 1 1 0 0,1-1-1 0 0,-1 0 1 0 0,0 1 0 0 0,1-1-1 0 0,-1 0 1 0 0,1 1-1 0 0,-1-1 1 0 0,1 1 0 0 0,0-1-1 0 0,-1 1 1 0 0,1-1-1 0 0,-1 1 1 0 0,1-1 0 0 0,0 1-1 0 0,-1-1 1 0 0,1 1-1 0 0,0 0 1 0 0,0 0-1 0 0,-1-1 1 0 0,1 1 0 0 0,0 0-1 0 0,1 0 1 0 0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2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10138 0 0,'273'4'7026'0'0,"63"7"-3330"0"0,-170 3-3018 0 0,-65-4-332 0 0,144-3 0 0 0,-202-9-214 0 0,-8 2-198 0 0,0-3 1 0 0,0 0 0 0 0,61-15 0 0 0,-86 14-1629 0 0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3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7 202 2761 0 0,'-1'-2'182'0'0,"0"0"1"0"0,0-1-1 0 0,0 1 1 0 0,1-1-1 0 0,-1 1 1 0 0,1-1-1 0 0,-1 1 1 0 0,1-1-1 0 0,0 1 1 0 0,0-1-1 0 0,0 1 1 0 0,0-1-1 0 0,0 0 1 0 0,1 1-1 0 0,-1-1 1 0 0,1 1-1 0 0,1-4 1 0 0,20-46 1568 0 0,-16 39-1114 0 0,5-19 356 0 0,-10 26-585 0 0,1 0 1 0 0,0 0-1 0 0,0 0 1 0 0,1 0-1 0 0,-1 1 0 0 0,1-1 1 0 0,0 1-1 0 0,5-6 1 0 0,-9 36 692 0 0,-1 56 148 0 0,16 149-1 0 0,-1-52-607 0 0,-8-44-448 0 0,-2 7 217 0 0,35 227 1 0 0,18-147 375 0 0,-7-29 475 0 0,-21-38-1428 0 0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4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0 6913 0 0,'-2'1'10'0'0,"-1"-1"0"0"0,1 0-1 0 0,0 1 1 0 0,0 0-1 0 0,-1 0 1 0 0,1-1-1 0 0,0 1 1 0 0,0 1-1 0 0,0-1 1 0 0,0 0-1 0 0,0 0 1 0 0,0 1-1 0 0,0-1 1 0 0,1 1-1 0 0,-1 0 1 0 0,1-1-1 0 0,-1 1 1 0 0,1 0-1 0 0,-1 0 1 0 0,-1 4 0 0 0,3-6 1 0 0,1 1 0 0 0,-1-1 0 0 0,0 1 0 0 0,1-1 0 0 0,-1 1 0 0 0,0-1 0 0 0,1 0 0 0 0,-1 1 0 0 0,1-1 0 0 0,-1 1 0 0 0,1-1 0 0 0,-1 0 0 0 0,1 0 0 0 0,-1 1 0 0 0,1-1 0 0 0,-1 0 0 0 0,1 0 0 0 0,-1 1 0 0 0,1-1 0 0 0,0 0 0 0 0,-1 0 0 0 0,1 0 0 0 0,-1 0 0 0 0,1 0 0 0 0,-1 0 0 0 0,1 0 0 0 0,1 0 0 0 0,21 0 550 0 0,-19 0-417 0 0,48-1 2250 0 0,78 3-314 0 0,-113-1-2081 0 0,-1 1 1 0 0,0 1 0 0 0,-1 1 0 0 0,1 0 0 0 0,27 11 0 0 0,-42-15 7 0 0,0 0-1 0 0,0 0 1 0 0,-1 0-1 0 0,1 1 1 0 0,0-1-1 0 0,-1 0 1 0 0,1 0-1 0 0,0 1 1 0 0,-1-1 0 0 0,1 0-1 0 0,0 1 1 0 0,-1-1-1 0 0,1 1 1 0 0,0-1-1 0 0,-1 1 1 0 0,1-1-1 0 0,-1 1 1 0 0,1-1 0 0 0,-1 1-1 0 0,1 0 1 0 0,-1-1-1 0 0,0 1 1 0 0,1 0-1 0 0,-1-1 1 0 0,0 1-1 0 0,1 0 1 0 0,-1-1-1 0 0,0 1 1 0 0,0 0 0 0 0,0 0-1 0 0,0-1 1 0 0,0 1-1 0 0,0 0 1 0 0,0 0-1 0 0,0-1 1 0 0,0 1-1 0 0,0 0 1 0 0,0 0 0 0 0,0-1-1 0 0,0 1 1 0 0,-1 0-1 0 0,1-1 1 0 0,0 1-1 0 0,0 0 1 0 0,-1-1-1 0 0,1 1 1 0 0,-1 0 0 0 0,1-1-1 0 0,0 1 1 0 0,-1 0-1 0 0,1-1 1 0 0,-1 1-1 0 0,0-1 1 0 0,1 1-1 0 0,-2 0 1 0 0,-5 4-73 0 0,0 1 0 0 0,0-2-1 0 0,0 1 1 0 0,-9 3 0 0 0,5-2-7 0 0,-371 226 1765 0 0,379-230-1716 0 0,-25 17 127 0 0,22-9-268 0 0,6-10 145 0 0,0 1-1 0 0,0-1 1 0 0,1 0 0 0 0,-1 1 0 0 0,0-1 0 0 0,1 0 0 0 0,-1 1 0 0 0,0-1 0 0 0,1 0 0 0 0,-1 0 0 0 0,0 0-1 0 0,1 1 1 0 0,-1-1 0 0 0,0 0 0 0 0,1 0 0 0 0,-1 0 0 0 0,1 0 0 0 0,-1 1 0 0 0,0-1 0 0 0,1 0 0 0 0,-1 0-1 0 0,1 0 1 0 0,-1 0 0 0 0,0 0 0 0 0,1 0 0 0 0,-1 0 0 0 0,1 0 0 0 0,-1-1 0 0 0,1 1 0 0 0,231-16 1534 0 0,0 1 818 0 0,-232 15-2328 0 0,34 2 267 0 0,-32-2-260 0 0,0 0 0 0 0,-1 0 0 0 0,1 0 0 0 0,0 0-1 0 0,-1 1 1 0 0,1-1 0 0 0,-1 1 0 0 0,1-1 0 0 0,-1 1 0 0 0,1 0 0 0 0,-1-1 0 0 0,1 1 0 0 0,-1 0 0 0 0,0 0 0 0 0,1 0 0 0 0,-1 0 0 0 0,2 2 0 0 0,-3-2-8 0 0,0 0 1 0 0,0 0 0 0 0,0 0-1 0 0,-1 0 1 0 0,1 0 0 0 0,0 0-1 0 0,0 0 1 0 0,0 0 0 0 0,-1 0-1 0 0,1 0 1 0 0,-1 0 0 0 0,1 0-1 0 0,0-1 1 0 0,-1 1 0 0 0,0 0-1 0 0,1 0 1 0 0,-1 0 0 0 0,1 0-1 0 0,-1-1 1 0 0,0 1 0 0 0,0 0-1 0 0,1-1 1 0 0,-1 1 0 0 0,-1 0-1 0 0,-23 18 86 0 0,23-18-92 0 0,-173 99-516 0 0,-2 1 21 0 0,177-101 501 0 0,-1 0 0 0 0,1 0 1 0 0,-1 0-1 0 0,0 1 1 0 0,1-1-1 0 0,-1 0 1 0 0,1 1-1 0 0,-1-1 0 0 0,1 0 1 0 0,-1 1-1 0 0,1-1 1 0 0,0 1-1 0 0,-1-1 0 0 0,1 1 1 0 0,-1-1-1 0 0,1 1 1 0 0,0-1-1 0 0,0 1 1 0 0,-1-1-1 0 0,1 1 0 0 0,0 0 1 0 0,0-1-1 0 0,-1 1 1 0 0,1-1-1 0 0,0 1 0 0 0,0 0 1 0 0,0-1-1 0 0,0 1 1 0 0,0-1-1 0 0,0 1 0 0 0,0 0 1 0 0,1 0 13 0 0,0 0 0 0 0,0 0 0 0 0,0 0 0 0 0,0 0 0 0 0,-1 0 0 0 0,1-1 0 0 0,0 1 0 0 0,1 0 0 0 0,-1-1 0 0 0,0 1 0 0 0,0-1 0 0 0,0 1 0 0 0,0-1 0 0 0,2 1 0 0 0,54 8 495 0 0,-50-8-468 0 0,355 30 1616 0 0,-361-31-1652 0 0,0 0-1 0 0,1 0 1 0 0,-1 0-1 0 0,1 0 1 0 0,-1 0-1 0 0,1 0 1 0 0,-1 1 0 0 0,0-1-1 0 0,1 0 1 0 0,-1 1-1 0 0,0-1 1 0 0,1 1-1 0 0,-1-1 1 0 0,0 1-1 0 0,1 0 1 0 0,-1 0-1 0 0,0-1 1 0 0,0 1 0 0 0,0 0-1 0 0,0 0 1 0 0,0 0-1 0 0,0 0 1 0 0,1 2-1 0 0,-2-2-20 0 0,0 0 0 0 0,0 1-1 0 0,0-1 1 0 0,-1 1-1 0 0,1-1 1 0 0,0 0 0 0 0,-1 1-1 0 0,1-1 1 0 0,-1 0-1 0 0,1 1 1 0 0,-1-1 0 0 0,0 0-1 0 0,1 0 1 0 0,-1 0 0 0 0,0 1-1 0 0,0-1 1 0 0,0 0-1 0 0,0 0 1 0 0,0 0 0 0 0,0 0-1 0 0,0-1 1 0 0,0 1 0 0 0,-2 1-1 0 0,-24 17-183 0 0,0-1 0 0 0,-1-1 1 0 0,-1-1-1 0 0,-37 15 0 0 0,23-12-522 0 0,-42 27 0 0 0,71-38 451 0 0,-57 40-1171 0 0,64-42 1208 0 0,1-1 0 0 0,-1 1 1 0 0,1 0-1 0 0,1 0 0 0 0,-1 1 0 0 0,1-1 0 0 0,-8 14 0 0 0,13-20 224 0 0,0 1-1 0 0,0-1 1 0 0,0 0 0 0 0,0 0-1 0 0,0 0 1 0 0,0 0-1 0 0,0 0 1 0 0,0 0 0 0 0,0 1-1 0 0,0-1 1 0 0,0 0 0 0 0,-1 0-1 0 0,1 0 1 0 0,0 0-1 0 0,0 0 1 0 0,0 1 0 0 0,0-1-1 0 0,0 0 1 0 0,1 0-1 0 0,-1 0 1 0 0,0 0 0 0 0,0 0-1 0 0,0 1 1 0 0,0-1 0 0 0,0 0-1 0 0,0 0 1 0 0,0 0-1 0 0,0 0 1 0 0,0 0 0 0 0,0 1-1 0 0,0-1 1 0 0,0 0-1 0 0,0 0 1 0 0,1 0 0 0 0,-1 0-1 0 0,0 0 1 0 0,0 0-1 0 0,0 0 1 0 0,0 0 0 0 0,0 0-1 0 0,0 1 1 0 0,1-1 0 0 0,-1 0-1 0 0,0 0 1 0 0,0 0-1 0 0,0 0 1 0 0,0 0 0 0 0,0 0-1 0 0,1 0 1 0 0,-1 0-1 0 0,13-1 75 0 0,12-5 608 0 0,-24 6-641 0 0,14-5 148 0 0,0 1-1 0 0,0 0 1 0 0,1 1 0 0 0,19-1-1 0 0,-31 4-150 0 0,0 0 1 0 0,0 0-1 0 0,0 0 0 0 0,-1 0 0 0 0,1 1 0 0 0,0 0 0 0 0,0-1 1 0 0,-1 1-1 0 0,1 1 0 0 0,0-1 0 0 0,-1 0 0 0 0,1 1 0 0 0,-1 0 1 0 0,0 0-1 0 0,1 0 0 0 0,-1 0 0 0 0,0 0 0 0 0,0 1 0 0 0,-1 0 1 0 0,1-1-1 0 0,0 1 0 0 0,-1 0 0 0 0,3 4 0 0 0,-4-6 5 0 0,-1 0-1 0 0,0 0 0 0 0,1-1 0 0 0,-1 1 0 0 0,0 0 1 0 0,1 0-1 0 0,-1 0 0 0 0,0 0 0 0 0,0 0 1 0 0,0 0-1 0 0,0-1 0 0 0,0 1 0 0 0,0 0 0 0 0,0 0 1 0 0,0 0-1 0 0,0 0 0 0 0,-1 0 0 0 0,1 0 0 0 0,0 0 1 0 0,0-1-1 0 0,-1 1 0 0 0,1 0 0 0 0,-1 0 1 0 0,1 0-1 0 0,-1-1 0 0 0,1 1 0 0 0,-1 0 0 0 0,1-1 1 0 0,-1 1-1 0 0,0 0 0 0 0,1-1 0 0 0,-1 1 1 0 0,0-1-1 0 0,0 1 0 0 0,-34 19 2041 0 0,16-10-1424 0 0,17-8-613 0 0,-1 0 1 0 0,0 0-1 0 0,1 0 0 0 0,0 0 1 0 0,-1 1-1 0 0,1-1 0 0 0,0 0 1 0 0,0 1-1 0 0,0 0 0 0 0,0 0 1 0 0,1-1-1 0 0,-1 1 0 0 0,1 0 1 0 0,0 0-1 0 0,-2 5 0 0 0,3-1 142 0 0,-1 0 0 0 0,1 0-1 0 0,0 0 1 0 0,1 0 0 0 0,0 0-1 0 0,2 8 1 0 0,1 22-36 0 0,0-1 1 0 0,-4 64-1 0 0,-15 76-165 0 0,1-4 23 0 0,11-3 350 0 0,25 213 0 0 0,-8-206-218 0 0,5 48 117 0 0,-19-222-263 0 0,1 1 0 0 0,-1-1-1 0 0,0 1 1 0 0,0-1 0 0 0,0 1 0 0 0,0-1 0 0 0,-1 1-1 0 0,1-1 1 0 0,-1 3 0 0 0,0-4-126 0 0,1-1 0 0 0,0 1 0 0 0,-1-1 0 0 0,1 1 0 0 0,0-1 0 0 0,-1 1 0 0 0,1-1 1 0 0,-1 0-1 0 0,1 1 0 0 0,-1-1 0 0 0,1 0 0 0 0,-1 0 0 0 0,1 1 0 0 0,-1-1 0 0 0,1 0 0 0 0,-1 0 1 0 0,1 1-1 0 0,-1-1 0 0 0,1 0 0 0 0,-1 0 0 0 0,0 0 0 0 0,1 0 0 0 0,-1 0 0 0 0,1 0 0 0 0,-1 0 0 0 0,1 0 1 0 0,-1 0-1 0 0,0 0 0 0 0,1-1 0 0 0,-1 1 0 0 0,1 0 0 0 0,-1 0 0 0 0,1 0 0 0 0,-1-1 0 0 0,1 1 0 0 0,-1 0 1 0 0,1-1-1 0 0,-1 1 0 0 0,1 0 0 0 0,-1-1 0 0 0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6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4609 0 0,'-9'10'9026'0'0,"4"-8"-8809"0"0,-2 1 82 0 0,0 0 0 0 0,-1-1 0 0 0,1 0 0 0 0,-9 1 0 0 0,9 7 2303 0 0,2 13-2796 0 0,5-23 307 0 0,-9 42 52 0 0,3 0 1 0 0,-4 81 0 0 0,16 83-32 0 0,0-33 131 0 0,-6-140-231 0 0,14 491 583 0 0,0-104 524 0 0,-14-390-805 0 0,-7 52 0 0 0,5-71-285 0 0,0 0 0 0 0,-1 0 0 0 0,0 0 0 0 0,-1 0 0 0 0,0 0 1 0 0,-1-1-1 0 0,-11 18 0 0 0,13-26-358 0 0,3-10 10 0 0,3-11-5324 0 0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7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7802 0 0,'-1'0'75'0'0,"0"0"0"0"0,0 0 1 0 0,0 0-1 0 0,0 1 1 0 0,0-1-1 0 0,0 0 0 0 0,0 0 1 0 0,0 1-1 0 0,0-1 0 0 0,1 0 1 0 0,-1 1-1 0 0,0-1 1 0 0,0 1-1 0 0,0-1 0 0 0,1 1 1 0 0,-1-1-1 0 0,0 1 0 0 0,1-1 1 0 0,-2 2-1 0 0,13 6 751 0 0,37 4-374 0 0,-41-11-437 0 0,24 6 1267 0 0,52 17-1 0 0,-72-19-1003 0 0,1 0 0 0 0,-1 0 0 0 0,0 1 1 0 0,0 0-1 0 0,-1 1 0 0 0,0 0 0 0 0,15 15 0 0 0,-24-21-322 0 0,0 0 1 0 0,0 0-1 0 0,-1 1 1 0 0,1-1-1 0 0,0 0 1 0 0,-1 1-1 0 0,1-1 1 0 0,-1 0-1 0 0,1 1 1 0 0,-1-1-1 0 0,0 0 1 0 0,1 1-1 0 0,-1-1 0 0 0,0 1 1 0 0,0-1-1 0 0,0 1 1 0 0,0-1-1 0 0,0 1 1 0 0,-1-1-1 0 0,1 0 1 0 0,0 1-1 0 0,-1-1 1 0 0,1 1-1 0 0,0-1 1 0 0,-1 0-1 0 0,0 1 1 0 0,1-1-1 0 0,-1 0 0 0 0,0 0 1 0 0,0 1-1 0 0,0-1 1 0 0,0 0-1 0 0,0 0 1 0 0,0 0-1 0 0,0 0 1 0 0,-1 1-1 0 0,-8 7-140 0 0,0 0 1 0 0,0 0-1 0 0,-13 7 0 0 0,9-5 341 0 0,-32 21-95 0 0,0-2-1 0 0,-64 30 0 0 0,19-11 224 0 0,91-49-282 0 0,0 1 0 0 0,0-1 1 0 0,0 0-1 0 0,0 0 0 0 0,0 0 1 0 0,1 0-1 0 0,-1 0 1 0 0,0 0-1 0 0,0 0 0 0 0,0 0 1 0 0,0 1-1 0 0,0-1 1 0 0,0 0-1 0 0,0 0 0 0 0,0 0 1 0 0,0 0-1 0 0,0 0 0 0 0,0 0 1 0 0,0 1-1 0 0,0-1 1 0 0,0 0-1 0 0,0 0 0 0 0,1 0 1 0 0,-1 0-1 0 0,-1 0 0 0 0,1 1 1 0 0,0-1-1 0 0,0 0 1 0 0,0 0-1 0 0,0 0 0 0 0,0 0 1 0 0,0 0-1 0 0,0 1 0 0 0,0-1 1 0 0,0 0-1 0 0,0 0 1 0 0,0 0-1 0 0,0 0 0 0 0,0 0 1 0 0,0 0-1 0 0,0 1 1 0 0,0-1-1 0 0,-1 0 0 0 0,1 0 1 0 0,0 0-1 0 0,0 0 0 0 0,0 0 1 0 0,0 0-1 0 0,0 0 1 0 0,0 0-1 0 0,-1 0 0 0 0,1 0 1 0 0,0 0-1 0 0,0 0 0 0 0,0 1 1 0 0,0-1-1 0 0,0 0 1 0 0,-1 0-1 0 0,1 0 0 0 0,0 0 1 0 0,0 0-1 0 0,20 0 118 0 0,24-6 58 0 0,286-33 2515 0 0,-324 38-2626 0 0,-3 1-45 0 0,0-1 0 0 0,-1 1-1 0 0,1 0 1 0 0,0 0 0 0 0,0 0 0 0 0,0 0 0 0 0,0 0 0 0 0,-1 1 0 0 0,1-1-1 0 0,0 1 1 0 0,0 0 0 0 0,-1 0 0 0 0,1 0 0 0 0,4 2 0 0 0,-8 0-38 0 0,0-1 1 0 0,0 1 0 0 0,-1-1-1 0 0,1 1 1 0 0,-1-1-1 0 0,1 0 1 0 0,-1 0 0 0 0,0 0-1 0 0,0 0 1 0 0,-3 3 0 0 0,4-5-15 0 0,-73 68-1874 0 0,-24 25-583 0 0,-6 13 1571 0 0,103-106 902 0 0,1 0-1 0 0,0 1 0 0 0,-1-1 1 0 0,1 0-1 0 0,0 1 1 0 0,-1-1-1 0 0,1 0 0 0 0,0 1 1 0 0,-1-1-1 0 0,1 0 1 0 0,0 1-1 0 0,0-1 0 0 0,0 1 1 0 0,-1-1-1 0 0,1 0 1 0 0,0 1-1 0 0,0-1 0 0 0,0 1 1 0 0,0-1-1 0 0,0 0 1 0 0,0 1-1 0 0,0-1 0 0 0,0 1 1 0 0,0-1-1 0 0,0 1 1 0 0,0-1-1 0 0,0 1 0 0 0,0-1 1 0 0,0 0-1 0 0,0 1 1 0 0,0-1-1 0 0,0 1 0 0 0,1-1 1 0 0,-1 1-1 0 0,0-1 1 0 0,1 1-1 0 0,17 8-532 0 0,26-4 114 0 0,-25-6 469 0 0,2 1 147 0 0,0 0-1 0 0,0 2 1 0 0,23 3 0 0 0,-40-4-146 0 0,1 0 0 0 0,-1 0 0 0 0,0 0 0 0 0,1 1 0 0 0,-1-1 0 0 0,0 1 0 0 0,0 0 0 0 0,0 0 0 0 0,0 1 0 0 0,0-1 0 0 0,0 1 0 0 0,0 0 0 0 0,-1 0 0 0 0,0 0 0 0 0,1 0 0 0 0,-1 1 0 0 0,-1-1 0 0 0,1 1 0 0 0,0 0 0 0 0,2 4 1 0 0,-5-6-24 0 0,1 0 1 0 0,-1 0-1 0 0,0 1 1 0 0,0-1-1 0 0,0 0 1 0 0,0 0-1 0 0,0 0 1 0 0,0 0-1 0 0,-1 1 1 0 0,1-1-1 0 0,-1 0 1 0 0,1 0-1 0 0,-1 0 1 0 0,0 0 0 0 0,0 0-1 0 0,0 0 1 0 0,0 0-1 0 0,0 0 1 0 0,0-1-1 0 0,0 1 1 0 0,-1 0-1 0 0,1-1 1 0 0,-1 1-1 0 0,1-1 1 0 0,-4 3-1 0 0,-3 3-12 0 0,1 0-1 0 0,-2-1 1 0 0,1 0-1 0 0,-10 4 1 0 0,-21 13 84 0 0,23-13-198 0 0,-1-1-1 0 0,0 0 0 0 0,0-1 1 0 0,-23 7-1 0 0,58-34-5047 0 0,23 9 7736 0 0,-39 9-2323 0 0,-1 1-1 0 0,1 0 0 0 0,-1-1 1 0 0,1 1-1 0 0,-1 0 1 0 0,1 0-1 0 0,0 0 1 0 0,-1 0-1 0 0,1 0 1 0 0,-1 1-1 0 0,1-1 0 0 0,-1 0 1 0 0,1 1-1 0 0,-1-1 1 0 0,1 1-1 0 0,-1-1 1 0 0,0 1-1 0 0,1 0 0 0 0,-1-1 1 0 0,0 1-1 0 0,1 0 1 0 0,-1 0-1 0 0,0 0 1 0 0,2 2-1 0 0,-3 1-46 0 0,0-1 0 0 0,0 1-1 0 0,0 0 1 0 0,0 0 0 0 0,-1 0 0 0 0,1 0 0 0 0,-1 0-1 0 0,0 0 1 0 0,0 0 0 0 0,0-1 0 0 0,-4 7 0 0 0,-1 10 341 0 0,3 3-274 0 0,1 0 0 0 0,1 1-1 0 0,1 0 1 0 0,1-1 0 0 0,6 34 0 0 0,0 8-141 0 0,-14 443 1277 0 0,-38-82-198 0 0,33-327-945 0 0,8-73-481 0 0,1-5-132 0 0,0-1 1 0 0,1 1 0 0 0,1 0 0 0 0,1-1-1 0 0,5 37 1 0 0,1-43-1739 0 0,-1-9 1013 0 0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9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75 2761 0 0,'1'-11'-127'0'0,"-3"-28"-944"0"0,-9 14 9938 0 0,6 33-6841 0 0,-3 14-1678 0 0,7-20-204 0 0,-1 9 121 0 0,1-1-1 0 0,0 0 1 0 0,1 0-1 0 0,1 15 1 0 0,0 11 1121 0 0,-21 233 82 0 0,-3 129-1429 0 0,32-193 482 0 0,-3-113-110 0 0,-5 104 1 0 0,-4-173-378 0 0,2 0 1 0 0,0 1-1 0 0,2-1 0 0 0,0 1 0 0 0,2-1 1 0 0,10 43-1 0 0,-14-64-79 0 0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0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1 4609 0 0,'-69'32'1434'0'0,"44"-22"-402"0"0,0 1 0 0 0,1 1 0 0 0,1 1 0 0 0,-38 28-1 0 0,61-41-1014 0 0,0 0 0 0 0,0 0 0 0 0,-1 0 0 0 0,1 0 0 0 0,0 0 1 0 0,-1 1-1 0 0,1-1 0 0 0,0 0 0 0 0,0 0 0 0 0,-1 0 0 0 0,1 1 0 0 0,0-1 0 0 0,0 0 0 0 0,-1 0 0 0 0,1 1 0 0 0,0-1 0 0 0,0 0 0 0 0,0 0 0 0 0,0 1 0 0 0,-1-1 0 0 0,1 0 0 0 0,0 1 0 0 0,0-1 0 0 0,0 0 0 0 0,0 1 0 0 0,0-1 0 0 0,0 0 0 0 0,0 1 0 0 0,0-1 0 0 0,0 0 0 0 0,0 0 0 0 0,0 1 0 0 0,0-1 0 0 0,0 0 0 0 0,0 1 0 0 0,0-1 0 0 0,0 0 0 0 0,0 1 0 0 0,1-1 0 0 0,-1 0 0 0 0,0 1 0 0 0,17 2 263 0 0,37-7-338 0 0,-42 3 44 0 0,65-8 155 0 0,-41 4 553 0 0,1 2 0 0 0,0 1 1 0 0,62 5-1 0 0,-96-3-597 0 0,1 0-1 0 0,-1 1 1 0 0,0 0-1 0 0,1 0 1 0 0,-1 0-1 0 0,0 0 1 0 0,0 0-1 0 0,0 0 1 0 0,6 4-1 0 0,-9-4-99 0 0,1-1-1 0 0,-1 1 0 0 0,1-1 1 0 0,-1 0-1 0 0,0 1 0 0 0,1-1 1 0 0,-1 1-1 0 0,0-1 0 0 0,1 1 1 0 0,-1-1-1 0 0,0 1 1 0 0,0 0-1 0 0,1-1 0 0 0,-1 1 1 0 0,0-1-1 0 0,0 1 0 0 0,0-1 1 0 0,0 1-1 0 0,0 0 0 0 0,0-1 1 0 0,0 1-1 0 0,0 0 0 0 0,-1 1-51 0 0,1-1 0 0 0,-1 1-1 0 0,1-1 1 0 0,-1 1-1 0 0,0-1 1 0 0,0 1-1 0 0,0-1 1 0 0,1 0 0 0 0,-1 1-1 0 0,-1-1 1 0 0,-1 2-1 0 0,-70 59-1235 0 0,52-46 1236 0 0,1 1 0 0 0,1 1-1 0 0,-18 20 1 0 0,35-36 57 0 0,0 0 1 0 0,1 0-1 0 0,-1 0 1 0 0,1 0-1 0 0,0 0 1 0 0,-1 0-1 0 0,1 0 1 0 0,0 1-1 0 0,0-1 1 0 0,1 0-1 0 0,-1 1 1 0 0,0-1-1 0 0,0 5 1 0 0,1-7-10 0 0,0 1 1 0 0,0 0-1 0 0,1-1 0 0 0,-1 1 1 0 0,0-1-1 0 0,0 1 1 0 0,0-1-1 0 0,1 1 0 0 0,-1 0 1 0 0,0-1-1 0 0,1 1 1 0 0,-1-1-1 0 0,0 1 0 0 0,1-1 1 0 0,-1 0-1 0 0,0 1 1 0 0,1-1-1 0 0,-1 1 0 0 0,1-1 1 0 0,-1 0-1 0 0,2 1 1 0 0,21 3 124 0 0,15-5-350 0 0,43-9 0 0 0,-43 5-160 0 0,43-1 0 0 0,-80 6 409 0 0,-1 0-1 0 0,0 0 1 0 0,1 0 0 0 0,-1 0 0 0 0,0 0 0 0 0,1 0 0 0 0,-1 0-1 0 0,0 0 1 0 0,1 0 0 0 0,-1 0 0 0 0,0 0 0 0 0,1 0 0 0 0,-1 0-1 0 0,0 0 1 0 0,0 0 0 0 0,1 0 0 0 0,-1 1 0 0 0,0-1 0 0 0,1 0-1 0 0,-1 0 1 0 0,0 0 0 0 0,0 0 0 0 0,1 1 0 0 0,-1-1 0 0 0,0 0-1 0 0,0 0 1 0 0,1 1 0 0 0,-1-1 0 0 0,0 0 0 0 0,0 0 0 0 0,0 1-1 0 0,1-1 1 0 0,-1 0 0 0 0,0 0 0 0 0,0 1 0 0 0,0-1 0 0 0,0 0-1 0 0,0 1 1 0 0,-7 13 364 0 0,-20 12-68 0 0,25-24-287 0 0,-159 120 286 0 0,108-86-288 0 0,-92 84 0 0 0,142-116-25 0 0,-1-1-1 0 0,1 1 1 0 0,0 0 0 0 0,0 0 0 0 0,1 0-1 0 0,-1 0 1 0 0,1 0 0 0 0,0 0-1 0 0,-2 7 1 0 0,3-10 9 0 0,1 0-1 0 0,0 0 0 0 0,0 0 1 0 0,0 0-1 0 0,0 0 0 0 0,0 0 1 0 0,0 0-1 0 0,0 0 0 0 0,0 0 1 0 0,0 0-1 0 0,0 0 0 0 0,0 0 1 0 0,1 0-1 0 0,-1 0 0 0 0,0 0 1 0 0,1 0-1 0 0,-1-1 1 0 0,1 1-1 0 0,0 1 0 0 0,0-1 25 0 0,0 1 1 0 0,1-1-1 0 0,-1 0 0 0 0,0 0 0 0 0,1-1 0 0 0,-1 1 1 0 0,1 0-1 0 0,-1 0 0 0 0,1-1 0 0 0,-1 1 1 0 0,1-1-1 0 0,0 1 0 0 0,-1-1 0 0 0,1 0 0 0 0,2 1 1 0 0,20 0 405 0 0,-1-1 0 0 0,1 0 0 0 0,-1-2 0 0 0,46-9 0 0 0,-35 5-142 0 0,41-2-1 0 0,-48 6-200 0 0,26-1 22 0 0,-49 3-103 0 0,-1 0 0 0 0,1 0 0 0 0,0 0 0 0 0,-1 1 0 0 0,1 0 0 0 0,-1 0 0 0 0,1 0 0 0 0,-1 0 0 0 0,1 0 0 0 0,4 3 0 0 0,-8-4-25 0 0,1 1-1 0 0,0 0 1 0 0,-1-1 0 0 0,1 1-1 0 0,-1 0 1 0 0,1 0 0 0 0,-1-1 0 0 0,1 1-1 0 0,-1 0 1 0 0,0 0 0 0 0,1 0-1 0 0,-1 0 1 0 0,0-1 0 0 0,0 1 0 0 0,1 0-1 0 0,-1 0 1 0 0,0 0 0 0 0,0 0-1 0 0,0 0 1 0 0,0 0 0 0 0,0 0 0 0 0,0-1-1 0 0,-1 1 1 0 0,1 0 0 0 0,0 0 0 0 0,0 0-1 0 0,-1 0 1 0 0,1 0 0 0 0,0-1-1 0 0,-1 1 1 0 0,1 0 0 0 0,-1 0 0 0 0,1-1-1 0 0,-1 1 1 0 0,1 0 0 0 0,-2 1-1 0 0,-24 29-545 0 0,21-26 496 0 0,-33 35-642 0 0,-2-1 1 0 0,-1-2-1 0 0,-78 53 1 0 0,98-79 667 0 0,21-11-110 0 0,-1 0-1 0 0,1 1 0 0 0,-1-1 1 0 0,1 0-1 0 0,-1 0 1 0 0,1 1-1 0 0,-1-1 1 0 0,1 0-1 0 0,-1 0 1 0 0,0 0-1 0 0,1 0 1 0 0,-1 0-1 0 0,1 0 1 0 0,-1 0-1 0 0,1 0 1 0 0,-1 0-1 0 0,0 0 1 0 0,1 0-1 0 0,-1 0 1 0 0,1 0-1 0 0,-1-1 1 0 0,1 1-1 0 0,-1 0 1 0 0,1 0-1 0 0,-1 0 1 0 0,1-1-1 0 0,-1 1 1 0 0,1 0-1 0 0,-1-1 1 0 0,1 1-1 0 0,0 0 1 0 0,-1-1-1 0 0,1 1 1 0 0,-1-1-1 0 0,1 1 1 0 0,-1-1-1 0 0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1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6 6913 0 0,'12'-4'3890'0'0,"-12"4"-3898"0"0,0 0 1 0 0,0 0-1 0 0,0-1 1 0 0,1 1-1 0 0,-1 0 0 0 0,0 0 1 0 0,0 0-1 0 0,1 0 1 0 0,-1 0-1 0 0,0 0 0 0 0,0 0 1 0 0,1 0-1 0 0,-1-1 1 0 0,0 1-1 0 0,0 0 0 0 0,1 0 1 0 0,-1 0-1 0 0,0 0 1 0 0,1 1-1 0 0,-1-1 0 0 0,0 0 1 0 0,0 0-1 0 0,1 0 1 0 0,-1 0-1 0 0,0 0 0 0 0,0 0 1 0 0,1 0-1 0 0,-1 0 1 0 0,0 0-1 0 0,0 1 0 0 0,1-1 1 0 0,-1 0-1 0 0,0 0 1 0 0,0 0-1 0 0,0 0 0 0 0,0 1 1 0 0,1-1-1 0 0,-1 0 1 0 0,0 0-1 0 0,0 1 0 0 0,0-1 1 0 0,0 0-1 0 0,0 0 1 0 0,1 1-1 0 0,-1-1 0 0 0,0 0 1 0 0,0 1-1 0 0,-9 37 2050 0 0,-19 53 0 0 0,14-53-861 0 0,-15 75 0 0 0,21-48-1036 0 0,2 0-1 0 0,3 0 1 0 0,3 1 0 0 0,3-1 0 0 0,3 0 0 0 0,2 0 0 0 0,4-1 0 0 0,26 86 0 0 0,-19-75 100 0 0,-3 0 0 0 0,10 113 0 0 0,-13 157 1260 0 0,-15-311-1369 0 0,-2 0 0 0 0,-1 0 0 0 0,-2-1 0 0 0,-1 1 1 0 0,-16 38-1 0 0,22-69-1260 0 0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7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2 309 11058 0 0,'0'0'46'0'0,"0"0"-1"0"0,0 0 1 0 0,0 0-1 0 0,0 0 1 0 0,0-1-1 0 0,-1 1 1 0 0,1 0-1 0 0,0 0 1 0 0,0 0-1 0 0,0 0 1 0 0,0 0-1 0 0,0 0 1 0 0,0-1-1 0 0,0 1 1 0 0,0 0-1 0 0,0 0 1 0 0,0 0-1 0 0,0 0 1 0 0,0 0-1 0 0,0-1 1 0 0,0 1-1 0 0,0 0 1 0 0,0 0-1 0 0,0 0 1 0 0,0 0-1 0 0,0-1 1 0 0,0 1-1 0 0,0 0 1 0 0,0 0-1 0 0,0 0 1 0 0,0 0-1 0 0,0 0 1 0 0,0-1-1 0 0,0 1 1 0 0,0 0-1 0 0,0 0 1 0 0,1 0-1 0 0,-1 0 1 0 0,0 0-1 0 0,0 0 1 0 0,0 0-1 0 0,0-1 1 0 0,0 1-1 0 0,0 0 1 0 0,0 0-1 0 0,1 0 1 0 0,10-9 457 0 0,14-4-536 0 0,10 4-29 0 0,-1 3-1 0 0,1 0 1 0 0,0 3-1 0 0,68 0 1 0 0,-50 2 991 0 0,221 8 1095 0 0,-161-1-1816 0 0,160-12 1 0 0,-235 0-434 0 0,0-1 0 0 0,42-15 0 0 0,-74 20 102 0 0,11 0-748 0 0,-9 2 100 0 0,-7 4-236 0 0,-6-7 597 0 0,3 2 429 0 0,0 0 1 0 0,0-1-1 0 0,0 0 0 0 0,1 1 0 0 0,-1-1 0 0 0,1 0 1 0 0,-1 0-1 0 0,1 0 0 0 0,-1 0 0 0 0,1 0 1 0 0,0 0-1 0 0,0 0 0 0 0,0 0 0 0 0,0 0 0 0 0,0-1 1 0 0,1 1-1 0 0,-1 0 0 0 0,1 0 0 0 0,-1-1 0 0 0,1 1 1 0 0,0-1-1 0 0,0 1 0 0 0,0 0 0 0 0,0-1 1 0 0,1 1-1 0 0,-1 0 0 0 0,0-1 0 0 0,1 1 0 0 0,0 0 1 0 0,0-1-1 0 0,-1 1 0 0 0,1 0 0 0 0,3-4 1 0 0,0-2 5 0 0,0 1 0 0 0,0 0 0 0 0,1-1 0 0 0,0 2 1 0 0,0-1-1 0 0,1 1 0 0 0,0-1 0 0 0,0 2 0 0 0,0-1 1 0 0,1 1-1 0 0,8-6 0 0 0,-12 9-22 0 0,0 0-1 0 0,0 1 1 0 0,0-1 0 0 0,0 1 0 0 0,0 0 0 0 0,0 0-1 0 0,1 0 1 0 0,-1 0 0 0 0,0 0 0 0 0,1 1-1 0 0,-1 0 1 0 0,0-1 0 0 0,1 1 0 0 0,-1 0-1 0 0,0 1 1 0 0,1-1 0 0 0,-1 1 0 0 0,0-1-1 0 0,1 1 1 0 0,-1 0 0 0 0,0 0 0 0 0,0 0 0 0 0,0 1-1 0 0,0-1 1 0 0,0 1 0 0 0,0 0 0 0 0,0 0-1 0 0,0 0 1 0 0,-1 0 0 0 0,5 4 0 0 0,3 6 314 0 0,-1 0 1 0 0,0 0 0 0 0,0 1 0 0 0,-1 0 0 0 0,-1 1-1 0 0,9 23 1 0 0,21 37 184 0 0,-36-73-472 0 0,-1 0 0 0 0,1 0 0 0 0,0 0 1 0 0,-1 0-1 0 0,1 0 0 0 0,0 0 1 0 0,0 0-1 0 0,0 0 0 0 0,0 0 0 0 0,0 0 1 0 0,0-1-1 0 0,0 1 0 0 0,0 0 1 0 0,0-1-1 0 0,0 1 0 0 0,0-1 0 0 0,0 1 1 0 0,0-1-1 0 0,1 1 0 0 0,-1-1 1 0 0,0 0-1 0 0,0 0 0 0 0,0 1 0 0 0,1-1 1 0 0,0 0-1 0 0,1-1 4 0 0,-1 1 0 0 0,0-1 0 0 0,0 0 0 0 0,0 0 0 0 0,0 0 0 0 0,1 0 1 0 0,-1 0-1 0 0,-1 0 0 0 0,1 0 0 0 0,0-1 0 0 0,0 1 0 0 0,2-4 0 0 0,3-2 0 0 0,-1 0 1 0 0,0-1-1 0 0,0 0 0 0 0,-1 0 1 0 0,6-14-1 0 0,14-44-476 0 0,-19 48 106 0 0,0 0-1 0 0,1 1 0 0 0,1 0 1 0 0,17-28-1 0 0,-24 44 292 0 0,0-1 0 0 0,0 1-1 0 0,0-1 1 0 0,0 1-1 0 0,0 0 1 0 0,1 0-1 0 0,-1-1 1 0 0,0 1 0 0 0,1 0-1 0 0,-1 0 1 0 0,0 0-1 0 0,1 0 1 0 0,-1 0-1 0 0,1 1 1 0 0,0-1 0 0 0,-1 0-1 0 0,1 1 1 0 0,-1-1-1 0 0,1 1 1 0 0,0 0-1 0 0,-1-1 1 0 0,4 1 0 0 0,-3 1 24 0 0,0-1 0 0 0,0 1 1 0 0,1 0-1 0 0,-1 0 1 0 0,0-1-1 0 0,0 1 0 0 0,-1 1 1 0 0,1-1-1 0 0,0 0 1 0 0,0 0-1 0 0,0 1 0 0 0,-1-1 1 0 0,1 1-1 0 0,-1-1 1 0 0,2 3-1 0 0,4 6 70 0 0,0-1 0 0 0,-1 1 1 0 0,-1 0-1 0 0,0 1 0 0 0,6 15 1 0 0,33 114 420 0 0,13 34 562 0 0,-57-172-962 0 0,1 0-1 0 0,0 0 0 0 0,0 0 0 0 0,-1 0 0 0 0,1 0 0 0 0,0 0 0 0 0,1 0 0 0 0,-1 0 1 0 0,0-1-1 0 0,0 1 0 0 0,1 0 0 0 0,-1-1 0 0 0,1 1 0 0 0,-1-1 0 0 0,1 1 0 0 0,0-1 1 0 0,0 0-1 0 0,0 0 0 0 0,-1 0 0 0 0,1 0 0 0 0,0 0 0 0 0,0 0 0 0 0,0 0 0 0 0,0-1 0 0 0,1 1 1 0 0,-1-1-1 0 0,3 1 0 0 0,-1-2-42 0 0,0 1 1 0 0,-1-1-1 0 0,1 0 0 0 0,0-1 1 0 0,-1 1-1 0 0,1 0 1 0 0,-1-1-1 0 0,1 0 0 0 0,-1 0 1 0 0,0 0-1 0 0,0 0 1 0 0,0 0-1 0 0,0-1 1 0 0,0 0-1 0 0,3-2 0 0 0,1-4-176 0 0,1 0 0 0 0,-1 0 0 0 0,-1-1 0 0 0,1 0 0 0 0,-2 0-1 0 0,8-16 1 0 0,21-71-924 0 0,-8 20 546 0 0,-22 67 454 0 0,1-4 49 0 0,1-1 0 0 0,0 1 0 0 0,1 0 0 0 0,0 1 0 0 0,1 0 0 0 0,1 0-1 0 0,0 0 1 0 0,16-16 0 0 0,-24 29 18 0 0,0-1 0 0 0,-1 0-1 0 0,1 0 1 0 0,0 1 0 0 0,1-1-1 0 0,-1 0 1 0 0,0 1-1 0 0,0-1 1 0 0,0 1 0 0 0,0-1-1 0 0,0 1 1 0 0,1 0 0 0 0,-1-1-1 0 0,0 1 1 0 0,0 0-1 0 0,1 0 1 0 0,-1 0 0 0 0,0 0-1 0 0,0 0 1 0 0,0 0 0 0 0,1 0-1 0 0,-1 0 1 0 0,0 1-1 0 0,0-1 1 0 0,1 0 0 0 0,-1 1-1 0 0,0-1 1 0 0,0 1 0 0 0,0 0-1 0 0,0-1 1 0 0,0 1-1 0 0,0 0 1 0 0,0-1 0 0 0,0 1-1 0 0,0 0 1 0 0,0 0 0 0 0,0 0-1 0 0,-1 0 1 0 0,1 0 0 0 0,0 0-1 0 0,0 0 1 0 0,-1 0-1 0 0,1 0 1 0 0,-1 0 0 0 0,1 2-1 0 0,5 8-68 0 0,-2 0-1 0 0,1 0 1 0 0,4 21 0 0 0,-7-22 61 0 0,24 106-134 0 0,-22-86 269 0 0,2 0 0 0 0,1 0-1 0 0,1-1 1 0 0,2 0 0 0 0,23 49-1 0 0,-33-77-69 0 0,1 0-1 0 0,-1 0 0 0 0,1-1 0 0 0,-1 1 1 0 0,1 0-1 0 0,-1 0 0 0 0,1-1 0 0 0,-1 1 0 0 0,1 0 1 0 0,0 0-1 0 0,-1-1 0 0 0,1 1 0 0 0,0-1 1 0 0,-1 1-1 0 0,1-1 0 0 0,0 1 0 0 0,0-1 1 0 0,0 1-1 0 0,0-1 0 0 0,-1 0 0 0 0,1 1 0 0 0,0-1 1 0 0,0 0-1 0 0,0 0 0 0 0,0 0 0 0 0,0 0 1 0 0,1 1-1 0 0,-1-2 11 0 0,1 0 1 0 0,-1 1-1 0 0,1-1 0 0 0,-1 0 1 0 0,0 0-1 0 0,1 1 0 0 0,-1-1 1 0 0,0 0-1 0 0,0 0 1 0 0,0-1-1 0 0,0 1 0 0 0,0 0 1 0 0,0 0-1 0 0,2-3 0 0 0,3-6-100 0 0,-1-1 0 0 0,1 1 0 0 0,3-15 0 0 0,-8 22-93 0 0,22-71-1870 0 0,-9 27-3094 0 0,-5 23 457 0 0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8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61 203 1840 0 0,'-6'4'-998'0'0,"3"-3"1514"0"0,1 1 0 0 0,0 0 0 0 0,-1 0 0 0 0,1-1 0 0 0,-1 0 0 0 0,1 1-1 0 0,-1-1 1 0 0,0 0 0 0 0,1 0 0 0 0,-1-1 0 0 0,0 1 0 0 0,0 0 0 0 0,0-1 0 0 0,0 0 0 0 0,0 1 0 0 0,-4-2 0 0 0,6 1-500 0 0,1 0 1 0 0,0 0 0 0 0,0 0-1 0 0,0 0 1 0 0,-1 0-1 0 0,1-1 1 0 0,0 1 0 0 0,0 0-1 0 0,0 0 1 0 0,-1 0 0 0 0,1-1-1 0 0,0 1 1 0 0,0 0 0 0 0,0 0-1 0 0,0 0 1 0 0,0-1-1 0 0,-1 1 1 0 0,1 0 0 0 0,0 0-1 0 0,0-1 1 0 0,0 1 0 0 0,0 0-1 0 0,0 0 1 0 0,0-1-1 0 0,0 1 1 0 0,0 0 0 0 0,0 0-1 0 0,0-1 1 0 0,0 1 0 0 0,0 0-1 0 0,0 0 1 0 0,0-1-1 0 0,0 1 1 0 0,0 0 0 0 0,0 0-1 0 0,0-1 1 0 0,1 1 0 0 0,-1 0-1 0 0,0 0 1 0 0,10-12 19 0 0,14-6-321 0 0,-12 13 651 0 0,1 0 1 0 0,-1 1-1 0 0,1 0 0 0 0,-1 1 1 0 0,1 1-1 0 0,15-2 0 0 0,84 0 2064 0 0,-35 2-892 0 0,203-27 379 0 0,96-4-1486 0 0,-225 29 273 0 0,292-46-1 0 0,-242 15-5752 0 0,-195 34 3353 0 0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9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0 330 8754 0 0,'2'5'-4266'0'0,"-1"-3"4371"0"0,-1 0 0 0 0,1-1-1 0 0,0 1 1 0 0,0 0 0 0 0,0 0-1 0 0,1-1 1 0 0,-1 1 0 0 0,0-1-1 0 0,1 1 1 0 0,-1-1 0 0 0,0 0 0 0 0,1 0-1 0 0,0 1 1 0 0,2 1 0 0 0,4-1 728 0 0,-1 0 0 0 0,1 0 1 0 0,0 0-1 0 0,-1-1 0 0 0,12 0 1 0 0,11-1 230 0 0,35-4 1 0 0,-28 1-723 0 0,508-23-1378 0 0,-185 10 1735 0 0,158-10-417 0 0,-506 26-406 0 0,1-1-1 0 0,-1 2 1 0 0,0 0-1 0 0,23 4 1 0 0,-30-3-121 0 0,1 0 0 0 0,-1 0 0 0 0,0 0-1 0 0,1 1 1 0 0,-1 0 0 0 0,0 0 0 0 0,-1 0 0 0 0,1 0 0 0 0,0 1 0 0 0,-1 0-1 0 0,0 0 1 0 0,5 5 0 0 0,-2-1 42 0 0,-5-7 317 0 0,-1 0 0 0 0,0 1-1 0 0,0-1 1 0 0,1 0-1 0 0,-1 1 1 0 0,0-1 0 0 0,0 0-1 0 0,0 1 1 0 0,-1 0-1 0 0,1-1 1 0 0,0 1-1 0 0,0-1 1 0 0,-1 1 0 0 0,1 0-1 0 0,3 5 3010 0 0,-2-11-2794 0 0,106-276 1496 0 0,-106 276-1864 0 0,-1 0-1 0 0,1 1 1 0 0,0 0 0 0 0,0-1 0 0 0,0 1 0 0 0,0 0 0 0 0,1 0 0 0 0,-1 0 0 0 0,4-3 0 0 0,-5 6 29 0 0,-1 0-1 0 0,1-1 1 0 0,-1 1-1 0 0,1 0 0 0 0,-1 0 1 0 0,0-1-1 0 0,1 1 0 0 0,-1 0 1 0 0,1 0-1 0 0,-1 0 0 0 0,1 0 1 0 0,0 0-1 0 0,-1-1 0 0 0,1 1 1 0 0,-1 0-1 0 0,1 0 1 0 0,-1 0-1 0 0,1 0 0 0 0,-1 1 1 0 0,1-1-1 0 0,-1 0 0 0 0,1 0 1 0 0,-1 0-1 0 0,1 0 0 0 0,-1 0 1 0 0,1 1-1 0 0,1 0-1 0 0,-1 0 0 0 0,0 1 0 0 0,0-1-1 0 0,0 0 1 0 0,0 1 0 0 0,0-1 0 0 0,0 0 0 0 0,0 1-1 0 0,-1-1 1 0 0,1 1 0 0 0,0 0 0 0 0,-1-1 0 0 0,1 3-1 0 0,14 67-95 0 0,-12-53 297 0 0,0 0 0 0 0,2 0 0 0 0,11 31 0 0 0,-13-43-56 0 0,0 1 0 0 0,1-1 0 0 0,0 1 0 0 0,0-1 0 0 0,0 0 0 0 0,1 0 0 0 0,0-1 0 0 0,6 6-1 0 0,-10-10-104 0 0,0 0-1 0 0,1 0 0 0 0,-1 0 0 0 0,0 0 0 0 0,1 0 0 0 0,-1 0 0 0 0,1-1 1 0 0,-1 1-1 0 0,1 0 0 0 0,-1-1 0 0 0,1 0 0 0 0,-1 1 0 0 0,1-1 0 0 0,-1 0 1 0 0,1 1-1 0 0,-1-1 0 0 0,1 0 0 0 0,0 0 0 0 0,-1 0 0 0 0,1-1 0 0 0,-1 1 1 0 0,1 0-1 0 0,0-1 0 0 0,-1 1 0 0 0,1-1 0 0 0,-1 1 0 0 0,1-1 0 0 0,-1 0 1 0 0,0 1-1 0 0,1-1 0 0 0,-1 0 0 0 0,0 0 0 0 0,1 0 0 0 0,-1 0 0 0 0,0 0 1 0 0,0 0-1 0 0,0-1 0 0 0,0 1 0 0 0,0 0 0 0 0,0-1 0 0 0,0 1 0 0 0,1-3 1 0 0,13-21-196 0 0,-2-1 1 0 0,0-1-1 0 0,11-37 1 0 0,-12 32 112 0 0,1 1 1 0 0,17-32 0 0 0,-28 60 27 0 0,0 0 0 0 0,-1 0-1 0 0,1 0 1 0 0,0 0-1 0 0,1 0 1 0 0,-1 1-1 0 0,0-1 1 0 0,1 1-1 0 0,-1 0 1 0 0,1 0-1 0 0,0 0 1 0 0,5-3 0 0 0,-7 4 3 0 0,1 1 0 0 0,-1 0 0 0 0,0 0 0 0 0,1 0 0 0 0,-1 0 0 0 0,1 0 0 0 0,-1 0 0 0 0,0 1 0 0 0,1-1 0 0 0,-1 0 0 0 0,0 1 0 0 0,1-1 0 0 0,-1 1 0 0 0,0-1 0 0 0,0 1 1 0 0,0 0-1 0 0,1 0 0 0 0,-1-1 0 0 0,0 1 0 0 0,0 0 0 0 0,0 0 0 0 0,0 0 0 0 0,0 0 0 0 0,0 0 0 0 0,-1 0 0 0 0,1 0 0 0 0,0 1 0 0 0,0-1 0 0 0,-1 0 0 0 0,1 0 0 0 0,-1 1 0 0 0,1 1 1 0 0,8 17 107 0 0,-1 0 0 0 0,-1 0 0 0 0,0 1 0 0 0,3 22 0 0 0,-7-23 83 0 0,2-1 0 0 0,1-1 0 0 0,0 1 0 0 0,1-1-1 0 0,14 26 1 0 0,-18-39-148 0 0,20 30 51 0 0,-21-34-61 0 0,-1 1 0 0 0,0 0 0 0 0,1-1 0 0 0,-1 0 0 0 0,1 1 0 0 0,-1-1 0 0 0,1 0 0 0 0,0 0 1 0 0,-1 1-1 0 0,1-1 0 0 0,0-1 0 0 0,0 1 0 0 0,0 0 0 0 0,0 0 0 0 0,0-1 0 0 0,0 1 0 0 0,2 0 0 0 0,-3-2 6 0 0,0 1-1 0 0,0 0 1 0 0,1-1-1 0 0,-1 1 1 0 0,0-1-1 0 0,0 1 1 0 0,0-1-1 0 0,0 0 1 0 0,0 1-1 0 0,0-1 0 0 0,0 0 1 0 0,0 0-1 0 0,0 0 1 0 0,0 0-1 0 0,0 0 1 0 0,0 0-1 0 0,-1 0 1 0 0,1 0-1 0 0,0 0 1 0 0,-1 0-1 0 0,1-1 1 0 0,13-31 59 0 0,-11 25-57 0 0,23-73-911 0 0,-21 62 346 0 0,0 0 0 0 0,2 1-1 0 0,0-1 1 0 0,0 2 0 0 0,2-1-1 0 0,18-27 1 0 0,-26 43 520 0 0,1-1 0 0 0,0 1-1 0 0,-1 0 1 0 0,1 0 0 0 0,0 0 0 0 0,0 0 0 0 0,1 0 0 0 0,-1 1-1 0 0,0-1 1 0 0,1 1 0 0 0,-1-1 0 0 0,1 1 0 0 0,-1 0-1 0 0,1 0 1 0 0,0 0 0 0 0,-1 0 0 0 0,1 1 0 0 0,0-1 0 0 0,0 1-1 0 0,-1-1 1 0 0,1 1 0 0 0,4 0 0 0 0,-4 1 109 0 0,-1 0-1 0 0,1 0 1 0 0,0 0 0 0 0,-1 0 0 0 0,1 0-1 0 0,0 0 1 0 0,-1 1 0 0 0,0 0 0 0 0,1-1-1 0 0,-1 1 1 0 0,0 0 0 0 0,0 0-1 0 0,0 0 1 0 0,0 0 0 0 0,0 1 0 0 0,0-1-1 0 0,-1 0 1 0 0,1 1 0 0 0,-1 0 0 0 0,1-1-1 0 0,0 5 1 0 0,6 12 552 0 0,-1 1-1 0 0,-1 0 0 0 0,7 41 0 0 0,-6 21-4510 0 0,-7-70-1230 0 0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0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91 5985 0 0,'-1'1'76'0'0,"-31"14"228"0"0,30-14-433 0 0,1 0 0 0 0,-1 0 1 0 0,1 0-1 0 0,-1 0 0 0 0,1 0 1 0 0,0 1-1 0 0,-1-1 0 0 0,1 1 1 0 0,0-1-1 0 0,0 1 0 0 0,0-1 0 0 0,0 1 1 0 0,0-1-1 0 0,0 1 0 0 0,0 0 1 0 0,0 2-1 0 0,1-3 112 0 0,1-1 0 0 0,-1 1 1 0 0,0-1-1 0 0,1 1 0 0 0,-1-1 1 0 0,1 1-1 0 0,-1-1 0 0 0,1 1 0 0 0,-1-1 1 0 0,1 1-1 0 0,-1-1 0 0 0,1 1 1 0 0,-1-1-1 0 0,1 0 0 0 0,-1 1 0 0 0,1-1 1 0 0,0 0-1 0 0,-1 0 0 0 0,1 1 1 0 0,0-1-1 0 0,-1 0 0 0 0,1 0 0 0 0,0 0 1 0 0,-1 0-1 0 0,1 0 0 0 0,0 0 1 0 0,-1 0-1 0 0,2 0 0 0 0,23 1 1194 0 0,-25-1-1132 0 0,39-1 3482 0 0,47-8 0 0 0,40-12-217 0 0,2-1-1880 0 0,282-7-91 0 0,-120 14-766 0 0,-88 3 119 0 0,85-9-1224 0 0,-237 12-4965 0 0,-28 6-224 0 0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1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6913 0 0,'0'0'529'0'0,"31"-2"4074"0"0,-26 2-4473 0 0,-1-1 0 0 0,1 1 0 0 0,0 0 0 0 0,0 0 0 0 0,-1 0 0 0 0,1 1 0 0 0,0-1 0 0 0,-1 1 0 0 0,1 0 0 0 0,-1 1 0 0 0,1-1 0 0 0,-1 1 0 0 0,0 0 0 0 0,1 0 0 0 0,-1 0 0 0 0,0 1 0 0 0,0-1 0 0 0,-1 1 0 0 0,1 0 0 0 0,0 0 0 0 0,-1 0 0 0 0,0 1 0 0 0,0-1 0 0 0,0 1 0 0 0,0 0 0 0 0,0 0 0 0 0,-1 0 0 0 0,1 0 0 0 0,-1 0 0 0 0,-1 0 0 0 0,1 1 0 0 0,0-1 0 0 0,-1 1 0 0 0,0-1 0 0 0,1 6 0 0 0,2 60 1043 0 0,-6 98 0 0 0,0-17-992 0 0,3 16-173 0 0,3 88-27 0 0,1-180 89 0 0,20 104-1 0 0,-15-132-28 0 0,-2-1 0 0 0,-2 2 0 0 0,-2-1 0 0 0,-2 1 0 0 0,-5 50 0 0 0,0-47-434 0 0,1 0 1 0 0,3 0-1 0 0,9 61 1 0 0,-10-111 321 0 0,0-1 0 0 0,0 1 1 0 0,0 0-1 0 0,0 0 0 0 0,0 0 0 0 0,1 0 1 0 0,-1-1-1 0 0,0 1 0 0 0,0 0 1 0 0,1 0-1 0 0,-1 0 0 0 0,1-1 0 0 0,-1 1 1 0 0,1 0-1 0 0,-1-1 0 0 0,1 1 0 0 0,-1 0 1 0 0,1-1-1 0 0,0 1 0 0 0,-1-1 1 0 0,1 1-1 0 0,0-1 0 0 0,-1 1 0 0 0,1-1 1 0 0,0 1-1 0 0,0-1 0 0 0,-1 0 0 0 0,2 1 1 0 0,3-2-740 0 0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7370 0 0,'4'-1'373'0'0,"0"0"-1"0"0,0 0 1 0 0,1 1 0 0 0,-1-1 0 0 0,0 1 0 0 0,1 0 0 0 0,-1 0 0 0 0,5 1 0 0 0,3-1-437 0 0,26-1-1359 0 0,-1 1 0 0 0,40 5 0 0 0,-15 7 3153 0 0,-61-12-1670 0 0,1 0-1 0 0,0 0 1 0 0,-1 0 0 0 0,1 1-1 0 0,0-1 1 0 0,-1 1 0 0 0,1-1-1 0 0,-1 1 1 0 0,1 0-1 0 0,-1 0 1 0 0,1 0 0 0 0,-1-1-1 0 0,0 1 1 0 0,1 1 0 0 0,-1-1-1 0 0,0 0 1 0 0,0 0-1 0 0,0 0 1 0 0,1 1 0 0 0,-2-1-1 0 0,1 0 1 0 0,0 1 0 0 0,0-1-1 0 0,0 1 1 0 0,0-1 0 0 0,-1 1-1 0 0,1 0 1 0 0,-1-1-1 0 0,1 1 1 0 0,-1-1 0 0 0,0 4-1 0 0,0-1-97 0 0,-1 0 0 0 0,0-1 1 0 0,-1 1-1 0 0,1 0 0 0 0,-1 0 0 0 0,1-1 0 0 0,-1 1 0 0 0,0-1 0 0 0,0 1 0 0 0,-1-1 0 0 0,1 0 0 0 0,-5 5 0 0 0,-28 28-531 0 0,-43 35 1 0 0,-3 3 2097 0 0,79-72-1425 0 0,0 0 0 0 0,0 0-1 0 0,0 0 1 0 0,1 0 0 0 0,-1 0 0 0 0,1 0 0 0 0,0 1-1 0 0,-2 4 1 0 0,2-7-61 0 0,1 1 1 0 0,0 0-1 0 0,0 0 0 0 0,0-1 1 0 0,0 1-1 0 0,-1 0 0 0 0,1 0 1 0 0,1 0-1 0 0,-1-1 0 0 0,0 1 0 0 0,0 0 1 0 0,0 0-1 0 0,0-1 0 0 0,0 1 1 0 0,1 0-1 0 0,-1 0 0 0 0,0-1 1 0 0,1 1-1 0 0,-1 0 0 0 0,1 1 1 0 0,1-1-9 0 0,0 1 1 0 0,0 0-1 0 0,1-1 1 0 0,-1 0-1 0 0,0 1 0 0 0,1-1 1 0 0,-1 0-1 0 0,1 0 1 0 0,-1 0-1 0 0,1-1 1 0 0,0 1-1 0 0,-1-1 1 0 0,1 1-1 0 0,-1-1 1 0 0,6 0-1 0 0,13 0 641 0 0,38-4 0 0 0,-40 1-82 0 0,-1 2 0 0 0,35 1 0 0 0,-52 0-579 0 0,0 0-1 0 0,0 0 0 0 0,0 0 1 0 0,0 0-1 0 0,0 0 0 0 0,1 0 1 0 0,-1 1-1 0 0,0-1 1 0 0,0 0-1 0 0,0 1 0 0 0,0-1 1 0 0,0 1-1 0 0,0-1 0 0 0,0 1 1 0 0,0-1-1 0 0,0 1 0 0 0,0 0 1 0 0,0 0-1 0 0,-1-1 1 0 0,1 1-1 0 0,0 0 0 0 0,1 2 1 0 0,-2-2-22 0 0,0 0 0 0 0,0 0 0 0 0,0 0 0 0 0,0 0 0 0 0,0 0 1 0 0,0 0-1 0 0,0 0 0 0 0,0 0 0 0 0,0 0 0 0 0,-1 1 0 0 0,1-1 0 0 0,0 0 1 0 0,-1 0-1 0 0,1 0 0 0 0,-1 0 0 0 0,1 0 0 0 0,-1 0 0 0 0,-1 1 0 0 0,-5 7-44 0 0,0 0-1 0 0,-1-1 1 0 0,-14 12-1 0 0,14-13 270 0 0,-1 1-138 0 0,-1 0 188 0 0,1 1-1 0 0,0 1 1 0 0,-14 17 0 0 0,22-25-242 0 0,-1 0 0 0 0,1 0 1 0 0,0-1-1 0 0,0 1 0 0 0,0 0 1 0 0,0 0-1 0 0,0 0 0 0 0,0 0 1 0 0,1 0-1 0 0,-1 1 0 0 0,1-1 1 0 0,-1 0-1 0 0,1 0 0 0 0,0 0 1 0 0,0 0-1 0 0,0 1 0 0 0,0-1 1 0 0,0 0-1 0 0,0 0 0 0 0,0 0 1 0 0,1 0-1 0 0,0 1 0 0 0,-1-1 1 0 0,1 0-1 0 0,0 0 0 0 0,0 0 1 0 0,0 0-1 0 0,0 0 0 0 0,2 2 1 0 0,1 0-43 0 0,0 0 0 0 0,1-1 0 0 0,0 0 0 0 0,-1 0 0 0 0,1 0 0 0 0,0-1 0 0 0,1 1 0 0 0,-1-1 0 0 0,0 0 0 0 0,1-1 0 0 0,-1 1 0 0 0,1-1 0 0 0,-1 0 0 0 0,1-1-1 0 0,-1 1 1 0 0,8-1 0 0 0,-6 0 0 0 0,0 1 1 0 0,0 0-1 0 0,1 0 0 0 0,-1 0 0 0 0,0 1 0 0 0,0 0 0 0 0,0 1 0 0 0,12 6 0 0 0,-18-9 10 0 0,-1 1-1 0 0,0-1 1 0 0,0 1 0 0 0,0-1 0 0 0,1 1 0 0 0,-1-1 0 0 0,0 1 0 0 0,0-1-1 0 0,0 1 1 0 0,0-1 0 0 0,0 1 0 0 0,0-1 0 0 0,0 1 0 0 0,0-1-1 0 0,0 1 1 0 0,0-1 0 0 0,0 1 0 0 0,-1-1 0 0 0,1 1 0 0 0,0-1 0 0 0,0 0-1 0 0,0 1 1 0 0,-1-1 0 0 0,1 1 0 0 0,0-1 0 0 0,0 1 0 0 0,-1-1 0 0 0,1 0-1 0 0,0 1 1 0 0,-1-1 0 0 0,1 0 0 0 0,-1 1 0 0 0,1-1 0 0 0,0 0 0 0 0,-1 1-1 0 0,1-1 1 0 0,-1 0 0 0 0,1 0 0 0 0,-1 1 0 0 0,-25 18-444 0 0,17-13 353 0 0,8-5 60 0 0,0 0-1 0 0,0-1 0 0 0,0 1 0 0 0,0 0 0 0 0,0 1 0 0 0,0-1 0 0 0,0 0 1 0 0,0 0-1 0 0,0 0 0 0 0,0 0 0 0 0,1 1 0 0 0,-1-1 0 0 0,1 0 0 0 0,-1 1 0 0 0,0 1 1 0 0,1-2-20 0 0,0 0 0 0 0,0-1 0 0 0,0 1 1 0 0,0 0-1 0 0,1-1 0 0 0,-1 1 1 0 0,0-1-1 0 0,0 1 0 0 0,1 0 0 0 0,-1-1 1 0 0,0 1-1 0 0,1-1 0 0 0,-1 1 0 0 0,0-1 1 0 0,1 1-1 0 0,-1-1 0 0 0,1 1 1 0 0,-1-1-1 0 0,1 1 0 0 0,-1-1 0 0 0,1 1 1 0 0,-1-1-1 0 0,2 1 0 0 0,4 2-318 0 0,0-1 0 0 0,0 0-1 0 0,0 0 1 0 0,0 0 0 0 0,10 1-1 0 0,-12-2 347 0 0,16 3 340 0 0,-13-2 265 0 0,1 0-1 0 0,0 0 1 0 0,0-1 0 0 0,-1 0 0 0 0,1-1-1 0 0,0 0 1 0 0,0 0 0 0 0,13-2 0 0 0,-11-4-40 0 0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 11522 0 0,'-1'0'382'0'0,"0"0"-1"0"0,0 0 1 0 0,0 1-1 0 0,0-1 1 0 0,0 0-1 0 0,-7 5 3053 0 0,7-3-3053 0 0,-21 28-3063 0 0,12-16 997 0 0,0 2 2825 0 0,0 0 0 0 0,1 0 0 0 0,1 1 0 0 0,0 0 0 0 0,-6 24 1 0 0,4-14-1149 0 0,4-10 56 0 0,1-1 0 0 0,1 1 0 0 0,1 0 0 0 0,-2 32 0 0 0,4 74 720 0 0,2-68-519 0 0,20 266-223 0 0,26-2 180 0 0,-29-207-158 0 0,-10-39 4 0 0,-4 143 0 0 0,1 11 4 0 0,0-177-897 0 0,4 50-4996 0 0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6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951 1006 3225 0 0,'3'-19'1347'0'0,"-2"18"-1196"0"0,-1-1 1 0 0,1 1 0 0 0,-1-1-1 0 0,0 1 1 0 0,1 0-1 0 0,-1-1 1 0 0,0 1 0 0 0,0-1-1 0 0,0 1 1 0 0,0-1 0 0 0,0 1-1 0 0,-1-3 1 0 0,0 3-41 0 0,0 1 0 0 0,0-1 1 0 0,1 0-1 0 0,-1 1 0 0 0,0-1 0 0 0,0 1 0 0 0,0 0 1 0 0,0-1-1 0 0,0 1 0 0 0,0 0 0 0 0,0-1 0 0 0,0 1 1 0 0,0 0-1 0 0,0 0 0 0 0,0 0 0 0 0,0 0 0 0 0,0 0 0 0 0,0 0 1 0 0,0 0-1 0 0,0 0 0 0 0,0 0 0 0 0,0 1 0 0 0,0-1 1 0 0,1 0-1 0 0,-3 1 0 0 0,0 0 200 0 0,1-1 0 0 0,-1 1 0 0 0,1-1 0 0 0,-1 0 0 0 0,0 0 0 0 0,1 0 0 0 0,-1-1 0 0 0,1 1 0 0 0,-1-1 0 0 0,1 1 0 0 0,-1-1 0 0 0,1 0 0 0 0,-1 0 0 0 0,1 0 0 0 0,0 0 0 0 0,-1 0 1 0 0,1-1-1 0 0,-3-1 0 0 0,-2-4 521 0 0,0 1 1 0 0,1-1 0 0 0,-11-14 0 0 0,12 14-689 0 0,-1 0 0 0 0,1 0 1 0 0,-1 1-1 0 0,0 0 0 0 0,-9-6 0 0 0,-26-18 86 0 0,0-2 0 0 0,2-2 1 0 0,2-1-1 0 0,1-3 0 0 0,2 0 0 0 0,-48-70 0 0 0,5 0 138 0 0,-5 4-1 0 0,-4 4 0 0 0,-122-111 1 0 0,172 185-3177 0 0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7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1845 10 10594 0 0,'0'-1'17'0'0,"0"1"0"0"0,-1-1 0 0 0,1 1 0 0 0,0-1 0 0 0,0 1 1 0 0,0-1-1 0 0,-1 1 0 0 0,1-1 0 0 0,0 1 0 0 0,-1 0 0 0 0,1-1 0 0 0,-1 1 0 0 0,1-1 0 0 0,0 1 0 0 0,-1 0 0 0 0,1-1 0 0 0,-1 1 0 0 0,1 0 0 0 0,-1-1 0 0 0,1 1 0 0 0,-1 0 0 0 0,1 0 0 0 0,-1 0 0 0 0,1 0 0 0 0,-1-1 0 0 0,1 1 0 0 0,-1 0 0 0 0,0 0 0 0 0,1 0 0 0 0,-1 0 1 0 0,1 0-1 0 0,-1 0 0 0 0,1 0 0 0 0,-1 0 0 0 0,1 0 0 0 0,-1 1 0 0 0,1-1 0 0 0,-2 0 0 0 0,-20 6-95 0 0,7 1 71 0 0,1 1 0 0 0,0 1 0 0 0,0 0-1 0 0,1 1 1 0 0,0 0 0 0 0,1 1 0 0 0,-15 17 0 0 0,-72 95 1525 0 0,77-93-1373 0 0,-512 604 1572 0 0,498-593-1714 0 0,-344 342 313 0 0,212-222 348 0 0,-36 22 454 0 0,159-147-1210 0 0,-2-3 0 0 0,-89 47 0 0 0,125-74-1232 0 0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77 210 920 0 0,'1'-1'26'0'0,"0"1"0"0"0,-1 0 0 0 0,1-1-1 0 0,0 1 1 0 0,0 0 0 0 0,0-1 0 0 0,-1 1 0 0 0,1-1-1 0 0,0 1 1 0 0,-1-1 0 0 0,1 1 0 0 0,0-1 0 0 0,-1 0-1 0 0,1 1 1 0 0,-1-1 0 0 0,1 0 0 0 0,-1 1-1 0 0,1-1 1 0 0,-1 0 0 0 0,1 0 0 0 0,-1 0 0 0 0,0 1-1 0 0,1-2 1 0 0,-1 1 46 0 0,-1 0-1 0 0,1 0 0 0 0,0 1 1 0 0,-1-1-1 0 0,1 0 1 0 0,0 1-1 0 0,-1-1 0 0 0,1 1 1 0 0,-1-1-1 0 0,1 1 0 0 0,-1-1 1 0 0,1 1-1 0 0,-1-1 1 0 0,0 1-1 0 0,1-1 0 0 0,-1 1 1 0 0,1-1-1 0 0,-1 1 1 0 0,0 0-1 0 0,-1-1 0 0 0,-2-1 252 0 0,0 1 1 0 0,-1 0-1 0 0,1 0 0 0 0,0 0 0 0 0,-1 0 0 0 0,1 0 1 0 0,-9 1-1 0 0,11 0-305 0 0,0 1 0 0 0,0-1 0 0 0,1 0 0 0 0,-1 0 0 0 0,0 0 0 0 0,0 0 0 0 0,1 0 0 0 0,-1 0 0 0 0,0-1 0 0 0,0 1 0 0 0,1-1 0 0 0,-1 1 0 0 0,0-1 0 0 0,1 0 0 0 0,-3 0 0 0 0,3 0 16 0 0,1 1 1 0 0,-1-1-1 0 0,1 1 0 0 0,-1-1 1 0 0,1 0-1 0 0,-1 1 1 0 0,1-1-1 0 0,0 0 0 0 0,-1 1 1 0 0,1-1-1 0 0,0 0 1 0 0,-1 0-1 0 0,1 1 0 0 0,0-1 1 0 0,0 0-1 0 0,0 0 1 0 0,0 0-1 0 0,0 1 0 0 0,0-1 1 0 0,0 0-1 0 0,0 0 1 0 0,0 1-1 0 0,0-3 0 0 0,1 0 165 0 0,0-1-1 0 0,1 1 0 0 0,-1-1 0 0 0,1 1 0 0 0,0-1 1 0 0,0 1-1 0 0,0 0 0 0 0,0 0 0 0 0,0 0 0 0 0,1 0 1 0 0,-1 0-1 0 0,5-3 0 0 0,7-5 74 0 0,0 2 1 0 0,0 0-1 0 0,1 0 1 0 0,0 1-1 0 0,0 1 1 0 0,1 1-1 0 0,18-6 1 0 0,3 2-111 0 0,0 2 1 0 0,42-5-1 0 0,-63 11-18 0 0,0 0-1 0 0,0 2 0 0 0,0-1 0 0 0,0 2 1 0 0,23 3-1 0 0,-35-3-110 0 0,-1 0 1 0 0,1-1-1 0 0,-1 1 0 0 0,1 1 1 0 0,-1-1-1 0 0,0 0 0 0 0,0 1 0 0 0,0-1 1 0 0,0 1-1 0 0,0 0 0 0 0,0 0 1 0 0,0 0-1 0 0,-1 1 0 0 0,1-1 1 0 0,-1 1-1 0 0,1-1 0 0 0,-1 1 1 0 0,0 0-1 0 0,0 0 0 0 0,0 0 1 0 0,0 0-1 0 0,-1 0 0 0 0,1 0 0 0 0,-1 0 1 0 0,0 1-1 0 0,0-1 0 0 0,0 1 1 0 0,0-1-1 0 0,-1 1 0 0 0,0-1 1 0 0,1 5-1 0 0,-2 9 23 0 0,0 0 0 0 0,-1 0-1 0 0,0 0 1 0 0,-2 0 0 0 0,0 0 0 0 0,-1-1 0 0 0,0 1 0 0 0,-1-1-1 0 0,-1-1 1 0 0,-17 30 0 0 0,8-21 35 0 0,0 0 0 0 0,-2-1 0 0 0,0 0 0 0 0,-2-2 0 0 0,-36 33 0 0 0,38-42-88 0 0,16-12-6 0 0,11-8-9 0 0,3-2-216 0 0,1 1 0 0 0,0 1 0 0 0,1 0 1 0 0,0 1-1 0 0,0 0 0 0 0,0 2 0 0 0,1-1 0 0 0,0 2 0 0 0,0 0 0 0 0,27-4 0 0 0,-16 5 183 0 0,1 0-1 0 0,-1 2 1 0 0,1 2 0 0 0,-1 0-1 0 0,42 7 1 0 0,-44-3 231 0 0,1 1 1 0 0,41 16-1 0 0,-60-20-114 0 0,0 0 0 0 0,0 1-1 0 0,0 0 1 0 0,0 1 0 0 0,0-1-1 0 0,-1 1 1 0 0,1 0-1 0 0,-1 0 1 0 0,0 1 0 0 0,0 0-1 0 0,-1-1 1 0 0,1 2 0 0 0,-1-1-1 0 0,0 0 1 0 0,5 11 0 0 0,-8-12 1 0 0,0-1 1 0 0,0 1 0 0 0,0-1-1 0 0,0 1 1 0 0,-1-1 0 0 0,1 1 0 0 0,-1 0-1 0 0,0-1 1 0 0,0 1 0 0 0,-1 0-1 0 0,1-1 1 0 0,-1 1 0 0 0,0-1-1 0 0,-1 7 1 0 0,-1-3 52 0 0,-1 0 0 0 0,1 0-1 0 0,-1 0 1 0 0,0-1 0 0 0,0 1 0 0 0,-9 8 0 0 0,-3 2 33 0 0,-1-1 1 0 0,-1-1 0 0 0,-31 21-1 0 0,-12 2-920 0 0,18-22-2907 0 0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2 13827 0 0,'-1'0'9'0'0,"1"-1"1"0"0,-1 1-1 0 0,0 0 0 0 0,0 0 1 0 0,1 0-1 0 0,-1 0 0 0 0,0 0 1 0 0,0 0-1 0 0,1 0 0 0 0,-1 0 1 0 0,0 0-1 0 0,0 0 0 0 0,1 0 1 0 0,-1 1-1 0 0,0-1 0 0 0,0 0 1 0 0,1 0-1 0 0,-1 1 0 0 0,0-1 1 0 0,1 0-1 0 0,-1 1 0 0 0,0-1 1 0 0,1 1-1 0 0,-1-1 0 0 0,1 1 1 0 0,-1-1-1 0 0,1 1 0 0 0,-1-1 1 0 0,1 1-1 0 0,-1 0 0 0 0,1-1 1 0 0,-1 1-1 0 0,1 0 0 0 0,-1 0 1 0 0,-23 33-313 0 0,15-21 815 0 0,4-6-643 0 0,-20 28-1498 0 0,24-35 1546 0 0,1 1 1 0 0,-1 0-1 0 0,0-1 0 0 0,1 1 0 0 0,0 0 1 0 0,-1-1-1 0 0,1 1 0 0 0,-1 0 0 0 0,1 0 1 0 0,0-1-1 0 0,-1 1 0 0 0,1 0 1 0 0,0 0-1 0 0,0 0 0 0 0,0 0 0 0 0,0-1 1 0 0,0 1-1 0 0,0 0 0 0 0,0 0 0 0 0,0 0 1 0 0,0 0-1 0 0,0-1 0 0 0,0 1 1 0 0,0 0-1 0 0,1 0 0 0 0,-1 0 0 0 0,0 0 1 0 0,0-1-1 0 0,1 1 0 0 0,-1 0 0 0 0,1 0 1 0 0,-1-1-1 0 0,1 1 0 0 0,-1 0 0 0 0,1-1 1 0 0,0 2-1 0 0,5-3 74 0 0,-1-6 62 0 0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22 163 2761 0 0,'-2'-1'182'0'0,"1"0"1"0"0,-1 0-1 0 0,1 0 0 0 0,-1 1 1 0 0,0-1-1 0 0,1-1 1 0 0,0 1-1 0 0,-1 0 1 0 0,1 0-1 0 0,0 0 1 0 0,-1-1-1 0 0,0-1 1 0 0,1 2-155 0 0,1-1 1 0 0,0 1 0 0 0,0 0 0 0 0,0 0-1 0 0,0-1 1 0 0,0 1 0 0 0,0 0-1 0 0,0 0 1 0 0,0-1 0 0 0,0 1 0 0 0,0 0-1 0 0,1 0 1 0 0,-1-1 0 0 0,0 1 0 0 0,1 0-1 0 0,-1 0 1 0 0,1 0 0 0 0,-1 0-1 0 0,1 0 1 0 0,1-2 0 0 0,2-2 91 0 0,0-1 0 0 0,0 0 1 0 0,1 1-1 0 0,0 0 0 0 0,0 0 0 0 0,1 1 1 0 0,-1 0-1 0 0,1-1 0 0 0,12-5 0 0 0,1 0 893 0 0,40-15-1 0 0,-36 17-51 0 0,36-8-1 0 0,-52 14-852 0 0,1 1-1 0 0,0 0 1 0 0,0 0-1 0 0,-1 1 1 0 0,1 0-1 0 0,0 0 1 0 0,0 1-1 0 0,15 3 1 0 0,-22-4-94 0 0,1 1 0 0 0,-1 0 0 0 0,0-1-1 0 0,1 1 1 0 0,-1 0 0 0 0,1 0 0 0 0,-1-1 0 0 0,0 1 0 0 0,0 0 0 0 0,0 0 0 0 0,1 1 0 0 0,-1-1 0 0 0,0 0-1 0 0,0 0 1 0 0,0 0 0 0 0,-1 1 0 0 0,1-1 0 0 0,0 1 0 0 0,0-1 0 0 0,0 2 0 0 0,0 1 7 0 0,0 0 1 0 0,0 0 0 0 0,-1 0 0 0 0,1 0-1 0 0,-1 0 1 0 0,0 0 0 0 0,0-1-1 0 0,-1 6 1 0 0,-2 6 49 0 0,0 0 0 0 0,-1 0 1 0 0,-6 15-1 0 0,10-29-66 0 0,-33 70 479 0 0,25-57-426 0 0,1 1-1 0 0,0 1 1 0 0,1-1 0 0 0,0 1-1 0 0,-4 22 1 0 0,10-38-63 0 0,0 1 0 0 0,0-1 0 0 0,1 1 0 0 0,-1-1 1 0 0,0 1-1 0 0,0-1 0 0 0,0 1 0 0 0,0-1 0 0 0,1 1 0 0 0,-1-1 0 0 0,0 0 1 0 0,0 1-1 0 0,1-1 0 0 0,-1 1 0 0 0,0-1 0 0 0,0 0 0 0 0,1 1 0 0 0,-1-1 0 0 0,1 0 1 0 0,-1 1-1 0 0,0-1 0 0 0,1 0 0 0 0,-1 0 0 0 0,1 1 0 0 0,-1-1 0 0 0,0 0 1 0 0,1 0-1 0 0,-1 0 0 0 0,1 0 0 0 0,-1 0 0 0 0,1 0 0 0 0,-1 1 0 0 0,1-1 1 0 0,-1 0-1 0 0,1 0 0 0 0,-1 0 0 0 0,1 0 0 0 0,-1-1 0 0 0,1 1 0 0 0,-1 0 0 0 0,1 0 1 0 0,0 0-1 0 0,27-5-551 0 0,-23 3 393 0 0,1 1 95 0 0,0 0 1 0 0,0 0-1 0 0,0 1 1 0 0,0-1-1 0 0,0 1 1 0 0,0 0-1 0 0,0 1 1 0 0,0-1-1 0 0,0 1 1 0 0,0 1-1 0 0,7 2 1 0 0,-11-3 75 0 0,1 0-1 0 0,-1 0 1 0 0,0 1 0 0 0,0-1 0 0 0,0 1 0 0 0,0 0-1 0 0,0-1 1 0 0,0 1 0 0 0,0 0 0 0 0,-1 0-1 0 0,1 0 1 0 0,-1 1 0 0 0,1-1 0 0 0,-1 0 0 0 0,0 1-1 0 0,0-1 1 0 0,0 0 0 0 0,0 1 0 0 0,0-1 0 0 0,0 1-1 0 0,-1-1 1 0 0,1 1 0 0 0,-1 0 0 0 0,0-1-1 0 0,0 1 1 0 0,0 0 0 0 0,0-1 0 0 0,-1 4 0 0 0,0 5 87 0 0,-1-1 0 0 0,0 1 0 0 0,0-1 1 0 0,-1 0-1 0 0,-1 0 0 0 0,0 0 1 0 0,0 0-1 0 0,-1 0 0 0 0,0-1 0 0 0,0 0 1 0 0,-1 0-1 0 0,-1 0 0 0 0,1-1 0 0 0,-1 0 1 0 0,-1 0-1 0 0,0 0 0 0 0,-14 10 1 0 0,7-10-2142 0 0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0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0 395 10138 0 0,'37'13'399'0'0,"19"21"-486"0"0,-10-4 1100 0 0,1-3 0 0 0,2-1 0 0 0,1-2 0 0 0,65 21 0 0 0,-113-44-980 0 0,0-1-1 0 0,0 1 0 0 0,0 0 1 0 0,1-1-1 0 0,-1 1 0 0 0,0-1 1 0 0,0 0-1 0 0,1 0 1 0 0,-1 0-1 0 0,0 0 0 0 0,1 0 1 0 0,-1 0-1 0 0,0 0 0 0 0,0-1 1 0 0,1 1-1 0 0,-1-1 0 0 0,0 0 1 0 0,0 0-1 0 0,0 0 1 0 0,0 0-1 0 0,0 0 0 0 0,0 0 1 0 0,0 0-1 0 0,0-1 0 0 0,0 1 1 0 0,0-1-1 0 0,-1 1 0 0 0,1-1 1 0 0,-1 0-1 0 0,1 0 0 0 0,-1 1 1 0 0,1-1-1 0 0,-1 0 1 0 0,0 0-1 0 0,0 0 0 0 0,0-1 1 0 0,0 1-1 0 0,-1 0 0 0 0,1 0 1 0 0,-1 0-1 0 0,1-4 0 0 0,2-11 182 0 0,-1 1 0 0 0,-1-1 0 0 0,-1 0 0 0 0,-3-29-1 0 0,2 25 104 0 0,-26-187 1503 0 0,22 181-1677 0 0,2 12-313 0 0,1 0 1 0 0,0 0-1 0 0,1 1 1 0 0,0-2-1 0 0,2 1 1 0 0,-1 0-1 0 0,2 1 1 0 0,5-24-1 0 0,0 23-669 0 0,3 5-7 0 0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17972 0 0,'0'1'18'0'0,"0"-1"1"0"0,0 1-1 0 0,0-1 1 0 0,0 1 0 0 0,0-1-1 0 0,0 1 1 0 0,0-1-1 0 0,0 0 1 0 0,0 1-1 0 0,0-1 1 0 0,0 1-1 0 0,0-1 1 0 0,0 1-1 0 0,1-1 1 0 0,-1 1 0 0 0,0-1-1 0 0,0 1 1 0 0,1-1-1 0 0,-1 0 1 0 0,0 1-1 0 0,1-1 1 0 0,-1 1-1 0 0,0-1 1 0 0,1 0-1 0 0,-1 1 1 0 0,0-1 0 0 0,1 0-1 0 0,-1 0 1 0 0,1 1-1 0 0,-1-1 1 0 0,1 0-1 0 0,-1 0 1 0 0,0 0-1 0 0,1 1 1 0 0,0-1-1 0 0,19 10-1319 0 0,6 0 729 0 0,1-2-1 0 0,52 10 0 0 0,12 3 364 0 0,173 70 2850 0 0,-209-67-1713 0 0,-1 2 0 0 0,84 54 0 0 0,92 94 29 0 0,3 1-1087 0 0,-192-148-116 0 0,1-2 0 0 0,75 32 0 0 0,-90-46 62 0 0,1-2-1 0 0,0 0 1 0 0,0-2 0 0 0,0-1-1 0 0,54 4 1 0 0,-64-10-1538 0 0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879 0 11979 0 0,'-2'1'118'0'0,"0"-1"0"0"0,1 1 0 0 0,-1-1 0 0 0,0 1 0 0 0,1 0 0 0 0,-1 0 0 0 0,0 0 0 0 0,1 0 0 0 0,-1 0 0 0 0,1 0 0 0 0,0 0 0 0 0,-1 0 0 0 0,1 0 0 0 0,0 1 0 0 0,0-1 0 0 0,0 1 0 0 0,0-1 0 0 0,-2 3 0 0 0,-20 36-957 0 0,15-24 864 0 0,-152 227-993 0 0,55-90 1783 0 0,-166 280 2870 0 0,13 8-4549 0 0,250-425 868 0 0,-9 12-666 0 0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2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524 25 2761 0 0,'-42'-18'249'0'0,"30"12"-221"0"0,11 6-60 0 0,15 28 4974 0 0,29 57 701 0 0,-28-52-5269 0 0,2-2 0 0 0,1 1 0 0 0,1-2 0 0 0,30 35 0 0 0,-11-27-162 0 0,2-1 1 0 0,2-2 0 0 0,1-2-1 0 0,1-2 1 0 0,88 46 0 0 0,-113-71-569 0 0,-15-6 347 0 0,-13-4 10 0 0,4 2-71 0 0,-1 1 0 0 0,0 0 1 0 0,1 0-1 0 0,-1 1 0 0 0,0-1 1 0 0,0 1-1 0 0,1 0 0 0 0,-1 1 0 0 0,0-1 1 0 0,1 1-1 0 0,-10 3 0 0 0,-64 23-923 0 0,62-21 933 0 0,-550 226 4422 0 0,494-202-3668 0 0,-27 11-1342 0 0,35-7-3349 0 0,46-23-1559 0 0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3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448 73 2761 0 0,'-8'-32'2167'0'0,"8"29"-2020"0"0,0 0-1 0 0,0 0 1 0 0,-1 0-1 0 0,1 0 1 0 0,-1 0 0 0 0,0 0-1 0 0,0 0 1 0 0,0 0-1 0 0,-1 0 1 0 0,1 0-1 0 0,-3-4 1 0 0,3 7-73 0 0,0 0 0 0 0,-1 0 0 0 0,1-1 1 0 0,0 1-1 0 0,0 0 0 0 0,-1 0 0 0 0,1 0 0 0 0,0 0 0 0 0,-1 0 1 0 0,1 0-1 0 0,0 1 0 0 0,0-1 0 0 0,0 0 0 0 0,-1 1 1 0 0,1-1-1 0 0,0 1 0 0 0,0-1 0 0 0,-2 2 0 0 0,-26 13 2054 0 0,27-14-1883 0 0,-12 8 42 0 0,-1 1 1 0 0,2 0-1 0 0,-1 1 0 0 0,2 1 1 0 0,-1 0-1 0 0,2 1 1 0 0,-14 17-1 0 0,-64 106 303 0 0,77-115-272 0 0,-7 9-49 0 0,-11 19 621 0 0,-44 95 0 0 0,68-130-766 0 0,1 0 0 0 0,0 0 1 0 0,1 0-1 0 0,1 1 0 0 0,0-1 0 0 0,1 1 0 0 0,0 0 0 0 0,2 0 0 0 0,-1-1 0 0 0,2 1 0 0 0,0 0 0 0 0,4 20 0 0 0,-2-26-108 0 0,0 0-1 0 0,0 0 1 0 0,1 0-1 0 0,1-1 1 0 0,0 1-1 0 0,0-1 0 0 0,0 0 1 0 0,1-1-1 0 0,0 1 1 0 0,0-1-1 0 0,1 0 1 0 0,0-1-1 0 0,0 1 0 0 0,1-1 1 0 0,0-1-1 0 0,0 0 1 0 0,0 0-1 0 0,1 0 1 0 0,10 3-1 0 0,-11-4-31 0 0,1-1 0 0 0,0 0 0 0 0,1 0 0 0 0,-1-1 0 0 0,0 0-1 0 0,1-1 1 0 0,-1 0 0 0 0,1-1 0 0 0,-1 0 0 0 0,1 0 0 0 0,-1-1 0 0 0,1 0 0 0 0,-1-1 0 0 0,1 0 0 0 0,-1 0-1 0 0,0-1 1 0 0,0 0 0 0 0,0 0 0 0 0,11-8 0 0 0,-13 7-252 0 0,-1-1-1 0 0,0 0 1 0 0,0 0-1 0 0,0-1 1 0 0,-1 1-1 0 0,1-1 1 0 0,-2-1 0 0 0,1 1-1 0 0,-1-1 1 0 0,0 1-1 0 0,0-1 1 0 0,0-1-1 0 0,-1 1 1 0 0,0 0-1 0 0,-1-1 1 0 0,0 1 0 0 0,2-11-1 0 0,-3 13 86 0 0,0-1-1 0 0,-1 1 1 0 0,0 0 0 0 0,1 0-1 0 0,-2 0 1 0 0,1 0 0 0 0,-1 0-1 0 0,1 0 1 0 0,-1 0 0 0 0,-1 0-1 0 0,1 0 1 0 0,-1 0-1 0 0,0 0 1 0 0,0 1 0 0 0,0-1-1 0 0,-1 1 1 0 0,1-1 0 0 0,-1 1-1 0 0,0 0 1 0 0,0 0-1 0 0,-1 0 1 0 0,1 0 0 0 0,-1 1-1 0 0,0-1 1 0 0,0 1 0 0 0,0 0-1 0 0,-7-3 1 0 0,7 3 161 0 0,-1 1 0 0 0,1 0 0 0 0,0-1 1 0 0,0 0-1 0 0,0 0 0 0 0,0 0 0 0 0,-5-6 0 0 0,9 8 23 0 0,-1 0-1 0 0,1 1 0 0 0,-1-1 1 0 0,1 0-1 0 0,0 0 1 0 0,-1 0-1 0 0,1 1 0 0 0,0-1 1 0 0,0 0-1 0 0,-1 0 1 0 0,1 0-1 0 0,0 0 0 0 0,0 0 1 0 0,0 1-1 0 0,0-1 1 0 0,0 0-1 0 0,0 0 0 0 0,0 0 1 0 0,1-1-1 0 0,-1 1-2 0 0,1-1 0 0 0,0 0-1 0 0,0 1 1 0 0,0-1 0 0 0,0 1-1 0 0,0 0 1 0 0,0-1 0 0 0,0 1 0 0 0,1 0-1 0 0,-1 0 1 0 0,0-1 0 0 0,1 1-1 0 0,1-1 1 0 0,10-6-202 0 0,0 1 1 0 0,1 0-1 0 0,-1 1 0 0 0,2 0 1 0 0,-1 1-1 0 0,1 1 0 0 0,-1 0 1 0 0,22-2-1 0 0,-15 3 272 0 0,0 1 1 0 0,0 1-1 0 0,0 1 0 0 0,1 1 1 0 0,30 6-1 0 0,-48-7 165 0 0,0 1 0 0 0,-1 0 0 0 0,1 1-1 0 0,0-1 1 0 0,-1 1 0 0 0,1-1 0 0 0,-1 1 0 0 0,1 0-1 0 0,-1 1 1 0 0,0-1 0 0 0,0 0 0 0 0,0 1-1 0 0,0 0 1 0 0,0 0 0 0 0,-1-1 0 0 0,1 2 0 0 0,-1-1-1 0 0,0 0 1 0 0,0 0 0 0 0,0 1 0 0 0,0-1 0 0 0,-1 1-1 0 0,1 0 1 0 0,-1-1 0 0 0,0 1 0 0 0,1 6 0 0 0,1 9 584 0 0,-1 1 0 0 0,0-1 1 0 0,-2 1-1 0 0,-2 24 1 0 0,1-2-496 0 0,1-38-299 0 0,0 29 405 0 0,4 34 0 0 0,-2-57-439 0 0,-1-1 0 0 0,1 1 0 0 0,1-1-1 0 0,-1 0 1 0 0,2 1 0 0 0,-1-2 0 0 0,1 1 0 0 0,7 11-1 0 0,-10-19-110 0 0,-1 0 0 0 0,1-1 1 0 0,-1 1-1 0 0,0-1 0 0 0,1 1 0 0 0,-1-1 0 0 0,1 1 0 0 0,-1-1 0 0 0,1 1 0 0 0,-1-1 0 0 0,1 1 0 0 0,0-1 0 0 0,-1 0 0 0 0,1 1 0 0 0,0-1 0 0 0,-1 0 1 0 0,1 1-1 0 0,0-1 0 0 0,-1 0 0 0 0,1 0 0 0 0,0 0 0 0 0,-1 0 0 0 0,1 0 0 0 0,0 0 0 0 0,-1 0 0 0 0,1 0 0 0 0,1 0 0 0 0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0 16067 0 0,'-1'1'15'0'0,"-1"-1"1"0"0,1 1-1 0 0,0 0 0 0 0,-1 0 0 0 0,1-1 0 0 0,0 1 0 0 0,-1 0 0 0 0,1 0 0 0 0,0 0 0 0 0,0 0 0 0 0,0 0 0 0 0,0 1 0 0 0,0-1 0 0 0,0 0 0 0 0,0 0 0 0 0,0 1 0 0 0,1-1 0 0 0,-1 1 0 0 0,0-1 0 0 0,1 0 0 0 0,-1 1 0 0 0,1-1 0 0 0,0 1 0 0 0,-1 0 0 0 0,1 1 0 0 0,-10 49-2944 0 0,9-45 3028 0 0,-4 40-328 0 0,1 59 0 0 0,7-34 2605 0 0,3 0 1 0 0,30 139-1 0 0,-35-207-2518 0 0,-1 0-189 0 0,1 1-1 0 0,0-1 1 0 0,0 1 0 0 0,1-1-1 0 0,-1 0 1 0 0,1 0 0 0 0,0 1-1 0 0,0-1 1 0 0,5 7 0 0 0,-3-10-1118 0 0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1 165 17972 0 0,'3'3'1185'0'0,"12"8"-4914"0"0,1 0 222 0 0,-6-1 2600 0 0,-1 1-1 0 0,0 0 0 0 0,0 1 1 0 0,-1 0-1 0 0,12 23 1 0 0,22 31 1184 0 0,-20-41 672 0 0,1 0 0 0 0,2-2-1 0 0,0-1 1 0 0,2 0-1 0 0,0-2 1 0 0,1-1-1 0 0,1-2 1 0 0,1 0 0 0 0,0-2-1 0 0,35 11 1 0 0,-57-23-936 0 0,-1-1 0 0 0,1 0 0 0 0,0-1 0 0 0,-1 0 0 0 0,1 0 1 0 0,0 0-1 0 0,0-1 0 0 0,0 0 0 0 0,-1-1 0 0 0,1 0 0 0 0,0 0 1 0 0,0-1-1 0 0,-1 0 0 0 0,1 0 0 0 0,-1 0 0 0 0,0-1 0 0 0,0-1 0 0 0,0 1 1 0 0,0-1-1 0 0,12-9 0 0 0,-11 7-50 0 0,-1 0 1 0 0,0-1-1 0 0,0 0 1 0 0,0-1-1 0 0,-1 1 1 0 0,-1-1-1 0 0,1-1 0 0 0,-1 1 1 0 0,0-1-1 0 0,-1 0 1 0 0,0 0-1 0 0,0 0 1 0 0,-1 0-1 0 0,0-1 0 0 0,-1 1 1 0 0,1-11-1 0 0,1-15 23 0 0,-3 0 0 0 0,-1 0 0 0 0,-1 0 1 0 0,-2 0-1 0 0,-13-61 0 0 0,8 65-2603 0 0,-18-47 0 0 0,18 58-2347 0 0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 6449 0 0,'-2'0'31'0'0,"0"0"-1"0"0,0 0 0 0 0,0 0 0 0 0,0 0 0 0 0,0 0 0 0 0,0 0 1 0 0,0 0-1 0 0,0 1 0 0 0,0-1 0 0 0,0 1 0 0 0,1 0 0 0 0,-1-1 1 0 0,0 1-1 0 0,0 0 0 0 0,1 0 0 0 0,-1 0 0 0 0,0 0 0 0 0,1 1 1 0 0,-1-1-1 0 0,1 0 0 0 0,-1 1 0 0 0,1-1 0 0 0,0 1 1 0 0,0-1-1 0 0,-1 1 0 0 0,1-1 0 0 0,0 1 0 0 0,1 0 0 0 0,-1 0 1 0 0,0 0-1 0 0,-1 3 0 0 0,7 135 4545 0 0,0-74-3456 0 0,3 0-1 0 0,32 124 1 0 0,-31-154-1315 0 0,-6-21-569 0 0,1-1-1 0 0,0 0 0 0 0,1 0 0 0 0,7 15 0 0 0,-7-22-409 0 0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5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32 1840 0 0,'0'-1'54'0'0,"-1"-1"-1"0"0,0 1 1 0 0,1 0-1 0 0,-1-1 1 0 0,1 1-1 0 0,-1-1 1 0 0,1 1-1 0 0,0-1 1 0 0,-1 1-1 0 0,1-1 1 0 0,0 1-1 0 0,0-3 1 0 0,0 3 3 0 0,1 1 0 0 0,-1-1 0 0 0,0 1 0 0 0,0-1 0 0 0,0 1 0 0 0,1-1 0 0 0,-1 1 0 0 0,0-1 0 0 0,0 1 0 0 0,1 0 0 0 0,-1-1 0 0 0,1 1 0 0 0,-1-1 0 0 0,0 1 0 0 0,1 0 0 0 0,-1-1 0 0 0,1 1 0 0 0,-1 0 0 0 0,0 0 0 0 0,1-1 0 0 0,-1 1 0 0 0,1 0 0 0 0,-1 0 0 0 0,2-1 0 0 0,1 1 128 0 0,0 0 1 0 0,0 0-1 0 0,1 0 1 0 0,-1 0-1 0 0,0 0 1 0 0,0 1-1 0 0,1-1 1 0 0,-1 1-1 0 0,0 0 1 0 0,5 2-1 0 0,15 5 444 0 0,0 2 0 0 0,0 0-1 0 0,-1 1 1 0 0,-1 2 0 0 0,0 0-1 0 0,0 1 1 0 0,-1 1 0 0 0,-1 1 0 0 0,20 22-1 0 0,-29-28-278 0 0,-1 1 0 0 0,-1 0-1 0 0,0 1 1 0 0,0 0-1 0 0,-1 0 1 0 0,-1 0 0 0 0,0 1-1 0 0,0 0 1 0 0,-1 0-1 0 0,-1 0 1 0 0,-1 1 0 0 0,0-1-1 0 0,0 1 1 0 0,-1 0-1 0 0,-1 0 1 0 0,0 0 0 0 0,-3 27-1 0 0,-1-26-418 0 0,0 0-1 0 0,0 0 0 0 0,-2 0 0 0 0,0-1 0 0 0,-1 1 0 0 0,0-1 1 0 0,-1-1-1 0 0,0 1 0 0 0,-1-1 0 0 0,-17 20 0 0 0,-31 29-5035 0 0,28-36-353 0 0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1.6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35 63 10594 0 0,'-1'-2'88'0'0,"-1"0"0"0"0,0-1 1 0 0,1 1-1 0 0,-1-1 0 0 0,1 0 0 0 0,0 0 0 0 0,0 1 0 0 0,0-1 0 0 0,-1-5 0 0 0,2 5 226 0 0,-1 0 1 0 0,0 0-1 0 0,0 1 0 0 0,0-1 0 0 0,0 0 0 0 0,0 0 0 0 0,-1 1 0 0 0,1-1 0 0 0,-4-3 0 0 0,4 9-185 0 0,0 0 0 0 0,0-1 0 0 0,0 1 0 0 0,0 0-1 0 0,1 0 1 0 0,-1 0 0 0 0,1 0 0 0 0,-1 4-1 0 0,1-1-87 0 0,0 188 1341 0 0,27 202 0 0 0,-20-328-1400 0 0,-5-40-376 0 0,1 0 1 0 0,1 0-1 0 0,1-1 1 0 0,10 28-1 0 0,-10-46-1195 0 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2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83 192 3225 0 0,'-9'-5'-128'0'0,"-36"-19"626"0"0,43 23-312 0 0,0-1-1 0 0,-1 1 1 0 0,1-1-1 0 0,1 1 1 0 0,-1-1-1 0 0,0 0 1 0 0,0 1-1 0 0,1-1 0 0 0,-1 0 1 0 0,0 0-1 0 0,1 0 1 0 0,0 0-1 0 0,0-1 1 0 0,0 1-1 0 0,0 0 1 0 0,-1-3-1 0 0,2 3-126 0 0,0 0 0 0 0,0 0 0 0 0,1 1 0 0 0,-1-1 0 0 0,0 0 0 0 0,1 0 0 0 0,0 1 0 0 0,-1-1 0 0 0,1 0 1 0 0,0 1-1 0 0,0-1 0 0 0,0 0 0 0 0,0 1 0 0 0,0 0 0 0 0,0-1 0 0 0,0 1 0 0 0,1-1 0 0 0,-1 1 0 0 0,0 0 0 0 0,1 0 0 0 0,-1 0 0 0 0,1 0 0 0 0,2-1 0 0 0,43-21 100 0 0,-40 20 96 0 0,36-13 179 0 0,1 3 0 0 0,0 1-1 0 0,68-9 1 0 0,-107 20-467 0 0,0 0 0 0 0,0 0 0 0 0,0 1 1 0 0,0 0-1 0 0,0 0 0 0 0,0 0 0 0 0,1 1 0 0 0,-1 0 0 0 0,0 0 0 0 0,0 0 0 0 0,-1 1 0 0 0,9 2 0 0 0,-11-2-28 0 0,1 0-1 0 0,-1-1 1 0 0,0 1 0 0 0,1 0-1 0 0,-1 0 1 0 0,0 0-1 0 0,0 1 1 0 0,-1-1 0 0 0,1 0-1 0 0,0 1 1 0 0,-1-1-1 0 0,1 1 1 0 0,-1 0-1 0 0,0-1 1 0 0,0 1 0 0 0,0 0-1 0 0,0 0 1 0 0,0 0-1 0 0,-1-1 1 0 0,1 1 0 0 0,-1 0-1 0 0,0 6 1 0 0,1 9 194 0 0,-2 0 1 0 0,0 1 0 0 0,-1-1-1 0 0,0 0 1 0 0,-2 0-1 0 0,0-1 1 0 0,-1 1 0 0 0,0-1-1 0 0,-2 0 1 0 0,0 0-1 0 0,-1 0 1 0 0,-1-1 0 0 0,0-1-1 0 0,-1 1 1 0 0,-1-2-1 0 0,0 1 1 0 0,-1-1-1 0 0,0-1 1 0 0,-2 0 0 0 0,1-1-1 0 0,-1-1 1 0 0,-17 11-1 0 0,15-8 287 0 0,16-14-388 0 0,0 1 0 0 0,0-1-1 0 0,0 0 1 0 0,0 0-1 0 0,0 1 1 0 0,0-1 0 0 0,0 0-1 0 0,0 0 1 0 0,1 1-1 0 0,-1-1 1 0 0,0 0-1 0 0,0 0 1 0 0,0 0 0 0 0,0 0-1 0 0,0 1 1 0 0,1-1-1 0 0,-1 0 1 0 0,0 0-1 0 0,0 0 1 0 0,0 0 0 0 0,1 1-1 0 0,-1-1 1 0 0,0 0-1 0 0,0 0 1 0 0,1 0-1 0 0,-1 0 1 0 0,0 0 0 0 0,0 0-1 0 0,1 0 1 0 0,-1 0-1 0 0,0 0 1 0 0,0 0 0 0 0,0 0-1 0 0,1 0 1 0 0,-1 0-1 0 0,0 0 1 0 0,0 0-1 0 0,1 0 1 0 0,-1 0 0 0 0,44-5 2231 0 0,-34 4-2286 0 0,54-8 205 0 0,0 4 1 0 0,1 2-1 0 0,-1 3 1 0 0,121 15-1 0 0,-133-6-3132 0 0,-36-6-2008 0 0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6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3 6273 0 0,'-3'-2'723'0'0,"-6"9"284"0"0,5 3-552 0 0,1-1 0 0 0,0 1 0 0 0,0 0 0 0 0,1 0 0 0 0,1 0 0 0 0,-1 0 0 0 0,1 18 0 0 0,6 72 3171 0 0,24 80-1129 0 0,-19-132-6843 0 0,-5-19-1408 0 0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4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27 12267 0 0,'-13'-12'975'0'0,"13"12"-954"0"0,0-1 0 0 0,0 0 0 0 0,0 1 0 0 0,0-1 0 0 0,0 0 0 0 0,0 1 0 0 0,0-1 0 0 0,0 0 0 0 0,0 1 0 0 0,0-1 0 0 0,0 0 0 0 0,0 1 0 0 0,1-1 0 0 0,-1 1 0 0 0,0-1 0 0 0,0 0 0 0 0,1 1 0 0 0,-1-1 0 0 0,0 1 0 0 0,1-1 0 0 0,0 0 0 0 0,3 1 45 0 0,-1 8-25 0 0,-1 10 11 0 0,-2 47 252 0 0,7 236 3790 0 0,14-112-3338 0 0,5-65-3341 0 0,-19-110-2655 0 0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9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1 178 2304 0 0,'1'-5'53'0'0,"1"0"0"0"0,1 0 0 0 0,-1 0 0 0 0,1 0 0 0 0,0 0 0 0 0,0 1 0 0 0,0-1 0 0 0,1 1 0 0 0,-1 0 0 0 0,1 0 0 0 0,0 1 0 0 0,0-1 0 0 0,1 1 0 0 0,6-5 0 0 0,8-4 637 0 0,1 0 1 0 0,22-9-1 0 0,-17 9 48 0 0,1 1-1 0 0,0 1 0 0 0,0 1 1 0 0,1 1-1 0 0,29-4 0 0 0,-55 12-701 0 0,1-1 1 0 0,-1 1-1 0 0,1 0 1 0 0,-1 0-1 0 0,1 0 1 0 0,-1 0-1 0 0,1 0 0 0 0,-1 0 1 0 0,1 0-1 0 0,-1 1 1 0 0,1-1-1 0 0,-1 1 0 0 0,1-1 1 0 0,-1 1-1 0 0,0-1 1 0 0,1 1-1 0 0,-1 0 0 0 0,0-1 1 0 0,1 1-1 0 0,-1 0 1 0 0,0 0-1 0 0,0 0 0 0 0,2 2 1 0 0,-2-1-40 0 0,0 0 0 0 0,0 0 0 0 0,0 0 0 0 0,-1 0 0 0 0,1 0 0 0 0,0 1 0 0 0,-1-1 0 0 0,0 0 1 0 0,1 0-1 0 0,-1 1 0 0 0,0-1 0 0 0,0 0 0 0 0,-1 0 0 0 0,1 3 0 0 0,-2 7-105 0 0,-1 1-1 0 0,-1-1 1 0 0,0 1-1 0 0,-6 13 1 0 0,-12 19 438 0 0,-2-1-1 0 0,-1-2 0 0 0,-3 0 1 0 0,-59 69-1 0 0,81-104-246 0 0,-19 26 343 0 0,24-31-327 0 0,-1 0 1 0 0,1-1 0 0 0,0 1 0 0 0,0 0 0 0 0,1 0 0 0 0,-1 0-1 0 0,0 0 1 0 0,1 0 0 0 0,-1 1 0 0 0,1-1 0 0 0,-1 0 0 0 0,1 0-1 0 0,0 0 1 0 0,0 0 0 0 0,0 3 0 0 0,1-4-62 0 0,-1 0-1 0 0,1 0 1 0 0,-1 0 0 0 0,1-1-1 0 0,-1 1 1 0 0,1 0 0 0 0,0-1-1 0 0,-1 1 1 0 0,1-1 0 0 0,0 1-1 0 0,0-1 1 0 0,-1 1 0 0 0,1-1-1 0 0,0 1 1 0 0,0-1-1 0 0,0 0 1 0 0,0 1 0 0 0,-1-1-1 0 0,1 0 1 0 0,0 0 0 0 0,0 1-1 0 0,0-1 1 0 0,0 0 0 0 0,0 0-1 0 0,0 0 1 0 0,0 0 0 0 0,-1 0-1 0 0,1-1 1 0 0,1 1 0 0 0,32-5 702 0 0,-27 3-514 0 0,59-12 1079 0 0,26-5-97 0 0,-32 14-4141 0 0,-44 5-2688 0 0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4.4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32 11522 0 0,'4'-6'1250'0'0,"17"-7"-939"0"0,-18 11-359 0 0,0 1 0 0 0,0-1 0 0 0,0 1 0 0 0,0-1 0 0 0,0 1 0 0 0,0 0 0 0 0,1 1 0 0 0,-1-1 0 0 0,0 0 0 0 0,0 1 0 0 0,1 0 0 0 0,-1-1 0 0 0,7 2 0 0 0,-9 0 38 0 0,0-1 1 0 0,0 1 0 0 0,0 0 0 0 0,-1 0 0 0 0,1-1 0 0 0,0 1 0 0 0,0 0-1 0 0,-1 0 1 0 0,1 0 0 0 0,-1 0 0 0 0,1 0 0 0 0,-1 0 0 0 0,1 0 0 0 0,-1 0-1 0 0,0 0 1 0 0,1 0 0 0 0,-1 0 0 0 0,0 1 0 0 0,0 1 0 0 0,3 28 374 0 0,-3-18 15 0 0,6 163 4191 0 0,-6-133-3206 0 0,-1-42-1252 0 0,1 0 0 0 0,0 0 0 0 0,0 0 0 0 0,0 1 0 0 0,0-1 0 0 0,1 0-1 0 0,-1 0 1 0 0,0 0 0 0 0,0 0 0 0 0,1 0 0 0 0,-1 0 0 0 0,0-1 0 0 0,1 1-1 0 0,-1 0 1 0 0,1 0 0 0 0,-1 0 0 0 0,1 0 0 0 0,0 0 0 0 0,0 0 0 0 0,0 0-66 0 0,-1-1 1 0 0,1 0 0 0 0,0 1-1 0 0,-1-1 1 0 0,1 0 0 0 0,0 0 0 0 0,0 0-1 0 0,-1 0 1 0 0,1 0 0 0 0,0 0-1 0 0,0 0 1 0 0,-1 0 0 0 0,1 0 0 0 0,0 0-1 0 0,0 0 1 0 0,-1 0 0 0 0,1 0 0 0 0,0 0-1 0 0,0-1 1 0 0,0 0 0 0 0,7-3-68 0 0,0 0 1 0 0,-1-1-1 0 0,0 0 1 0 0,7-6 0 0 0,9-5-267 0 0,-6 8-347 0 0,2 1-180 0 0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2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30 11979 0 0,'0'-3'201'0'0,"-1"1"1"0"0,1-1 0 0 0,0 0 0 0 0,-1 1 0 0 0,1-1 0 0 0,1 1 0 0 0,-1-1 0 0 0,1-5-1 0 0,1 8 244 0 0,-4 15-185 0 0,-7 35 107 0 0,3 0 0 0 0,1 0 0 0 0,3 0-1 0 0,2 1 1 0 0,2-1 0 0 0,2 1 0 0 0,16 68-1 0 0,16 34-4783 0 0,-31-135-446 0 0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5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1 151 1872 0 0,'0'-3'56'0'0,"1"0"-1"0"0,-1 0 1 0 0,1 0-1 0 0,0 0 1 0 0,0 0-1 0 0,1 0 1 0 0,-1 0-1 0 0,1 1 1 0 0,-1-1-1 0 0,1 1 1 0 0,0-1-1 0 0,3-3 1 0 0,28-28 495 0 0,-30 31-482 0 0,7-5 221 0 0,1 0 1 0 0,-1 1-1 0 0,1 0 1 0 0,0 0-1 0 0,1 1 0 0 0,-1 1 1 0 0,1 0-1 0 0,0 0 0 0 0,0 2 1 0 0,1-1-1 0 0,0 1 0 0 0,-1 1 1 0 0,1 1-1 0 0,25-1 1 0 0,-36 2-251 0 0,0 0 1 0 0,0 0-1 0 0,0 1 0 0 0,-1-1 1 0 0,1 1-1 0 0,0-1 1 0 0,0 1-1 0 0,0 0 1 0 0,0 0-1 0 0,-1 0 1 0 0,1 0-1 0 0,0 0 1 0 0,-1 0-1 0 0,1 0 1 0 0,-1 0-1 0 0,1 1 1 0 0,-1-1-1 0 0,0 1 0 0 0,1-1 1 0 0,0 3-1 0 0,0 0 8 0 0,0 0-1 0 0,0-1 0 0 0,-1 1 1 0 0,1 0-1 0 0,-1 0 0 0 0,0 1 0 0 0,0-1 1 0 0,-1 0-1 0 0,1 5 0 0 0,-1 2 105 0 0,0 0 0 0 0,-1 0-1 0 0,0-1 1 0 0,0 1 0 0 0,-2 0-1 0 0,-5 18 1 0 0,-4-4 232 0 0,-1 0-1 0 0,-1-1 1 0 0,0-1-1 0 0,-2-1 1 0 0,-1 0 0 0 0,-32 32-1 0 0,7-6 1565 0 0,34-37 192 0 0,21-17-562 0 0,4-2-1618 0 0,232-68-428 0 0,-173 55-4051 0 0,-57 16-1181 0 0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7.5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0 105 456 0 0,'7'-25'720'0'0,"-6"24"-632"0"0,-1 0 0 0 0,1 0 0 0 0,0-1-1 0 0,-1 1 1 0 0,1 0 0 0 0,-1 0-1 0 0,1-1 1 0 0,-1 1 0 0 0,0 0 0 0 0,0-1-1 0 0,1 1 1 0 0,-1 0 0 0 0,0-1-1 0 0,0 1 1 0 0,0 0 0 0 0,0-1 0 0 0,-1 1-1 0 0,1 0 1 0 0,0-1 0 0 0,-1 1-1 0 0,1 0 1 0 0,0 0 0 0 0,-1-1 0 0 0,0 1-1 0 0,1 0 1 0 0,-1 0 0 0 0,0 0-1 0 0,1-1 1 0 0,-1 1 0 0 0,-2-1 0 0 0,4 1 57 0 0,-1 0 1 0 0,0 0-1 0 0,1 1 1 0 0,-1-1-1 0 0,0 0 1 0 0,1 0 0 0 0,-1 1-1 0 0,1-1 1 0 0,-1 0-1 0 0,1 1 1 0 0,0-1-1 0 0,-1 1 1 0 0,1-1 0 0 0,-1 0-1 0 0,1 1 1 0 0,0 0-1 0 0,0-1 1 0 0,-1 1-1 0 0,1-1 1 0 0,0 1 0 0 0,0 0-1 0 0,-1-1 1 0 0,1 1-1 0 0,1 0 1 0 0,19-9-70 0 0,-14 6 30 0 0,1 0 0 0 0,0 0 0 0 0,0 1 0 0 0,0 0 0 0 0,0 1 0 0 0,0 0 0 0 0,0 0 0 0 0,0 1 0 0 0,0 0 0 0 0,0 0 1 0 0,12 2-1 0 0,-18-2-88 0 0,1 1 1 0 0,-1-1 0 0 0,1 1 0 0 0,-1 0 0 0 0,1 0 0 0 0,-1 0-1 0 0,0 0 1 0 0,1 0 0 0 0,-1 0 0 0 0,0 0 0 0 0,0 1 0 0 0,0-1-1 0 0,0 1 1 0 0,0 0 0 0 0,0-1 0 0 0,0 1 0 0 0,-1 0 0 0 0,1 0-1 0 0,-1 0 1 0 0,1 0 0 0 0,-1 0 0 0 0,0 1 0 0 0,0-1 0 0 0,0 0-1 0 0,0 1 1 0 0,0-1 0 0 0,0 1 0 0 0,-1-1 0 0 0,1 1 0 0 0,-1-1-1 0 0,0 1 1 0 0,0-1 0 0 0,0 1 0 0 0,0-1 0 0 0,0 1 0 0 0,0-1-1 0 0,-1 1 1 0 0,0 2 0 0 0,-2 8 159 0 0,-1 0-1 0 0,-1-1 1 0 0,0 0-1 0 0,-1 1 1 0 0,0-2-1 0 0,-1 1 0 0 0,0-1 1 0 0,-1 0-1 0 0,-9 10 1 0 0,-13 21 448 0 0,29-42-620 0 0,1 0 0 0 0,-1 0-1 0 0,1 1 1 0 0,0-1 0 0 0,-1 0 0 0 0,1 1 0 0 0,0-1 0 0 0,-1 1 0 0 0,1-1 0 0 0,0 0 0 0 0,-1 1 0 0 0,1-1 0 0 0,0 1 0 0 0,0-1 0 0 0,0 1 0 0 0,-1-1 0 0 0,1 1 0 0 0,0-1 0 0 0,0 1 0 0 0,0-1 0 0 0,0 1 0 0 0,0-1 0 0 0,0 1 0 0 0,0-1 0 0 0,0 1 0 0 0,0-1 0 0 0,0 1 0 0 0,0-1 0 0 0,0 1-1 0 0,0-1 1 0 0,0 0 0 0 0,1 1 0 0 0,-1-1 0 0 0,0 1 0 0 0,0-1 0 0 0,1 1 0 0 0,-1-1 0 0 0,0 1 0 0 0,1-1 0 0 0,-1 0 0 0 0,0 1 0 0 0,1-1 0 0 0,-1 0 0 0 0,0 1 0 0 0,1-1 0 0 0,-1 0 0 0 0,1 1 0 0 0,-1-1 0 0 0,0 0 0 0 0,1 0 0 0 0,-1 0 0 0 0,1 1 0 0 0,-1-1 0 0 0,1 0 0 0 0,-1 0 0 0 0,1 0 0 0 0,-1 0-1 0 0,1 0 1 0 0,-1 0 0 0 0,1 0 0 0 0,-1 0 0 0 0,1 0 0 0 0,-1 0 0 0 0,1 0 0 0 0,-1 0 0 0 0,1 0 0 0 0,-1-1 0 0 0,1 1 0 0 0,45-9 458 0 0,-36 7-419 0 0,-6 1-46 0 0,22-5-123 0 0,48-3-1 0 0,-68 8 115 0 0,0 1 0 0 0,1 0 0 0 0,-1 0 0 0 0,0 1 0 0 0,0-1 0 0 0,0 1 0 0 0,0 1 0 0 0,0-1 0 0 0,0 1 0 0 0,-1 0 0 0 0,1 1 0 0 0,0-1 0 0 0,-1 1 0 0 0,6 4 0 0 0,-9-6 83 0 0,0 1-1 0 0,0-1 1 0 0,0 1 0 0 0,0 0 0 0 0,-1-1 0 0 0,1 1 0 0 0,-1 0 0 0 0,1 0 0 0 0,-1 0 0 0 0,0 1 0 0 0,1-1-1 0 0,-1 0 1 0 0,0 0 0 0 0,-1 1 0 0 0,1-1 0 0 0,0 1 0 0 0,-1-1 0 0 0,1 1 0 0 0,-1-1 0 0 0,1 4 0 0 0,-2-2 87 0 0,1-1 0 0 0,-1 1 0 0 0,0-1 0 0 0,0 1 0 0 0,0-1 0 0 0,-1 0 1 0 0,1 1-1 0 0,-1-1 0 0 0,0 0 0 0 0,0 0 0 0 0,0 0 0 0 0,-4 4 0 0 0,-6 6-97 0 0,-1 0-1 0 0,-1-1 0 0 0,0-1 0 0 0,-22 14 1 0 0,32-23-360 0 0,-9 6-3658 0 0,0 0-1295 0 0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3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4 10594 0 0,'-2'-4'794'0'0,"2"5"-793"0"0,0-1 1 0 0,0 0-1 0 0,0 0 1 0 0,0 0-1 0 0,0 0 0 0 0,-1 0 1 0 0,1 0-1 0 0,0 0 1 0 0,0 0-1 0 0,0 1 0 0 0,0-1 1 0 0,0 0-1 0 0,0 0 0 0 0,0 0 1 0 0,0 0-1 0 0,0 0 1 0 0,-1 0-1 0 0,1 0 0 0 0,0 0 1 0 0,0 0-1 0 0,0 0 1 0 0,0 0-1 0 0,0 0 0 0 0,0 0 1 0 0,0 0-1 0 0,-1 0 0 0 0,1 0 1 0 0,0 0-1 0 0,0 0 1 0 0,0 0-1 0 0,0 0 0 0 0,0 0 1 0 0,0 0-1 0 0,-1 0 1 0 0,1 0-1 0 0,0 0 0 0 0,0 0 1 0 0,0 0-1 0 0,0 0 0 0 0,0 0 1 0 0,0 0-1 0 0,0 0 1 0 0,0 0-1 0 0,-1 0 0 0 0,1-1 1 0 0,0 1-1 0 0,-7 181 2894 0 0,16 184-1 0 0,-7-346-3376 0 0,-1 0 1 0 0,2 0-1 0 0,1-1 0 0 0,0 1 0 0 0,12 30 0 0 0,-13-44-1300 0 0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8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6 160 2761 0 0,'0'-2'-13'0'0,"-1"1"-1"0"0,1-1 1 0 0,0 0 0 0 0,-1 1 0 0 0,1-1 0 0 0,0 0 0 0 0,0 0 0 0 0,0 0 0 0 0,0 1 0 0 0,1-1 0 0 0,-1 0 0 0 0,0 1 0 0 0,1-1 0 0 0,-1 0 0 0 0,1 1 0 0 0,0-1 0 0 0,0 0-1 0 0,-1 1 1 0 0,1-1 0 0 0,0 1 0 0 0,0-1 0 0 0,0 1 0 0 0,0 0 0 0 0,1-1 0 0 0,-1 1 0 0 0,0 0 0 0 0,2-1 0 0 0,45-35-1347 0 0,-36 29 1383 0 0,3-2 336 0 0,0 0 1 0 0,1 2-1 0 0,0 0 1 0 0,0 0-1 0 0,1 2 1 0 0,17-5-1 0 0,-28 9 103 0 0,1 0-1 0 0,0 0 0 0 0,-1 1 1 0 0,1 0-1 0 0,0 0 0 0 0,-1 1 1 0 0,1 0-1 0 0,0 0 0 0 0,0 1 1 0 0,-1 0-1 0 0,1 0 1 0 0,0 0-1 0 0,-1 1 0 0 0,1 0 1 0 0,-1 0-1 0 0,0 1 0 0 0,0-1 1 0 0,11 8-1 0 0,-15-9-440 0 0,0 1 1 0 0,1 0-1 0 0,-1 1 1 0 0,0-1-1 0 0,0 0 1 0 0,0 1-1 0 0,-1-1 1 0 0,1 1-1 0 0,-1 0 1 0 0,1-1-1 0 0,-1 1 1 0 0,0 0-1 0 0,0 0 1 0 0,0 0-1 0 0,0 0 0 0 0,0 5 1 0 0,-1-1-97 0 0,1-1 1 0 0,-2 0-1 0 0,1 0 1 0 0,-1 0-1 0 0,0 1 1 0 0,0-1-1 0 0,-4 11 0 0 0,-2 1-314 0 0,-1-1-1 0 0,0 1 1 0 0,-2-2-1 0 0,-15 23 1 0 0,9-18 405 0 0,-1 0 1 0 0,-1-1-1 0 0,-38 32 1 0 0,-69 43 2722 0 0,56-45-2502 0 0,64-45-116 0 0,7-3 113 0 0,14-5 405 0 0,22-9 183 0 0,-11 3-819 0 0,1 0 1 0 0,0 2-1 0 0,0 1 0 0 0,1 1 0 0 0,0 1 0 0 0,0 2 0 0 0,0 1 0 0 0,0 1 1 0 0,0 1-1 0 0,42 8 0 0 0,-40-3-3707 0 0,-1 1-1181 0 0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2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7370 0 0,'0'0'666'0'0,"16"18"-4"0"0,-13-13-639 0 0,0 1 0 0 0,0 0 0 0 0,-1 0 0 0 0,0-1 0 0 0,0 2 0 0 0,-1-1 0 0 0,1 0 0 0 0,-1 0 0 0 0,0 0 0 0 0,-1 1 0 0 0,0-1 0 0 0,0 11 0 0 0,-3 9 58 0 0,-10 45 1 0 0,5-35 152 0 0,3-12 46 0 0,1-11 34 0 0,2 0 0 0 0,-2 24 0 0 0,4-34-106 0 0,-1 0-1 0 0,2 1 0 0 0,-1-1 0 0 0,0 0 0 0 0,1 0 1 0 0,-1 0-1 0 0,1 0 0 0 0,0 0 0 0 0,0 0 1 0 0,0 0-1 0 0,1 0 0 0 0,-1 0 0 0 0,1 0 0 0 0,-1-1 1 0 0,1 1-1 0 0,4 4 0 0 0,-5-6-130 0 0,0 0 0 0 0,1-1 0 0 0,-1 1 1 0 0,0 0-1 0 0,1-1 0 0 0,-1 1 0 0 0,1-1 0 0 0,-1 1 0 0 0,1-1 1 0 0,-1 1-1 0 0,1-1 0 0 0,-1 0 0 0 0,1 0 0 0 0,-1 0 0 0 0,1 0 1 0 0,-1 0-1 0 0,1 0 0 0 0,-1 0 0 0 0,1-1 0 0 0,2 0 0 0 0,34-12-328 0 0,-24 7-23 0 0,86-30-3990 0 0,-91 32 3408 0 0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6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 10138 0 0,'-1'3'182'0'0,"0"0"-1"0"0,0 1 0 0 0,1-1 1 0 0,-1 1-1 0 0,1 0 1 0 0,0-1-1 0 0,0 1 0 0 0,0-1 1 0 0,0 1-1 0 0,2 6 0 0 0,-1 3-165 0 0,-1-10 6 0 0,-5 156 1645 0 0,2-122-672 0 0,3 47 1 0 0,4-32-5159 0 0,0-24-838 0 0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0.5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 8754 0 0,'0'0'9'0'0,"0"0"0"0"0,0-1-1 0 0,0 1 1 0 0,0 0 0 0 0,0 0 0 0 0,0 0 0 0 0,0-1 0 0 0,0 1-1 0 0,1 0 1 0 0,-1 0 0 0 0,0 0 0 0 0,0-1 0 0 0,0 1 0 0 0,0 0-1 0 0,0 0 1 0 0,0 0 0 0 0,0-1 0 0 0,0 1 0 0 0,0 0 0 0 0,1 0-1 0 0,-1 0 1 0 0,0 0 0 0 0,0-1 0 0 0,0 1 0 0 0,0 0 0 0 0,1 0-1 0 0,-1 0 1 0 0,0 0 0 0 0,0 0 0 0 0,0 0 0 0 0,1-1 0 0 0,-1 1-1 0 0,0 0 1 0 0,0 0 0 0 0,0 0 0 0 0,1 0 0 0 0,-1 0 0 0 0,0 0-1 0 0,1 0 1 0 0,10 4 264 0 0,9 12-35 0 0,-14-1 93 0 0,-1 0-1 0 0,-1 0 1 0 0,0 0 0 0 0,-1 0-1 0 0,-1 1 1 0 0,0-1 0 0 0,-1 21-1 0 0,2 3 260 0 0,24 198 2663 0 0,-2-79-5221 0 0,-24-155 1835 0 0,-1 1-242 0 0,1 1 0 0 0,-1-1 0 0 0,1 0-1 0 0,0 0 1 0 0,1 0 0 0 0,-1 0 0 0 0,1 0 0 0 0,-1 0 0 0 0,1 0 0 0 0,1-1 0 0 0,-1 1 0 0 0,0-1 0 0 0,4 4 0 0 0,-3-5-811 0 0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0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86 6913 0 0,'8'-6'10'0'0,"0"0"-1"0"0,1 1 1 0 0,0 0-1 0 0,0 1 0 0 0,0-1 1 0 0,13-3-1 0 0,7-3-99 0 0,-18 5-23 0 0,47-18-52 0 0,-56 22 70 0 0,1 1 0 0 0,0 1 0 0 0,0-1 1 0 0,-1 0-1 0 0,1 1 0 0 0,0-1 0 0 0,0 1 1 0 0,0 0-1 0 0,-1 0 0 0 0,1 0 0 0 0,0 1 1 0 0,0-1-1 0 0,0 0 0 0 0,-1 1 0 0 0,1 0 1 0 0,0 0-1 0 0,4 2 0 0 0,-5-1 66 0 0,0 0-1 0 0,0 0 1 0 0,-1 0-1 0 0,1 0 1 0 0,-1 0-1 0 0,0 0 1 0 0,1 1-1 0 0,-1-1 1 0 0,0 1 0 0 0,0-1-1 0 0,-1 1 1 0 0,1-1-1 0 0,0 1 1 0 0,-1-1-1 0 0,1 1 1 0 0,-1-1-1 0 0,0 1 1 0 0,0 0 0 0 0,0-1-1 0 0,0 1 1 0 0,-2 4-1 0 0,0 9 435 0 0,-1 0-1 0 0,-6 19 1 0 0,6-26-145 0 0,-3 11 21 0 0,-1 0 1 0 0,-1 0 0 0 0,-1-1-1 0 0,-1 0 1 0 0,0 0 0 0 0,-2-1-1 0 0,-14 17 1 0 0,-13 12 631 0 0,-51 46 1 0 0,55-59 844 0 0,35-34-1729 0 0,0 0 0 0 0,-1 0 0 0 0,1 0 0 0 0,0 0 0 0 0,0 1 0 0 0,0-1 0 0 0,0 0 0 0 0,0 0-1 0 0,0 0 1 0 0,-1 0 0 0 0,1 0 0 0 0,0 0 0 0 0,0 0 0 0 0,0 1 0 0 0,0-1 0 0 0,0 0 0 0 0,0 0 0 0 0,0 0 0 0 0,0 0 0 0 0,0 0 0 0 0,0 0-1 0 0,0 1 1 0 0,0-1 0 0 0,0 0 0 0 0,0 0 0 0 0,0 0 0 0 0,0 0 0 0 0,0 1 0 0 0,0-1 0 0 0,0 0 0 0 0,0 0 0 0 0,0 0 0 0 0,0 0 0 0 0,0 0-1 0 0,0 1 1 0 0,0-1 0 0 0,0 0 0 0 0,0 0 0 0 0,0 0 0 0 0,0 0 0 0 0,0 0 0 0 0,0 1 0 0 0,0-1 0 0 0,0 0 0 0 0,0 0 0 0 0,1 0 0 0 0,-1 0-1 0 0,0 0 1 0 0,0 0 0 0 0,0 0 0 0 0,0 0 0 0 0,0 0 0 0 0,0 1 0 0 0,1-1 0 0 0,-1 0 0 0 0,15 1 580 0 0,30-5-624 0 0,-27 3 355 0 0,3 0 173 0 0,1 2 0 0 0,40 7-1 0 0,3 1-2302 0 0,-53-8-3231 0 0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5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1 121 6913 0 0,'2'-2'201'0'0,"0"0"0"0"0,1 0-1 0 0,-1 0 1 0 0,1 1-1 0 0,-1-1 1 0 0,1 1-1 0 0,0-1 1 0 0,0 1-1 0 0,-1 0 1 0 0,1 0-1 0 0,5-1 1 0 0,3-2 398 0 0,38-18 1601 0 0,82-27 0 0 0,-103 42-3578 0 0,0 0 0 0 0,42-4 0 0 0,-51 10 299 0 0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2.0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37 1 6913 0 0,'-12'22'3288'0'0,"0"24"-4128"0"0,5-17-151 0 0,6-27 1099 0 0,0 1 1 0 0,0-1-1 0 0,0 1 0 0 0,1-1 1 0 0,-1 0-1 0 0,1 1 0 0 0,0-1 1 0 0,0 1-1 0 0,0-1 0 0 0,0 1 1 0 0,0-1-1 0 0,0 1 1 0 0,0-1-1 0 0,1 1 0 0 0,0-1 1 0 0,-1 1-1 0 0,2 2 0 0 0,0-3 72 0 0,-1-1 0 0 0,1 0 0 0 0,-1 0 0 0 0,1 0-1 0 0,-1 0 1 0 0,1 0 0 0 0,-1 0 0 0 0,1 0-1 0 0,0-1 1 0 0,0 1 0 0 0,-1 0 0 0 0,1-1 0 0 0,0 1-1 0 0,0-1 1 0 0,0 0 0 0 0,0 0 0 0 0,0 0-1 0 0,-1 0 1 0 0,1 0 0 0 0,0 0 0 0 0,0 0 0 0 0,0-1-1 0 0,3 0 1 0 0,13-2-173 0 0,-11 2-97 0 0,1-1 1 0 0,-1 1-1 0 0,1 1 0 0 0,-1-1 1 0 0,1 1-1 0 0,14 2 1 0 0,-20-1 71 0 0,0-1 0 0 0,0 1 0 0 0,0 0 0 0 0,0 0 0 0 0,-1 0 0 0 0,1 0 0 0 0,0 0 0 0 0,0 1 0 0 0,-1-1 0 0 0,1 0 0 0 0,-1 1 0 0 0,1-1 0 0 0,-1 1 0 0 0,1 0 0 0 0,-1-1 0 0 0,0 1 0 0 0,0 0 0 0 0,0 0 0 0 0,0 0 0 0 0,0 0 0 0 0,0 0 0 0 0,-1 0 0 0 0,1 0 0 0 0,-1 0 0 0 0,1 0 0 0 0,-1 0 0 0 0,0 0 0 0 0,0 0 0 0 0,0 4 0 0 0,0 4 100 0 0,-1 0-1 0 0,0-1 1 0 0,0 1 0 0 0,-1-1-1 0 0,0 0 1 0 0,-1 1 0 0 0,0-1-1 0 0,0 0 1 0 0,-1-1 0 0 0,0 1 0 0 0,-1-1-1 0 0,0 1 1 0 0,0-2 0 0 0,-1 1-1 0 0,0 0 1 0 0,0-1 0 0 0,-1 0-1 0 0,0-1 1 0 0,0 1 0 0 0,0-1-1 0 0,-1 0 1 0 0,0-1 0 0 0,0 0 0 0 0,-1-1-1 0 0,1 1 1 0 0,-13 3 0 0 0,21-8-124 0 0,-1 1-69 0 0,0-1-1 0 0,1 0 1 0 0,-1 0 0 0 0,0 1 0 0 0,1-1 0 0 0,-1 0 0 0 0,0 0 0 0 0,0 0-1 0 0,1 0 1 0 0,-1 0 0 0 0,0 0 0 0 0,0 0 0 0 0,1 0 0 0 0,-1 0 0 0 0,0 0-1 0 0,1 0 1 0 0,-1-1 0 0 0,0 1 0 0 0,1 0 0 0 0,-1 0 0 0 0,-1-1-1 0 0,0-4-846 0 0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3.5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 3681 0 0,'0'0'753'0'0,"4"-7"1052"0"0,0 27 4296 0 0,-2-15-6173 0 0,-2-5-19 0 0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5.8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0 1 3321 0 0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1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6449 0 0,'-3'4'4267'0'0,"4"3"-2663"0"0,5 30-658 0 0,2-1 1 0 0,2 0-1 0 0,1 0 0 0 0,2-1 0 0 0,21 39 1 0 0,34 48-223 0 0,11-12-5188 0 0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6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8 181 1928 0 0,'-2'-2'56'0'0,"1"-1"-1"0"0,0 0 1 0 0,0 0-1 0 0,0 1 1 0 0,1-1-1 0 0,-1 0 1 0 0,1 0-1 0 0,-1 0 1 0 0,1 0-1 0 0,0 0 1 0 0,0 0-1 0 0,0 0 1 0 0,1 0-1 0 0,-1 0 1 0 0,1 0-1 0 0,-1 0 1 0 0,2-3-1 0 0,1 0 356 0 0,0 0-1 0 0,0 0 1 0 0,1 0 0 0 0,-1 1-1 0 0,1-1 1 0 0,8-8-1 0 0,-4 6-158 0 0,0 1-1 0 0,0 0 0 0 0,1 1 0 0 0,0-1 1 0 0,0 2-1 0 0,1-1 0 0 0,-1 1 1 0 0,1 1-1 0 0,0 0 0 0 0,15-4 0 0 0,-18 5-175 0 0,0 1 0 0 0,0 1-1 0 0,1 0 1 0 0,-1 0-1 0 0,0 0 1 0 0,0 1-1 0 0,0 0 1 0 0,1 0 0 0 0,-1 0-1 0 0,0 1 1 0 0,0 1-1 0 0,0-1 1 0 0,0 1-1 0 0,0 0 1 0 0,0 1 0 0 0,10 4-1 0 0,-14-5-49 0 0,0 1 0 0 0,0 0 0 0 0,0 0 0 0 0,-1 0 0 0 0,1 0 0 0 0,-1 0 0 0 0,1 0 0 0 0,-1 1-1 0 0,0-1 1 0 0,0 1 0 0 0,-1-1 0 0 0,1 1 0 0 0,-1 0 0 0 0,0 0 0 0 0,0 0 0 0 0,0 0 0 0 0,0 0 0 0 0,0 0 0 0 0,-1 0 0 0 0,0 0 0 0 0,0 0 0 0 0,0 0-1 0 0,-1 0 1 0 0,1 0 0 0 0,-2 7 0 0 0,-2 6 172 0 0,0 0 0 0 0,-1 0 0 0 0,-1 0 0 0 0,-11 22 0 0 0,5-17 175 0 0,-8 20 630 0 0,19-40-917 0 0,0 1-1 0 0,0 0 0 0 0,0-1 0 0 0,1 1 1 0 0,-1 0-1 0 0,1 0 0 0 0,0-1 1 0 0,0 1-1 0 0,0 0 0 0 0,0 0 0 0 0,0-1 1 0 0,0 1-1 0 0,2 3 0 0 0,-2-5-22 0 0,1-1-1 0 0,-1 1 1 0 0,1-1 0 0 0,0 0-1 0 0,-1 1 1 0 0,1-1-1 0 0,0 1 1 0 0,-1-1 0 0 0,1 0-1 0 0,0 0 1 0 0,-1 1-1 0 0,1-1 1 0 0,0 0-1 0 0,0 0 1 0 0,-1 0 0 0 0,1 0-1 0 0,0 0 1 0 0,-1 0-1 0 0,1 0 1 0 0,0 0-1 0 0,0 0 1 0 0,-1 0 0 0 0,1-1-1 0 0,0 1 1 0 0,-1 0-1 0 0,2-1 1 0 0,23-6 983 0 0,-21 6-814 0 0,8-3 294 0 0,24-8-262 0 0,1 1 0 0 0,0 2 0 0 0,1 2 1 0 0,65-5-1 0 0,-95 12-764 0 0,1 1 0 0 0,-1 0 0 0 0,0 1 0 0 0,0-1 1 0 0,0 1-1 0 0,0 1 0 0 0,0 0 0 0 0,0 0 0 0 0,-1 0 0 0 0,1 1 0 0 0,-1 0 1 0 0,0 1-1 0 0,0 0 0 0 0,8 7 0 0 0,-4 0-971 0 0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1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174 3 5529 0 0,'-2'-1'0'0'0,"1"1"1"0"0,-1-1-1 0 0,0 1 0 0 0,0 0 1 0 0,0 0-1 0 0,0 0 0 0 0,0 0 1 0 0,0 0-1 0 0,1 0 0 0 0,-1 1 0 0 0,0-1 1 0 0,0 1-1 0 0,0-1 0 0 0,1 1 1 0 0,-1 0-1 0 0,0-1 0 0 0,0 1 1 0 0,1 0-1 0 0,-1 0 0 0 0,1 0 0 0 0,-1 1 1 0 0,1-1-1 0 0,-1 0 0 0 0,1 0 1 0 0,0 1-1 0 0,0-1 0 0 0,-2 3 1 0 0,-7 7 27 0 0,2 1 0 0 0,-12 18 0 0 0,17-26 121 0 0,-11 20 928 0 0,1 1 0 0 0,0 1 0 0 0,-16 52 0 0 0,25-66-747 0 0,1 0 0 0 0,0 0 0 0 0,1 0 1 0 0,0 1-1 0 0,1-1 0 0 0,0 1 0 0 0,1-1 1 0 0,0 1-1 0 0,2-1 0 0 0,-1 1 0 0 0,5 15 1 0 0,-5-23-334 0 0,1-1 1 0 0,0 1 0 0 0,0-1 0 0 0,0 0 0 0 0,1 0 0 0 0,-1 0-1 0 0,1 0 1 0 0,0-1 0 0 0,0 1 0 0 0,1-1 0 0 0,-1 0-1 0 0,0 1 1 0 0,1-2 0 0 0,0 1 0 0 0,0 0 0 0 0,0-1 0 0 0,0 1-1 0 0,0-1 1 0 0,1 0 0 0 0,-1-1 0 0 0,0 1 0 0 0,1-1-1 0 0,-1 0 1 0 0,1 0 0 0 0,0 0 0 0 0,-1-1 0 0 0,1 1 0 0 0,0-1-1 0 0,0 0 1 0 0,-1-1 0 0 0,1 1 0 0 0,0-1 0 0 0,-1 0-1 0 0,1 0 1 0 0,-1 0 0 0 0,1-1 0 0 0,-1 0 0 0 0,0 1-1 0 0,1-1 1 0 0,-1-1 0 0 0,0 1 0 0 0,0-1 0 0 0,-1 0 0 0 0,1 0-1 0 0,0 0 1 0 0,2-3 0 0 0,4-3-35 0 0,-1-1 1 0 0,-1 1-1 0 0,0-2 1 0 0,0 1-1 0 0,-1-1 0 0 0,0 0 1 0 0,-1 0-1 0 0,-1-1 0 0 0,1 0 1 0 0,6-23-1 0 0,-12 34 10 0 0,0 0-1 0 0,1-1 0 0 0,-1 1 0 0 0,0 0 1 0 0,0 0-1 0 0,0 0 0 0 0,0 0 0 0 0,0 0 1 0 0,0 0-1 0 0,0 0 0 0 0,0-1 1 0 0,0 1-1 0 0,0 0 0 0 0,-1 0 0 0 0,1 0 1 0 0,0 0-1 0 0,-1 0 0 0 0,1 0 1 0 0,-1 0-1 0 0,1 0 0 0 0,-1 0 0 0 0,0 0 1 0 0,1 0-1 0 0,-1 1 0 0 0,0-1 1 0 0,-1-1-1 0 0,1 1 4 0 0,-1 1 1 0 0,1 0 0 0 0,-1-1-1 0 0,1 1 1 0 0,-1 0 0 0 0,0 0-1 0 0,1 0 1 0 0,-1 0-1 0 0,1 0 1 0 0,-1 0 0 0 0,1 0-1 0 0,-1 0 1 0 0,1 1-1 0 0,-1-1 1 0 0,1 0 0 0 0,-3 2-1 0 0,-4 1-102 0 0,0 1 0 0 0,0 0 0 0 0,0 0 0 0 0,0 1-1 0 0,-9 7 1 0 0,-24 28-3372 0 0,20-17-12 0 0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9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4 7858 0 0,'-1'-1'88'0'0,"0"1"1"0"0,0-1 0 0 0,0 1 0 0 0,0-1 0 0 0,0 1 0 0 0,-1 0-1 0 0,1-1 1 0 0,0 1 0 0 0,0 0 0 0 0,0 0 0 0 0,0 0-1 0 0,0 0 1 0 0,0 0 0 0 0,0 0 0 0 0,0 0 0 0 0,0 1-1 0 0,-1-1 1 0 0,1 0 0 0 0,0 0 0 0 0,0 1 0 0 0,0-1-1 0 0,0 1 1 0 0,0-1 0 0 0,0 1 0 0 0,0-1 0 0 0,1 1 0 0 0,-1 0-1 0 0,0-1 1 0 0,0 1 0 0 0,0 0 0 0 0,0 0 0 0 0,1 0-1 0 0,-1 0 1 0 0,0-1 0 0 0,1 1 0 0 0,-1 0 0 0 0,1 0-1 0 0,-1 0 1 0 0,1 0 0 0 0,0 0 0 0 0,-1 0 0 0 0,1 1 0 0 0,0-1-1 0 0,0 0 1 0 0,-1 0 0 0 0,1 0 0 0 0,0 0 0 0 0,0 1-1 0 0,0 9 153 0 0,0 0-1 0 0,1 0 1 0 0,0 0-1 0 0,3 12 1 0 0,-1-3-90 0 0,6 42 14 0 0,3 0 0 0 0,26 81 1 0 0,-1-32-4903 0 0,-30-91 720 0 0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4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7 155 5985 0 0,'-1'-1'20'0'0,"0"0"0"0"0,1 0 1 0 0,-1-1-1 0 0,0 1 0 0 0,1 0 0 0 0,-1-1 0 0 0,1 1 0 0 0,0-1 0 0 0,-1 1 0 0 0,1-1 0 0 0,0 1 0 0 0,0 0 0 0 0,0-1 0 0 0,0 1 1 0 0,0-1-1 0 0,0 1 0 0 0,0-1 0 0 0,0 1 0 0 0,1-1 0 0 0,0-1 0 0 0,1-1-103 0 0,-1-1 1 0 0,1 1-1 0 0,1 0 1 0 0,-1 0-1 0 0,1 0 1 0 0,4-6-1 0 0,3-1-286 0 0,1-1 0 0 0,1 2 0 0 0,13-11 0 0 0,-18 17 492 0 0,0-1 1 0 0,0 1-1 0 0,1 0 1 0 0,0 1-1 0 0,0 0 1 0 0,0 0-1 0 0,0 1 1 0 0,0 0-1 0 0,0 0 1 0 0,1 1-1 0 0,15 0 1 0 0,-17 0 162 0 0,0 1 1 0 0,1 1 0 0 0,-1-1 0 0 0,0 1-1 0 0,0 1 1 0 0,0-1 0 0 0,0 1-1 0 0,0 0 1 0 0,0 1 0 0 0,0 0 0 0 0,0 0-1 0 0,-1 0 1 0 0,0 1 0 0 0,7 4-1 0 0,-10-4-240 0 0,0-1 0 0 0,-1 1-1 0 0,1 0 1 0 0,0 0 0 0 0,-1 0-1 0 0,0 0 1 0 0,0 0-1 0 0,0 1 1 0 0,-1-1 0 0 0,1 1-1 0 0,-1-1 1 0 0,0 1-1 0 0,0 0 1 0 0,-1-1 0 0 0,1 1-1 0 0,-1 0 1 0 0,0-1 0 0 0,0 1-1 0 0,-2 7 1 0 0,0 7-128 0 0,-2 0 0 0 0,0 0 1 0 0,-9 25-1 0 0,6-26 462 0 0,-1-1 0 0 0,-1 0 0 0 0,0 0 0 0 0,-1-1 0 0 0,-17 21 0 0 0,11-17-208 0 0,2 1 1 0 0,-12 23-1 0 0,25-43-144 0 0,1-1 0 0 0,-1 1 0 0 0,1 0 0 0 0,0 0 0 0 0,-1-1 0 0 0,1 1 1 0 0,0 0-1 0 0,-1 0 0 0 0,1 0 0 0 0,0-1 0 0 0,0 1 0 0 0,0 0 1 0 0,0 0-1 0 0,0 0 0 0 0,0 0 0 0 0,0 0 0 0 0,0-1 0 0 0,0 1 0 0 0,0 0 1 0 0,0 0-1 0 0,1 0 0 0 0,-1 0 0 0 0,0-1 0 0 0,1 1 0 0 0,-1 0 0 0 0,0 0 1 0 0,1-1-1 0 0,-1 1 0 0 0,1 0 0 0 0,-1 0 0 0 0,1-1 0 0 0,0 1 1 0 0,-1-1-1 0 0,1 1 0 0 0,-1-1 0 0 0,1 1 0 0 0,0-1 0 0 0,0 1 0 0 0,-1-1 1 0 0,1 1-1 0 0,0-1 0 0 0,0 0 0 0 0,0 1 0 0 0,-1-1 0 0 0,1 0 0 0 0,0 0 1 0 0,0 0-1 0 0,0 0 0 0 0,0 1 0 0 0,-1-1 0 0 0,1 0 0 0 0,0-1 1 0 0,1 1-1 0 0,8 1 263 0 0,0-1 1 0 0,-1-1 0 0 0,16-2 0 0 0,-22 3-280 0 0,78-14 1 0 0,19-3-1344 0 0,-31 13-3994 0 0,-53 4 1192 0 0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8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0 151 1696 0 0,'2'-5'62'0'0,"0"0"0"0"0,1 0 0 0 0,-1 0 0 0 0,1 0 0 0 0,0 0-1 0 0,1 1 1 0 0,-1-1 0 0 0,1 1 0 0 0,0 0 0 0 0,4-4 0 0 0,-3 3 11 0 0,6-6 655 0 0,1 0 1 0 0,0 1-1 0 0,1 0 0 0 0,0 0 1 0 0,28-14-1 0 0,-36 22-335 0 0,1-1 0 0 0,0 1 1 0 0,-1 0-1 0 0,1 1 0 0 0,0-1 0 0 0,0 1 1 0 0,0 0-1 0 0,10 0 0 0 0,-13 1-291 0 0,0 1 0 0 0,0-1 0 0 0,0 1 0 0 0,0-1 0 0 0,0 1 0 0 0,0 0 0 0 0,0 0 0 0 0,0 0 0 0 0,0 0 0 0 0,0 1 0 0 0,0 0 0 0 0,-1-1 0 0 0,1 1 0 0 0,0 0 0 0 0,-1 0 0 0 0,0 0 0 0 0,3 3 0 0 0,-1 0-76 0 0,-1-1 0 0 0,0 1 0 0 0,0 0 1 0 0,0 0-1 0 0,-1 0 0 0 0,0 0 1 0 0,0 0-1 0 0,2 11 0 0 0,7 49 277 0 0,-2-10 310 0 0,25 53 1006 0 0,-24-80-1576 0 0,-1-1-1 0 0,-1 1 0 0 0,-1 1 1 0 0,-1-1-1 0 0,2 48 1 0 0,-6-58-2767 0 0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9.1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16 184 12499 0 0,'-1'0'43'0'0,"1"0"0"0"0,-1 0 0 0 0,0 0 1 0 0,1 0-1 0 0,-1 0 0 0 0,0-1 0 0 0,0 1 0 0 0,1 0 1 0 0,-1-1-1 0 0,0 1 0 0 0,1 0 0 0 0,-1-1 1 0 0,1 1-1 0 0,-1-1 0 0 0,1 1 0 0 0,-1-1 0 0 0,0 1 1 0 0,1-1-1 0 0,0 1 0 0 0,-1-1 0 0 0,1 0 0 0 0,-1 1 1 0 0,1-1-1 0 0,0 0 0 0 0,-1 1 0 0 0,1-1 1 0 0,0 0-1 0 0,0 1 0 0 0,-1-1 0 0 0,1-1 0 0 0,0 1 25 0 0,1-1 0 0 0,-1 0 0 0 0,0 0-1 0 0,1 1 1 0 0,0-1 0 0 0,-1 0-1 0 0,1 1 1 0 0,0-1 0 0 0,0 1 0 0 0,0-1-1 0 0,0 1 1 0 0,1-3 0 0 0,5-3 54 0 0,-1 0 0 0 0,1 0 0 0 0,0 1 0 0 0,10-7 0 0 0,5-1-407 0 0,1 0 1 0 0,1 2 0 0 0,42-15-1 0 0,-4 5-3436 0 0,-57 20 3128 0 0,35-12-3667 0 0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3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72 920 0 0,'6'-44'-183'0'0,"-6"42"333"0"0,1-1 0 0 0,-1 1 0 0 0,1 0 0 0 0,0 0 0 0 0,0 0 0 0 0,0-1 0 0 0,0 1 0 0 0,1 0-1 0 0,-1 0 1 0 0,0 1 0 0 0,1-1 0 0 0,0 0 0 0 0,14 6 6390 0 0,-12 24-5115 0 0,-4-28-1427 0 0,3 25 916 0 0,-2 0-1 0 0,-4 47 1 0 0,1-45-555 0 0,3 43-1 0 0,7-14-186 0 0,2-1 0 0 0,3 0 0 0 0,38 102 0 0 0,-27-84-90 0 0,-8-18-1712 0 0,-12-42-3159 0 0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7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65 8290 0 0,'4'-4'-108'0'0,"1"0"1"0"0,0 0-1 0 0,-1 1 1 0 0,1 0-1 0 0,1 0 1 0 0,-1 0-1 0 0,0 0 1 0 0,1 1-1 0 0,9-3 1 0 0,-8 2 190 0 0,9-3-309 0 0,1 1 1 0 0,0 0-1 0 0,1 1 0 0 0,30-2 1 0 0,-40 5 546 0 0,0 1-1 0 0,0 0 1 0 0,0 0-1 0 0,0 0 1 0 0,0 1 0 0 0,0 1-1 0 0,0-1 1 0 0,0 1 0 0 0,-1 1-1 0 0,1-1 1 0 0,-1 1 0 0 0,13 7-1 0 0,-17-7-287 0 0,1 0 0 0 0,-1 0 0 0 0,0 1-1 0 0,0-1 1 0 0,0 1 0 0 0,0 0 0 0 0,-1 0 0 0 0,0-1 0 0 0,1 2-1 0 0,-1-1 1 0 0,-1 0 0 0 0,1 0 0 0 0,-1 1 0 0 0,1-1-1 0 0,-1 0 1 0 0,-1 1 0 0 0,1 0 0 0 0,0-1 0 0 0,-1 1 0 0 0,0-1-1 0 0,0 1 1 0 0,-1-1 0 0 0,0 7 0 0 0,-2 6 21 0 0,0-1 1 0 0,-1 1-1 0 0,0-1 1 0 0,-2 0 0 0 0,-7 16-1 0 0,-5 2 454 0 0,-1 0-1 0 0,-2-1 1 0 0,-1-1 0 0 0,-2-1-1 0 0,-41 41 1 0 0,64-71-415 0 0,0 0 0 0 0,0 0 0 0 0,0 0-1 0 0,0 0 1 0 0,0 1 0 0 0,0-1 0 0 0,0 0 0 0 0,0 1-1 0 0,0-1 1 0 0,1 0 0 0 0,-1 1 0 0 0,1-1 0 0 0,-1 1-1 0 0,1-1 1 0 0,-1 1 0 0 0,1 1 0 0 0,0-2-53 0 0,0-1 0 0 0,1 1 0 0 0,-1-1-1 0 0,0 1 1 0 0,1-1 0 0 0,-1 1 0 0 0,0-1 0 0 0,1 0 0 0 0,-1 1 0 0 0,1-1 0 0 0,-1 0 0 0 0,0 1 0 0 0,1-1 0 0 0,-1 0 0 0 0,1 1-1 0 0,-1-1 1 0 0,1 0 0 0 0,0 0 0 0 0,-1 0 0 0 0,1 0 0 0 0,-1 1 0 0 0,1-1 0 0 0,-1 0 0 0 0,1 0 0 0 0,-1 0 0 0 0,1 0 0 0 0,0 0-1 0 0,0-1 1 0 0,10 1 265 0 0,0-2 0 0 0,0 1-1 0 0,14-6 1 0 0,-15 5-203 0 0,68-19 564 0 0,61-12 82 0 0,-123 31-971 0 0,0 0 0 0 0,0 0 0 0 0,0 2 0 0 0,0 0 0 0 0,1 1 0 0 0,23 4 0 0 0,-13 6-1781 0 0,-13 1-2986 0 0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2.3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160 231 2761 0 0,'-3'-1'53'0'0,"0"-1"1"0"0,1 1-1 0 0,-1 0 0 0 0,0 0 1 0 0,0 0-1 0 0,0 0 1 0 0,0 1-1 0 0,0-1 1 0 0,0 1-1 0 0,0 0 1 0 0,-6 0-1 0 0,-1-1 7 0 0,2 0 68 0 0,-1-1 0 0 0,1 1 0 0 0,0-1 0 0 0,0-1-1 0 0,0 0 1 0 0,0 0 0 0 0,0 0 0 0 0,-7-6 0 0 0,13 8 31 0 0,0 0 0 0 0,0-1 0 0 0,0 1 0 0 0,0-1 0 0 0,0 0 0 0 0,1 0 0 0 0,-1 0 0 0 0,0 1-1 0 0,1-2 1 0 0,0 1 0 0 0,-1 0 0 0 0,1 0 0 0 0,0 0 0 0 0,0-1 0 0 0,0 1 0 0 0,0 0 0 0 0,1-1 0 0 0,-1 1 0 0 0,1-1 0 0 0,-1 1 0 0 0,1-1 0 0 0,0 1 0 0 0,0-1 0 0 0,0 1 0 0 0,0-1 0 0 0,0 1 0 0 0,1-1 0 0 0,-1 1 0 0 0,1 0 0 0 0,0-1-1 0 0,1-3 1 0 0,1-1-152 0 0,0 1-1 0 0,1-1 1 0 0,0 0-1 0 0,0 1 1 0 0,0 0-1 0 0,1 0 0 0 0,0 0 1 0 0,0 1-1 0 0,0-1 1 0 0,1 1-1 0 0,0 1 0 0 0,0-1 1 0 0,0 1-1 0 0,1 0 1 0 0,-1 0-1 0 0,9-3 1 0 0,-4 2-154 0 0,0 1-1 0 0,1 0 1 0 0,-1 1 0 0 0,1 0 0 0 0,0 1 0 0 0,0 0 0 0 0,0 1 0 0 0,0 0 0 0 0,18 1 0 0 0,-28 0 135 0 0,1 0 0 0 0,0 0 1 0 0,0 1-1 0 0,-1-1 1 0 0,1 1-1 0 0,0-1 0 0 0,-1 1 1 0 0,1 0-1 0 0,0 0 0 0 0,-1 0 1 0 0,1 0-1 0 0,-1 1 0 0 0,0-1 1 0 0,1 1-1 0 0,-1-1 0 0 0,0 1 1 0 0,0 0-1 0 0,0 0 1 0 0,0 0-1 0 0,0 0 0 0 0,-1 0 1 0 0,1 0-1 0 0,-1 1 0 0 0,1-1 1 0 0,-1 0-1 0 0,0 1 0 0 0,1-1 1 0 0,-1 1-1 0 0,-1-1 0 0 0,1 1 1 0 0,0 0-1 0 0,-1 0 1 0 0,1-1-1 0 0,-1 1 0 0 0,0 0 1 0 0,0-1-1 0 0,0 6 0 0 0,-2 9-64 0 0,0 0 0 0 0,-1 1 0 0 0,-1-1-1 0 0,-12 31 1 0 0,8-21 202 0 0,1-7 215 0 0,2 1-1 0 0,0-1 0 0 0,1 1 1 0 0,1 0-1 0 0,0 26 1 0 0,4-42-303 0 0,-1-1 0 0 0,0 1 0 0 0,1 0 0 0 0,0 0 0 0 0,0-1 0 0 0,1 1 0 0 0,-1 0 0 0 0,1-1 0 0 0,0 1 0 0 0,0-1 0 0 0,0 0 0 0 0,5 7 1 0 0,-4-9-41 0 0,-1 1 0 0 0,1 0 0 0 0,0-1 1 0 0,1 1-1 0 0,-1-1 0 0 0,0 0 0 0 0,1 0 1 0 0,-1 0-1 0 0,1-1 0 0 0,-1 1 0 0 0,1-1 1 0 0,0 0-1 0 0,0 0 0 0 0,-1 0 0 0 0,1 0 1 0 0,0-1-1 0 0,7 1 0 0 0,2-2 234 0 0,0 0 1 0 0,0-1-1 0 0,0 0 0 0 0,0-1 0 0 0,-1 0 1 0 0,1-1-1 0 0,-1 0 0 0 0,0-1 0 0 0,0-1 1 0 0,-1 0-1 0 0,1 0 0 0 0,17-14 0 0 0,-27 18-181 0 0,0 1-1 0 0,0-1 0 0 0,0 0 0 0 0,0 1 0 0 0,-1-1 0 0 0,1 0 0 0 0,0 0 0 0 0,-1 0 0 0 0,1 0 0 0 0,-1 0 0 0 0,0-1 0 0 0,0 1 0 0 0,0 0 0 0 0,0-1 1 0 0,0 1-1 0 0,0-1 0 0 0,-1 1 0 0 0,1-1 0 0 0,-1 1 0 0 0,1-1 0 0 0,-1 1 0 0 0,0-1 0 0 0,0 1 0 0 0,0-1 0 0 0,-1 0 0 0 0,1 1 0 0 0,-1-1 1 0 0,1 1-1 0 0,-2-5 0 0 0,-1 3 61 0 0,0-1-1 0 0,0 1 1 0 0,0-1 0 0 0,0 1 0 0 0,-1 0 0 0 0,0 0 0 0 0,1 1-1 0 0,-1-1 1 0 0,-1 1 0 0 0,1 0 0 0 0,0 0 0 0 0,-1 0 0 0 0,-7-3-1 0 0,-7-3 66 0 0,-1 1 0 0 0,1 1 0 0 0,-2 1 0 0 0,1 0-1 0 0,-31-3 1 0 0,31 7-885 0 0,1 0-1 0 0,0 2 1 0 0,-27 2-1 0 0,13 3-4596 0 0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0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139 37 4609 0 0,'-2'-2'421'0'0,"1"-1"0"0"0,0 1 0 0 0,0-1 0 0 0,-1 1 0 0 0,0 0 0 0 0,1 0 0 0 0,-1-1 0 0 0,0 1 1 0 0,0 0-1 0 0,0 1 0 0 0,0-1 0 0 0,-1 0 0 0 0,1 0 0 0 0,0 1 0 0 0,-1 0 0 0 0,1-1 0 0 0,-4 0 0 0 0,4 1-177 0 0,0 1 0 0 0,0 0-1 0 0,1 0 1 0 0,-1 0 0 0 0,0 1-1 0 0,1-1 1 0 0,-1 0 0 0 0,0 1 0 0 0,0-1-1 0 0,1 1 1 0 0,-1-1 0 0 0,1 1 0 0 0,-1 0-1 0 0,0 0 1 0 0,1 0 0 0 0,-1 0-1 0 0,1 0 1 0 0,0 0 0 0 0,-1 0 0 0 0,1 0-1 0 0,0 0 1 0 0,0 1 0 0 0,0-1-1 0 0,0 0 1 0 0,0 1 0 0 0,0-1 0 0 0,0 1-1 0 0,-1 2 1 0 0,-7 12-126 0 0,1 1 0 0 0,0 1 0 0 0,1 0 0 0 0,1 0 0 0 0,1 0 0 0 0,1 0 0 0 0,0 1 0 0 0,1 0 0 0 0,1 0-1 0 0,1 26 1 0 0,1-22-7 0 0,1-1 0 0 0,1 1-1 0 0,2-1 1 0 0,0 0-1 0 0,1 0 1 0 0,1 0-1 0 0,1-1 1 0 0,14 30 0 0 0,-16-42-1365 0 0,0 1 0 0 0,1-1 0 0 0,0 0 0 0 0,0-1 0 0 0,13 14 1 0 0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5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21 220 6913 0 0,'-3'-3'3'0'0,"1"-1"-1"0"0,0 1 0 0 0,0-1 0 0 0,0 0 1 0 0,0 0-1 0 0,1 1 0 0 0,-1-1 0 0 0,1 0 1 0 0,0 0-1 0 0,0 0 0 0 0,0-1 0 0 0,1 1 1 0 0,0 0-1 0 0,0 0 0 0 0,0 0 0 0 0,0 0 0 0 0,0-1 1 0 0,1 1-1 0 0,0 0 0 0 0,0 0 0 0 0,0 0 1 0 0,0 0-1 0 0,1 0 0 0 0,1-4 0 0 0,0 2 37 0 0,0 1 1 0 0,1-1-1 0 0,-1 1 0 0 0,1-1 0 0 0,0 1 0 0 0,1 0 0 0 0,-1 0 0 0 0,1 1 1 0 0,0-1-1 0 0,0 1 0 0 0,0 0 0 0 0,1 1 0 0 0,-1-1 0 0 0,12-4 0 0 0,9-1 572 0 0,-1 1 1 0 0,1 1-1 0 0,0 1 0 0 0,0 1 0 0 0,1 2 0 0 0,36-1 1 0 0,-61 4-614 0 0,-1 0 0 0 0,1 0 0 0 0,-1 0 0 0 0,1 0 0 0 0,-1 0 0 0 0,0 0 0 0 0,1 1 0 0 0,-1-1 0 0 0,1 0 0 0 0,-1 1 0 0 0,0-1 0 0 0,1 1 0 0 0,-1-1 0 0 0,0 1 0 0 0,0 0 0 0 0,1 0 0 0 0,-1-1 0 0 0,0 1 0 0 0,0 0 0 0 0,0 0 0 0 0,0 0 0 0 0,0 0 0 0 0,0 0 0 0 0,0 0 0 0 0,1 2 0 0 0,-2-1 0 0 0,1 1 0 0 0,-1-1 0 0 0,1 0 0 0 0,-1 0 0 0 0,0 1 0 0 0,1-1 0 0 0,-1 0 0 0 0,0 1 0 0 0,-1-1 0 0 0,1 0 0 0 0,0 1 0 0 0,-1-1 0 0 0,-1 5 0 0 0,-2 4-161 0 0,0 0 0 0 0,-2 0 0 0 0,1 0 0 0 0,-14 18 0 0 0,5-10 428 0 0,-1-1 0 0 0,-1 0 0 0 0,-1-1 0 0 0,0-1 0 0 0,-1-1 0 0 0,-1 0 0 0 0,0-1 0 0 0,-25 13 1 0 0,68-31 689 0 0,41-1 1 0 0,-46 4-535 0 0,0 2 1 0 0,0 0 0 0 0,-1 0 0 0 0,1 2 0 0 0,27 7-1 0 0,-34-6-699 0 0,0 0 0 0 0,-1 1 0 0 0,0 0 0 0 0,0 0 0 0 0,0 1 0 0 0,-1 1-1 0 0,1 0 1 0 0,-2 0 0 0 0,15 13 0 0 0,-14-9-857 0 0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8.1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384 23 11058 0 0,'-3'3'-325'0'0,"1"0"-1"0"0,-1 0 1 0 0,1 0-1 0 0,0 1 1 0 0,0-1-1 0 0,1 1 1 0 0,-3 5-1 0 0,-6 12-1241 0 0,0-7 978 0 0,0 0 1 0 0,-1-1 0 0 0,0 0 0 0 0,-1-1-1 0 0,-1 0 1 0 0,-16 12 0 0 0,10-11 1618 0 0,0 0 1 0 0,-1-1 0 0 0,0-2-1 0 0,0 0 1 0 0,-1-1 0 0 0,-1-1 0 0 0,-30 8-1 0 0,50-16-1031 0 0,0 1 0 0 0,0-1 0 0 0,0 1 0 0 0,0-1 1 0 0,0 0-1 0 0,0 0 0 0 0,0 0 0 0 0,0 0 0 0 0,0 0 0 0 0,0 0 0 0 0,0 0 0 0 0,0-1 0 0 0,0 1 0 0 0,0-1 0 0 0,0 0 0 0 0,0 1 0 0 0,0-1 0 0 0,0 0 0 0 0,1 0 0 0 0,-1 0 0 0 0,0 0 0 0 0,0-1 0 0 0,-1-1 0 0 0,1 0-104 0 0,0 0 0 0 0,0 1-1 0 0,0-1 1 0 0,1-1 0 0 0,-1 1 0 0 0,1 0-1 0 0,0 0 1 0 0,0 0 0 0 0,0-1 0 0 0,0 1 0 0 0,0 0-1 0 0,1-7 1 0 0,-1-1-33 0 0,1 0-1 0 0,1 1 1 0 0,0-1 0 0 0,0 1-1 0 0,1-1 1 0 0,1 1 0 0 0,-1-1-1 0 0,7-12 1 0 0,-5 16 116 0 0,0 0 0 0 0,1 1 0 0 0,-1-1 0 0 0,1 1-1 0 0,1 0 1 0 0,-1 1 0 0 0,1-1 0 0 0,0 1 0 0 0,1 0 0 0 0,-1 0 0 0 0,1 1 0 0 0,0 0 0 0 0,0 0 0 0 0,0 1 0 0 0,0 0 0 0 0,10-3 0 0 0,-7 3 37 0 0,1 0-1 0 0,-1 0 1 0 0,0 2 0 0 0,1-1 0 0 0,-1 1 0 0 0,1 1 0 0 0,0-1 0 0 0,-1 2 0 0 0,1 0 0 0 0,-1 0 0 0 0,21 6 0 0 0,-25-6 186 0 0,0 2 0 0 0,0-1 0 0 0,0 1 0 0 0,0 0 1 0 0,-1 0-1 0 0,1 0 0 0 0,-1 1 0 0 0,0 0 0 0 0,0 0 0 0 0,0 1 1 0 0,0-1-1 0 0,-1 1 0 0 0,0 0 0 0 0,0 0 0 0 0,0 0 0 0 0,0 1 0 0 0,-1-1 1 0 0,0 1-1 0 0,4 10 0 0 0,-5-9 58 0 0,0 1 1 0 0,-1-1-1 0 0,1 1 0 0 0,-1-1 1 0 0,-1 1-1 0 0,1 0 1 0 0,-2-1-1 0 0,1 1 0 0 0,-1-1 1 0 0,0 1-1 0 0,0-1 0 0 0,-1 1 1 0 0,0-1-1 0 0,0 0 0 0 0,-1 1 1 0 0,-4 8-1 0 0,-26 54 212 0 0,29-56-1056 0 0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9.4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 8290 0 0,'2'0'1853'0'0,"-2"-1"-1756"0"0,1 1-1 0 0,0 0 1 0 0,-1-1 0 0 0,1 1-1 0 0,0 0 1 0 0,-1 0 0 0 0,1-1-1 0 0,0 1 1 0 0,-1 0 0 0 0,1 0-1 0 0,0 0 1 0 0,0 0 0 0 0,-1 0-1 0 0,1 0 1 0 0,0 0 0 0 0,0 0-1 0 0,-1 0 1 0 0,1 1 0 0 0,0-1-1 0 0,-1 0 1 0 0,1 0 0 0 0,0 1-1 0 0,-1-1 1 0 0,1 0-1 0 0,0 1 1 0 0,-1-1 0 0 0,1 1-1 0 0,-1-1 1 0 0,2 1 0 0 0,2 5 140 0 0,1-1 1 0 0,-1 1-1 0 0,-1 0 1 0 0,1 1-1 0 0,-1-1 1 0 0,0 1-1 0 0,0-1 1 0 0,-1 1-1 0 0,0 0 1 0 0,0 0-1 0 0,1 13 1 0 0,6 30 961 0 0,-4-14-1053 0 0,2 0-1 0 0,1 0 1 0 0,2 0-1 0 0,26 60 1 0 0,-19-60-3731 0 0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2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115 215 2761 0 0,'-15'-9'-722'0'0,"2"0"669"0"0,-1 1-1 0 0,1-2 0 0 0,1 0 1 0 0,-14-13-1 0 0,24 21 242 0 0,0 0 0 0 0,1 0 1 0 0,-1 0-1 0 0,0 0 0 0 0,1 0 0 0 0,-1 0 0 0 0,1 0 0 0 0,-1 0 0 0 0,1-1 0 0 0,0 1 0 0 0,0-1 0 0 0,0 1 0 0 0,1-1 0 0 0,-1 1 0 0 0,0-1 0 0 0,1 1 1 0 0,0-1-1 0 0,0 0 0 0 0,-1 1 0 0 0,1-1 0 0 0,1 1 0 0 0,-1-1 0 0 0,0 0 0 0 0,1 1 0 0 0,-1-1 0 0 0,1 1 0 0 0,0-1 0 0 0,0 1 0 0 0,0-1 0 0 0,0 1 1 0 0,0 0-1 0 0,3-5 0 0 0,1 3-74 0 0,0-1 0 0 0,0 1 0 0 0,0 0 1 0 0,0 0-1 0 0,0 0 0 0 0,1 1 0 0 0,0 0 0 0 0,0 0 1 0 0,0 0-1 0 0,0 1 0 0 0,0 0 0 0 0,7-2 1 0 0,8-1-336 0 0,0 1 1 0 0,29-3 0 0 0,-41 6 174 0 0,-1 1 0 0 0,0 0 0 0 0,1 0 0 0 0,-1 0 0 0 0,1 1 0 0 0,-1 0 0 0 0,15 5 0 0 0,-21-5 32 0 0,1 0 1 0 0,0 1 0 0 0,-1-1 0 0 0,1 1 0 0 0,-1-1 0 0 0,1 1 0 0 0,-1 0 0 0 0,0 0-1 0 0,1 0 1 0 0,-1 0 0 0 0,0 0 0 0 0,-1 1 0 0 0,1-1 0 0 0,0 1 0 0 0,-1-1 0 0 0,1 1-1 0 0,-1-1 1 0 0,0 1 0 0 0,0 0 0 0 0,0 0 0 0 0,0 0 0 0 0,0 0 0 0 0,-1-1 0 0 0,1 1 0 0 0,-1 4-1 0 0,1 0 79 0 0,-1 0-1 0 0,-1-1 1 0 0,1 1-1 0 0,-1 0 0 0 0,0 0 1 0 0,-1-1-1 0 0,1 1 0 0 0,-2 0 1 0 0,1-1-1 0 0,0 0 1 0 0,-1 0-1 0 0,-1 0 0 0 0,1 0 1 0 0,-1 0-1 0 0,1 0 0 0 0,-2-1 1 0 0,1 0-1 0 0,-1 0 1 0 0,-8 8-1 0 0,5-6 109 0 0,0 0 0 0 0,-1-1 1 0 0,0 0-1 0 0,0-1 0 0 0,0 0 0 0 0,0 0 0 0 0,-1-1 1 0 0,0 0-1 0 0,1-1 0 0 0,-2 0 0 0 0,1 0 1 0 0,-14 1-1 0 0,22-4-180 0 0,1 1 0 0 0,-1-1 0 0 0,1 0 1 0 0,0 0-1 0 0,-1 1 0 0 0,1-1 0 0 0,-1 0 0 0 0,1 0 0 0 0,-1-1 1 0 0,1 1-1 0 0,-1 0 0 0 0,1 0 0 0 0,0-1 0 0 0,-1 1 1 0 0,-1-2-1 0 0,17-7-680 0 0,39-11-128 0 0,-10 9-76 0 0,-20 6-2398 0 0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8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30 6913 0 0,'4'-3'239'0'0,"0"-1"-1"0"0,0 1 1 0 0,1 1-1 0 0,-1-1 1 0 0,1 1-1 0 0,-1 0 0 0 0,1 0 1 0 0,0 0-1 0 0,0 0 1 0 0,0 1-1 0 0,0 0 1 0 0,0 0-1 0 0,0 0 0 0 0,0 1 1 0 0,0 0-1 0 0,7 0 1 0 0,-2 0 47 0 0,-1 1-1 0 0,1 1 1 0 0,0-1 0 0 0,-1 1 0 0 0,1 1 0 0 0,-1 0 0 0 0,15 7 0 0 0,191 89 1272 0 0,-68-42-7555 0 0,-129-51 2183 0 0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4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 11979 0 0,'0'0'18'0'0,"0"0"1"0"0,0 0 0 0 0,0 0 0 0 0,0 0 0 0 0,0 0 0 0 0,1 0 0 0 0,-1-1 0 0 0,0 1-1 0 0,0 0 1 0 0,0 0 0 0 0,0 0 0 0 0,0 0 0 0 0,0 0 0 0 0,0 0 0 0 0,0 0 0 0 0,1-1-1 0 0,-1 1 1 0 0,0 0 0 0 0,0 0 0 0 0,0 0 0 0 0,0 0 0 0 0,0 0 0 0 0,0 0 0 0 0,1 0-1 0 0,-1 0 1 0 0,0 0 0 0 0,0 0 0 0 0,0 0 0 0 0,0 0 0 0 0,0 0 0 0 0,1 0 0 0 0,-1 0-1 0 0,0 0 1 0 0,0 0 0 0 0,0 0 0 0 0,0 0 0 0 0,0 0 0 0 0,1 0 0 0 0,-1 0 0 0 0,0 0-1 0 0,0 0 1 0 0,0 0 0 0 0,0 0 0 0 0,0 0 0 0 0,1 1 0 0 0,-1-1 0 0 0,0 0 0 0 0,0 0 0 0 0,0 0-1 0 0,0 0 1 0 0,0 0 0 0 0,0 0 0 0 0,0 0 0 0 0,0 0 0 0 0,0 1 0 0 0,1-1 0 0 0,-1 0-1 0 0,0 0 1 0 0,0 0 0 0 0,0 0 0 0 0,0 0 0 0 0,0 1 0 0 0,0-1 0 0 0,0 0 0 0 0,0 0-1 0 0,7 9-567 0 0,-4 1 456 0 0,-1 0 1 0 0,0 1-1 0 0,0-1 1 0 0,-1 1-1 0 0,0-1 1 0 0,-1 1-1 0 0,-2 12 1 0 0,2 15 617 0 0,2-9-455 0 0,1 0 0 0 0,2 0 0 0 0,1 0-1 0 0,1 0 1 0 0,1-1 0 0 0,2 0 0 0 0,13 28 0 0 0,-18-47-70 0 0,-1-5 0 0 0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7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42 130 9674 0 0,'-1'1'-93'0'0,"-1"-1"0"0"0,0 1 0 0 0,1-1 0 0 0,-1 1 0 0 0,1 0 0 0 0,-1-1-1 0 0,1 1 1 0 0,-1 0 0 0 0,1 0 0 0 0,0 0 0 0 0,-1 0 0 0 0,1 1 0 0 0,0-1 0 0 0,0 0 0 0 0,0 0 0 0 0,0 1 0 0 0,0-1 0 0 0,0 1-1 0 0,0-1 1 0 0,0 1 0 0 0,1-1 0 0 0,-1 1 0 0 0,1-1 0 0 0,-1 3 0 0 0,-2 6-532 0 0,0-1 0 0 0,1 1 0 0 0,0-1 0 0 0,0 19 0 0 0,2-20 911 0 0,0 0 0 0 0,1 0 1 0 0,0 0-1 0 0,0 0 0 0 0,1 0 0 0 0,0 0 0 0 0,0 0 0 0 0,1-1 1 0 0,5 13-1 0 0,-4-14-12 0 0,0 0 0 0 0,-1 0 0 0 0,2-1 0 0 0,-1 0-1 0 0,1 1 1 0 0,0-1 0 0 0,0-1 0 0 0,0 1 0 0 0,1-1 0 0 0,-1 0 0 0 0,1 0 0 0 0,0 0 0 0 0,0-1 0 0 0,1 0 0 0 0,-1 0 0 0 0,1-1 0 0 0,-1 0 0 0 0,1 0 0 0 0,0 0 0 0 0,0-1 0 0 0,7 1 0 0 0,-4-2-281 0 0,1 0 0 0 0,-1 0-1 0 0,0-1 1 0 0,0 0 0 0 0,1-1 0 0 0,-1 0 0 0 0,0-1 0 0 0,0 0 0 0 0,-1 0 0 0 0,1-1-1 0 0,-1-1 1 0 0,0 1 0 0 0,0-1 0 0 0,0-1 0 0 0,-1 0 0 0 0,10-8 0 0 0,-13 10-12 0 0,0 0 1 0 0,-1 0-1 0 0,0-1 1 0 0,0 1 0 0 0,0-1-1 0 0,0 0 1 0 0,-1-1-1 0 0,0 1 1 0 0,0 0 0 0 0,0-1-1 0 0,-1 0 1 0 0,0 1-1 0 0,0-1 1 0 0,0 0 0 0 0,-1 0-1 0 0,1 0 1 0 0,-1-1-1 0 0,-1 1 1 0 0,0 0 0 0 0,1 0-1 0 0,-2 0 1 0 0,1 0-1 0 0,-1-1 1 0 0,0 1 0 0 0,0 0-1 0 0,-1 0 1 0 0,1 0-1 0 0,-4-7 1 0 0,0 3-106 0 0,0 0 0 0 0,-1 1 0 0 0,0 0 0 0 0,0 0 1 0 0,-1 0-1 0 0,0 0 0 0 0,0 1 0 0 0,-1 0 0 0 0,0 1 0 0 0,0 0 0 0 0,-12-8 0 0 0,6 7-282 0 0,0 0 0 0 0,-1 0 0 0 0,1 1 0 0 0,-2 1 1 0 0,1 1-1 0 0,-1 0 0 0 0,-16-3 0 0 0,-13 1-683 0 0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2.9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10570 0 0,'12'30'481'0'0,"-1"0"0"0"0,-1 1 1 0 0,-2 0-1 0 0,-2 1 0 0 0,5 46 0 0 0,-5-30-312 0 0,17 59 0 0 0,-13-72 7 0 0,24 53 0 0 0,-27-73-593 0 0,1-1 0 0 0,0 1-1 0 0,1-1 1 0 0,1-1 0 0 0,20 23 0 0 0,-20-26-3849 0 0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5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1 135 3681 0 0,'0'-3'135'0'0,"0"0"0"0"0,-1 0 0 0 0,1-1 1 0 0,1 1-1 0 0,-1 0 0 0 0,0 0 0 0 0,1-1 0 0 0,0 1 1 0 0,0 0-1 0 0,0 0 0 0 0,0 0 0 0 0,0 0 0 0 0,0 0 1 0 0,1 0-1 0 0,0 0 0 0 0,2-3 0 0 0,0 0 146 0 0,0 0 0 0 0,0 1 1 0 0,0-1-1 0 0,1 1 0 0 0,0 0 0 0 0,11-9 0 0 0,-8 10-45 0 0,1-1 0 0 0,0 1 0 0 0,0 0 0 0 0,0 1 0 0 0,1 0 0 0 0,-1 0 0 0 0,1 1 0 0 0,0 1 0 0 0,0 0 0 0 0,-1 0 0 0 0,1 0 0 0 0,0 1 0 0 0,0 1 0 0 0,0 0 0 0 0,15 3 0 0 0,-24-3-240 0 0,0-1 1 0 0,0 0 0 0 0,1 1-1 0 0,-1 0 1 0 0,0-1 0 0 0,0 1 0 0 0,0 0-1 0 0,0-1 1 0 0,0 1 0 0 0,0 0-1 0 0,0 0 1 0 0,0 0 0 0 0,0 0 0 0 0,0 0-1 0 0,0 0 1 0 0,-1 0 0 0 0,1 0 0 0 0,0 0-1 0 0,-1 0 1 0 0,1 1 0 0 0,0 1-1 0 0,0 0-26 0 0,-1 0 0 0 0,0-1 0 0 0,0 1 0 0 0,0 0 0 0 0,0 0 0 0 0,0-1 0 0 0,0 1 0 0 0,-1 0 0 0 0,1-1 0 0 0,-2 4 0 0 0,-3 7-101 0 0,0 0 0 0 0,-1-1 1 0 0,-11 17-1 0 0,13-22 154 0 0,-17 29 909 0 0,-2-1-1 0 0,-1-1 1 0 0,-47 51 0 0 0,71-85-899 0 0,0 0 0 0 0,0 0 1 0 0,0 0-1 0 0,0 0 0 0 0,0 0 0 0 0,1-1 0 0 0,-1 1 1 0 0,0 0-1 0 0,0 0 0 0 0,0 0 0 0 0,0 0 0 0 0,0 0 0 0 0,0 0 1 0 0,0 0-1 0 0,1 0 0 0 0,-1 0 0 0 0,0 0 0 0 0,0 0 0 0 0,0 0 1 0 0,0 0-1 0 0,0 1 0 0 0,0-1 0 0 0,0 0 0 0 0,1 0 1 0 0,-1 0-1 0 0,0 0 0 0 0,0 0 0 0 0,0 0 0 0 0,0 0 0 0 0,0 0 1 0 0,0 0-1 0 0,0 0 0 0 0,0 0 0 0 0,0 0 0 0 0,1 1 1 0 0,-1-1-1 0 0,0 0 0 0 0,0 0 0 0 0,0 0 0 0 0,0 0 0 0 0,0 0 1 0 0,0 0-1 0 0,0 0 0 0 0,0 0 0 0 0,0 1 0 0 0,0-1 0 0 0,0 0 1 0 0,0 0-1 0 0,0 0 0 0 0,0 0 0 0 0,0 0 0 0 0,0 0 1 0 0,0 1-1 0 0,0-1 0 0 0,0 0 0 0 0,0 0 0 0 0,0 0 0 0 0,0 0 1 0 0,0 0-1 0 0,0 0 0 0 0,0 0 0 0 0,0 0 0 0 0,0 1 0 0 0,-1-1 1 0 0,1 0-1 0 0,0 0 0 0 0,19-2 917 0 0,22-7-106 0 0,-6 0-316 0 0,117-26 830 0 0,-123 30-2287 0 0,0 2-1 0 0,0 0 1 0 0,38 3 0 0 0,-39 3-2609 0 0,-15 0-1463 0 0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9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56 1 4609 0 0,'0'0'87'0'0,"-1"0"1"0"0,0 0-1 0 0,1 0 1 0 0,-1 0-1 0 0,0 0 1 0 0,1 0-1 0 0,-1 0 0 0 0,0 0 1 0 0,1 0-1 0 0,-1 0 1 0 0,1 0-1 0 0,-1 0 1 0 0,0 1-1 0 0,1-1 1 0 0,-1 0-1 0 0,0 0 0 0 0,1 1 1 0 0,-1-1-1 0 0,1 0 1 0 0,-1 1-1 0 0,1-1 1 0 0,-1 1-1 0 0,1-1 1 0 0,-1 0-1 0 0,1 1 0 0 0,-1 0 1 0 0,-12 23 535 0 0,-2 35-346 0 0,12-48 424 0 0,0 4-274 0 0,1 0 0 0 0,0-1 1 0 0,1 1-1 0 0,1 1 0 0 0,0-1 0 0 0,1 0 0 0 0,0 0 0 0 0,5 15 1 0 0,-4-20-639 0 0,1 0 0 0 0,0 0 0 0 0,1 0 0 0 0,0 0 0 0 0,1-1 0 0 0,0 0 0 0 0,9 13 0 0 0,-7-12-3732 0 0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2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14627 0 0,'2'3'201'0'0,"-1"0"0"0"0,1 0 0 0 0,-1 0-1 0 0,0 1 1 0 0,1-1 0 0 0,-1 1 0 0 0,-1-1 0 0 0,1 1 0 0 0,0-1-1 0 0,-1 1 1 0 0,0 6 0 0 0,0 51 40 0 0,0-52-313 0 0,-2 121-2264 0 0,8-43-2969 0 0,-1-47 1165 0 0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9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84 8754 0 0,'0'-17'530'0'0,"1"1"1"0"0,1-1-1 0 0,4-16 1 0 0,3 64 1821 0 0,-7 17-1058 0 0,-4 76-1 0 0,-1-75-174 0 0,6 73-1 0 0,0-88-2398 0 0,12 50 1 0 0,-12-75 900 0 0,-1-1 0 0 0,1 1 0 0 0,0 0 0 0 0,1-1 0 0 0,0 1 0 0 0,0-1 1 0 0,1 0-1 0 0,0-1 0 0 0,1 1 0 0 0,10 11 0 0 0,-4-8-3969 0 0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5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17 146 8754 0 0,'-2'-3'-16'0'0,"0"0"0"0"0,0 0 1 0 0,0 0-1 0 0,1 0 0 0 0,-1 0 0 0 0,1 0 0 0 0,0-1 1 0 0,0 1-1 0 0,0 0 0 0 0,0-1 0 0 0,1 1 1 0 0,-1-1-1 0 0,1 1 0 0 0,0-1 0 0 0,0 1 0 0 0,1-1 1 0 0,-1 1-1 0 0,0-1 0 0 0,1 1 0 0 0,0-1 1 0 0,0 1-1 0 0,0 0 0 0 0,0-1 0 0 0,1 1 0 0 0,-1 0 1 0 0,1 0-1 0 0,0 0 0 0 0,0 0 0 0 0,0 0 1 0 0,0 1-1 0 0,1-1 0 0 0,-1 0 0 0 0,1 1 1 0 0,3-3-1 0 0,-1 1-33 0 0,0 1 0 0 0,0-1-1 0 0,0 1 1 0 0,1 0 0 0 0,0 0 0 0 0,-1 1 0 0 0,1 0 0 0 0,0 0 0 0 0,0 0 0 0 0,0 1 0 0 0,0 0 0 0 0,8-1-1 0 0,-12 2 123 0 0,1 0 0 0 0,-1 0 1 0 0,0 0-1 0 0,0 0 0 0 0,0 1 0 0 0,0-1 0 0 0,0 1 0 0 0,1-1 0 0 0,-1 1 0 0 0,0 0 0 0 0,0-1 0 0 0,0 1 0 0 0,-1 0 0 0 0,1 1 0 0 0,0-1 0 0 0,0 0 0 0 0,0 0 0 0 0,-1 1 0 0 0,1-1 0 0 0,-1 1 0 0 0,1 0 0 0 0,-1-1 0 0 0,0 1 0 0 0,1 0 0 0 0,-1 0 0 0 0,0 0 0 0 0,0 0 0 0 0,0-1 0 0 0,-1 2 0 0 0,1-1 0 0 0,0 0 0 0 0,-1 0 0 0 0,1 0 0 0 0,-1 0 0 0 0,0 0 0 0 0,0 0 0 0 0,0 4 0 0 0,0 5-103 0 0,0 0-1 0 0,-1-1 1 0 0,-1 1-1 0 0,0 0 1 0 0,0-1-1 0 0,-1 1 1 0 0,0-1-1 0 0,-1 0 1 0 0,-5 10-1 0 0,-3 5 566 0 0,-1-1 0 0 0,-23 30 0 0 0,22-37 482 0 0,11-14-628 0 0,0 0 1 0 0,-1 1-1 0 0,1-1 1 0 0,1 1-1 0 0,-1 0 1 0 0,0 0-1 0 0,1 0 1 0 0,0 0 0 0 0,0 0-1 0 0,-2 8 1 0 0,4-11-302 0 0,1-1 0 0 0,-1 1 1 0 0,1 0-1 0 0,0-1 0 0 0,-1 1 1 0 0,1-1-1 0 0,0 1 1 0 0,0-1-1 0 0,-1 1 0 0 0,1-1 1 0 0,0 0-1 0 0,0 1 0 0 0,-1-1 1 0 0,1 0-1 0 0,0 0 1 0 0,0 0-1 0 0,0 1 0 0 0,0-1 1 0 0,-1 0-1 0 0,1 0 0 0 0,0 0 1 0 0,0 0-1 0 0,0 0 0 0 0,0-1 1 0 0,0 1-1 0 0,-1 0 1 0 0,1 0-1 0 0,0-1 0 0 0,1 1 1 0 0,33-7 517 0 0,-32 7-457 0 0,69-18 190 0 0,61-12-750 0 0,-115 27-1354 0 0,1 2 0 0 0,33 1 0 0 0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8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 7834 0 0,'-1'1'48'0'0,"1"-1"0"0"0,-1 1 0 0 0,1 0 1 0 0,-1 0-1 0 0,1 0 0 0 0,0-1 0 0 0,-1 1 0 0 0,1 0 1 0 0,0 0-1 0 0,0 0 0 0 0,-1 0 0 0 0,1 0 1 0 0,0 0-1 0 0,0-1 0 0 0,0 1 0 0 0,0 0 0 0 0,0 0 1 0 0,0 0-1 0 0,0 0 0 0 0,1 0 0 0 0,-1 0 0 0 0,0 1 1 0 0,7 28 249 0 0,-5-21-9 0 0,-1-6-266 0 0,27 120 2612 0 0,-1-43-5917 0 0,-18-58-543 0 0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6.3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0 140 6913 0 0,'1'-3'66'0'0,"-1"1"-1"0"0,1-1 1 0 0,-1 0-1 0 0,1 1 1 0 0,0-1-1 0 0,1 1 0 0 0,-1-1 1 0 0,0 1-1 0 0,1 0 1 0 0,-1-1-1 0 0,1 1 1 0 0,1-2-1 0 0,29-30-1241 0 0,-19 20 432 0 0,7-7-408 0 0,9-1 3565 0 0,-25 19-1961 0 0,1 1 1 0 0,0 0-1 0 0,0 0 1 0 0,0 1-1 0 0,1-1 1 0 0,-1 1-1 0 0,0 0 1 0 0,1 1 0 0 0,-1-1-1 0 0,7 1 1 0 0,-4 0-186 0 0,-1 0 0 0 0,1 1 0 0 0,-1-1 0 0 0,0 1 0 0 0,1 1 0 0 0,10 3 0 0 0,-15-4-230 0 0,-1 0 0 0 0,0 0-1 0 0,0 0 1 0 0,0 1 0 0 0,1-1-1 0 0,-1 1 1 0 0,0-1 0 0 0,-1 1-1 0 0,1 0 1 0 0,0 0-1 0 0,-1 0 1 0 0,1 0 0 0 0,-1 0-1 0 0,1 0 1 0 0,-1 0 0 0 0,0 1-1 0 0,0-1 1 0 0,0 0 0 0 0,0 1-1 0 0,0-1 1 0 0,-1 1 0 0 0,2 4-1 0 0,-1 0 156 0 0,0 1-1 0 0,0-1 1 0 0,0 1-1 0 0,-1 0 1 0 0,0-1-1 0 0,-1 1 1 0 0,0-1-1 0 0,0 1 1 0 0,0-1-1 0 0,-1 1 1 0 0,0-1-1 0 0,0 0 1 0 0,-1 1-1 0 0,0-1 1 0 0,-1 0-1 0 0,1-1 1 0 0,-1 1-1 0 0,0-1 1 0 0,-1 0-1 0 0,0 0 1 0 0,-7 8-1 0 0,68-33 2854 0 0,-23 8-3312 0 0,2 2 0 0 0,38-5 0 0 0,-10 4-3065 0 0,-34 6 96 0 0,21-3-3086 0 0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4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55 920 0 0,'-3'0'114'0'0,"-1"-1"0"0"0,1 0 1 0 0,0 0-1 0 0,0 0 0 0 0,-1 0 0 0 0,1 0 0 0 0,0-1 0 0 0,0 1 0 0 0,1-1 0 0 0,-1 0 1 0 0,0 0-1 0 0,0 0 0 0 0,1 0 0 0 0,-4-4 0 0 0,3 3-221 0 0,0 1-1 0 0,0-1 1 0 0,0 1 0 0 0,0 0-1 0 0,-1-1 1 0 0,1 2-1 0 0,-1-1 1 0 0,-4-2 0 0 0,-5 3-71 0 0,-7-3 3483 0 0,18 2-2833 0 0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8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1 533 3225 0 0,'-1'-11'6760'0'0,"46"10"-5111"0"0,47 6-1 0 0,41 0-631 0 0,41-9 23 0 0,184-11-100 0 0,-332 12-936 0 0,-1 2-1 0 0,1 1 1 0 0,-1 1-1 0 0,32 5 1 0 0,-36 8-47 0 0,-21-14 155 0 0,5 1-279 0 0,-3-1 169 0 0,-1 0-1 0 0,1 0 1 0 0,-1 0-1 0 0,1-1 1 0 0,-1 1-1 0 0,1 0 1 0 0,-1-1-1 0 0,0 1 1 0 0,1 0-1 0 0,-1-1 1 0 0,1 0-1 0 0,-1 1 1 0 0,0-1-1 0 0,1 0 0 0 0,-1 0 1 0 0,0 0-1 0 0,0 0 1 0 0,0 0-1 0 0,0 0 1 0 0,2-1-1 0 0,0-3-38 0 0,0 1 0 0 0,0 0 0 0 0,-1-1 0 0 0,1 0 0 0 0,-1 0 0 0 0,1-5 0 0 0,16-46-361 0 0,18-87-1 0 0,-30 126 539 0 0,-4 31-116 0 0,-1 30-95 0 0,-4 9 188 0 0,5 82 0 0 0,-1-116 65 0 0,1-1 0 0 0,0 1 0 0 0,2-1 0 0 0,0 0-1 0 0,1 0 1 0 0,1-1 0 0 0,17 33 0 0 0,-14-32-145 0 0,-8-13-32 0 0,0 0 0 0 0,1 0-1 0 0,0-1 1 0 0,-1 1 0 0 0,1-1 0 0 0,1 0-1 0 0,-1 0 1 0 0,7 7 0 0 0,-8-14 7 0 0,1 1 1 0 0,-1-1 0 0 0,0 1-1 0 0,0-1 1 0 0,-1 0 0 0 0,1 0-1 0 0,-1 0 1 0 0,1 0 0 0 0,0-4-1 0 0,14-46-67 0 0,-3-2-1 0 0,-2 1 0 0 0,4-61 0 0 0,-10 64-332 0 0,2 0 0 0 0,3 0-1 0 0,31-94 1 0 0,-41 144 358 0 0,0 0-1 0 0,1 0 1 0 0,-1 0-1 0 0,0 0 1 0 0,1 0-1 0 0,-1 0 1 0 0,1 0-1 0 0,0 0 1 0 0,-1 0 0 0 0,1 0-1 0 0,0 0 1 0 0,-1 0-1 0 0,1 0 1 0 0,0 1-1 0 0,0-1 1 0 0,0 0-1 0 0,1-1 1 0 0,-1 2 21 0 0,-1 1-1 0 0,1-1 1 0 0,-1 0-1 0 0,1 0 1 0 0,-1 0-1 0 0,1 0 1 0 0,-1 1 0 0 0,1-1-1 0 0,-1 0 1 0 0,1 0-1 0 0,-1 1 1 0 0,1-1-1 0 0,-1 0 1 0 0,0 1 0 0 0,1-1-1 0 0,-1 0 1 0 0,0 1-1 0 0,1-1 1 0 0,-1 1 0 0 0,0-1-1 0 0,0 1 1 0 0,1-1-1 0 0,-1 1 1 0 0,0-1-1 0 0,0 1 1 0 0,1 0 0 0 0,11 49 101 0 0,-9-37 51 0 0,1 4 21 0 0,44 158 956 0 0,-40-152-1040 0 0,1 0 1 0 0,1-1 0 0 0,1 0 0 0 0,0 0 0 0 0,21 26 0 0 0,-29-43-76 0 0,1 0 1 0 0,0-1 0 0 0,0 0 0 0 0,0 0 0 0 0,0 0 0 0 0,1 0 0 0 0,0 0 0 0 0,9 5 0 0 0,-13-9-4 0 0,-1-1 0 0 0,1 1 0 0 0,-1 0 0 0 0,1 0 0 0 0,-1 0 0 0 0,1-1 0 0 0,-1 1 0 0 0,1 0 0 0 0,-1-1 0 0 0,1 1-1 0 0,-1 0 1 0 0,0-1 0 0 0,1 1 0 0 0,-1-1 0 0 0,0 1 0 0 0,1-1 0 0 0,-1 1 0 0 0,0-1 0 0 0,1 1 0 0 0,-1-1 0 0 0,0 1 0 0 0,0-1 0 0 0,1 1 0 0 0,-1-1 0 0 0,0 1 0 0 0,0-1 0 0 0,0 1 0 0 0,0-1 0 0 0,0 1 0 0 0,0-1 0 0 0,0 0 0 0 0,0 1 0 0 0,0-2 0 0 0,2-26 77 0 0,-2 21-98 0 0,14-97-326 0 0,5 0 1 0 0,46-149 0 0 0,-55 216 262 0 0,-9 35 67 0 0,7-25-83 0 0,-7 26 96 0 0,-1 1 1 0 0,0-1-1 0 0,0 0 1 0 0,0 0-1 0 0,1 1 0 0 0,-1-1 1 0 0,0 0-1 0 0,0 1 1 0 0,1-1-1 0 0,-1 0 0 0 0,1 1 1 0 0,-1-1-1 0 0,1 1 1 0 0,-1-1-1 0 0,1 0 0 0 0,-1 1 1 0 0,1-1-1 0 0,-1 1 0 0 0,1 0 1 0 0,0-1-1 0 0,-1 1 1 0 0,1-1-1 0 0,0 1 0 0 0,-1 0 1 0 0,1-1-1 0 0,1 1 1 0 0,-1 2-25 0 0,0 0 0 0 0,0 0 0 0 0,0 0 0 0 0,0 0 0 0 0,0 0 0 0 0,0 0 0 0 0,-1 1 0 0 0,1-1 1 0 0,-1 0-1 0 0,1 0 0 0 0,-1 1 0 0 0,0-1 0 0 0,0 0 0 0 0,0 5 0 0 0,0-4-15 0 0,2 101 212 0 0,-1-33-185 0 0,12 86-1 0 0,-10-135 167 0 0,1-1-1 0 0,1-1 0 0 0,1 1 1 0 0,1-1-1 0 0,1 0 1 0 0,0 0-1 0 0,1-1 0 0 0,19 28 1 0 0,-28-46-129 0 0,1 0 1 0 0,-1 0-1 0 0,1 0 1 0 0,0-1-1 0 0,-1 1 1 0 0,1 0 0 0 0,-1 0-1 0 0,1 0 1 0 0,0-1-1 0 0,0 1 1 0 0,0 0-1 0 0,-1-1 1 0 0,1 1 0 0 0,0 0-1 0 0,0-1 1 0 0,0 1-1 0 0,0-1 1 0 0,0 0 0 0 0,0 1-1 0 0,0-1 1 0 0,0 0-1 0 0,0 0 1 0 0,0 1-1 0 0,0-1 1 0 0,1 0 0 0 0,-1-1-19 0 0,0 1 1 0 0,1-1-1 0 0,-1 0 1 0 0,0 1-1 0 0,0-1 1 0 0,-1 0 0 0 0,1 0-1 0 0,0 1 1 0 0,0-1-1 0 0,0 0 1 0 0,0 0-1 0 0,-1 0 1 0 0,1 0 0 0 0,0 0-1 0 0,-1 0 1 0 0,1 0-1 0 0,0-3 1 0 0,3-7-135 0 0,-1 0-1 0 0,0 0 1 0 0,3-16 0 0 0,-6 22 49 0 0,12-94-1061 0 0,-11 76 1071 0 0,1 0 0 0 0,1 0 0 0 0,1 1 0 0 0,0-1 0 0 0,2 1 0 0 0,15-36 0 0 0,-21 58 57 0 0,0 0 1 0 0,0-1-1 0 0,0 1 1 0 0,0-1-1 0 0,0 1 1 0 0,0-1-1 0 0,0 1 1 0 0,1-1-1 0 0,-1 1 1 0 0,0 0-1 0 0,0-1 1 0 0,1 1-1 0 0,-1-1 1 0 0,0 1-1 0 0,0 0 0 0 0,1-1 1 0 0,-1 1-1 0 0,0 0 1 0 0,1-1-1 0 0,-1 1 1 0 0,1 0-1 0 0,-1 0 1 0 0,0-1-1 0 0,1 1 1 0 0,-1 0-1 0 0,1 0 1 0 0,-1 0-1 0 0,1 0 1 0 0,-1 0-1 0 0,0-1 1 0 0,1 1-1 0 0,-1 0 1 0 0,1 0-1 0 0,5 15-36 0 0,-3 24 246 0 0,-4-10 31 0 0,0-20-190 0 0,1 1 1 0 0,-1-1-1 0 0,2 1 1 0 0,-1 0 0 0 0,1-1-1 0 0,1 0 1 0 0,0 1-1 0 0,6 17 1 0 0,-8-26-92 0 0,1-1-1 0 0,0 1 1 0 0,-1 0 0 0 0,1 0-1 0 0,0-1 1 0 0,0 1 0 0 0,0 0-1 0 0,-1-1 1 0 0,1 1 0 0 0,0-1-1 0 0,0 1 1 0 0,0-1 0 0 0,0 1-1 0 0,0-1 1 0 0,0 0-1 0 0,0 1 1 0 0,0-1 0 0 0,0 0-1 0 0,1 0 1 0 0,0 0 0 0 0,29 0-1353 0 0,-16-1 4317 0 0,-10 1-2844 0 0,34 0 266 0 0,46-5 0 0 0,24-2 159 0 0,447-3 359 0 0,-2-40 21 0 0,-303 6-443 0 0,-232 43-427 0 0,-16 1 3 0 0,1 0 0 0 0,-1 0 0 0 0,0 0-1 0 0,1 0 1 0 0,-1 0 0 0 0,0-1 0 0 0,0 1-1 0 0,1-1 1 0 0,-1 0 0 0 0,0 0 0 0 0,0-1-1 0 0,4-1 1 0 0,-20 3 48 0 0,5 2-58 0 0,-37 10-635 0 0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9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24 226 2449 0 0,'2'-1'629'0'0,"5"-8"2353"0"0,-1-21-2336 0 0,-6 28-588 0 0,0 1 1 0 0,1 0 0 0 0,-1-1-1 0 0,0 1 1 0 0,0-1 0 0 0,0 1-1 0 0,0-1 1 0 0,-1 1 0 0 0,1 0-1 0 0,0-1 1 0 0,0 1 0 0 0,-1 0-1 0 0,1-1 1 0 0,-1 1 0 0 0,0 0-1 0 0,1-1 1 0 0,-1 1 0 0 0,0 0-1 0 0,0 0 1 0 0,1 0 0 0 0,-1 0-1 0 0,0-1 1 0 0,-2 0 0 0 0,3 2-54 0 0,-1 0-1 0 0,1 0 1 0 0,0 0 0 0 0,-1 0 0 0 0,1-1 0 0 0,0 1-1 0 0,-1 0 1 0 0,1 0 0 0 0,0 0 0 0 0,-1 1 0 0 0,1-1-1 0 0,-1 0 1 0 0,1 0 0 0 0,0 0 0 0 0,-1 0 0 0 0,1 0-1 0 0,0 0 1 0 0,-1 0 0 0 0,1 1 0 0 0,0-1 0 0 0,0 0-1 0 0,-1 0 1 0 0,1 0 0 0 0,0 1 0 0 0,0-1 0 0 0,-1 0-1 0 0,1 0 1 0 0,0 1 0 0 0,0-1 0 0 0,-1 0 0 0 0,1 0-1 0 0,0 1 1 0 0,0 0 0 0 0,-8 17 266 0 0,3 7 95 0 0,3-16-179 0 0,1 0 0 0 0,0 1 1 0 0,0-1-1 0 0,1 0 0 0 0,0 1 1 0 0,1-1-1 0 0,0 0 0 0 0,1 0 0 0 0,0 0 1 0 0,0 0-1 0 0,1 0 0 0 0,4 12 0 0 0,-5-18-108 0 0,-1 0-1 0 0,1 0 0 0 0,0 0 0 0 0,0 0 1 0 0,0 0-1 0 0,0 0 0 0 0,1 0 1 0 0,-1-1-1 0 0,1 1 0 0 0,0-1 0 0 0,0 0 1 0 0,0 0-1 0 0,0 0 0 0 0,0 0 0 0 0,0 0 1 0 0,0 0-1 0 0,0-1 0 0 0,1 0 0 0 0,-1 0 1 0 0,1 0-1 0 0,-1 0 0 0 0,1 0 0 0 0,-1-1 1 0 0,1 1-1 0 0,0-1 0 0 0,-1 0 0 0 0,1 0 1 0 0,-1 0-1 0 0,1-1 0 0 0,0 1 0 0 0,-1-1 1 0 0,6-2-1 0 0,-3 1-50 0 0,1-1 0 0 0,-1 0 0 0 0,0 0 1 0 0,0 0-1 0 0,0-1 0 0 0,0 0 0 0 0,-1 0 0 0 0,0-1 0 0 0,1 1 0 0 0,-2-1 1 0 0,1 0-1 0 0,0-1 0 0 0,-1 1 0 0 0,5-9 0 0 0,-1 1-140 0 0,-1 0 1 0 0,0 0-1 0 0,-1 0 0 0 0,-1-1 1 0 0,7-24-1 0 0,-9 22-180 0 0,0-1 0 0 0,-1 1 1 0 0,1-28-1 0 0,-3 36 106 0 0,-1 0 1 0 0,1 0 0 0 0,-2 0-1 0 0,1 0 1 0 0,-1 0 0 0 0,0 0-1 0 0,0 1 1 0 0,-1-1 0 0 0,-5-11-1 0 0,7 18 163 0 0,0 0-1 0 0,0-1 1 0 0,0 1-1 0 0,0 0 1 0 0,0 0-1 0 0,0-1 0 0 0,-1 1 1 0 0,1 0-1 0 0,0 0 1 0 0,0 0-1 0 0,-1 0 1 0 0,1 1-1 0 0,-1-1 1 0 0,1 0-1 0 0,-1 1 1 0 0,1-1-1 0 0,-1 0 0 0 0,1 1 1 0 0,-1 0-1 0 0,1-1 1 0 0,-1 1-1 0 0,-1 0 1 0 0,-1 0 40 0 0,0 0 0 0 0,0 1 0 0 0,0-1 0 0 0,0 1 0 0 0,0 0 0 0 0,1 0 1 0 0,-1 0-1 0 0,0 1 0 0 0,-3 1 0 0 0,-1 2 12 0 0,0-1-1 0 0,0 1 1 0 0,1 0 0 0 0,0 0 0 0 0,0 1 0 0 0,0 0-1 0 0,-8 11 1 0 0,10-10 22 0 0,1 0-1 0 0,0 1 1 0 0,1 0 0 0 0,0 0-1 0 0,0 0 1 0 0,1 0 0 0 0,0 1-1 0 0,0-1 1 0 0,1 1-1 0 0,0-1 1 0 0,0 11 0 0 0,1 2 106 0 0,1 0-1 0 0,0 0 1 0 0,6 28 0 0 0,-6-44-133 0 0,0-1-1 0 0,0 1 1 0 0,0-1 0 0 0,1 1-1 0 0,0-1 1 0 0,0 1 0 0 0,0-1-1 0 0,0 0 1 0 0,0 0 0 0 0,1 0-1 0 0,4 5 1 0 0,-5-7 9 0 0,0-1 1 0 0,-1 0-1 0 0,1 0 1 0 0,0 0-1 0 0,0 0 0 0 0,0 0 1 0 0,0 0-1 0 0,-1-1 1 0 0,1 1-1 0 0,0-1 0 0 0,0 1 1 0 0,0-1-1 0 0,1 0 1 0 0,-1 1-1 0 0,0-1 0 0 0,0 0 1 0 0,0-1-1 0 0,0 1 1 0 0,0 0-1 0 0,0 0 0 0 0,0-1 1 0 0,0 1-1 0 0,0-1 0 0 0,0 0 1 0 0,0 0-1 0 0,0 0 1 0 0,-1 0-1 0 0,3-1 0 0 0,4-3 32 0 0,1 0-1 0 0,-2 0 1 0 0,1-1 0 0 0,-1 0-1 0 0,0-1 1 0 0,0 1-1 0 0,0-1 1 0 0,-1-1-1 0 0,-1 1 1 0 0,7-10-1 0 0,-6 8-397 0 0,-1-1 0 0 0,0 0 0 0 0,0 0 0 0 0,-1 0 0 0 0,0 0 0 0 0,-1-1 0 0 0,0 1 0 0 0,0-1 0 0 0,-1 0 0 0 0,-1 0-1 0 0,0 0 1 0 0,0 0 0 0 0,-1 0 0 0 0,-2-11 0 0 0,2 21 316 0 0,0-1 0 0 0,0 1 0 0 0,-1 0 0 0 0,1 0 0 0 0,-1 0 0 0 0,1 0 1 0 0,-1 0-1 0 0,1 0 0 0 0,-1 0 0 0 0,1 1 0 0 0,-1-1 0 0 0,0 0 0 0 0,1 0 0 0 0,-1 0 0 0 0,0 1 0 0 0,0-1 0 0 0,0 0 0 0 0,1 1 0 0 0,-1-1 0 0 0,0 0 0 0 0,0 1 0 0 0,0-1 0 0 0,0 1 0 0 0,0 0 0 0 0,0-1 0 0 0,0 1 0 0 0,0 0 0 0 0,-1 0 0 0 0,0-1 1 0 0,-1 1-9 0 0,1 0 0 0 0,-1 0 1 0 0,0 0-1 0 0,1 0 0 0 0,-1 1 1 0 0,1-1-1 0 0,-1 1 1 0 0,1 0-1 0 0,-1-1 0 0 0,1 1 1 0 0,-5 2-1 0 0,-1 2-2781 0 0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1 0 6241 0 0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38 5065 0 0,'-7'10'194'0'0,"0"1"0"0"0,1 0 0 0 0,0 0 0 0 0,1 0 0 0 0,0 0 0 0 0,1 1 0 0 0,1 0 0 0 0,-1 0 0 0 0,2 0 0 0 0,0 0 1 0 0,0 0-1 0 0,1 1 0 0 0,1-1 0 0 0,0 1 0 0 0,2 17 0 0 0,-2-28-158 0 0,0 1 0 0 0,1-1 1 0 0,-1 0-1 0 0,1 0 0 0 0,-1 0 1 0 0,1 0-1 0 0,0 0 0 0 0,-1-1 1 0 0,1 1-1 0 0,0 0 0 0 0,0 0 1 0 0,1 0-1 0 0,-1-1 0 0 0,0 1 1 0 0,0-1-1 0 0,1 1 0 0 0,-1-1 1 0 0,1 1-1 0 0,0-1 0 0 0,-1 0 1 0 0,1 0-1 0 0,0 1 0 0 0,0-2 1 0 0,-1 1-1 0 0,1 0 0 0 0,0 0 1 0 0,0 0-1 0 0,0-1 0 0 0,0 1 1 0 0,0-1-1 0 0,0 0 0 0 0,4 1 1 0 0,-3-1 86 0 0,0-1 1 0 0,1 0 0 0 0,-1 1 0 0 0,0-1-1 0 0,0 0 1 0 0,0 0 0 0 0,0-1-1 0 0,0 1 1 0 0,0-1 0 0 0,0 1-1 0 0,0-1 1 0 0,0 0 0 0 0,-1 0-1 0 0,1-1 1 0 0,-1 1 0 0 0,1 0-1 0 0,-1-1 1 0 0,0 1 0 0 0,3-5 0 0 0,4-7-54 0 0,-1 0 0 0 0,-1 0 0 0 0,0-1 0 0 0,-1 0 1 0 0,7-25-1 0 0,-11 33-359 0 0,0-1 1 0 0,0 0 0 0 0,-1 0-1 0 0,0 0 1 0 0,-1 0-1 0 0,0 0 1 0 0,0 0-1 0 0,-1 0 1 0 0,0 0 0 0 0,0 0-1 0 0,-1 0 1 0 0,0 1-1 0 0,-4-11 1 0 0,6 17 282 0 0,-1 0 0 0 0,1 0-1 0 0,-1-1 1 0 0,1 1 0 0 0,-1 0 0 0 0,1 0 0 0 0,-1 0 0 0 0,0 0 0 0 0,1 0 0 0 0,-1 0-1 0 0,0 0 1 0 0,0 1 0 0 0,0-1 0 0 0,0 0 0 0 0,0 0 0 0 0,0 1 0 0 0,0-1 0 0 0,0 0 0 0 0,0 1-1 0 0,0-1 1 0 0,0 1 0 0 0,-1 0 0 0 0,1-1 0 0 0,0 1 0 0 0,0 0 0 0 0,-2-1 0 0 0,1 2 27 0 0,0-1 0 0 0,0 1 1 0 0,0-1-1 0 0,0 1 0 0 0,0 0 1 0 0,0 0-1 0 0,0 0 0 0 0,0 0 1 0 0,0 0-1 0 0,0 0 0 0 0,1 0 0 0 0,-1 0 1 0 0,-2 3-1 0 0,-3 3 83 0 0,1 0-1 0 0,0 0 0 0 0,1 0 1 0 0,0 0-1 0 0,0 1 1 0 0,-4 9-1 0 0,4-7 182 0 0,1 1-1 0 0,0 0 1 0 0,-3 22 0 0 0,6-31-193 0 0,0 0 0 0 0,1 1 0 0 0,0-1 0 0 0,-1 0 0 0 0,1 0 0 0 0,0 1 0 0 0,0-1 0 0 0,0 0 0 0 0,0 0 1 0 0,1 1-1 0 0,-1-1 0 0 0,1 0 0 0 0,-1 0 0 0 0,1 0 0 0 0,0 0 0 0 0,0 0 0 0 0,0 1 0 0 0,0-1 0 0 0,0-1 0 0 0,0 1 0 0 0,1 0 1 0 0,-1 0-1 0 0,0 0 0 0 0,1-1 0 0 0,0 1 0 0 0,-1-1 0 0 0,4 3 0 0 0,-4-4-47 0 0,-1 1 0 0 0,1-1 0 0 0,0 0-1 0 0,0 1 1 0 0,0-1 0 0 0,0 0 0 0 0,0 0 0 0 0,0 1-1 0 0,0-1 1 0 0,0 0 0 0 0,0 0 0 0 0,0 0 0 0 0,0 0-1 0 0,0 0 1 0 0,0 0 0 0 0,0-1 0 0 0,0 1 0 0 0,0 0 0 0 0,0-1-1 0 0,0 1 1 0 0,0 0 0 0 0,0-1 0 0 0,0 1 0 0 0,1-2-1 0 0,0 0-34 0 0,0 1-1 0 0,0-1 0 0 0,0 0 1 0 0,0 0-1 0 0,-1-1 0 0 0,1 1 0 0 0,-1 0 1 0 0,0 0-1 0 0,2-5 0 0 0,2-5-391 0 0,-1-1-1 0 0,5-26 0 0 0,-8 34 250 0 0,1-2-8 0 0,-1 0 1 0 0,0 1-1 0 0,-1-1 0 0 0,0 1 1 0 0,0-9-1 0 0,0 14 128 0 0,0 1-1 0 0,0 0 0 0 0,0-1 1 0 0,0 1-1 0 0,0-1 1 0 0,0 1-1 0 0,-1-1 0 0 0,1 1 1 0 0,0-1-1 0 0,0 1 1 0 0,0 0-1 0 0,-1-1 0 0 0,1 1 1 0 0,0-1-1 0 0,0 1 1 0 0,-1 0-1 0 0,1-1 1 0 0,0 1-1 0 0,-1 0 0 0 0,1-1 1 0 0,0 1-1 0 0,-1 0 1 0 0,1 0-1 0 0,0-1 0 0 0,-1 1 1 0 0,1 0-1 0 0,-1 0 1 0 0,1 0-1 0 0,-1-1 0 0 0,0 1 1 0 0,0 0-17 0 0,0 1 1 0 0,-1-1-1 0 0,1 1 0 0 0,-1-1 1 0 0,1 1-1 0 0,0 0 0 0 0,-1-1 1 0 0,1 1-1 0 0,0 0 1 0 0,0 0-1 0 0,-1 0 0 0 0,1 0 1 0 0,0 0-1 0 0,-2 2 0 0 0,-1 2-73 0 0,0 0 0 0 0,0 0 0 0 0,0 0 0 0 0,0 0 0 0 0,1 1 0 0 0,0-1 0 0 0,0 1 0 0 0,0 0 0 0 0,1 0 0 0 0,0 0 0 0 0,0 0 0 0 0,-1 9 0 0 0,1 0-210 0 0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1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1 386 5529 0 0,'0'0'31'0'0,"1"1"0"0"0,-1-1 0 0 0,1 0 0 0 0,-1 1-1 0 0,1-1 1 0 0,0 0 0 0 0,-1 1 0 0 0,1-1 0 0 0,-1 0 0 0 0,1 1 0 0 0,0-1-1 0 0,-1 0 1 0 0,1 0 0 0 0,0 0 0 0 0,-1 0 0 0 0,1 0 0 0 0,0 0 0 0 0,-1 0-1 0 0,1 0 1 0 0,0 0 0 0 0,-1 0 0 0 0,1 0 0 0 0,0 0 0 0 0,25-2 162 0 0,-20 1 43 0 0,72-3 2188 0 0,104 7 1 0 0,144 11-113 0 0,-211-11-2014 0 0,28 0-179 0 0,236 18-180 0 0,-350-19 81 0 0,0-1 0 0 0,0-1-1 0 0,51-8 1 0 0,32 0 75 0 0,-108 8-60 0 0,-1 0 0 0 0,1 0 1 0 0,0 0-1 0 0,-1-1 0 0 0,1 1 1 0 0,0-1-1 0 0,-1 0 0 0 0,1 0 1 0 0,0 0-1 0 0,-1 0 0 0 0,0-1 1 0 0,1 1-1 0 0,-1-1 1 0 0,0 0-1 0 0,5-3 0 0 0,-4 4 633 0 0,-34 0 0 0 0,30 0-668 0 0,2-14 57 0 0,0 0-1 0 0,0 1 0 0 0,8-21 0 0 0,2-17 96 0 0,-8 27-138 0 0,-1-1 66 0 0,12-39 0 0 0,-14 59-173 0 0,1 0 0 0 0,1-1 0 0 0,-1 1 0 0 0,1 0-1 0 0,0 0 1 0 0,1 1 0 0 0,-1-1 0 0 0,1 1 0 0 0,0-1 0 0 0,1 1 0 0 0,5-5 0 0 0,-10 9 83 0 0,1 1 1 0 0,-1 0-1 0 0,0 0 1 0 0,0 0 0 0 0,0-1-1 0 0,0 1 1 0 0,1 0-1 0 0,-1 0 1 0 0,0 0-1 0 0,0 0 1 0 0,1-1-1 0 0,-1 1 1 0 0,0 0 0 0 0,0 0-1 0 0,0 0 1 0 0,1 0-1 0 0,-1 0 1 0 0,0 0-1 0 0,0 0 1 0 0,1 0-1 0 0,-1 0 1 0 0,0 0 0 0 0,0 0-1 0 0,1 0 1 0 0,-1 0-1 0 0,0 0 1 0 0,0 0-1 0 0,1 0 1 0 0,-1 0 0 0 0,0 0-1 0 0,0 0 1 0 0,1 0-1 0 0,-1 0 1 0 0,0 0-1 0 0,0 1 1 0 0,1-1-1 0 0,-1 0 1 0 0,0 0 0 0 0,0 0-1 0 0,0 0 1 0 0,1 1-1 0 0,-1-1 1 0 0,0 0-1 0 0,0 0 1 0 0,0 0-1 0 0,0 1 1 0 0,1-1 0 0 0,2 19 21 0 0,-6 29 416 0 0,3-42-414 0 0,-4 37 130 0 0,5 83 0 0 0,0-112-148 0 0,0 0 0 0 0,1-1 0 0 0,1 1 0 0 0,0-1 1 0 0,1 1-1 0 0,0-1 0 0 0,1 0 0 0 0,1-1 0 0 0,0 1 0 0 0,9 13 0 0 0,-14-25 6 0 0,-1 0-1 0 0,1 0 0 0 0,0 1 0 0 0,0-1 1 0 0,0 0-1 0 0,0 0 0 0 0,0 0 0 0 0,0 0 1 0 0,0 0-1 0 0,0 0 0 0 0,1-1 0 0 0,-1 1 0 0 0,0 0 1 0 0,0 0-1 0 0,1-1 0 0 0,-1 1 0 0 0,1-1 1 0 0,-1 1-1 0 0,0-1 0 0 0,1 0 0 0 0,-1 0 1 0 0,1 1-1 0 0,-1-1 0 0 0,1 0 0 0 0,1 0 1 0 0,-1-1-3 0 0,0 0 0 0 0,0 0 0 0 0,1 0 0 0 0,-1 0 0 0 0,0 0 0 0 0,0-1 0 0 0,0 1 0 0 0,0 0 0 0 0,0-1 0 0 0,-1 0 0 0 0,1 1 0 0 0,0-1 0 0 0,2-3 0 0 0,4-8-134 0 0,1 0 1 0 0,-2-1-1 0 0,11-23 1 0 0,-16 32 32 0 0,17-47-689 0 0,21-83 1 0 0,-26 82 592 0 0,33-85 1 0 0,-47 138 205 0 0,0-1 0 0 0,0 1 1 0 0,0 0-1 0 0,0-1 1 0 0,1 1-1 0 0,-1-1 0 0 0,0 1 1 0 0,0 0-1 0 0,0-1 1 0 0,0 1-1 0 0,1 0 1 0 0,-1-1-1 0 0,0 1 0 0 0,0 0 1 0 0,1-1-1 0 0,-1 1 1 0 0,0 0-1 0 0,0 0 0 0 0,1-1 1 0 0,-1 1-1 0 0,0 0 1 0 0,1 0-1 0 0,-1-1 1 0 0,1 1-1 0 0,-1 0 0 0 0,0 0 1 0 0,1 0-1 0 0,-1 0 1 0 0,1 0-1 0 0,-1 0 0 0 0,0 0 1 0 0,1-1-1 0 0,-1 1 1 0 0,1 0-1 0 0,-1 0 1 0 0,0 1-1 0 0,1-1 0 0 0,10 14 355 0 0,2 24 248 0 0,1 64-28 0 0,2 14-336 0 0,-13-102-226 0 0,1 0-1 0 0,0 0 0 0 0,1-1 1 0 0,0 1-1 0 0,14 23 0 0 0,-18-35-16 0 0,0 0-1 0 0,0-1 1 0 0,0 1-1 0 0,1 0 1 0 0,-1 0-1 0 0,0 0 0 0 0,1-1 1 0 0,0 1-1 0 0,-1-1 1 0 0,1 1-1 0 0,0-1 1 0 0,0 0-1 0 0,-1 0 0 0 0,1 0 1 0 0,0 0-1 0 0,0 0 1 0 0,0 0-1 0 0,1 0 1 0 0,2 0-1 0 0,-3-1 6 0 0,0 0 0 0 0,1 0 0 0 0,-1 0 0 0 0,0-1 0 0 0,0 1-1 0 0,0-1 1 0 0,0 0 0 0 0,0 1 0 0 0,0-1 0 0 0,0 0 0 0 0,0 0 0 0 0,0 0 0 0 0,-1 0 0 0 0,1-1 0 0 0,0 1-1 0 0,2-3 1 0 0,3-3 23 0 0,0-1-1 0 0,0-1 1 0 0,-1 1-1 0 0,0-1 1 0 0,0 0-1 0 0,7-18 0 0 0,27-81-113 0 0,-30 77 21 0 0,1 0 0 0 0,2 1 1 0 0,23-42-1 0 0,-35 70 31 0 0,0 0 0 0 0,1 0 0 0 0,-1 0 0 0 0,1 0 0 0 0,-1 0 0 0 0,1 0 1 0 0,-1 1-1 0 0,1-1 0 0 0,0 0 0 0 0,0 1 0 0 0,0 0 0 0 0,0-1 0 0 0,0 1 0 0 0,0 0 0 0 0,0 0 0 0 0,3-1 0 0 0,-4 2 21 0 0,0 0 0 0 0,-1 0-1 0 0,1 0 1 0 0,-1 0-1 0 0,1 0 1 0 0,-1 0 0 0 0,1 1-1 0 0,-1-1 1 0 0,1 0 0 0 0,0 0-1 0 0,-1 0 1 0 0,1 0 0 0 0,-1 1-1 0 0,1-1 1 0 0,-1 0-1 0 0,1 0 1 0 0,-1 1 0 0 0,0-1-1 0 0,1 0 1 0 0,-1 1 0 0 0,1-1-1 0 0,-1 1 1 0 0,0-1 0 0 0,1 1-1 0 0,-1 0 1 0 0,1 0 12 0 0,0 1 0 0 0,0 0 0 0 0,-1 0 0 0 0,1 0 1 0 0,0 0-1 0 0,-1 0 0 0 0,0 0 0 0 0,0 0 0 0 0,1-1 0 0 0,-1 5 1 0 0,-3 90 681 0 0,1 58 107 0 0,3-135-696 0 0,1-1-1 0 0,1 1 1 0 0,1-1 0 0 0,1 0-1 0 0,0 0 1 0 0,10 21 0 0 0,-15-38-72 0 0,0 0 0 0 0,0 0 0 0 0,0-1 0 0 0,1 1 0 0 0,-1 0 1 0 0,1 0-1 0 0,-1 0 0 0 0,0 0 0 0 0,1-1 0 0 0,-1 1 0 0 0,1 0 0 0 0,0-1 1 0 0,-1 1-1 0 0,1 0 0 0 0,0-1 0 0 0,-1 1 0 0 0,1-1 0 0 0,0 1 0 0 0,-1-1 1 0 0,1 1-1 0 0,0-1 0 0 0,0 1 0 0 0,1-1 0 0 0,-1 0-22 0 0,0 0 0 0 0,-1-1 0 0 0,1 1 0 0 0,0-1-1 0 0,0 1 1 0 0,-1-1 0 0 0,1 1 0 0 0,-1-1 0 0 0,1 0 0 0 0,-1 1-1 0 0,1-1 1 0 0,-1 0 0 0 0,1 1 0 0 0,-1-1 0 0 0,1 0 0 0 0,-1 0-1 0 0,0 1 1 0 0,1-1 0 0 0,-1 0 0 0 0,0-1 0 0 0,13-56-662 0 0,-12 47 494 0 0,5-25-527 0 0,-1 1 235 0 0,2 0 0 0 0,1 0 0 0 0,1 1 0 0 0,2 0 0 0 0,19-40 0 0 0,-30 73 437 0 0,0 0 0 0 0,1 0-1 0 0,-1 0 1 0 0,1 0 0 0 0,-1 0 0 0 0,1 1 0 0 0,-1-1 0 0 0,1 0-1 0 0,-1 0 1 0 0,1 0 0 0 0,0 1 0 0 0,0-1 0 0 0,-1 0 0 0 0,1 1-1 0 0,0-1 1 0 0,0 1 0 0 0,0-1 0 0 0,0 1 0 0 0,-1-1 0 0 0,1 1-1 0 0,2-1 1 0 0,-3 1 9 0 0,1 0-1 0 0,0 1 0 0 0,-1-1 1 0 0,1 0-1 0 0,-1 1 0 0 0,1-1 1 0 0,-1 1-1 0 0,1-1 0 0 0,-1 1 0 0 0,1-1 1 0 0,-1 1-1 0 0,1-1 0 0 0,-1 1 1 0 0,0 0-1 0 0,1-1 0 0 0,-1 1 1 0 0,0-1-1 0 0,0 1 0 0 0,1 0 1 0 0,-1-1-1 0 0,0 1 0 0 0,0 1 1 0 0,6 44 290 0 0,-7 3 145 0 0,0-11-1527 0 0,5 40-1 0 0,-3-63-3031 0 0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2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64 150 3225 0 0,'-8'3'403'0'0,"-27"9"-2222"0"0,34-12 1804 0 0,0 1 0 0 0,0-1-1 0 0,0 0 1 0 0,-1 1 0 0 0,1 0-1 0 0,0-1 1 0 0,0 1 0 0 0,0 0 0 0 0,0 0-1 0 0,0-1 1 0 0,0 1 0 0 0,0 0-1 0 0,1 0 1 0 0,-1 0 0 0 0,0 0-1 0 0,0 0 1 0 0,1 0 0 0 0,-1 0-1 0 0,0 1 1 0 0,1-1 0 0 0,-1 2-1 0 0,1-2 170 0 0,1-1 0 0 0,-1 1 0 0 0,1 0-1 0 0,-1-1 1 0 0,1 1 0 0 0,0 0 0 0 0,-1-1 0 0 0,1 1-1 0 0,0-1 1 0 0,0 1 0 0 0,-1-1 0 0 0,1 1 0 0 0,0-1-1 0 0,0 1 1 0 0,0-1 0 0 0,-1 0 0 0 0,1 0-1 0 0,0 1 1 0 0,0-1 0 0 0,0 0 0 0 0,0 0 0 0 0,0 0-1 0 0,0 0 1 0 0,0 0 0 0 0,-1 0 0 0 0,3 0-1 0 0,24-1 2390 0 0,349-45 4372 0 0,191 22-3304 0 0,62-34-2103 0 0,-123 4-520 0 0,-465 52-1417 0 0,87-8-5676 0 0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3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20 6449 0 0,'-1'-2'9'0'0,"0"1"1"0"0,0 0-1 0 0,0-1 0 0 0,0 1 0 0 0,-1 0 0 0 0,1 0 0 0 0,0 0 0 0 0,0 0 0 0 0,-1 0 0 0 0,1 0 0 0 0,-1 0 0 0 0,1 0 0 0 0,-1 0 0 0 0,1 1 0 0 0,-1-1 0 0 0,1 1 0 0 0,-1-1 0 0 0,0 1 1 0 0,1-1-1 0 0,-1 1 0 0 0,0 0 0 0 0,1 0 0 0 0,-1 0 0 0 0,0 0 0 0 0,1 0 0 0 0,-1 0 0 0 0,0 1 0 0 0,1-1 0 0 0,-4 1 0 0 0,3 0 80 0 0,1-1-1 0 0,-1 1 1 0 0,0-1-1 0 0,0 1 1 0 0,1-1 0 0 0,-1 1-1 0 0,1 0 1 0 0,-1 0-1 0 0,1 0 1 0 0,-1 0-1 0 0,1 0 1 0 0,0 0-1 0 0,-1 0 1 0 0,1 0-1 0 0,0 1 1 0 0,0-1 0 0 0,0 1-1 0 0,0-1 1 0 0,0 1-1 0 0,0-1 1 0 0,0 1-1 0 0,0-1 1 0 0,1 1-1 0 0,-1 0 1 0 0,0-1 0 0 0,1 1-1 0 0,-1 2 1 0 0,2-1 166 0 0,0 1 1 0 0,1-1 0 0 0,-1 1-1 0 0,1-1 1 0 0,-1 1 0 0 0,1-1-1 0 0,0 0 1 0 0,0 0 0 0 0,1 0 0 0 0,-1 0-1 0 0,1 0 1 0 0,-1 0 0 0 0,1-1-1 0 0,0 1 1 0 0,4 2 0 0 0,19 22 534 0 0,-21-19-706 0 0,-1-1 0 0 0,0 1 0 0 0,-1 0 0 0 0,0 0 0 0 0,0 0 0 0 0,-1 0 0 0 0,0 0 0 0 0,0 1 0 0 0,0 10 0 0 0,0 10 38 0 0,-4 42 0 0 0,0-5 54 0 0,28 273 633 0 0,-7-131-260 0 0,-22 54-189 0 0,0-2 36 0 0,8-215 12 0 0,13 50-1 0 0,-3-19 318 0 0,-15-68-495 0 0,0-8-247 0 0,0-1 0 0 0,0 1 0 0 0,0 0 0 0 0,0 0-1 0 0,0 0 1 0 0,1 0 0 0 0,-1 0 0 0 0,0 0 0 0 0,0 0 0 0 0,0 0 0 0 0,0 0 0 0 0,0 0 0 0 0,0 0 0 0 0,0 0 0 0 0,1 0 0 0 0,-1 0 0 0 0,0 0-1 0 0,0 0 1 0 0,0 0 0 0 0,0 0 0 0 0,0 0 0 0 0,0 0 0 0 0,0 0 0 0 0,0 0 0 0 0,1 0 0 0 0,-1 0 0 0 0,0 0 0 0 0,0 0 0 0 0,0 0 0 0 0,0 0 0 0 0,0 0-1 0 0,0 1 1 0 0,0-1 0 0 0,0 0 0 0 0,1 0 0 0 0,-1 0 0 0 0,0 0 0 0 0,0 0 0 0 0,0 0 0 0 0,0 0 0 0 0,0 0 0 0 0,0 0 0 0 0,0 0 0 0 0,0 1 0 0 0,0-1-1 0 0,0 0 1 0 0,0 0 0 0 0,0 0 0 0 0,0 0 0 0 0,0 0 0 0 0,0 0 0 0 0,0 0 0 0 0,0 1 0 0 0,0-1 0 0 0,0 0 0 0 0,0 0 0 0 0,0 0 0 0 0,0 0 0 0 0,0 0-1 0 0,0 0 1 0 0,0 0 0 0 0,0 1 0 0 0,0-1 0 0 0,0 0 0 0 0,0 0 0 0 0,0 0 0 0 0,0 0 0 0 0,0 0 0 0 0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4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53 2304 0 0,'-3'-6'396'0'0,"0"1"-1"0"0,0 0 0 0 0,0 0 0 0 0,-1 0 0 0 0,1 0 0 0 0,-1 1 0 0 0,-1-1 0 0 0,-7-6 0 0 0,12 11-364 0 0,-1 0 1 0 0,1 0-1 0 0,0 0 1 0 0,-1-1-1 0 0,1 1 1 0 0,-1 0-1 0 0,1 0 1 0 0,0 0-1 0 0,-1 0 1 0 0,1 0-1 0 0,-1 0 1 0 0,1 0-1 0 0,0 0 1 0 0,-1 0-1 0 0,1 0 1 0 0,0 0-1 0 0,-1 0 1 0 0,1 0-1 0 0,-1 0 1 0 0,1 1-1 0 0,0-1 1 0 0,-1 0-1 0 0,1 0 1 0 0,0 0-1 0 0,-1 0 1 0 0,1 1-1 0 0,0-1 1 0 0,-1 0-1 0 0,1 0 1 0 0,0 1-1 0 0,0-1 1 0 0,-1 0-1 0 0,1 1 0 0 0,0-1 1 0 0,0 0-1 0 0,0 1 1 0 0,-1-1-1 0 0,1 0 1 0 0,0 1-1 0 0,0-1 1 0 0,0 0-1 0 0,0 1 1 0 0,0-1-1 0 0,0 0 1 0 0,-1 1-1 0 0,1-1 1 0 0,0 1-1 0 0,0-1 1 0 0,0 1-1 0 0,0 0 8 0 0,0 0-1 0 0,0 0 0 0 0,0 0 0 0 0,-1 0 0 0 0,1 0 1 0 0,0 0-1 0 0,0 0 0 0 0,0 0 0 0 0,1 0 1 0 0,-1 0-1 0 0,0 0 0 0 0,0 0 0 0 0,0 0 1 0 0,1 0-1 0 0,-1 0 0 0 0,0-1 0 0 0,1 1 1 0 0,-1 0-1 0 0,1 0 0 0 0,-1 0 0 0 0,1 0 1 0 0,0 0-1 0 0,15 9 664 0 0,0-1 1 0 0,0 0 0 0 0,1-2-1 0 0,0 0 1 0 0,22 6-1 0 0,-9-3-222 0 0,2 0-3 0 0,2-1-1 0 0,-1-2 0 0 0,1-2 0 0 0,64 3 0 0 0,-93-8-464 0 0,34 4 277 0 0,-38-4-284 0 0,0 0-1 0 0,0 0 0 0 0,0 0 1 0 0,0 0-1 0 0,0 1 0 0 0,0-1 0 0 0,0 0 1 0 0,0 1-1 0 0,0-1 0 0 0,0 1 1 0 0,0-1-1 0 0,0 1 0 0 0,0-1 0 0 0,0 1 1 0 0,0-1-1 0 0,0 1 0 0 0,0 0 1 0 0,-1 0-1 0 0,1-1 0 0 0,0 1 0 0 0,-1 0 1 0 0,1 0-1 0 0,0 0 0 0 0,-1 0 1 0 0,1 0-1 0 0,-1 0 0 0 0,1 2 0 0 0,-1-2-25 0 0,-1 1 0 0 0,1 0-1 0 0,-1-1 1 0 0,1 1-1 0 0,-1 0 1 0 0,0-1-1 0 0,0 1 1 0 0,1-1 0 0 0,-1 1-1 0 0,0-1 1 0 0,-1 0-1 0 0,1 1 1 0 0,0-1 0 0 0,0 0-1 0 0,-1 0 1 0 0,1 0-1 0 0,-2 2 1 0 0,-30 18-625 0 0,22-14 472 0 0,-46 26 304 0 0,-2-3 1 0 0,-93 35-1 0 0,-12 5-253 0 0,146-61-165 0 0,1 0 1 0 0,1 1 0 0 0,0 1-1 0 0,0 1 1 0 0,-22 21-1 0 0,37-33 288 0 0,0 1 0 0 0,0 0 0 0 0,0-1 0 0 0,1 1-1 0 0,-1 0 1 0 0,0 0 0 0 0,1 0 0 0 0,-1-1-1 0 0,1 1 1 0 0,-1 0 0 0 0,1 0 0 0 0,-1 0-1 0 0,1 0 1 0 0,-1 0 0 0 0,1 0 0 0 0,0 0-1 0 0,0 0 1 0 0,-1 0 0 0 0,1 0 0 0 0,0 0-1 0 0,0 0 1 0 0,0 1 0 0 0,0-1 0 0 0,0 0 0 0 0,0 0-1 0 0,1 1 1 0 0,0 0 4 0 0,0-1-1 0 0,0 1 1 0 0,0-1 0 0 0,0 0 0 0 0,0 0-1 0 0,1 1 1 0 0,-1-1 0 0 0,0 0-1 0 0,1 0 1 0 0,-1 0 0 0 0,1 0 0 0 0,-1-1-1 0 0,1 1 1 0 0,2 1 0 0 0,7 1-88 0 0,0 0 1 0 0,1 0 0 0 0,17 2-1 0 0,103 0 1331 0 0,-17-2-631 0 0,-57-1-553 0 0,-44-3-25 0 0,0 1-1 0 0,0 1 0 0 0,-1 0 1 0 0,1 1-1 0 0,-1 0 0 0 0,20 6 1 0 0,-32-7-41 0 0,-1-1 0 0 0,1 0 0 0 0,0 1 0 0 0,0-1 0 0 0,0 0 0 0 0,-1 1 0 0 0,1-1 0 0 0,0 1 0 0 0,-1-1 0 0 0,1 1 0 0 0,0 0 0 0 0,-1-1 0 0 0,1 1 0 0 0,0 0 0 0 0,-1-1 0 0 0,1 1 0 0 0,-1 0 0 0 0,0 0 0 0 0,1 0 0 0 0,-1-1 0 0 0,0 1 0 0 0,1 0 0 0 0,-1 0 0 0 0,0 0 0 0 0,0 0 0 0 0,0 0 0 0 0,1-1 0 0 0,-1 1 0 0 0,-1 2 0 0 0,1 0-37 0 0,-1 0 0 0 0,0 0-1 0 0,0 0 1 0 0,0 0 0 0 0,0 0 0 0 0,0 0 0 0 0,-1-1 0 0 0,1 1 0 0 0,-3 3 0 0 0,-5 6-148 0 0,0-1 1 0 0,-19 18-1 0 0,-159 136-239 0 0,178-157 684 0 0,4-4-489 0 0,1-1-1 0 0,0 0 1 0 0,0 1 0 0 0,1 0-1 0 0,-1 0 1 0 0,-5 8 0 0 0,9-12 189 0 0,0 1 0 0 0,0-1 1 0 0,0 1-1 0 0,-1-1 0 0 0,1 0 0 0 0,0 1 1 0 0,0-1-1 0 0,0 1 0 0 0,0-1 1 0 0,0 1-1 0 0,0-1 0 0 0,0 1 1 0 0,0-1-1 0 0,0 1 0 0 0,0-1 0 0 0,0 1 1 0 0,0-1-1 0 0,1 1 0 0 0,-1-1 1 0 0,0 0-1 0 0,0 1 0 0 0,0-1 1 0 0,1 1-1 0 0,-1-1 0 0 0,0 0 0 0 0,0 1 1 0 0,1-1-1 0 0,-1 1 0 0 0,1 0 1 0 0,1 0-26 0 0,0 0 1 0 0,0 0-1 0 0,0 0 1 0 0,0 0-1 0 0,0-1 1 0 0,0 1-1 0 0,1 0 1 0 0,-1-1-1 0 0,0 1 1 0 0,4-1 0 0 0,61 6 212 0 0,-48-6-20 0 0,0 1 1 0 0,-1 1 0 0 0,0 1 0 0 0,0 0-1 0 0,0 2 1 0 0,0 0 0 0 0,24 10-1 0 0,-42-15-122 0 0,1 1-1 0 0,0-1 1 0 0,-1 0-1 0 0,1 1 0 0 0,-1-1 1 0 0,1 0-1 0 0,0 1 1 0 0,-1-1-1 0 0,1 1 1 0 0,-1-1-1 0 0,0 1 0 0 0,1-1 1 0 0,-1 1-1 0 0,1-1 1 0 0,-1 1-1 0 0,0-1 0 0 0,1 1 1 0 0,-1 0-1 0 0,0-1 1 0 0,1 1-1 0 0,-1 0 0 0 0,0-1 1 0 0,0 1-1 0 0,0 0 1 0 0,0-1-1 0 0,0 1 0 0 0,0 0 1 0 0,0-1-1 0 0,0 1 1 0 0,0 0-1 0 0,0-1 1 0 0,0 2-1 0 0,-1 1 94 0 0,0-1 1 0 0,0 0-1 0 0,0 1 0 0 0,-1-1 1 0 0,1 0-1 0 0,-1 0 0 0 0,1 0 1 0 0,-1 0-1 0 0,-2 3 0 0 0,-46 33 815 0 0,50-38-931 0 0,-19 13 20 0 0,8-8 11 0 0,2 1-1 0 0,-1 1 1 0 0,0 0 0 0 0,1 0-1 0 0,1 1 1 0 0,-1 0 0 0 0,1 0-1 0 0,1 1 1 0 0,-11 15 0 0 0,17-24-33 0 0,1 1 0 0 0,0 0 0 0 0,-1-1 0 0 0,1 1 0 0 0,0 0 0 0 0,-1 0 0 0 0,1 0 0 0 0,0-1 1 0 0,0 1-1 0 0,-1 0 0 0 0,1 0 0 0 0,0 0 0 0 0,0-1 0 0 0,0 1 0 0 0,0 0 0 0 0,0 0 0 0 0,0 0 0 0 0,1-1 0 0 0,-1 1 0 0 0,0 0 0 0 0,0 0 0 0 0,1 0 1 0 0,-1-1-1 0 0,0 1 0 0 0,1 0 0 0 0,-1 0 0 0 0,1 0 0 0 0,0 0-77 0 0,0 0 0 0 0,1 0 0 0 0,-1 0 0 0 0,0 0 1 0 0,1-1-1 0 0,-1 1 0 0 0,0 0 0 0 0,1-1 0 0 0,-1 1 0 0 0,1-1 0 0 0,-1 0 1 0 0,1 1-1 0 0,1-1 0 0 0,5 1-368 0 0,0-1 1 0 0,0 0-1 0 0,-1 0 1 0 0,12-3 0 0 0,0 2 236 0 0,0 0 0 0 0,0 2 0 0 0,-1 0 0 0 0,1 1 0 0 0,29 6 0 0 0,-45-7 183 0 0,14 2-13 0 0,-11-3 60 0 0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5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2 1840 0 0,'-3'0'210'0'0,"1"-1"0"0"0,0 1-1 0 0,0 0 1 0 0,0 0 0 0 0,-1-1-1 0 0,1 1 1 0 0,0 1 0 0 0,0-1-1 0 0,-1 0 1 0 0,1 0 0 0 0,0 1-1 0 0,0 0 1 0 0,0-1 0 0 0,0 1-1 0 0,0 0 1 0 0,0 0 0 0 0,0 0-1 0 0,0 0 1 0 0,0 0 0 0 0,0 0-1 0 0,0 1 1 0 0,1-1 0 0 0,-1 1-1 0 0,0-1 1 0 0,1 1 0 0 0,-1 0-1 0 0,1 0 1 0 0,0-1-1 0 0,0 1 1 0 0,-1 0 0 0 0,1 0-1 0 0,0 0 1 0 0,-1 4 0 0 0,-1 2 620 0 0,0 1 0 0 0,0-1 0 0 0,0 1 0 0 0,1-1 0 0 0,0 1 0 0 0,1 0 0 0 0,-1 14 0 0 0,-13 159 1549 0 0,-1 2-2080 0 0,35 76 413 0 0,-2-37-43 0 0,-16-196-551 0 0,-2 0 0 0 0,-5 32 0 0 0,5-50-29 0 0,-1 1 1 0 0,0-1-1 0 0,-1 0 1 0 0,1 0-1 0 0,-2 0 1 0 0,1-1-1 0 0,-2 1 1 0 0,1-1-1 0 0,-11 15 0 0 0,14-22-101 0 0,0 1-1 0 0,0-1 0 0 0,0 0 0 0 0,0 0 0 0 0,0 0 0 0 0,0 0 1 0 0,-1 0-1 0 0,1 0 0 0 0,0 0 0 0 0,-1 0 0 0 0,1 0 0 0 0,0-1 0 0 0,-1 1 1 0 0,-1 0-1 0 0,-8-4-3361 0 0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6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0 453 6793 0 0,'0'0'507'0'0,"21"-8"1538"0"0,24-1-1222 0 0,0 2-1 0 0,0 2 1 0 0,48 1 0 0 0,146 13 1006 0 0,-25-1-1639 0 0,204 23 1708 0 0,-389-28-1958 0 0,49-3-1 0 0,-57-2 1 0 0,0 2 0 0 0,0 1 0 0 0,0 0 0 0 0,41 9-1 0 0,-52-5-164 0 0,-10-4 207 0 0,0-1 0 0 0,1 1-1 0 0,-1-1 1 0 0,1 1 0 0 0,-1-1-1 0 0,0 0 1 0 0,1 1-1 0 0,-1-1 1 0 0,1 0 0 0 0,-1 0-1 0 0,1 1 1 0 0,-1-1-1 0 0,1 0 1 0 0,-1 0 0 0 0,1 0-1 0 0,-1 1 1 0 0,1-1 0 0 0,-1 0-1 0 0,1 0 1 0 0,-1 0-1 0 0,1 0 1 0 0,0 0 0 0 0,-1 0-1 0 0,1 0 1 0 0,-1 0 0 0 0,1 0-1 0 0,-1-1 1 0 0,1 1-1 0 0,-1 0 1 0 0,1 0 0 0 0,-1 0-1 0 0,1-1 1 0 0,-1 1 0 0 0,1 0-1 0 0,-1 0 1 0 0,1-1-1 0 0,-1 1 1 0 0,1 0 0 0 0,0-1-1 0 0,7-7-208 0 0,0 1 0 0 0,1 0-1 0 0,18-11 1 0 0,-17 12 80 0 0,0 0 0 0 0,-1 0 0 0 0,0-1 0 0 0,-1-1-1 0 0,0 1 1 0 0,8-10 0 0 0,17-29-135 0 0,-2-2 0 0 0,36-77-1 0 0,-61 113 355 0 0,0 2-1 0 0,1-1 0 0 0,12-15 1 0 0,-17 24-51 0 0,1-1 0 0 0,-1 1 0 0 0,1-1 0 0 0,-1 1 0 0 0,1 0 0 0 0,0 0 0 0 0,0 0 0 0 0,4-2 0 0 0,-6 4 2 0 0,1 0 0 0 0,-1-1 0 0 0,0 1 0 0 0,0 0 1 0 0,1-1-1 0 0,-1 1 0 0 0,0 0 0 0 0,0 0 0 0 0,1 0 0 0 0,-1 0 0 0 0,0 0 1 0 0,1 0-1 0 0,-1 1 0 0 0,0-1 0 0 0,0 0 0 0 0,1 1 0 0 0,-1-1 0 0 0,0 1 1 0 0,0-1-1 0 0,0 1 0 0 0,0-1 0 0 0,2 2 0 0 0,-1 0 53 0 0,-1-1-1 0 0,1 1 0 0 0,0 0 1 0 0,-1 0-1 0 0,1 0 0 0 0,-1 0 1 0 0,0 1-1 0 0,0-1 0 0 0,0 0 1 0 0,0 0-1 0 0,0 1 0 0 0,1 4 1 0 0,5 35 641 0 0,-4-23-373 0 0,-1-4-142 0 0,1 1 1 0 0,1-1 0 0 0,1 0-1 0 0,0-1 1 0 0,0 1 0 0 0,1-1 0 0 0,1 0-1 0 0,1 0 1 0 0,0-1 0 0 0,1 0-1 0 0,0 0 1 0 0,0-1 0 0 0,2 0 0 0 0,-1-1-1 0 0,16 12 1 0 0,-24-22-164 0 0,-1 1-1 0 0,1-1 1 0 0,0 0-1 0 0,0 0 1 0 0,-1 0 0 0 0,1-1-1 0 0,0 1 1 0 0,0 0 0 0 0,0-1-1 0 0,0 1 1 0 0,0-1-1 0 0,0 1 1 0 0,0-1 0 0 0,0 0-1 0 0,0 0 1 0 0,0 0-1 0 0,0 0 1 0 0,0 0 0 0 0,0-1-1 0 0,-1 1 1 0 0,4-1 0 0 0,-2-1-32 0 0,0 1 1 0 0,1-1 0 0 0,-1 0-1 0 0,0 0 1 0 0,0 0 0 0 0,0-1-1 0 0,-1 1 1 0 0,1-1 0 0 0,0 1-1 0 0,3-7 1 0 0,5-6-213 0 0,-2-1 0 0 0,0 0-1 0 0,12-30 1 0 0,-17 37 101 0 0,8-20-279 0 0,-3 5 230 0 0,1 0-1 0 0,1 0 1 0 0,1 1-1 0 0,1 0 1 0 0,1 1-1 0 0,27-31 1 0 0,-40 52 148 0 0,0-1 1 0 0,0 1-1 0 0,0 0 1 0 0,0 0 0 0 0,1-1-1 0 0,-1 1 1 0 0,0 0-1 0 0,1 0 1 0 0,-1 0-1 0 0,0 0 1 0 0,1 1 0 0 0,0-1-1 0 0,-1 0 1 0 0,1 1-1 0 0,-1-1 1 0 0,1 1 0 0 0,0-1-1 0 0,-1 1 1 0 0,1 0-1 0 0,0-1 1 0 0,-1 1-1 0 0,1 0 1 0 0,0 0 0 0 0,0 1-1 0 0,-1-1 1 0 0,1 0-1 0 0,0 0 1 0 0,-1 1-1 0 0,1-1 1 0 0,0 1 0 0 0,-1-1-1 0 0,1 1 1 0 0,-1 0-1 0 0,1 0 1 0 0,-1 0 0 0 0,1 0-1 0 0,-1 0 1 0 0,0 0-1 0 0,1 0 1 0 0,-1 0-1 0 0,0 0 1 0 0,0 1 0 0 0,0-1-1 0 0,2 2 1 0 0,4 9 202 0 0,0 0 0 0 0,0 0 0 0 0,-2 0 0 0 0,9 24 1 0 0,-4-11 85 0 0,40 73 33 0 0,7 19-262 0 0,-57-123 11 0 0,0 1 0 0 0,0 0-1 0 0,1-1 1 0 0,-1 1 0 0 0,1 0 0 0 0,0 0 0 0 0,3-6-1 0 0,14-56-1146 0 0,-14 56 1045 0 0,2-11-181 0 0,7-24-99 0 0,2 1 0 0 0,1 1 0 0 0,23-43 0 0 0,-38 85 269 0 0,0 1 1 0 0,0-1-1 0 0,-1 1 1 0 0,1-1 0 0 0,1 1-1 0 0,-1-1 1 0 0,0 1 0 0 0,0-1-1 0 0,0 1 1 0 0,1 0 0 0 0,-1 0-1 0 0,0 0 1 0 0,1-1-1 0 0,0 1 1 0 0,-1 1 0 0 0,1-1-1 0 0,-1 0 1 0 0,1 0 0 0 0,0 1-1 0 0,0-1 1 0 0,-1 1-1 0 0,1-1 1 0 0,0 1 0 0 0,3-1-1 0 0,-3 2 32 0 0,0-1-1 0 0,-1 1 1 0 0,1 0 0 0 0,0-1-1 0 0,-1 1 1 0 0,1 0-1 0 0,-1 0 1 0 0,1 0-1 0 0,-1 0 1 0 0,0 0 0 0 0,1 1-1 0 0,-1-1 1 0 0,0 0-1 0 0,0 1 1 0 0,0-1-1 0 0,0 1 1 0 0,0-1 0 0 0,0 1-1 0 0,0-1 1 0 0,0 1-1 0 0,-1 0 1 0 0,1-1-1 0 0,0 1 1 0 0,-1 0 0 0 0,1 1-1 0 0,61 307 2672 0 0,-52-248-2571 0 0,-8-44-58 0 0,-2-14-22 0 0,0 0 0 0 0,0 0-1 0 0,1 0 1 0 0,0 0-1 0 0,-1 0 1 0 0,3 5 0 0 0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7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0 186 9674 0 0,'4'-3'240'0'0,"0"0"0"0"0,0 1 0 0 0,0-1 0 0 0,1 1 0 0 0,-1 0 0 0 0,7-2 0 0 0,-7 2-130 0 0,39-16 249 0 0,1 3-1 0 0,86-20 1 0 0,97 2 2383 0 0,61 25 339 0 0,-9 0-1473 0 0,-224 4-1539 0 0,101-13-1386 0 0,-123 12-1539 0 0,34-11 0 0 0,-52 11-2009 0 0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2761 0 0,'5'124'7080'0'0,"0"61"-5198"0"0,4 143 350 0 0,-1 37-432 0 0,-11-315-1608 0 0,3 0 0 0 0,2 1 0 0 0,16 97 1 0 0,-13-131-1856 0 0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0 6913 0 0,'-3'2'-119'0'0,"-1"0"0"0"0,1 1-1 0 0,-1-1 1 0 0,1 1 0 0 0,0-1-1 0 0,-1 1 1 0 0,2 0-1 0 0,-1 0 1 0 0,0 1 0 0 0,-4 5-1 0 0,7-8 53 0 0,0 0-1 0 0,-1 0 0 0 0,1-1 1 0 0,-1 1-1 0 0,1 0 1 0 0,0 0-1 0 0,0 0 1 0 0,-1 0-1 0 0,1 0 1 0 0,0 0-1 0 0,0 0 0 0 0,0 0 1 0 0,0 0-1 0 0,0 0 1 0 0,0 0-1 0 0,0 0 1 0 0,1 0-1 0 0,-1 0 1 0 0,1 2-1 0 0,0-2 123 0 0,-1 0 0 0 0,1 0-1 0 0,0 0 1 0 0,1 1 0 0 0,-1-1 0 0 0,0 0-1 0 0,0-1 1 0 0,0 1 0 0 0,1 0 0 0 0,-1 0-1 0 0,0 0 1 0 0,1-1 0 0 0,-1 1-1 0 0,0-1 1 0 0,1 1 0 0 0,-1-1 0 0 0,3 1-1 0 0,16 2 570 0 0,0 0 0 0 0,0-2-1 0 0,0 0 1 0 0,0-1-1 0 0,23-4 1 0 0,7 1 514 0 0,-14 2-202 0 0,-1-1-522 0 0,45 4 1 0 0,-71-2-479 0 0,0 2-1 0 0,0-1 1 0 0,0 1 0 0 0,0 0-1 0 0,-1 1 1 0 0,1 0 0 0 0,-1 0 0 0 0,1 1-1 0 0,-1 0 1 0 0,9 6 0 0 0,-16-9 38 0 0,0 0 0 0 0,1 0 0 0 0,-1 0 0 0 0,0 0 0 0 0,0 0 0 0 0,0 0 0 0 0,1 1 0 0 0,-1-1 0 0 0,0 0 0 0 0,-1 1 0 0 0,1-1 0 0 0,0 1 0 0 0,0-1 0 0 0,-1 1 0 0 0,1 0 0 0 0,-1-1 0 0 0,1 1 0 0 0,-1-1 0 0 0,0 1 0 0 0,1 0 0 0 0,-1 0 0 0 0,0-1 0 0 0,0 4 0 0 0,-1-1 1 0 0,0 0-1 0 0,0-1 0 0 0,0 1 0 0 0,-1-1 1 0 0,1 1-1 0 0,-1-1 0 0 0,0 1 0 0 0,0-1 1 0 0,0 0-1 0 0,-4 4 0 0 0,-5 5 32 0 0,0 0 1 0 0,-2 0-1 0 0,-23 17 0 0 0,-40 20 734 0 0,56-38-539 0 0,1 1 0 0 0,0 0 0 0 0,1 2-1 0 0,0 0 1 0 0,-29 31 0 0 0,46-44-201 0 0,0 0 0 0 0,1-1 1 0 0,-1 1-1 0 0,0-1 0 0 0,1 1 1 0 0,-1 0-1 0 0,1 0 1 0 0,-1-1-1 0 0,1 1 0 0 0,0 0 1 0 0,-1 0-1 0 0,1 0 0 0 0,0 0 1 0 0,-1-1-1 0 0,1 1 1 0 0,0 0-1 0 0,0 0 0 0 0,0 0 1 0 0,0 0-1 0 0,0 0 0 0 0,0 0 1 0 0,0 0-1 0 0,0 0 0 0 0,0-1 1 0 0,0 2-1 0 0,1-1-19 0 0,0 0 0 0 0,0-1 0 0 0,-1 1 0 0 0,1 0 0 0 0,0-1 0 0 0,0 1 0 0 0,0-1 1 0 0,0 1-1 0 0,0-1 0 0 0,0 0 0 0 0,0 1 0 0 0,0-1 0 0 0,0 0 0 0 0,0 0 0 0 0,0 0 0 0 0,0 0 0 0 0,0 0 0 0 0,1 0 0 0 0,10 0-235 0 0,1-1 0 0 0,20-5 0 0 0,-26 5 240 0 0,14-3-105 0 0,-13 2 267 0 0,0 0 1 0 0,0 0-1 0 0,0 1 0 0 0,0 0 0 0 0,0 1 0 0 0,12 0 1 0 0,-20 1-132 0 0,0-1 1 0 0,1 0 0 0 0,-1 0-1 0 0,0 1 1 0 0,0-1 0 0 0,1 0-1 0 0,-1 1 1 0 0,0-1 0 0 0,0 0-1 0 0,0 1 1 0 0,1-1 0 0 0,-1 0-1 0 0,0 1 1 0 0,0-1 0 0 0,0 1-1 0 0,0-1 1 0 0,0 0 0 0 0,0 1 0 0 0,0-1-1 0 0,0 1 1 0 0,0-1 0 0 0,0 0-1 0 0,0 1 1 0 0,0-1 0 0 0,0 1-1 0 0,0-1 1 0 0,0 0 0 0 0,0 1-1 0 0,-1-1 1 0 0,1 0 0 0 0,0 1-1 0 0,0-1 1 0 0,0 0 0 0 0,-1 1-1 0 0,1-1 1 0 0,0 0 0 0 0,0 1-1 0 0,-1-1 1 0 0,1 0 0 0 0,0 0-1 0 0,0 1 1 0 0,-1-1 0 0 0,1 0 0 0 0,0 0-1 0 0,-1 0 1 0 0,0 1 0 0 0,-13 15 235 0 0,-55 40-391 0 0,-18 16-150 0 0,79-64 337 0 0,0 0 0 0 0,0 1-1 0 0,1 0 1 0 0,0 1 0 0 0,0-1-1 0 0,1 1 1 0 0,-5 13 0 0 0,9-20-52 0 0,1-1 1 0 0,0 1-1 0 0,0-1 0 0 0,0 1 1 0 0,0-1-1 0 0,1 1 0 0 0,-1 0 1 0 0,1-1-1 0 0,0 1 1 0 0,0 0-1 0 0,0-1 0 0 0,0 1 1 0 0,0 0-1 0 0,0-1 0 0 0,1 1 1 0 0,-1 0-1 0 0,1-1 1 0 0,0 1-1 0 0,-1 0 0 0 0,1-1 1 0 0,2 4-1 0 0,-1-4-37 0 0,0 0 0 0 0,0 0 0 0 0,0 0-1 0 0,1-1 1 0 0,-1 1 0 0 0,0-1 0 0 0,1 1 0 0 0,-1-1-1 0 0,1 0 1 0 0,-1 0 0 0 0,1 0 0 0 0,0 0 0 0 0,0 0 0 0 0,-1 0-1 0 0,1-1 1 0 0,0 0 0 0 0,0 1 0 0 0,0-1 0 0 0,-1 0-1 0 0,4-1 1 0 0,44 0-276 0 0,-27-1 549 0 0,-1 2-1 0 0,0 0 0 0 0,32 5 0 0 0,-48-4-248 0 0,0 0 1 0 0,0 1-1 0 0,0-1 0 0 0,-1 1 1 0 0,1 1-1 0 0,-1-1 0 0 0,1 1 1 0 0,-1 0-1 0 0,0 0 0 0 0,0 0 1 0 0,0 1-1 0 0,-1 0 0 0 0,1 0 1 0 0,-1 0-1 0 0,0 0 0 0 0,0 1 1 0 0,5 7-1 0 0,-8-11-54 0 0,0 0 1 0 0,-1 1-1 0 0,1-1 1 0 0,0 0-1 0 0,-1 0 1 0 0,1 0-1 0 0,-1 0 1 0 0,1 1-1 0 0,-1-1 1 0 0,0 0-1 0 0,1 0 1 0 0,-1 1-1 0 0,0-1 1 0 0,0 0-1 0 0,0 1 1 0 0,0-1-1 0 0,0 0 1 0 0,0 0-1 0 0,0 1 1 0 0,0-1-1 0 0,-1 0 1 0 0,1 1-1 0 0,-1-1 1 0 0,1 0-1 0 0,-1 0 0 0 0,1 0 1 0 0,-1 1-1 0 0,1-1 1 0 0,-1 0-1 0 0,0 0 1 0 0,0 0-1 0 0,0 0 1 0 0,1 0-1 0 0,-1 0 1 0 0,0 0-1 0 0,0-1 1 0 0,0 1-1 0 0,-3 1 1 0 0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9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 8754 0 0,'0'0'30'0'0,"-1"0"0"0"0,1 0 0 0 0,-1 0 0 0 0,1 0 1 0 0,0 0-1 0 0,-1 0 0 0 0,1 0 0 0 0,0 0 0 0 0,-1 0 0 0 0,1 0 1 0 0,-1 0-1 0 0,1 0 0 0 0,0 0 0 0 0,-1 0 0 0 0,1 0 0 0 0,0 1 0 0 0,-1-1 1 0 0,1 0-1 0 0,0 0 0 0 0,-1 0 0 0 0,1 0 0 0 0,0 1 0 0 0,-1-1 1 0 0,1 0-1 0 0,0 1 0 0 0,0-1 0 0 0,-1 0 0 0 0,1 1 0 0 0,-4 4 129 0 0,6-1 584 0 0,1 9 291 0 0,0-1 0 0 0,0 0 1 0 0,-1 0-1 0 0,0 26 0 0 0,6 284 1221 0 0,7-106-1483 0 0,1 26-407 0 0,-30 233 1408 0 0,13-466-1717 0 0,0-1 1 0 0,-1 1-1 0 0,1-1 1 0 0,-5 13-1 0 0,4-15-44 0 0,0 0-1 0 0,0 0 1 0 0,1 0-1 0 0,-1 1 1 0 0,2-1 0 0 0,-1 1-1 0 0,1-1 1 0 0,0 13 0 0 0,1-18-56 0 0,-1 0 0 0 0,0 1 0 0 0,0-1 0 0 0,1 0 0 0 0,-1 0 1 0 0,1 0-1 0 0,-1 0 0 0 0,1 0 0 0 0,-1 0 0 0 0,1 0 1 0 0,0 0-1 0 0,-1 0 0 0 0,1-1 0 0 0,0 1 0 0 0,0 0 0 0 0,1 1 1 0 0,3 2-1018 0 0,-5-3 1037 0 0,0-1 77 0 0,0 2-48 0 0,1-1-1 0 0,0 1 1 0 0,0-1-1 0 0,-1 1 1 0 0,1-1 0 0 0,0 0-1 0 0,0 1 1 0 0,0-1-1 0 0,0 0 1 0 0,0 0 0 0 0,1 0-1 0 0,0 1 1 0 0,0 0-1 0 0,4 7-78 0 0,-1 0 0 0 0,0 1-1 0 0,-1-1 1 0 0,0 1 0 0 0,0 0-1 0 0,3 15 1 0 0,-3-11 274 0 0,-2-4 37 0 0,1 0-1 0 0,-2 1 0 0 0,1-1 1 0 0,-1 16-1 0 0,-3 9-2404 0 0,-5 37-1 0 0,0-16-725 0 0,6-32 2221 0 0,2-12 102 0 0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1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4 466 7370 0 0,'0'1'25'0'0,"0"-1"1"0"0,0 0 0 0 0,0 0 0 0 0,-1 0 0 0 0,1 0 0 0 0,0 0 0 0 0,0 0 0 0 0,0 0-1 0 0,0 0 1 0 0,0 0 0 0 0,0 0 0 0 0,0 0 0 0 0,-1-1 0 0 0,1 1 0 0 0,0 0 0 0 0,0 0 0 0 0,0 0-1 0 0,0 0 1 0 0,0 0 0 0 0,0 0 0 0 0,0 0 0 0 0,0 0 0 0 0,-1 0 0 0 0,1 0 0 0 0,0 0-1 0 0,0 0 1 0 0,0 0 0 0 0,0-1 0 0 0,0 1 0 0 0,0 0 0 0 0,0 0 0 0 0,0 0 0 0 0,0 0-1 0 0,0 0 1 0 0,0 0 0 0 0,0 0 0 0 0,0 0 0 0 0,0-1 0 0 0,0 1 0 0 0,0 0 0 0 0,0 0-1 0 0,0 0 1 0 0,0 0 0 0 0,0 0 0 0 0,0 0 0 0 0,0 0 0 0 0,0-1 0 0 0,0 1 0 0 0,0 0 0 0 0,0 0-1 0 0,0 0 1 0 0,0 0 0 0 0,0 0 0 0 0,0 0 0 0 0,0 0 0 0 0,0-1 0 0 0,0 1 0 0 0,0 0-1 0 0,0 0 1 0 0,0 0 0 0 0,1 0 0 0 0,14-7-27 0 0,17 3 629 0 0,1 2 1 0 0,0 1 0 0 0,39 3-1 0 0,31 1 1352 0 0,53-9 312 0 0,210 1-274 0 0,-266 7-1736 0 0,0-5-1 0 0,151-24 0 0 0,-240 25-347 0 0,0 0-23 0 0,1 0 1 0 0,0 0-1 0 0,0 1 1 0 0,0 0-1 0 0,0 1 1 0 0,0 0-1 0 0,0 1 1 0 0,20 5-1 0 0,-31-6 31 0 0,-1 0 0 0 0,1 0 0 0 0,-1 0-1 0 0,0 0 1 0 0,1 1 0 0 0,-1-1-1 0 0,1 0 1 0 0,-1 0 0 0 0,1 1-1 0 0,-1-1 1 0 0,0 0 0 0 0,1 1-1 0 0,-1-1 1 0 0,0 0 0 0 0,1 1-1 0 0,-1-1 1 0 0,0 1 0 0 0,1-1-1 0 0,-1 0 1 0 0,0 1 0 0 0,0-1-1 0 0,0 1 1 0 0,1-1 0 0 0,-1 1 0 0 0,0-1-1 0 0,0 1 1 0 0,0-1 0 0 0,0 1-1 0 0,0-1 1 0 0,0 1 0 0 0,0-1-1 0 0,0 1 1 0 0,0-1 0 0 0,0 1-1 0 0,0-1 1 0 0,0 1 0 0 0,-10 16-2727 0 0,10-10 6036 0 0,41-16-2789 0 0,1 2 0 0 0,57-2 0 0 0,88 6 1752 0 0,-130 4-1949 0 0,21 2-337 0 0,-68-6-331 0 0,-17-4-371 0 0,6 7 723 0 0,-1-1-1 0 0,1 0 1 0 0,0 1 0 0 0,0-1 0 0 0,0 0-1 0 0,0 0 1 0 0,1 0 0 0 0,-1 0 0 0 0,0 0-1 0 0,0 0 1 0 0,1 0 0 0 0,-1 0 0 0 0,0 0 0 0 0,1 0-1 0 0,-1 0 1 0 0,0-2 0 0 0,5-53 42 0 0,2 0 1 0 0,3 0 0 0 0,21-72-1 0 0,-30 126 26 0 0,1 0-1 0 0,-1 0 1 0 0,1 0-1 0 0,0 0 0 0 0,-1 0 1 0 0,1 0-1 0 0,0 0 1 0 0,0 1-1 0 0,0-1 0 0 0,0 0 1 0 0,0 0-1 0 0,3-2 1 0 0,-4 4-22 0 0,0 0 1 0 0,1 0-1 0 0,-1 0 1 0 0,0 0-1 0 0,0 0 1 0 0,0 0-1 0 0,1 0 1 0 0,-1 0 0 0 0,0 0-1 0 0,0 0 1 0 0,0 0-1 0 0,1 0 1 0 0,-1 0-1 0 0,0 0 1 0 0,0 0-1 0 0,0 0 1 0 0,1 0 0 0 0,-1 0-1 0 0,0 0 1 0 0,0 0-1 0 0,0 0 1 0 0,0 1-1 0 0,1-1 1 0 0,-1 0-1 0 0,0 0 1 0 0,0 0 0 0 0,0 0-1 0 0,0 0 1 0 0,1 1-1 0 0,-1-1 1 0 0,0 0-1 0 0,0 0 1 0 0,0 0-1 0 0,0 0 1 0 0,0 1 0 0 0,0-1-1 0 0,0 0 1 0 0,6 19-187 0 0,7 128 693 0 0,-10-92-167 0 0,2-1 1 0 0,14 61-1 0 0,-15-99-319 0 0,0-1 0 0 0,1 0 0 0 0,1 0 0 0 0,0 0 0 0 0,12 18 0 0 0,-18-32-13 0 0,0-1-1 0 0,1 0 1 0 0,-1 0-1 0 0,0 1 1 0 0,0-1-1 0 0,0 0 1 0 0,1 0-1 0 0,-1 1 1 0 0,0-1 0 0 0,0 0-1 0 0,1 0 1 0 0,-1 0-1 0 0,0 1 1 0 0,0-1-1 0 0,1 0 1 0 0,-1 0-1 0 0,0 0 1 0 0,0 0-1 0 0,1 0 1 0 0,-1 0-1 0 0,0 0 1 0 0,1 0 0 0 0,-1 0-1 0 0,0 0 1 0 0,1 0-1 0 0,-1 0 1 0 0,0 0-1 0 0,1 0 1 0 0,-1 0-1 0 0,0 0 1 0 0,1 0-1 0 0,-1 0 1 0 0,0 0-1 0 0,0 0 1 0 0,1 0 0 0 0,-1-1-1 0 0,11-11 211 0 0,3-18 154 0 0,-14 29-365 0 0,60-203-513 0 0,-8 18-111 0 0,-45 167 579 0 0,19-49 1 0 0,-23 62-6 0 0,0 0 1 0 0,0 0-1 0 0,0 1 1 0 0,1-1-1 0 0,0 1 1 0 0,0 0-1 0 0,1 0 1 0 0,6-7 0 0 0,-10 12 39 0 0,-1 0-1 0 0,1-1 1 0 0,-1 1 0 0 0,1-1 0 0 0,-1 1 0 0 0,1 0 0 0 0,0-1 0 0 0,-1 1 0 0 0,1 0 0 0 0,0 0 0 0 0,-1 0 0 0 0,1-1 0 0 0,0 1 0 0 0,-1 0 0 0 0,1 0 0 0 0,0 0 0 0 0,-1 0 0 0 0,1 0 0 0 0,0 0 0 0 0,-1 0 0 0 0,1 0 0 0 0,0 0-1 0 0,-1 1 1 0 0,1-1 0 0 0,0 0 0 0 0,-1 0 0 0 0,1 1 0 0 0,0-1 0 0 0,-1 0 0 0 0,1 1 0 0 0,-1-1 0 0 0,1 0 0 0 0,-1 1 0 0 0,1-1 0 0 0,-1 1 0 0 0,1-1 0 0 0,-1 1 0 0 0,1-1 0 0 0,-1 1 0 0 0,0 0 0 0 0,1-1 0 0 0,-1 1 0 0 0,0-1 0 0 0,1 1-1 0 0,-1 0 1 0 0,0-1 0 0 0,0 1 0 0 0,1 1 0 0 0,9 38 457 0 0,-8-32-237 0 0,17 104 363 0 0,14 57 177 0 0,-28-148-745 0 0,-4-14 5 0 0,1 0 1 0 0,-1 0 0 0 0,1 0 0 0 0,0 0 0 0 0,1-1-1 0 0,0 1 1 0 0,0-1 0 0 0,0 0 0 0 0,1 0 0 0 0,-1 0-1 0 0,7 6 1 0 0,-9-11 2 0 0,0-1-1 0 0,1 1 0 0 0,-1-1 0 0 0,0 1 1 0 0,0-1-1 0 0,1 0 0 0 0,-1 0 1 0 0,0 0-1 0 0,1 0 0 0 0,-1 0 1 0 0,0 0-1 0 0,1 0 0 0 0,-1 0 0 0 0,0 0 1 0 0,1-1-1 0 0,-1 1 0 0 0,0 0 1 0 0,0-1-1 0 0,1 1 0 0 0,-1-1 1 0 0,0 0-1 0 0,0 1 0 0 0,0-1 0 0 0,0 0 1 0 0,0 0-1 0 0,0 1 0 0 0,0-1 1 0 0,0 0-1 0 0,0 0 0 0 0,1-2 1 0 0,29-32-920 0 0,-30 33 846 0 0,61-98-1422 0 0,-2 2 1378 0 0,-52 87 128 0 0,0 1 0 0 0,1-1 0 0 0,0 2 0 0 0,1-1 1 0 0,-1 1-1 0 0,15-9 0 0 0,-22 16-25 0 0,0 1 0 0 0,0-1 0 0 0,0 1 0 0 0,0 0 0 0 0,0 0 0 0 0,0 0 0 0 0,0 0 0 0 0,0 0 0 0 0,0 0 0 0 0,0 1 0 0 0,0-1 0 0 0,0 1 0 0 0,1 0 0 0 0,-1-1 1 0 0,0 1-1 0 0,0 0 0 0 0,1 0 0 0 0,-1 0 0 0 0,0 0 0 0 0,0 1 0 0 0,1-1 0 0 0,-1 1 0 0 0,0-1 0 0 0,0 1 0 0 0,0 0 0 0 0,0 0 0 0 0,0 0 0 0 0,0 0 0 0 0,0 0 0 0 0,0 0 0 0 0,0 1 0 0 0,0-1 0 0 0,-1 1 0 0 0,1-1 0 0 0,0 1 0 0 0,-1-1 1 0 0,0 1-1 0 0,3 3 0 0 0,3 8 157 0 0,0 0 1 0 0,0 0-1 0 0,-1 1 1 0 0,-1 0 0 0 0,4 15-1 0 0,5 12 403 0 0,-3-16-345 0 0,1 0 1 0 0,2-1-1 0 0,0 0 1 0 0,34 43-1 0 0,-47-66-227 0 0,0 0-1 0 0,0 0 0 0 0,0 0 1 0 0,0 0-1 0 0,0 0 0 0 0,0-1 0 0 0,0 1 1 0 0,0 0-1 0 0,1-1 0 0 0,-1 1 0 0 0,0 0 1 0 0,0-1-1 0 0,1 1 0 0 0,-1-1 1 0 0,0 0-1 0 0,1 1 0 0 0,-1-1 0 0 0,0 0 1 0 0,1 0-1 0 0,-1 0 0 0 0,0 0 0 0 0,1 0 1 0 0,1 0-1 0 0,0-1-51 0 0,0 0 1 0 0,0 0-1 0 0,-1-1 0 0 0,1 1 1 0 0,-1 0-1 0 0,1-1 0 0 0,-1 0 1 0 0,1 1-1 0 0,-1-1 0 0 0,3-4 1 0 0,4-3-260 0 0,-1-1 0 0 0,0 0 0 0 0,12-23 0 0 0,-11 14-407 0 0,0 0 0 0 0,-2-1 0 0 0,0-1 0 0 0,4-23 0 0 0,-5 21-715 0 0,0 1 0 0 0,19-43 0 0 0,-25 64 1331 0 0,0 1-1 0 0,0-1 1 0 0,1 0 0 0 0,-1 0-1 0 0,0 1 1 0 0,1-1-1 0 0,-1 0 1 0 0,0 1 0 0 0,1-1-1 0 0,-1 0 1 0 0,1 1-1 0 0,-1-1 1 0 0,1 1 0 0 0,0-1-1 0 0,-1 1 1 0 0,1-1-1 0 0,-1 1 1 0 0,1-1 0 0 0,0 1-1 0 0,-1-1 1 0 0,1 1-1 0 0,0 0 1 0 0,0 0-1 0 0,-1-1 1 0 0,1 1 0 0 0,0 0-1 0 0,1 0 1 0 0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2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10138 0 0,'273'4'7026'0'0,"63"7"-3330"0"0,-170 3-3018 0 0,-65-4-332 0 0,144-3 0 0 0,-202-9-214 0 0,-8 2-198 0 0,0-3 1 0 0,0 0 0 0 0,61-15 0 0 0,-86 14-1629 0 0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3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7 202 2761 0 0,'-1'-2'182'0'0,"0"0"1"0"0,0-1-1 0 0,0 1 1 0 0,1-1-1 0 0,-1 1 1 0 0,1-1-1 0 0,-1 1 1 0 0,1-1-1 0 0,0 1 1 0 0,0-1-1 0 0,0 1 1 0 0,0-1-1 0 0,0 0 1 0 0,1 1-1 0 0,-1-1 1 0 0,1 1-1 0 0,1-4 1 0 0,20-46 1568 0 0,-16 39-1114 0 0,5-19 356 0 0,-10 26-585 0 0,1 0 1 0 0,0 0-1 0 0,0 0 1 0 0,1 0-1 0 0,-1 1 0 0 0,1-1 1 0 0,0 1-1 0 0,5-6 1 0 0,-9 36 692 0 0,-1 56 148 0 0,16 149-1 0 0,-1-52-607 0 0,-8-44-448 0 0,-2 7 217 0 0,35 227 1 0 0,18-147 375 0 0,-7-29 475 0 0,-21-38-1428 0 0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4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0 6913 0 0,'-2'1'10'0'0,"-1"-1"0"0"0,1 0-1 0 0,0 1 1 0 0,0 0-1 0 0,-1 0 1 0 0,1-1-1 0 0,0 1 1 0 0,0 1-1 0 0,0-1 1 0 0,0 0-1 0 0,0 0 1 0 0,0 1-1 0 0,0-1 1 0 0,1 1-1 0 0,-1 0 1 0 0,1-1-1 0 0,-1 1 1 0 0,1 0-1 0 0,-1 0 1 0 0,-1 4 0 0 0,3-6 1 0 0,1 1 0 0 0,-1-1 0 0 0,0 1 0 0 0,1-1 0 0 0,-1 1 0 0 0,0-1 0 0 0,1 0 0 0 0,-1 1 0 0 0,1-1 0 0 0,-1 1 0 0 0,1-1 0 0 0,-1 0 0 0 0,1 0 0 0 0,-1 1 0 0 0,1-1 0 0 0,-1 0 0 0 0,1 0 0 0 0,-1 1 0 0 0,1-1 0 0 0,0 0 0 0 0,-1 0 0 0 0,1 0 0 0 0,-1 0 0 0 0,1 0 0 0 0,-1 0 0 0 0,1 0 0 0 0,1 0 0 0 0,21 0 550 0 0,-19 0-417 0 0,48-1 2250 0 0,78 3-314 0 0,-113-1-2081 0 0,-1 1 1 0 0,0 1 0 0 0,-1 1 0 0 0,1 0 0 0 0,27 11 0 0 0,-42-15 7 0 0,0 0-1 0 0,0 0 1 0 0,-1 0-1 0 0,1 1 1 0 0,0-1-1 0 0,-1 0 1 0 0,1 0-1 0 0,0 1 1 0 0,-1-1 0 0 0,1 0-1 0 0,0 1 1 0 0,-1-1-1 0 0,1 1 1 0 0,0-1-1 0 0,-1 1 1 0 0,1-1-1 0 0,-1 1 1 0 0,1-1 0 0 0,-1 1-1 0 0,1 0 1 0 0,-1-1-1 0 0,0 1 1 0 0,1 0-1 0 0,-1-1 1 0 0,0 1-1 0 0,1 0 1 0 0,-1-1-1 0 0,0 1 1 0 0,0 0 0 0 0,0 0-1 0 0,0-1 1 0 0,0 1-1 0 0,0 0 1 0 0,0 0-1 0 0,0-1 1 0 0,0 1-1 0 0,0 0 1 0 0,0 0 0 0 0,0-1-1 0 0,0 1 1 0 0,-1 0-1 0 0,1-1 1 0 0,0 1-1 0 0,0 0 1 0 0,-1-1-1 0 0,1 1 1 0 0,-1 0 0 0 0,1-1-1 0 0,0 1 1 0 0,-1 0-1 0 0,1-1 1 0 0,-1 1-1 0 0,0-1 1 0 0,1 1-1 0 0,-2 0 1 0 0,-5 4-73 0 0,0 1 0 0 0,0-2-1 0 0,0 1 1 0 0,-9 3 0 0 0,5-2-7 0 0,-371 226 1765 0 0,379-230-1716 0 0,-25 17 127 0 0,22-9-268 0 0,6-10 145 0 0,0 1-1 0 0,0-1 1 0 0,1 0 0 0 0,-1 1 0 0 0,0-1 0 0 0,1 0 0 0 0,-1 1 0 0 0,0-1 0 0 0,1 0 0 0 0,-1 0 0 0 0,0 0-1 0 0,1 1 1 0 0,-1-1 0 0 0,0 0 0 0 0,1 0 0 0 0,-1 0 0 0 0,1 0 0 0 0,-1 1 0 0 0,0-1 0 0 0,1 0 0 0 0,-1 0-1 0 0,1 0 1 0 0,-1 0 0 0 0,0 0 0 0 0,1 0 0 0 0,-1 0 0 0 0,1 0 0 0 0,-1-1 0 0 0,1 1 0 0 0,231-16 1534 0 0,0 1 818 0 0,-232 15-2328 0 0,34 2 267 0 0,-32-2-260 0 0,0 0 0 0 0,-1 0 0 0 0,1 0 0 0 0,0 0-1 0 0,-1 1 1 0 0,1-1 0 0 0,-1 1 0 0 0,1-1 0 0 0,-1 1 0 0 0,1 0 0 0 0,-1-1 0 0 0,1 1 0 0 0,-1 0 0 0 0,0 0 0 0 0,1 0 0 0 0,-1 0 0 0 0,2 2 0 0 0,-3-2-8 0 0,0 0 1 0 0,0 0 0 0 0,0 0-1 0 0,-1 0 1 0 0,1 0 0 0 0,0 0-1 0 0,0 0 1 0 0,0 0 0 0 0,-1 0-1 0 0,1 0 1 0 0,-1 0 0 0 0,1 0-1 0 0,0-1 1 0 0,-1 1 0 0 0,0 0-1 0 0,1 0 1 0 0,-1 0 0 0 0,1 0-1 0 0,-1-1 1 0 0,0 1 0 0 0,0 0-1 0 0,1-1 1 0 0,-1 1 0 0 0,-1 0-1 0 0,-23 18 86 0 0,23-18-92 0 0,-173 99-516 0 0,-2 1 21 0 0,177-101 501 0 0,-1 0 0 0 0,1 0 1 0 0,-1 0-1 0 0,0 1 1 0 0,1-1-1 0 0,-1 0 1 0 0,1 1-1 0 0,-1-1 0 0 0,1 0 1 0 0,-1 1-1 0 0,1-1 1 0 0,0 1-1 0 0,-1-1 0 0 0,1 1 1 0 0,-1-1-1 0 0,1 1 1 0 0,0-1-1 0 0,0 1 1 0 0,-1-1-1 0 0,1 1 0 0 0,0 0 1 0 0,0-1-1 0 0,-1 1 1 0 0,1-1-1 0 0,0 1 0 0 0,0 0 1 0 0,0-1-1 0 0,0 1 1 0 0,0-1-1 0 0,0 1 0 0 0,0 0 1 0 0,1 0 13 0 0,0 0 0 0 0,0 0 0 0 0,0 0 0 0 0,0 0 0 0 0,-1 0 0 0 0,1-1 0 0 0,0 1 0 0 0,1 0 0 0 0,-1-1 0 0 0,0 1 0 0 0,0-1 0 0 0,0 1 0 0 0,0-1 0 0 0,2 1 0 0 0,54 8 495 0 0,-50-8-468 0 0,355 30 1616 0 0,-361-31-1652 0 0,0 0-1 0 0,1 0 1 0 0,-1 0-1 0 0,1 0 1 0 0,-1 0-1 0 0,1 0 1 0 0,-1 1 0 0 0,0-1-1 0 0,1 0 1 0 0,-1 1-1 0 0,0-1 1 0 0,1 1-1 0 0,-1-1 1 0 0,0 1-1 0 0,1 0 1 0 0,-1 0-1 0 0,0-1 1 0 0,0 1 0 0 0,0 0-1 0 0,0 0 1 0 0,0 0-1 0 0,0 0 1 0 0,1 2-1 0 0,-2-2-20 0 0,0 0 0 0 0,0 1-1 0 0,0-1 1 0 0,-1 1-1 0 0,1-1 1 0 0,0 0 0 0 0,-1 1-1 0 0,1-1 1 0 0,-1 0-1 0 0,1 1 1 0 0,-1-1 0 0 0,0 0-1 0 0,1 0 1 0 0,-1 0 0 0 0,0 1-1 0 0,0-1 1 0 0,0 0-1 0 0,0 0 1 0 0,0 0 0 0 0,0 0-1 0 0,0-1 1 0 0,0 1 0 0 0,-2 1-1 0 0,-24 17-183 0 0,0-1 0 0 0,-1-1 1 0 0,-1-1-1 0 0,-37 15 0 0 0,23-12-522 0 0,-42 27 0 0 0,71-38 451 0 0,-57 40-1171 0 0,64-42 1208 0 0,1-1 0 0 0,-1 1 1 0 0,1 0-1 0 0,1 0 0 0 0,-1 1 0 0 0,1-1 0 0 0,-8 14 0 0 0,13-20 224 0 0,0 1-1 0 0,0-1 1 0 0,0 0 0 0 0,0 0-1 0 0,0 0 1 0 0,0 0-1 0 0,0 0 1 0 0,0 0 0 0 0,0 1-1 0 0,0-1 1 0 0,0 0 0 0 0,-1 0-1 0 0,1 0 1 0 0,0 0-1 0 0,0 0 1 0 0,0 1 0 0 0,0-1-1 0 0,0 0 1 0 0,1 0-1 0 0,-1 0 1 0 0,0 0 0 0 0,0 0-1 0 0,0 1 1 0 0,0-1 0 0 0,0 0-1 0 0,0 0 1 0 0,0 0-1 0 0,0 0 1 0 0,0 0 0 0 0,0 1-1 0 0,0-1 1 0 0,0 0-1 0 0,0 0 1 0 0,1 0 0 0 0,-1 0-1 0 0,0 0 1 0 0,0 0-1 0 0,0 0 1 0 0,0 0 0 0 0,0 0-1 0 0,0 1 1 0 0,1-1 0 0 0,-1 0-1 0 0,0 0 1 0 0,0 0-1 0 0,0 0 1 0 0,0 0 0 0 0,0 0-1 0 0,1 0 1 0 0,-1 0-1 0 0,13-1 75 0 0,12-5 608 0 0,-24 6-641 0 0,14-5 148 0 0,0 1-1 0 0,0 0 1 0 0,1 1 0 0 0,19-1-1 0 0,-31 4-150 0 0,0 0 1 0 0,0 0-1 0 0,0 0 0 0 0,-1 0 0 0 0,1 1 0 0 0,0 0 0 0 0,0-1 1 0 0,-1 1-1 0 0,1 1 0 0 0,0-1 0 0 0,-1 0 0 0 0,1 1 0 0 0,-1 0 1 0 0,0 0-1 0 0,1 0 0 0 0,-1 0 0 0 0,0 0 0 0 0,0 1 0 0 0,-1 0 1 0 0,1-1-1 0 0,0 1 0 0 0,-1 0 0 0 0,3 4 0 0 0,-4-6 5 0 0,-1 0-1 0 0,0 0 0 0 0,1-1 0 0 0,-1 1 0 0 0,0 0 1 0 0,1 0-1 0 0,-1 0 0 0 0,0 0 0 0 0,0 0 1 0 0,0 0-1 0 0,0-1 0 0 0,0 1 0 0 0,0 0 0 0 0,0 0 1 0 0,0 0-1 0 0,0 0 0 0 0,-1 0 0 0 0,1 0 0 0 0,0 0 1 0 0,0-1-1 0 0,-1 1 0 0 0,1 0 0 0 0,-1 0 1 0 0,1 0-1 0 0,-1-1 0 0 0,1 1 0 0 0,-1 0 0 0 0,1-1 1 0 0,-1 1-1 0 0,0 0 0 0 0,1-1 0 0 0,-1 1 1 0 0,0-1-1 0 0,0 1 0 0 0,-34 19 2041 0 0,16-10-1424 0 0,17-8-613 0 0,-1 0 1 0 0,0 0-1 0 0,1 0 0 0 0,0 0 1 0 0,-1 1-1 0 0,1-1 0 0 0,0 0 1 0 0,0 1-1 0 0,0 0 0 0 0,0 0 1 0 0,1-1-1 0 0,-1 1 0 0 0,1 0 1 0 0,0 0-1 0 0,-2 5 0 0 0,3-1 142 0 0,-1 0 0 0 0,1 0-1 0 0,0 0 1 0 0,1 0 0 0 0,0 0-1 0 0,2 8 1 0 0,1 22-36 0 0,0-1 1 0 0,-4 64-1 0 0,-15 76-165 0 0,1-4 23 0 0,11-3 350 0 0,25 213 0 0 0,-8-206-218 0 0,5 48 117 0 0,-19-222-263 0 0,1 1 0 0 0,-1-1-1 0 0,0 1 1 0 0,0-1 0 0 0,0 1 0 0 0,0-1 0 0 0,-1 1-1 0 0,1-1 1 0 0,-1 3 0 0 0,0-4-126 0 0,1-1 0 0 0,0 1 0 0 0,-1-1 0 0 0,1 1 0 0 0,0-1 0 0 0,-1 1 0 0 0,1-1 1 0 0,-1 0-1 0 0,1 1 0 0 0,-1-1 0 0 0,1 0 0 0 0,-1 0 0 0 0,1 1 0 0 0,-1-1 0 0 0,1 0 0 0 0,-1 0 1 0 0,1 1-1 0 0,-1-1 0 0 0,1 0 0 0 0,-1 0 0 0 0,0 0 0 0 0,1 0 0 0 0,-1 0 0 0 0,1 0 0 0 0,-1 0 0 0 0,1 0 1 0 0,-1 0-1 0 0,0 0 0 0 0,1-1 0 0 0,-1 1 0 0 0,1 0 0 0 0,-1 0 0 0 0,1 0 0 0 0,-1-1 0 0 0,1 1 0 0 0,-1 0 1 0 0,1-1-1 0 0,-1 1 0 0 0,1 0 0 0 0,-1-1 0 0 0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6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4609 0 0,'-9'10'9026'0'0,"4"-8"-8809"0"0,-2 1 82 0 0,0 0 0 0 0,-1-1 0 0 0,1 0 0 0 0,-9 1 0 0 0,9 7 2303 0 0,2 13-2796 0 0,5-23 307 0 0,-9 42 52 0 0,3 0 1 0 0,-4 81 0 0 0,16 83-32 0 0,0-33 131 0 0,-6-140-231 0 0,14 491 583 0 0,0-104 524 0 0,-14-390-805 0 0,-7 52 0 0 0,5-71-285 0 0,0 0 0 0 0,-1 0 0 0 0,0 0 0 0 0,-1 0 0 0 0,0 0 1 0 0,-1-1-1 0 0,-11 18 0 0 0,13-26-358 0 0,3-10 10 0 0,3-11-5324 0 0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7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7802 0 0,'-1'0'75'0'0,"0"0"0"0"0,0 0 1 0 0,0 0-1 0 0,0 1 1 0 0,0-1-1 0 0,0 0 0 0 0,0 0 1 0 0,0 1-1 0 0,0-1 0 0 0,1 0 1 0 0,-1 1-1 0 0,0-1 1 0 0,0 1-1 0 0,0-1 0 0 0,1 1 1 0 0,-1-1-1 0 0,0 1 0 0 0,1-1 1 0 0,-2 2-1 0 0,13 6 751 0 0,37 4-374 0 0,-41-11-437 0 0,24 6 1267 0 0,52 17-1 0 0,-72-19-1003 0 0,1 0 0 0 0,-1 0 0 0 0,0 1 1 0 0,0 0-1 0 0,-1 1 0 0 0,0 0 0 0 0,15 15 0 0 0,-24-21-322 0 0,0 0 1 0 0,0 0-1 0 0,-1 1 1 0 0,1-1-1 0 0,0 0 1 0 0,-1 1-1 0 0,1-1 1 0 0,-1 0-1 0 0,1 1 1 0 0,-1-1-1 0 0,0 0 1 0 0,1 1-1 0 0,-1-1 0 0 0,0 1 1 0 0,0-1-1 0 0,0 1 1 0 0,0-1-1 0 0,0 1 1 0 0,-1-1-1 0 0,1 0 1 0 0,0 1-1 0 0,-1-1 1 0 0,1 1-1 0 0,0-1 1 0 0,-1 0-1 0 0,0 1 1 0 0,1-1-1 0 0,-1 0 0 0 0,0 0 1 0 0,0 1-1 0 0,0-1 1 0 0,0 0-1 0 0,0 0 1 0 0,0 0-1 0 0,0 0 1 0 0,-1 1-1 0 0,-8 7-140 0 0,0 0 1 0 0,0 0-1 0 0,-13 7 0 0 0,9-5 341 0 0,-32 21-95 0 0,0-2-1 0 0,-64 30 0 0 0,19-11 224 0 0,91-49-282 0 0,0 1 0 0 0,0-1 1 0 0,0 0-1 0 0,0 0 0 0 0,0 0 1 0 0,1 0-1 0 0,-1 0 1 0 0,0 0-1 0 0,0 0 0 0 0,0 0 1 0 0,0 1-1 0 0,0-1 1 0 0,0 0-1 0 0,0 0 0 0 0,0 0 1 0 0,0 0-1 0 0,0 0 0 0 0,0 0 1 0 0,0 1-1 0 0,0-1 1 0 0,0 0-1 0 0,0 0 0 0 0,1 0 1 0 0,-1 0-1 0 0,-1 0 0 0 0,1 1 1 0 0,0-1-1 0 0,0 0 1 0 0,0 0-1 0 0,0 0 0 0 0,0 0 1 0 0,0 0-1 0 0,0 1 0 0 0,0-1 1 0 0,0 0-1 0 0,0 0 1 0 0,0 0-1 0 0,0 0 0 0 0,0 0 1 0 0,0 0-1 0 0,0 1 1 0 0,0-1-1 0 0,-1 0 0 0 0,1 0 1 0 0,0 0-1 0 0,0 0 0 0 0,0 0 1 0 0,0 0-1 0 0,0 0 1 0 0,0 0-1 0 0,-1 0 0 0 0,1 0 1 0 0,0 0-1 0 0,0 0 0 0 0,0 1 1 0 0,0-1-1 0 0,0 0 1 0 0,-1 0-1 0 0,1 0 0 0 0,0 0 1 0 0,0 0-1 0 0,20 0 118 0 0,24-6 58 0 0,286-33 2515 0 0,-324 38-2626 0 0,-3 1-45 0 0,0-1 0 0 0,-1 1-1 0 0,1 0 1 0 0,0 0 0 0 0,0 0 0 0 0,0 0 0 0 0,0 0 0 0 0,-1 1 0 0 0,1-1-1 0 0,0 1 1 0 0,0 0 0 0 0,-1 0 0 0 0,1 0 0 0 0,4 2 0 0 0,-8 0-38 0 0,0-1 1 0 0,0 1 0 0 0,-1-1-1 0 0,1 1 1 0 0,-1-1-1 0 0,1 0 1 0 0,-1 0 0 0 0,0 0-1 0 0,0 0 1 0 0,-3 3 0 0 0,4-5-15 0 0,-73 68-1874 0 0,-24 25-583 0 0,-6 13 1571 0 0,103-106 902 0 0,1 0-1 0 0,0 1 0 0 0,-1-1 1 0 0,1 0-1 0 0,0 1 1 0 0,-1-1-1 0 0,1 0 0 0 0,0 1 1 0 0,-1-1-1 0 0,1 0 1 0 0,0 1-1 0 0,0-1 0 0 0,0 1 1 0 0,-1-1-1 0 0,1 0 1 0 0,0 1-1 0 0,0-1 0 0 0,0 1 1 0 0,0-1-1 0 0,0 0 1 0 0,0 1-1 0 0,0-1 0 0 0,0 1 1 0 0,0-1-1 0 0,0 1 1 0 0,0-1-1 0 0,0 1 0 0 0,0-1 1 0 0,0 0-1 0 0,0 1 1 0 0,0-1-1 0 0,0 1 0 0 0,1-1 1 0 0,-1 1-1 0 0,0-1 1 0 0,1 1-1 0 0,17 8-532 0 0,26-4 114 0 0,-25-6 469 0 0,2 1 147 0 0,0 0-1 0 0,0 2 1 0 0,23 3 0 0 0,-40-4-146 0 0,1 0 0 0 0,-1 0 0 0 0,0 0 0 0 0,1 1 0 0 0,-1-1 0 0 0,0 1 0 0 0,0 0 0 0 0,0 0 0 0 0,0 1 0 0 0,0-1 0 0 0,0 1 0 0 0,0 0 0 0 0,-1 0 0 0 0,0 0 0 0 0,1 0 0 0 0,-1 1 0 0 0,-1-1 0 0 0,1 1 0 0 0,0 0 0 0 0,2 4 1 0 0,-5-6-24 0 0,1 0 1 0 0,-1 0-1 0 0,0 1 1 0 0,0-1-1 0 0,0 0 1 0 0,0 0-1 0 0,0 0 1 0 0,0 0-1 0 0,-1 1 1 0 0,1-1-1 0 0,-1 0 1 0 0,1 0-1 0 0,-1 0 1 0 0,0 0 0 0 0,0 0-1 0 0,0 0 1 0 0,0 0-1 0 0,0 0 1 0 0,0-1-1 0 0,0 1 1 0 0,-1 0-1 0 0,1-1 1 0 0,-1 1-1 0 0,1-1 1 0 0,-4 3-1 0 0,-3 3-12 0 0,1 0-1 0 0,-2-1 1 0 0,1 0-1 0 0,-10 4 1 0 0,-21 13 84 0 0,23-13-198 0 0,-1-1-1 0 0,0 0 0 0 0,0-1 1 0 0,-23 7-1 0 0,58-34-5047 0 0,23 9 7736 0 0,-39 9-2323 0 0,-1 1-1 0 0,1 0 0 0 0,-1-1 1 0 0,1 1-1 0 0,-1 0 1 0 0,1 0-1 0 0,0 0 1 0 0,-1 0-1 0 0,1 0 1 0 0,-1 1-1 0 0,1-1 0 0 0,-1 0 1 0 0,1 1-1 0 0,-1-1 1 0 0,1 1-1 0 0,-1-1 1 0 0,0 1-1 0 0,1 0 0 0 0,-1-1 1 0 0,0 1-1 0 0,1 0 1 0 0,-1 0-1 0 0,0 0 1 0 0,2 2-1 0 0,-3 1-46 0 0,0-1 0 0 0,0 1-1 0 0,0 0 1 0 0,0 0 0 0 0,-1 0 0 0 0,1 0 0 0 0,-1 0-1 0 0,0 0 1 0 0,0 0 0 0 0,0-1 0 0 0,-4 7 0 0 0,-1 10 341 0 0,3 3-274 0 0,1 0 0 0 0,1 1-1 0 0,1 0 1 0 0,1-1 0 0 0,6 34 0 0 0,0 8-141 0 0,-14 443 1277 0 0,-38-82-198 0 0,33-327-945 0 0,8-73-481 0 0,1-5-132 0 0,0-1 1 0 0,1 1 0 0 0,1 0 0 0 0,1-1-1 0 0,5 37 1 0 0,1-43-1739 0 0,-1-9 1013 0 0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9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75 2761 0 0,'1'-11'-127'0'0,"-3"-28"-944"0"0,-9 14 9938 0 0,6 33-6841 0 0,-3 14-1678 0 0,7-20-204 0 0,-1 9 121 0 0,1-1-1 0 0,0 0 1 0 0,1 0-1 0 0,1 15 1 0 0,0 11 1121 0 0,-21 233 82 0 0,-3 129-1429 0 0,32-193 482 0 0,-3-113-110 0 0,-5 104 1 0 0,-4-173-378 0 0,2 0 1 0 0,0 1-1 0 0,2-1 0 0 0,0 1 0 0 0,2-1 1 0 0,10 43-1 0 0,-14-64-79 0 0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0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1 4609 0 0,'-69'32'1434'0'0,"44"-22"-402"0"0,0 1 0 0 0,1 1 0 0 0,1 1 0 0 0,-38 28-1 0 0,61-41-1014 0 0,0 0 0 0 0,0 0 0 0 0,-1 0 0 0 0,1 0 0 0 0,0 0 1 0 0,-1 1-1 0 0,1-1 0 0 0,0 0 0 0 0,0 0 0 0 0,-1 0 0 0 0,1 1 0 0 0,0-1 0 0 0,0 0 0 0 0,-1 0 0 0 0,1 1 0 0 0,0-1 0 0 0,0 0 0 0 0,0 0 0 0 0,0 1 0 0 0,-1-1 0 0 0,1 0 0 0 0,0 1 0 0 0,0-1 0 0 0,0 0 0 0 0,0 1 0 0 0,0-1 0 0 0,0 0 0 0 0,0 1 0 0 0,0-1 0 0 0,0 0 0 0 0,0 0 0 0 0,0 1 0 0 0,0-1 0 0 0,0 0 0 0 0,0 1 0 0 0,0-1 0 0 0,0 0 0 0 0,0 1 0 0 0,1-1 0 0 0,-1 0 0 0 0,0 1 0 0 0,17 2 263 0 0,37-7-338 0 0,-42 3 44 0 0,65-8 155 0 0,-41 4 553 0 0,1 2 0 0 0,0 1 1 0 0,62 5-1 0 0,-96-3-597 0 0,1 0-1 0 0,-1 1 1 0 0,0 0-1 0 0,1 0 1 0 0,-1 0-1 0 0,0 0 1 0 0,0 0-1 0 0,0 0 1 0 0,6 4-1 0 0,-9-4-99 0 0,1-1-1 0 0,-1 1 0 0 0,1-1 1 0 0,-1 0-1 0 0,0 1 0 0 0,1-1 1 0 0,-1 1-1 0 0,0-1 0 0 0,1 1 1 0 0,-1-1-1 0 0,0 1 1 0 0,0 0-1 0 0,1-1 0 0 0,-1 1 1 0 0,0-1-1 0 0,0 1 0 0 0,0-1 1 0 0,0 1-1 0 0,0 0 0 0 0,0-1 1 0 0,0 1-1 0 0,0 0 0 0 0,-1 1-51 0 0,1-1 0 0 0,-1 1-1 0 0,1-1 1 0 0,-1 1-1 0 0,0-1 1 0 0,0 1-1 0 0,0-1 1 0 0,1 0 0 0 0,-1 1-1 0 0,-1-1 1 0 0,-1 2-1 0 0,-70 59-1235 0 0,52-46 1236 0 0,1 1 0 0 0,1 1-1 0 0,-18 20 1 0 0,35-36 57 0 0,0 0 1 0 0,1 0-1 0 0,-1 0 1 0 0,1 0-1 0 0,0 0 1 0 0,-1 0-1 0 0,1 0 1 0 0,0 1-1 0 0,0-1 1 0 0,1 0-1 0 0,-1 1 1 0 0,0-1-1 0 0,0 5 1 0 0,1-7-10 0 0,0 1 1 0 0,0 0-1 0 0,1-1 0 0 0,-1 1 1 0 0,0-1-1 0 0,0 1 1 0 0,0-1-1 0 0,1 1 0 0 0,-1 0 1 0 0,0-1-1 0 0,1 1 1 0 0,-1-1-1 0 0,0 1 0 0 0,1-1 1 0 0,-1 0-1 0 0,0 1 1 0 0,1-1-1 0 0,-1 1 0 0 0,1-1 1 0 0,-1 0-1 0 0,2 1 1 0 0,21 3 124 0 0,15-5-350 0 0,43-9 0 0 0,-43 5-160 0 0,43-1 0 0 0,-80 6 409 0 0,-1 0-1 0 0,0 0 1 0 0,1 0 0 0 0,-1 0 0 0 0,0 0 0 0 0,1 0 0 0 0,-1 0-1 0 0,0 0 1 0 0,1 0 0 0 0,-1 0 0 0 0,0 0 0 0 0,1 0 0 0 0,-1 0-1 0 0,0 0 1 0 0,0 0 0 0 0,1 0 0 0 0,-1 1 0 0 0,0-1 0 0 0,1 0-1 0 0,-1 0 1 0 0,0 0 0 0 0,0 0 0 0 0,1 1 0 0 0,-1-1 0 0 0,0 0-1 0 0,0 0 1 0 0,1 1 0 0 0,-1-1 0 0 0,0 0 0 0 0,0 0 0 0 0,0 1-1 0 0,1-1 1 0 0,-1 0 0 0 0,0 0 0 0 0,0 1 0 0 0,0-1 0 0 0,0 0-1 0 0,0 1 1 0 0,-7 13 364 0 0,-20 12-68 0 0,25-24-287 0 0,-159 120 286 0 0,108-86-288 0 0,-92 84 0 0 0,142-116-25 0 0,-1-1-1 0 0,1 1 1 0 0,0 0 0 0 0,0 0 0 0 0,1 0-1 0 0,-1 0 1 0 0,1 0 0 0 0,0 0-1 0 0,-2 7 1 0 0,3-10 9 0 0,1 0-1 0 0,0 0 0 0 0,0 0 1 0 0,0 0-1 0 0,0 0 0 0 0,0 0 1 0 0,0 0-1 0 0,0 0 0 0 0,0 0 1 0 0,0 0-1 0 0,0 0 0 0 0,0 0 1 0 0,1 0-1 0 0,-1 0 0 0 0,0 0 1 0 0,1 0-1 0 0,-1-1 1 0 0,1 1-1 0 0,0 1 0 0 0,0-1 25 0 0,0 1 1 0 0,1-1-1 0 0,-1 0 0 0 0,0 0 0 0 0,1-1 0 0 0,-1 1 1 0 0,1 0-1 0 0,-1 0 0 0 0,1-1 0 0 0,-1 1 1 0 0,1-1-1 0 0,0 1 0 0 0,-1-1 0 0 0,1 0 0 0 0,2 1 1 0 0,20 0 405 0 0,-1-1 0 0 0,1 0 0 0 0,-1-2 0 0 0,46-9 0 0 0,-35 5-142 0 0,41-2-1 0 0,-48 6-200 0 0,26-1 22 0 0,-49 3-103 0 0,-1 0 0 0 0,1 0 0 0 0,0 0 0 0 0,-1 1 0 0 0,1 0 0 0 0,-1 0 0 0 0,1 0 0 0 0,-1 0 0 0 0,1 0 0 0 0,4 3 0 0 0,-8-4-25 0 0,1 1-1 0 0,0 0 1 0 0,-1-1 0 0 0,1 1-1 0 0,-1 0 1 0 0,1 0 0 0 0,-1-1 0 0 0,1 1-1 0 0,-1 0 1 0 0,0 0 0 0 0,1 0-1 0 0,-1 0 1 0 0,0-1 0 0 0,0 1 0 0 0,1 0-1 0 0,-1 0 1 0 0,0 0 0 0 0,0 0-1 0 0,0 0 1 0 0,0 0 0 0 0,0 0 0 0 0,0-1-1 0 0,-1 1 1 0 0,1 0 0 0 0,0 0 0 0 0,0 0-1 0 0,-1 0 1 0 0,1 0 0 0 0,0-1-1 0 0,-1 1 1 0 0,1 0 0 0 0,-1 0 0 0 0,1-1-1 0 0,-1 1 1 0 0,1 0 0 0 0,-2 1-1 0 0,-24 29-545 0 0,21-26 496 0 0,-33 35-642 0 0,-2-1 1 0 0,-1-2-1 0 0,-78 53 1 0 0,98-79 667 0 0,21-11-110 0 0,-1 0-1 0 0,1 1 0 0 0,-1-1 1 0 0,1 0-1 0 0,-1 0 1 0 0,1 1-1 0 0,-1-1 1 0 0,1 0-1 0 0,-1 0 1 0 0,0 0-1 0 0,1 0 1 0 0,-1 0-1 0 0,1 0 1 0 0,-1 0-1 0 0,1 0 1 0 0,-1 0-1 0 0,0 0 1 0 0,1 0-1 0 0,-1 0 1 0 0,1 0-1 0 0,-1-1 1 0 0,1 1-1 0 0,-1 0 1 0 0,1 0-1 0 0,-1 0 1 0 0,1-1-1 0 0,-1 1 1 0 0,1 0-1 0 0,-1-1 1 0 0,1 1-1 0 0,0 0 1 0 0,-1-1-1 0 0,1 1 1 0 0,-1-1-1 0 0,1 1 1 0 0,-1-1-1 0 0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1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6 6913 0 0,'12'-4'3890'0'0,"-12"4"-3898"0"0,0 0 1 0 0,0 0-1 0 0,0-1 1 0 0,1 1-1 0 0,-1 0 0 0 0,0 0 1 0 0,0 0-1 0 0,1 0 1 0 0,-1 0-1 0 0,0 0 0 0 0,0 0 1 0 0,1 0-1 0 0,-1-1 1 0 0,0 1-1 0 0,0 0 0 0 0,1 0 1 0 0,-1 0-1 0 0,0 0 1 0 0,1 1-1 0 0,-1-1 0 0 0,0 0 1 0 0,0 0-1 0 0,1 0 1 0 0,-1 0-1 0 0,0 0 0 0 0,0 0 1 0 0,1 0-1 0 0,-1 0 1 0 0,0 0-1 0 0,0 1 0 0 0,1-1 1 0 0,-1 0-1 0 0,0 0 1 0 0,0 0-1 0 0,0 0 0 0 0,0 1 1 0 0,1-1-1 0 0,-1 0 1 0 0,0 0-1 0 0,0 1 0 0 0,0-1 1 0 0,0 0-1 0 0,0 0 1 0 0,1 1-1 0 0,-1-1 0 0 0,0 0 1 0 0,0 1-1 0 0,-9 37 2050 0 0,-19 53 0 0 0,14-53-861 0 0,-15 75 0 0 0,21-48-1036 0 0,2 0-1 0 0,3 0 1 0 0,3 1 0 0 0,3-1 0 0 0,3 0 0 0 0,2 0 0 0 0,4-1 0 0 0,26 86 0 0 0,-19-75 100 0 0,-3 0 0 0 0,10 113 0 0 0,-13 157 1260 0 0,-15-311-1369 0 0,-2 0 0 0 0,-1 0 0 0 0,-2-1 0 0 0,-1 1 1 0 0,-16 38-1 0 0,22-69-1260 0 0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7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2 309 11058 0 0,'0'0'46'0'0,"0"0"-1"0"0,0 0 1 0 0,0 0-1 0 0,0 0 1 0 0,0-1-1 0 0,-1 1 1 0 0,1 0-1 0 0,0 0 1 0 0,0 0-1 0 0,0 0 1 0 0,0 0-1 0 0,0 0 1 0 0,0-1-1 0 0,0 1 1 0 0,0 0-1 0 0,0 0 1 0 0,0 0-1 0 0,0 0 1 0 0,0 0-1 0 0,0-1 1 0 0,0 1-1 0 0,0 0 1 0 0,0 0-1 0 0,0 0 1 0 0,0 0-1 0 0,0-1 1 0 0,0 1-1 0 0,0 0 1 0 0,0 0-1 0 0,0 0 1 0 0,0 0-1 0 0,0 0 1 0 0,0-1-1 0 0,0 1 1 0 0,0 0-1 0 0,0 0 1 0 0,1 0-1 0 0,-1 0 1 0 0,0 0-1 0 0,0 0 1 0 0,0 0-1 0 0,0-1 1 0 0,0 1-1 0 0,0 0 1 0 0,0 0-1 0 0,1 0 1 0 0,10-9 457 0 0,14-4-536 0 0,10 4-29 0 0,-1 3-1 0 0,1 0 1 0 0,0 3-1 0 0,68 0 1 0 0,-50 2 991 0 0,221 8 1095 0 0,-161-1-1816 0 0,160-12 1 0 0,-235 0-434 0 0,0-1 0 0 0,42-15 0 0 0,-74 20 102 0 0,11 0-748 0 0,-9 2 100 0 0,-7 4-236 0 0,-6-7 597 0 0,3 2 429 0 0,0 0 1 0 0,0-1-1 0 0,0 0 0 0 0,1 1 0 0 0,-1-1 0 0 0,1 0 1 0 0,-1 0-1 0 0,1 0 0 0 0,-1 0 0 0 0,1 0 1 0 0,0 0-1 0 0,0 0 0 0 0,0 0 0 0 0,0 0 0 0 0,0-1 1 0 0,1 1-1 0 0,-1 0 0 0 0,1 0 0 0 0,-1-1 0 0 0,1 1 1 0 0,0-1-1 0 0,0 1 0 0 0,0 0 0 0 0,0-1 1 0 0,1 1-1 0 0,-1 0 0 0 0,0-1 0 0 0,1 1 0 0 0,0 0 1 0 0,0-1-1 0 0,-1 1 0 0 0,1 0 0 0 0,3-4 1 0 0,0-2 5 0 0,0 1 0 0 0,0 0 0 0 0,1-1 0 0 0,0 2 1 0 0,0-1-1 0 0,1 1 0 0 0,0-1 0 0 0,0 2 0 0 0,0-1 1 0 0,1 1-1 0 0,8-6 0 0 0,-12 9-22 0 0,0 0-1 0 0,0 1 1 0 0,0-1 0 0 0,0 1 0 0 0,0 0 0 0 0,0 0-1 0 0,1 0 1 0 0,-1 0 0 0 0,0 0 0 0 0,1 1-1 0 0,-1 0 1 0 0,0-1 0 0 0,1 1 0 0 0,-1 0-1 0 0,0 1 1 0 0,1-1 0 0 0,-1 1 0 0 0,0-1-1 0 0,1 1 1 0 0,-1 0 0 0 0,0 0 0 0 0,0 0 0 0 0,0 1-1 0 0,0-1 1 0 0,0 1 0 0 0,0 0 0 0 0,0 0-1 0 0,0 0 1 0 0,-1 0 0 0 0,5 4 0 0 0,3 6 314 0 0,-1 0 1 0 0,0 0 0 0 0,0 1 0 0 0,-1 0 0 0 0,-1 1-1 0 0,9 23 1 0 0,21 37 184 0 0,-36-73-472 0 0,-1 0 0 0 0,1 0 0 0 0,0 0 1 0 0,-1 0-1 0 0,1 0 0 0 0,0 0 1 0 0,0 0-1 0 0,0 0 0 0 0,0 0 0 0 0,0 0 1 0 0,0-1-1 0 0,0 1 0 0 0,0 0 1 0 0,0-1-1 0 0,0 1 0 0 0,0-1 0 0 0,0 1 1 0 0,0-1-1 0 0,1 1 0 0 0,-1-1 1 0 0,0 0-1 0 0,0 0 0 0 0,0 1 0 0 0,1-1 1 0 0,0 0-1 0 0,1-1 4 0 0,-1 1 0 0 0,0-1 0 0 0,0 0 0 0 0,0 0 0 0 0,0 0 0 0 0,1 0 1 0 0,-1 0-1 0 0,-1 0 0 0 0,1 0 0 0 0,0-1 0 0 0,0 1 0 0 0,2-4 0 0 0,3-2 0 0 0,-1 0 1 0 0,0-1-1 0 0,0 0 0 0 0,-1 0 1 0 0,6-14-1 0 0,14-44-476 0 0,-19 48 106 0 0,0 0-1 0 0,1 1 0 0 0,1 0 1 0 0,17-28-1 0 0,-24 44 292 0 0,0-1 0 0 0,0 1-1 0 0,0-1 1 0 0,0 1-1 0 0,0 0 1 0 0,1 0-1 0 0,-1-1 1 0 0,0 1 0 0 0,1 0-1 0 0,-1 0 1 0 0,0 0-1 0 0,1 0 1 0 0,-1 0-1 0 0,1 1 1 0 0,0-1 0 0 0,-1 0-1 0 0,1 1 1 0 0,-1-1-1 0 0,1 1 1 0 0,0 0-1 0 0,-1-1 1 0 0,4 1 0 0 0,-3 1 24 0 0,0-1 0 0 0,0 1 1 0 0,1 0-1 0 0,-1 0 1 0 0,0-1-1 0 0,0 1 0 0 0,-1 1 1 0 0,1-1-1 0 0,0 0 1 0 0,0 0-1 0 0,0 1 0 0 0,-1-1 1 0 0,1 1-1 0 0,-1-1 1 0 0,2 3-1 0 0,4 6 70 0 0,0-1 0 0 0,-1 1 1 0 0,-1 0-1 0 0,0 1 0 0 0,6 15 1 0 0,33 114 420 0 0,13 34 562 0 0,-57-172-962 0 0,1 0-1 0 0,0 0 0 0 0,0 0 0 0 0,-1 0 0 0 0,1 0 0 0 0,0 0 0 0 0,1 0 0 0 0,-1 0 1 0 0,0-1-1 0 0,0 1 0 0 0,1 0 0 0 0,-1-1 0 0 0,1 1 0 0 0,-1-1 0 0 0,1 1 0 0 0,0-1 1 0 0,0 0-1 0 0,0 0 0 0 0,-1 0 0 0 0,1 0 0 0 0,0 0 0 0 0,0 0 0 0 0,0 0 0 0 0,0-1 0 0 0,1 1 1 0 0,-1-1-1 0 0,3 1 0 0 0,-1-2-42 0 0,0 1 1 0 0,-1-1-1 0 0,1 0 0 0 0,0-1 1 0 0,-1 1-1 0 0,1 0 1 0 0,-1-1-1 0 0,1 0 0 0 0,-1 0 1 0 0,0 0-1 0 0,0 0 1 0 0,0 0-1 0 0,0-1 1 0 0,0 0-1 0 0,3-2 0 0 0,1-4-176 0 0,1 0 0 0 0,-1 0 0 0 0,-1-1 0 0 0,1 0 0 0 0,-2 0-1 0 0,8-16 1 0 0,21-71-924 0 0,-8 20 546 0 0,-22 67 454 0 0,1-4 49 0 0,1-1 0 0 0,0 1 0 0 0,1 0 0 0 0,0 1 0 0 0,1 0 0 0 0,1 0-1 0 0,0 0 1 0 0,16-16 0 0 0,-24 29 18 0 0,0-1 0 0 0,-1 0-1 0 0,1 0 1 0 0,0 1 0 0 0,1-1-1 0 0,-1 0 1 0 0,0 1-1 0 0,0-1 1 0 0,0 1 0 0 0,0-1-1 0 0,0 1 1 0 0,1 0 0 0 0,-1-1-1 0 0,0 1 1 0 0,0 0-1 0 0,1 0 1 0 0,-1 0 0 0 0,0 0-1 0 0,0 0 1 0 0,0 0 0 0 0,1 0-1 0 0,-1 0 1 0 0,0 1-1 0 0,0-1 1 0 0,1 0 0 0 0,-1 1-1 0 0,0-1 1 0 0,0 1 0 0 0,0 0-1 0 0,0-1 1 0 0,0 1-1 0 0,0 0 1 0 0,0-1 0 0 0,0 1-1 0 0,0 0 1 0 0,0 0 0 0 0,0 0-1 0 0,-1 0 1 0 0,1 0 0 0 0,0 0-1 0 0,0 0 1 0 0,-1 0-1 0 0,1 0 1 0 0,-1 0 0 0 0,1 2-1 0 0,5 8-68 0 0,-2 0-1 0 0,1 0 1 0 0,4 21 0 0 0,-7-22 61 0 0,24 106-134 0 0,-22-86 269 0 0,2 0 0 0 0,1 0-1 0 0,1-1 1 0 0,2 0 0 0 0,23 49-1 0 0,-33-77-69 0 0,1 0-1 0 0,-1 0 0 0 0,1-1 0 0 0,-1 1 1 0 0,1 0-1 0 0,-1 0 0 0 0,1-1 0 0 0,-1 1 0 0 0,1 0 1 0 0,0 0-1 0 0,-1-1 0 0 0,1 1 0 0 0,0-1 1 0 0,-1 1-1 0 0,1-1 0 0 0,0 1 0 0 0,0-1 1 0 0,0 1-1 0 0,0-1 0 0 0,-1 0 0 0 0,1 1 0 0 0,0-1 1 0 0,0 0-1 0 0,0 0 0 0 0,0 0 0 0 0,0 0 1 0 0,1 1-1 0 0,-1-2 11 0 0,1 0 1 0 0,-1 1-1 0 0,1-1 0 0 0,-1 0 1 0 0,0 0-1 0 0,1 1 0 0 0,-1-1 1 0 0,0 0-1 0 0,0 0 1 0 0,0-1-1 0 0,0 1 0 0 0,0 0 1 0 0,0 0-1 0 0,2-3 0 0 0,3-6-100 0 0,-1-1 0 0 0,1 1 0 0 0,3-15 0 0 0,-8 22-93 0 0,22-71-1870 0 0,-9 27-3094 0 0,-5 23 457 0 0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8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61 203 1840 0 0,'-6'4'-998'0'0,"3"-3"1514"0"0,1 1 0 0 0,0 0 0 0 0,-1 0 0 0 0,1-1 0 0 0,-1 0 0 0 0,1 1-1 0 0,-1-1 1 0 0,0 0 0 0 0,1 0 0 0 0,-1-1 0 0 0,0 1 0 0 0,0 0 0 0 0,0-1 0 0 0,0 0 0 0 0,0 1 0 0 0,-4-2 0 0 0,6 1-500 0 0,1 0 1 0 0,0 0 0 0 0,0 0-1 0 0,0 0 1 0 0,-1 0-1 0 0,1-1 1 0 0,0 1 0 0 0,0 0-1 0 0,0 0 1 0 0,-1 0 0 0 0,1-1-1 0 0,0 1 1 0 0,0 0 0 0 0,0 0-1 0 0,0 0 1 0 0,0-1-1 0 0,-1 1 1 0 0,1 0 0 0 0,0 0-1 0 0,0-1 1 0 0,0 1 0 0 0,0 0-1 0 0,0 0 1 0 0,0-1-1 0 0,0 1 1 0 0,0 0 0 0 0,0 0-1 0 0,0-1 1 0 0,0 1 0 0 0,0 0-1 0 0,0 0 1 0 0,0-1-1 0 0,0 1 1 0 0,0 0 0 0 0,0 0-1 0 0,0-1 1 0 0,1 1 0 0 0,-1 0-1 0 0,0 0 1 0 0,10-12 19 0 0,14-6-321 0 0,-12 13 651 0 0,1 0 1 0 0,-1 1-1 0 0,1 0 0 0 0,-1 1 1 0 0,1 1-1 0 0,15-2 0 0 0,84 0 2064 0 0,-35 2-892 0 0,203-27 379 0 0,96-4-1486 0 0,-225 29 273 0 0,292-46-1 0 0,-242 15-5752 0 0,-195 34 3353 0 0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9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0 330 8754 0 0,'2'5'-4266'0'0,"-1"-3"4371"0"0,-1 0 0 0 0,1-1-1 0 0,0 1 1 0 0,0 0 0 0 0,0 0-1 0 0,1-1 1 0 0,-1 1 0 0 0,0-1-1 0 0,1 1 1 0 0,-1-1 0 0 0,0 0 0 0 0,1 0-1 0 0,0 1 1 0 0,2 1 0 0 0,4-1 728 0 0,-1 0 0 0 0,1 0 1 0 0,0 0-1 0 0,-1-1 0 0 0,12 0 1 0 0,11-1 230 0 0,35-4 1 0 0,-28 1-723 0 0,508-23-1378 0 0,-185 10 1735 0 0,158-10-417 0 0,-506 26-406 0 0,1-1-1 0 0,-1 2 1 0 0,0 0-1 0 0,23 4 1 0 0,-30-3-121 0 0,1 0 0 0 0,-1 0 0 0 0,0 0-1 0 0,1 1 1 0 0,-1 0 0 0 0,0 0 0 0 0,-1 0 0 0 0,1 0 0 0 0,0 1 0 0 0,-1 0-1 0 0,0 0 1 0 0,5 5 0 0 0,-2-1 42 0 0,-5-7 317 0 0,-1 0 0 0 0,0 1-1 0 0,0-1 1 0 0,1 0-1 0 0,-1 1 1 0 0,0-1 0 0 0,0 0-1 0 0,0 1 1 0 0,-1 0-1 0 0,1-1 1 0 0,0 1-1 0 0,0-1 1 0 0,-1 1 0 0 0,1 0-1 0 0,3 5 3010 0 0,-2-11-2794 0 0,106-276 1496 0 0,-106 276-1864 0 0,-1 0-1 0 0,1 1 1 0 0,0 0 0 0 0,0-1 0 0 0,0 1 0 0 0,0 0 0 0 0,1 0 0 0 0,-1 0 0 0 0,4-3 0 0 0,-5 6 29 0 0,-1 0-1 0 0,1-1 1 0 0,-1 1-1 0 0,1 0 0 0 0,-1 0 1 0 0,0-1-1 0 0,1 1 0 0 0,-1 0 1 0 0,1 0-1 0 0,-1 0 0 0 0,1 0 1 0 0,0 0-1 0 0,-1-1 0 0 0,1 1 1 0 0,-1 0-1 0 0,1 0 1 0 0,-1 0-1 0 0,1 0 0 0 0,-1 1 1 0 0,1-1-1 0 0,-1 0 0 0 0,1 0 1 0 0,-1 0-1 0 0,1 0 0 0 0,-1 0 1 0 0,1 1-1 0 0,1 0-1 0 0,-1 0 0 0 0,0 1 0 0 0,0-1-1 0 0,0 0 1 0 0,0 1 0 0 0,0-1 0 0 0,0 0 0 0 0,0 1-1 0 0,-1-1 1 0 0,1 1 0 0 0,0 0 0 0 0,-1-1 0 0 0,1 3-1 0 0,14 67-95 0 0,-12-53 297 0 0,0 0 0 0 0,2 0 0 0 0,11 31 0 0 0,-13-43-56 0 0,0 1 0 0 0,1-1 0 0 0,0 1 0 0 0,0-1 0 0 0,0 0 0 0 0,1 0 0 0 0,0-1 0 0 0,6 6-1 0 0,-10-10-104 0 0,0 0-1 0 0,1 0 0 0 0,-1 0 0 0 0,0 0 0 0 0,1 0 0 0 0,-1 0 0 0 0,1-1 1 0 0,-1 1-1 0 0,1 0 0 0 0,-1-1 0 0 0,1 0 0 0 0,-1 1 0 0 0,1-1 0 0 0,-1 0 1 0 0,1 1-1 0 0,-1-1 0 0 0,1 0 0 0 0,0 0 0 0 0,-1 0 0 0 0,1-1 0 0 0,-1 1 1 0 0,1 0-1 0 0,0-1 0 0 0,-1 1 0 0 0,1-1 0 0 0,-1 1 0 0 0,1-1 0 0 0,-1 0 1 0 0,0 1-1 0 0,1-1 0 0 0,-1 0 0 0 0,0 0 0 0 0,1 0 0 0 0,-1 0 0 0 0,0 0 1 0 0,0 0-1 0 0,0-1 0 0 0,0 1 0 0 0,0 0 0 0 0,0-1 0 0 0,0 1 0 0 0,1-3 1 0 0,13-21-196 0 0,-2-1 1 0 0,0-1-1 0 0,11-37 1 0 0,-12 32 112 0 0,1 1 1 0 0,17-32 0 0 0,-28 60 27 0 0,0 0 0 0 0,-1 0-1 0 0,1 0 1 0 0,0 0-1 0 0,1 0 1 0 0,-1 1-1 0 0,0-1 1 0 0,1 1-1 0 0,-1 0 1 0 0,1 0-1 0 0,0 0 1 0 0,5-3 0 0 0,-7 4 3 0 0,1 1 0 0 0,-1 0 0 0 0,0 0 0 0 0,1 0 0 0 0,-1 0 0 0 0,1 0 0 0 0,-1 0 0 0 0,0 1 0 0 0,1-1 0 0 0,-1 0 0 0 0,0 1 0 0 0,1-1 0 0 0,-1 1 0 0 0,0-1 0 0 0,0 1 1 0 0,0 0-1 0 0,1 0 0 0 0,-1-1 0 0 0,0 1 0 0 0,0 0 0 0 0,0 0 0 0 0,0 0 0 0 0,0 0 0 0 0,0 0 0 0 0,-1 0 0 0 0,1 0 0 0 0,0 1 0 0 0,0-1 0 0 0,-1 0 0 0 0,1 0 0 0 0,-1 1 0 0 0,1 1 1 0 0,8 17 107 0 0,-1 0 0 0 0,-1 0 0 0 0,0 1 0 0 0,3 22 0 0 0,-7-23 83 0 0,2-1 0 0 0,1-1 0 0 0,0 1 0 0 0,1-1-1 0 0,14 26 1 0 0,-18-39-148 0 0,20 30 51 0 0,-21-34-61 0 0,-1 1 0 0 0,0 0 0 0 0,1-1 0 0 0,-1 0 0 0 0,1 1 0 0 0,-1-1 0 0 0,1 0 0 0 0,0 0 1 0 0,-1 1-1 0 0,1-1 0 0 0,0-1 0 0 0,0 1 0 0 0,0 0 0 0 0,0 0 0 0 0,0-1 0 0 0,0 1 0 0 0,2 0 0 0 0,-3-2 6 0 0,0 1-1 0 0,0 0 1 0 0,1-1-1 0 0,-1 1 1 0 0,0-1-1 0 0,0 1 1 0 0,0-1-1 0 0,0 0 1 0 0,0 1-1 0 0,0-1 0 0 0,0 0 1 0 0,0 0-1 0 0,0 0 1 0 0,0 0-1 0 0,0 0 1 0 0,0 0-1 0 0,-1 0 1 0 0,1 0-1 0 0,0 0 1 0 0,-1 0-1 0 0,1-1 1 0 0,13-31 59 0 0,-11 25-57 0 0,23-73-911 0 0,-21 62 346 0 0,0 0 0 0 0,2 1-1 0 0,0-1 1 0 0,0 2 0 0 0,2-1-1 0 0,18-27 1 0 0,-26 43 520 0 0,1-1 0 0 0,0 1-1 0 0,-1 0 1 0 0,1 0 0 0 0,0 0 0 0 0,0 0 0 0 0,1 0 0 0 0,-1 1-1 0 0,0-1 1 0 0,1 1 0 0 0,-1-1 0 0 0,1 1 0 0 0,-1 0-1 0 0,1 0 1 0 0,0 0 0 0 0,-1 0 0 0 0,1 1 0 0 0,0-1 0 0 0,0 1-1 0 0,-1-1 1 0 0,1 1 0 0 0,4 0 0 0 0,-4 1 109 0 0,-1 0-1 0 0,1 0 1 0 0,0 0 0 0 0,-1 0 0 0 0,1 0-1 0 0,0 0 1 0 0,-1 1 0 0 0,0 0 0 0 0,1-1-1 0 0,-1 1 1 0 0,0 0 0 0 0,0 0-1 0 0,0 0 1 0 0,0 0 0 0 0,0 1 0 0 0,0-1-1 0 0,-1 0 1 0 0,1 1 0 0 0,-1 0 0 0 0,1-1-1 0 0,0 5 1 0 0,6 12 552 0 0,-1 1-1 0 0,-1 0 0 0 0,7 41 0 0 0,-6 21-4510 0 0,-7-70-1230 0 0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0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91 5985 0 0,'-1'1'76'0'0,"-31"14"228"0"0,30-14-433 0 0,1 0 0 0 0,-1 0 1 0 0,1 0-1 0 0,-1 0 0 0 0,1 0 1 0 0,0 1-1 0 0,-1-1 0 0 0,1 1 1 0 0,0-1-1 0 0,0 1 0 0 0,0-1 0 0 0,0 1 1 0 0,0-1-1 0 0,0 1 0 0 0,0 0 1 0 0,0 2-1 0 0,1-3 112 0 0,1-1 0 0 0,-1 1 1 0 0,0-1-1 0 0,1 1 0 0 0,-1-1 1 0 0,1 1-1 0 0,-1-1 0 0 0,1 1 0 0 0,-1-1 1 0 0,1 1-1 0 0,-1-1 0 0 0,1 1 1 0 0,-1-1-1 0 0,1 0 0 0 0,-1 1 0 0 0,1-1 1 0 0,0 0-1 0 0,-1 0 0 0 0,1 1 1 0 0,0-1-1 0 0,-1 0 0 0 0,1 0 0 0 0,0 0 1 0 0,-1 0-1 0 0,1 0 0 0 0,0 0 1 0 0,-1 0-1 0 0,2 0 0 0 0,23 1 1194 0 0,-25-1-1132 0 0,39-1 3482 0 0,47-8 0 0 0,40-12-217 0 0,2-1-1880 0 0,282-7-91 0 0,-120 14-766 0 0,-88 3 119 0 0,85-9-1224 0 0,-237 12-4965 0 0,-28 6-224 0 0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1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6913 0 0,'0'0'529'0'0,"31"-2"4074"0"0,-26 2-4473 0 0,-1-1 0 0 0,1 1 0 0 0,0 0 0 0 0,0 0 0 0 0,-1 0 0 0 0,1 1 0 0 0,0-1 0 0 0,-1 1 0 0 0,1 0 0 0 0,-1 1 0 0 0,1-1 0 0 0,-1 1 0 0 0,0 0 0 0 0,1 0 0 0 0,-1 0 0 0 0,0 1 0 0 0,0-1 0 0 0,-1 1 0 0 0,1 0 0 0 0,0 0 0 0 0,-1 0 0 0 0,0 1 0 0 0,0-1 0 0 0,0 1 0 0 0,0 0 0 0 0,0 0 0 0 0,-1 0 0 0 0,1 0 0 0 0,-1 0 0 0 0,-1 0 0 0 0,1 1 0 0 0,0-1 0 0 0,-1 1 0 0 0,0-1 0 0 0,1 6 0 0 0,2 60 1043 0 0,-6 98 0 0 0,0-17-992 0 0,3 16-173 0 0,3 88-27 0 0,1-180 89 0 0,20 104-1 0 0,-15-132-28 0 0,-2-1 0 0 0,-2 2 0 0 0,-2-1 0 0 0,-2 1 0 0 0,-5 50 0 0 0,0-47-434 0 0,1 0 1 0 0,3 0-1 0 0,9 61 1 0 0,-10-111 321 0 0,0-1 0 0 0,0 1 1 0 0,0 0-1 0 0,0 0 0 0 0,0 0 0 0 0,1 0 1 0 0,-1-1-1 0 0,0 1 0 0 0,0 0 1 0 0,1 0-1 0 0,-1 0 0 0 0,1-1 0 0 0,-1 1 1 0 0,1 0-1 0 0,-1-1 0 0 0,1 1 0 0 0,-1 0 1 0 0,1-1-1 0 0,0 1 0 0 0,-1-1 1 0 0,1 1-1 0 0,0-1 0 0 0,-1 1 0 0 0,1-1 1 0 0,0 1-1 0 0,0-1 0 0 0,-1 0 0 0 0,2 1 1 0 0,3-2-740 0 0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7370 0 0,'4'-1'373'0'0,"0"0"-1"0"0,0 0 1 0 0,1 1 0 0 0,-1-1 0 0 0,0 1 0 0 0,1 0 0 0 0,-1 0 0 0 0,5 1 0 0 0,3-1-437 0 0,26-1-1359 0 0,-1 1 0 0 0,40 5 0 0 0,-15 7 3153 0 0,-61-12-1670 0 0,1 0-1 0 0,0 0 1 0 0,-1 0 0 0 0,1 1-1 0 0,0-1 1 0 0,-1 1 0 0 0,1-1-1 0 0,-1 1 1 0 0,1 0-1 0 0,-1 0 1 0 0,1 0 0 0 0,-1-1-1 0 0,0 1 1 0 0,1 1 0 0 0,-1-1-1 0 0,0 0 1 0 0,0 0-1 0 0,0 0 1 0 0,1 1 0 0 0,-2-1-1 0 0,1 0 1 0 0,0 1 0 0 0,0-1-1 0 0,0 1 1 0 0,0-1 0 0 0,-1 1-1 0 0,1 0 1 0 0,-1-1-1 0 0,1 1 1 0 0,-1-1 0 0 0,0 4-1 0 0,0-1-97 0 0,-1 0 0 0 0,0-1 1 0 0,-1 1-1 0 0,1 0 0 0 0,-1 0 0 0 0,1-1 0 0 0,-1 1 0 0 0,0-1 0 0 0,0 1 0 0 0,-1-1 0 0 0,1 0 0 0 0,-5 5 0 0 0,-28 28-531 0 0,-43 35 1 0 0,-3 3 2097 0 0,79-72-1425 0 0,0 0 0 0 0,0 0-1 0 0,0 0 1 0 0,1 0 0 0 0,-1 0 0 0 0,1 0 0 0 0,0 1-1 0 0,-2 4 1 0 0,2-7-61 0 0,1 1 1 0 0,0 0-1 0 0,0 0 0 0 0,0-1 1 0 0,0 1-1 0 0,-1 0 0 0 0,1 0 1 0 0,1 0-1 0 0,-1-1 0 0 0,0 1 0 0 0,0 0 1 0 0,0 0-1 0 0,0-1 0 0 0,0 1 1 0 0,1 0-1 0 0,-1 0 0 0 0,0-1 1 0 0,1 1-1 0 0,-1 0 0 0 0,1 1 1 0 0,1-1-9 0 0,0 1 1 0 0,0 0-1 0 0,1-1 1 0 0,-1 0-1 0 0,0 1 0 0 0,1-1 1 0 0,-1 0-1 0 0,1 0 1 0 0,-1 0-1 0 0,1-1 1 0 0,0 1-1 0 0,-1-1 1 0 0,1 1-1 0 0,-1-1 1 0 0,6 0-1 0 0,13 0 641 0 0,38-4 0 0 0,-40 1-82 0 0,-1 2 0 0 0,35 1 0 0 0,-52 0-579 0 0,0 0-1 0 0,0 0 0 0 0,0 0 1 0 0,0 0-1 0 0,0 0 0 0 0,1 0 1 0 0,-1 1-1 0 0,0-1 1 0 0,0 0-1 0 0,0 1 0 0 0,0-1 1 0 0,0 1-1 0 0,0-1 0 0 0,0 1 1 0 0,0-1-1 0 0,0 1 0 0 0,0 0 1 0 0,0 0-1 0 0,-1-1 1 0 0,1 1-1 0 0,0 0 0 0 0,1 2 1 0 0,-2-2-22 0 0,0 0 0 0 0,0 0 0 0 0,0 0 0 0 0,0 0 0 0 0,0 0 1 0 0,0 0-1 0 0,0 0 0 0 0,0 0 0 0 0,0 0 0 0 0,-1 1 0 0 0,1-1 0 0 0,0 0 1 0 0,-1 0-1 0 0,1 0 0 0 0,-1 0 0 0 0,1 0 0 0 0,-1 0 0 0 0,-1 1 0 0 0,-5 7-44 0 0,0 0-1 0 0,-1-1 1 0 0,-14 12-1 0 0,14-13 270 0 0,-1 1-138 0 0,-1 0 188 0 0,1 1-1 0 0,0 1 1 0 0,-14 17 0 0 0,22-25-242 0 0,-1 0 0 0 0,1 0 1 0 0,0-1-1 0 0,0 1 0 0 0,0 0 1 0 0,0 0-1 0 0,0 0 0 0 0,0 0 1 0 0,1 0-1 0 0,-1 1 0 0 0,1-1 1 0 0,-1 0-1 0 0,1 0 0 0 0,0 0 1 0 0,0 0-1 0 0,0 1 0 0 0,0-1 1 0 0,0 0-1 0 0,0 0 0 0 0,0 0 1 0 0,1 0-1 0 0,0 1 0 0 0,-1-1 1 0 0,1 0-1 0 0,0 0 0 0 0,0 0 1 0 0,0 0-1 0 0,0 0 0 0 0,2 2 1 0 0,1 0-43 0 0,0 0 0 0 0,1-1 0 0 0,0 0 0 0 0,-1 0 0 0 0,1 0 0 0 0,0-1 0 0 0,1 1 0 0 0,-1-1 0 0 0,0 0 0 0 0,1-1 0 0 0,-1 1 0 0 0,1-1 0 0 0,-1 0 0 0 0,1-1-1 0 0,-1 1 1 0 0,8-1 0 0 0,-6 0 0 0 0,0 1 1 0 0,0 0-1 0 0,1 0 0 0 0,-1 0 0 0 0,0 1 0 0 0,0 0 0 0 0,0 1 0 0 0,12 6 0 0 0,-18-9 10 0 0,-1 1-1 0 0,0-1 1 0 0,0 1 0 0 0,0-1 0 0 0,1 1 0 0 0,-1-1 0 0 0,0 1 0 0 0,0-1-1 0 0,0 1 1 0 0,0-1 0 0 0,0 1 0 0 0,0-1 0 0 0,0 1 0 0 0,0-1-1 0 0,0 1 1 0 0,0-1 0 0 0,0 1 0 0 0,-1-1 0 0 0,1 1 0 0 0,0-1 0 0 0,0 0-1 0 0,0 1 1 0 0,-1-1 0 0 0,1 1 0 0 0,0-1 0 0 0,0 1 0 0 0,-1-1 0 0 0,1 0-1 0 0,0 1 1 0 0,-1-1 0 0 0,1 0 0 0 0,-1 1 0 0 0,1-1 0 0 0,0 0 0 0 0,-1 1-1 0 0,1-1 1 0 0,-1 0 0 0 0,1 0 0 0 0,-1 1 0 0 0,-25 18-444 0 0,17-13 353 0 0,8-5 60 0 0,0 0-1 0 0,0-1 0 0 0,0 1 0 0 0,0 0 0 0 0,0 1 0 0 0,0-1 0 0 0,0 0 1 0 0,0 0-1 0 0,0 0 0 0 0,0 0 0 0 0,1 1 0 0 0,-1-1 0 0 0,1 0 0 0 0,-1 1 0 0 0,0 1 1 0 0,1-2-20 0 0,0 0 0 0 0,0-1 0 0 0,0 1 1 0 0,0 0-1 0 0,1-1 0 0 0,-1 1 1 0 0,0-1-1 0 0,0 1 0 0 0,1 0 0 0 0,-1-1 1 0 0,0 1-1 0 0,1-1 0 0 0,-1 1 0 0 0,0-1 1 0 0,1 1-1 0 0,-1-1 0 0 0,1 1 1 0 0,-1-1-1 0 0,1 1 0 0 0,-1-1 0 0 0,1 1 1 0 0,-1-1-1 0 0,2 1 0 0 0,4 2-318 0 0,0-1 0 0 0,0 0-1 0 0,0 0 1 0 0,0 0 0 0 0,10 1-1 0 0,-12-2 347 0 0,16 3 340 0 0,-13-2 265 0 0,1 0-1 0 0,0 0 1 0 0,0-1 0 0 0,-1 0 0 0 0,1-1-1 0 0,0 0 1 0 0,0 0 0 0 0,13-2 0 0 0,-11-4-40 0 0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 11522 0 0,'-1'0'382'0'0,"0"0"-1"0"0,0 0 1 0 0,0 1-1 0 0,0-1 1 0 0,0 0-1 0 0,-7 5 3053 0 0,7-3-3053 0 0,-21 28-3063 0 0,12-16 997 0 0,0 2 2825 0 0,0 0 0 0 0,1 0 0 0 0,1 1 0 0 0,0 0 0 0 0,-6 24 1 0 0,4-14-1149 0 0,4-10 56 0 0,1-1 0 0 0,1 1 0 0 0,1 0 0 0 0,-2 32 0 0 0,4 74 720 0 0,2-68-519 0 0,20 266-223 0 0,26-2 180 0 0,-29-207-158 0 0,-10-39 4 0 0,-4 143 0 0 0,1 11 4 0 0,0-177-897 0 0,4 50-4996 0 0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6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951 1006 3225 0 0,'3'-19'1347'0'0,"-2"18"-1196"0"0,-1-1 1 0 0,1 1 0 0 0,-1-1-1 0 0,0 1 1 0 0,1 0-1 0 0,-1-1 1 0 0,0 1 0 0 0,0-1-1 0 0,0 1 1 0 0,0-1 0 0 0,0 1-1 0 0,-1-3 1 0 0,0 3-41 0 0,0 1 0 0 0,0-1 1 0 0,1 0-1 0 0,-1 1 0 0 0,0-1 0 0 0,0 1 0 0 0,0 0 1 0 0,0-1-1 0 0,0 1 0 0 0,0 0 0 0 0,0-1 0 0 0,0 1 1 0 0,0 0-1 0 0,0 0 0 0 0,0 0 0 0 0,0 0 0 0 0,0 0 0 0 0,0 0 1 0 0,0 0-1 0 0,0 0 0 0 0,0 0 0 0 0,0 1 0 0 0,0-1 1 0 0,1 0-1 0 0,-3 1 0 0 0,0 0 200 0 0,1-1 0 0 0,-1 1 0 0 0,1-1 0 0 0,-1 0 0 0 0,0 0 0 0 0,1 0 0 0 0,-1-1 0 0 0,1 1 0 0 0,-1-1 0 0 0,1 1 0 0 0,-1-1 0 0 0,1 0 0 0 0,-1 0 0 0 0,1 0 0 0 0,0 0 0 0 0,-1 0 1 0 0,1-1-1 0 0,-3-1 0 0 0,-2-4 521 0 0,0 1 1 0 0,1-1 0 0 0,-11-14 0 0 0,12 14-689 0 0,-1 0 0 0 0,1 0 1 0 0,-1 1-1 0 0,0 0 0 0 0,-9-6 0 0 0,-26-18 86 0 0,0-2 0 0 0,2-2 1 0 0,2-1-1 0 0,1-3 0 0 0,2 0 0 0 0,-48-70 0 0 0,5 0 138 0 0,-5 4-1 0 0,-4 4 0 0 0,-122-111 1 0 0,172 185-3177 0 0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7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1845 10 10594 0 0,'0'-1'17'0'0,"0"1"0"0"0,-1-1 0 0 0,1 1 0 0 0,0-1 0 0 0,0 1 1 0 0,0-1-1 0 0,-1 1 0 0 0,1-1 0 0 0,0 1 0 0 0,-1 0 0 0 0,1-1 0 0 0,-1 1 0 0 0,1-1 0 0 0,0 1 0 0 0,-1 0 0 0 0,1-1 0 0 0,-1 1 0 0 0,1 0 0 0 0,-1-1 0 0 0,1 1 0 0 0,-1 0 0 0 0,1 0 0 0 0,-1 0 0 0 0,1 0 0 0 0,-1-1 0 0 0,1 1 0 0 0,-1 0 0 0 0,0 0 0 0 0,1 0 0 0 0,-1 0 1 0 0,1 0-1 0 0,-1 0 0 0 0,1 0 0 0 0,-1 0 0 0 0,1 0 0 0 0,-1 1 0 0 0,1-1 0 0 0,-2 0 0 0 0,-20 6-95 0 0,7 1 71 0 0,1 1 0 0 0,0 1 0 0 0,0 0-1 0 0,1 1 1 0 0,0 0 0 0 0,1 1 0 0 0,-15 17 0 0 0,-72 95 1525 0 0,77-93-1373 0 0,-512 604 1572 0 0,498-593-1714 0 0,-344 342 313 0 0,212-222 348 0 0,-36 22 454 0 0,159-147-1210 0 0,-2-3 0 0 0,-89 47 0 0 0,125-74-1232 0 0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77 210 920 0 0,'1'-1'26'0'0,"0"1"0"0"0,-1 0 0 0 0,1-1-1 0 0,0 1 1 0 0,0 0 0 0 0,0-1 0 0 0,-1 1 0 0 0,1-1-1 0 0,0 1 1 0 0,-1-1 0 0 0,1 1 0 0 0,0-1 0 0 0,-1 0-1 0 0,1 1 1 0 0,-1-1 0 0 0,1 0 0 0 0,-1 1-1 0 0,1-1 1 0 0,-1 0 0 0 0,1 0 0 0 0,-1 0 0 0 0,0 1-1 0 0,1-2 1 0 0,-1 1 46 0 0,-1 0-1 0 0,1 0 0 0 0,0 1 1 0 0,-1-1-1 0 0,1 0 1 0 0,0 1-1 0 0,-1-1 0 0 0,1 1 1 0 0,-1-1-1 0 0,1 1 0 0 0,-1-1 1 0 0,1 1-1 0 0,-1-1 1 0 0,0 1-1 0 0,1-1 0 0 0,-1 1 1 0 0,1-1-1 0 0,-1 1 1 0 0,0 0-1 0 0,-1-1 0 0 0,-2-1 252 0 0,0 1 1 0 0,-1 0-1 0 0,1 0 0 0 0,0 0 0 0 0,-1 0 0 0 0,1 0 1 0 0,-9 1-1 0 0,11 0-305 0 0,0 1 0 0 0,0-1 0 0 0,1 0 0 0 0,-1 0 0 0 0,0 0 0 0 0,0 0 0 0 0,1 0 0 0 0,-1 0 0 0 0,0-1 0 0 0,0 1 0 0 0,1-1 0 0 0,-1 1 0 0 0,0-1 0 0 0,1 0 0 0 0,-3 0 0 0 0,3 0 16 0 0,1 1 1 0 0,-1-1-1 0 0,1 1 0 0 0,-1-1 1 0 0,1 0-1 0 0,-1 1 1 0 0,1-1-1 0 0,0 0 0 0 0,-1 1 1 0 0,1-1-1 0 0,0 0 1 0 0,-1 0-1 0 0,1 1 0 0 0,0-1 1 0 0,0 0-1 0 0,0 0 1 0 0,0 0-1 0 0,0 1 0 0 0,0-1 1 0 0,0 0-1 0 0,0 0 1 0 0,0 1-1 0 0,0-3 0 0 0,1 0 165 0 0,0-1-1 0 0,1 1 0 0 0,-1-1 0 0 0,1 1 0 0 0,0-1 1 0 0,0 1-1 0 0,0 0 0 0 0,0 0 0 0 0,0 0 0 0 0,1 0 1 0 0,-1 0-1 0 0,5-3 0 0 0,7-5 74 0 0,0 2 1 0 0,0 0-1 0 0,1 0 1 0 0,0 1-1 0 0,0 1 1 0 0,1 1-1 0 0,18-6 1 0 0,3 2-111 0 0,0 2 1 0 0,42-5-1 0 0,-63 11-18 0 0,0 0-1 0 0,0 2 0 0 0,0-1 0 0 0,0 2 1 0 0,23 3-1 0 0,-35-3-110 0 0,-1 0 1 0 0,1-1-1 0 0,-1 1 0 0 0,1 1 1 0 0,-1-1-1 0 0,0 0 0 0 0,0 1 0 0 0,0-1 1 0 0,0 1-1 0 0,0 0 0 0 0,0 0 1 0 0,0 0-1 0 0,-1 1 0 0 0,1-1 1 0 0,-1 1-1 0 0,1-1 0 0 0,-1 1 1 0 0,0 0-1 0 0,0 0 0 0 0,0 0 1 0 0,0 0-1 0 0,-1 0 0 0 0,1 0 0 0 0,-1 0 1 0 0,0 1-1 0 0,0-1 0 0 0,0 1 1 0 0,0-1-1 0 0,-1 1 0 0 0,0-1 1 0 0,1 5-1 0 0,-2 9 23 0 0,0 0 0 0 0,-1 0-1 0 0,0 0 1 0 0,-2 0 0 0 0,0 0 0 0 0,-1-1 0 0 0,0 1 0 0 0,-1-1-1 0 0,-1-1 1 0 0,-17 30 0 0 0,8-21 35 0 0,0 0 0 0 0,-2-1 0 0 0,0 0 0 0 0,-2-2 0 0 0,-36 33 0 0 0,38-42-88 0 0,16-12-6 0 0,11-8-9 0 0,3-2-216 0 0,1 1 0 0 0,0 1 0 0 0,1 0 1 0 0,0 1-1 0 0,0 0 0 0 0,0 2 0 0 0,1-1 0 0 0,0 2 0 0 0,0 0 0 0 0,27-4 0 0 0,-16 5 183 0 0,1 0-1 0 0,-1 2 1 0 0,1 2 0 0 0,-1 0-1 0 0,42 7 1 0 0,-44-3 231 0 0,1 1 1 0 0,41 16-1 0 0,-60-20-114 0 0,0 0 0 0 0,0 1-1 0 0,0 0 1 0 0,0 1 0 0 0,0-1-1 0 0,-1 1 1 0 0,1 0-1 0 0,-1 0 1 0 0,0 1 0 0 0,0 0-1 0 0,-1-1 1 0 0,1 2 0 0 0,-1-1-1 0 0,0 0 1 0 0,5 11 0 0 0,-8-12 1 0 0,0-1 1 0 0,0 1 0 0 0,0-1-1 0 0,0 1 1 0 0,-1-1 0 0 0,1 1 0 0 0,-1 0-1 0 0,0-1 1 0 0,0 1 0 0 0,-1 0-1 0 0,1-1 1 0 0,-1 1 0 0 0,0-1-1 0 0,-1 7 1 0 0,-1-3 52 0 0,-1 0 0 0 0,1 0-1 0 0,-1 0 1 0 0,0-1 0 0 0,0 1 0 0 0,-9 8 0 0 0,-3 2 33 0 0,-1-1 1 0 0,-1-1 0 0 0,-31 21-1 0 0,-12 2-920 0 0,18-22-2907 0 0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2 13827 0 0,'-1'0'9'0'0,"1"-1"1"0"0,-1 1-1 0 0,0 0 0 0 0,0 0 1 0 0,1 0-1 0 0,-1 0 0 0 0,0 0 1 0 0,0 0-1 0 0,1 0 0 0 0,-1 0 1 0 0,0 0-1 0 0,0 0 0 0 0,1 0 1 0 0,-1 1-1 0 0,0-1 0 0 0,0 0 1 0 0,1 0-1 0 0,-1 1 0 0 0,0-1 1 0 0,1 0-1 0 0,-1 1 0 0 0,0-1 1 0 0,1 1-1 0 0,-1-1 0 0 0,1 1 1 0 0,-1-1-1 0 0,1 1 0 0 0,-1-1 1 0 0,1 1-1 0 0,-1 0 0 0 0,1-1 1 0 0,-1 1-1 0 0,1 0 0 0 0,-1 0 1 0 0,-23 33-313 0 0,15-21 815 0 0,4-6-643 0 0,-20 28-1498 0 0,24-35 1546 0 0,1 1 1 0 0,-1 0-1 0 0,0-1 0 0 0,1 1 0 0 0,0 0 1 0 0,-1-1-1 0 0,1 1 0 0 0,-1 0 0 0 0,1 0 1 0 0,0-1-1 0 0,-1 1 0 0 0,1 0 1 0 0,0 0-1 0 0,0 0 0 0 0,0 0 0 0 0,0-1 1 0 0,0 1-1 0 0,0 0 0 0 0,0 0 0 0 0,0 0 1 0 0,0 0-1 0 0,0-1 0 0 0,0 1 1 0 0,0 0-1 0 0,1 0 0 0 0,-1 0 0 0 0,0 0 1 0 0,0-1-1 0 0,1 1 0 0 0,-1 0 0 0 0,1 0 1 0 0,-1-1-1 0 0,1 1 0 0 0,-1 0 0 0 0,1-1 1 0 0,0 2-1 0 0,5-3 74 0 0,-1-6 62 0 0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22 163 2761 0 0,'-2'-1'182'0'0,"1"0"1"0"0,-1 0-1 0 0,1 0 0 0 0,-1 1 1 0 0,0-1-1 0 0,1-1 1 0 0,0 1-1 0 0,-1 0 1 0 0,1 0-1 0 0,0 0 1 0 0,-1-1-1 0 0,0-1 1 0 0,1 2-155 0 0,1-1 1 0 0,0 1 0 0 0,0 0 0 0 0,0 0-1 0 0,0-1 1 0 0,0 1 0 0 0,0 0-1 0 0,0 0 1 0 0,0-1 0 0 0,0 1 0 0 0,0 0-1 0 0,1 0 1 0 0,-1-1 0 0 0,0 1 0 0 0,1 0-1 0 0,-1 0 1 0 0,1 0 0 0 0,-1 0-1 0 0,1 0 1 0 0,1-2 0 0 0,2-2 91 0 0,0-1 0 0 0,0 0 1 0 0,1 1-1 0 0,0 0 0 0 0,0 0 0 0 0,1 1 1 0 0,-1 0-1 0 0,1-1 0 0 0,12-5 0 0 0,1 0 893 0 0,40-15-1 0 0,-36 17-51 0 0,36-8-1 0 0,-52 14-852 0 0,1 1-1 0 0,0 0 1 0 0,0 0-1 0 0,-1 1 1 0 0,1 0-1 0 0,0 0 1 0 0,0 1-1 0 0,15 3 1 0 0,-22-4-94 0 0,1 1 0 0 0,-1 0 0 0 0,0-1-1 0 0,1 1 1 0 0,-1 0 0 0 0,1 0 0 0 0,-1-1 0 0 0,0 1 0 0 0,0 0 0 0 0,0 0 0 0 0,1 1 0 0 0,-1-1 0 0 0,0 0-1 0 0,0 0 1 0 0,0 0 0 0 0,-1 1 0 0 0,1-1 0 0 0,0 1 0 0 0,0-1 0 0 0,0 2 0 0 0,0 1 7 0 0,0 0 1 0 0,0 0 0 0 0,-1 0 0 0 0,1 0-1 0 0,-1 0 1 0 0,0 0 0 0 0,0-1-1 0 0,-1 6 1 0 0,-2 6 49 0 0,0 0 0 0 0,-1 0 1 0 0,-6 15-1 0 0,10-29-66 0 0,-33 70 479 0 0,25-57-426 0 0,1 1-1 0 0,0 1 1 0 0,1-1 0 0 0,0 1-1 0 0,-4 22 1 0 0,10-38-63 0 0,0 1 0 0 0,0-1 0 0 0,1 1 0 0 0,-1-1 1 0 0,0 1-1 0 0,0-1 0 0 0,0 1 0 0 0,0-1 0 0 0,1 1 0 0 0,-1-1 0 0 0,0 0 1 0 0,0 1-1 0 0,1-1 0 0 0,-1 1 0 0 0,0-1 0 0 0,0 0 0 0 0,1 1 0 0 0,-1-1 0 0 0,1 0 1 0 0,-1 1-1 0 0,0-1 0 0 0,1 0 0 0 0,-1 0 0 0 0,1 1 0 0 0,-1-1 0 0 0,0 0 1 0 0,1 0-1 0 0,-1 0 0 0 0,1 0 0 0 0,-1 0 0 0 0,1 0 0 0 0,-1 1 0 0 0,1-1 1 0 0,-1 0-1 0 0,1 0 0 0 0,-1 0 0 0 0,1 0 0 0 0,-1-1 0 0 0,1 1 0 0 0,-1 0 0 0 0,1 0 1 0 0,0 0-1 0 0,27-5-551 0 0,-23 3 393 0 0,1 1 95 0 0,0 0 1 0 0,0 0-1 0 0,0 1 1 0 0,0-1-1 0 0,0 1 1 0 0,0 0-1 0 0,0 1 1 0 0,0-1-1 0 0,0 1 1 0 0,0 1-1 0 0,7 2 1 0 0,-11-3 75 0 0,1 0-1 0 0,-1 0 1 0 0,0 1 0 0 0,0-1 0 0 0,0 1 0 0 0,0 0-1 0 0,0-1 1 0 0,0 1 0 0 0,0 0 0 0 0,-1 0-1 0 0,1 0 1 0 0,-1 1 0 0 0,1-1 0 0 0,-1 0 0 0 0,0 1-1 0 0,0-1 1 0 0,0 0 0 0 0,0 1 0 0 0,0-1 0 0 0,0 1-1 0 0,-1-1 1 0 0,1 1 0 0 0,-1 0 0 0 0,0-1-1 0 0,0 1 1 0 0,0 0 0 0 0,0-1 0 0 0,-1 4 0 0 0,0 5 87 0 0,-1-1 0 0 0,0 1 0 0 0,0-1 1 0 0,-1 0-1 0 0,-1 0 0 0 0,0 0 1 0 0,0 0-1 0 0,-1 0 0 0 0,0-1 0 0 0,0 0 1 0 0,-1 0-1 0 0,-1 0 0 0 0,1-1 0 0 0,-1 0 1 0 0,-1 0-1 0 0,0 0 0 0 0,-14 10 1 0 0,7-10-2142 0 0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0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0 395 10138 0 0,'37'13'399'0'0,"19"21"-486"0"0,-10-4 1100 0 0,1-3 0 0 0,2-1 0 0 0,1-2 0 0 0,65 21 0 0 0,-113-44-980 0 0,0-1-1 0 0,0 1 0 0 0,0 0 1 0 0,1-1-1 0 0,-1 1 0 0 0,0-1 1 0 0,0 0-1 0 0,1 0 1 0 0,-1 0-1 0 0,0 0 0 0 0,1 0 1 0 0,-1 0-1 0 0,0 0 0 0 0,0-1 1 0 0,1 1-1 0 0,-1-1 0 0 0,0 0 1 0 0,0 0-1 0 0,0 0 1 0 0,0 0-1 0 0,0 0 0 0 0,0 0 1 0 0,0 0-1 0 0,0-1 0 0 0,0 1 1 0 0,0-1-1 0 0,-1 1 0 0 0,1-1 1 0 0,-1 0-1 0 0,1 0 0 0 0,-1 1 1 0 0,1-1-1 0 0,-1 0 1 0 0,0 0-1 0 0,0 0 0 0 0,0-1 1 0 0,0 1-1 0 0,-1 0 0 0 0,1 0 1 0 0,-1 0-1 0 0,1-4 0 0 0,2-11 182 0 0,-1 1 0 0 0,-1-1 0 0 0,-1 0 0 0 0,-3-29-1 0 0,2 25 104 0 0,-26-187 1503 0 0,22 181-1677 0 0,2 12-313 0 0,1 0 1 0 0,0 0-1 0 0,1 1 1 0 0,0-2-1 0 0,2 1 1 0 0,-1 0-1 0 0,2 1 1 0 0,5-24-1 0 0,0 23-669 0 0,3 5-7 0 0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17972 0 0,'0'1'18'0'0,"0"-1"1"0"0,0 1-1 0 0,0-1 1 0 0,0 1 0 0 0,0-1-1 0 0,0 1 1 0 0,0-1-1 0 0,0 0 1 0 0,0 1-1 0 0,0-1 1 0 0,0 1-1 0 0,0-1 1 0 0,0 1-1 0 0,1-1 1 0 0,-1 1 0 0 0,0-1-1 0 0,0 1 1 0 0,1-1-1 0 0,-1 0 1 0 0,0 1-1 0 0,1-1 1 0 0,-1 1-1 0 0,0-1 1 0 0,1 0-1 0 0,-1 1 1 0 0,0-1 0 0 0,1 0-1 0 0,-1 0 1 0 0,1 1-1 0 0,-1-1 1 0 0,1 0-1 0 0,-1 0 1 0 0,0 0-1 0 0,1 1 1 0 0,0-1-1 0 0,19 10-1319 0 0,6 0 729 0 0,1-2-1 0 0,52 10 0 0 0,12 3 364 0 0,173 70 2850 0 0,-209-67-1713 0 0,-1 2 0 0 0,84 54 0 0 0,92 94 29 0 0,3 1-1087 0 0,-192-148-116 0 0,1-2 0 0 0,75 32 0 0 0,-90-46 62 0 0,1-2-1 0 0,0 0 1 0 0,0-2 0 0 0,0-1-1 0 0,54 4 1 0 0,-64-10-1538 0 0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879 0 11979 0 0,'-2'1'118'0'0,"0"-1"0"0"0,1 1 0 0 0,-1-1 0 0 0,0 1 0 0 0,1 0 0 0 0,-1 0 0 0 0,0 0 0 0 0,1 0 0 0 0,-1 0 0 0 0,1 0 0 0 0,0 0 0 0 0,-1 0 0 0 0,1 0 0 0 0,0 1 0 0 0,0-1 0 0 0,0 1 0 0 0,0-1 0 0 0,-2 3 0 0 0,-20 36-957 0 0,15-24 864 0 0,-152 227-993 0 0,55-90 1783 0 0,-166 280 2870 0 0,13 8-4549 0 0,250-425 868 0 0,-9 12-666 0 0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2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524 25 2761 0 0,'-42'-18'249'0'0,"30"12"-221"0"0,11 6-60 0 0,15 28 4974 0 0,29 57 701 0 0,-28-52-5269 0 0,2-2 0 0 0,1 1 0 0 0,1-2 0 0 0,30 35 0 0 0,-11-27-162 0 0,2-1 1 0 0,2-2 0 0 0,1-2-1 0 0,1-2 1 0 0,88 46 0 0 0,-113-71-569 0 0,-15-6 347 0 0,-13-4 10 0 0,4 2-71 0 0,-1 1 0 0 0,0 0 1 0 0,1 0-1 0 0,-1 1 0 0 0,0-1 1 0 0,0 1-1 0 0,1 0 0 0 0,-1 1 0 0 0,0-1 1 0 0,1 1-1 0 0,-10 3 0 0 0,-64 23-923 0 0,62-21 933 0 0,-550 226 4422 0 0,494-202-3668 0 0,-27 11-1342 0 0,35-7-3349 0 0,46-23-1559 0 0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3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448 73 2761 0 0,'-8'-32'2167'0'0,"8"29"-2020"0"0,0 0-1 0 0,0 0 1 0 0,-1 0-1 0 0,1 0 1 0 0,-1 0 0 0 0,0 0-1 0 0,0 0 1 0 0,0 0-1 0 0,-1 0 1 0 0,1 0-1 0 0,-3-4 1 0 0,3 7-73 0 0,0 0 0 0 0,-1 0 0 0 0,1-1 1 0 0,0 1-1 0 0,0 0 0 0 0,-1 0 0 0 0,1 0 0 0 0,0 0 0 0 0,-1 0 1 0 0,1 0-1 0 0,0 1 0 0 0,0-1 0 0 0,0 0 0 0 0,-1 1 1 0 0,1-1-1 0 0,0 1 0 0 0,0-1 0 0 0,-2 2 0 0 0,-26 13 2054 0 0,27-14-1883 0 0,-12 8 42 0 0,-1 1 1 0 0,2 0-1 0 0,-1 1 0 0 0,2 1 1 0 0,-1 0-1 0 0,2 1 1 0 0,-14 17-1 0 0,-64 106 303 0 0,77-115-272 0 0,-7 9-49 0 0,-11 19 621 0 0,-44 95 0 0 0,68-130-766 0 0,1 0 0 0 0,0 0 1 0 0,1 0-1 0 0,1 1 0 0 0,0-1 0 0 0,1 1 0 0 0,0 0 0 0 0,2 0 0 0 0,-1-1 0 0 0,2 1 0 0 0,0 0 0 0 0,4 20 0 0 0,-2-26-108 0 0,0 0-1 0 0,0 0 1 0 0,1 0-1 0 0,1-1 1 0 0,0 1-1 0 0,0-1 0 0 0,0 0 1 0 0,1-1-1 0 0,0 1 1 0 0,0-1-1 0 0,1 0 1 0 0,0-1-1 0 0,0 1 0 0 0,1-1 1 0 0,0-1-1 0 0,0 0 1 0 0,0 0-1 0 0,1 0 1 0 0,10 3-1 0 0,-11-4-31 0 0,1-1 0 0 0,0 0 0 0 0,1 0 0 0 0,-1-1 0 0 0,0 0-1 0 0,1-1 1 0 0,-1 0 0 0 0,1-1 0 0 0,-1 0 0 0 0,1 0 0 0 0,-1-1 0 0 0,1 0 0 0 0,-1-1 0 0 0,1 0 0 0 0,-1 0-1 0 0,0-1 1 0 0,0 0 0 0 0,0 0 0 0 0,11-8 0 0 0,-13 7-252 0 0,-1-1-1 0 0,0 0 1 0 0,0 0-1 0 0,0-1 1 0 0,-1 1-1 0 0,1-1 1 0 0,-2-1 0 0 0,1 1-1 0 0,-1-1 1 0 0,0 1-1 0 0,0-1 1 0 0,0-1-1 0 0,-1 1 1 0 0,0 0-1 0 0,-1-1 1 0 0,0 1 0 0 0,2-11-1 0 0,-3 13 86 0 0,0-1-1 0 0,-1 1 1 0 0,0 0 0 0 0,1 0-1 0 0,-2 0 1 0 0,1 0 0 0 0,-1 0-1 0 0,1 0 1 0 0,-1 0 0 0 0,-1 0-1 0 0,1 0 1 0 0,-1 0-1 0 0,0 0 1 0 0,0 1 0 0 0,0-1-1 0 0,-1 1 1 0 0,1-1 0 0 0,-1 1-1 0 0,0 0 1 0 0,0 0-1 0 0,-1 0 1 0 0,1 0 0 0 0,-1 1-1 0 0,0-1 1 0 0,0 1 0 0 0,0 0-1 0 0,-7-3 1 0 0,7 3 161 0 0,-1 1 0 0 0,1 0 0 0 0,0-1 1 0 0,0 0-1 0 0,0 0 0 0 0,0 0 0 0 0,-5-6 0 0 0,9 8 23 0 0,-1 0-1 0 0,1 1 0 0 0,-1-1 1 0 0,1 0-1 0 0,0 0 1 0 0,-1 0-1 0 0,1 1 0 0 0,0-1 1 0 0,0 0-1 0 0,-1 0 1 0 0,1 0-1 0 0,0 0 0 0 0,0 0 1 0 0,0 1-1 0 0,0-1 1 0 0,0 0-1 0 0,0 0 0 0 0,0 0 1 0 0,1-1-1 0 0,-1 1-2 0 0,1-1 0 0 0,0 0-1 0 0,0 1 1 0 0,0-1 0 0 0,0 1-1 0 0,0 0 1 0 0,0-1 0 0 0,0 1 0 0 0,1 0-1 0 0,-1 0 1 0 0,0-1 0 0 0,1 1-1 0 0,1-1 1 0 0,10-6-202 0 0,0 1 1 0 0,1 0-1 0 0,-1 1 0 0 0,2 0 1 0 0,-1 1-1 0 0,1 1 0 0 0,-1 0 1 0 0,22-2-1 0 0,-15 3 272 0 0,0 1 1 0 0,0 1-1 0 0,0 1 0 0 0,1 1 1 0 0,30 6-1 0 0,-48-7 165 0 0,0 1 0 0 0,-1 0 0 0 0,1 1-1 0 0,0-1 1 0 0,-1 1 0 0 0,1-1 0 0 0,-1 1 0 0 0,1 0-1 0 0,-1 1 1 0 0,0-1 0 0 0,0 0 0 0 0,0 1-1 0 0,0 0 1 0 0,0 0 0 0 0,-1-1 0 0 0,1 2 0 0 0,-1-1-1 0 0,0 0 1 0 0,0 0 0 0 0,0 1 0 0 0,0-1 0 0 0,-1 1-1 0 0,1 0 1 0 0,-1-1 0 0 0,0 1 0 0 0,1 6 0 0 0,1 9 584 0 0,-1 1 0 0 0,0-1 1 0 0,-2 1-1 0 0,-2 24 1 0 0,1-2-496 0 0,1-38-299 0 0,0 29 405 0 0,4 34 0 0 0,-2-57-439 0 0,-1-1 0 0 0,1 1 0 0 0,1-1-1 0 0,-1 0 1 0 0,2 1 0 0 0,-1-2 0 0 0,1 1 0 0 0,7 11-1 0 0,-10-19-110 0 0,-1 0 0 0 0,1-1 1 0 0,-1 1-1 0 0,0-1 0 0 0,1 1 0 0 0,-1-1 0 0 0,1 1 0 0 0,-1-1 0 0 0,1 1 0 0 0,-1-1 0 0 0,1 1 0 0 0,0-1 0 0 0,-1 0 0 0 0,1 1 0 0 0,0-1 0 0 0,-1 0 1 0 0,1 1-1 0 0,0-1 0 0 0,-1 0 0 0 0,1 0 0 0 0,0 0 0 0 0,-1 0 0 0 0,1 0 0 0 0,0 0 0 0 0,-1 0 0 0 0,1 0 0 0 0,1 0 0 0 0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0 16067 0 0,'-1'1'15'0'0,"-1"-1"1"0"0,1 1-1 0 0,0 0 0 0 0,-1 0 0 0 0,1-1 0 0 0,0 1 0 0 0,-1 0 0 0 0,1 0 0 0 0,0 0 0 0 0,0 0 0 0 0,0 0 0 0 0,0 1 0 0 0,0-1 0 0 0,0 0 0 0 0,0 0 0 0 0,0 1 0 0 0,1-1 0 0 0,-1 1 0 0 0,0-1 0 0 0,1 0 0 0 0,-1 1 0 0 0,1-1 0 0 0,0 1 0 0 0,-1 0 0 0 0,1 1 0 0 0,-10 49-2944 0 0,9-45 3028 0 0,-4 40-328 0 0,1 59 0 0 0,7-34 2605 0 0,3 0 1 0 0,30 139-1 0 0,-35-207-2518 0 0,-1 0-189 0 0,1 1-1 0 0,0-1 1 0 0,0 1 0 0 0,1-1-1 0 0,-1 0 1 0 0,1 0 0 0 0,0 1-1 0 0,0-1 1 0 0,5 7 0 0 0,-3-10-1118 0 0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1 165 17972 0 0,'3'3'1185'0'0,"12"8"-4914"0"0,1 0 222 0 0,-6-1 2600 0 0,-1 1-1 0 0,0 0 0 0 0,0 1 1 0 0,-1 0-1 0 0,12 23 1 0 0,22 31 1184 0 0,-20-41 672 0 0,1 0 0 0 0,2-2-1 0 0,0-1 1 0 0,2 0-1 0 0,0-2 1 0 0,1-1-1 0 0,1-2 1 0 0,1 0 0 0 0,0-2-1 0 0,35 11 1 0 0,-57-23-936 0 0,-1-1 0 0 0,1 0 0 0 0,0-1 0 0 0,-1 0 0 0 0,1 0 1 0 0,0 0-1 0 0,0-1 0 0 0,0 0 0 0 0,-1-1 0 0 0,1 0 0 0 0,0 0 1 0 0,0-1-1 0 0,-1 0 0 0 0,1 0 0 0 0,-1 0 0 0 0,0-1 0 0 0,0-1 0 0 0,0 1 1 0 0,0-1-1 0 0,12-9 0 0 0,-11 7-50 0 0,-1 0 1 0 0,0-1-1 0 0,0 0 1 0 0,0-1-1 0 0,-1 1 1 0 0,-1-1-1 0 0,1-1 0 0 0,-1 1 1 0 0,0-1-1 0 0,-1 0 1 0 0,0 0-1 0 0,0 0 1 0 0,-1 0-1 0 0,0-1 0 0 0,-1 1 1 0 0,1-11-1 0 0,1-15 23 0 0,-3 0 0 0 0,-1 0 0 0 0,-1 0 1 0 0,-2 0-1 0 0,-13-61 0 0 0,8 65-2603 0 0,-18-47 0 0 0,18 58-2347 0 0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 6449 0 0,'-2'0'31'0'0,"0"0"-1"0"0,0 0 0 0 0,0 0 0 0 0,0 0 0 0 0,0 0 0 0 0,0 0 1 0 0,0 0-1 0 0,0 1 0 0 0,0-1 0 0 0,0 1 0 0 0,1 0 0 0 0,-1-1 1 0 0,0 1-1 0 0,0 0 0 0 0,1 0 0 0 0,-1 0 0 0 0,0 0 0 0 0,1 1 1 0 0,-1-1-1 0 0,1 0 0 0 0,-1 1 0 0 0,1-1 0 0 0,0 1 1 0 0,0-1-1 0 0,-1 1 0 0 0,1-1 0 0 0,0 1 0 0 0,1 0 0 0 0,-1 0 1 0 0,0 0-1 0 0,-1 3 0 0 0,7 135 4545 0 0,0-74-3456 0 0,3 0-1 0 0,32 124 1 0 0,-31-154-1315 0 0,-6-21-569 0 0,1-1-1 0 0,0 0 0 0 0,1 0 0 0 0,7 15 0 0 0,-7-22-409 0 0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5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32 1840 0 0,'0'-1'54'0'0,"-1"-1"-1"0"0,0 1 1 0 0,1 0-1 0 0,-1-1 1 0 0,1 1-1 0 0,-1-1 1 0 0,1 1-1 0 0,0-1 1 0 0,-1 1-1 0 0,1-1 1 0 0,0 1-1 0 0,0-3 1 0 0,0 3 3 0 0,1 1 0 0 0,-1-1 0 0 0,0 1 0 0 0,0-1 0 0 0,0 1 0 0 0,1-1 0 0 0,-1 1 0 0 0,0-1 0 0 0,0 1 0 0 0,1 0 0 0 0,-1-1 0 0 0,1 1 0 0 0,-1-1 0 0 0,0 1 0 0 0,1 0 0 0 0,-1-1 0 0 0,1 1 0 0 0,-1 0 0 0 0,0 0 0 0 0,1-1 0 0 0,-1 1 0 0 0,1 0 0 0 0,-1 0 0 0 0,2-1 0 0 0,1 1 128 0 0,0 0 1 0 0,0 0-1 0 0,1 0 1 0 0,-1 0-1 0 0,0 0 1 0 0,0 1-1 0 0,1-1 1 0 0,-1 1-1 0 0,0 0 1 0 0,5 2-1 0 0,15 5 444 0 0,0 2 0 0 0,0 0-1 0 0,-1 1 1 0 0,-1 2 0 0 0,0 0-1 0 0,0 1 1 0 0,-1 1 0 0 0,-1 1 0 0 0,20 22-1 0 0,-29-28-278 0 0,-1 1 0 0 0,-1 0-1 0 0,0 1 1 0 0,0 0-1 0 0,-1 0 1 0 0,-1 0 0 0 0,0 1-1 0 0,0 0 1 0 0,-1 0-1 0 0,-1 0 1 0 0,-1 1 0 0 0,0-1-1 0 0,0 1 1 0 0,-1 0-1 0 0,-1 0 1 0 0,0 0 0 0 0,-3 27-1 0 0,-1-26-418 0 0,0 0-1 0 0,0 0 0 0 0,-2 0 0 0 0,0-1 0 0 0,-1 1 0 0 0,0-1 1 0 0,-1-1-1 0 0,0 1 0 0 0,-1-1 0 0 0,-17 20 0 0 0,-31 29-5035 0 0,28-36-353 0 0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1.6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35 63 10594 0 0,'-1'-2'88'0'0,"-1"0"0"0"0,0-1 1 0 0,1 1-1 0 0,-1-1 0 0 0,1 0 0 0 0,0 0 0 0 0,0 1 0 0 0,0-1 0 0 0,-1-5 0 0 0,2 5 226 0 0,-1 0 1 0 0,0 0-1 0 0,0 1 0 0 0,0-1 0 0 0,0 0 0 0 0,0 0 0 0 0,-1 1 0 0 0,1-1 0 0 0,-4-3 0 0 0,4 9-185 0 0,0 0 0 0 0,0-1 0 0 0,0 1 0 0 0,0 0-1 0 0,1 0 1 0 0,-1 0 0 0 0,1 0 0 0 0,-1 4-1 0 0,1-1-87 0 0,0 188 1341 0 0,27 202 0 0 0,-20-328-1400 0 0,-5-40-376 0 0,1 0 1 0 0,1 0-1 0 0,1-1 1 0 0,10 28-1 0 0,-10-46-1195 0 0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2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83 192 3225 0 0,'-9'-5'-128'0'0,"-36"-19"626"0"0,43 23-312 0 0,0-1-1 0 0,-1 1 1 0 0,1-1-1 0 0,1 1 1 0 0,-1-1-1 0 0,0 0 1 0 0,0 1-1 0 0,1-1 0 0 0,-1 0 1 0 0,0 0-1 0 0,1 0 1 0 0,0 0-1 0 0,0-1 1 0 0,0 1-1 0 0,0 0 1 0 0,-1-3-1 0 0,2 3-126 0 0,0 0 0 0 0,0 0 0 0 0,1 1 0 0 0,-1-1 0 0 0,0 0 0 0 0,1 0 0 0 0,0 1 0 0 0,-1-1 0 0 0,1 0 1 0 0,0 1-1 0 0,0-1 0 0 0,0 0 0 0 0,0 1 0 0 0,0 0 0 0 0,0-1 0 0 0,0 1 0 0 0,1-1 0 0 0,-1 1 0 0 0,0 0 0 0 0,1 0 0 0 0,-1 0 0 0 0,1 0 0 0 0,2-1 0 0 0,43-21 100 0 0,-40 20 96 0 0,36-13 179 0 0,1 3 0 0 0,0 1-1 0 0,68-9 1 0 0,-107 20-467 0 0,0 0 0 0 0,0 0 0 0 0,0 1 1 0 0,0 0-1 0 0,0 0 0 0 0,0 0 0 0 0,1 1 0 0 0,-1 0 0 0 0,0 0 0 0 0,0 0 0 0 0,-1 1 0 0 0,9 2 0 0 0,-11-2-28 0 0,1 0-1 0 0,-1-1 1 0 0,0 1 0 0 0,1 0-1 0 0,-1 0 1 0 0,0 0-1 0 0,0 1 1 0 0,-1-1 0 0 0,1 0-1 0 0,0 1 1 0 0,-1-1-1 0 0,1 1 1 0 0,-1 0-1 0 0,0-1 1 0 0,0 1 0 0 0,0 0-1 0 0,0 0 1 0 0,0 0-1 0 0,-1-1 1 0 0,1 1 0 0 0,-1 0-1 0 0,0 6 1 0 0,1 9 194 0 0,-2 0 1 0 0,0 1 0 0 0,-1-1-1 0 0,0 0 1 0 0,-2 0-1 0 0,0-1 1 0 0,-1 1 0 0 0,0-1-1 0 0,-2 0 1 0 0,0 0-1 0 0,-1 0 1 0 0,-1-1 0 0 0,0-1-1 0 0,-1 1 1 0 0,-1-2-1 0 0,0 1 1 0 0,-1-1-1 0 0,0-1 1 0 0,-2 0 0 0 0,1-1-1 0 0,-1-1 1 0 0,-17 11-1 0 0,15-8 287 0 0,16-14-388 0 0,0 1 0 0 0,0-1-1 0 0,0 0 1 0 0,0 0-1 0 0,0 1 1 0 0,0-1 0 0 0,0 0-1 0 0,0 0 1 0 0,1 1-1 0 0,-1-1 1 0 0,0 0-1 0 0,0 0 1 0 0,0 0 0 0 0,0 0-1 0 0,0 1 1 0 0,1-1-1 0 0,-1 0 1 0 0,0 0-1 0 0,0 0 1 0 0,0 0 0 0 0,1 1-1 0 0,-1-1 1 0 0,0 0-1 0 0,0 0 1 0 0,1 0-1 0 0,-1 0 1 0 0,0 0 0 0 0,0 0-1 0 0,1 0 1 0 0,-1 0-1 0 0,0 0 1 0 0,0 0 0 0 0,0 0-1 0 0,1 0 1 0 0,-1 0-1 0 0,0 0 1 0 0,0 0-1 0 0,1 0 1 0 0,-1 0 0 0 0,44-5 2231 0 0,-34 4-2286 0 0,54-8 205 0 0,0 4 1 0 0,1 2-1 0 0,-1 3 1 0 0,121 15-1 0 0,-133-6-3132 0 0,-36-6-2008 0 0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6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3 6273 0 0,'-3'-2'723'0'0,"-6"9"284"0"0,5 3-552 0 0,1-1 0 0 0,0 1 0 0 0,0 0 0 0 0,1 0 0 0 0,1 0 0 0 0,-1 0 0 0 0,1 18 0 0 0,6 72 3171 0 0,24 80-1129 0 0,-19-132-6843 0 0,-5-19-1408 0 0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4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27 12267 0 0,'-13'-12'975'0'0,"13"12"-954"0"0,0-1 0 0 0,0 0 0 0 0,0 1 0 0 0,0-1 0 0 0,0 0 0 0 0,0 1 0 0 0,0-1 0 0 0,0 0 0 0 0,0 1 0 0 0,0-1 0 0 0,0 0 0 0 0,0 1 0 0 0,1-1 0 0 0,-1 1 0 0 0,0-1 0 0 0,0 0 0 0 0,1 1 0 0 0,-1-1 0 0 0,0 1 0 0 0,1-1 0 0 0,0 0 0 0 0,3 1 45 0 0,-1 8-25 0 0,-1 10 11 0 0,-2 47 252 0 0,7 236 3790 0 0,14-112-3338 0 0,5-65-3341 0 0,-19-110-2655 0 0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9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1 178 2304 0 0,'1'-5'53'0'0,"1"0"0"0"0,1 0 0 0 0,-1 0 0 0 0,1 0 0 0 0,0 0 0 0 0,0 1 0 0 0,0-1 0 0 0,1 1 0 0 0,-1 0 0 0 0,1 0 0 0 0,0 1 0 0 0,0-1 0 0 0,1 1 0 0 0,6-5 0 0 0,8-4 637 0 0,1 0 1 0 0,22-9-1 0 0,-17 9 48 0 0,1 1-1 0 0,0 1 0 0 0,0 1 1 0 0,1 1-1 0 0,29-4 0 0 0,-55 12-701 0 0,1-1 1 0 0,-1 1-1 0 0,1 0 1 0 0,-1 0-1 0 0,1 0 1 0 0,-1 0-1 0 0,1 0 0 0 0,-1 0 1 0 0,1 0-1 0 0,-1 1 1 0 0,1-1-1 0 0,-1 1 0 0 0,1-1 1 0 0,-1 1-1 0 0,0-1 1 0 0,1 1-1 0 0,-1 0 0 0 0,0-1 1 0 0,1 1-1 0 0,-1 0 1 0 0,0 0-1 0 0,0 0 0 0 0,2 2 1 0 0,-2-1-40 0 0,0 0 0 0 0,0 0 0 0 0,0 0 0 0 0,-1 0 0 0 0,1 0 0 0 0,0 1 0 0 0,-1-1 0 0 0,0 0 1 0 0,1 0-1 0 0,-1 1 0 0 0,0-1 0 0 0,0 0 0 0 0,-1 0 0 0 0,1 3 0 0 0,-2 7-105 0 0,-1 1-1 0 0,-1-1 1 0 0,0 1-1 0 0,-6 13 1 0 0,-12 19 438 0 0,-2-1-1 0 0,-1-2 0 0 0,-3 0 1 0 0,-59 69-1 0 0,81-104-246 0 0,-19 26 343 0 0,24-31-327 0 0,-1 0 1 0 0,1-1 0 0 0,0 1 0 0 0,0 0 0 0 0,1 0 0 0 0,-1 0-1 0 0,0 0 1 0 0,1 0 0 0 0,-1 1 0 0 0,1-1 0 0 0,-1 0 0 0 0,1 0-1 0 0,0 0 1 0 0,0 0 0 0 0,0 3 0 0 0,1-4-62 0 0,-1 0-1 0 0,1 0 1 0 0,-1 0 0 0 0,1-1-1 0 0,-1 1 1 0 0,1 0 0 0 0,0-1-1 0 0,-1 1 1 0 0,1-1 0 0 0,0 1-1 0 0,0-1 1 0 0,-1 1 0 0 0,1-1-1 0 0,0 1 1 0 0,0-1-1 0 0,0 0 1 0 0,0 1 0 0 0,-1-1-1 0 0,1 0 1 0 0,0 0 0 0 0,0 1-1 0 0,0-1 1 0 0,0 0 0 0 0,0 0-1 0 0,0 0 1 0 0,0 0 0 0 0,-1 0-1 0 0,1-1 1 0 0,1 1 0 0 0,32-5 702 0 0,-27 3-514 0 0,59-12 1079 0 0,26-5-97 0 0,-32 14-4141 0 0,-44 5-2688 0 0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4.4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32 11522 0 0,'4'-6'1250'0'0,"17"-7"-939"0"0,-18 11-359 0 0,0 1 0 0 0,0-1 0 0 0,0 1 0 0 0,0-1 0 0 0,0 1 0 0 0,0 0 0 0 0,1 1 0 0 0,-1-1 0 0 0,0 0 0 0 0,0 1 0 0 0,1 0 0 0 0,-1-1 0 0 0,7 2 0 0 0,-9 0 38 0 0,0-1 1 0 0,0 1 0 0 0,0 0 0 0 0,-1 0 0 0 0,1-1 0 0 0,0 1 0 0 0,0 0-1 0 0,-1 0 1 0 0,1 0 0 0 0,-1 0 0 0 0,1 0 0 0 0,-1 0 0 0 0,1 0 0 0 0,-1 0-1 0 0,0 0 1 0 0,1 0 0 0 0,-1 0 0 0 0,0 1 0 0 0,0 1 0 0 0,3 28 374 0 0,-3-18 15 0 0,6 163 4191 0 0,-6-133-3206 0 0,-1-42-1252 0 0,1 0 0 0 0,0 0 0 0 0,0 0 0 0 0,0 1 0 0 0,0-1 0 0 0,1 0-1 0 0,-1 0 1 0 0,0 0 0 0 0,0 0 0 0 0,1 0 0 0 0,-1 0 0 0 0,0-1 0 0 0,1 1-1 0 0,-1 0 1 0 0,1 0 0 0 0,-1 0 0 0 0,1 0 0 0 0,0 0 0 0 0,0 0 0 0 0,0 0-66 0 0,-1-1 1 0 0,1 0 0 0 0,0 1-1 0 0,-1-1 1 0 0,1 0 0 0 0,0 0 0 0 0,0 0-1 0 0,-1 0 1 0 0,1 0 0 0 0,0 0-1 0 0,0 0 1 0 0,-1 0 0 0 0,1 0 0 0 0,0 0-1 0 0,0 0 1 0 0,-1 0 0 0 0,1 0 0 0 0,0 0-1 0 0,0-1 1 0 0,0 0 0 0 0,7-3-68 0 0,0 0 1 0 0,-1-1-1 0 0,0 0 1 0 0,7-6 0 0 0,9-5-267 0 0,-6 8-347 0 0,2 1-180 0 0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2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30 11979 0 0,'0'-3'201'0'0,"-1"1"1"0"0,1-1 0 0 0,0 0 0 0 0,-1 1 0 0 0,1-1 0 0 0,1 1 0 0 0,-1-1 0 0 0,1-5-1 0 0,1 8 244 0 0,-4 15-185 0 0,-7 35 107 0 0,3 0 0 0 0,1 0 0 0 0,3 0-1 0 0,2 1 1 0 0,2-1 0 0 0,2 1 0 0 0,16 68-1 0 0,16 34-4783 0 0,-31-135-446 0 0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5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1 151 1872 0 0,'0'-3'56'0'0,"1"0"-1"0"0,-1 0 1 0 0,1 0-1 0 0,0 0 1 0 0,0 0-1 0 0,1 0 1 0 0,-1 0-1 0 0,1 1 1 0 0,-1-1-1 0 0,1 1 1 0 0,0-1-1 0 0,3-3 1 0 0,28-28 495 0 0,-30 31-482 0 0,7-5 221 0 0,1 0 1 0 0,-1 1-1 0 0,1 0 1 0 0,0 0-1 0 0,1 1 0 0 0,-1 1 1 0 0,1 0-1 0 0,0 0 0 0 0,0 2 1 0 0,1-1-1 0 0,0 1 0 0 0,-1 1 1 0 0,1 1-1 0 0,25-1 1 0 0,-36 2-251 0 0,0 0 1 0 0,0 0-1 0 0,0 1 0 0 0,-1-1 1 0 0,1 1-1 0 0,0-1 1 0 0,0 1-1 0 0,0 0 1 0 0,0 0-1 0 0,-1 0 1 0 0,1 0-1 0 0,0 0 1 0 0,-1 0-1 0 0,1 0 1 0 0,-1 0-1 0 0,1 1 1 0 0,-1-1-1 0 0,0 1 0 0 0,1-1 1 0 0,0 3-1 0 0,0 0 8 0 0,0 0-1 0 0,0-1 0 0 0,-1 1 1 0 0,1 0-1 0 0,-1 0 0 0 0,0 1 0 0 0,0-1 1 0 0,-1 0-1 0 0,1 5 0 0 0,-1 2 105 0 0,0 0 0 0 0,-1 0-1 0 0,0-1 1 0 0,0 1 0 0 0,-2 0-1 0 0,-5 18 1 0 0,-4-4 232 0 0,-1 0-1 0 0,-1-1 1 0 0,0-1-1 0 0,-2-1 1 0 0,-1 0 0 0 0,-32 32-1 0 0,7-6 1565 0 0,34-37 192 0 0,21-17-562 0 0,4-2-1618 0 0,232-68-428 0 0,-173 55-4051 0 0,-57 16-1181 0 0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7.5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0 105 456 0 0,'7'-25'720'0'0,"-6"24"-632"0"0,-1 0 0 0 0,1 0 0 0 0,0-1-1 0 0,-1 1 1 0 0,1 0 0 0 0,-1 0-1 0 0,1-1 1 0 0,-1 1 0 0 0,0 0 0 0 0,0-1-1 0 0,1 1 1 0 0,-1 0 0 0 0,0-1-1 0 0,0 1 1 0 0,0 0 0 0 0,0-1 0 0 0,-1 1-1 0 0,1 0 1 0 0,0-1 0 0 0,-1 1-1 0 0,1 0 1 0 0,0 0 0 0 0,-1-1 0 0 0,0 1-1 0 0,1 0 1 0 0,-1 0 0 0 0,0 0-1 0 0,1-1 1 0 0,-1 1 0 0 0,-2-1 0 0 0,4 1 57 0 0,-1 0 1 0 0,0 0-1 0 0,1 1 1 0 0,-1-1-1 0 0,0 0 1 0 0,1 0 0 0 0,-1 1-1 0 0,1-1 1 0 0,-1 0-1 0 0,1 1 1 0 0,0-1-1 0 0,-1 1 1 0 0,1-1 0 0 0,-1 0-1 0 0,1 1 1 0 0,0 0-1 0 0,0-1 1 0 0,-1 1-1 0 0,1-1 1 0 0,0 1 0 0 0,0 0-1 0 0,-1-1 1 0 0,1 1-1 0 0,1 0 1 0 0,19-9-70 0 0,-14 6 30 0 0,1 0 0 0 0,0 0 0 0 0,0 1 0 0 0,0 0 0 0 0,0 1 0 0 0,0 0 0 0 0,0 0 0 0 0,0 1 0 0 0,0 0 0 0 0,0 0 1 0 0,12 2-1 0 0,-18-2-88 0 0,1 1 1 0 0,-1-1 0 0 0,1 1 0 0 0,-1 0 0 0 0,1 0 0 0 0,-1 0-1 0 0,0 0 1 0 0,1 0 0 0 0,-1 0 0 0 0,0 0 0 0 0,0 1 0 0 0,0-1-1 0 0,0 1 1 0 0,0 0 0 0 0,0-1 0 0 0,0 1 0 0 0,-1 0 0 0 0,1 0-1 0 0,-1 0 1 0 0,1 0 0 0 0,-1 0 0 0 0,0 1 0 0 0,0-1 0 0 0,0 0-1 0 0,0 1 1 0 0,0-1 0 0 0,0 1 0 0 0,-1-1 0 0 0,1 1 0 0 0,-1-1-1 0 0,0 1 1 0 0,0-1 0 0 0,0 1 0 0 0,0-1 0 0 0,0 1 0 0 0,0-1-1 0 0,-1 1 1 0 0,0 2 0 0 0,-2 8 159 0 0,-1 0-1 0 0,-1-1 1 0 0,0 0-1 0 0,-1 1 1 0 0,0-2-1 0 0,-1 1 0 0 0,0-1 1 0 0,-1 0-1 0 0,-9 10 1 0 0,-13 21 448 0 0,29-42-620 0 0,1 0 0 0 0,-1 0-1 0 0,1 1 1 0 0,0-1 0 0 0,-1 0 0 0 0,1 1 0 0 0,0-1 0 0 0,-1 1 0 0 0,1-1 0 0 0,0 0 0 0 0,-1 1 0 0 0,1-1 0 0 0,0 1 0 0 0,0-1 0 0 0,0 1 0 0 0,-1-1 0 0 0,1 1 0 0 0,0-1 0 0 0,0 1 0 0 0,0-1 0 0 0,0 1 0 0 0,0-1 0 0 0,0 1 0 0 0,0-1 0 0 0,0 1 0 0 0,0-1 0 0 0,0 1 0 0 0,0-1 0 0 0,0 1-1 0 0,0-1 1 0 0,0 0 0 0 0,1 1 0 0 0,-1-1 0 0 0,0 1 0 0 0,0-1 0 0 0,1 1 0 0 0,-1-1 0 0 0,0 1 0 0 0,1-1 0 0 0,-1 0 0 0 0,0 1 0 0 0,1-1 0 0 0,-1 0 0 0 0,0 1 0 0 0,1-1 0 0 0,-1 0 0 0 0,1 1 0 0 0,-1-1 0 0 0,0 0 0 0 0,1 0 0 0 0,-1 0 0 0 0,1 1 0 0 0,-1-1 0 0 0,1 0 0 0 0,-1 0 0 0 0,1 0 0 0 0,-1 0-1 0 0,1 0 1 0 0,-1 0 0 0 0,1 0 0 0 0,-1 0 0 0 0,1 0 0 0 0,-1 0 0 0 0,1 0 0 0 0,-1 0 0 0 0,1 0 0 0 0,-1-1 0 0 0,1 1 0 0 0,45-9 458 0 0,-36 7-419 0 0,-6 1-46 0 0,22-5-123 0 0,48-3-1 0 0,-68 8 115 0 0,0 1 0 0 0,1 0 0 0 0,-1 0 0 0 0,0 1 0 0 0,0-1 0 0 0,0 1 0 0 0,0 1 0 0 0,0-1 0 0 0,0 1 0 0 0,-1 0 0 0 0,1 1 0 0 0,0-1 0 0 0,-1 1 0 0 0,6 4 0 0 0,-9-6 83 0 0,0 1-1 0 0,0-1 1 0 0,0 1 0 0 0,0 0 0 0 0,-1-1 0 0 0,1 1 0 0 0,-1 0 0 0 0,1 0 0 0 0,-1 0 0 0 0,0 1 0 0 0,1-1-1 0 0,-1 0 1 0 0,0 0 0 0 0,-1 1 0 0 0,1-1 0 0 0,0 1 0 0 0,-1-1 0 0 0,1 1 0 0 0,-1-1 0 0 0,1 4 0 0 0,-2-2 87 0 0,1-1 0 0 0,-1 1 0 0 0,0-1 0 0 0,0 1 0 0 0,0-1 0 0 0,-1 0 1 0 0,1 1-1 0 0,-1-1 0 0 0,0 0 0 0 0,0 0 0 0 0,0 0 0 0 0,-4 4 0 0 0,-6 6-97 0 0,-1 0-1 0 0,-1-1 0 0 0,0-1 0 0 0,-22 14 1 0 0,32-23-360 0 0,-9 6-3658 0 0,0 0-1295 0 0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3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4 10594 0 0,'-2'-4'794'0'0,"2"5"-793"0"0,0-1 1 0 0,0 0-1 0 0,0 0 1 0 0,0 0-1 0 0,0 0 0 0 0,-1 0 1 0 0,1 0-1 0 0,0 0 1 0 0,0 0-1 0 0,0 1 0 0 0,0-1 1 0 0,0 0-1 0 0,0 0 0 0 0,0 0 1 0 0,0 0-1 0 0,0 0 1 0 0,-1 0-1 0 0,1 0 0 0 0,0 0 1 0 0,0 0-1 0 0,0 0 1 0 0,0 0-1 0 0,0 0 0 0 0,0 0 1 0 0,0 0-1 0 0,-1 0 0 0 0,1 0 1 0 0,0 0-1 0 0,0 0 1 0 0,0 0-1 0 0,0 0 0 0 0,0 0 1 0 0,0 0-1 0 0,-1 0 1 0 0,1 0-1 0 0,0 0 0 0 0,0 0 1 0 0,0 0-1 0 0,0 0 0 0 0,0 0 1 0 0,0 0-1 0 0,0 0 1 0 0,0 0-1 0 0,-1 0 0 0 0,1-1 1 0 0,0 1-1 0 0,-7 181 2894 0 0,16 184-1 0 0,-7-346-3376 0 0,-1 0 1 0 0,2 0-1 0 0,1-1 0 0 0,0 1 0 0 0,12 30 0 0 0,-13-44-1300 0 0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8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6 160 2761 0 0,'0'-2'-13'0'0,"-1"1"-1"0"0,1-1 1 0 0,0 0 0 0 0,-1 1 0 0 0,1-1 0 0 0,0 0 0 0 0,0 0 0 0 0,0 0 0 0 0,0 1 0 0 0,1-1 0 0 0,-1 0 0 0 0,0 1 0 0 0,1-1 0 0 0,-1 0 0 0 0,1 1 0 0 0,0-1 0 0 0,0 0-1 0 0,-1 1 1 0 0,1-1 0 0 0,0 1 0 0 0,0-1 0 0 0,0 1 0 0 0,0 0 0 0 0,1-1 0 0 0,-1 1 0 0 0,0 0 0 0 0,2-1 0 0 0,45-35-1347 0 0,-36 29 1383 0 0,3-2 336 0 0,0 0 1 0 0,1 2-1 0 0,0 0 1 0 0,0 0-1 0 0,1 2 1 0 0,17-5-1 0 0,-28 9 103 0 0,1 0-1 0 0,0 0 0 0 0,-1 1 1 0 0,1 0-1 0 0,0 0 0 0 0,-1 1 1 0 0,1 0-1 0 0,0 0 0 0 0,0 1 1 0 0,-1 0-1 0 0,1 0 1 0 0,0 0-1 0 0,-1 1 0 0 0,1 0 1 0 0,-1 0-1 0 0,0 1 0 0 0,0-1 1 0 0,11 8-1 0 0,-15-9-440 0 0,0 1 1 0 0,1 0-1 0 0,-1 1 1 0 0,0-1-1 0 0,0 0 1 0 0,0 1-1 0 0,-1-1 1 0 0,1 1-1 0 0,-1 0 1 0 0,1-1-1 0 0,-1 1 1 0 0,0 0-1 0 0,0 0 1 0 0,0 0-1 0 0,0 0 0 0 0,0 5 1 0 0,-1-1-97 0 0,1-1 1 0 0,-2 0-1 0 0,1 0 1 0 0,-1 0-1 0 0,0 1 1 0 0,0-1-1 0 0,-4 11 0 0 0,-2 1-314 0 0,-1-1-1 0 0,0 1 1 0 0,-2-2-1 0 0,-15 23 1 0 0,9-18 405 0 0,-1 0 1 0 0,-1-1-1 0 0,-38 32 1 0 0,-69 43 2722 0 0,56-45-2502 0 0,64-45-116 0 0,7-3 113 0 0,14-5 405 0 0,22-9 183 0 0,-11 3-819 0 0,1 0 1 0 0,0 2-1 0 0,0 1 0 0 0,1 1 0 0 0,0 1 0 0 0,0 2 0 0 0,0 1 0 0 0,0 1 1 0 0,0 1-1 0 0,42 8 0 0 0,-40-3-3707 0 0,-1 1-1181 0 0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2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7370 0 0,'0'0'666'0'0,"16"18"-4"0"0,-13-13-639 0 0,0 1 0 0 0,0 0 0 0 0,-1 0 0 0 0,0-1 0 0 0,0 2 0 0 0,-1-1 0 0 0,1 0 0 0 0,-1 0 0 0 0,0 0 0 0 0,-1 1 0 0 0,0-1 0 0 0,0 11 0 0 0,-3 9 58 0 0,-10 45 1 0 0,5-35 152 0 0,3-12 46 0 0,1-11 34 0 0,2 0 0 0 0,-2 24 0 0 0,4-34-106 0 0,-1 0-1 0 0,2 1 0 0 0,-1-1 0 0 0,0 0 0 0 0,1 0 1 0 0,-1 0-1 0 0,1 0 0 0 0,0 0 0 0 0,0 0 1 0 0,0 0-1 0 0,1 0 0 0 0,-1 0 0 0 0,1 0 0 0 0,-1-1 1 0 0,1 1-1 0 0,4 4 0 0 0,-5-6-130 0 0,0 0 0 0 0,1-1 0 0 0,-1 1 1 0 0,0 0-1 0 0,1-1 0 0 0,-1 1 0 0 0,1-1 0 0 0,-1 1 0 0 0,1-1 1 0 0,-1 1-1 0 0,1-1 0 0 0,-1 0 0 0 0,1 0 0 0 0,-1 0 0 0 0,1 0 1 0 0,-1 0-1 0 0,1 0 0 0 0,-1 0 0 0 0,1-1 0 0 0,2 0 0 0 0,34-12-328 0 0,-24 7-23 0 0,86-30-3990 0 0,-91 32 3408 0 0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6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 10138 0 0,'-1'3'182'0'0,"0"0"-1"0"0,0 1 0 0 0,1-1 1 0 0,-1 1-1 0 0,1 0 1 0 0,0-1-1 0 0,0 1 0 0 0,0-1 1 0 0,0 1-1 0 0,2 6 0 0 0,-1 3-165 0 0,-1-10 6 0 0,-5 156 1645 0 0,2-122-672 0 0,3 47 1 0 0,4-32-5159 0 0,0-24-838 0 0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0.5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 8754 0 0,'0'0'9'0'0,"0"0"0"0"0,0-1-1 0 0,0 1 1 0 0,0 0 0 0 0,0 0 0 0 0,0 0 0 0 0,0-1 0 0 0,0 1-1 0 0,1 0 1 0 0,-1 0 0 0 0,0 0 0 0 0,0-1 0 0 0,0 1 0 0 0,0 0-1 0 0,0 0 1 0 0,0 0 0 0 0,0-1 0 0 0,0 1 0 0 0,0 0 0 0 0,1 0-1 0 0,-1 0 1 0 0,0 0 0 0 0,0-1 0 0 0,0 1 0 0 0,0 0 0 0 0,1 0-1 0 0,-1 0 1 0 0,0 0 0 0 0,0 0 0 0 0,0 0 0 0 0,1-1 0 0 0,-1 1-1 0 0,0 0 1 0 0,0 0 0 0 0,0 0 0 0 0,1 0 0 0 0,-1 0 0 0 0,0 0-1 0 0,1 0 1 0 0,10 4 264 0 0,9 12-35 0 0,-14-1 93 0 0,-1 0-1 0 0,-1 0 1 0 0,0 0 0 0 0,-1 0-1 0 0,-1 1 1 0 0,0-1 0 0 0,-1 21-1 0 0,2 3 260 0 0,24 198 2663 0 0,-2-79-5221 0 0,-24-155 1835 0 0,-1 1-242 0 0,1 1 0 0 0,-1-1 0 0 0,1 0-1 0 0,0 0 1 0 0,1 0 0 0 0,-1 0 0 0 0,1 0 0 0 0,-1 0 0 0 0,1 0 0 0 0,1-1 0 0 0,-1 1 0 0 0,0-1 0 0 0,4 4 0 0 0,-3-5-811 0 0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0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86 6913 0 0,'8'-6'10'0'0,"0"0"-1"0"0,1 1 1 0 0,0 0-1 0 0,0 1 0 0 0,0-1 1 0 0,13-3-1 0 0,7-3-99 0 0,-18 5-23 0 0,47-18-52 0 0,-56 22 70 0 0,1 1 0 0 0,0 1 0 0 0,0-1 1 0 0,-1 0-1 0 0,1 1 0 0 0,0-1 0 0 0,0 1 1 0 0,0 0-1 0 0,-1 0 0 0 0,1 0 0 0 0,0 1 1 0 0,0-1-1 0 0,0 0 0 0 0,-1 1 0 0 0,1 0 1 0 0,0 0-1 0 0,4 2 0 0 0,-5-1 66 0 0,0 0-1 0 0,0 0 1 0 0,-1 0-1 0 0,1 0 1 0 0,-1 0-1 0 0,0 0 1 0 0,1 1-1 0 0,-1-1 1 0 0,0 1 0 0 0,0-1-1 0 0,-1 1 1 0 0,1-1-1 0 0,0 1 1 0 0,-1-1-1 0 0,1 1 1 0 0,-1-1-1 0 0,0 1 1 0 0,0 0 0 0 0,0-1-1 0 0,0 1 1 0 0,-2 4-1 0 0,0 9 435 0 0,-1 0-1 0 0,-6 19 1 0 0,6-26-145 0 0,-3 11 21 0 0,-1 0 1 0 0,-1 0 0 0 0,-1-1-1 0 0,-1 0 1 0 0,0 0 0 0 0,-2-1-1 0 0,-14 17 1 0 0,-13 12 631 0 0,-51 46 1 0 0,55-59 844 0 0,35-34-1729 0 0,0 0 0 0 0,-1 0 0 0 0,1 0 0 0 0,0 0 0 0 0,0 1 0 0 0,0-1 0 0 0,0 0 0 0 0,0 0-1 0 0,0 0 1 0 0,-1 0 0 0 0,1 0 0 0 0,0 0 0 0 0,0 0 0 0 0,0 1 0 0 0,0-1 0 0 0,0 0 0 0 0,0 0 0 0 0,0 0 0 0 0,0 0 0 0 0,0 0 0 0 0,0 0-1 0 0,0 1 1 0 0,0-1 0 0 0,0 0 0 0 0,0 0 0 0 0,0 0 0 0 0,0 0 0 0 0,0 1 0 0 0,0-1 0 0 0,0 0 0 0 0,0 0 0 0 0,0 0 0 0 0,0 0 0 0 0,0 0-1 0 0,0 1 1 0 0,0-1 0 0 0,0 0 0 0 0,0 0 0 0 0,0 0 0 0 0,0 0 0 0 0,0 0 0 0 0,0 1 0 0 0,0-1 0 0 0,0 0 0 0 0,0 0 0 0 0,1 0 0 0 0,-1 0-1 0 0,0 0 1 0 0,0 0 0 0 0,0 0 0 0 0,0 0 0 0 0,0 0 0 0 0,0 1 0 0 0,1-1 0 0 0,-1 0 0 0 0,15 1 580 0 0,30-5-624 0 0,-27 3 355 0 0,3 0 173 0 0,1 2 0 0 0,40 7-1 0 0,3 1-2302 0 0,-53-8-3231 0 0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5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1 121 6913 0 0,'2'-2'201'0'0,"0"0"0"0"0,1 0-1 0 0,-1 0 1 0 0,1 1-1 0 0,-1-1 1 0 0,1 1-1 0 0,0-1 1 0 0,0 1-1 0 0,-1 0 1 0 0,1 0-1 0 0,5-1 1 0 0,3-2 398 0 0,38-18 1601 0 0,82-27 0 0 0,-103 42-3578 0 0,0 0 0 0 0,42-4 0 0 0,-51 10 299 0 0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2.0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37 1 6913 0 0,'-12'22'3288'0'0,"0"24"-4128"0"0,5-17-151 0 0,6-27 1099 0 0,0 1 1 0 0,0-1-1 0 0,0 1 0 0 0,1-1 1 0 0,-1 0-1 0 0,1 1 0 0 0,0-1 1 0 0,0 1-1 0 0,0-1 0 0 0,0 1 1 0 0,0-1-1 0 0,0 1 1 0 0,0-1-1 0 0,1 1 0 0 0,0-1 1 0 0,-1 1-1 0 0,2 2 0 0 0,0-3 72 0 0,-1-1 0 0 0,1 0 0 0 0,-1 0 0 0 0,1 0-1 0 0,-1 0 1 0 0,1 0 0 0 0,-1 0 0 0 0,1 0-1 0 0,0-1 1 0 0,0 1 0 0 0,-1 0 0 0 0,1-1 0 0 0,0 1-1 0 0,0-1 1 0 0,0 0 0 0 0,0 0 0 0 0,0 0-1 0 0,-1 0 1 0 0,1 0 0 0 0,0 0 0 0 0,0 0 0 0 0,0-1-1 0 0,3 0 1 0 0,13-2-173 0 0,-11 2-97 0 0,1-1 1 0 0,-1 1-1 0 0,1 1 0 0 0,-1-1 1 0 0,1 1-1 0 0,14 2 1 0 0,-20-1 71 0 0,0-1 0 0 0,0 1 0 0 0,0 0 0 0 0,0 0 0 0 0,-1 0 0 0 0,1 0 0 0 0,0 0 0 0 0,0 1 0 0 0,-1-1 0 0 0,1 0 0 0 0,-1 1 0 0 0,1-1 0 0 0,-1 1 0 0 0,1 0 0 0 0,-1-1 0 0 0,0 1 0 0 0,0 0 0 0 0,0 0 0 0 0,0 0 0 0 0,0 0 0 0 0,0 0 0 0 0,-1 0 0 0 0,1 0 0 0 0,-1 0 0 0 0,1 0 0 0 0,-1 0 0 0 0,0 0 0 0 0,0 0 0 0 0,0 4 0 0 0,0 4 100 0 0,-1 0-1 0 0,0-1 1 0 0,0 1 0 0 0,-1-1-1 0 0,0 0 1 0 0,-1 1 0 0 0,0-1-1 0 0,0 0 1 0 0,-1-1 0 0 0,0 1 0 0 0,-1-1-1 0 0,0 1 1 0 0,0-2 0 0 0,-1 1-1 0 0,0 0 1 0 0,0-1 0 0 0,-1 0-1 0 0,0-1 1 0 0,0 1 0 0 0,0-1-1 0 0,-1 0 1 0 0,0-1 0 0 0,0 0 0 0 0,-1-1-1 0 0,1 1 1 0 0,-13 3 0 0 0,21-8-124 0 0,-1 1-69 0 0,0-1-1 0 0,1 0 1 0 0,-1 0 0 0 0,0 1 0 0 0,1-1 0 0 0,-1 0 0 0 0,0 0 0 0 0,0 0-1 0 0,1 0 1 0 0,-1 0 0 0 0,0 0 0 0 0,0 0 0 0 0,1 0 0 0 0,-1 0 0 0 0,0 0-1 0 0,1 0 1 0 0,-1-1 0 0 0,0 1 0 0 0,1 0 0 0 0,-1 0 0 0 0,-1-1-1 0 0,0-4-846 0 0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3.5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 3681 0 0,'0'0'753'0'0,"4"-7"1052"0"0,0 27 4296 0 0,-2-15-6173 0 0,-2-5-19 0 0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5.8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0 1 3321 0 0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1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6449 0 0,'-3'4'4267'0'0,"4"3"-2663"0"0,5 30-658 0 0,2-1 1 0 0,2 0-1 0 0,1 0 0 0 0,2-1 0 0 0,21 39 1 0 0,34 48-223 0 0,11-12-5188 0 0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6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8 181 1928 0 0,'-2'-2'56'0'0,"1"-1"-1"0"0,0 0 1 0 0,0 0-1 0 0,0 1 1 0 0,1-1-1 0 0,-1 0 1 0 0,1 0-1 0 0,-1 0 1 0 0,1 0-1 0 0,0 0 1 0 0,0 0-1 0 0,0 0 1 0 0,1 0-1 0 0,-1 0 1 0 0,1 0-1 0 0,-1 0 1 0 0,2-3-1 0 0,1 0 356 0 0,0 0-1 0 0,0 0 1 0 0,1 0 0 0 0,-1 1-1 0 0,1-1 1 0 0,8-8-1 0 0,-4 6-158 0 0,0 1-1 0 0,0 0 0 0 0,1 1 0 0 0,0-1 1 0 0,0 2-1 0 0,1-1 0 0 0,-1 1 1 0 0,1 1-1 0 0,0 0 0 0 0,15-4 0 0 0,-18 5-175 0 0,0 1 0 0 0,0 1-1 0 0,1 0 1 0 0,-1 0-1 0 0,0 0 1 0 0,0 1-1 0 0,0 0 1 0 0,1 0 0 0 0,-1 0-1 0 0,0 1 1 0 0,0 1-1 0 0,0-1 1 0 0,0 1-1 0 0,0 0 1 0 0,0 1 0 0 0,10 4-1 0 0,-14-5-49 0 0,0 1 0 0 0,0 0 0 0 0,0 0 0 0 0,-1 0 0 0 0,1 0 0 0 0,-1 0 0 0 0,1 0 0 0 0,-1 1-1 0 0,0-1 1 0 0,0 1 0 0 0,-1-1 0 0 0,1 1 0 0 0,-1 0 0 0 0,0 0 0 0 0,0 0 0 0 0,0 0 0 0 0,0 0 0 0 0,0 0 0 0 0,-1 0 0 0 0,0 0 0 0 0,0 0 0 0 0,0 0-1 0 0,-1 0 1 0 0,1 0 0 0 0,-2 7 0 0 0,-2 6 172 0 0,0 0 0 0 0,-1 0 0 0 0,-1 0 0 0 0,-11 22 0 0 0,5-17 175 0 0,-8 20 630 0 0,19-40-917 0 0,0 1-1 0 0,0 0 0 0 0,0-1 0 0 0,1 1 1 0 0,-1 0-1 0 0,1 0 0 0 0,0-1 1 0 0,0 1-1 0 0,0 0 0 0 0,0 0 0 0 0,0-1 1 0 0,0 1-1 0 0,2 3 0 0 0,-2-5-22 0 0,1-1-1 0 0,-1 1 1 0 0,1-1 0 0 0,0 0-1 0 0,-1 1 1 0 0,1-1-1 0 0,0 1 1 0 0,-1-1 0 0 0,1 0-1 0 0,0 0 1 0 0,-1 1-1 0 0,1-1 1 0 0,0 0-1 0 0,0 0 1 0 0,-1 0 0 0 0,1 0-1 0 0,0 0 1 0 0,-1 0-1 0 0,1 0 1 0 0,0 0-1 0 0,0 0 1 0 0,-1 0 0 0 0,1-1-1 0 0,0 1 1 0 0,-1 0-1 0 0,2-1 1 0 0,23-6 983 0 0,-21 6-814 0 0,8-3 294 0 0,24-8-262 0 0,1 1 0 0 0,0 2 0 0 0,1 2 1 0 0,65-5-1 0 0,-95 12-764 0 0,1 1 0 0 0,-1 0 0 0 0,0 1 0 0 0,0-1 1 0 0,0 1-1 0 0,0 1 0 0 0,0 0 0 0 0,0 0 0 0 0,-1 0 0 0 0,1 1 0 0 0,-1 0 1 0 0,0 1-1 0 0,0 0 0 0 0,8 7 0 0 0,-4 0-971 0 0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1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174 3 5529 0 0,'-2'-1'0'0'0,"1"1"1"0"0,-1-1-1 0 0,0 1 0 0 0,0 0 1 0 0,0 0-1 0 0,0 0 0 0 0,0 0 1 0 0,0 0-1 0 0,1 0 0 0 0,-1 1 0 0 0,0-1 1 0 0,0 1-1 0 0,0-1 0 0 0,1 1 1 0 0,-1 0-1 0 0,0-1 0 0 0,0 1 1 0 0,1 0-1 0 0,-1 0 0 0 0,1 0 0 0 0,-1 1 1 0 0,1-1-1 0 0,-1 0 0 0 0,1 0 1 0 0,0 1-1 0 0,0-1 0 0 0,-2 3 1 0 0,-7 7 27 0 0,2 1 0 0 0,-12 18 0 0 0,17-26 121 0 0,-11 20 928 0 0,1 1 0 0 0,0 1 0 0 0,-16 52 0 0 0,25-66-747 0 0,1 0 0 0 0,0 0 0 0 0,1 0 1 0 0,0 1-1 0 0,1-1 0 0 0,0 1 0 0 0,1-1 1 0 0,0 1-1 0 0,2-1 0 0 0,-1 1 0 0 0,5 15 1 0 0,-5-23-334 0 0,1-1 1 0 0,0 1 0 0 0,0-1 0 0 0,0 0 0 0 0,1 0 0 0 0,-1 0-1 0 0,1 0 1 0 0,0-1 0 0 0,0 1 0 0 0,1-1 0 0 0,-1 0-1 0 0,0 1 1 0 0,1-2 0 0 0,0 1 0 0 0,0 0 0 0 0,0-1 0 0 0,0 1-1 0 0,0-1 1 0 0,1 0 0 0 0,-1-1 0 0 0,0 1 0 0 0,1-1-1 0 0,-1 0 1 0 0,1 0 0 0 0,0 0 0 0 0,-1-1 0 0 0,1 1 0 0 0,0-1-1 0 0,0 0 1 0 0,-1-1 0 0 0,1 1 0 0 0,0-1 0 0 0,-1 0-1 0 0,1 0 1 0 0,-1 0 0 0 0,1-1 0 0 0,-1 0 0 0 0,0 1-1 0 0,1-1 1 0 0,-1-1 0 0 0,0 1 0 0 0,0-1 0 0 0,-1 0 0 0 0,1 0-1 0 0,0 0 1 0 0,2-3 0 0 0,4-3-35 0 0,-1-1 1 0 0,-1 1-1 0 0,0-2 1 0 0,0 1-1 0 0,-1-1 0 0 0,0 0 1 0 0,-1 0-1 0 0,-1-1 0 0 0,1 0 1 0 0,6-23-1 0 0,-12 34 10 0 0,0 0-1 0 0,1-1 0 0 0,-1 1 0 0 0,0 0 1 0 0,0 0-1 0 0,0 0 0 0 0,0 0 0 0 0,0 0 1 0 0,0 0-1 0 0,0 0 0 0 0,0-1 1 0 0,0 1-1 0 0,0 0 0 0 0,-1 0 0 0 0,1 0 1 0 0,0 0-1 0 0,-1 0 0 0 0,1 0 1 0 0,-1 0-1 0 0,1 0 0 0 0,-1 0 0 0 0,0 0 1 0 0,1 0-1 0 0,-1 1 0 0 0,0-1 1 0 0,-1-1-1 0 0,1 1 4 0 0,-1 1 1 0 0,1 0 0 0 0,-1-1-1 0 0,1 1 1 0 0,-1 0 0 0 0,0 0-1 0 0,1 0 1 0 0,-1 0-1 0 0,1 0 1 0 0,-1 0 0 0 0,1 0-1 0 0,-1 0 1 0 0,1 1-1 0 0,-1-1 1 0 0,1 0 0 0 0,-3 2-1 0 0,-4 1-102 0 0,0 1 0 0 0,0 0 0 0 0,0 0 0 0 0,0 1-1 0 0,-9 7 1 0 0,-24 28-3372 0 0,20-17-12 0 0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9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4 7858 0 0,'-1'-1'88'0'0,"0"1"1"0"0,0-1 0 0 0,0 1 0 0 0,0-1 0 0 0,0 1 0 0 0,-1 0-1 0 0,1-1 1 0 0,0 1 0 0 0,0 0 0 0 0,0 0 0 0 0,0 0-1 0 0,0 0 1 0 0,0 0 0 0 0,0 0 0 0 0,0 0 0 0 0,0 1-1 0 0,-1-1 1 0 0,1 0 0 0 0,0 0 0 0 0,0 1 0 0 0,0-1-1 0 0,0 1 1 0 0,0-1 0 0 0,0 1 0 0 0,0-1 0 0 0,1 1 0 0 0,-1 0-1 0 0,0-1 1 0 0,0 1 0 0 0,0 0 0 0 0,0 0 0 0 0,1 0-1 0 0,-1 0 1 0 0,0-1 0 0 0,1 1 0 0 0,-1 0 0 0 0,1 0-1 0 0,-1 0 1 0 0,1 0 0 0 0,0 0 0 0 0,-1 0 0 0 0,1 1 0 0 0,0-1-1 0 0,0 0 1 0 0,-1 0 0 0 0,1 0 0 0 0,0 0 0 0 0,0 1-1 0 0,0 9 153 0 0,0 0-1 0 0,1 0 1 0 0,0 0-1 0 0,3 12 1 0 0,-1-3-90 0 0,6 42 14 0 0,3 0 0 0 0,26 81 1 0 0,-1-32-4903 0 0,-30-91 720 0 0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4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7 155 5985 0 0,'-1'-1'20'0'0,"0"0"0"0"0,1 0 1 0 0,-1-1-1 0 0,0 1 0 0 0,1 0 0 0 0,-1-1 0 0 0,1 1 0 0 0,0-1 0 0 0,-1 1 0 0 0,1-1 0 0 0,0 1 0 0 0,0 0 0 0 0,0-1 0 0 0,0 1 1 0 0,0-1-1 0 0,0 1 0 0 0,0-1 0 0 0,0 1 0 0 0,1-1 0 0 0,0-1 0 0 0,1-1-103 0 0,-1-1 1 0 0,1 1-1 0 0,1 0 1 0 0,-1 0-1 0 0,1 0 1 0 0,4-6-1 0 0,3-1-286 0 0,1-1 0 0 0,1 2 0 0 0,13-11 0 0 0,-18 17 492 0 0,0-1 1 0 0,0 1-1 0 0,1 0 1 0 0,0 1-1 0 0,0 0 1 0 0,0 0-1 0 0,0 1 1 0 0,0 0-1 0 0,0 0 1 0 0,1 1-1 0 0,15 0 1 0 0,-17 0 162 0 0,0 1 1 0 0,1 1 0 0 0,-1-1 0 0 0,0 1-1 0 0,0 1 1 0 0,0-1 0 0 0,0 1-1 0 0,0 0 1 0 0,0 1 0 0 0,0 0 0 0 0,0 0-1 0 0,-1 0 1 0 0,0 1 0 0 0,7 4-1 0 0,-10-4-240 0 0,0-1 0 0 0,-1 1-1 0 0,1 0 1 0 0,0 0 0 0 0,-1 0-1 0 0,0 0 1 0 0,0 0-1 0 0,0 1 1 0 0,-1-1 0 0 0,1 1-1 0 0,-1-1 1 0 0,0 1-1 0 0,0 0 1 0 0,-1-1 0 0 0,1 1-1 0 0,-1 0 1 0 0,0-1 0 0 0,0 1-1 0 0,-2 7 1 0 0,0 7-128 0 0,-2 0 0 0 0,0 0 1 0 0,-9 25-1 0 0,6-26 462 0 0,-1-1 0 0 0,-1 0 0 0 0,0 0 0 0 0,-1-1 0 0 0,-17 21 0 0 0,11-17-208 0 0,2 1 1 0 0,-12 23-1 0 0,25-43-144 0 0,1-1 0 0 0,-1 1 0 0 0,1 0 0 0 0,0 0 0 0 0,-1-1 0 0 0,1 1 1 0 0,0 0-1 0 0,-1 0 0 0 0,1 0 0 0 0,0-1 0 0 0,0 1 0 0 0,0 0 1 0 0,0 0-1 0 0,0 0 0 0 0,0 0 0 0 0,0 0 0 0 0,0-1 0 0 0,0 1 0 0 0,0 0 1 0 0,0 0-1 0 0,1 0 0 0 0,-1 0 0 0 0,0-1 0 0 0,1 1 0 0 0,-1 0 0 0 0,0 0 1 0 0,1-1-1 0 0,-1 1 0 0 0,1 0 0 0 0,-1 0 0 0 0,1-1 0 0 0,0 1 1 0 0,-1-1-1 0 0,1 1 0 0 0,-1-1 0 0 0,1 1 0 0 0,0-1 0 0 0,0 1 0 0 0,-1-1 1 0 0,1 1-1 0 0,0-1 0 0 0,0 0 0 0 0,0 1 0 0 0,-1-1 0 0 0,1 0 0 0 0,0 0 1 0 0,0 0-1 0 0,0 0 0 0 0,0 1 0 0 0,-1-1 0 0 0,1 0 0 0 0,0-1 1 0 0,1 1-1 0 0,8 1 263 0 0,0-1 1 0 0,-1-1 0 0 0,16-2 0 0 0,-22 3-280 0 0,78-14 1 0 0,19-3-1344 0 0,-31 13-3994 0 0,-53 4 1192 0 0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8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0 151 1696 0 0,'2'-5'62'0'0,"0"0"0"0"0,1 0 0 0 0,-1 0 0 0 0,1 0 0 0 0,0 0-1 0 0,1 1 1 0 0,-1-1 0 0 0,1 1 0 0 0,0 0 0 0 0,4-4 0 0 0,-3 3 11 0 0,6-6 655 0 0,1 0 1 0 0,0 1-1 0 0,1 0 0 0 0,0 0 1 0 0,28-14-1 0 0,-36 22-335 0 0,1-1 0 0 0,0 1 1 0 0,-1 0-1 0 0,1 1 0 0 0,0-1 0 0 0,0 1 1 0 0,0 0-1 0 0,10 0 0 0 0,-13 1-291 0 0,0 1 0 0 0,0-1 0 0 0,0 1 0 0 0,0-1 0 0 0,0 1 0 0 0,0 0 0 0 0,0 0 0 0 0,0 0 0 0 0,0 0 0 0 0,0 1 0 0 0,0 0 0 0 0,-1-1 0 0 0,1 1 0 0 0,0 0 0 0 0,-1 0 0 0 0,0 0 0 0 0,3 3 0 0 0,-1 0-76 0 0,-1-1 0 0 0,0 1 0 0 0,0 0 1 0 0,0 0-1 0 0,-1 0 0 0 0,0 0 1 0 0,0 0-1 0 0,2 11 0 0 0,7 49 277 0 0,-2-10 310 0 0,25 53 1006 0 0,-24-80-1576 0 0,-1-1-1 0 0,-1 1 0 0 0,-1 1 1 0 0,-1-1-1 0 0,2 48 1 0 0,-6-58-2767 0 0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9.1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16 184 12499 0 0,'-1'0'43'0'0,"1"0"0"0"0,-1 0 0 0 0,0 0 1 0 0,1 0-1 0 0,-1 0 0 0 0,0-1 0 0 0,0 1 0 0 0,1 0 1 0 0,-1-1-1 0 0,0 1 0 0 0,1 0 0 0 0,-1-1 1 0 0,1 1-1 0 0,-1-1 0 0 0,1 1 0 0 0,-1-1 0 0 0,0 1 1 0 0,1-1-1 0 0,0 1 0 0 0,-1-1 0 0 0,1 0 0 0 0,-1 1 1 0 0,1-1-1 0 0,0 0 0 0 0,-1 1 0 0 0,1-1 1 0 0,0 0-1 0 0,0 1 0 0 0,-1-1 0 0 0,1-1 0 0 0,0 1 25 0 0,1-1 0 0 0,-1 0 0 0 0,0 0-1 0 0,1 1 1 0 0,0-1 0 0 0,-1 0-1 0 0,1 1 1 0 0,0-1 0 0 0,0 1 0 0 0,0-1-1 0 0,0 1 1 0 0,1-3 0 0 0,5-3 54 0 0,-1 0 0 0 0,1 0 0 0 0,0 1 0 0 0,10-7 0 0 0,5-1-407 0 0,1 0 1 0 0,1 2 0 0 0,42-15-1 0 0,-4 5-3436 0 0,-57 20 3128 0 0,35-12-3667 0 0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3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72 920 0 0,'6'-44'-183'0'0,"-6"42"333"0"0,1-1 0 0 0,-1 1 0 0 0,1 0 0 0 0,0 0 0 0 0,0 0 0 0 0,0-1 0 0 0,0 1 0 0 0,1 0-1 0 0,-1 0 1 0 0,0 1 0 0 0,1-1 0 0 0,0 0 0 0 0,14 6 6390 0 0,-12 24-5115 0 0,-4-28-1427 0 0,3 25 916 0 0,-2 0-1 0 0,-4 47 1 0 0,1-45-555 0 0,3 43-1 0 0,7-14-186 0 0,2-1 0 0 0,3 0 0 0 0,38 102 0 0 0,-27-84-90 0 0,-8-18-1712 0 0,-12-42-3159 0 0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7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65 8290 0 0,'4'-4'-108'0'0,"1"0"1"0"0,0 0-1 0 0,-1 1 1 0 0,1 0-1 0 0,1 0 1 0 0,-1 0-1 0 0,0 0 1 0 0,1 1-1 0 0,9-3 1 0 0,-8 2 190 0 0,9-3-309 0 0,1 1 1 0 0,0 0-1 0 0,1 1 0 0 0,30-2 1 0 0,-40 5 546 0 0,0 1-1 0 0,0 0 1 0 0,0 0-1 0 0,0 0 1 0 0,0 1 0 0 0,0 1-1 0 0,0-1 1 0 0,0 1 0 0 0,-1 1-1 0 0,1-1 1 0 0,-1 1 0 0 0,13 7-1 0 0,-17-7-287 0 0,1 0 0 0 0,-1 0 0 0 0,0 1-1 0 0,0-1 1 0 0,0 1 0 0 0,0 0 0 0 0,-1 0 0 0 0,0-1 0 0 0,1 2-1 0 0,-1-1 1 0 0,-1 0 0 0 0,1 0 0 0 0,-1 1 0 0 0,1-1-1 0 0,-1 0 1 0 0,-1 1 0 0 0,1 0 0 0 0,0-1 0 0 0,-1 1 0 0 0,0-1-1 0 0,0 1 1 0 0,-1-1 0 0 0,0 7 0 0 0,-2 6 21 0 0,0-1 1 0 0,-1 1-1 0 0,0-1 1 0 0,-2 0 0 0 0,-7 16-1 0 0,-5 2 454 0 0,-1 0-1 0 0,-2-1 1 0 0,-1-1 0 0 0,-2-1-1 0 0,-41 41 1 0 0,64-71-415 0 0,0 0 0 0 0,0 0 0 0 0,0 0-1 0 0,0 0 1 0 0,0 1 0 0 0,0-1 0 0 0,0 0 0 0 0,0 1-1 0 0,0-1 1 0 0,1 0 0 0 0,-1 1 0 0 0,1-1 0 0 0,-1 1-1 0 0,1-1 1 0 0,-1 1 0 0 0,1 1 0 0 0,0-2-53 0 0,0-1 0 0 0,1 1 0 0 0,-1-1-1 0 0,0 1 1 0 0,1-1 0 0 0,-1 1 0 0 0,0-1 0 0 0,1 0 0 0 0,-1 1 0 0 0,1-1 0 0 0,-1 0 0 0 0,0 1 0 0 0,1-1 0 0 0,-1 0 0 0 0,1 1-1 0 0,-1-1 1 0 0,1 0 0 0 0,0 0 0 0 0,-1 0 0 0 0,1 0 0 0 0,-1 1 0 0 0,1-1 0 0 0,-1 0 0 0 0,1 0 0 0 0,-1 0 0 0 0,1 0 0 0 0,0 0-1 0 0,0-1 1 0 0,10 1 265 0 0,0-2 0 0 0,0 1-1 0 0,14-6 1 0 0,-15 5-203 0 0,68-19 564 0 0,61-12 82 0 0,-123 31-971 0 0,0 0 0 0 0,0 0 0 0 0,0 2 0 0 0,0 0 0 0 0,1 1 0 0 0,23 4 0 0 0,-13 6-1781 0 0,-13 1-2986 0 0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2.3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160 231 2761 0 0,'-3'-1'53'0'0,"0"-1"1"0"0,1 1-1 0 0,-1 0 0 0 0,0 0 1 0 0,0 0-1 0 0,0 0 1 0 0,0 1-1 0 0,0-1 1 0 0,0 1-1 0 0,0 0 1 0 0,-6 0-1 0 0,-1-1 7 0 0,2 0 68 0 0,-1-1 0 0 0,1 1 0 0 0,0-1 0 0 0,0-1-1 0 0,0 0 1 0 0,0 0 0 0 0,0 0 0 0 0,-7-6 0 0 0,13 8 31 0 0,0 0 0 0 0,0-1 0 0 0,0 1 0 0 0,0-1 0 0 0,0 0 0 0 0,1 0 0 0 0,-1 0 0 0 0,0 1-1 0 0,1-2 1 0 0,0 1 0 0 0,-1 0 0 0 0,1 0 0 0 0,0 0 0 0 0,0-1 0 0 0,0 1 0 0 0,0 0 0 0 0,1-1 0 0 0,-1 1 0 0 0,1-1 0 0 0,-1 1 0 0 0,1-1 0 0 0,0 1 0 0 0,0-1 0 0 0,0 1 0 0 0,0-1 0 0 0,0 1 0 0 0,1-1 0 0 0,-1 1 0 0 0,1 0 0 0 0,0-1-1 0 0,1-3 1 0 0,1-1-152 0 0,0 1-1 0 0,1-1 1 0 0,0 0-1 0 0,0 1 1 0 0,0 0-1 0 0,1 0 0 0 0,0 0 1 0 0,0 1-1 0 0,0-1 1 0 0,1 1-1 0 0,0 1 0 0 0,0-1 1 0 0,0 1-1 0 0,1 0 1 0 0,-1 0-1 0 0,9-3 1 0 0,-4 2-154 0 0,0 1-1 0 0,1 0 1 0 0,-1 1 0 0 0,1 0 0 0 0,0 1 0 0 0,0 0 0 0 0,0 1 0 0 0,0 0 0 0 0,18 1 0 0 0,-28 0 135 0 0,1 0 0 0 0,0 0 1 0 0,0 1-1 0 0,-1-1 1 0 0,1 1-1 0 0,0-1 0 0 0,-1 1 1 0 0,1 0-1 0 0,0 0 0 0 0,-1 0 1 0 0,1 0-1 0 0,-1 1 0 0 0,0-1 1 0 0,1 1-1 0 0,-1-1 0 0 0,0 1 1 0 0,0 0-1 0 0,0 0 1 0 0,0 0-1 0 0,0 0 0 0 0,-1 0 1 0 0,1 0-1 0 0,-1 1 0 0 0,1-1 1 0 0,-1 0-1 0 0,0 1 0 0 0,1-1 1 0 0,-1 1-1 0 0,-1-1 0 0 0,1 1 1 0 0,0 0-1 0 0,-1 0 1 0 0,1-1-1 0 0,-1 1 0 0 0,0 0 1 0 0,0-1-1 0 0,0 6 0 0 0,-2 9-64 0 0,0 0 0 0 0,-1 1 0 0 0,-1-1-1 0 0,-12 31 1 0 0,8-21 202 0 0,1-7 215 0 0,2 1-1 0 0,0-1 0 0 0,1 1 1 0 0,1 0-1 0 0,0 26 1 0 0,4-42-303 0 0,-1-1 0 0 0,0 1 0 0 0,1 0 0 0 0,0 0 0 0 0,0-1 0 0 0,1 1 0 0 0,-1 0 0 0 0,1-1 0 0 0,0 1 0 0 0,0-1 0 0 0,0 0 0 0 0,5 7 1 0 0,-4-9-41 0 0,-1 1 0 0 0,1 0 0 0 0,0-1 1 0 0,1 1-1 0 0,-1-1 0 0 0,0 0 0 0 0,1 0 1 0 0,-1 0-1 0 0,1-1 0 0 0,-1 1 0 0 0,1-1 1 0 0,0 0-1 0 0,0 0 0 0 0,-1 0 0 0 0,1 0 1 0 0,0-1-1 0 0,7 1 0 0 0,2-2 234 0 0,0 0 1 0 0,0-1-1 0 0,0 0 0 0 0,0-1 0 0 0,-1 0 1 0 0,1-1-1 0 0,-1 0 0 0 0,0-1 0 0 0,0-1 1 0 0,-1 0-1 0 0,1 0 0 0 0,17-14 0 0 0,-27 18-181 0 0,0 1-1 0 0,0-1 0 0 0,0 0 0 0 0,0 1 0 0 0,-1-1 0 0 0,1 0 0 0 0,0 0 0 0 0,-1 0 0 0 0,1 0 0 0 0,-1 0 0 0 0,0-1 0 0 0,0 1 0 0 0,0 0 0 0 0,0-1 1 0 0,0 1-1 0 0,0-1 0 0 0,-1 1 0 0 0,1-1 0 0 0,-1 1 0 0 0,1-1 0 0 0,-1 1 0 0 0,0-1 0 0 0,0 1 0 0 0,0-1 0 0 0,-1 0 0 0 0,1 1 0 0 0,-1-1 1 0 0,1 1-1 0 0,-2-5 0 0 0,-1 3 61 0 0,0-1-1 0 0,0 1 1 0 0,0-1 0 0 0,0 1 0 0 0,-1 0 0 0 0,0 0 0 0 0,1 1-1 0 0,-1-1 1 0 0,-1 1 0 0 0,1 0 0 0 0,0 0 0 0 0,-1 0 0 0 0,-7-3-1 0 0,-7-3 66 0 0,-1 1 0 0 0,1 1 0 0 0,-2 1 0 0 0,1 0-1 0 0,-31-3 1 0 0,31 7-885 0 0,1 0-1 0 0,0 2 1 0 0,-27 2-1 0 0,13 3-4596 0 0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0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139 37 4609 0 0,'-2'-2'421'0'0,"1"-1"0"0"0,0 1 0 0 0,0-1 0 0 0,-1 1 0 0 0,0 0 0 0 0,1 0 0 0 0,-1-1 0 0 0,0 1 1 0 0,0 0-1 0 0,0 1 0 0 0,0-1 0 0 0,-1 0 0 0 0,1 0 0 0 0,0 1 0 0 0,-1 0 0 0 0,1-1 0 0 0,-4 0 0 0 0,4 1-177 0 0,0 1 0 0 0,0 0-1 0 0,1 0 1 0 0,-1 0 0 0 0,0 1-1 0 0,1-1 1 0 0,-1 0 0 0 0,0 1 0 0 0,0-1-1 0 0,1 1 1 0 0,-1-1 0 0 0,1 1 0 0 0,-1 0-1 0 0,0 0 1 0 0,1 0 0 0 0,-1 0-1 0 0,1 0 1 0 0,0 0 0 0 0,-1 0 0 0 0,1 0-1 0 0,0 0 1 0 0,0 1 0 0 0,0-1-1 0 0,0 0 1 0 0,0 1 0 0 0,0-1 0 0 0,0 1-1 0 0,-1 2 1 0 0,-7 12-126 0 0,1 1 0 0 0,0 1 0 0 0,1 0 0 0 0,1 0 0 0 0,1 0 0 0 0,1 0 0 0 0,0 1 0 0 0,1 0 0 0 0,1 0-1 0 0,1 26 1 0 0,1-22-7 0 0,1-1 0 0 0,1 1-1 0 0,2-1 1 0 0,0 0-1 0 0,1 0 1 0 0,1 0-1 0 0,1-1 1 0 0,14 30 0 0 0,-16-42-1365 0 0,0 1 0 0 0,1-1 0 0 0,0 0 0 0 0,0-1 0 0 0,13 14 1 0 0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5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21 220 6913 0 0,'-3'-3'3'0'0,"1"-1"-1"0"0,0 1 0 0 0,0-1 0 0 0,0 0 1 0 0,0 0-1 0 0,1 1 0 0 0,-1-1 0 0 0,1 0 1 0 0,0 0-1 0 0,0 0 0 0 0,0-1 0 0 0,1 1 1 0 0,0 0-1 0 0,0 0 0 0 0,0 0 0 0 0,0 0 0 0 0,0-1 1 0 0,1 1-1 0 0,0 0 0 0 0,0 0 0 0 0,0 0 1 0 0,0 0-1 0 0,1 0 0 0 0,1-4 0 0 0,0 2 37 0 0,0 1 1 0 0,1-1-1 0 0,-1 1 0 0 0,1-1 0 0 0,0 1 0 0 0,1 0 0 0 0,-1 0 0 0 0,1 1 1 0 0,0-1-1 0 0,0 1 0 0 0,0 0 0 0 0,1 1 0 0 0,-1-1 0 0 0,12-4 0 0 0,9-1 572 0 0,-1 1 1 0 0,1 1-1 0 0,0 1 0 0 0,0 1 0 0 0,1 2 0 0 0,36-1 1 0 0,-61 4-614 0 0,-1 0 0 0 0,1 0 0 0 0,-1 0 0 0 0,1 0 0 0 0,-1 0 0 0 0,0 0 0 0 0,1 1 0 0 0,-1-1 0 0 0,1 0 0 0 0,-1 1 0 0 0,0-1 0 0 0,1 1 0 0 0,-1-1 0 0 0,0 1 0 0 0,0 0 0 0 0,1 0 0 0 0,-1-1 0 0 0,0 1 0 0 0,0 0 0 0 0,0 0 0 0 0,0 0 0 0 0,0 0 0 0 0,0 0 0 0 0,0 0 0 0 0,1 2 0 0 0,-2-1 0 0 0,1 1 0 0 0,-1-1 0 0 0,1 0 0 0 0,-1 0 0 0 0,0 1 0 0 0,1-1 0 0 0,-1 0 0 0 0,0 1 0 0 0,-1-1 0 0 0,1 0 0 0 0,0 1 0 0 0,-1-1 0 0 0,-1 5 0 0 0,-2 4-161 0 0,0 0 0 0 0,-2 0 0 0 0,1 0 0 0 0,-14 18 0 0 0,5-10 428 0 0,-1-1 0 0 0,-1 0 0 0 0,-1-1 0 0 0,0-1 0 0 0,-1-1 0 0 0,-1 0 0 0 0,0-1 0 0 0,-25 13 1 0 0,68-31 689 0 0,41-1 1 0 0,-46 4-535 0 0,0 2 1 0 0,0 0 0 0 0,-1 0 0 0 0,1 2 0 0 0,27 7-1 0 0,-34-6-699 0 0,0 0 0 0 0,-1 1 0 0 0,0 0 0 0 0,0 0 0 0 0,0 1 0 0 0,-1 1-1 0 0,1 0 1 0 0,-2 0 0 0 0,15 13 0 0 0,-14-9-857 0 0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8.1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384 23 11058 0 0,'-3'3'-325'0'0,"1"0"-1"0"0,-1 0 1 0 0,1 0-1 0 0,0 1 1 0 0,0-1-1 0 0,1 1 1 0 0,-3 5-1 0 0,-6 12-1241 0 0,0-7 978 0 0,0 0 1 0 0,-1-1 0 0 0,0 0 0 0 0,-1-1-1 0 0,-1 0 1 0 0,-16 12 0 0 0,10-11 1618 0 0,0 0 1 0 0,-1-1 0 0 0,0-2-1 0 0,0 0 1 0 0,-1-1 0 0 0,-1-1 0 0 0,-30 8-1 0 0,50-16-1031 0 0,0 1 0 0 0,0-1 0 0 0,0 1 0 0 0,0-1 1 0 0,0 0-1 0 0,0 0 0 0 0,0 0 0 0 0,0 0 0 0 0,0 0 0 0 0,0 0 0 0 0,0 0 0 0 0,0-1 0 0 0,0 1 0 0 0,0-1 0 0 0,0 0 0 0 0,0 1 0 0 0,0-1 0 0 0,0 0 0 0 0,1 0 0 0 0,-1 0 0 0 0,0 0 0 0 0,0-1 0 0 0,-1-1 0 0 0,1 0-104 0 0,0 0 0 0 0,0 1-1 0 0,0-1 1 0 0,1-1 0 0 0,-1 1 0 0 0,1 0-1 0 0,0 0 1 0 0,0 0 0 0 0,0-1 0 0 0,0 1 0 0 0,0 0-1 0 0,1-7 1 0 0,-1-1-33 0 0,1 0-1 0 0,1 1 1 0 0,0-1 0 0 0,0 1-1 0 0,1-1 1 0 0,1 1 0 0 0,-1-1-1 0 0,7-12 1 0 0,-5 16 116 0 0,0 0 0 0 0,1 1 0 0 0,-1-1 0 0 0,1 1-1 0 0,1 0 1 0 0,-1 1 0 0 0,1-1 0 0 0,0 1 0 0 0,1 0 0 0 0,-1 0 0 0 0,1 1 0 0 0,0 0 0 0 0,0 0 0 0 0,0 1 0 0 0,0 0 0 0 0,10-3 0 0 0,-7 3 37 0 0,1 0-1 0 0,-1 0 1 0 0,0 2 0 0 0,1-1 0 0 0,-1 1 0 0 0,1 1 0 0 0,0-1 0 0 0,-1 2 0 0 0,1 0 0 0 0,-1 0 0 0 0,21 6 0 0 0,-25-6 186 0 0,0 2 0 0 0,0-1 0 0 0,0 1 0 0 0,0 0 1 0 0,-1 0-1 0 0,1 0 0 0 0,-1 1 0 0 0,0 0 0 0 0,0 0 0 0 0,0 1 1 0 0,0-1-1 0 0,-1 1 0 0 0,0 0 0 0 0,0 0 0 0 0,0 0 0 0 0,0 1 0 0 0,-1-1 1 0 0,0 1-1 0 0,4 10 0 0 0,-5-9 58 0 0,0 1 1 0 0,-1-1-1 0 0,1 1 0 0 0,-1-1 1 0 0,-1 1-1 0 0,1 0 1 0 0,-2-1-1 0 0,1 1 0 0 0,-1-1 1 0 0,0 1-1 0 0,0-1 0 0 0,-1 1 1 0 0,0-1-1 0 0,0 0 0 0 0,-1 1 1 0 0,-4 8-1 0 0,-26 54 212 0 0,29-56-1056 0 0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9.4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 8290 0 0,'2'0'1853'0'0,"-2"-1"-1756"0"0,1 1-1 0 0,0 0 1 0 0,-1-1 0 0 0,1 1-1 0 0,0 0 1 0 0,-1 0 0 0 0,1-1-1 0 0,0 1 1 0 0,-1 0 0 0 0,1 0-1 0 0,0 0 1 0 0,0 0 0 0 0,-1 0-1 0 0,1 0 1 0 0,0 0 0 0 0,0 0-1 0 0,-1 0 1 0 0,1 1 0 0 0,0-1-1 0 0,-1 0 1 0 0,1 0 0 0 0,0 1-1 0 0,-1-1 1 0 0,1 0-1 0 0,0 1 1 0 0,-1-1 0 0 0,1 1-1 0 0,-1-1 1 0 0,2 1 0 0 0,2 5 140 0 0,1-1 1 0 0,-1 1-1 0 0,-1 0 1 0 0,1 1-1 0 0,-1-1 1 0 0,0 1-1 0 0,0-1 1 0 0,-1 1-1 0 0,0 0 1 0 0,0 0-1 0 0,1 13 1 0 0,6 30 961 0 0,-4-14-1053 0 0,2 0-1 0 0,1 0 1 0 0,2 0-1 0 0,26 60 1 0 0,-19-60-3731 0 0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2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115 215 2761 0 0,'-15'-9'-722'0'0,"2"0"669"0"0,-1 1-1 0 0,1-2 0 0 0,1 0 1 0 0,-14-13-1 0 0,24 21 242 0 0,0 0 0 0 0,1 0 1 0 0,-1 0-1 0 0,0 0 0 0 0,1 0 0 0 0,-1 0 0 0 0,1 0 0 0 0,-1 0 0 0 0,1-1 0 0 0,0 1 0 0 0,0-1 0 0 0,0 1 0 0 0,1-1 0 0 0,-1 1 0 0 0,0-1 0 0 0,1 1 1 0 0,0-1-1 0 0,0 0 0 0 0,-1 1 0 0 0,1-1 0 0 0,1 1 0 0 0,-1-1 0 0 0,0 0 0 0 0,1 1 0 0 0,-1-1 0 0 0,1 1 0 0 0,0-1 0 0 0,0 1 0 0 0,0-1 0 0 0,0 1 1 0 0,0 0-1 0 0,3-5 0 0 0,1 3-74 0 0,0-1 0 0 0,0 1 0 0 0,0 0 1 0 0,0 0-1 0 0,0 0 0 0 0,1 1 0 0 0,0 0 0 0 0,0 0 1 0 0,0 0-1 0 0,0 1 0 0 0,0 0 0 0 0,7-2 1 0 0,8-1-336 0 0,0 1 1 0 0,29-3 0 0 0,-41 6 174 0 0,-1 1 0 0 0,0 0 0 0 0,1 0 0 0 0,-1 0 0 0 0,1 1 0 0 0,-1 0 0 0 0,15 5 0 0 0,-21-5 32 0 0,1 0 1 0 0,0 1 0 0 0,-1-1 0 0 0,1 1 0 0 0,-1-1 0 0 0,1 1 0 0 0,-1 0 0 0 0,0 0-1 0 0,1 0 1 0 0,-1 0 0 0 0,0 0 0 0 0,-1 1 0 0 0,1-1 0 0 0,0 1 0 0 0,-1-1 0 0 0,1 1-1 0 0,-1-1 1 0 0,0 1 0 0 0,0 0 0 0 0,0 0 0 0 0,0 0 0 0 0,0 0 0 0 0,-1-1 0 0 0,1 1 0 0 0,-1 4-1 0 0,1 0 79 0 0,-1 0-1 0 0,-1-1 1 0 0,1 1-1 0 0,-1 0 0 0 0,0 0 1 0 0,-1-1-1 0 0,1 1 0 0 0,-2 0 1 0 0,1-1-1 0 0,0 0 1 0 0,-1 0-1 0 0,-1 0 0 0 0,1 0 1 0 0,-1 0-1 0 0,1 0 0 0 0,-2-1 1 0 0,1 0-1 0 0,-1 0 1 0 0,-8 8-1 0 0,5-6 109 0 0,0 0 0 0 0,-1-1 1 0 0,0 0-1 0 0,0-1 0 0 0,0 0 0 0 0,0 0 0 0 0,-1-1 1 0 0,0 0-1 0 0,1-1 0 0 0,-2 0 0 0 0,1 0 1 0 0,-14 1-1 0 0,22-4-180 0 0,1 1 0 0 0,-1-1 0 0 0,1 0 1 0 0,0 0-1 0 0,-1 1 0 0 0,1-1 0 0 0,-1 0 0 0 0,1 0 0 0 0,-1-1 1 0 0,1 1-1 0 0,-1 0 0 0 0,1 0 0 0 0,0-1 0 0 0,-1 1 1 0 0,-1-2-1 0 0,17-7-680 0 0,39-11-128 0 0,-10 9-76 0 0,-20 6-2398 0 0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8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30 6913 0 0,'4'-3'239'0'0,"0"-1"-1"0"0,0 1 1 0 0,1 1-1 0 0,-1-1 1 0 0,1 1-1 0 0,-1 0 0 0 0,1 0 1 0 0,0 0-1 0 0,0 0 1 0 0,0 1-1 0 0,0 0 1 0 0,0 0-1 0 0,0 0 0 0 0,0 1 1 0 0,0 0-1 0 0,7 0 1 0 0,-2 0 47 0 0,-1 1-1 0 0,1 1 1 0 0,0-1 0 0 0,-1 1 0 0 0,1 1 0 0 0,-1 0 0 0 0,15 7 0 0 0,191 89 1272 0 0,-68-42-7555 0 0,-129-51 2183 0 0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4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 11979 0 0,'0'0'18'0'0,"0"0"1"0"0,0 0 0 0 0,0 0 0 0 0,0 0 0 0 0,0 0 0 0 0,1 0 0 0 0,-1-1 0 0 0,0 1-1 0 0,0 0 1 0 0,0 0 0 0 0,0 0 0 0 0,0 0 0 0 0,0 0 0 0 0,0 0 0 0 0,0 0 0 0 0,1-1-1 0 0,-1 1 1 0 0,0 0 0 0 0,0 0 0 0 0,0 0 0 0 0,0 0 0 0 0,0 0 0 0 0,0 0 0 0 0,1 0-1 0 0,-1 0 1 0 0,0 0 0 0 0,0 0 0 0 0,0 0 0 0 0,0 0 0 0 0,0 0 0 0 0,1 0 0 0 0,-1 0-1 0 0,0 0 1 0 0,0 0 0 0 0,0 0 0 0 0,0 0 0 0 0,0 0 0 0 0,1 0 0 0 0,-1 0 0 0 0,0 0-1 0 0,0 0 1 0 0,0 0 0 0 0,0 0 0 0 0,0 0 0 0 0,1 1 0 0 0,-1-1 0 0 0,0 0 0 0 0,0 0 0 0 0,0 0-1 0 0,0 0 1 0 0,0 0 0 0 0,0 0 0 0 0,0 0 0 0 0,0 0 0 0 0,0 1 0 0 0,1-1 0 0 0,-1 0-1 0 0,0 0 1 0 0,0 0 0 0 0,0 0 0 0 0,0 0 0 0 0,0 1 0 0 0,0-1 0 0 0,0 0 0 0 0,0 0-1 0 0,7 9-567 0 0,-4 1 456 0 0,-1 0 1 0 0,0 1-1 0 0,0-1 1 0 0,-1 1-1 0 0,0-1 1 0 0,-1 1-1 0 0,-2 12 1 0 0,2 15 617 0 0,2-9-455 0 0,1 0 0 0 0,2 0 0 0 0,1 0-1 0 0,1 0 1 0 0,1-1 0 0 0,2 0 0 0 0,13 28 0 0 0,-18-47-70 0 0,-1-5 0 0 0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7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42 130 9674 0 0,'-1'1'-93'0'0,"-1"-1"0"0"0,0 1 0 0 0,1-1 0 0 0,-1 1 0 0 0,1 0 0 0 0,-1-1-1 0 0,1 1 1 0 0,-1 0 0 0 0,1 0 0 0 0,0 0 0 0 0,-1 0 0 0 0,1 1 0 0 0,0-1 0 0 0,0 0 0 0 0,0 0 0 0 0,0 1 0 0 0,0-1 0 0 0,0 1-1 0 0,0-1 1 0 0,0 1 0 0 0,1-1 0 0 0,-1 1 0 0 0,1-1 0 0 0,-1 3 0 0 0,-2 6-532 0 0,0-1 0 0 0,1 1 0 0 0,0-1 0 0 0,0 19 0 0 0,2-20 911 0 0,0 0 0 0 0,1 0 1 0 0,0 0-1 0 0,0 0 0 0 0,1 0 0 0 0,0 0 0 0 0,0 0 0 0 0,1-1 1 0 0,5 13-1 0 0,-4-14-12 0 0,0 0 0 0 0,-1 0 0 0 0,2-1 0 0 0,-1 0-1 0 0,1 1 1 0 0,0-1 0 0 0,0-1 0 0 0,0 1 0 0 0,1-1 0 0 0,-1 0 0 0 0,1 0 0 0 0,0 0 0 0 0,0-1 0 0 0,1 0 0 0 0,-1 0 0 0 0,1-1 0 0 0,-1 0 0 0 0,1 0 0 0 0,0 0 0 0 0,0-1 0 0 0,7 1 0 0 0,-4-2-281 0 0,1 0 0 0 0,-1 0-1 0 0,0-1 1 0 0,0 0 0 0 0,1-1 0 0 0,-1 0 0 0 0,0-1 0 0 0,0 0 0 0 0,-1 0 0 0 0,1-1-1 0 0,-1-1 1 0 0,0 1 0 0 0,0-1 0 0 0,0-1 0 0 0,-1 0 0 0 0,10-8 0 0 0,-13 10-12 0 0,0 0 1 0 0,-1 0-1 0 0,0-1 1 0 0,0 1 0 0 0,0-1-1 0 0,0 0 1 0 0,-1-1-1 0 0,0 1 1 0 0,0 0 0 0 0,0-1-1 0 0,-1 0 1 0 0,0 1-1 0 0,0-1 1 0 0,0 0 0 0 0,-1 0-1 0 0,1 0 1 0 0,-1-1-1 0 0,-1 1 1 0 0,0 0 0 0 0,1 0-1 0 0,-2 0 1 0 0,1 0-1 0 0,-1-1 1 0 0,0 1 0 0 0,0 0-1 0 0,-1 0 1 0 0,1 0-1 0 0,-4-7 1 0 0,0 3-106 0 0,0 0 0 0 0,-1 1 0 0 0,0 0 0 0 0,0 0 1 0 0,-1 0-1 0 0,0 0 0 0 0,0 1 0 0 0,-1 0 0 0 0,0 1 0 0 0,0 0 0 0 0,-12-8 0 0 0,6 7-282 0 0,0 0 0 0 0,-1 0 0 0 0,1 1 0 0 0,-2 1 1 0 0,1 1-1 0 0,-1 0 0 0 0,-16-3 0 0 0,-13 1-683 0 0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2.9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10570 0 0,'12'30'481'0'0,"-1"0"0"0"0,-1 1 1 0 0,-2 0-1 0 0,-2 1 0 0 0,5 46 0 0 0,-5-30-312 0 0,17 59 0 0 0,-13-72 7 0 0,24 53 0 0 0,-27-73-593 0 0,1-1 0 0 0,0 1-1 0 0,1-1 1 0 0,1-1 0 0 0,20 23 0 0 0,-20-26-3849 0 0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5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1 135 3681 0 0,'0'-3'135'0'0,"0"0"0"0"0,-1 0 0 0 0,1-1 1 0 0,1 1-1 0 0,-1 0 0 0 0,0 0 0 0 0,1-1 0 0 0,0 1 1 0 0,0 0-1 0 0,0 0 0 0 0,0 0 0 0 0,0 0 0 0 0,0 0 1 0 0,1 0-1 0 0,0 0 0 0 0,2-3 0 0 0,0 0 146 0 0,0 0 0 0 0,0 1 1 0 0,0-1-1 0 0,1 1 0 0 0,0 0 0 0 0,11-9 0 0 0,-8 10-45 0 0,1-1 0 0 0,0 1 0 0 0,0 0 0 0 0,0 1 0 0 0,1 0 0 0 0,-1 0 0 0 0,1 1 0 0 0,0 1 0 0 0,0 0 0 0 0,-1 0 0 0 0,1 0 0 0 0,0 1 0 0 0,0 1 0 0 0,0 0 0 0 0,15 3 0 0 0,-24-3-240 0 0,0-1 1 0 0,0 0 0 0 0,1 1-1 0 0,-1 0 1 0 0,0-1 0 0 0,0 1 0 0 0,0 0-1 0 0,0-1 1 0 0,0 1 0 0 0,0 0-1 0 0,0 0 1 0 0,0 0 0 0 0,0 0 0 0 0,0 0-1 0 0,0 0 1 0 0,-1 0 0 0 0,1 0 0 0 0,0 0-1 0 0,-1 0 1 0 0,1 1 0 0 0,0 1-1 0 0,0 0-26 0 0,-1 0 0 0 0,0-1 0 0 0,0 1 0 0 0,0 0 0 0 0,0 0 0 0 0,0-1 0 0 0,0 1 0 0 0,-1 0 0 0 0,1-1 0 0 0,-2 4 0 0 0,-3 7-101 0 0,0 0 0 0 0,-1-1 1 0 0,-11 17-1 0 0,13-22 154 0 0,-17 29 909 0 0,-2-1-1 0 0,-1-1 1 0 0,-47 51 0 0 0,71-85-899 0 0,0 0 0 0 0,0 0 1 0 0,0 0-1 0 0,0 0 0 0 0,0 0 0 0 0,1-1 0 0 0,-1 1 1 0 0,0 0-1 0 0,0 0 0 0 0,0 0 0 0 0,0 0 0 0 0,0 0 0 0 0,0 0 1 0 0,0 0-1 0 0,1 0 0 0 0,-1 0 0 0 0,0 0 0 0 0,0 0 0 0 0,0 0 1 0 0,0 0-1 0 0,0 1 0 0 0,0-1 0 0 0,0 0 0 0 0,1 0 1 0 0,-1 0-1 0 0,0 0 0 0 0,0 0 0 0 0,0 0 0 0 0,0 0 0 0 0,0 0 1 0 0,0 0-1 0 0,0 0 0 0 0,0 0 0 0 0,0 0 0 0 0,1 1 1 0 0,-1-1-1 0 0,0 0 0 0 0,0 0 0 0 0,0 0 0 0 0,0 0 0 0 0,0 0 1 0 0,0 0-1 0 0,0 0 0 0 0,0 0 0 0 0,0 1 0 0 0,0-1 0 0 0,0 0 1 0 0,0 0-1 0 0,0 0 0 0 0,0 0 0 0 0,0 0 0 0 0,0 0 1 0 0,0 1-1 0 0,0-1 0 0 0,0 0 0 0 0,0 0 0 0 0,0 0 0 0 0,0 0 1 0 0,0 0-1 0 0,0 0 0 0 0,0 0 0 0 0,0 0 0 0 0,0 1 0 0 0,-1-1 1 0 0,1 0-1 0 0,0 0 0 0 0,19-2 917 0 0,22-7-106 0 0,-6 0-316 0 0,117-26 830 0 0,-123 30-2287 0 0,0 2-1 0 0,0 0 1 0 0,38 3 0 0 0,-39 3-2609 0 0,-15 0-1463 0 0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9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56 1 4609 0 0,'0'0'87'0'0,"-1"0"1"0"0,0 0-1 0 0,1 0 1 0 0,-1 0-1 0 0,0 0 1 0 0,1 0-1 0 0,-1 0 0 0 0,0 0 1 0 0,1 0-1 0 0,-1 0 1 0 0,1 0-1 0 0,-1 0 1 0 0,0 1-1 0 0,1-1 1 0 0,-1 0-1 0 0,0 0 0 0 0,1 1 1 0 0,-1-1-1 0 0,1 0 1 0 0,-1 1-1 0 0,1-1 1 0 0,-1 1-1 0 0,1-1 1 0 0,-1 0-1 0 0,1 1 0 0 0,-1 0 1 0 0,-12 23 535 0 0,-2 35-346 0 0,12-48 424 0 0,0 4-274 0 0,1 0 0 0 0,0-1 1 0 0,1 1-1 0 0,1 1 0 0 0,0-1 0 0 0,1 0 0 0 0,0 0 0 0 0,5 15 1 0 0,-4-20-639 0 0,1 0 0 0 0,0 0 0 0 0,1 0 0 0 0,0 0 0 0 0,1-1 0 0 0,0 0 0 0 0,9 13 0 0 0,-7-12-3732 0 0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2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14627 0 0,'2'3'201'0'0,"-1"0"0"0"0,1 0 0 0 0,-1 0-1 0 0,0 1 1 0 0,1-1 0 0 0,-1 1 0 0 0,-1-1 0 0 0,1 1 0 0 0,0-1-1 0 0,-1 1 1 0 0,0 6 0 0 0,0 51 40 0 0,0-52-313 0 0,-2 121-2264 0 0,8-43-2969 0 0,-1-47 1165 0 0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9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84 8754 0 0,'0'-17'530'0'0,"1"1"1"0"0,1-1-1 0 0,4-16 1 0 0,3 64 1821 0 0,-7 17-1058 0 0,-4 76-1 0 0,-1-75-174 0 0,6 73-1 0 0,0-88-2398 0 0,12 50 1 0 0,-12-75 900 0 0,-1-1 0 0 0,1 1 0 0 0,0 0 0 0 0,1-1 0 0 0,0 1 0 0 0,0-1 1 0 0,1 0-1 0 0,0-1 0 0 0,1 1 0 0 0,10 11 0 0 0,-4-8-3969 0 0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5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17 146 8754 0 0,'-2'-3'-16'0'0,"0"0"0"0"0,0 0 1 0 0,0 0-1 0 0,1 0 0 0 0,-1 0 0 0 0,1 0 0 0 0,0-1 1 0 0,0 1-1 0 0,0 0 0 0 0,0-1 0 0 0,1 1 1 0 0,-1-1-1 0 0,1 1 0 0 0,0-1 0 0 0,0 1 0 0 0,1-1 1 0 0,-1 1-1 0 0,0-1 0 0 0,1 1 0 0 0,0-1 1 0 0,0 1-1 0 0,0 0 0 0 0,0-1 0 0 0,1 1 0 0 0,-1 0 1 0 0,1 0-1 0 0,0 0 0 0 0,0 0 0 0 0,0 0 1 0 0,0 1-1 0 0,1-1 0 0 0,-1 0 0 0 0,1 1 1 0 0,3-3-1 0 0,-1 1-33 0 0,0 1 0 0 0,0-1-1 0 0,0 1 1 0 0,1 0 0 0 0,0 0 0 0 0,-1 1 0 0 0,1 0 0 0 0,0 0 0 0 0,0 0 0 0 0,0 1 0 0 0,0 0 0 0 0,8-1-1 0 0,-12 2 123 0 0,1 0 0 0 0,-1 0 1 0 0,0 0-1 0 0,0 0 0 0 0,0 1 0 0 0,0-1 0 0 0,0 1 0 0 0,1-1 0 0 0,-1 1 0 0 0,0 0 0 0 0,0-1 0 0 0,0 1 0 0 0,-1 0 0 0 0,1 1 0 0 0,0-1 0 0 0,0 0 0 0 0,0 0 0 0 0,-1 1 0 0 0,1-1 0 0 0,-1 1 0 0 0,1 0 0 0 0,-1-1 0 0 0,0 1 0 0 0,1 0 0 0 0,-1 0 0 0 0,0 0 0 0 0,0 0 0 0 0,0-1 0 0 0,-1 2 0 0 0,1-1 0 0 0,0 0 0 0 0,-1 0 0 0 0,1 0 0 0 0,-1 0 0 0 0,0 0 0 0 0,0 0 0 0 0,0 4 0 0 0,0 5-103 0 0,0 0-1 0 0,-1-1 1 0 0,-1 1-1 0 0,0 0 1 0 0,0-1-1 0 0,-1 1 1 0 0,0-1-1 0 0,-1 0 1 0 0,-5 10-1 0 0,-3 5 566 0 0,-1-1 0 0 0,-23 30 0 0 0,22-37 482 0 0,11-14-628 0 0,0 0 1 0 0,-1 1-1 0 0,1-1 1 0 0,1 1-1 0 0,-1 0 1 0 0,0 0-1 0 0,1 0 1 0 0,0 0 0 0 0,0 0-1 0 0,-2 8 1 0 0,4-11-302 0 0,1-1 0 0 0,-1 1 1 0 0,1 0-1 0 0,0-1 0 0 0,-1 1 1 0 0,1-1-1 0 0,0 1 1 0 0,0-1-1 0 0,-1 1 0 0 0,1-1 1 0 0,0 0-1 0 0,0 1 0 0 0,-1-1 1 0 0,1 0-1 0 0,0 0 1 0 0,0 0-1 0 0,0 1 0 0 0,0-1 1 0 0,-1 0-1 0 0,1 0 0 0 0,0 0 1 0 0,0 0-1 0 0,0 0 0 0 0,0-1 1 0 0,0 1-1 0 0,-1 0 1 0 0,1 0-1 0 0,0-1 0 0 0,1 1 1 0 0,33-7 517 0 0,-32 7-457 0 0,69-18 190 0 0,61-12-750 0 0,-115 27-1354 0 0,1 2 0 0 0,33 1 0 0 0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8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 7834 0 0,'-1'1'48'0'0,"1"-1"0"0"0,-1 1 0 0 0,1 0 1 0 0,-1 0-1 0 0,1 0 0 0 0,0-1 0 0 0,-1 1 0 0 0,1 0 1 0 0,0 0-1 0 0,0 0 0 0 0,-1 0 0 0 0,1 0 1 0 0,0 0-1 0 0,0-1 0 0 0,0 1 0 0 0,0 0 0 0 0,0 0 1 0 0,0 0-1 0 0,0 0 0 0 0,1 0 0 0 0,-1 0 0 0 0,0 1 1 0 0,7 28 249 0 0,-5-21-9 0 0,-1-6-266 0 0,27 120 2612 0 0,-1-43-5917 0 0,-18-58-543 0 0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6.3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0 140 6913 0 0,'1'-3'66'0'0,"-1"1"-1"0"0,1-1 1 0 0,-1 0-1 0 0,1 1 1 0 0,0-1-1 0 0,1 1 0 0 0,-1-1 1 0 0,0 1-1 0 0,1 0 1 0 0,-1-1-1 0 0,1 1 1 0 0,1-2-1 0 0,29-30-1241 0 0,-19 20 432 0 0,7-7-408 0 0,9-1 3565 0 0,-25 19-1961 0 0,1 1 1 0 0,0 0-1 0 0,0 0 1 0 0,0 1-1 0 0,1-1 1 0 0,-1 1-1 0 0,0 0 1 0 0,1 1 0 0 0,-1-1-1 0 0,7 1 1 0 0,-4 0-186 0 0,-1 0 0 0 0,1 1 0 0 0,-1-1 0 0 0,0 1 0 0 0,1 1 0 0 0,10 3 0 0 0,-15-4-230 0 0,-1 0 0 0 0,0 0-1 0 0,0 0 1 0 0,0 1 0 0 0,1-1-1 0 0,-1 1 1 0 0,0-1 0 0 0,-1 1-1 0 0,1 0 1 0 0,0 0-1 0 0,-1 0 1 0 0,1 0 0 0 0,-1 0-1 0 0,1 0 1 0 0,-1 0 0 0 0,0 1-1 0 0,0-1 1 0 0,0 0 0 0 0,0 1-1 0 0,0-1 1 0 0,-1 1 0 0 0,2 4-1 0 0,-1 0 156 0 0,0 1-1 0 0,0-1 1 0 0,0 1-1 0 0,-1 0 1 0 0,0-1-1 0 0,-1 1 1 0 0,0-1-1 0 0,0 1 1 0 0,0-1-1 0 0,-1 1 1 0 0,0-1-1 0 0,0 0 1 0 0,-1 1-1 0 0,0-1 1 0 0,-1 0-1 0 0,1-1 1 0 0,-1 1-1 0 0,0-1 1 0 0,-1 0-1 0 0,0 0 1 0 0,-7 8-1 0 0,68-33 2854 0 0,-23 8-3312 0 0,2 2 0 0 0,38-5 0 0 0,-10 4-3065 0 0,-34 6 96 0 0,21-3-3086 0 0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6.3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0 0 2417 0 0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7.6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442 107 2761 0 0,'-5'1'17'0'0,"0"0"-1"0"0,0 0 1 0 0,0 1 0 0 0,0-1 0 0 0,0 1 0 0 0,1 0 0 0 0,-1 1 0 0 0,1-1 0 0 0,0 1 0 0 0,-1-1 0 0 0,1 1 0 0 0,1 1 0 0 0,-5 2 0 0 0,-14 11 31 0 0,-14 9 111 0 0,1 2 0 0 0,2 1 0 0 0,1 1-1 0 0,1 2 1 0 0,2 1 0 0 0,1 1 0 0 0,2 2 0 0 0,-43 77 0 0 0,63-102 104 0 0,1 1 1 0 0,0 0-1 0 0,1 0 1 0 0,1 0-1 0 0,0 1 1 0 0,0-1-1 0 0,1 1 1 0 0,0 13 0 0 0,2-19-132 0 0,-1 0 0 0 0,2 0 0 0 0,-1 0 0 0 0,1 0 0 0 0,-1 0-1 0 0,2 0 1 0 0,-1-1 0 0 0,1 1 0 0 0,0-1 0 0 0,1 1 0 0 0,-1-1 0 0 0,1 1 0 0 0,1-1 0 0 0,-1 0 0 0 0,1-1 0 0 0,6 9 0 0 0,-8-12-114 0 0,0 0 0 0 0,0-1 0 0 0,-1 1-1 0 0,1-1 1 0 0,0 0 0 0 0,0 1 0 0 0,0-1-1 0 0,1 0 1 0 0,-1 0 0 0 0,0 0 0 0 0,0 0-1 0 0,0-1 1 0 0,1 1 0 0 0,-1-1 0 0 0,1 1-1 0 0,-1-1 1 0 0,0 0 0 0 0,1 0 0 0 0,3 0-1 0 0,-2-1 33 0 0,1 0-1 0 0,-1 0 1 0 0,0-1-1 0 0,1 1 0 0 0,-1-1 1 0 0,0 0-1 0 0,0 0 1 0 0,0-1-1 0 0,6-4 1 0 0,2-3 237 0 0,0-1 0 0 0,0 0 1 0 0,-1-1-1 0 0,16-24 0 0 0,-17 20-329 0 0,-1 0 1 0 0,0-1-1 0 0,-1 0 0 0 0,-1 0 1 0 0,-1-1-1 0 0,0 0 0 0 0,-2 0 1 0 0,0-1-1 0 0,-1 1 0 0 0,0-1 1 0 0,-2 0-1 0 0,0 0 0 0 0,-1 1 1 0 0,-1-1-1 0 0,-1 0 0 0 0,-1 0 1 0 0,0 1-1 0 0,-1 0 0 0 0,-1 0 1 0 0,-1 0-1 0 0,-1 0 0 0 0,0 1 1 0 0,-12-20-1 0 0,18 35 28 0 0,0 0 0 0 0,0 0 0 0 0,0 0-1 0 0,-1 0 1 0 0,1 0 0 0 0,-1 0 0 0 0,0 1 0 0 0,1-1 0 0 0,-1 0 0 0 0,0 1 0 0 0,0-1-1 0 0,0 1 1 0 0,0 0 0 0 0,0 0 0 0 0,0 0 0 0 0,0 0 0 0 0,-1 0 0 0 0,1 0 0 0 0,-4-1 0 0 0,4 2 9 0 0,0 1-1 0 0,0-1 1 0 0,0 0 0 0 0,1 1 0 0 0,-1-1 0 0 0,0 1 0 0 0,0-1 0 0 0,1 1 0 0 0,-1 0 0 0 0,0 0 0 0 0,1 0 0 0 0,-1 0 0 0 0,1 0 0 0 0,-1 0 0 0 0,1 0 0 0 0,0 0 0 0 0,-1 1 0 0 0,1-1 0 0 0,0 0-1 0 0,0 1 1 0 0,0-1 0 0 0,0 1 0 0 0,0 0 0 0 0,0-1 0 0 0,0 1 0 0 0,0 2 0 0 0,-8 16 65 0 0,1-1 0 0 0,1 1 0 0 0,1 1 0 0 0,1-1 0 0 0,1 1 0 0 0,1 0 0 0 0,0 0 0 0 0,1 24 0 0 0,2-31 59 0 0,1 1 0 0 0,0 0 0 0 0,1-1 1 0 0,1 1-1 0 0,0-1 0 0 0,1 0 0 0 0,0 0 1 0 0,1 0-1 0 0,1 0 0 0 0,0-1 0 0 0,1 0 1 0 0,12 18-1 0 0,-13-23-60 0 0,1-1-1 0 0,0 0 1 0 0,0 0 0 0 0,1-1 0 0 0,0 1 0 0 0,0-2-1 0 0,0 1 1 0 0,1-1 0 0 0,14 7 0 0 0,-20-11-9 0 0,0 0 1 0 0,0 1-1 0 0,0-1 0 0 0,0 0 1 0 0,0 0-1 0 0,0 0 1 0 0,0-1-1 0 0,1 1 0 0 0,-1-1 1 0 0,0 0-1 0 0,0 0 1 0 0,0 0-1 0 0,1 0 0 0 0,-1-1 1 0 0,0 1-1 0 0,0-1 1 0 0,0 1-1 0 0,1-1 0 0 0,-1 0 1 0 0,0-1-1 0 0,0 1 1 0 0,-1 0-1 0 0,1-1 0 0 0,0 0 1 0 0,0 0-1 0 0,-1 0 1 0 0,1 0-1 0 0,-1 0 0 0 0,1 0 1 0 0,-1 0-1 0 0,0-1 1 0 0,3-4-1 0 0,1-2-43 0 0,-2 0 1 0 0,1 0-1 0 0,-1-1 0 0 0,0 0 1 0 0,-1 0-1 0 0,0 0 0 0 0,-1 0 1 0 0,0 0-1 0 0,-1 0 0 0 0,1 0 1 0 0,-2-1-1 0 0,0 1 0 0 0,0 0 1 0 0,-2-12-1 0 0,1 14-169 0 0,-1 0 1 0 0,0 0 0 0 0,0 0-1 0 0,-1 0 1 0 0,0 0-1 0 0,-1 1 1 0 0,1-1-1 0 0,-1 1 1 0 0,-1 0-1 0 0,1 0 1 0 0,-1 1-1 0 0,0-1 1 0 0,-1 1-1 0 0,0 0 1 0 0,0 0-1 0 0,0 1 1 0 0,0 0 0 0 0,-9-6-1 0 0,11 9 74 0 0,0 0 0 0 0,0 0 0 0 0,-1 0-1 0 0,1 0 1 0 0,0 1 0 0 0,-1 0 0 0 0,1-1 0 0 0,-1 2-1 0 0,1-1 1 0 0,-1 0 0 0 0,0 1 0 0 0,1 0 0 0 0,-1 0-1 0 0,0 0 1 0 0,-4 2 0 0 0,1 0 43 0 0,1 0 0 0 0,-1 0 1 0 0,1 1-1 0 0,0 0 0 0 0,0 0 0 0 0,0 0 0 0 0,1 1 0 0 0,-10 7 1 0 0,4-2 78 0 0,1 1 1 0 0,0 0 0 0 0,1 1 0 0 0,1 0-1 0 0,-1 0 1 0 0,2 1 0 0 0,-1 0 0 0 0,2 0-1 0 0,-8 15 1 0 0,14-24 28 0 0,-1 1 0 0 0,1-1 0 0 0,-1 0 0 0 0,1 1 1 0 0,0-1-1 0 0,1 1 0 0 0,-1-1 0 0 0,0 1 0 0 0,1-1 0 0 0,0 1 0 0 0,0 0 0 0 0,0-1 0 0 0,0 1 0 0 0,1-1 0 0 0,-1 1 1 0 0,1-1-1 0 0,0 1 0 0 0,0-1 0 0 0,0 1 0 0 0,0-1 0 0 0,1 0 0 0 0,-1 1 0 0 0,4 3 0 0 0,-2-3 4 0 0,0-1 0 0 0,1 0 0 0 0,-1-1 0 0 0,1 1 0 0 0,-1 0 0 0 0,1-1 0 0 0,0 0 0 0 0,0 0 0 0 0,0 0 0 0 0,0-1 0 0 0,0 1 0 0 0,1-1 0 0 0,-1 0 0 0 0,0 0 0 0 0,1 0 0 0 0,-1-1 0 0 0,1 1 0 0 0,7-1 0 0 0,1-1 82 0 0,0 0 0 0 0,0-1-1 0 0,0-1 1 0 0,0 0-1 0 0,0 0 1 0 0,-1-1 0 0 0,0-1-1 0 0,1 0 1 0 0,-2-1 0 0 0,1 0-1 0 0,11-9 1 0 0,-9 6-108 0 0,0-1 0 0 0,-1-1 1 0 0,-1 0-1 0 0,0-1 0 0 0,0 0 1 0 0,-1-1-1 0 0,-1 0 0 0 0,12-18 1 0 0,-3-10-619 0 0,-18 39 480 0 0,-1 0 0 0 0,1-1 0 0 0,0 1 0 0 0,-1 0-1 0 0,1-1 1 0 0,-1 1 0 0 0,0 0 0 0 0,0-1 0 0 0,0 1 0 0 0,0-1 0 0 0,0 1 0 0 0,0 0 0 0 0,-1-1 0 0 0,1 1 0 0 0,-1-1-1 0 0,-1-1 1 0 0,2 3 51 0 0,-1 1-1 0 0,1-1 1 0 0,0 1-1 0 0,-1-1 0 0 0,0 1 1 0 0,1 0-1 0 0,-1-1 1 0 0,1 1-1 0 0,-1 0 0 0 0,1-1 1 0 0,-1 1-1 0 0,0 0 1 0 0,1 0-1 0 0,-1 0 0 0 0,1-1 1 0 0,-1 1-1 0 0,0 0 1 0 0,1 0-1 0 0,-1 0 0 0 0,0 0 1 0 0,1 0-1 0 0,-1 0 1 0 0,0 0-1 0 0,1 0 0 0 0,-1 1 1 0 0,0-1-1 0 0,1 0 1 0 0,-1 0-1 0 0,1 0 0 0 0,-1 1 1 0 0,0-1-1 0 0,1 0 0 0 0,-1 1 1 0 0,1-1-1 0 0,-1 1 1 0 0,1-1-1 0 0,-1 0 0 0 0,1 1 1 0 0,-1-1-1 0 0,1 1 1 0 0,0-1-1 0 0,-2 2 0 0 0,-18 22-519 0 0,14-15 492 0 0,1 1-1 0 0,0 0 0 0 0,0 0 0 0 0,1 0 0 0 0,1 1 0 0 0,0-1 0 0 0,0 1 0 0 0,-1 14 0 0 0,3-21 92 0 0,1-1-1 0 0,0 1 1 0 0,0-1-1 0 0,0 1 1 0 0,0-1 0 0 0,1 1-1 0 0,0-1 1 0 0,-1 1-1 0 0,1-1 1 0 0,0 0 0 0 0,1 1-1 0 0,-1-1 1 0 0,3 4-1 0 0,-3-5 8 0 0,1 0 1 0 0,0 0-1 0 0,0-1 0 0 0,-1 1 0 0 0,1 0 0 0 0,1 0 0 0 0,-1-1 0 0 0,0 0 0 0 0,0 1 0 0 0,0-1 0 0 0,1 0 0 0 0,-1 0 0 0 0,1 0 0 0 0,-1 0 0 0 0,1-1 0 0 0,-1 1 0 0 0,1-1 0 0 0,-1 1 0 0 0,1-1 0 0 0,2 0 0 0 0,3 0 117 0 0,0-1 0 0 0,0 0 1 0 0,0 0-1 0 0,-1-1 0 0 0,1 0 0 0 0,0 0 0 0 0,-1 0 0 0 0,0-1 0 0 0,1-1 0 0 0,-1 1 0 0 0,-1-1 1 0 0,1 0-1 0 0,0-1 0 0 0,-1 1 0 0 0,0-1 0 0 0,0-1 0 0 0,0 1 0 0 0,5-8 0 0 0,3-3-74 0 0,-1-1 0 0 0,0 0-1 0 0,-2-1 1 0 0,0 0-1 0 0,14-31 1 0 0,-19 33-388 0 0,-1-1 0 0 0,0 1 0 0 0,-1-1 0 0 0,-1 1 0 0 0,0-1 0 0 0,-2 0 0 0 0,0 0 0 0 0,0 0 0 0 0,-2 0 0 0 0,0 0 0 0 0,-1 0 0 0 0,-1 0 0 0 0,0 0 0 0 0,-1 1 0 0 0,-1-1 0 0 0,-13-28 0 0 0,17 42 301 0 0,0 0 1 0 0,0 1 0 0 0,-1 0-1 0 0,1-1 1 0 0,-1 1 0 0 0,1 0-1 0 0,-1-1 1 0 0,0 1 0 0 0,0 0-1 0 0,0 0 1 0 0,0 1 0 0 0,0-1-1 0 0,0 0 1 0 0,0 1 0 0 0,-1-1-1 0 0,1 1 1 0 0,-1 0 0 0 0,1-1-1 0 0,-1 1 1 0 0,1 0 0 0 0,-1 1 0 0 0,0-1-1 0 0,1 0 1 0 0,-1 1 0 0 0,0 0-1 0 0,0-1 1 0 0,1 1 0 0 0,-1 0-1 0 0,0 1 1 0 0,0-1 0 0 0,1 0-1 0 0,-1 1 1 0 0,0-1 0 0 0,1 1-1 0 0,-1 0 1 0 0,0 0 0 0 0,1 0-1 0 0,-1 0 1 0 0,1 1 0 0 0,-4 1-1 0 0,-4 4 110 0 0,0 0-1 0 0,1 1 0 0 0,0 0 0 0 0,0 0 0 0 0,1 1 1 0 0,0 0-1 0 0,-13 20 0 0 0,1 2 155 0 0,1 0 0 0 0,2 2-1 0 0,-17 44 1 0 0,28-62-95 0 0,1 0-1 0 0,0 1 0 0 0,2-1 1 0 0,0 1-1 0 0,0-1 0 0 0,1 1 1 0 0,2 0-1 0 0,-1 0 0 0 0,2 0 1 0 0,2 19-1 0 0,-1-27-26 0 0,0 0-1 0 0,1 0 1 0 0,0 0-1 0 0,0-1 1 0 0,0 1-1 0 0,1-1 1 0 0,0 0-1 0 0,1 0 1 0 0,0 0-1 0 0,5 6 1 0 0,-8-11-78 0 0,0 1 1 0 0,1-1 0 0 0,-1 0 0 0 0,0 0-1 0 0,1 0 1 0 0,0 0 0 0 0,-1 0-1 0 0,1 0 1 0 0,0-1 0 0 0,0 1 0 0 0,0-1-1 0 0,0 0 1 0 0,0 0 0 0 0,0 0-1 0 0,0 0 1 0 0,0 0 0 0 0,1-1 0 0 0,-1 1-1 0 0,0-1 1 0 0,0 0 0 0 0,1 0-1 0 0,-1 0 1 0 0,0-1 0 0 0,0 1 0 0 0,0-1-1 0 0,1 0 1 0 0,4-1 0 0 0,5-5 25 0 0,0 0 0 0 0,0-1 0 0 0,-1 0 0 0 0,-1-1 0 0 0,1 0 0 0 0,-1-1 0 0 0,-1 0 0 0 0,17-20 0 0 0,-6 2-98 0 0,-1-1 1 0 0,25-46 0 0 0,-35 55-219 0 0,-1-1-1 0 0,0 0 1 0 0,-2 0 0 0 0,0 0-1 0 0,-2-1 1 0 0,0 0-1 0 0,-1-1 1 0 0,-1 1 0 0 0,-2-1-1 0 0,0 1 1 0 0,-1-1 0 0 0,-1 1-1 0 0,-6-29 1 0 0,7 48 157 0 0,0 0 0 0 0,-1 1 0 0 0,0-1 1 0 0,0 1-1 0 0,0-1 0 0 0,0 1 0 0 0,0-1 0 0 0,0 1 0 0 0,0-1 0 0 0,-1 1 0 0 0,0 0 1 0 0,1 0-1 0 0,-1 0 0 0 0,0 0 0 0 0,0 0 0 0 0,-3-3 0 0 0,3 4 44 0 0,0 1-1 0 0,0-1 1 0 0,0 1-1 0 0,0 0 1 0 0,0-1-1 0 0,0 1 1 0 0,0 0-1 0 0,1 0 1 0 0,-1 0-1 0 0,0 0 1 0 0,0 1-1 0 0,0-1 1 0 0,0 0-1 0 0,0 1 1 0 0,0-1-1 0 0,0 1 1 0 0,1 0-1 0 0,-1 0 1 0 0,0-1-1 0 0,0 1 1 0 0,1 0-1 0 0,-1 0 1 0 0,1 1-1 0 0,-2 0 1 0 0,-16 14 82 0 0,1 0 0 0 0,0 0 0 0 0,2 2 0 0 0,0 0 0 0 0,1 1 0 0 0,1 0 0 0 0,0 1 0 0 0,2 1 0 0 0,0 0 0 0 0,2 1 0 0 0,0 0 0 0 0,-10 37 0 0 0,17-47 227 0 0,0 0 0 0 0,1 0 0 0 0,1 0-1 0 0,0 0 1 0 0,0 0 0 0 0,3 24 0 0 0,-2-31-99 0 0,1 1-1 0 0,0-1 0 0 0,0 0 1 0 0,0 0-1 0 0,1 0 1 0 0,0 0-1 0 0,-1 0 1 0 0,2-1-1 0 0,-1 1 1 0 0,1 0-1 0 0,-1-1 1 0 0,1 0-1 0 0,0 1 0 0 0,1-1 1 0 0,-1 0-1 0 0,1-1 1 0 0,0 1-1 0 0,6 4 1 0 0,-7-7-107 0 0,0 1 0 0 0,0-1 0 0 0,0 0 1 0 0,0 0-1 0 0,0-1 0 0 0,0 1 0 0 0,0-1 0 0 0,1 1 1 0 0,-1-1-1 0 0,0 0 0 0 0,0 0 0 0 0,0 0 1 0 0,0-1-1 0 0,1 1 0 0 0,-1-1 0 0 0,0 0 0 0 0,0 0 1 0 0,0 0-1 0 0,0 0 0 0 0,0 0 0 0 0,0-1 1 0 0,-1 1-1 0 0,1-1 0 0 0,0 0 0 0 0,-1 0 0 0 0,1 0 1 0 0,3-4-1 0 0,4-3 130 0 0,0-1-1 0 0,-1 0 1 0 0,0 0 0 0 0,0-1 0 0 0,7-14-1 0 0,-10 14-130 0 0,1-1-1 0 0,-2 0 1 0 0,0 0-1 0 0,0 0 1 0 0,-1-1-1 0 0,-1 1 1 0 0,4-26-1 0 0,-6 29-111 0 0,-1-1 0 0 0,1 1 0 0 0,-1 0 0 0 0,-1-1 0 0 0,0 1 0 0 0,0 0 0 0 0,-1 0 0 0 0,0-1 0 0 0,-1 1 0 0 0,0 1 0 0 0,-8-17 0 0 0,10 21 41 0 0,-1 1-1 0 0,0 0 0 0 0,0 1 1 0 0,0-1-1 0 0,0 0 0 0 0,-1 0 1 0 0,1 1-1 0 0,-1-1 0 0 0,1 1 1 0 0,-1 0-1 0 0,0 0 1 0 0,0 0-1 0 0,0 0 0 0 0,0 1 1 0 0,0-1-1 0 0,0 1 0 0 0,-1-1 1 0 0,1 1-1 0 0,0 0 0 0 0,-1 1 1 0 0,1-1-1 0 0,-1 0 0 0 0,1 1 1 0 0,-1 0-1 0 0,1 0 0 0 0,-1 0 1 0 0,1 0-1 0 0,-1 1 1 0 0,1-1-1 0 0,-1 1 0 0 0,1 0 1 0 0,0 0-1 0 0,-1 0 0 0 0,1 0 1 0 0,-4 3-1 0 0,-4 1 59 0 0,1 0-1 0 0,-1 1 1 0 0,2 1 0 0 0,-1-1-1 0 0,0 1 1 0 0,1 1 0 0 0,1 0-1 0 0,-1 0 1 0 0,-8 13 0 0 0,8-10-39 0 0,0 1 1 0 0,1 0 0 0 0,1 0 0 0 0,0 1 0 0 0,1 0 0 0 0,0 0 0 0 0,1 0-1 0 0,0 1 1 0 0,1-1 0 0 0,1 1 0 0 0,0 0 0 0 0,-1 17 0 0 0,4-2-5441 0 0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0.0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185 1 6913 0 0,'-6'3'31'0'0,"0"-1"0"0"0,1 2 0 0 0,-1-1 0 0 0,1 1 0 0 0,0-1 0 0 0,0 1 0 0 0,0 1 0 0 0,1-1 0 0 0,0 1 0 0 0,-7 8 0 0 0,-36 58-159 0 0,37-56 357 0 0,3-2-115 0 0,-1-1 0 0 0,2 1 0 0 0,0 1-1 0 0,0-1 1 0 0,1 1 0 0 0,1 0 0 0 0,-4 21 0 0 0,7-26 45 0 0,0-1 1 0 0,1 1-1 0 0,0-1 0 0 0,0 1 1 0 0,1-1-1 0 0,0 0 0 0 0,1 1 0 0 0,0-1 1 0 0,0 0-1 0 0,0 0 0 0 0,1 0 1 0 0,1 0-1 0 0,-1 0 0 0 0,6 8 1 0 0,-6-11 42 0 0,0 0 1 0 0,0-1-1 0 0,1 1 1 0 0,-1-1-1 0 0,1 0 1 0 0,0 0-1 0 0,0 0 1 0 0,1-1-1 0 0,-1 1 1 0 0,1-1-1 0 0,-1 0 1 0 0,9 4-1 0 0,-11-7-158 0 0,1 1 0 0 0,-1 0 0 0 0,1-1 0 0 0,-1 1 0 0 0,1-1 0 0 0,0 0 0 0 0,-1 0 0 0 0,1 0 0 0 0,0 0 0 0 0,-1 0-1 0 0,1-1 1 0 0,-1 1 0 0 0,1-1 0 0 0,0 0 0 0 0,-1 1 0 0 0,1-1 0 0 0,-1 0 0 0 0,0-1 0 0 0,1 1 0 0 0,-1 0 0 0 0,0-1-1 0 0,0 1 1 0 0,0-1 0 0 0,0 0 0 0 0,0 1 0 0 0,0-1 0 0 0,0 0 0 0 0,2-3 0 0 0,3-6 62 0 0,0 1 0 0 0,0-1 0 0 0,-1 0 0 0 0,0 0 0 0 0,-1-1 0 0 0,0 0 0 0 0,-1 1 0 0 0,-1-2 0 0 0,3-13 0 0 0,0-4-342 0 0,-2 0-1 0 0,0-53 1 0 0,-4 79 60 0 0,0 0 0 0 0,0 0 1 0 0,0-1-1 0 0,-1 1 1 0 0,0 0-1 0 0,0 0 1 0 0,0 0-1 0 0,0 0 0 0 0,-3-4 1 0 0,4 7 120 0 0,0 0 1 0 0,0 1-1 0 0,-1 0 1 0 0,1-1-1 0 0,-1 1 0 0 0,1-1 1 0 0,0 1-1 0 0,-1-1 1 0 0,1 1-1 0 0,-1 0 1 0 0,1-1-1 0 0,-1 1 0 0 0,1 0 1 0 0,-1-1-1 0 0,1 1 1 0 0,-1 0-1 0 0,1 0 0 0 0,-1-1 1 0 0,1 1-1 0 0,-1 0 1 0 0,0 0-1 0 0,1 0 1 0 0,-1 0-1 0 0,1 0 0 0 0,-2 0 1 0 0,0 0-14 0 0,1 1 0 0 0,-1 0 0 0 0,1-1 0 0 0,-1 1 0 0 0,1 0 0 0 0,-1 0 0 0 0,1 0 0 0 0,-1 0 0 0 0,1 0 0 0 0,0 0 0 0 0,0 0 0 0 0,0 1 0 0 0,-2 1 0 0 0,-6 9-4 0 0,2-1 0 0 0,-1 1 0 0 0,2 0 0 0 0,-1 1 0 0 0,2 0 0 0 0,0 0 0 0 0,0 0 0 0 0,-4 24 0 0 0,4-13 536 0 0,1 0 0 0 0,1 1 0 0 0,2 0 1 0 0,0 27-1 0 0,2-49-333 0 0,-1 1 1 0 0,0-1 0 0 0,1 0-1 0 0,0 1 1 0 0,0-1-1 0 0,0 0 1 0 0,0 0 0 0 0,0 0-1 0 0,1 0 1 0 0,-1 0 0 0 0,1 0-1 0 0,0 0 1 0 0,0 0-1 0 0,3 3 1 0 0,-4-5-81 0 0,-1-1-1 0 0,1 1 1 0 0,0 0 0 0 0,0-1-1 0 0,0 1 1 0 0,-1-1 0 0 0,1 1-1 0 0,0-1 1 0 0,0 0 0 0 0,0 1-1 0 0,0-1 1 0 0,0 0 0 0 0,0 0-1 0 0,0 1 1 0 0,0-1-1 0 0,0 0 1 0 0,0 0 0 0 0,0 0-1 0 0,2-1 1 0 0,-1 1-18 0 0,-1-1 1 0 0,1 1-1 0 0,0-1 1 0 0,0 0-1 0 0,-1 0 1 0 0,1 0-1 0 0,-1 0 0 0 0,1 0 1 0 0,-1 0-1 0 0,0-1 1 0 0,1 1-1 0 0,-1 0 1 0 0,0-1-1 0 0,2-2 0 0 0,2-4-137 0 0,-1 1 0 0 0,0-1-1 0 0,-1 0 1 0 0,0-1-1 0 0,0 1 1 0 0,-1-1 0 0 0,0 1-1 0 0,0-1 1 0 0,-1 0-1 0 0,0 1 1 0 0,0-17 0 0 0,-2-1-780 0 0,0 1 0 0 0,-10-47 0 0 0,8 59 417 0 0,0 0 1 0 0,-1 1 0 0 0,-1-1 0 0 0,0 1 0 0 0,-10-18-1 0 0,13 27 344 0 0,1 0 0 0 0,-1 1-1 0 0,0-1 1 0 0,0 1-1 0 0,0-1 1 0 0,-1 1 0 0 0,1 0-1 0 0,0 0 1 0 0,-1 0 0 0 0,0 0-1 0 0,1 0 1 0 0,-6-2 0 0 0,6 4 75 0 0,1-1 0 0 0,-1 1 0 0 0,0 0 0 0 0,0 0 0 0 0,0-1 0 0 0,0 1-1 0 0,0 1 1 0 0,1-1 0 0 0,-1 0 0 0 0,0 0 0 0 0,0 1 0 0 0,0-1 0 0 0,1 1 0 0 0,-1-1 0 0 0,0 1 0 0 0,0 0 0 0 0,1 0 0 0 0,-1-1 0 0 0,1 1 0 0 0,-1 1 0 0 0,1-1 0 0 0,-1 0 0 0 0,-2 2 0 0 0,-5 6 268 0 0,0 1 0 0 0,1 0 0 0 0,0 0-1 0 0,0 0 1 0 0,1 1 0 0 0,1 0-1 0 0,0 0 1 0 0,-8 20 0 0 0,10-21 41 0 0,0 0 1 0 0,1 1-1 0 0,1-1 0 0 0,-1 1 1 0 0,2 0-1 0 0,-1-1 1 0 0,2 1-1 0 0,-1 0 1 0 0,1 0-1 0 0,3 18 0 0 0,-3-28-211 0 0,1 1 0 0 0,-1-1 0 0 0,0 0-1 0 0,1 1 1 0 0,-1-1 0 0 0,1 1 0 0 0,-1-1-1 0 0,1 0 1 0 0,0 1 0 0 0,0-1 0 0 0,-1 0-1 0 0,1 0 1 0 0,0 1 0 0 0,0-1-1 0 0,0 0 1 0 0,0 0 0 0 0,0 0 0 0 0,1 0-1 0 0,-1 0 1 0 0,0-1 0 0 0,0 1 0 0 0,1 0-1 0 0,2 1 1 0 0,-2-2-2 0 0,1 1 1 0 0,0-1-1 0 0,0 0 0 0 0,0 0 1 0 0,-1 0-1 0 0,1 0 0 0 0,0 0 1 0 0,0 0-1 0 0,0-1 1 0 0,-1 0-1 0 0,1 1 0 0 0,2-2 1 0 0,5-2-12 0 0,-1 0 1 0 0,0 0-1 0 0,-1-1 0 0 0,1 0 1 0 0,-1-1-1 0 0,10-8 1 0 0,-8 5-242 0 0,-1 0 0 0 0,0-1 0 0 0,-1 0 0 0 0,0-1 1 0 0,0 0-1 0 0,-2 0 0 0 0,1 0 0 0 0,-1-1 0 0 0,-1 0 0 0 0,0 0 0 0 0,0 0 1 0 0,-2-1-1 0 0,1 0 0 0 0,-2 0 0 0 0,0 1 0 0 0,0-1 0 0 0,-1-1 1 0 0,0 1-1 0 0,-2 0 0 0 0,-1-15 0 0 0,2 26 151 0 0,-1-1 0 0 0,1 1 1 0 0,-1-1-1 0 0,0 1 0 0 0,1 0 0 0 0,-1-1 0 0 0,0 1 0 0 0,-1 0 1 0 0,1-1-1 0 0,0 1 0 0 0,-1 0 0 0 0,1 0 0 0 0,-1 0 1 0 0,0 1-1 0 0,1-1 0 0 0,-1 0 0 0 0,-4-2 0 0 0,5 3 44 0 0,-1 1-1 0 0,1-1 1 0 0,0 1 0 0 0,-1 0-1 0 0,1 0 1 0 0,-1 0-1 0 0,1 0 1 0 0,0 0-1 0 0,-1 0 1 0 0,1 0 0 0 0,0 0-1 0 0,-1 1 1 0 0,1-1-1 0 0,-1 0 1 0 0,1 1 0 0 0,0-1-1 0 0,0 1 1 0 0,-1 0-1 0 0,1-1 1 0 0,0 1-1 0 0,0 0 1 0 0,0 0 0 0 0,0 0-1 0 0,0-1 1 0 0,0 1-1 0 0,0 0 1 0 0,0 1 0 0 0,0-1-1 0 0,0 0 1 0 0,0 0-1 0 0,1 0 1 0 0,-1 0 0 0 0,0 1-1 0 0,0 0 1 0 0,-9 17 340 0 0,0 1 1 0 0,1 0 0 0 0,1 0 0 0 0,1 1-1 0 0,1 0 1 0 0,1 0 0 0 0,0 0-1 0 0,2 1 1 0 0,0-1 0 0 0,1 37-1 0 0,2-56-301 0 0,0 0 0 0 0,0 0-1 0 0,0 0 1 0 0,0 0-1 0 0,0 0 1 0 0,0 0-1 0 0,1 0 1 0 0,-1 0 0 0 0,1 0-1 0 0,-1 0 1 0 0,1-1-1 0 0,0 1 1 0 0,0 0-1 0 0,-1 0 1 0 0,1-1 0 0 0,1 1-1 0 0,-1 0 1 0 0,0-1-1 0 0,0 1 1 0 0,1-1-1 0 0,-1 1 1 0 0,0-1 0 0 0,1 0-1 0 0,0 0 1 0 0,-1 1-1 0 0,1-1 1 0 0,0 0-1 0 0,-1 0 1 0 0,1-1-1 0 0,0 1 1 0 0,0 0 0 0 0,0-1-1 0 0,0 1 1 0 0,0-1-1 0 0,0 1 1 0 0,-1-1-1 0 0,1 0 1 0 0,0 0 0 0 0,0 0-1 0 0,0 0 1 0 0,0 0-1 0 0,0 0 1 0 0,0-1-1 0 0,3 0 1 0 0,5-1 53 0 0,-1-1 0 0 0,1-1 0 0 0,-1 1 0 0 0,1-2 0 0 0,-1 1-1 0 0,0-1 1 0 0,12-9 0 0 0,11-12-213 0 0,-1-1-1 0 0,-2-2 1 0 0,0 0-1 0 0,-2-3 1 0 0,-1 0-1 0 0,25-43 1 0 0,-55 135-2247 0 0,2-54 2377 0 0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8.6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618 279 6449 0 0,'-22'-11'163'0'0,"1"-1"-1"0"0,-23-15 0 0 0,25 13-4 0 0,-1 2 0 0 0,-22-10 0 0 0,34 19-136 0 0,-1 0-1 0 0,1 0 1 0 0,0 1-1 0 0,0 0 1 0 0,-1 0-1 0 0,0 1 1 0 0,1 0 0 0 0,-1 1-1 0 0,-11 0 1 0 0,7 1 37 0 0,1 0 1 0 0,-1 1-1 0 0,1 1 1 0 0,0 0-1 0 0,-1 0 1 0 0,1 2-1 0 0,1-1 1 0 0,-1 1-1 0 0,1 1 1 0 0,0 0-1 0 0,0 1 1 0 0,0 0 0 0 0,1 0-1 0 0,0 1 1 0 0,1 1-1 0 0,0-1 1 0 0,0 2-1 0 0,1-1 1 0 0,0 1-1 0 0,0 0 1 0 0,1 1-1 0 0,1 0 1 0 0,0 0-1 0 0,-8 21 1 0 0,-5 12 345 0 0,1 2 0 0 0,3 0 1 0 0,2 1-1 0 0,2 1 0 0 0,-8 81 0 0 0,18-118-314 0 0,2-1 0 0 0,-1 1-1 0 0,2 0 1 0 0,-1 0 0 0 0,1-1 0 0 0,1 1-1 0 0,0-1 1 0 0,1 1 0 0 0,-1-1 0 0 0,2 0 0 0 0,0-1-1 0 0,0 1 1 0 0,1-1 0 0 0,0 0 0 0 0,0 0-1 0 0,1 0 1 0 0,0-1 0 0 0,1 0 0 0 0,-1-1-1 0 0,18 13 1 0 0,-17-14-67 0 0,0-1-1 0 0,1 0 0 0 0,-1 0 1 0 0,1 0-1 0 0,0-1 0 0 0,0-1 1 0 0,0 0-1 0 0,0 0 1 0 0,1 0-1 0 0,-1-2 0 0 0,1 1 1 0 0,0-1-1 0 0,0 0 1 0 0,-1-1-1 0 0,1 0 0 0 0,0-1 1 0 0,-1 0-1 0 0,1 0 0 0 0,0-1 1 0 0,-1 0-1 0 0,1-1 1 0 0,-1 0-1 0 0,12-6 0 0 0,-5 0 92 0 0,0-1 0 0 0,-1-1 0 0 0,0 0 0 0 0,-1-1 0 0 0,0-1 0 0 0,-1 0-1 0 0,0-1 1 0 0,-1-1 0 0 0,-1 1 0 0 0,16-29 0 0 0,-3 1 215 0 0,-2-2 1 0 0,30-86-1 0 0,-42 100-208 0 0,-2-1-1 0 0,0 1 0 0 0,-3-1 0 0 0,0 0 0 0 0,-2-1 0 0 0,-1 1 0 0 0,-3-40 0 0 0,0 55-167 0 0,-1 0 1 0 0,0 0-1 0 0,-1 0 0 0 0,-1 1 1 0 0,0-1-1 0 0,-2 1 0 0 0,1 0 1 0 0,-2 0-1 0 0,0 1 0 0 0,-1 0 1 0 0,0 0-1 0 0,-1 0 0 0 0,0 1 1 0 0,-1 1-1 0 0,-1 0 0 0 0,-12-11 1 0 0,20 20-73 0 0,-1 0 0 0 0,1 0 0 0 0,-1 1 0 0 0,0-1 1 0 0,0 1-1 0 0,0 0 0 0 0,0 0 0 0 0,0 1 0 0 0,-1-1 1 0 0,1 1-1 0 0,0 0 0 0 0,-1 0 0 0 0,1 1 1 0 0,-1-1-1 0 0,1 1 0 0 0,-1 0 0 0 0,1 0 0 0 0,-1 0 1 0 0,1 1-1 0 0,-1-1 0 0 0,1 1 0 0 0,-1 0 0 0 0,1 1 1 0 0,0-1-1 0 0,-1 1 0 0 0,1 0 0 0 0,-6 3 0 0 0,-24 15-760 0 0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1.0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 32 9850 0 0,'0'-1'43'0'0,"1"0"1"0"0,-1 0-1 0 0,1 0 0 0 0,-1 0 0 0 0,1 0 0 0 0,0 0 1 0 0,0 0-1 0 0,-1 1 0 0 0,1-1 0 0 0,0 0 0 0 0,0 1 1 0 0,0-1-1 0 0,0 0 0 0 0,0 1 0 0 0,0-1 1 0 0,0 1-1 0 0,0 0 0 0 0,0-1 0 0 0,0 1 0 0 0,0 0 1 0 0,0-1-1 0 0,0 1 0 0 0,0 0 0 0 0,0 0 0 0 0,0 0 1 0 0,1 0-1 0 0,-1 0 0 0 0,0 0 0 0 0,0 0 1 0 0,0 1-1 0 0,0-1 0 0 0,0 0 0 0 0,0 1 0 0 0,2 0 1 0 0,-1 0 5 0 0,0 0 0 0 0,0 0 1 0 0,1 0-1 0 0,-1 0 0 0 0,0 1 1 0 0,0-1-1 0 0,0 1 0 0 0,0-1 1 0 0,0 1-1 0 0,-1 0 0 0 0,1 0 1 0 0,-1 0-1 0 0,1 0 0 0 0,1 3 1 0 0,3 10-126 0 0,-2 0 0 0 0,0 1 0 0 0,0-1 0 0 0,-1 0 0 0 0,-1 1 0 0 0,-1 0 1 0 0,-1 31-1 0 0,0-28 60 0 0,0 0 1 0 0,2 0-1 0 0,0 0 1 0 0,7 29-1 0 0,-9-47 38 0 0,0 0-1 0 0,0-1 0 0 0,0 1 0 0 0,0-1 0 0 0,0 1 0 0 0,0-1 0 0 0,1 1 0 0 0,-1 0 0 0 0,0-1 1 0 0,0 1-1 0 0,1-1 0 0 0,-1 1 0 0 0,0-1 0 0 0,1 1 0 0 0,-1-1 0 0 0,0 1 0 0 0,1-1 0 0 0,-1 1 1 0 0,1-1-1 0 0,-1 0 0 0 0,0 1 0 0 0,1-1 0 0 0,-1 0 0 0 0,1 1 0 0 0,-1-1 0 0 0,1 0 0 0 0,0 1 1 0 0,-1-1-1 0 0,1 0 0 0 0,-1 0 0 0 0,2 0 0 0 0,-1 0 19 0 0,-1-1-1 0 0,1 1 1 0 0,0-1 0 0 0,0 0 0 0 0,0 1-1 0 0,0-1 1 0 0,0 0 0 0 0,-1 0-1 0 0,1 0 1 0 0,0 1 0 0 0,0-1 0 0 0,-1 0-1 0 0,1 0 1 0 0,-1 0 0 0 0,1-1-1 0 0,19-48 995 0 0,-18 44-885 0 0,25-64 1115 0 0,-15 40-1802 0 0,-1-1 1 0 0,-1 0-1 0 0,9-50 0 0 0,-19 71-1348 0 0,-14 25-1070 0 0,-8 28 1936 0 0,15-28 821 0 0,2-4 250 0 0,0 0 0 0 0,0 0 0 0 0,1 0 0 0 0,1 0 0 0 0,0 0 0 0 0,0 1 0 0 0,1-1 0 0 0,1 1 0 0 0,-1 18 0 0 0,2-29-8 0 0,0-1 1 0 0,0 1 0 0 0,0-1 0 0 0,1 0 0 0 0,-1 1 0 0 0,0-1-1 0 0,0 1 1 0 0,0-1 0 0 0,0 1 0 0 0,1-1 0 0 0,-1 0 0 0 0,0 1-1 0 0,0-1 1 0 0,1 1 0 0 0,-1-1 0 0 0,0 0 0 0 0,1 1 0 0 0,-1-1-1 0 0,0 0 1 0 0,1 0 0 0 0,-1 1 0 0 0,0-1 0 0 0,1 0-1 0 0,-1 0 1 0 0,1 1 0 0 0,-1-1 0 0 0,1 0 0 0 0,-1 0 0 0 0,0 0-1 0 0,1 0 1 0 0,-1 0 0 0 0,1 0 0 0 0,-1 0 0 0 0,1 0 0 0 0,-1 0-1 0 0,1 0 1 0 0,-1 0 0 0 0,1 0 0 0 0,-1 0 0 0 0,0 0 0 0 0,1 0-1 0 0,-1 0 1 0 0,1 0 0 0 0,-1-1 0 0 0,1 1 0 0 0,-1 0 0 0 0,0 0-1 0 0,1-1 1 0 0,-1 1 0 0 0,1 0 0 0 0,-1 0 0 0 0,0-1 0 0 0,1 1-1 0 0,-1 0 1 0 0,0-1 0 0 0,0 1 0 0 0,1-1 0 0 0,21-20 1398 0 0,-11 8-1580 0 0,-1-1 0 0 0,-1 0 0 0 0,0 0 0 0 0,-1-1-1 0 0,0-1 1 0 0,-1 1 0 0 0,-1-1 0 0 0,0 0 0 0 0,-1-1-1 0 0,3-20 1 0 0,-8 36 100 0 0,0 1 0 0 0,0-1 0 0 0,1 0 0 0 0,-1 0 0 0 0,0 1 0 0 0,0-1 0 0 0,0 0 0 0 0,0 0 0 0 0,0 0 0 0 0,-1 1 0 0 0,1-1 0 0 0,0 0 0 0 0,0 0 0 0 0,0 1 0 0 0,-1-1 0 0 0,1 0 0 0 0,0 0-1 0 0,-1 1 1 0 0,1-1 0 0 0,-1 0 0 0 0,0 0 0 0 0,1 1 16 0 0,-1 0 0 0 0,1 0 0 0 0,-1 0 1 0 0,1 0-1 0 0,-1 0 0 0 0,1 0 0 0 0,-1 0 0 0 0,1 0 0 0 0,-1 0 0 0 0,1 0 0 0 0,-1 0 0 0 0,1 0 0 0 0,-1 1 0 0 0,1-1 0 0 0,-1 0 0 0 0,1 0 0 0 0,0 0 0 0 0,-1 1 0 0 0,1-1 0 0 0,-1 0 0 0 0,1 1 0 0 0,0-1 0 0 0,-1 1 0 0 0,-22 26-542 0 0,17-16 708 0 0,1-1 0 0 0,1 1 0 0 0,0 1 0 0 0,0-1 0 0 0,1 0 0 0 0,0 1 0 0 0,1 0 0 0 0,1-1 0 0 0,0 1 0 0 0,0 0 0 0 0,1 0 0 0 0,1 0 0 0 0,2 16 0 0 0,-3-26-70 0 0,1-1 1 0 0,-1 0-1 0 0,0 0 0 0 0,1 0 0 0 0,-1 0 0 0 0,0 0 1 0 0,1 0-1 0 0,-1 0 0 0 0,1 0 0 0 0,0 0 1 0 0,-1 0-1 0 0,1 0 0 0 0,0-1 0 0 0,-1 1 0 0 0,1 0 1 0 0,0 0-1 0 0,0-1 0 0 0,0 1 0 0 0,1 1 0 0 0,-1-2-28 0 0,0 0 0 0 0,0 0-1 0 0,-1 0 1 0 0,1 0 0 0 0,0 0-1 0 0,0 0 1 0 0,-1 0 0 0 0,1 0-1 0 0,0 0 1 0 0,0 0 0 0 0,-1-1-1 0 0,1 1 1 0 0,0 0-1 0 0,0 0 1 0 0,-1-1 0 0 0,1 1-1 0 0,0 0 1 0 0,-1-1 0 0 0,1 1-1 0 0,-1-1 1 0 0,2 0 0 0 0,0-1 42 0 0,0 0 1 0 0,-1 0-1 0 0,1 0 0 0 0,0 0 1 0 0,-1 0-1 0 0,1 0 1 0 0,-1 0-1 0 0,0-1 1 0 0,0 1-1 0 0,0 0 0 0 0,0-1 1 0 0,0 1-1 0 0,0-1 1 0 0,-1 1-1 0 0,1-6 1 0 0,-1 5-77 0 0,0-1 1 0 0,-1 0-1 0 0,1 1 1 0 0,-1-1-1 0 0,0 1 1 0 0,0-1-1 0 0,0 1 1 0 0,0 0-1 0 0,-1-1 1 0 0,0 1 0 0 0,1 0-1 0 0,-1 0 1 0 0,0 0-1 0 0,0 0 1 0 0,-1 0-1 0 0,1 0 1 0 0,-1 1-1 0 0,1-1 1 0 0,-1 1-1 0 0,0 0 1 0 0,0 0-1 0 0,0 0 1 0 0,0 0 0 0 0,0 0-1 0 0,0 0 1 0 0,-1 1-1 0 0,1 0 1 0 0,-7-2-1 0 0,3 1-224 0 0,0 0 0 0 0,0 1 0 0 0,0 0 0 0 0,-1 0 0 0 0,1 1 0 0 0,0 0 0 0 0,0 0 0 0 0,-1 0 0 0 0,1 1 0 0 0,0 0 0 0 0,0 1 0 0 0,-1 0 0 0 0,-8 3 0 0 0,6 0-88 0 0,0 0 0 0 0,0 1-1 0 0,1 0 1 0 0,0 0 0 0 0,1 1-1 0 0,-1 0 1 0 0,1 1 0 0 0,1-1 0 0 0,-1 2-1 0 0,1-1 1 0 0,-10 18 0 0 0,6-8-2549 0 0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2.2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257 41 6449 0 0,'-5'-2'118'0'0,"-1"0"-1"0"0,1 1 1 0 0,0-1-1 0 0,-1 1 1 0 0,1 0-1 0 0,0 1 1 0 0,-1-1 0 0 0,1 1-1 0 0,-1 0 1 0 0,1 1-1 0 0,-1-1 1 0 0,1 1-1 0 0,-1 0 1 0 0,1 0-1 0 0,0 1 1 0 0,-9 3-1 0 0,7-1 23 0 0,0 0-1 0 0,0 1 1 0 0,0-1-1 0 0,0 2 1 0 0,1-1-1 0 0,0 0 1 0 0,1 1-1 0 0,-1 0 1 0 0,1 1-1 0 0,-6 7 1 0 0,0 6 10 0 0,0 0 1 0 0,1 0 0 0 0,0 1 0 0 0,2 0 0 0 0,1 0 0 0 0,1 1 0 0 0,-5 26 0 0 0,7-26-186 0 0,2 0 0 0 0,0 0-1 0 0,1 0 1 0 0,2 0 0 0 0,0 0 0 0 0,5 25-1 0 0,-5-38 89 0 0,1 0 0 0 0,0 0-1 0 0,1 0 1 0 0,0 0-1 0 0,0 0 1 0 0,1-1 0 0 0,0 0-1 0 0,1 0 1 0 0,-1 0-1 0 0,2 0 1 0 0,-1-1 0 0 0,1 1-1 0 0,0-1 1 0 0,1-1-1 0 0,-1 1 1 0 0,1-1 0 0 0,11 7-1 0 0,-15-11 32 0 0,0 0-1 0 0,1-1 1 0 0,-1 1-1 0 0,1-1 1 0 0,-1 1-1 0 0,1-1 1 0 0,0 0-1 0 0,-1-1 1 0 0,1 1 0 0 0,0-1-1 0 0,0 1 1 0 0,0-1-1 0 0,0 0 1 0 0,-1 0-1 0 0,1-1 1 0 0,4 0-1 0 0,-2-1 5 0 0,0 0 0 0 0,0 0 0 0 0,0 0 0 0 0,-1-1 0 0 0,1 0 0 0 0,-1 0 0 0 0,0-1 0 0 0,0 1 0 0 0,5-6 0 0 0,6-6 121 0 0,-1 0 0 0 0,-1-2 0 0 0,-1 0 0 0 0,19-29 0 0 0,-16 20-630 0 0,-2-1 1 0 0,0 0-1 0 0,19-56 0 0 0,-27 63 10 0 0,-1 1-1 0 0,-1-2 1 0 0,0 1-1 0 0,-2 0 0 0 0,0-1 1 0 0,-2-35-1 0 0,0 53 353 0 0,0 1 0 0 0,-1-1 0 0 0,1 0-1 0 0,-1 1 1 0 0,1-1 0 0 0,-1 1 0 0 0,0-1 0 0 0,0 1-1 0 0,0-1 1 0 0,0 1 0 0 0,0 0 0 0 0,0 0 0 0 0,-1-1 0 0 0,1 1-1 0 0,-1 0 1 0 0,1 0 0 0 0,-1 0 0 0 0,-2-2 0 0 0,2 4 44 0 0,0-1 0 0 0,0 0 0 0 0,1 0 1 0 0,-1 1-1 0 0,0-1 0 0 0,0 1 0 0 0,0 0 0 0 0,0-1 1 0 0,0 1-1 0 0,1 0 0 0 0,-1 0 0 0 0,0 0 1 0 0,0 0-1 0 0,0 1 0 0 0,0-1 0 0 0,0 0 1 0 0,0 1-1 0 0,1-1 0 0 0,-1 1 0 0 0,0 0 1 0 0,0 0-1 0 0,1-1 0 0 0,-1 1 0 0 0,0 0 1 0 0,-1 2-1 0 0,-11 7 95 0 0,0 1 1 0 0,1 0 0 0 0,0 0-1 0 0,1 1 1 0 0,1 1-1 0 0,0 0 1 0 0,-9 15-1 0 0,-8 14 210 0 0,-22 49 0 0 0,42-78-140 0 0,2 0-1 0 0,0 1 1 0 0,0 0-1 0 0,1 0 1 0 0,1 0-1 0 0,-3 18 1 0 0,7-29-91 0 0,-1 0 0 0 0,1 0 0 0 0,0 0 1 0 0,0 0-1 0 0,0 1 0 0 0,0-1 0 0 0,1 0 0 0 0,-1 0 1 0 0,1 0-1 0 0,0 0 0 0 0,0 0 0 0 0,0 0 0 0 0,0 0 1 0 0,0 0-1 0 0,1-1 0 0 0,-1 1 0 0 0,1 0 0 0 0,0-1 1 0 0,0 1-1 0 0,0-1 0 0 0,0 1 0 0 0,0-1 0 0 0,1 0 1 0 0,-1 0-1 0 0,0 0 0 0 0,1 0 0 0 0,0-1 1 0 0,-1 1-1 0 0,1-1 0 0 0,0 1 0 0 0,0-1 0 0 0,0 0 1 0 0,0 0-1 0 0,0 0 0 0 0,5 0 0 0 0,-2 0 20 0 0,-1 0 1 0 0,1 0-1 0 0,-1-1 0 0 0,1 0 0 0 0,-1 0 0 0 0,1 0 1 0 0,-1-1-1 0 0,1 1 0 0 0,-1-2 0 0 0,0 1 0 0 0,1 0 1 0 0,8-5-1 0 0,-5 2 21 0 0,0-1 1 0 0,0 0-1 0 0,-1-1 1 0 0,0 0-1 0 0,0 0 1 0 0,12-12-1 0 0,-7 4-86 0 0,-1 0-1 0 0,0-1 0 0 0,-1-1 1 0 0,0 0-1 0 0,-1-1 1 0 0,14-34-1 0 0,-20 40-246 0 0,-1 0-1 0 0,0 0 0 0 0,-1-1 0 0 0,0 1 1 0 0,-1-1-1 0 0,-1 1 0 0 0,1-1 0 0 0,-2 1 1 0 0,0-1-1 0 0,0 0 0 0 0,-4-15 1 0 0,3 18-93 0 0,-1-1 1 0 0,0 1 0 0 0,0 0-1 0 0,-1 0 1 0 0,0 0 0 0 0,0 1-1 0 0,-1-1 1 0 0,0 1 0 0 0,-1 0-1 0 0,1 1 1 0 0,-2-1 0 0 0,1 1 0 0 0,-1 0-1 0 0,-9-6 1 0 0,14 11 249 0 0,-1 0 0 0 0,0 0 1 0 0,0 1-1 0 0,0-1 0 0 0,1 1 0 0 0,-1 0 0 0 0,-1 0 0 0 0,1 0 1 0 0,0 0-1 0 0,0 0 0 0 0,0 1 0 0 0,0-1 0 0 0,-1 1 1 0 0,1 0-1 0 0,0 0 0 0 0,0 0 0 0 0,-5 1 0 0 0,3 1 158 0 0,0-1-1 0 0,0 1 1 0 0,0 0-1 0 0,1 0 1 0 0,-1 0-1 0 0,1 1 0 0 0,-1 0 1 0 0,1-1-1 0 0,0 2 1 0 0,-5 3-1 0 0,1 1 187 0 0,1 0-1 0 0,-1 1 1 0 0,2 0 0 0 0,-1 0-1 0 0,1 0 1 0 0,0 1-1 0 0,1 0 1 0 0,0 0 0 0 0,-5 16-1 0 0,7-14-48 0 0,1 0 0 0 0,0 1 0 0 0,1-1 0 0 0,0 0 0 0 0,1 1-1 0 0,0-1 1 0 0,1 0 0 0 0,1 0 0 0 0,0 1 0 0 0,0-1 0 0 0,1 0 0 0 0,1-1 0 0 0,7 19-1 0 0,-8-24-150 0 0,-1 0-1 0 0,2 0 1 0 0,-1 0-1 0 0,0-1 1 0 0,1 1-1 0 0,0-1 0 0 0,0 1 1 0 0,1-1-1 0 0,-1-1 1 0 0,1 1-1 0 0,0-1 1 0 0,1 1-1 0 0,-1-2 0 0 0,1 1 1 0 0,-1 0-1 0 0,1-1 1 0 0,0 0-1 0 0,0-1 1 0 0,1 1-1 0 0,-1-1 1 0 0,1 0-1 0 0,-1-1 0 0 0,1 1 1 0 0,-1-1-1 0 0,1-1 1 0 0,9 1-1 0 0,-10-2-121 0 0,0 1 0 0 0,0-1 0 0 0,0-1 0 0 0,0 1 0 0 0,0-1 0 0 0,-1 0 0 0 0,1 0 0 0 0,-1 0 0 0 0,1-1 0 0 0,-1 0 0 0 0,0 0 0 0 0,7-6 0 0 0,-4 3 67 0 0,0-2 1 0 0,-1 1 0 0 0,0-1-1 0 0,0 0 1 0 0,-1 0 0 0 0,9-15-1 0 0,-3-2 49 0 0,0 1-1 0 0,-2-1 0 0 0,-1-1 1 0 0,10-44-1 0 0,-19 70-60 0 0,6-25-58 0 0,4-45-1 0 0,-9 64 43 0 0,-1-1 0 0 0,0 0 0 0 0,0 0 0 0 0,-1 1-1 0 0,1-1 1 0 0,-2 0 0 0 0,1 1 0 0 0,-1-1 0 0 0,0 1-1 0 0,0-1 1 0 0,-7-11 0 0 0,8 16 7 0 0,0 0-1 0 0,0 0 1 0 0,-1 0-1 0 0,1 1 1 0 0,-1-1-1 0 0,0 0 1 0 0,0 1-1 0 0,1-1 1 0 0,-1 1-1 0 0,0-1 1 0 0,0 1-1 0 0,0 0 1 0 0,0 0-1 0 0,-1 0 1 0 0,1 0-1 0 0,0 0 1 0 0,0 1-1 0 0,-1-1 1 0 0,1 1-1 0 0,0-1 1 0 0,-1 1-1 0 0,1 0 1 0 0,0 0-1 0 0,-1 0 1 0 0,1 0-1 0 0,0 0 1 0 0,-1 0-1 0 0,1 1 1 0 0,0-1-1 0 0,-1 1 1 0 0,1 0-1 0 0,0 0 1 0 0,0 0-1 0 0,0 0 1 0 0,-3 1-1 0 0,-3 3-88 0 0,0-1 0 0 0,0 1 0 0 0,0 1 0 0 0,1 0 0 0 0,0 0 0 0 0,0 0 0 0 0,-10 12 0 0 0,7-5-875 0 0,1 1 0 0 0,0-1 0 0 0,-8 18 0 0 0,-1 12-3012 0 0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3.6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41 145 9218 0 0,'-2'4'81'0'0,"1"0"0"0"0,0-1 1 0 0,0 1-1 0 0,0 0 0 0 0,0 1 0 0 0,0-1 1 0 0,1 8-1 0 0,-1-5-19 0 0,-11 68-656 0 0,4-35-250 0 0,-3 60 0 0 0,10-89 1054 0 0,1 0 1 0 0,1 1-1 0 0,0-1 0 0 0,0 0 1 0 0,1 0-1 0 0,1 0 1 0 0,-1 0-1 0 0,2-1 0 0 0,0 1 1 0 0,5 11-1 0 0,-7-18-75 0 0,0 0 1 0 0,0-1-1 0 0,1 1 1 0 0,-1-1-1 0 0,1 1 0 0 0,-1-1 1 0 0,1 0-1 0 0,0 0 0 0 0,0 0 1 0 0,1 0-1 0 0,-1 0 0 0 0,0-1 1 0 0,1 0-1 0 0,0 0 0 0 0,-1 0 1 0 0,1 0-1 0 0,0 0 0 0 0,0-1 1 0 0,0 1-1 0 0,0-1 1 0 0,1 0-1 0 0,-1 0 0 0 0,0-1 1 0 0,0 0-1 0 0,0 1 0 0 0,6-2 1 0 0,-2 0 11 0 0,0 0 1 0 0,-1-1 0 0 0,1-1-1 0 0,-1 1 1 0 0,0-1-1 0 0,0 0 1 0 0,0-1 0 0 0,0 0-1 0 0,0 0 1 0 0,-1 0-1 0 0,0-1 1 0 0,0 0 0 0 0,9-9-1 0 0,20-21-39 0 0,-2-2-1 0 0,42-62 1 0 0,-61 78-811 0 0,-2 0 1 0 0,0-1-1 0 0,-1 0 1 0 0,-1-1 0 0 0,-1 0-1 0 0,12-48 1 0 0,-20 67 412 0 0,-1 0 1 0 0,1 1-1 0 0,-1-1 0 0 0,0 0 0 0 0,0 0 1 0 0,0 0-1 0 0,-1 0 0 0 0,1 0 1 0 0,-3-7-1 0 0,3 11 225 0 0,0-1 1 0 0,0 0-1 0 0,-1 1 1 0 0,1-1-1 0 0,0 1 1 0 0,-1-1-1 0 0,1 1 1 0 0,0-1-1 0 0,-1 1 1 0 0,1-1-1 0 0,-1 1 1 0 0,1-1-1 0 0,-1 1 1 0 0,1 0-1 0 0,-1-1 1 0 0,1 1-1 0 0,-1 0 1 0 0,1-1-1 0 0,-1 1 1 0 0,0 0 0 0 0,1 0-1 0 0,-1-1 1 0 0,1 1-1 0 0,-2 0 1 0 0,0 0 16 0 0,1 0 0 0 0,-1 1 0 0 0,1-1 0 0 0,-1 0 0 0 0,1 1 0 0 0,-1-1 0 0 0,1 1 0 0 0,-1 0 1 0 0,1 0-1 0 0,-1-1 0 0 0,1 1 0 0 0,0 0 0 0 0,-1 0 0 0 0,-1 2 0 0 0,-13 11 52 0 0,0 2-1 0 0,1 0 1 0 0,0 1-1 0 0,-23 35 1 0 0,-38 82 1867 0 0,73-128-1667 0 0,0 0 1 0 0,1 0-1 0 0,0 0 1 0 0,0 0-1 0 0,0 1 1 0 0,1-1-1 0 0,0 1 1 0 0,0-1-1 0 0,1 1 1 0 0,0-1-1 0 0,0 7 1 0 0,1-10-87 0 0,-1-1 1 0 0,0 0 0 0 0,1 0-1 0 0,0 0 1 0 0,-1 0 0 0 0,1 0-1 0 0,0 0 1 0 0,0 0 0 0 0,0 0 0 0 0,0-1-1 0 0,0 1 1 0 0,1 0 0 0 0,-1 0-1 0 0,0-1 1 0 0,1 1 0 0 0,0-1-1 0 0,-1 1 1 0 0,1-1 0 0 0,0 0-1 0 0,-1 0 1 0 0,1 0 0 0 0,0 0 0 0 0,0 0-1 0 0,0 0 1 0 0,0 0 0 0 0,0 0-1 0 0,0-1 1 0 0,0 1 0 0 0,0-1-1 0 0,1 0 1 0 0,-1 0 0 0 0,0 1-1 0 0,0-1 1 0 0,0 0 0 0 0,0-1-1 0 0,4 0 1 0 0,2 0-162 0 0,0 0-1 0 0,-1-1 1 0 0,1 0 0 0 0,0-1-1 0 0,-1 0 1 0 0,0 0 0 0 0,0 0-1 0 0,0-1 1 0 0,0 0-1 0 0,0 0 1 0 0,-1-1 0 0 0,0 0-1 0 0,0 0 1 0 0,0 0 0 0 0,0-1-1 0 0,-1 0 1 0 0,0 0-1 0 0,-1 0 1 0 0,1-1 0 0 0,-1 0-1 0 0,0 0 1 0 0,-1 0 0 0 0,4-9-1 0 0,-2 6-336 0 0,-2 0-1 0 0,1 0 1 0 0,-1 0-1 0 0,-1 0 0 0 0,0 0 1 0 0,0-1-1 0 0,-1 1 1 0 0,0-1-1 0 0,-1 1 1 0 0,0-1-1 0 0,-1 1 0 0 0,0-1 1 0 0,-1 1-1 0 0,0 0 1 0 0,0 0-1 0 0,-1-1 1 0 0,-6-11-1 0 0,8 20 394 0 0,0-1-1 0 0,0 1 1 0 0,0-1 0 0 0,-1 1-1 0 0,1 0 1 0 0,-1 0-1 0 0,0 0 1 0 0,0 0 0 0 0,1 0-1 0 0,-1 0 1 0 0,-1 0-1 0 0,1 1 1 0 0,0-1 0 0 0,0 1-1 0 0,0-1 1 0 0,-1 1-1 0 0,-2-1 1 0 0,3 1 37 0 0,0 1 0 0 0,0 0 0 0 0,-1 0 0 0 0,1 0 0 0 0,0 0 0 0 0,0 0 1 0 0,0 0-1 0 0,0 0 0 0 0,0 1 0 0 0,0-1 0 0 0,0 1 0 0 0,0-1 0 0 0,0 1 0 0 0,1 0 0 0 0,-1 0 0 0 0,0 0 0 0 0,-3 2 0 0 0,0 0 33 0 0,1 1 0 0 0,-1 0-1 0 0,1 1 1 0 0,0-1 0 0 0,0 1-1 0 0,1-1 1 0 0,-1 1 0 0 0,1 0-1 0 0,0 0 1 0 0,0 1 0 0 0,0-1 0 0 0,1 1-1 0 0,-3 10 1 0 0,2 0 26 0 0,0 0-1 0 0,1 0 1 0 0,1 0 0 0 0,1 0-1 0 0,0 1 1 0 0,3 19 0 0 0,-2-29 0 0 0,0 1 0 0 0,1-1 0 0 0,-1 1 0 0 0,2-1 0 0 0,-1 0 0 0 0,1 0 0 0 0,0 0 0 0 0,0 0 0 0 0,1 0 0 0 0,0-1 0 0 0,0 1 0 0 0,1-1 1 0 0,0 0-1 0 0,0-1 0 0 0,7 7 0 0 0,-10-9-37 0 0,1-1 1 0 0,0 0-1 0 0,0 0 1 0 0,0-1-1 0 0,0 1 1 0 0,0 0-1 0 0,0-1 1 0 0,1 0-1 0 0,-1 0 1 0 0,0 0-1 0 0,1 0 1 0 0,-1 0-1 0 0,1-1 1 0 0,-1 0-1 0 0,1 1 1 0 0,-1-1-1 0 0,1-1 1 0 0,-1 1-1 0 0,1 0 1 0 0,-1-1-1 0 0,1 0 1 0 0,-1 0-1 0 0,0 0 1 0 0,1 0-1 0 0,-1 0 1 0 0,0-1-1 0 0,6-3 1 0 0,-4 2 46 0 0,0-1 0 0 0,-1 0 1 0 0,1 0-1 0 0,-1 0 0 0 0,0 0 1 0 0,0-1-1 0 0,0 0 0 0 0,-1 0 1 0 0,0 0-1 0 0,0 0 1 0 0,0 0-1 0 0,0-1 0 0 0,-1 1 1 0 0,0-1-1 0 0,2-7 0 0 0,-1-3-252 0 0,0 0 0 0 0,-1-1-1 0 0,-1 1 1 0 0,-1-1-1 0 0,0 1 1 0 0,-4-26 0 0 0,3 35 62 0 0,0-1 1 0 0,-1 1 0 0 0,0-1-1 0 0,0 1 1 0 0,0-1 0 0 0,-1 1-1 0 0,0 0 1 0 0,-1 0 0 0 0,1 1-1 0 0,-1-1 1 0 0,-1 1 0 0 0,1-1-1 0 0,-1 1 1 0 0,0 1 0 0 0,-12-11-1 0 0,14 14-46 0 0,-1 0-1 0 0,1 0 1 0 0,-1 1-1 0 0,0 0 1 0 0,1-1-1 0 0,-1 1 1 0 0,0 1 0 0 0,0-1-1 0 0,0 1 1 0 0,0-1-1 0 0,0 1 1 0 0,0 0-1 0 0,0 0 1 0 0,0 1-1 0 0,1-1 1 0 0,-1 1-1 0 0,0 0 1 0 0,0 0-1 0 0,0 0 1 0 0,1 1 0 0 0,-1-1-1 0 0,0 1 1 0 0,1 0-1 0 0,0 0 1 0 0,-1 0-1 0 0,-3 3 1 0 0,-7 5-98 0 0,0 1-1 0 0,1 1 1 0 0,0 0 0 0 0,-17 20 0 0 0,19-19 270 0 0,1-1 0 0 0,1 2 0 0 0,0-1 0 0 0,1 1 0 0 0,0 1 0 0 0,1-1 1 0 0,-9 30-1 0 0,14-40 42 0 0,1 1 0 0 0,0-1 0 0 0,0 1 0 0 0,0-1 0 0 0,1 1 0 0 0,0-1 0 0 0,0 1 0 0 0,0-1 0 0 0,0 1 0 0 0,1-1 0 0 0,-1 1 0 0 0,1-1 0 0 0,0 1 0 0 0,1-1 0 0 0,-1 1 0 0 0,1-1 0 0 0,0 0 0 0 0,0 0 0 0 0,0 0 0 0 0,0 0 0 0 0,1 0 0 0 0,0-1 0 0 0,0 1 0 0 0,0-1 0 0 0,0 1 0 0 0,0-1 0 0 0,1 0 0 0 0,-1 0 0 0 0,1-1 0 0 0,0 1 0 0 0,0-1 0 0 0,6 3 0 0 0,-3-1 8 0 0,0-1 1 0 0,1 0-1 0 0,-1 0 1 0 0,1-1-1 0 0,-1 1 1 0 0,1-2-1 0 0,0 1 1 0 0,0-1-1 0 0,0-1 1 0 0,0 1-1 0 0,0-1 1 0 0,-1-1-1 0 0,1 0 1 0 0,0 0-1 0 0,10-2 1 0 0,-8-1 45 0 0,-1 1 1 0 0,0-1-1 0 0,-1 0 1 0 0,1-1-1 0 0,-1 0 1 0 0,0 0-1 0 0,0-1 1 0 0,0 0-1 0 0,-1 0 1 0 0,0-1-1 0 0,8-9 1 0 0,-3 2-117 0 0,-2-1 1 0 0,0 0-1 0 0,0-1 1 0 0,-1 0-1 0 0,-1 0 1 0 0,-1-1-1 0 0,0 0 1 0 0,-1 0-1 0 0,-1-1 1 0 0,-1 0-1 0 0,0 0 1 0 0,2-35-1 0 0,-6 31-248 0 0,-1 0-1 0 0,-4-33 0 0 0,4 49 137 0 0,0 0 0 0 0,0 0 0 0 0,-1 0 0 0 0,0 0 0 0 0,0 0 0 0 0,0 1 0 0 0,-1-1 0 0 0,1 0 0 0 0,-1 1 0 0 0,-1 0 0 0 0,1 0 0 0 0,-1 0 0 0 0,-7-8 0 0 0,9 12 27 0 0,0 0-1 0 0,1 0 1 0 0,-1 0-1 0 0,0 0 1 0 0,0 0-1 0 0,1 0 1 0 0,-1 1-1 0 0,0-1 1 0 0,0 1-1 0 0,0-1 1 0 0,0 1-1 0 0,0 0 1 0 0,0 0-1 0 0,0 0 1 0 0,0 0-1 0 0,1 0 1 0 0,-1 0-1 0 0,0 0 1 0 0,0 1-1 0 0,0-1 1 0 0,0 1-1 0 0,0 0 1 0 0,0-1-1 0 0,-3 3 1 0 0,-2 1-373 0 0,0 0 0 0 0,1 0 1 0 0,-1 1-1 0 0,-9 9 1 0 0,-12 13-3876 0 0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4.9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122 356 10594 0 0,'-4'-41'-408'0'0,"-2"-16"615"0"0,6 55-129 0 0,0 0 0 0 0,-1 0 0 0 0,0-1 1 0 0,1 1-1 0 0,-1 0 0 0 0,0 0 0 0 0,0 1 0 0 0,0-1 0 0 0,0 0 1 0 0,-1 0-1 0 0,1 0 0 0 0,0 1 0 0 0,-1-1 0 0 0,1 1 0 0 0,-1-1 1 0 0,0 1-1 0 0,1 0 0 0 0,-1-1 0 0 0,0 1 0 0 0,-4-2 1 0 0,5 3-26 0 0,-1 0 0 0 0,0-1 1 0 0,0 1-1 0 0,0 0 1 0 0,1 0-1 0 0,-1 0 1 0 0,0 0-1 0 0,0 0 0 0 0,0 1 1 0 0,1-1-1 0 0,-1 1 1 0 0,0-1-1 0 0,0 1 1 0 0,1-1-1 0 0,-1 1 0 0 0,0 0 1 0 0,1 0-1 0 0,-1 0 1 0 0,1 0-1 0 0,-1 0 1 0 0,1 0-1 0 0,-1 0 0 0 0,1 1 1 0 0,0-1-1 0 0,0 0 1 0 0,0 1-1 0 0,0-1 0 0 0,0 1 1 0 0,0-1-1 0 0,0 1 1 0 0,0-1-1 0 0,-1 4 1 0 0,-3 5 178 0 0,1 0 0 0 0,0 0 1 0 0,0 0-1 0 0,-1 11 0 0 0,2-8 6 0 0,0 0 1 0 0,1 1-1 0 0,1-1 0 0 0,0 0 1 0 0,1 0-1 0 0,0 1 0 0 0,1-1 1 0 0,5 26-1 0 0,-5-33-173 0 0,1-1-1 0 0,0 1 1 0 0,0-1-1 0 0,0 1 1 0 0,1-1 0 0 0,0 0-1 0 0,0 0 1 0 0,0 0 0 0 0,0-1-1 0 0,1 1 1 0 0,0-1 0 0 0,0 1-1 0 0,0-1 1 0 0,0 0 0 0 0,1-1-1 0 0,0 1 1 0 0,0-1-1 0 0,0 0 1 0 0,0 0 0 0 0,0-1-1 0 0,0 1 1 0 0,9 2 0 0 0,-5-2-79 0 0,1-1 0 0 0,-1 0 0 0 0,1 0 0 0 0,0-1 0 0 0,0 0 0 0 0,-1 0 0 0 0,1-1 0 0 0,0-1 0 0 0,0 0 1 0 0,0 0-1 0 0,-1-1 0 0 0,1 0 0 0 0,0 0 0 0 0,-1-1 0 0 0,0-1 0 0 0,0 0 0 0 0,0 0 0 0 0,0 0 0 0 0,-1-1 0 0 0,1-1 1 0 0,-1 1-1 0 0,0-1 0 0 0,-1 0 0 0 0,0-1 0 0 0,0 0 0 0 0,0 0 0 0 0,8-12 0 0 0,-2 1-253 0 0,-1 0 0 0 0,0-1 0 0 0,-1-1 0 0 0,11-26 0 0 0,-19 39 175 0 0,-1 0 0 0 0,0 0 0 0 0,0 0 1 0 0,0 0-1 0 0,-1 0 0 0 0,0 0 0 0 0,0 0 1 0 0,0-1-1 0 0,-1 1 0 0 0,-1 0 0 0 0,1 0 0 0 0,-1-1 1 0 0,0 1-1 0 0,-1 0 0 0 0,1 0 0 0 0,-2 0 1 0 0,-2-7-1 0 0,4 12 17 0 0,1 0 0 0 0,-1 1 0 0 0,0-1 0 0 0,0 1 0 0 0,0-1 0 0 0,0 1 0 0 0,-1-1 0 0 0,1 1 0 0 0,0 0-1 0 0,0 0 1 0 0,-1 0 0 0 0,1-1 0 0 0,-1 1 0 0 0,1 0 0 0 0,-1 1 0 0 0,0-1 0 0 0,1 0 0 0 0,-1 0 0 0 0,0 1 0 0 0,1-1 0 0 0,-1 1 0 0 0,0-1 0 0 0,-3 1 0 0 0,1 0-50 0 0,0 0 0 0 0,0 1 1 0 0,0 0-1 0 0,0-1 0 0 0,0 2 0 0 0,0-1 1 0 0,0 0-1 0 0,1 1 0 0 0,-1-1 0 0 0,-5 4 0 0 0,-5 5-268 0 0,0 0-1 0 0,1 0 0 0 0,0 1 0 0 0,-13 14 0 0 0,-3 6-150 0 0,-38 52 0 0 0,56-67 585 0 0,1-1 0 0 0,1 2 1 0 0,0 0-1 0 0,1 0 0 0 0,-11 34 0 0 0,18-49 36 0 0,1 0 1 0 0,-1 0-1 0 0,1 1 1 0 0,-1-1-1 0 0,1 0 0 0 0,0 1 1 0 0,0-1-1 0 0,0 1 1 0 0,0-1-1 0 0,0 0 1 0 0,0 1-1 0 0,1-1 0 0 0,-1 0 1 0 0,1 1-1 0 0,0-1 1 0 0,-1 0-1 0 0,1 0 0 0 0,0 0 1 0 0,0 1-1 0 0,1-1 1 0 0,-1 0-1 0 0,0 0 1 0 0,1-1-1 0 0,2 4 0 0 0,-2-3-18 0 0,0-1 0 0 0,0 0 0 0 0,0 0-1 0 0,0-1 1 0 0,0 1 0 0 0,0 0 0 0 0,0-1-1 0 0,0 1 1 0 0,0-1 0 0 0,0 0 0 0 0,0 1 0 0 0,0-1-1 0 0,0 0 1 0 0,1 0 0 0 0,-1 0 0 0 0,0-1-1 0 0,0 1 1 0 0,0 0 0 0 0,0-1 0 0 0,0 0-1 0 0,0 1 1 0 0,0-1 0 0 0,0 0 0 0 0,0 0-1 0 0,0 0 1 0 0,0 0 0 0 0,1-2 0 0 0,10-6-154 0 0,0-1 0 0 0,-1-1 0 0 0,0 0 1 0 0,0-1-1 0 0,-2 0 0 0 0,1 0 0 0 0,14-25 1 0 0,-9 11-135 0 0,-1-1 0 0 0,-1-1 1 0 0,11-34-1 0 0,-20 47-129 0 0,0-1-1 0 0,-2 1 0 0 0,1-1 0 0 0,-2 0 0 0 0,1-20 1 0 0,-3 29 119 0 0,0 0 1 0 0,0 0-1 0 0,-1 0 1 0 0,0 0-1 0 0,0 0 1 0 0,0 0 0 0 0,-1 0-1 0 0,0 0 1 0 0,-1 1-1 0 0,1-1 1 0 0,-1 1-1 0 0,-1 0 1 0 0,1-1 0 0 0,-6-6-1 0 0,8 11 186 0 0,-1 1 0 0 0,1 0 0 0 0,0 0-1 0 0,0 0 1 0 0,-1 0 0 0 0,1 0 0 0 0,0 0 0 0 0,-1 0 0 0 0,1 0-1 0 0,-1 1 1 0 0,0-1 0 0 0,1 0 0 0 0,-1 1 0 0 0,1 0 0 0 0,-1-1-1 0 0,0 1 1 0 0,1 0 0 0 0,-1 0 0 0 0,0 0 0 0 0,-1 0 0 0 0,-1 0-4 0 0,0 1 1 0 0,0 0-1 0 0,0 0 1 0 0,0 0-1 0 0,0 0 1 0 0,0 1-1 0 0,0-1 1 0 0,-3 3-1 0 0,-5 4 67 0 0,0 0-1 0 0,0 1 1 0 0,-16 16-1 0 0,8-5 265 0 0,1 0 1 0 0,0 2-1 0 0,2 0 0 0 0,1 1 0 0 0,1 1 0 0 0,0 0 0 0 0,2 1 1 0 0,1 0-1 0 0,-13 42 0 0 0,24-64-165 0 0,1 1 0 0 0,-1-1 0 0 0,1 0 0 0 0,0 1 0 0 0,0-1 0 0 0,0 0 0 0 0,1 1 0 0 0,-1-1 0 0 0,1 0 1 0 0,0 1-1 0 0,0-1 0 0 0,0 0 0 0 0,2 3 0 0 0,-3-5-69 0 0,0 0 1 0 0,1 0 0 0 0,-1-1-1 0 0,0 1 1 0 0,1-1 0 0 0,-1 1-1 0 0,1 0 1 0 0,-1-1 0 0 0,1 1-1 0 0,0-1 1 0 0,-1 1-1 0 0,1-1 1 0 0,-1 1 0 0 0,1-1-1 0 0,0 0 1 0 0,-1 1 0 0 0,1-1-1 0 0,0 0 1 0 0,0 1 0 0 0,-1-1-1 0 0,1 0 1 0 0,1 0 0 0 0,0 0-29 0 0,-1 0 0 0 0,0-1 0 0 0,0 1 0 0 0,1 0 0 0 0,-1-1 0 0 0,0 0 0 0 0,0 1 0 0 0,0-1 0 0 0,0 0 0 0 0,1 1 0 0 0,-1-1 0 0 0,0 0 0 0 0,0 0 0 0 0,-1 0 0 0 0,1 0 0 0 0,0 0 0 0 0,0 0 0 0 0,1-2 0 0 0,7-11-239 0 0,0-1 1 0 0,-1 0-1 0 0,0 0 1 0 0,-1 0-1 0 0,-1-1 1 0 0,-1 0-1 0 0,0-1 1 0 0,4-26-1 0 0,-5 17-184 0 0,-1 0-1 0 0,-2 0 0 0 0,0-1 1 0 0,-7-49-1 0 0,6 71 385 0 0,-12-56-196 0 0,11 59 223 0 0,0-1 0 0 0,1 1 0 0 0,-1-1-1 0 0,0 1 1 0 0,0-1 0 0 0,0 1 0 0 0,-1 0-1 0 0,1-1 1 0 0,0 1 0 0 0,-1 0 0 0 0,0 0-1 0 0,1 0 1 0 0,-1 0 0 0 0,0 0 0 0 0,0 1-1 0 0,0-1 1 0 0,0 0 0 0 0,-1 1 0 0 0,-2-2-1 0 0,3 3 56 0 0,0 0 0 0 0,1 0-1 0 0,-1 0 1 0 0,0 0 0 0 0,0 0-1 0 0,0 1 1 0 0,1-1-1 0 0,-1 0 1 0 0,0 1 0 0 0,0 0-1 0 0,1-1 1 0 0,-1 1 0 0 0,1 0-1 0 0,-1 0 1 0 0,1 0-1 0 0,-1 0 1 0 0,1 0 0 0 0,-1 0-1 0 0,1 0 1 0 0,0 1 0 0 0,-1-1-1 0 0,1 0 1 0 0,0 1-1 0 0,0-1 1 0 0,0 1 0 0 0,0-1-1 0 0,1 1 1 0 0,-2 2 0 0 0,-2 4 254 0 0,0 0 0 0 0,0 0 1 0 0,1 0-1 0 0,-3 13 1 0 0,2-6 13 0 0,1 0 1 0 0,1 0-1 0 0,0 0 1 0 0,1 0 0 0 0,1 0-1 0 0,0 0 1 0 0,1 0-1 0 0,0 0 1 0 0,2 0-1 0 0,0 0 1 0 0,0 0-1 0 0,1 0 1 0 0,1-1 0 0 0,1 0-1 0 0,0 0 1 0 0,1 0-1 0 0,0-1 1 0 0,1 0-1 0 0,0 0 1 0 0,15 16 0 0 0,-9-12-61 0 0,2-1 0 0 0,-1 0 0 0 0,33 23 0 0 0,-23-22-485 0 0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6.1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298 10 7834 0 0,'3'-9'1223'0'0,"-14"20"1082"0"0,-38 72-1361 0 0,-34 60-1029 0 0,70-115 70 0 0,0 0 1 0 0,1 0-1 0 0,-9 39 1 0 0,18-51 168 0 0,0 0 0 0 0,0 0 0 0 0,2 1 0 0 0,0-1 0 0 0,2 26 0 0 0,0-32 22 0 0,0-1 1 0 0,1 1-1 0 0,0-1 1 0 0,0 0-1 0 0,1 1 0 0 0,1-1 1 0 0,-1 0-1 0 0,1-1 0 0 0,1 1 1 0 0,9 14-1 0 0,-13-21-124 0 0,1 0-1 0 0,0 0 1 0 0,-1-1-1 0 0,1 1 1 0 0,0-1-1 0 0,0 1 1 0 0,0-1-1 0 0,0 1 1 0 0,0-1-1 0 0,0 0 1 0 0,0 0-1 0 0,0 0 1 0 0,1 0-1 0 0,-1-1 1 0 0,0 1-1 0 0,1 0 1 0 0,-1-1-1 0 0,3 1 1 0 0,0-1 12 0 0,-1 0 1 0 0,1-1-1 0 0,-1 1 1 0 0,1-1-1 0 0,-1 0 1 0 0,0 0-1 0 0,1-1 1 0 0,-1 1-1 0 0,4-3 1 0 0,6-3 66 0 0,0-1 1 0 0,-1 0-1 0 0,0-1 0 0 0,17-16 1 0 0,-11 9-244 0 0,-2-2-1 0 0,0 0 1 0 0,17-23 0 0 0,-29 34-145 0 0,0 0 0 0 0,0 0 0 0 0,-1 0 0 0 0,0 0 0 0 0,-1-1 0 0 0,1 0 0 0 0,-1 1 0 0 0,-1-1-1 0 0,0 0 1 0 0,0-1 0 0 0,0 1 0 0 0,-1 0 0 0 0,0-11 0 0 0,-1 18 182 0 0,0-1 0 0 0,0 1 0 0 0,0-1 0 0 0,0 1 0 0 0,0-1 0 0 0,0 1 0 0 0,0 0 0 0 0,-1-1 0 0 0,1 1 0 0 0,-1-1 0 0 0,1 1 0 0 0,-1-1 0 0 0,0 1 0 0 0,1 0 0 0 0,-1 0 0 0 0,0-1 0 0 0,0 1 0 0 0,0 0 0 0 0,0 0 0 0 0,0 0-1 0 0,0 0 1 0 0,0 0 0 0 0,0 0 0 0 0,0 0 0 0 0,-1 0 0 0 0,1 0 0 0 0,0 1 0 0 0,-1-1 0 0 0,1 0 0 0 0,0 1 0 0 0,-1-1 0 0 0,1 1 0 0 0,-1 0 0 0 0,1-1 0 0 0,-1 1 0 0 0,1 0 0 0 0,-1 0 0 0 0,1 0 0 0 0,-1 0 0 0 0,1 0 0 0 0,-1 0 0 0 0,1 0 0 0 0,-1 1 0 0 0,1-1 0 0 0,0 0 0 0 0,-3 2 0 0 0,-5 1-88 0 0,1 0 0 0 0,-1 0 1 0 0,1 1-1 0 0,1 1 0 0 0,-1-1 1 0 0,-11 10-1 0 0,0 1 166 0 0,0 2-1 0 0,2 0 0 0 0,0 1 1 0 0,-17 26-1 0 0,24-31 115 0 0,1 1 1 0 0,0 0-1 0 0,1 1 0 0 0,1 0 1 0 0,0 0-1 0 0,1 1 1 0 0,-4 19-1 0 0,8-28-34 0 0,2 0 0 0 0,-1-1 0 0 0,1 1-1 0 0,0-1 1 0 0,0 1 0 0 0,1 0 0 0 0,0-1 0 0 0,0 1 0 0 0,0-1-1 0 0,1 1 1 0 0,0-1 0 0 0,4 10 0 0 0,-4-13 12 0 0,0 1-1 0 0,-1-1 1 0 0,1 0-1 0 0,1 1 1 0 0,-1-1 0 0 0,0 0-1 0 0,1 0 1 0 0,-1-1-1 0 0,1 1 1 0 0,0 0 0 0 0,0-1-1 0 0,0 0 1 0 0,0 1-1 0 0,1-1 1 0 0,-1-1 0 0 0,1 1-1 0 0,-1 0 1 0 0,1-1-1 0 0,-1 0 1 0 0,1 0 0 0 0,0 0-1 0 0,7 1 1 0 0,-8-2-36 0 0,1-1 0 0 0,0 1 1 0 0,0-1-1 0 0,0 0 0 0 0,-1 0 1 0 0,1 0-1 0 0,-1 0 0 0 0,1-1 1 0 0,-1 0-1 0 0,1 1 0 0 0,-1-1 1 0 0,0-1-1 0 0,0 1 0 0 0,0 0 1 0 0,0-1-1 0 0,0 1 1 0 0,0-1-1 0 0,2-3 0 0 0,7-8 59 0 0,-1-1-1 0 0,13-20 1 0 0,-22 31-113 0 0,7-10-183 0 0,-1-2-1 0 0,-1 1 0 0 0,0-1 0 0 0,-1-1 0 0 0,-1 1 0 0 0,4-19 0 0 0,-6 22-90 0 0,-1 1-1 0 0,-1-1 0 0 0,0 0 0 0 0,0 0 0 0 0,-1 0 0 0 0,-1 0 0 0 0,0 0 0 0 0,-6-23 1 0 0,6 33 242 0 0,0 0 1 0 0,0 0 0 0 0,0 0-1 0 0,0 0 1 0 0,0 1 0 0 0,-1-1-1 0 0,1 0 1 0 0,-1 0 0 0 0,0 1-1 0 0,0-1 1 0 0,0 1 0 0 0,0 0 0 0 0,0-1-1 0 0,0 1 1 0 0,-6-3 0 0 0,6 4 5 0 0,0 0 0 0 0,-1 0 1 0 0,1 0-1 0 0,-1 0 1 0 0,1 1-1 0 0,0-1 1 0 0,-1 1-1 0 0,0-1 1 0 0,1 1-1 0 0,-1 0 0 0 0,1 0 1 0 0,-1 0-1 0 0,1 1 1 0 0,-1-1-1 0 0,-4 2 1 0 0,0 0-51 0 0,0 1 1 0 0,-1 0 0 0 0,1 1-1 0 0,1-1 1 0 0,-1 2 0 0 0,1-1-1 0 0,-1 1 1 0 0,1-1 0 0 0,0 2 0 0 0,1-1-1 0 0,-8 10 1 0 0,0 1 10 0 0,1 1 0 0 0,1 1 0 0 0,1 0 0 0 0,1 0 0 0 0,0 1 0 0 0,-12 38 1 0 0,18-46 213 0 0,0 0 1 0 0,0 0 0 0 0,1 0 0 0 0,1 1 0 0 0,0-1 0 0 0,0 0 0 0 0,1 1 0 0 0,1-1 0 0 0,0 0 0 0 0,0 0 0 0 0,1 1 0 0 0,1-1-1 0 0,0 0 1 0 0,5 13 0 0 0,-6-20-86 0 0,-1-1 0 0 0,1 1 0 0 0,0-1 0 0 0,0 0 0 0 0,0 1 0 0 0,1-1-1 0 0,-1 0 1 0 0,1-1 0 0 0,0 1 0 0 0,0 0 0 0 0,0-1 0 0 0,0 1 0 0 0,0-1 0 0 0,0 0-1 0 0,1 0 1 0 0,-1-1 0 0 0,1 1 0 0 0,-1-1 0 0 0,1 1 0 0 0,6 0 0 0 0,-7-1-29 0 0,1-1 0 0 0,0 0 0 0 0,-1 0 1 0 0,1-1-1 0 0,-1 1 0 0 0,1-1 1 0 0,0 0-1 0 0,-1 0 0 0 0,1 0 0 0 0,-1 0 1 0 0,1 0-1 0 0,-1-1 0 0 0,0 0 1 0 0,0 0-1 0 0,0 0 0 0 0,0 0 0 0 0,0 0 1 0 0,0 0-1 0 0,0-1 0 0 0,-1 1 1 0 0,5-7-1 0 0,4-4-123 0 0,-2-1-1 0 0,0 0 1 0 0,0-1 0 0 0,-2 0 0 0 0,1 0 0 0 0,-2-1-1 0 0,0 0 1 0 0,-1 0 0 0 0,-1 0 0 0 0,0-1 0 0 0,-1 1-1 0 0,-1-1 1 0 0,0-30 0 0 0,-3 19-51 0 0,0 0 0 0 0,-2 1 0 0 0,-1-1 0 0 0,-1 1-1 0 0,-2 0 1 0 0,0 0 0 0 0,-19-42 0 0 0,24 63 254 0 0,-1 0 0 0 0,1 1-1 0 0,-2-1 1 0 0,1 1 0 0 0,-1 0 0 0 0,1 0-1 0 0,-1 0 1 0 0,-1 0 0 0 0,1 0 0 0 0,-1 1 0 0 0,0 0-1 0 0,0 0 1 0 0,-9-5 0 0 0,10 7-32 0 0,-1 0 1 0 0,1 0-1 0 0,-1 1 0 0 0,0 0 1 0 0,0 0-1 0 0,0 0 0 0 0,0 0 1 0 0,0 1-1 0 0,1 0 0 0 0,-1 0 1 0 0,0 0-1 0 0,0 1 0 0 0,0-1 1 0 0,0 1-1 0 0,0 0 0 0 0,0 1 1 0 0,1-1-1 0 0,-6 4 0 0 0,-7 2-189 0 0,0 1 0 0 0,1 1 0 0 0,-18 14 0 0 0,-17 17-3784 0 0,19-10-453 0 0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7.1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268 7 5065 0 0,'-9'5'142'0'0,"1"1"-1"0"0,0-1 1 0 0,0 1 0 0 0,1 1-1 0 0,-1-1 1 0 0,2 1-1 0 0,-1 0 1 0 0,-10 16 0 0 0,-4 2 73 0 0,9-12-41 0 0,-75 91 1234 0 0,76-88-1094 0 0,1-1-1 0 0,0 1 0 0 0,1 1 0 0 0,1-1 1 0 0,-8 23-1 0 0,15-36-261 0 0,0-1 1 0 0,0 1 0 0 0,0-1-1 0 0,1 1 1 0 0,-1 0 0 0 0,1-1-1 0 0,0 1 1 0 0,0-1 0 0 0,0 1-1 0 0,0 0 1 0 0,0-1-1 0 0,0 1 1 0 0,1 0 0 0 0,-1-1-1 0 0,1 1 1 0 0,0-1 0 0 0,0 1-1 0 0,0-1 1 0 0,0 1 0 0 0,0-1-1 0 0,0 0 1 0 0,1 0 0 0 0,-1 1-1 0 0,3 1 1 0 0,-2-2-3 0 0,0-1 1 0 0,0 0 0 0 0,0 1-1 0 0,1-1 1 0 0,-1 0-1 0 0,0-1 1 0 0,0 1 0 0 0,0 0-1 0 0,1-1 1 0 0,-1 1-1 0 0,0-1 1 0 0,1 0-1 0 0,-1 1 1 0 0,1-1 0 0 0,-1 0-1 0 0,0-1 1 0 0,1 1-1 0 0,-1 0 1 0 0,0-1 0 0 0,1 1-1 0 0,-1-1 1 0 0,0 0-1 0 0,0 0 1 0 0,1 0 0 0 0,-1 0-1 0 0,4-2 1 0 0,5-4 234 0 0,0-1 1 0 0,0 0 0 0 0,0-1-1 0 0,-1 0 1 0 0,0 0-1 0 0,-1-1 1 0 0,9-13-1 0 0,53-80-98 0 0,-71 102-190 0 0,7-9-325 0 0,-1 1 1 0 0,-1-2-1 0 0,1 1 0 0 0,-2-1 0 0 0,1 0 0 0 0,-2 0 0 0 0,1 0 0 0 0,-1 0 1 0 0,-1-1-1 0 0,0 1 0 0 0,0-17 0 0 0,-2 28 273 0 0,0-1 0 0 0,0 1 0 0 0,0-1 0 0 0,0 1 0 0 0,0-1 0 0 0,0 0 0 0 0,0 1 0 0 0,0-1 0 0 0,0 1 0 0 0,0-1 0 0 0,0 1 0 0 0,-1-1 0 0 0,1 1 0 0 0,0-1 0 0 0,0 1 1 0 0,-1-1-1 0 0,1 1 0 0 0,0-1 0 0 0,-1 1 0 0 0,1-1 0 0 0,0 1 0 0 0,-1 0 0 0 0,1-1 0 0 0,-1 1 0 0 0,1 0 0 0 0,0-1 0 0 0,-1 1 0 0 0,1 0 0 0 0,-2-1 0 0 0,-13 7-797 0 0,-11 23 693 0 0,4 7 956 0 0,2 1 0 0 0,2 1 0 0 0,1 1 0 0 0,2 0 0 0 0,-10 43 0 0 0,24-75-652 0 0,-1-1-1 0 0,1 0 1 0 0,0 1-1 0 0,0-1 1 0 0,0 1 0 0 0,1 0-1 0 0,0-1 1 0 0,1 1 0 0 0,-1-1-1 0 0,1 1 1 0 0,2 7 0 0 0,-2-12-66 0 0,0 1 1 0 0,1-1-1 0 0,-1 1 1 0 0,0-1-1 0 0,1 0 1 0 0,-1 1-1 0 0,1-1 1 0 0,0 0-1 0 0,0 0 1 0 0,0 0-1 0 0,0 0 0 0 0,0 0 1 0 0,0-1-1 0 0,0 1 1 0 0,1-1-1 0 0,-1 1 1 0 0,1-1-1 0 0,-1 0 1 0 0,1 0-1 0 0,-1 0 1 0 0,1 0-1 0 0,0 0 1 0 0,-1-1-1 0 0,1 1 1 0 0,0-1-1 0 0,0 0 1 0 0,-1 0-1 0 0,7 0 1 0 0,-2-1 46 0 0,1 0 0 0 0,-1 0 0 0 0,0-1 0 0 0,1 0 0 0 0,-1 0 0 0 0,0-1 0 0 0,0 0 0 0 0,0 0 0 0 0,-1-1 0 0 0,1 0 0 0 0,-1 0 0 0 0,0 0 0 0 0,0-1 0 0 0,0 0 0 0 0,-1 0 0 0 0,0-1-1 0 0,0 1 1 0 0,0-1 0 0 0,5-8 0 0 0,4-7-201 0 0,0-1 0 0 0,-2 0 0 0 0,0 0 0 0 0,12-36 0 0 0,-15 35-147 0 0,-2 0 0 0 0,7-36 0 0 0,-13 51 109 0 0,0 0 1 0 0,0 0-1 0 0,0 0 0 0 0,-1 0 1 0 0,0 0-1 0 0,-1 0 1 0 0,0-1-1 0 0,0 1 0 0 0,-1 0 1 0 0,0 1-1 0 0,-3-11 0 0 0,4 17 58 0 0,0-1 0 0 0,0 1 0 0 0,0-1 0 0 0,0 1-1 0 0,0-1 1 0 0,0 1 0 0 0,0 0 0 0 0,0 0 0 0 0,-1-1-1 0 0,1 1 1 0 0,0 0 0 0 0,-1 0 0 0 0,1 0-1 0 0,-1 0 1 0 0,1 1 0 0 0,-1-1 0 0 0,0 0 0 0 0,1 1-1 0 0,-1-1 1 0 0,0 1 0 0 0,1-1 0 0 0,-1 1 0 0 0,0 0-1 0 0,0 0 1 0 0,1 0 0 0 0,-1 0 0 0 0,0 0 0 0 0,0 0-1 0 0,1 0 1 0 0,-1 1 0 0 0,0-1 0 0 0,1 0 0 0 0,-1 1-1 0 0,0 0 1 0 0,1-1 0 0 0,-1 1 0 0 0,-1 1-1 0 0,-4 1-86 0 0,0 1-1 0 0,0 0 0 0 0,0 0 0 0 0,0 1 0 0 0,1 0 0 0 0,-11 10 0 0 0,8-4 126 0 0,0 0 0 0 0,0 0 0 0 0,1 0 0 0 0,1 1-1 0 0,0 1 1 0 0,0-1 0 0 0,2 1 0 0 0,-1 0 0 0 0,1 0-1 0 0,1 1 1 0 0,1-1 0 0 0,0 1 0 0 0,1 0 0 0 0,0 0-1 0 0,1 0 1 0 0,0 0 0 0 0,1 0 0 0 0,4 26 0 0 0,-2-28 45 0 0,0 0 0 0 0,1-1 0 0 0,1 1 0 0 0,0-1 1 0 0,0 0-1 0 0,1 0 0 0 0,0 0 0 0 0,1 0 0 0 0,0-1 0 0 0,1 0 1 0 0,0-1-1 0 0,1 1 0 0 0,0-1 0 0 0,0-1 0 0 0,1 1 1 0 0,0-2-1 0 0,1 1 0 0 0,-1-1 0 0 0,1 0 0 0 0,1-1 0 0 0,-1-1 1 0 0,16 7-1 0 0,-18-9 57 0 0,0 0 1 0 0,0-1 0 0 0,0-1-1 0 0,0 1 1 0 0,0-1-1 0 0,0 0 1 0 0,1-1-1 0 0,-1 0 1 0 0,0 0-1 0 0,0-1 1 0 0,0 0 0 0 0,1 0-1 0 0,-1-1 1 0 0,0 0-1 0 0,-1-1 1 0 0,1 0-1 0 0,0 0 1 0 0,-1 0-1 0 0,0-1 1 0 0,1 0 0 0 0,-1-1-1 0 0,-1 1 1 0 0,1-1-1 0 0,8-9 1 0 0,-5 4 52 0 0,0 0 0 0 0,0-1 1 0 0,-1 0-1 0 0,-1-1 0 0 0,0 0 0 0 0,-1-1 0 0 0,0 1 1 0 0,0-1-1 0 0,-2 0 0 0 0,1-1 0 0 0,-2 0 1 0 0,0 1-1 0 0,3-19 0 0 0,-4 5-51 0 0,0 0 0 0 0,-2-1 0 0 0,-4-49 1 0 0,2 65-117 0 0,-1 0 1 0 0,0 1-1 0 0,-1-1 1 0 0,0 1-1 0 0,0 0 1 0 0,-1 0-1 0 0,-1 0 1 0 0,0 0-1 0 0,0 1 1 0 0,-1-1-1 0 0,-10-11 1 0 0,13 18-15 0 0,-1 1 1 0 0,0 0-1 0 0,0 0 1 0 0,0 0-1 0 0,-1 0 1 0 0,1 1-1 0 0,-1-1 1 0 0,1 1-1 0 0,-1 0 0 0 0,0 1 1 0 0,0-1-1 0 0,0 1 1 0 0,0 0-1 0 0,0 0 1 0 0,0 1-1 0 0,0-1 1 0 0,0 1-1 0 0,0 0 1 0 0,0 1-1 0 0,-1-1 1 0 0,1 1-1 0 0,0 0 1 0 0,-7 2-1 0 0,-1 1-15 0 0,0 0 0 0 0,0 1-1 0 0,1 0 1 0 0,0 1 0 0 0,0 0-1 0 0,0 1 1 0 0,-19 14 0 0 0,24-15-110 0 0,1 0 1 0 0,0 0-1 0 0,0 1 1 0 0,0 0-1 0 0,1 0 1 0 0,0 1-1 0 0,0-1 1 0 0,1 1-1 0 0,0 0 1 0 0,0 0-1 0 0,1 0 1 0 0,0 1-1 0 0,1-1 1 0 0,-2 11-1 0 0,-2 12-5217 0 0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8.3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173 141 6913 0 0,'-6'-25'544'0'0,"4"14"-418"0"0,0 1 0 0 0,0 0 0 0 0,-1 0 0 0 0,0 1-1 0 0,-1-1 1 0 0,0 0 0 0 0,-1 1 0 0 0,0 0-1 0 0,-7-10 1 0 0,12 19-75 0 0,-1-1-1 0 0,0 0 1 0 0,0 0-1 0 0,0 1 1 0 0,0-1 0 0 0,0 0-1 0 0,0 1 1 0 0,0-1-1 0 0,0 1 1 0 0,0 0-1 0 0,0-1 1 0 0,0 1 0 0 0,0 0-1 0 0,0-1 1 0 0,0 1-1 0 0,0 0 1 0 0,-1 0-1 0 0,1 0 1 0 0,0 0 0 0 0,0 0-1 0 0,0 0 1 0 0,0 0-1 0 0,0 1 1 0 0,0-1-1 0 0,-1 0 1 0 0,1 1-1 0 0,0-1 1 0 0,0 0 0 0 0,0 1-1 0 0,0-1 1 0 0,0 1-1 0 0,0 0 1 0 0,0-1-1 0 0,1 1 1 0 0,-1 0 0 0 0,0 0-1 0 0,0-1 1 0 0,0 1-1 0 0,1 0 1 0 0,-1 0-1 0 0,0 0 1 0 0,0 1 0 0 0,-5 6 266 0 0,0-1 1 0 0,1 2-1 0 0,-7 13 1 0 0,10-19-237 0 0,-6 12 117 0 0,1 0 0 0 0,0 0 0 0 0,1 1-1 0 0,0-1 1 0 0,2 2 0 0 0,0-1 0 0 0,0 0-1 0 0,2 1 1 0 0,-1 22 0 0 0,3-34-178 0 0,1 0 1 0 0,0 0-1 0 0,0-1 1 0 0,0 1-1 0 0,1 0 1 0 0,0-1-1 0 0,0 0 0 0 0,0 1 1 0 0,0-1-1 0 0,1 0 1 0 0,0 0-1 0 0,0 0 1 0 0,0 0-1 0 0,0-1 0 0 0,0 1 1 0 0,1-1-1 0 0,0 0 1 0 0,-1 0-1 0 0,1 0 1 0 0,0 0-1 0 0,1-1 1 0 0,-1 1-1 0 0,0-1 0 0 0,8 2 1 0 0,-7-1 71 0 0,1-1 0 0 0,-1-1 0 0 0,1 1 0 0 0,0-1 0 0 0,0 0 0 0 0,0 0 0 0 0,0-1 0 0 0,-1 1 1 0 0,1-1-1 0 0,0-1 0 0 0,0 1 0 0 0,0-1 0 0 0,0 0 0 0 0,0 0 0 0 0,-1-1 0 0 0,1 0 0 0 0,0 0 0 0 0,-1 0 0 0 0,10-5 1 0 0,-4-2-144 0 0,0 0 0 0 0,0-1 0 0 0,0 0 1 0 0,-1-1-1 0 0,-1 0 0 0 0,0 0 0 0 0,13-23 1 0 0,-15 22-383 0 0,0 0 1 0 0,-2 0 0 0 0,1-1-1 0 0,-2 0 1 0 0,1 0 0 0 0,-2 0-1 0 0,0-1 1 0 0,2-18 0 0 0,-5 31 371 0 0,0-1 0 0 0,1 0 0 0 0,-1 1 0 0 0,0-1 0 0 0,0 1 1 0 0,0-1-1 0 0,-1 0 0 0 0,1 1 0 0 0,0-1 0 0 0,-1 1 0 0 0,1-1 1 0 0,-1 1-1 0 0,0-3 0 0 0,1 4 50 0 0,-1 0 1 0 0,1 0-1 0 0,0-1 0 0 0,0 1 1 0 0,-1 0-1 0 0,1 0 0 0 0,0 0 1 0 0,-1 0-1 0 0,1 0 1 0 0,0 0-1 0 0,-1 0 0 0 0,1 0 1 0 0,0-1-1 0 0,-1 1 0 0 0,1 0 1 0 0,0 0-1 0 0,-1 1 1 0 0,1-1-1 0 0,0 0 0 0 0,-1 0 1 0 0,1 0-1 0 0,0 0 0 0 0,-1 0 1 0 0,1 0-1 0 0,0 0 0 0 0,-1 0 1 0 0,1 1-1 0 0,0-1 1 0 0,-1 0-1 0 0,1 0 0 0 0,0 0 1 0 0,0 1-1 0 0,-1-1 0 0 0,1 0 1 0 0,0 1-1 0 0,-4 2 32 0 0,0 1-1 0 0,1 0 1 0 0,0 0-1 0 0,0 0 1 0 0,0 0-1 0 0,-3 7 1 0 0,-10 22 518 0 0,-16 49 1 0 0,28-69-412 0 0,0 0-1 0 0,1 0 1 0 0,0 0-1 0 0,1 1 0 0 0,1-1 1 0 0,0 1-1 0 0,1 15 1 0 0,1-25-75 0 0,-1 0 1 0 0,1-1-1 0 0,0 1 1 0 0,1 0-1 0 0,-1-1 1 0 0,0 1 0 0 0,1-1-1 0 0,0 1 1 0 0,0-1-1 0 0,0 0 1 0 0,0 0-1 0 0,0 1 1 0 0,1-2-1 0 0,-1 1 1 0 0,1 0-1 0 0,0 0 1 0 0,0-1-1 0 0,0 0 1 0 0,0 1-1 0 0,0-1 1 0 0,1 0-1 0 0,-1-1 1 0 0,1 1-1 0 0,-1-1 1 0 0,1 1-1 0 0,0-1 1 0 0,-1 0 0 0 0,1 0-1 0 0,0-1 1 0 0,0 1-1 0 0,-1-1 1 0 0,1 0-1 0 0,0 0 1 0 0,0 0-1 0 0,0 0 1 0 0,0-1-1 0 0,-1 0 1 0 0,1 1-1 0 0,0-1 1 0 0,-1-1-1 0 0,1 1 1 0 0,0 0-1 0 0,-1-1 1 0 0,1 0-1 0 0,-1 0 1 0 0,0 0-1 0 0,0 0 1 0 0,0 0 0 0 0,0-1-1 0 0,0 1 1 0 0,3-5-1 0 0,5-7-87 0 0,0-1-1 0 0,-1 1 1 0 0,-1-2 0 0 0,0 1-1 0 0,-1-2 1 0 0,-1 1-1 0 0,0-1 1 0 0,7-29 0 0 0,-12 35-159 0 0,0 0 1 0 0,0 1 0 0 0,-2-1 0 0 0,1 0 0 0 0,-1 0-1 0 0,-3-21 1 0 0,2 26-9 0 0,0 0 0 0 0,-1-1 0 0 0,0 1 0 0 0,0 0 0 0 0,-1 0 0 0 0,0 0 0 0 0,0 0 0 0 0,0 1-1 0 0,-1-1 1 0 0,1 1 0 0 0,-1 0 0 0 0,-6-7 0 0 0,8 10 162 0 0,-1 0 0 0 0,1 0-1 0 0,-1 0 1 0 0,1 0 0 0 0,-1 0-1 0 0,0 1 1 0 0,0-1 0 0 0,0 1-1 0 0,1 0 1 0 0,-1-1 0 0 0,-1 1-1 0 0,1 1 1 0 0,0-1 0 0 0,0 0-1 0 0,0 1 1 0 0,0 0 0 0 0,-6-1-1 0 0,4 2 48 0 0,-1 0 1 0 0,1 0-1 0 0,-1 0 0 0 0,0 1 0 0 0,1 0 0 0 0,0 0 0 0 0,-1 0 1 0 0,1 0-1 0 0,-6 5 0 0 0,-4 3 42 0 0,0 1 0 0 0,0 1 0 0 0,1 0 1 0 0,1 1-1 0 0,-12 15 0 0 0,9-10-11 0 0,2 0 0 0 0,-17 30 1 0 0,27-43 65 0 0,1 0 1 0 0,0 1 0 0 0,1-1 0 0 0,-1 1 0 0 0,1 0 0 0 0,0 0 0 0 0,1-1-1 0 0,-1 1 1 0 0,1 0 0 0 0,1 1 0 0 0,-1-1 0 0 0,1 0 0 0 0,0 0 0 0 0,1 10-1 0 0,0-13-41 0 0,0 0 0 0 0,0 0 0 0 0,0 0 0 0 0,1 0 0 0 0,-1 0 0 0 0,1 0 0 0 0,0 0-1 0 0,0 0 1 0 0,0-1 0 0 0,0 1 0 0 0,0-1 0 0 0,1 1 0 0 0,-1-1 0 0 0,1 0-1 0 0,-1 0 1 0 0,1 0 0 0 0,0 0 0 0 0,0-1 0 0 0,0 1 0 0 0,0-1 0 0 0,0 0-1 0 0,0 0 1 0 0,0 0 0 0 0,1 0 0 0 0,-1 0 0 0 0,0 0 0 0 0,6-1 0 0 0,0 1-114 0 0,0-1 1 0 0,0 0 0 0 0,0 0-1 0 0,-1-1 1 0 0,1-1 0 0 0,0 1-1 0 0,-1-1 1 0 0,1-1 0 0 0,9-3-1 0 0,-7 0 75 0 0,0 0-1 0 0,-1 0 0 0 0,1-1 0 0 0,-1 0 0 0 0,-1-1 1 0 0,0 0-1 0 0,0-1 0 0 0,0 0 0 0 0,9-13 0 0 0,-13 15-20 0 0,0 0-1 0 0,0 0 0 0 0,0 0 0 0 0,-1-1 1 0 0,0 0-1 0 0,-1 0 0 0 0,0 0 0 0 0,0 0 1 0 0,0 0-1 0 0,-1-1 0 0 0,-1 1 0 0 0,1-1 1 0 0,-2 0-1 0 0,1-8 0 0 0,-1 15 0 0 0,0 0-1 0 0,0 1 1 0 0,0-1 0 0 0,0 1-1 0 0,0-1 1 0 0,0 0 0 0 0,-1 1-1 0 0,1-1 1 0 0,-1 1-1 0 0,1-1 1 0 0,-1 1 0 0 0,0-1-1 0 0,0 1 1 0 0,1 0 0 0 0,-1-1-1 0 0,0 1 1 0 0,0 0-1 0 0,0-1 1 0 0,0 1 0 0 0,-1 0-1 0 0,1 0 1 0 0,0 0 0 0 0,0 0-1 0 0,-1 0 1 0 0,1 0-1 0 0,0 1 1 0 0,-1-1 0 0 0,1 0-1 0 0,-1 1 1 0 0,1-1 0 0 0,-1 1-1 0 0,-2-1 1 0 0,2 1-2 0 0,0 0 1 0 0,0 0 0 0 0,0 1-1 0 0,0-1 1 0 0,0 0-1 0 0,0 1 1 0 0,0 0-1 0 0,0-1 1 0 0,0 1 0 0 0,1 0-1 0 0,-1 0 1 0 0,0 0-1 0 0,0 0 1 0 0,1 1 0 0 0,-1-1-1 0 0,1 0 1 0 0,-1 1-1 0 0,1-1 1 0 0,0 1 0 0 0,-1-1-1 0 0,1 1 1 0 0,0-1-1 0 0,0 1 1 0 0,0 0 0 0 0,-1 2-1 0 0,-3 9-155 0 0,0 0 0 0 0,1 1-1 0 0,1-1 1 0 0,0 0 0 0 0,1 1-1 0 0,-1 15 1 0 0,1-2-198 0 0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2.7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76 2328 0 0,'6'-7'209'0'0,"-3"2"-209"0"0,1 0 0 0 0,-3 1 0 0 0,1 2 0 0 0,0 1 0 0 0,0-1 0 0 0,1-2 0 0 0,2-3 0 0 0,2 0 0 0 0,0 0 0 0 0,0 0 0 0 0,-1 2 0 0 0,-3 2 0 0 0,1-3 0 0 0,-3 3 0 0 0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3.1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438 26 6913 0 0,'-1'-2'141'0'0,"1"1"0"0"0,-1 0 0 0 0,1-1 0 0 0,-1 1-1 0 0,0 0 1 0 0,1-1 0 0 0,-1 1 0 0 0,0 0 0 0 0,0 0-1 0 0,0 0 1 0 0,0 0 0 0 0,0 0 0 0 0,0 0-1 0 0,0 0 1 0 0,-1 0 0 0 0,1 0 0 0 0,0 0 0 0 0,0 0-1 0 0,-1 1 1 0 0,1-1 0 0 0,0 1 0 0 0,-1-1-1 0 0,1 1 1 0 0,-1-1 0 0 0,-1 1 0 0 0,-1 1-3 0 0,1-1 1 0 0,0 2-1 0 0,-1-1 0 0 0,1 0 1 0 0,0 1-1 0 0,0-1 0 0 0,0 1 1 0 0,0 0-1 0 0,0 0 1 0 0,-3 2-1 0 0,-27 23 128 0 0,1 1-1 0 0,2 1 1 0 0,-35 43 0 0 0,-1 0 259 0 0,-61 57 1010 0 0,125-128-1522 0 0,1 0-1 0 0,0 0 1 0 0,-1 0 0 0 0,1 1-1 0 0,0-1 1 0 0,0 0-1 0 0,0 0 1 0 0,0 1 0 0 0,0-1-1 0 0,0 1 1 0 0,0-1-1 0 0,1 1 1 0 0,-1-1 0 0 0,1 1-1 0 0,-1 0 1 0 0,1-1-1 0 0,-1 1 1 0 0,1 0 0 0 0,0-1-1 0 0,0 1 1 0 0,0 0-1 0 0,0-1 1 0 0,0 1 0 0 0,0 0-1 0 0,1 2 1 0 0,0-2-89 0 0,0-1 0 0 0,0 1 1 0 0,0-1-1 0 0,1 1 0 0 0,-1-1 1 0 0,1 0-1 0 0,-1 0 0 0 0,1 0 1 0 0,-1 0-1 0 0,1 0 0 0 0,0 0 0 0 0,0 0 1 0 0,-1-1-1 0 0,1 1 0 0 0,0 0 1 0 0,0-1-1 0 0,0 1 0 0 0,0-1 0 0 0,-1 0 1 0 0,1 0-1 0 0,0 0 0 0 0,2 0 1 0 0,54 2-1704 0 0,-42-3 1694 0 0,0 1 0 0 0,-1 1-1 0 0,1 0 1 0 0,-1 1 0 0 0,0 1 0 0 0,1 1-1 0 0,26 9 1 0 0,-28-7 244 0 0,-1 0 0 0 0,0 2-1 0 0,-1-1 1 0 0,0 1 0 0 0,0 1 0 0 0,0 0 0 0 0,18 20-1 0 0,-28-27-103 0 0,1 1-1 0 0,-1 0 0 0 0,0 0 0 0 0,0 1 0 0 0,0-1 1 0 0,-1 0-1 0 0,1 1 0 0 0,-1-1 0 0 0,0 1 0 0 0,0-1 0 0 0,0 1 1 0 0,0 0-1 0 0,0 0 0 0 0,-1 6 0 0 0,0-6-16 0 0,-1-1-1 0 0,0 1 1 0 0,0 0 0 0 0,0-1 0 0 0,0 1-1 0 0,0-1 1 0 0,-1 1 0 0 0,0-1 0 0 0,0 0-1 0 0,0 1 1 0 0,0-1 0 0 0,0 0-1 0 0,0-1 1 0 0,-1 1 0 0 0,0 0 0 0 0,1-1-1 0 0,-6 5 1 0 0,-124 89 1315 0 0,41-32-2614 0 0,85-59-183 0 0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3.5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 57 6913 0 0,'1'-8'282'0'0,"-1"4"-147"0"0,0 0 1 0 0,0 1 0 0 0,1-1 0 0 0,-1 1-1 0 0,1-1 1 0 0,0 0 0 0 0,0 1 0 0 0,1 0-1 0 0,-1-1 1 0 0,1 1 0 0 0,-1 0 0 0 0,3-4-1 0 0,-6 37 2946 0 0,-18 59-637 0 0,9-45-940 0 0,-6 58 0 0 0,-3 159 601 0 0,17-149-7676 0 0,3-62-453 0 0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4.4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362 155 2761 0 0,'-4'-12'629'0'0,"0"-3"227"0"0,-1 0 1 0 0,-1 1 0 0 0,0-1-1 0 0,-1 1 1 0 0,-13-20 0 0 0,18 32-794 0 0,-1-1-1 0 0,1 0 1 0 0,0 0 0 0 0,-1 1 0 0 0,0-1-1 0 0,1 1 1 0 0,-1 0 0 0 0,0 0-1 0 0,0 0 1 0 0,-1 0 0 0 0,1 0 0 0 0,0 1-1 0 0,0 0 1 0 0,-1-1 0 0 0,1 1-1 0 0,-1 0 1 0 0,1 1 0 0 0,-1-1 0 0 0,1 1-1 0 0,-1-1 1 0 0,0 1 0 0 0,1 0-1 0 0,-1 0 1 0 0,1 1 0 0 0,-1-1 0 0 0,0 1-1 0 0,1 0 1 0 0,-1 0 0 0 0,1 0 0 0 0,-5 2-1 0 0,-3 2 70 0 0,-1 1 0 0 0,1 1 0 0 0,0-1 1 0 0,0 2-1 0 0,1 0 0 0 0,-1 0 0 0 0,2 1 0 0 0,0 0 0 0 0,0 0 0 0 0,-15 22 0 0 0,11-14 243 0 0,2 1-1 0 0,0 1 0 0 0,1 0 1 0 0,1 0-1 0 0,-13 40 1 0 0,22-57-359 0 0,-1 1 0 0 0,1 0 0 0 0,0-1 0 0 0,0 1 0 0 0,0-1 0 0 0,0 1 0 0 0,0 0-1 0 0,0-1 1 0 0,1 1 0 0 0,-1-1 0 0 0,1 1 0 0 0,0-1 0 0 0,-1 1 0 0 0,1-1 0 0 0,1 1 0 0 0,-1-1 0 0 0,0 0 0 0 0,0 0 0 0 0,1 0 0 0 0,-1 1 0 0 0,1-1 0 0 0,0-1 0 0 0,0 1 0 0 0,0 0 0 0 0,0 0 0 0 0,0-1 0 0 0,3 3 0 0 0,8 4 108 0 0,0 0 1 0 0,1-1-1 0 0,24 10 0 0 0,-14-7-71 0 0,1 1-97 0 0,0 1-1 0 0,-1 2 1 0 0,0 0-1 0 0,-1 2 0 0 0,22 19 1 0 0,-39-30 25 0 0,0 1 0 0 0,-1 0 0 0 0,1 1 0 0 0,-1-1 0 0 0,-1 1 0 0 0,1 0 0 0 0,-1 0 0 0 0,-1 0 0 0 0,5 12 0 0 0,-6-13 13 0 0,-1-1-1 0 0,0 1 1 0 0,0 0-1 0 0,0 0 1 0 0,-1 0-1 0 0,0 0 1 0 0,0 0-1 0 0,0 0 1 0 0,-1-1-1 0 0,0 1 1 0 0,0 0-1 0 0,0 0 1 0 0,-1-1-1 0 0,-4 10 0 0 0,3-8 64 0 0,-1 0-1 0 0,1-1 1 0 0,-2 1-1 0 0,1-1 1 0 0,-1 0-1 0 0,1 0 0 0 0,-2-1 1 0 0,1 1-1 0 0,-1-1 1 0 0,1-1-1 0 0,-1 1 1 0 0,-1-1-1 0 0,-10 7 0 0 0,-7 0-226 0 0,0-1 0 0 0,-41 12 0 0 0,16-6-3228 0 0,37-13-930 0 0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5.2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24 112 3225 0 0,'50'-46'-805'0'0,"3"-3"6512"0"0,-52 47-5603 0 0,0 1-1 0 0,1 0 0 0 0,-1-1 1 0 0,0 1-1 0 0,1 0 1 0 0,-1 0-1 0 0,1 0 1 0 0,-1 0-1 0 0,1 0 1 0 0,-1 0-1 0 0,1 0 0 0 0,0 1 1 0 0,-1-1-1 0 0,1 1 1 0 0,0-1-1 0 0,-1 1 1 0 0,1-1-1 0 0,0 1 1 0 0,0 0-1 0 0,0 0 0 0 0,2 0 1 0 0,-3 1-37 0 0,0 0 0 0 0,0-1 0 0 0,0 1 0 0 0,0 0 1 0 0,0 0-1 0 0,0 0 0 0 0,0 0 0 0 0,0 0 0 0 0,0 0 0 0 0,0 0 0 0 0,-1 0 0 0 0,1 0 1 0 0,0 0-1 0 0,-1 1 0 0 0,1-1 0 0 0,-1 0 0 0 0,1 0 0 0 0,-1 1 0 0 0,1-1 1 0 0,-1 0-1 0 0,0 1 0 0 0,0-1 0 0 0,0 0 0 0 0,0 1 0 0 0,0-1 0 0 0,0 0 0 0 0,0 3 1 0 0,-1 10-87 0 0,-1 1 0 0 0,0-1 0 0 0,0 0 0 0 0,-1 0 0 0 0,-1 0 0 0 0,-8 18 0 0 0,-40 79-137 0 0,37-81 159 0 0,-60 120 2764 0 0,64-136 617 0 0,29-17-2057 0 0,34-9-1088 0 0,126-22-1437 0 0,-151 31-5443 0 0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6.3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292 70 10138 0 0,'-2'-17'1069'0'0,"1"10"-978"0"0,1 2-1 0 0,-1-1 1 0 0,0 0 0 0 0,0 0-1 0 0,-3-7 1 0 0,4 12-96 0 0,-1 1 0 0 0,1-1 1 0 0,0 1-1 0 0,0-1 0 0 0,-1 1 1 0 0,1-1-1 0 0,-1 1 0 0 0,1-1 1 0 0,0 1-1 0 0,-1-1 0 0 0,1 1 0 0 0,-1-1 1 0 0,1 1-1 0 0,-1 0 0 0 0,1-1 1 0 0,-1 1-1 0 0,1 0 0 0 0,-1-1 0 0 0,0 1 1 0 0,1 0-1 0 0,-1 0 0 0 0,0-1 1 0 0,0 2-8 0 0,-1-1 1 0 0,1 0 0 0 0,0 0-1 0 0,0 0 1 0 0,0 1 0 0 0,0-1-1 0 0,-1 1 1 0 0,1-1 0 0 0,0 1 0 0 0,0-1-1 0 0,0 1 1 0 0,0 0 0 0 0,0-1-1 0 0,0 1 1 0 0,0 0 0 0 0,0 1-1 0 0,-32 29-777 0 0,2 2 0 0 0,-28 38 0 0 0,31-33 2217 0 0,-43 78 0 0 0,66-106-1083 0 0,1-1 1 0 0,-1 1-1 0 0,2 0 1 0 0,-1 0 0 0 0,1 0-1 0 0,-2 15 1 0 0,5-21-297 0 0,-1-1 0 0 0,1 1 0 0 0,0-1 0 0 0,0 0 0 0 0,1 1 0 0 0,-1-1 0 0 0,1 0 1 0 0,-1 1-1 0 0,1-1 0 0 0,0 0 0 0 0,0 0 0 0 0,1 0 0 0 0,-1 1 0 0 0,1-1 0 0 0,-1 0 0 0 0,1-1 0 0 0,0 1 0 0 0,0 0 0 0 0,0-1 0 0 0,0 1 0 0 0,1-1 0 0 0,-1 1 0 0 0,6 3 0 0 0,19 11-223 0 0,53 25 1 0 0,-51-29 58 0 0,-1 2 0 0 0,26 18 0 0 0,-23-10 193 0 0,0 1-1 0 0,27 28 0 0 0,-50-45-52 0 0,-1 1-1 0 0,-1 0 1 0 0,1 0 0 0 0,-1 0-1 0 0,0 0 1 0 0,-1 1-1 0 0,0 0 1 0 0,0 0-1 0 0,-1 1 1 0 0,-1-1 0 0 0,1 1-1 0 0,-1 0 1 0 0,1 10-1 0 0,-3-15 81 0 0,-1 1 0 0 0,0-1 0 0 0,-1 0-1 0 0,1 0 1 0 0,-1 1 0 0 0,0-1 0 0 0,0 0-1 0 0,0 0 1 0 0,-1 0 0 0 0,0 0 0 0 0,0 0-1 0 0,0-1 1 0 0,-4 6 0 0 0,1-2 78 0 0,-1 0-1 0 0,0 0 1 0 0,0-1 0 0 0,-1 0-1 0 0,0 0 1 0 0,-12 9 0 0 0,-4 0-371 0 0,-1-2 0 0 0,-1 0 0 0 0,-48 20 0 0 0,-6-4-4326 0 0,53-21-367 0 0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6.6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18 4289 0 0,'0'0'0'0'0,"0"1"0"0"0,-1-1 0 0 0,1-1 0 0 0,-2-1 0 0 0,5-3-80 0 0,3-6 80 0 0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7.3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111 115 6913 0 0,'-3'1'-95'0'0,"1"1"-1"0"0,0-1 0 0 0,0 0 0 0 0,-1 0 0 0 0,1 0 0 0 0,-1 0 0 0 0,1 0 0 0 0,-1 0 0 0 0,1-1 0 0 0,-1 1 1 0 0,1-1-1 0 0,-1 1 0 0 0,1-1 0 0 0,-1 0 0 0 0,0 0 0 0 0,1-1 0 0 0,-1 1 0 0 0,1 0 0 0 0,-1-1 0 0 0,0 1 0 0 0,1-1 1 0 0,-3-1-1 0 0,3 2 39 0 0,0-1 0 0 0,1 1 0 0 0,-1 0 0 0 0,0 0 0 0 0,1 0 0 0 0,-1 1 0 0 0,0-1 0 0 0,1 0 0 0 0,-1 0 0 0 0,0 1 0 0 0,1-1 1 0 0,-1 1-1 0 0,1 0 0 0 0,-3 1 0 0 0,-19 13 4371 0 0,32-22-3440 0 0,0 0 0 0 0,0 1 0 0 0,1 0-1 0 0,16-8 1 0 0,12-7-167 0 0,-16 8-286 0 0,1 0 1 0 0,0 1-1 0 0,1 1 0 0 0,0 1 0 0 0,34-9 0 0 0,-55 19-413 0 0,0-1-1 0 0,-1 0 1 0 0,1 1-1 0 0,-1 0 1 0 0,1 0-1 0 0,0-1 0 0 0,-1 2 1 0 0,1-1-1 0 0,0 0 1 0 0,-1 0-1 0 0,1 1 1 0 0,-1-1-1 0 0,1 1 1 0 0,-1 0-1 0 0,1 0 0 0 0,-1 0 1 0 0,1 0-1 0 0,-1 0 1 0 0,0 1-1 0 0,0-1 1 0 0,4 4-1 0 0,-3-2-35 0 0,0 0 0 0 0,-1 1-1 0 0,1 0 1 0 0,-1-1 0 0 0,0 1 0 0 0,-1 0-1 0 0,1 0 1 0 0,0 0 0 0 0,-1 0 0 0 0,0 0-1 0 0,0 0 1 0 0,1 6 0 0 0,-1 7-139 0 0,0 0 1 0 0,-1 0-1 0 0,-1-1 1 0 0,0 1-1 0 0,-8 32 0 0 0,2-19 131 0 0,-2 1-1 0 0,-2-1 1 0 0,0-1-1 0 0,-21 39 1 0 0,30-65 47 0 0,-1 1 46 0 0,1 0 0 0 0,0 0 1 0 0,0 1-1 0 0,0-1 0 0 0,0 1 1 0 0,-2 9-1 0 0,7-15-34 0 0,0 0-1 0 0,0 0 1 0 0,-1 0 0 0 0,1 0 0 0 0,-1 0 0 0 0,1-1 0 0 0,-1 1 0 0 0,4-4-1 0 0,-5 5-27 0 0,2-2-8 0 0,0 0-1 0 0,1 0 1 0 0,-1 1 0 0 0,0 0 0 0 0,0-1-1 0 0,1 1 1 0 0,-1 0 0 0 0,1 1 0 0 0,-1-1-1 0 0,1 1 1 0 0,-1-1 0 0 0,1 1 0 0 0,-1 0-1 0 0,1 0 1 0 0,-1 1 0 0 0,1-1 0 0 0,-1 1-1 0 0,5 1 1 0 0,-2 0 2 0 0,-1 0-1 0 0,1 1 1 0 0,-1 0-1 0 0,0 0 1 0 0,0 0-1 0 0,0 0 1 0 0,0 1-1 0 0,-1 0 1 0 0,1 0-1 0 0,4 6 1 0 0,-3-2 8 0 0,0-1 0 0 0,0 1 0 0 0,-1 0 0 0 0,0 0 0 0 0,-1 0 0 0 0,1 1 1 0 0,-2-1-1 0 0,1 1 0 0 0,-1 0 0 0 0,-1 0 0 0 0,1 0 0 0 0,-2 1 0 0 0,2 16 0 0 0,-4-16 70 0 0,-1 0 0 0 0,0 0-1 0 0,0 0 1 0 0,-1-1 0 0 0,0 1 0 0 0,-1-1 0 0 0,0 0-1 0 0,-1 0 1 0 0,0 0 0 0 0,0-1 0 0 0,0 1-1 0 0,-9 8 1 0 0,-8 9 360 0 0,-2-1-1 0 0,-32 26 0 0 0,14-19-1735 0 0,22-17-4226 0 0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1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364 14 5065 0 0,'-2'-1'158'0'0,"1"-1"1"0"0,-1 1-1 0 0,1 0 0 0 0,-1 0 1 0 0,0 0-1 0 0,1 0 0 0 0,-1 0 1 0 0,0 0-1 0 0,0 0 0 0 0,0 1 1 0 0,1-1-1 0 0,-1 1 0 0 0,0-1 1 0 0,0 1-1 0 0,0 0 1 0 0,0 0-1 0 0,0-1 0 0 0,-3 2 1 0 0,0-1 44 0 0,1 1 1 0 0,-1 0 0 0 0,1 0-1 0 0,0 1 1 0 0,0-1 0 0 0,-1 1-1 0 0,-6 4 1 0 0,-3 3 7 0 0,1 0 0 0 0,0 1-1 0 0,-15 15 1 0 0,12-7 156 0 0,0 1-1 0 0,1 0 1 0 0,2 1-1 0 0,0 1 1 0 0,0 0-1 0 0,2 0 1 0 0,1 1-1 0 0,1 1 1 0 0,-9 32-1 0 0,17-53-319 0 0,0 0-1 0 0,1 0 1 0 0,-1 0 0 0 0,1 0-1 0 0,-1 0 1 0 0,1 0 0 0 0,0 1-1 0 0,0-1 1 0 0,0 0 0 0 0,0 0-1 0 0,0 0 1 0 0,1 0 0 0 0,-1 0 0 0 0,0 0-1 0 0,1 0 1 0 0,0 1 0 0 0,-1-1-1 0 0,1 0 1 0 0,0-1 0 0 0,0 1-1 0 0,0 0 1 0 0,1 0 0 0 0,-1 0-1 0 0,0-1 1 0 0,1 1 0 0 0,-1 0-1 0 0,1-1 1 0 0,-1 1 0 0 0,1-1-1 0 0,0 0 1 0 0,-1 0 0 0 0,1 0-1 0 0,0 1 1 0 0,0-1 0 0 0,0-1-1 0 0,0 1 1 0 0,2 1 0 0 0,9 1-39 0 0,-1 0 0 0 0,1-1 0 0 0,1 0 0 0 0,-1 0 0 0 0,14-2 0 0 0,4 2 34 0 0,-14 0-65 0 0,0 0-1 0 0,0 2 1 0 0,0 0-1 0 0,-1 1 1 0 0,0 0-1 0 0,21 11 1 0 0,-31-13 19 0 0,0 0 1 0 0,0 0 0 0 0,0 1-1 0 0,-1 0 1 0 0,1 0 0 0 0,-1 0-1 0 0,0 1 1 0 0,0 0-1 0 0,-1 0 1 0 0,0 0 0 0 0,1 0-1 0 0,-2 1 1 0 0,1 0 0 0 0,-1 0-1 0 0,0 0 1 0 0,0 0-1 0 0,0 0 1 0 0,-1 0 0 0 0,2 8-1 0 0,-4-9 6 0 0,1-1 0 0 0,-1 0-1 0 0,-1 0 1 0 0,1 0-1 0 0,-1 0 1 0 0,1 0 0 0 0,-1 0-1 0 0,0 0 1 0 0,0-1-1 0 0,-1 1 1 0 0,1 0 0 0 0,-1 0-1 0 0,0-1 1 0 0,0 1-1 0 0,0-1 1 0 0,0 1 0 0 0,-1-1-1 0 0,1 0 1 0 0,-1 0 0 0 0,-5 4-1 0 0,-7 7 48 0 0,0-2 0 0 0,-32 21 0 0 0,40-29-34 0 0,-12 9 51 0 0,-1-1 0 0 0,0 0-1 0 0,-1-2 1 0 0,-1-1 0 0 0,1 0 0 0 0,-1-2-1 0 0,0 0 1 0 0,-1-2 0 0 0,0 0-1 0 0,0-2 1 0 0,-28 2 0 0 0,30-3-39 0 0,18-1-330 0 0,0 0 0 0 0,0-1-1 0 0,0 1 1 0 0,-1-1 0 0 0,1 0-1 0 0,0 0 1 0 0,0 0-1 0 0,0 0 1 0 0,-6-2 0 0 0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5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153 1 10594 0 0,'-1'0'157'0'0,"0"0"-1"0"0,0 0 1 0 0,0 0-1 0 0,0 0 0 0 0,-1 0 1 0 0,1 0-1 0 0,0 0 1 0 0,0 0-1 0 0,0 1 0 0 0,0-1 1 0 0,0 0-1 0 0,0 1 1 0 0,-1-1-1 0 0,1 1 0 0 0,0-1 1 0 0,0 1-1 0 0,0 0 1 0 0,0-1-1 0 0,-1 3 1 0 0,-21 24 921 0 0,-11 41-840 0 0,31-61 0 0 0,-18 35 237 0 0,14-29-495 0 0,0 0 1 0 0,0 0-1 0 0,1 1 1 0 0,1 0-1 0 0,1 0 1 0 0,0 0 0 0 0,0 1-1 0 0,-1 14 1 0 0,5-26 29 0 0,0 0 0 0 0,1 0 1 0 0,-1-1-1 0 0,0 1 1 0 0,1 0-1 0 0,0 0 0 0 0,-1-1 1 0 0,1 1-1 0 0,0-1 1 0 0,0 1-1 0 0,1-1 1 0 0,-1 1-1 0 0,0-1 0 0 0,1 1 1 0 0,0-1-1 0 0,-1 0 1 0 0,1 0-1 0 0,2 2 0 0 0,0-1 80 0 0,0-1-1 0 0,0 1 0 0 0,0-1 0 0 0,0 1 1 0 0,0-2-1 0 0,0 1 0 0 0,0 0 0 0 0,1-1 1 0 0,-1 1-1 0 0,6 0 0 0 0,1-1 235 0 0,1 0-1 0 0,-1 0 1 0 0,1-1-1 0 0,0 0 1 0 0,-1-1-1 0 0,1 0 1 0 0,20-6-1 0 0,-3-1-1325 0 0,34-16 0 0 0,-47 16-167 0 0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9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114 1 1840 0 0,'-18'13'14839'0'0,"18"-5"-17127"0"0,-1 23 2895 0 0,-1 0 1 0 0,-2 0-1 0 0,-1-1 1 0 0,-2 1-1 0 0,-11 33 1 0 0,-6 27-467 0 0,-5 92-2748 0 0,23-134-3073 0 0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0.6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1 0 4145 0 0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1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314 56 4577 0 0,'0'-3'83'0'0,"0"1"0"0"0,0-1 0 0 0,0 1 0 0 0,-1-1 0 0 0,1 1 0 0 0,-1-1 0 0 0,0 1 0 0 0,1 0 1 0 0,-1-1-1 0 0,0 1 0 0 0,-1 0 0 0 0,1-1 0 0 0,0 1 0 0 0,-1 0 0 0 0,1 0 0 0 0,-1 0 0 0 0,1 0 0 0 0,-1 1 0 0 0,0-1 0 0 0,-2-1 0 0 0,2 2-15 0 0,1 0 0 0 0,-1 0 0 0 0,0 0 0 0 0,0 0 0 0 0,0 0 0 0 0,1 1-1 0 0,-1-1 1 0 0,0 1 0 0 0,0 0 0 0 0,0-1 0 0 0,0 1 0 0 0,0 0 0 0 0,0 0-1 0 0,0 0 1 0 0,0 1 0 0 0,0-1 0 0 0,0 0 0 0 0,0 1 0 0 0,0-1 0 0 0,1 1 0 0 0,-1 0-1 0 0,0-1 1 0 0,0 1 0 0 0,0 0 0 0 0,1 0 0 0 0,-3 2 0 0 0,-14 10 143 0 0,1 1 0 0 0,1 0-1 0 0,0 2 1 0 0,-25 32 0 0 0,-46 76 1703 0 0,85-122-1833 0 0,0 1 0 0 0,0 0 0 0 0,1-1 0 0 0,-1 1 0 0 0,1 0-1 0 0,0 0 1 0 0,-1 0 0 0 0,2 0 0 0 0,-1 1 0 0 0,0-1 0 0 0,0 0 0 0 0,1 0-1 0 0,0 0 1 0 0,0 1 0 0 0,0-1 0 0 0,0 0 0 0 0,0 0 0 0 0,1 1 0 0 0,-1-1-1 0 0,1 0 1 0 0,0 0 0 0 0,0 0 0 0 0,1 3 0 0 0,1-1-80 0 0,0 0 0 0 0,1-1 0 0 0,-1 1 0 0 0,1-1 0 0 0,0 0 1 0 0,0 0-1 0 0,0-1 0 0 0,1 1 0 0 0,-1-1 0 0 0,1 0 0 0 0,0 0 0 0 0,8 4 0 0 0,-3-2 158 0 0,112 62 194 0 0,-110-59-373 0 0,0 1-1 0 0,0 0 1 0 0,-1 0-1 0 0,-1 1 1 0 0,1 1-1 0 0,-2 0 1 0 0,13 17 0 0 0,-20-26 19 0 0,-1 0 1 0 0,0 0 0 0 0,1 0 0 0 0,-1 0 0 0 0,0 1 0 0 0,0-1 0 0 0,0 0 0 0 0,0 1 0 0 0,-1-1 0 0 0,1 0-1 0 0,-1 1 1 0 0,1-1 0 0 0,-1 1 0 0 0,0-1 0 0 0,0 1 0 0 0,0-1 0 0 0,0 0 0 0 0,0 1 0 0 0,-1-1-1 0 0,1 1 1 0 0,-1-1 0 0 0,1 1 0 0 0,-1-1 0 0 0,-1 3 0 0 0,-1-1 19 0 0,-1 1 1 0 0,1-1-1 0 0,-1 0 1 0 0,0-1 0 0 0,0 1-1 0 0,0-1 1 0 0,0 1-1 0 0,0-1 1 0 0,-1 0-1 0 0,-6 3 1 0 0,-10 5 209 0 0,-1 0 0 0 0,0-2 1 0 0,0 0-1 0 0,-25 6 1 0 0,37-13-517 0 0,0 1 1 0 0,0-1 0 0 0,0-1-1 0 0,0 0 1 0 0,-1-1 0 0 0,1 0-1 0 0,0 0 1 0 0,0-1 0 0 0,0 0-1 0 0,0-1 1 0 0,0 0 0 0 0,-12-4-1 0 0,15 2-1193 0 0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5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83 2761 0 0,'-30'-10'1860'0'0,"30"10"-1794"0"0,0 0 0 0 0,0 0 0 0 0,0 0 0 0 0,-1 0 0 0 0,1-1 66 0 0,0 1-66 0 0,0 0 0 0 0,0 0 0 0 0,0 0 0 0 0,-1 0 0 0 0,1-1 0 0 0,0 1 0 0 0,0 0 0 0 0,0 0 0 0 0,0 0 0 0 0,0-1 0 0 0,0 1 0 0 0,0 0 0 0 0,0 0 0 0 0,0 0 0 0 0,0-1 0 0 0,0 1 0 0 0,0 0 0 0 0,0 0 0 0 0,0 0 0 0 0,0-1 0 0 0,0 1 0 0 0,0 0 0 0 0,0 0 0 0 0,0 0 0 0 0,0-1 0 0 0,0 1 0 0 0,0 0 0 0 0,0 0 0 0 0,0 0 0 0 0,0-1 0 0 0,1 1 0 0 0,15-10 1565 0 0,18-1-990 0 0,0 2-1 0 0,1 0 1 0 0,54-4 0 0 0,-14 2-3425 0 0,-61 9-916 0 0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9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88 18 1840 0 0,'-3'0'-263'0'0,"2"0"345"0"0,1 0 1 0 0,-1 0-1 0 0,0 0 0 0 0,1 0 1 0 0,-1 0-1 0 0,1-1 0 0 0,-1 1 1 0 0,1 0-1 0 0,-1 0 0 0 0,1 0 0 0 0,-1 0 1 0 0,1-1-1 0 0,-1 1 0 0 0,1 0 1 0 0,-1-1-1 0 0,1 1 0 0 0,0 0 1 0 0,-1-1-1 0 0,1 1 0 0 0,-1 0 1 0 0,1-1-1 0 0,0 1 0 0 0,-1-1 0 0 0,1 1 1 0 0,0-1-1 0 0,0 1 0 0 0,-1-1 1 0 0,1 1-1 0 0,0-1 0 0 0,0 1 1 0 0,0-1-1 0 0,-1 1 0 0 0,1-1 0 0 0,0 1 1 0 0,0-1-1 0 0,0 1 0 0 0,0-1 1 0 0,0 1-1 0 0,0-1 0 0 0,0 1 1 0 0,0-1-1 0 0,1 0 0 0 0,-1 0 226 0 0,-1 7-213 0 0,-3 12 20 0 0,0-1 0 0 0,-2-1 0 0 0,0 1 1 0 0,-9 18-1 0 0,4-10 1457 0 0,-12 37 0 0 0,23-61-1467 0 0,0 0-1 0 0,-1 0 0 0 0,1 0 0 0 0,0 0 0 0 0,0 0 0 0 0,0 0 1 0 0,-1 0-1 0 0,1 0 0 0 0,0 0 0 0 0,1 0 0 0 0,-1 0 1 0 0,0 0-1 0 0,0 0 0 0 0,0 0 0 0 0,1 0 0 0 0,-1 0 1 0 0,0 0-1 0 0,1 0 0 0 0,-1 0 0 0 0,1 0 0 0 0,-1 0 1 0 0,1 0-1 0 0,-1 0 0 0 0,1-1 0 0 0,1 3 0 0 0,0-2 1 0 0,0 0-1 0 0,0 0 1 0 0,-1 0-1 0 0,1 0 1 0 0,0 0-1 0 0,0-1 1 0 0,1 1-1 0 0,-1-1 0 0 0,0 1 1 0 0,0-1-1 0 0,4 1 1 0 0,8-1-27 0 0,-1-1 1 0 0,0 0-1 0 0,17-4 1 0 0,-22 4-76 0 0,5-2-93 0 0,0 1 0 0 0,0 1 0 0 0,1 0 0 0 0,-1 1 0 0 0,0 1 1 0 0,1 0-1 0 0,23 5 0 0 0,-33-5 66 0 0,1 0 1 0 0,-1 1 0 0 0,0 0-1 0 0,0-1 1 0 0,-1 1 0 0 0,1 1-1 0 0,0-1 1 0 0,-1 0 0 0 0,1 1-1 0 0,-1 0 1 0 0,0 0 0 0 0,0 0-1 0 0,0 0 1 0 0,0 0-1 0 0,-1 1 1 0 0,1-1 0 0 0,-1 1-1 0 0,0-1 1 0 0,0 1 0 0 0,0 0-1 0 0,0 0 1 0 0,-1 0 0 0 0,1 0-1 0 0,-1 0 1 0 0,0 1 0 0 0,-1-1-1 0 0,1 0 1 0 0,0 6 0 0 0,-1-7 72 0 0,-1 0 0 0 0,1 1 0 0 0,-1-1 0 0 0,1 0 0 0 0,-1 0 1 0 0,0 0-1 0 0,0 0 0 0 0,0 0 0 0 0,-1 0 0 0 0,1 0 0 0 0,-1 0 0 0 0,1-1 1 0 0,-1 1-1 0 0,0 0 0 0 0,0-1 0 0 0,0 1 0 0 0,0-1 0 0 0,-1 0 0 0 0,1 0 1 0 0,-1 0-1 0 0,1 0 0 0 0,-6 3 0 0 0,-7 4 456 0 0,-1-1 1 0 0,-32 13-1 0 0,31-14-395 0 0,-44 15-1710 0 0,43-15-3205 0 0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3.4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285 49 456 0 0,'5'-8'-41'0'0,"-3"4"373"0"0,0 0-1 0 0,0 0 1 0 0,0 0-1 0 0,-1 0 1 0 0,1 0-1 0 0,-1 0 1 0 0,1-9-1 0 0,-26 32 437 0 0,-69 66 4317 0 0,53-50-3424 0 0,1 1 0 0 0,-47 58 0 0 0,83-92-1584 0 0,1 1 0 0 0,0 0 0 0 0,0-1 0 0 0,1 1 0 0 0,-1 0 0 0 0,0 0 0 0 0,1 0 0 0 0,0 0 0 0 0,0 1 0 0 0,0-1 0 0 0,0 0 0 0 0,0 0 1 0 0,1 1-1 0 0,-1 3 0 0 0,2-6-35 0 0,-1 1 0 0 0,1 0 1 0 0,-1-1-1 0 0,1 1 0 0 0,0-1 1 0 0,-1 1-1 0 0,1-1 0 0 0,0 1 1 0 0,0-1-1 0 0,0 1 0 0 0,0-1 1 0 0,1 0-1 0 0,-1 0 0 0 0,0 1 1 0 0,0-1-1 0 0,1 0 0 0 0,-1 0 1 0 0,1 0-1 0 0,-1-1 0 0 0,1 1 1 0 0,-1 0-1 0 0,1 0 0 0 0,0-1 1 0 0,-1 1-1 0 0,1-1 0 0 0,0 0 1 0 0,-1 1-1 0 0,1-1 0 0 0,2 0 1 0 0,19 4 149 0 0,0-2-1 0 0,42 0 1 0 0,-40-2-40 0 0,0 0 1 0 0,33 7-1 0 0,-44-5-299 0 0,74 18-663 0 0,-80-17 766 0 0,0-1-1 0 0,-1 1 1 0 0,0 0-1 0 0,1 1 1 0 0,-1 0-1 0 0,0 0 1 0 0,-1 0-1 0 0,11 9 0 0 0,-15-11 32 0 0,-1 0 0 0 0,0 0-1 0 0,0 0 1 0 0,-1 0-1 0 0,1-1 1 0 0,0 1-1 0 0,-1 0 1 0 0,1 0-1 0 0,-1 0 1 0 0,1 0-1 0 0,-1 1 1 0 0,0-1 0 0 0,0 0-1 0 0,0 0 1 0 0,0 0-1 0 0,0 0 1 0 0,0 0-1 0 0,-1 0 1 0 0,1 0-1 0 0,-1 0 1 0 0,0 0-1 0 0,1 0 1 0 0,-1 0 0 0 0,0 0-1 0 0,0-1 1 0 0,0 1-1 0 0,0 0 1 0 0,0 0-1 0 0,-3 2 1 0 0,-2 5-28 0 0,0-1 1 0 0,-1 0-1 0 0,0-1 0 0 0,-13 12 1 0 0,-22 12-96 0 0,-1-2 1 0 0,-85 42-1 0 0,-44 28-4220 0 0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4.0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244 48 3225 0 0,'-1'-2'54'0'0,"0"1"0"0"0,1 0 0 0 0,-1 0 0 0 0,1-1 0 0 0,0 1 0 0 0,-1 0 0 0 0,1-1 0 0 0,0 1 0 0 0,0-1 0 0 0,-1 1 0 0 0,1 0 0 0 0,0-1 0 0 0,1 1 0 0 0,-1-3 0 0 0,0 3 78 0 0,1 0 0 0 0,-1 0 0 0 0,0 0 0 0 0,0 0 1 0 0,0 0-1 0 0,0 0 0 0 0,0 0 0 0 0,0 0 0 0 0,0 1 0 0 0,0-1 1 0 0,0 0-1 0 0,0 0 0 0 0,0 0 0 0 0,-1 0 0 0 0,1 0 0 0 0,0 0 0 0 0,-1 0 1 0 0,1 0-1 0 0,-1 1 0 0 0,1-1 0 0 0,-1 0 0 0 0,1 0 0 0 0,-1 1 1 0 0,1-1-1 0 0,-1 0 0 0 0,0 0 0 0 0,-1 2 12 0 0,0 0 0 0 0,0 0-1 0 0,0 0 1 0 0,0 1 0 0 0,1-1 0 0 0,-1 1 0 0 0,0-1 0 0 0,1 1-1 0 0,0 0 1 0 0,-1-1 0 0 0,1 1 0 0 0,0 0 0 0 0,0 0 0 0 0,0 0-1 0 0,0 0 1 0 0,-1 2 0 0 0,-1 2 181 0 0,-15 25 341 0 0,0 0 0 0 0,3 1-1 0 0,0 1 1 0 0,3 1 0 0 0,0 0 0 0 0,-11 62 0 0 0,20-80-448 0 0,2 1-1 0 0,0 25 1 0 0,1-35-238 0 0,0 0 0 0 0,1-1 0 0 0,0 1 0 0 0,0 0 0 0 0,1-1 0 0 0,0 1 0 0 0,0-1 0 0 0,6 12 0 0 0,-7-16-2 0 0,1 0-1 0 0,-1-1 1 0 0,1 1-1 0 0,-1-1 1 0 0,1 0-1 0 0,0 1 1 0 0,0-1-1 0 0,-1 0 1 0 0,1 0-1 0 0,0 0 1 0 0,0 0-1 0 0,0-1 1 0 0,0 1-1 0 0,0 0 1 0 0,0-1-1 0 0,0 1 1 0 0,0-1-1 0 0,1 0 1 0 0,-1 0-1 0 0,0 0 1 0 0,0 0-1 0 0,0 0 1 0 0,0 0-1 0 0,0 0 1 0 0,0-1-1 0 0,0 1 1 0 0,0-1-1 0 0,1 0 1 0 0,-2 1-1 0 0,1-1 1 0 0,3-1 0 0 0,5-2 103 0 0,-1-1 1 0 0,1 0 0 0 0,-1 0 0 0 0,16-13 0 0 0,-3-1-346 0 0,-2 0-1 0 0,0-2 1 0 0,-2 0 0 0 0,19-27 0 0 0,-36 46 178 0 0,1 0 1 0 0,-1 0-1 0 0,0 0 0 0 0,1 0 0 0 0,-1 0 0 0 0,0 0 0 0 0,0 0 0 0 0,-1 0 0 0 0,1 0 0 0 0,0-1 1 0 0,-1 1-1 0 0,1 0 0 0 0,-1 0 0 0 0,0-3 0 0 0,0 4 44 0 0,-1 0-1 0 0,1 0 1 0 0,0 1-1 0 0,-1-1 1 0 0,0 0 0 0 0,1 0-1 0 0,-1 1 1 0 0,1-1-1 0 0,-1 0 1 0 0,0 1-1 0 0,1-1 1 0 0,-1 0 0 0 0,0 1-1 0 0,0-1 1 0 0,0 1-1 0 0,1-1 1 0 0,-1 1 0 0 0,0 0-1 0 0,0-1 1 0 0,0 1-1 0 0,0 0 1 0 0,0 0-1 0 0,0 0 1 0 0,0-1 0 0 0,0 1-1 0 0,0 0 1 0 0,1 0-1 0 0,-1 0 1 0 0,0 1 0 0 0,0-1-1 0 0,0 0 1 0 0,0 0-1 0 0,0 0 1 0 0,0 1-1 0 0,-1-1 1 0 0,-20 4-196 0 0,0 0 0 0 0,1 2 0 0 0,-1 0 0 0 0,-33 16 0 0 0,-78 46-671 0 0,104-50 640 0 0,2 1-150 0 0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5.6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259 101 6449 0 0,'-11'4'718'0'0,"11"-2"-1136"0"0,4-3-978 0 0,45-41 1164 0 0,-38 30 1042 0 0,2 1 0 0 0,-1 1 0 0 0,1 0 0 0 0,20-11 0 0 0,-34 25-398 0 0,0-1 0 0 0,-1 1 0 0 0,1-1 0 0 0,-1 1 0 0 0,1-1 0 0 0,-1 1 0 0 0,-3 3 0 0 0,-278 343 828 0 0,278-345-1140 0 0,1 0 0 0 0,0 1-1 0 0,1-1 1 0 0,-1 1 0 0 0,1 0 0 0 0,-3 9 0 0 0,5-13-71 0 0,1-1-1 0 0,-1 1 1 0 0,1 0 0 0 0,0-1 0 0 0,-1 1 0 0 0,1 0 0 0 0,0 0 0 0 0,1-1 0 0 0,-1 1-1 0 0,0 0 1 0 0,0 0 0 0 0,1-1 0 0 0,-1 1 0 0 0,1 0 0 0 0,-1-1 0 0 0,1 1 0 0 0,0 0 0 0 0,-1-1-1 0 0,1 1 1 0 0,0-1 0 0 0,0 1 0 0 0,0-1 0 0 0,0 0 0 0 0,1 1 0 0 0,-1-1 0 0 0,0 0-1 0 0,0 0 1 0 0,3 2 0 0 0,17 10 121 0 0,-1 0-1 0 0,2-2 0 0 0,30 13 1 0 0,-30-15-205 0 0,0 1 0 0 0,0 1 0 0 0,31 22 0 0 0,-41-24-22 0 0,1 1 0 0 0,-1 1 0 0 0,-1-1 0 0 0,0 2 0 0 0,16 22 0 0 0,-24-30 61 0 0,-1 0 1 0 0,1 0 0 0 0,-1 0-1 0 0,0 0 1 0 0,0 1-1 0 0,-1-1 1 0 0,1 1-1 0 0,-1 0 1 0 0,0-1-1 0 0,0 1 1 0 0,0 0-1 0 0,-1 0 1 0 0,0-1-1 0 0,0 1 1 0 0,0 0-1 0 0,-1 0 1 0 0,1 0-1 0 0,-1-1 1 0 0,0 1-1 0 0,0 0 1 0 0,-1-1-1 0 0,1 1 1 0 0,-4 5-1 0 0,-2 3 57 0 0,-1 0 0 0 0,-1-1 0 0 0,0 0 1 0 0,-1 0-1 0 0,0-1 0 0 0,0 0 0 0 0,-2-1 0 0 0,1 0 0 0 0,-13 8 0 0 0,-22 12 306 0 0,-57 28-1 0 0,19-12-178 0 0,26-14-6246 0 0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6.0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1 109 10594 0 0,'0'0'15'0'0,"0"-1"0"0"0,-1 1 1 0 0,1-1-1 0 0,0 1 0 0 0,0 0 0 0 0,0-1 0 0 0,0 1 0 0 0,0 0 0 0 0,0-1 0 0 0,0 1 0 0 0,0-1 0 0 0,0 1 0 0 0,0 0 0 0 0,0-1 1 0 0,1 1-1 0 0,-1-1 0 0 0,0 1 0 0 0,0 0 0 0 0,0-1 0 0 0,0 1 0 0 0,1 0 0 0 0,-1-1 0 0 0,0 1 0 0 0,0 0 0 0 0,1-1 0 0 0,-1 1 1 0 0,0 0-1 0 0,0 0 0 0 0,1-1 0 0 0,-1 1 0 0 0,0 0 0 0 0,1 0 0 0 0,-1 0 0 0 0,1-1 0 0 0,22-11-215 0 0,31-6 596 0 0,-50 17-17 0 0,41-13 783 0 0,-10 2-1036 0 0,0 1 1 0 0,1 2 0 0 0,0 2-1 0 0,60-5 1 0 0,-94 12-106 0 0,0 0-1 0 0,0 0 1 0 0,1 0 0 0 0,-1 0-1 0 0,0 0 1 0 0,0 0 0 0 0,0 0-1 0 0,0 1 1 0 0,0-1-1 0 0,0 1 1 0 0,0-1 0 0 0,0 1-1 0 0,0 0 1 0 0,0 0-1 0 0,0 0 1 0 0,-1 0 0 0 0,1 0-1 0 0,0 0 1 0 0,0 1 0 0 0,-1-1-1 0 0,1 0 1 0 0,-1 1-1 0 0,1 0 1 0 0,0 1 0 0 0,-1 1 21 0 0,0-1 0 0 0,0 0-1 0 0,0 1 1 0 0,-1-1 0 0 0,0 1 0 0 0,1-1 0 0 0,-1 1 0 0 0,-1-1 0 0 0,1 1 0 0 0,0 0 0 0 0,-1-1 0 0 0,0 0 0 0 0,-1 5 0 0 0,-85 281 4180 0 0,59-203-3519 0 0,10-35-625 0 0,11-36-392 0 0,1 1 0 0 0,1-1 1 0 0,0 1-1 0 0,1 0 1 0 0,1 1-1 0 0,-1 21 0 0 0,5-29-1562 0 0,-1-6 657 0 0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6.4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1 191 17972 0 0,'9'-8'82'0'0,"0"0"1"0"0,0 1 0 0 0,1 0-1 0 0,0 1 1 0 0,0 0-1 0 0,1 1 1 0 0,0 0 0 0 0,0 0-1 0 0,14-3 1 0 0,8-5-170 0 0,230-76-1067 0 0,-230 79-3210 0 0,-4-4-1315 0 0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7.3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334 0 10594 0 0,'-35'39'-1493'0'0,"14"-16"659"0"0,-80 97-2043 0 0,87-101 3428 0 0,2 0-1 0 0,-16 30 1 0 0,27-47-452 0 0,0 0 1 0 0,-1 1 0 0 0,1-1 0 0 0,0 0 0 0 0,1 1 0 0 0,-1-1-1 0 0,0 1 1 0 0,1-1 0 0 0,-1 1 0 0 0,1-1 0 0 0,0 1 0 0 0,0-1 0 0 0,0 1-1 0 0,0-1 1 0 0,0 1 0 0 0,0-1 0 0 0,1 1 0 0 0,-1-1 0 0 0,1 0 0 0 0,0 1-1 0 0,0-1 1 0 0,0 1 0 0 0,1 2 0 0 0,2-2-43 0 0,-1 1-1 0 0,1-1 1 0 0,-1 0 0 0 0,1 0 0 0 0,0 0-1 0 0,0 0 1 0 0,1-1 0 0 0,-1 1 0 0 0,0-1-1 0 0,10 3 1 0 0,17 7-5 0 0,-2-1-202 0 0,0 1-1 0 0,36 21 1 0 0,-58-29 133 0 0,0 1 0 0 0,0 0-1 0 0,0 1 1 0 0,0-1 0 0 0,-1 1 0 0 0,0 0 0 0 0,0 1-1 0 0,-1-1 1 0 0,0 1 0 0 0,0 1 0 0 0,0-1-1 0 0,-1 0 1 0 0,4 11 0 0 0,-7-15 20 0 0,0 1-1 0 0,-1-1 1 0 0,1 0-1 0 0,-1 1 1 0 0,0-1-1 0 0,0 1 1 0 0,0-1 0 0 0,0 0-1 0 0,-1 1 1 0 0,1-1-1 0 0,-1 1 1 0 0,0-1-1 0 0,0 0 1 0 0,0 0 0 0 0,0 0-1 0 0,-1 0 1 0 0,0 1-1 0 0,1-2 1 0 0,-1 1-1 0 0,0 0 1 0 0,0 0 0 0 0,0-1-1 0 0,-1 1 1 0 0,1-1-1 0 0,-6 5 1 0 0,-6 5 270 0 0,0-1 0 0 0,-1-1 0 0 0,-24 13 1 0 0,32-19-59 0 0,-38 19 527 0 0,-1-3-1 0 0,-1-2 1 0 0,-51 13-1 0 0,83-26-845 0 0,-7 1-483 0 0,0-2-218 0 0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8.0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77 343 6913 0 0,'-4'-1'55'0'0,"1"0"-1"0"0,0-1 0 0 0,-1 0 0 0 0,1 1 0 0 0,0-1 0 0 0,0 0 0 0 0,0-1 0 0 0,0 1 0 0 0,0 0 0 0 0,1-1 0 0 0,-1 0 0 0 0,1 1 0 0 0,0-1 0 0 0,0 0 0 0 0,0 0 0 0 0,0 0 0 0 0,-2-5 1 0 0,0 0 111 0 0,0-1 0 0 0,0 0 0 0 0,1 0 0 0 0,0 0 0 0 0,-3-14 0 0 0,5 14-145 0 0,1 1 0 0 0,-1-1 0 0 0,1 0 0 0 0,1 0 0 0 0,0 1 0 0 0,0-1 0 0 0,1 1 0 0 0,0-1 0 0 0,0 1 0 0 0,1-1 0 0 0,0 1 1 0 0,0 0-1 0 0,1 0 0 0 0,0 1 0 0 0,0-1 0 0 0,1 1 0 0 0,0 0 0 0 0,1 0 0 0 0,-1 0 0 0 0,1 1 0 0 0,0 0 0 0 0,1 0 0 0 0,0 1 0 0 0,0-1 0 0 0,0 1 0 0 0,0 1 0 0 0,1 0 0 0 0,0 0 0 0 0,-1 0 0 0 0,2 1 0 0 0,-1 0 0 0 0,0 0 0 0 0,14-1 0 0 0,-17 2 57 0 0,0 1-1 0 0,1 1 1 0 0,-1-1-1 0 0,0 1 1 0 0,1 0-1 0 0,-1 0 1 0 0,0 1-1 0 0,1-1 0 0 0,7 3 1 0 0,-11-2-83 0 0,0-1 0 0 0,-1 1 0 0 0,1 0 1 0 0,-1 0-1 0 0,1 0 0 0 0,-1 0 0 0 0,1 0 0 0 0,-1 1 0 0 0,0-1 1 0 0,0 0-1 0 0,1 1 0 0 0,-1-1 0 0 0,0 0 0 0 0,0 1 0 0 0,0 0 1 0 0,-1-1-1 0 0,1 1 0 0 0,0-1 0 0 0,0 1 0 0 0,-1 0 0 0 0,1 0 1 0 0,-1-1-1 0 0,0 1 0 0 0,1 0 0 0 0,-1 0 0 0 0,0 0 0 0 0,0-1 1 0 0,0 1-1 0 0,0 0 0 0 0,-1 0 0 0 0,0 2 0 0 0,-4 31-233 0 0,-3 0-1 0 0,0-1 1 0 0,-26 63-1 0 0,-10 37 950 0 0,40-117-469 0 0,1 1 0 0 0,0-1 0 0 0,1 1 0 0 0,1-1 0 0 0,2 36-1 0 0,-1-50-162 0 0,1 0-1 0 0,-1 1 0 0 0,1-1 1 0 0,0 0-1 0 0,0 1 0 0 0,0-1 1 0 0,0 0-1 0 0,0 0 0 0 0,1 0 1 0 0,-1 0-1 0 0,1 0 0 0 0,0 0 1 0 0,0 0-1 0 0,0 0 0 0 0,0-1 0 0 0,0 1 1 0 0,1-1-1 0 0,-1 0 0 0 0,1 1 1 0 0,0-1-1 0 0,0 0 0 0 0,-1-1 1 0 0,1 1-1 0 0,4 1 0 0 0,-3-2 14 0 0,0 0 0 0 0,0 0 0 0 0,1 0-1 0 0,-1-1 1 0 0,0 1 0 0 0,0-1 0 0 0,1 0-1 0 0,-1 0 1 0 0,0-1 0 0 0,0 1 0 0 0,0-1-1 0 0,1 0 1 0 0,-1 0 0 0 0,0-1 0 0 0,0 1-1 0 0,0-1 1 0 0,-1 0 0 0 0,1 0 0 0 0,4-3-1 0 0,-2 1 8 0 0,1 0 0 0 0,-2 0 0 0 0,1-1 0 0 0,0 0-1 0 0,-1 0 1 0 0,0 0 0 0 0,0-1 0 0 0,-1 0 0 0 0,1 0 0 0 0,-1 0-1 0 0,0 0 1 0 0,-1-1 0 0 0,0 1 0 0 0,0-1 0 0 0,0 0 0 0 0,2-11-1 0 0,-4 13-41 0 0,-1 0 0 0 0,1 0-1 0 0,-1 0 1 0 0,0 0-1 0 0,0-1 1 0 0,-1 1-1 0 0,1 0 1 0 0,-1 0 0 0 0,0 0-1 0 0,-1 0 1 0 0,1 0-1 0 0,-1 0 1 0 0,0 0-1 0 0,0 0 1 0 0,-1 1 0 0 0,0-1-1 0 0,1 1 1 0 0,-1 0-1 0 0,-1 0 1 0 0,1 0 0 0 0,0 0-1 0 0,-1 0 1 0 0,-8-6-1 0 0,4 4-166 0 0,0 0-1 0 0,-1 1 1 0 0,0 0-1 0 0,1 0 1 0 0,-2 1-1 0 0,1 0 1 0 0,0 1-1 0 0,-18-5 1 0 0,15 6-609 0 0,1 1-1 0 0,-1-1 1 0 0,1 2 0 0 0,-15 0 0 0 0,-2 2-4386 0 0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9.4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181 127 3225 0 0,'16'-43'1913'0'0,"-13"38"-1645"0"0,-1 0 0 0 0,1-1 1 0 0,-1 0-1 0 0,0 1 1 0 0,0-1-1 0 0,-1 0 0 0 0,0 0 1 0 0,0 0-1 0 0,0 0 0 0 0,0-8 1 0 0,-1 14-262 0 0,0-1 1 0 0,-1 0-1 0 0,1 1 0 0 0,0-1 1 0 0,0 1-1 0 0,0-1 1 0 0,0 1-1 0 0,0-1 1 0 0,-1 1-1 0 0,1-1 0 0 0,0 1 1 0 0,0-1-1 0 0,-1 1 1 0 0,1-1-1 0 0,0 1 1 0 0,-1-1-1 0 0,1 1 0 0 0,0 0 1 0 0,-1-1-1 0 0,1 1 1 0 0,-1-1-1 0 0,1 1 1 0 0,-1 0-1 0 0,1 0 0 0 0,-1-1 1 0 0,1 1-1 0 0,-1 0 1 0 0,1 0-1 0 0,-1-1 0 0 0,1 1 1 0 0,-1 0-1 0 0,0 0 1 0 0,-20 7 451 0 0,-18 24 553 0 0,37-29-945 0 0,-15 13 351 0 0,1 1 0 0 0,0 1 0 0 0,1 1 0 0 0,1 0 0 0 0,0 1 0 0 0,2 0 0 0 0,-19 38 0 0 0,30-54-356 0 0,0-1 0 0 0,0 0-1 0 0,0 1 1 0 0,0-1-1 0 0,1 1 1 0 0,-1-1 0 0 0,1 1-1 0 0,0 0 1 0 0,0-1-1 0 0,0 1 1 0 0,0-1 0 0 0,0 1-1 0 0,0 0 1 0 0,1-1-1 0 0,-1 1 1 0 0,1-1 0 0 0,0 1-1 0 0,-1-1 1 0 0,1 0-1 0 0,1 1 1 0 0,-1-1-1 0 0,0 0 1 0 0,0 1 0 0 0,1-1-1 0 0,-1 0 1 0 0,1 0-1 0 0,0 0 1 0 0,0 0 0 0 0,0-1-1 0 0,-1 1 1 0 0,2 0-1 0 0,-1-1 1 0 0,0 0 0 0 0,0 1-1 0 0,0-1 1 0 0,1 0-1 0 0,2 1 1 0 0,11 4-7 0 0,-1-1 1 0 0,0-1-1 0 0,1-1 0 0 0,30 4 1 0 0,-26-5-72 0 0,11 3-23 0 0,0 0 0 0 0,53 18 0 0 0,-76-20-34 0 0,-1-1 1 0 0,0 1-1 0 0,1 1 1 0 0,-1-1-1 0 0,0 1 0 0 0,-1 0 1 0 0,1 1-1 0 0,-1 0 0 0 0,0 0 1 0 0,0 0-1 0 0,0 1 0 0 0,-1-1 1 0 0,0 1-1 0 0,0 1 0 0 0,0-1 1 0 0,6 12-1 0 0,-10-15 78 0 0,-1 0 1 0 0,1 0-1 0 0,0 1 0 0 0,-1-1 0 0 0,0 0 0 0 0,0 0 1 0 0,0 0-1 0 0,0 0 0 0 0,-1 0 0 0 0,1 0 0 0 0,-1 0 1 0 0,1 1-1 0 0,-1-1 0 0 0,0-1 0 0 0,0 1 0 0 0,-1 0 1 0 0,1 0-1 0 0,-1 0 0 0 0,1-1 0 0 0,-1 1 1 0 0,0 0-1 0 0,0-1 0 0 0,0 0 0 0 0,0 1 0 0 0,0-1 1 0 0,-1 0-1 0 0,-4 3 0 0 0,-8 7 155 0 0,0-1-1 0 0,-1-1 1 0 0,-22 12 0 0 0,28-17-49 0 0,-9 5-283 0 0,-1-1-1 0 0,0-1 0 0 0,0-1 0 0 0,-27 6 0 0 0,23-8-2664 0 0,-41 4 0 0 0,53-9 1766 0 0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00.3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408 120 6913 0 0,'1'0'123'0'0,"0"1"-1"0"0,-1-1 0 0 0,1 1 0 0 0,-1-1 0 0 0,0 1 0 0 0,1-1 1 0 0,-1 1-1 0 0,1 0 0 0 0,-1-1 0 0 0,0 1 0 0 0,1 0 0 0 0,-1-1 0 0 0,0 1 1 0 0,0 0-1 0 0,0 0 0 0 0,1-1 0 0 0,-1 1 0 0 0,0 0 0 0 0,0-1 0 0 0,0 1 1 0 0,0 0-1 0 0,0 0 0 0 0,0-1 0 0 0,-1 1 0 0 0,1 0 0 0 0,0 0 0 0 0,0-1 1 0 0,0 1-1 0 0,-1 0 0 0 0,1-1 0 0 0,0 1 0 0 0,-1 1 0 0 0,-8 26-441 0 0,3-17 127 0 0,0 0 1 0 0,0 0-1 0 0,-1 0 0 0 0,0-1 1 0 0,-1 0-1 0 0,0 0 0 0 0,-1-1 1 0 0,1 0-1 0 0,-2 0 0 0 0,0-1 1 0 0,0-1-1 0 0,-21 13 0 0 0,22-15 602 0 0,-1 0-1 0 0,0-1 1 0 0,0 0-1 0 0,0 0 1 0 0,0-1-1 0 0,-1-1 1 0 0,1 0-1 0 0,-1 0 1 0 0,-16 0-1 0 0,14-2-148 0 0,0-1 1 0 0,1 0-1 0 0,0-1 0 0 0,-1 0 1 0 0,1-1-1 0 0,-19-6 0 0 0,28 8-338 0 0,0 0-1 0 0,0-1 0 0 0,0 1 1 0 0,0 0-1 0 0,1-1 0 0 0,-1 1 0 0 0,0-1 1 0 0,1 0-1 0 0,0 0 0 0 0,-1 0 1 0 0,1 0-1 0 0,0-1 0 0 0,0 1 0 0 0,0-1 1 0 0,0 1-1 0 0,0-1 0 0 0,1 1 1 0 0,-1-1-1 0 0,1 0 0 0 0,0 0 0 0 0,0 0 1 0 0,0 0-1 0 0,0 0 0 0 0,0 0 0 0 0,1 0 1 0 0,-1 0-1 0 0,1 0 0 0 0,0 0 1 0 0,0 0-1 0 0,0-1 0 0 0,1-4 0 0 0,1-4-141 0 0,1-1-1 0 0,0 1 0 0 0,1 0 0 0 0,1 0 0 0 0,-1 0 0 0 0,2 0 0 0 0,0 1 0 0 0,0 0 0 0 0,1 0 0 0 0,1 1 0 0 0,-1 0 0 0 0,19-18 0 0 0,-17 20 428 0 0,0 1-1 0 0,0 0 1 0 0,1 0-1 0 0,0 1 1 0 0,0 0-1 0 0,1 1 1 0 0,-1 0-1 0 0,1 0 1 0 0,0 1-1 0 0,0 1 1 0 0,1 0-1 0 0,-1 1 1 0 0,1 0-1 0 0,15-1 1 0 0,-23 3-186 0 0,0 0 0 0 0,0 0 0 0 0,0 0-1 0 0,0 1 1 0 0,0 0 0 0 0,0-1 0 0 0,0 1 0 0 0,0 1 0 0 0,0-1 0 0 0,-1 1 0 0 0,1-1-1 0 0,0 1 1 0 0,-1 0 0 0 0,1 0 0 0 0,-1 1 0 0 0,5 4 0 0 0,-3-2 8 0 0,0 0 1 0 0,0 1-1 0 0,-1 0 1 0 0,0 0-1 0 0,0 0 1 0 0,0 0-1 0 0,-1 1 1 0 0,5 11-1 0 0,-1 6 186 0 0,-1 0-1 0 0,-1 0 1 0 0,0 1 0 0 0,0 33-1 0 0,-2-27 206 0 0,-2-1 0 0 0,-2 1 0 0 0,0 0 0 0 0,-2 0 0 0 0,-8 34 0 0 0,8-53-232 0 0,0-1 0 0 0,-1 0 0 0 0,0 1-1 0 0,-1-1 1 0 0,0-1 0 0 0,-1 1 0 0 0,0-1 0 0 0,0 0 0 0 0,-1 0-1 0 0,-1-1 1 0 0,1 0 0 0 0,-1 0 0 0 0,-1-1 0 0 0,0 0-1 0 0,0 0 1 0 0,-14 8 0 0 0,-17 5-472 0 0,29-19-258 0 0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4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55 920 0 0,'-3'0'114'0'0,"-1"-1"0"0"0,1 0 1 0 0,0 0-1 0 0,0 0 0 0 0,-1 0 0 0 0,1 0 0 0 0,0-1 0 0 0,0 1 0 0 0,1-1 0 0 0,-1 0 1 0 0,0 0-1 0 0,0 0 0 0 0,1 0 0 0 0,-4-4 0 0 0,3 3-221 0 0,0 1-1 0 0,0-1 1 0 0,0 1 0 0 0,0 0-1 0 0,-1-1 1 0 0,1 2-1 0 0,-1-1 1 0 0,-4-2 0 0 0,-5 3-71 0 0,-7-3 3483 0 0,18 2-2833 0 0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8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1 533 3225 0 0,'-1'-11'6760'0'0,"46"10"-5111"0"0,47 6-1 0 0,41 0-631 0 0,41-9 23 0 0,184-11-100 0 0,-332 12-936 0 0,-1 2-1 0 0,1 1 1 0 0,-1 1-1 0 0,32 5 1 0 0,-36 8-47 0 0,-21-14 155 0 0,5 1-279 0 0,-3-1 169 0 0,-1 0-1 0 0,1 0 1 0 0,-1 0-1 0 0,1-1 1 0 0,-1 1-1 0 0,1 0 1 0 0,-1-1-1 0 0,0 1 1 0 0,1 0-1 0 0,-1-1 1 0 0,1 0-1 0 0,-1 1 1 0 0,0-1-1 0 0,1 0 0 0 0,-1 0 1 0 0,0 0-1 0 0,0 0 1 0 0,0 0-1 0 0,0 0 1 0 0,2-1-1 0 0,0-3-38 0 0,0 1 0 0 0,0 0 0 0 0,-1-1 0 0 0,1 0 0 0 0,-1 0 0 0 0,1-5 0 0 0,16-46-361 0 0,18-87-1 0 0,-30 126 539 0 0,-4 31-116 0 0,-1 30-95 0 0,-4 9 188 0 0,5 82 0 0 0,-1-116 65 0 0,1-1 0 0 0,0 1 0 0 0,2-1 0 0 0,0 0-1 0 0,1 0 1 0 0,1-1 0 0 0,17 33 0 0 0,-14-32-145 0 0,-8-13-32 0 0,0 0 0 0 0,1 0-1 0 0,0-1 1 0 0,-1 1 0 0 0,1-1 0 0 0,1 0-1 0 0,-1 0 1 0 0,7 7 0 0 0,-8-14 7 0 0,1 1 1 0 0,-1-1 0 0 0,0 1-1 0 0,0-1 1 0 0,-1 0 0 0 0,1 0-1 0 0,-1 0 1 0 0,1 0 0 0 0,0-4-1 0 0,14-46-67 0 0,-3-2-1 0 0,-2 1 0 0 0,4-61 0 0 0,-10 64-332 0 0,2 0 0 0 0,3 0-1 0 0,31-94 1 0 0,-41 144 358 0 0,0 0-1 0 0,1 0 1 0 0,-1 0-1 0 0,0 0 1 0 0,1 0-1 0 0,-1 0 1 0 0,1 0-1 0 0,0 0 1 0 0,-1 0 0 0 0,1 0-1 0 0,0 0 1 0 0,-1 0-1 0 0,1 0 1 0 0,0 1-1 0 0,0-1 1 0 0,0 0-1 0 0,1-1 1 0 0,-1 2 21 0 0,-1 1-1 0 0,1-1 1 0 0,-1 0-1 0 0,1 0 1 0 0,-1 0-1 0 0,1 0 1 0 0,-1 1 0 0 0,1-1-1 0 0,-1 0 1 0 0,1 0-1 0 0,-1 1 1 0 0,1-1-1 0 0,-1 0 1 0 0,0 1 0 0 0,1-1-1 0 0,-1 0 1 0 0,0 1-1 0 0,1-1 1 0 0,-1 1 0 0 0,0-1-1 0 0,0 1 1 0 0,1-1-1 0 0,-1 1 1 0 0,0-1-1 0 0,0 1 1 0 0,1 0 0 0 0,11 49 101 0 0,-9-37 51 0 0,1 4 21 0 0,44 158 956 0 0,-40-152-1040 0 0,1 0 1 0 0,1-1 0 0 0,1 0 0 0 0,0 0 0 0 0,21 26 0 0 0,-29-43-76 0 0,1 0 1 0 0,0-1 0 0 0,0 0 0 0 0,0 0 0 0 0,0 0 0 0 0,1 0 0 0 0,0 0 0 0 0,9 5 0 0 0,-13-9-4 0 0,-1-1 0 0 0,1 1 0 0 0,-1 0 0 0 0,1 0 0 0 0,-1 0 0 0 0,1-1 0 0 0,-1 1 0 0 0,1 0 0 0 0,-1-1 0 0 0,1 1-1 0 0,-1 0 1 0 0,0-1 0 0 0,1 1 0 0 0,-1-1 0 0 0,0 1 0 0 0,1-1 0 0 0,-1 1 0 0 0,0-1 0 0 0,1 1 0 0 0,-1-1 0 0 0,0 1 0 0 0,0-1 0 0 0,1 1 0 0 0,-1-1 0 0 0,0 1 0 0 0,0-1 0 0 0,0 1 0 0 0,0-1 0 0 0,0 1 0 0 0,0-1 0 0 0,0 0 0 0 0,0 1 0 0 0,0-2 0 0 0,2-26 77 0 0,-2 21-98 0 0,14-97-326 0 0,5 0 1 0 0,46-149 0 0 0,-55 216 262 0 0,-9 35 67 0 0,7-25-83 0 0,-7 26 96 0 0,-1 1 1 0 0,0-1-1 0 0,0 0 1 0 0,0 0-1 0 0,1 1 0 0 0,-1-1 1 0 0,0 0-1 0 0,0 1 1 0 0,1-1-1 0 0,-1 0 0 0 0,1 1 1 0 0,-1-1-1 0 0,1 1 1 0 0,-1-1-1 0 0,1 0 0 0 0,-1 1 1 0 0,1-1-1 0 0,-1 1 0 0 0,1 0 1 0 0,0-1-1 0 0,-1 1 1 0 0,1-1-1 0 0,0 1 0 0 0,-1 0 1 0 0,1-1-1 0 0,1 1 1 0 0,-1 2-25 0 0,0 0 0 0 0,0 0 0 0 0,0 0 0 0 0,0 0 0 0 0,0 0 0 0 0,0 0 0 0 0,-1 1 0 0 0,1-1 1 0 0,-1 0-1 0 0,1 0 0 0 0,-1 1 0 0 0,0-1 0 0 0,0 0 0 0 0,0 5 0 0 0,0-4-15 0 0,2 101 212 0 0,-1-33-185 0 0,12 86-1 0 0,-10-135 167 0 0,1-1-1 0 0,1-1 0 0 0,1 1 1 0 0,1-1-1 0 0,1 0 1 0 0,0 0-1 0 0,1-1 0 0 0,19 28 1 0 0,-28-46-129 0 0,1 0 1 0 0,-1 0-1 0 0,1 0 1 0 0,0-1-1 0 0,-1 1 1 0 0,1 0 0 0 0,-1 0-1 0 0,1 0 1 0 0,0-1-1 0 0,0 1 1 0 0,0 0-1 0 0,-1-1 1 0 0,1 1 0 0 0,0 0-1 0 0,0-1 1 0 0,0 1-1 0 0,0-1 1 0 0,0 0 0 0 0,0 1-1 0 0,0-1 1 0 0,0 0-1 0 0,0 0 1 0 0,0 1-1 0 0,0-1 1 0 0,1 0 0 0 0,-1-1-19 0 0,0 1 1 0 0,1-1-1 0 0,-1 0 1 0 0,0 1-1 0 0,0-1 1 0 0,-1 0 0 0 0,1 0-1 0 0,0 1 1 0 0,0-1-1 0 0,0 0 1 0 0,0 0-1 0 0,-1 0 1 0 0,1 0 0 0 0,0 0-1 0 0,-1 0 1 0 0,1 0-1 0 0,0-3 1 0 0,3-7-135 0 0,-1 0-1 0 0,0 0 1 0 0,3-16 0 0 0,-6 22 49 0 0,12-94-1061 0 0,-11 76 1071 0 0,1 0 0 0 0,1 0 0 0 0,1 1 0 0 0,0-1 0 0 0,2 1 0 0 0,15-36 0 0 0,-21 58 57 0 0,0 0 1 0 0,0-1-1 0 0,0 1 1 0 0,0-1-1 0 0,0 1 1 0 0,0-1-1 0 0,0 1 1 0 0,1-1-1 0 0,-1 1 1 0 0,0 0-1 0 0,0-1 1 0 0,1 1-1 0 0,-1-1 1 0 0,0 1-1 0 0,0 0 0 0 0,1-1 1 0 0,-1 1-1 0 0,0 0 1 0 0,1-1-1 0 0,-1 1 1 0 0,1 0-1 0 0,-1 0 1 0 0,0-1-1 0 0,1 1 1 0 0,-1 0-1 0 0,1 0 1 0 0,-1 0-1 0 0,1 0 1 0 0,-1 0-1 0 0,0-1 1 0 0,1 1-1 0 0,-1 0 1 0 0,1 0-1 0 0,5 15-36 0 0,-3 24 246 0 0,-4-10 31 0 0,0-20-190 0 0,1 1 1 0 0,-1-1-1 0 0,2 1 1 0 0,-1 0 0 0 0,1-1-1 0 0,1 0 1 0 0,0 1-1 0 0,6 17 1 0 0,-8-26-92 0 0,1-1-1 0 0,0 1 1 0 0,-1 0 0 0 0,1 0-1 0 0,0-1 1 0 0,0 1 0 0 0,0 0-1 0 0,-1-1 1 0 0,1 1 0 0 0,0-1-1 0 0,0 1 1 0 0,0-1 0 0 0,0 1-1 0 0,0-1 1 0 0,0 0-1 0 0,0 1 1 0 0,0-1 0 0 0,0 0-1 0 0,1 0 1 0 0,0 0 0 0 0,29 0-1353 0 0,-16-1 4317 0 0,-10 1-2844 0 0,34 0 266 0 0,46-5 0 0 0,24-2 159 0 0,447-3 359 0 0,-2-40 21 0 0,-303 6-443 0 0,-232 43-427 0 0,-16 1 3 0 0,1 0 0 0 0,-1 0 0 0 0,0 0-1 0 0,1 0 1 0 0,-1 0 0 0 0,0-1 0 0 0,0 1-1 0 0,1-1 1 0 0,-1 0 0 0 0,0 0 0 0 0,0-1-1 0 0,4-1 1 0 0,-20 3 48 0 0,5 2-58 0 0,-37 10-635 0 0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9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24 226 2449 0 0,'2'-1'629'0'0,"5"-8"2353"0"0,-1-21-2336 0 0,-6 28-588 0 0,0 1 1 0 0,1 0 0 0 0,-1-1-1 0 0,0 1 1 0 0,0-1 0 0 0,0 1-1 0 0,0-1 1 0 0,-1 1 0 0 0,1 0-1 0 0,0-1 1 0 0,0 1 0 0 0,-1 0-1 0 0,1-1 1 0 0,-1 1 0 0 0,0 0-1 0 0,1-1 1 0 0,-1 1 0 0 0,0 0-1 0 0,0 0 1 0 0,1 0 0 0 0,-1 0-1 0 0,0-1 1 0 0,-2 0 0 0 0,3 2-54 0 0,-1 0-1 0 0,1 0 1 0 0,0 0 0 0 0,-1 0 0 0 0,1-1 0 0 0,0 1-1 0 0,-1 0 1 0 0,1 0 0 0 0,0 0 0 0 0,-1 1 0 0 0,1-1-1 0 0,-1 0 1 0 0,1 0 0 0 0,0 0 0 0 0,-1 0 0 0 0,1 0-1 0 0,0 0 1 0 0,-1 0 0 0 0,1 1 0 0 0,0-1 0 0 0,0 0-1 0 0,-1 0 1 0 0,1 0 0 0 0,0 1 0 0 0,0-1 0 0 0,-1 0-1 0 0,1 0 1 0 0,0 1 0 0 0,0-1 0 0 0,-1 0 0 0 0,1 0-1 0 0,0 1 1 0 0,0 0 0 0 0,-8 17 266 0 0,3 7 95 0 0,3-16-179 0 0,1 0 0 0 0,0 1 1 0 0,0-1-1 0 0,1 0 0 0 0,0 1 1 0 0,1-1-1 0 0,0 0 0 0 0,1 0 0 0 0,0 0 1 0 0,0 0-1 0 0,1 0 0 0 0,4 12 0 0 0,-5-18-108 0 0,-1 0-1 0 0,1 0 0 0 0,0 0 0 0 0,0 0 1 0 0,0 0-1 0 0,0 0 0 0 0,1 0 1 0 0,-1-1-1 0 0,1 1 0 0 0,0-1 0 0 0,0 0 1 0 0,0 0-1 0 0,0 0 0 0 0,0 0 0 0 0,0 0 1 0 0,0 0-1 0 0,0-1 0 0 0,1 0 0 0 0,-1 0 1 0 0,1 0-1 0 0,-1 0 0 0 0,1 0 0 0 0,-1-1 1 0 0,1 1-1 0 0,0-1 0 0 0,-1 0 0 0 0,1 0 1 0 0,-1 0-1 0 0,1-1 0 0 0,0 1 0 0 0,-1-1 1 0 0,6-2-1 0 0,-3 1-50 0 0,1-1 0 0 0,-1 0 0 0 0,0 0 1 0 0,0 0-1 0 0,0-1 0 0 0,0 0 0 0 0,-1 0 0 0 0,0-1 0 0 0,1 1 0 0 0,-2-1 1 0 0,1 0-1 0 0,0-1 0 0 0,-1 1 0 0 0,5-9 0 0 0,-1 1-140 0 0,-1 0 1 0 0,0 0-1 0 0,-1 0 0 0 0,-1-1 1 0 0,7-24-1 0 0,-9 22-180 0 0,0-1 0 0 0,-1 1 1 0 0,1-28-1 0 0,-3 36 106 0 0,-1 0 1 0 0,1 0 0 0 0,-2 0-1 0 0,1 0 1 0 0,-1 0 0 0 0,0 0-1 0 0,0 1 1 0 0,-1-1 0 0 0,-5-11-1 0 0,7 18 163 0 0,0 0-1 0 0,0-1 1 0 0,0 1-1 0 0,0 0 1 0 0,0 0-1 0 0,0-1 0 0 0,-1 1 1 0 0,1 0-1 0 0,0 0 1 0 0,0 0-1 0 0,-1 0 1 0 0,1 1-1 0 0,-1-1 1 0 0,1 0-1 0 0,-1 1 1 0 0,1-1-1 0 0,-1 0 0 0 0,1 1 1 0 0,-1 0-1 0 0,1-1 1 0 0,-1 1-1 0 0,-1 0 1 0 0,-1 0 40 0 0,0 0 0 0 0,0 1 0 0 0,0-1 0 0 0,0 1 0 0 0,0 0 0 0 0,1 0 1 0 0,-1 0-1 0 0,0 1 0 0 0,-3 1 0 0 0,-1 2 12 0 0,0-1-1 0 0,0 1 1 0 0,1 0 0 0 0,0 0 0 0 0,0 1 0 0 0,0 0-1 0 0,-8 11 1 0 0,10-10 22 0 0,1 0-1 0 0,0 1 1 0 0,1 0 0 0 0,0 0-1 0 0,0 0 1 0 0,1 0 0 0 0,0 1-1 0 0,0-1 1 0 0,1 1-1 0 0,0-1 1 0 0,0 11 0 0 0,1 2 106 0 0,1 0-1 0 0,0 0 1 0 0,6 28 0 0 0,-6-44-133 0 0,0-1-1 0 0,0 1 1 0 0,0-1 0 0 0,1 1-1 0 0,0-1 1 0 0,0 1 0 0 0,0-1-1 0 0,0 0 1 0 0,0 0 0 0 0,1 0-1 0 0,4 5 1 0 0,-5-7 9 0 0,0-1 1 0 0,-1 0-1 0 0,1 0 1 0 0,0 0-1 0 0,0 0 0 0 0,0 0 1 0 0,0 0-1 0 0,-1-1 1 0 0,1 1-1 0 0,0-1 0 0 0,0 1 1 0 0,0-1-1 0 0,1 0 1 0 0,-1 1-1 0 0,0-1 0 0 0,0 0 1 0 0,0-1-1 0 0,0 1 1 0 0,0 0-1 0 0,0 0 0 0 0,0-1 1 0 0,0 1-1 0 0,0-1 0 0 0,0 0 1 0 0,0 0-1 0 0,0 0 1 0 0,-1 0-1 0 0,3-1 0 0 0,4-3 32 0 0,1 0-1 0 0,-2 0 1 0 0,1-1 0 0 0,-1 0-1 0 0,0-1 1 0 0,0 1-1 0 0,0-1 1 0 0,-1-1-1 0 0,-1 1 1 0 0,7-10-1 0 0,-6 8-397 0 0,-1-1 0 0 0,0 0 0 0 0,0 0 0 0 0,-1 0 0 0 0,0 0 0 0 0,-1-1 0 0 0,0 1 0 0 0,0-1 0 0 0,-1 0 0 0 0,-1 0-1 0 0,0 0 1 0 0,0 0 0 0 0,-1 0 0 0 0,-2-11 0 0 0,2 21 316 0 0,0-1 0 0 0,0 1 0 0 0,-1 0 0 0 0,1 0 0 0 0,-1 0 0 0 0,1 0 1 0 0,-1 0-1 0 0,1 0 0 0 0,-1 0 0 0 0,1 1 0 0 0,-1-1 0 0 0,0 0 0 0 0,1 0 0 0 0,-1 0 0 0 0,0 1 0 0 0,0-1 0 0 0,0 0 0 0 0,1 1 0 0 0,-1-1 0 0 0,0 0 0 0 0,0 1 0 0 0,0-1 0 0 0,0 1 0 0 0,0 0 0 0 0,0-1 0 0 0,0 1 0 0 0,0 0 0 0 0,-1 0 0 0 0,0-1 1 0 0,-1 1-9 0 0,1 0 0 0 0,-1 0 1 0 0,0 0-1 0 0,1 0 0 0 0,-1 1 1 0 0,1-1-1 0 0,-1 1 1 0 0,1 0-1 0 0,-1-1 0 0 0,1 1 1 0 0,-5 2-1 0 0,-1 2-2781 0 0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1 0 6241 0 0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38 5065 0 0,'-7'10'194'0'0,"0"1"0"0"0,1 0 0 0 0,0 0 0 0 0,1 0 0 0 0,0 0 0 0 0,1 1 0 0 0,1 0 0 0 0,-1 0 0 0 0,2 0 0 0 0,0 0 1 0 0,0 0-1 0 0,1 1 0 0 0,1-1 0 0 0,0 1 0 0 0,2 17 0 0 0,-2-28-158 0 0,0 1 0 0 0,1-1 1 0 0,-1 0-1 0 0,1 0 0 0 0,-1 0 1 0 0,1 0-1 0 0,0 0 0 0 0,-1-1 1 0 0,1 1-1 0 0,0 0 0 0 0,0 0 1 0 0,1 0-1 0 0,-1-1 0 0 0,0 1 1 0 0,0-1-1 0 0,1 1 0 0 0,-1-1 1 0 0,1 1-1 0 0,0-1 0 0 0,-1 0 1 0 0,1 0-1 0 0,0 1 0 0 0,0-2 1 0 0,-1 1-1 0 0,1 0 0 0 0,0 0 1 0 0,0 0-1 0 0,0-1 0 0 0,0 1 1 0 0,0-1-1 0 0,0 0 0 0 0,4 1 1 0 0,-3-1 86 0 0,0-1 1 0 0,1 0 0 0 0,-1 1 0 0 0,0-1-1 0 0,0 0 1 0 0,0 0 0 0 0,0-1-1 0 0,0 1 1 0 0,0-1 0 0 0,0 1-1 0 0,0-1 1 0 0,0 0 0 0 0,-1 0-1 0 0,1-1 1 0 0,-1 1 0 0 0,1 0-1 0 0,-1-1 1 0 0,0 1 0 0 0,3-5 0 0 0,4-7-54 0 0,-1 0 0 0 0,-1 0 0 0 0,0-1 0 0 0,-1 0 1 0 0,7-25-1 0 0,-11 33-359 0 0,0-1 1 0 0,0 0 0 0 0,-1 0-1 0 0,0 0 1 0 0,-1 0-1 0 0,0 0 1 0 0,0 0-1 0 0,-1 0 1 0 0,0 0 0 0 0,0 0-1 0 0,-1 0 1 0 0,0 1-1 0 0,-4-11 1 0 0,6 17 282 0 0,-1 0 0 0 0,1 0-1 0 0,-1-1 1 0 0,1 1 0 0 0,-1 0 0 0 0,1 0 0 0 0,-1 0 0 0 0,0 0 0 0 0,1 0 0 0 0,-1 0-1 0 0,0 0 1 0 0,0 1 0 0 0,0-1 0 0 0,0 0 0 0 0,0 0 0 0 0,0 1 0 0 0,0-1 0 0 0,0 0 0 0 0,0 1-1 0 0,0-1 1 0 0,0 1 0 0 0,-1 0 0 0 0,1-1 0 0 0,0 1 0 0 0,0 0 0 0 0,-2-1 0 0 0,1 2 27 0 0,0-1 0 0 0,0 1 1 0 0,0-1-1 0 0,0 1 0 0 0,0 0 1 0 0,0 0-1 0 0,0 0 0 0 0,0 0 1 0 0,0 0-1 0 0,0 0 0 0 0,1 0 0 0 0,-1 0 1 0 0,-2 3-1 0 0,-3 3 83 0 0,1 0-1 0 0,0 0 0 0 0,1 0 1 0 0,0 0-1 0 0,0 1 1 0 0,-4 9-1 0 0,4-7 182 0 0,1 1-1 0 0,0 0 1 0 0,-3 22 0 0 0,6-31-193 0 0,0 0 0 0 0,1 1 0 0 0,0-1 0 0 0,-1 0 0 0 0,1 0 0 0 0,0 1 0 0 0,0-1 0 0 0,0 0 0 0 0,0 0 1 0 0,1 1-1 0 0,-1-1 0 0 0,1 0 0 0 0,-1 0 0 0 0,1 0 0 0 0,0 0 0 0 0,0 0 0 0 0,0 1 0 0 0,0-1 0 0 0,0-1 0 0 0,0 1 0 0 0,1 0 1 0 0,-1 0-1 0 0,0 0 0 0 0,1-1 0 0 0,0 1 0 0 0,-1-1 0 0 0,4 3 0 0 0,-4-4-47 0 0,-1 1 0 0 0,1-1 0 0 0,0 0-1 0 0,0 1 1 0 0,0-1 0 0 0,0 0 0 0 0,0 0 0 0 0,0 1-1 0 0,0-1 1 0 0,0 0 0 0 0,0 0 0 0 0,0 0 0 0 0,0 0-1 0 0,0 0 1 0 0,0 0 0 0 0,0-1 0 0 0,0 1 0 0 0,0 0 0 0 0,0-1-1 0 0,0 1 1 0 0,0 0 0 0 0,0-1 0 0 0,0 1 0 0 0,1-2-1 0 0,0 0-34 0 0,0 1-1 0 0,0-1 0 0 0,0 0 1 0 0,0 0-1 0 0,-1-1 0 0 0,1 1 0 0 0,-1 0 1 0 0,0 0-1 0 0,2-5 0 0 0,2-5-391 0 0,-1-1-1 0 0,5-26 0 0 0,-8 34 250 0 0,1-2-8 0 0,-1 0 1 0 0,0 1-1 0 0,-1-1 0 0 0,0 1 1 0 0,0-9-1 0 0,0 14 128 0 0,0 1-1 0 0,0 0 0 0 0,0-1 1 0 0,0 1-1 0 0,0-1 1 0 0,0 1-1 0 0,-1-1 0 0 0,1 1 1 0 0,0-1-1 0 0,0 1 1 0 0,0 0-1 0 0,-1-1 0 0 0,1 1 1 0 0,0-1-1 0 0,0 1 1 0 0,-1 0-1 0 0,1-1 1 0 0,0 1-1 0 0,-1 0 0 0 0,1-1 1 0 0,0 1-1 0 0,-1 0 1 0 0,1 0-1 0 0,0-1 0 0 0,-1 1 1 0 0,1 0-1 0 0,-1 0 1 0 0,1 0-1 0 0,-1-1 0 0 0,0 1 1 0 0,0 0-17 0 0,0 1 1 0 0,-1-1-1 0 0,1 1 0 0 0,-1-1 1 0 0,1 1-1 0 0,0 0 0 0 0,-1-1 1 0 0,1 1-1 0 0,0 0 1 0 0,0 0-1 0 0,-1 0 0 0 0,1 0 1 0 0,0 0-1 0 0,-2 2 0 0 0,-1 2-73 0 0,0 0 0 0 0,0 0 0 0 0,0 0 0 0 0,0 0 0 0 0,1 1 0 0 0,0-1 0 0 0,0 1 0 0 0,0 0 0 0 0,1 0 0 0 0,0 0 0 0 0,0 0 0 0 0,-1 9 0 0 0,1 0-210 0 0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1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1 386 5529 0 0,'0'0'31'0'0,"1"1"0"0"0,-1-1 0 0 0,1 0 0 0 0,-1 1-1 0 0,1-1 1 0 0,0 0 0 0 0,-1 1 0 0 0,1-1 0 0 0,-1 0 0 0 0,1 1 0 0 0,0-1-1 0 0,-1 0 1 0 0,1 0 0 0 0,0 0 0 0 0,-1 0 0 0 0,1 0 0 0 0,0 0 0 0 0,-1 0-1 0 0,1 0 1 0 0,0 0 0 0 0,-1 0 0 0 0,1 0 0 0 0,0 0 0 0 0,25-2 162 0 0,-20 1 43 0 0,72-3 2188 0 0,104 7 1 0 0,144 11-113 0 0,-211-11-2014 0 0,28 0-179 0 0,236 18-180 0 0,-350-19 81 0 0,0-1 0 0 0,0-1-1 0 0,51-8 1 0 0,32 0 75 0 0,-108 8-60 0 0,-1 0 0 0 0,1 0 1 0 0,0 0-1 0 0,-1-1 0 0 0,1 1 1 0 0,0-1-1 0 0,-1 0 0 0 0,1 0 1 0 0,0 0-1 0 0,-1 0 0 0 0,0-1 1 0 0,1 1-1 0 0,-1-1 1 0 0,0 0-1 0 0,5-3 0 0 0,-4 4 633 0 0,-34 0 0 0 0,30 0-668 0 0,2-14 57 0 0,0 0-1 0 0,0 1 0 0 0,8-21 0 0 0,2-17 96 0 0,-8 27-138 0 0,-1-1 66 0 0,12-39 0 0 0,-14 59-173 0 0,1 0 0 0 0,1-1 0 0 0,-1 1 0 0 0,1 0-1 0 0,0 0 1 0 0,1 1 0 0 0,-1-1 0 0 0,1 1 0 0 0,0-1 0 0 0,1 1 0 0 0,5-5 0 0 0,-10 9 83 0 0,1 1 1 0 0,-1 0-1 0 0,0 0 1 0 0,0 0 0 0 0,0-1-1 0 0,0 1 1 0 0,1 0-1 0 0,-1 0 1 0 0,0 0-1 0 0,0 0 1 0 0,1-1-1 0 0,-1 1 1 0 0,0 0 0 0 0,0 0-1 0 0,0 0 1 0 0,1 0-1 0 0,-1 0 1 0 0,0 0-1 0 0,0 0 1 0 0,1 0-1 0 0,-1 0 1 0 0,0 0 0 0 0,0 0-1 0 0,1 0 1 0 0,-1 0-1 0 0,0 0 1 0 0,0 0-1 0 0,1 0 1 0 0,-1 0 0 0 0,0 0-1 0 0,0 0 1 0 0,1 0-1 0 0,-1 0 1 0 0,0 0-1 0 0,0 1 1 0 0,1-1-1 0 0,-1 0 1 0 0,0 0 0 0 0,0 0-1 0 0,0 0 1 0 0,1 1-1 0 0,-1-1 1 0 0,0 0-1 0 0,0 0 1 0 0,0 0-1 0 0,0 1 1 0 0,1-1 0 0 0,2 19 21 0 0,-6 29 416 0 0,3-42-414 0 0,-4 37 130 0 0,5 83 0 0 0,0-112-148 0 0,0 0 0 0 0,1-1 0 0 0,1 1 0 0 0,0-1 1 0 0,1 1-1 0 0,0-1 0 0 0,1 0 0 0 0,1-1 0 0 0,0 1 0 0 0,9 13 0 0 0,-14-25 6 0 0,-1 0-1 0 0,1 0 0 0 0,0 1 0 0 0,0-1 1 0 0,0 0-1 0 0,0 0 0 0 0,0 0 0 0 0,0 0 1 0 0,0 0-1 0 0,0 0 0 0 0,1-1 0 0 0,-1 1 0 0 0,0 0 1 0 0,0 0-1 0 0,1-1 0 0 0,-1 1 0 0 0,1-1 1 0 0,-1 1-1 0 0,0-1 0 0 0,1 0 0 0 0,-1 0 1 0 0,1 1-1 0 0,-1-1 0 0 0,1 0 0 0 0,1 0 1 0 0,-1-1-3 0 0,0 0 0 0 0,0 0 0 0 0,1 0 0 0 0,-1 0 0 0 0,0 0 0 0 0,0-1 0 0 0,0 1 0 0 0,0 0 0 0 0,0-1 0 0 0,-1 0 0 0 0,1 1 0 0 0,0-1 0 0 0,2-3 0 0 0,4-8-134 0 0,1 0 1 0 0,-2-1-1 0 0,11-23 1 0 0,-16 32 32 0 0,17-47-689 0 0,21-83 1 0 0,-26 82 592 0 0,33-85 1 0 0,-47 138 205 0 0,0-1 0 0 0,0 1 1 0 0,0 0-1 0 0,0-1 1 0 0,1 1-1 0 0,-1-1 0 0 0,0 1 1 0 0,0 0-1 0 0,0-1 1 0 0,0 1-1 0 0,1 0 1 0 0,-1-1-1 0 0,0 1 0 0 0,0 0 1 0 0,1-1-1 0 0,-1 1 1 0 0,0 0-1 0 0,0 0 0 0 0,1-1 1 0 0,-1 1-1 0 0,0 0 1 0 0,1 0-1 0 0,-1-1 1 0 0,1 1-1 0 0,-1 0 0 0 0,0 0 1 0 0,1 0-1 0 0,-1 0 1 0 0,1 0-1 0 0,-1 0 0 0 0,0 0 1 0 0,1-1-1 0 0,-1 1 1 0 0,1 0-1 0 0,-1 0 1 0 0,0 1-1 0 0,1-1 0 0 0,10 14 355 0 0,2 24 248 0 0,1 64-28 0 0,2 14-336 0 0,-13-102-226 0 0,1 0-1 0 0,0 0 0 0 0,1-1 1 0 0,0 1-1 0 0,14 23 0 0 0,-18-35-16 0 0,0 0-1 0 0,0-1 1 0 0,0 1-1 0 0,1 0 1 0 0,-1 0-1 0 0,0 0 0 0 0,1-1 1 0 0,0 1-1 0 0,-1-1 1 0 0,1 1-1 0 0,0-1 1 0 0,0 0-1 0 0,-1 0 0 0 0,1 0 1 0 0,0 0-1 0 0,0 0 1 0 0,0 0-1 0 0,1 0 1 0 0,2 0-1 0 0,-3-1 6 0 0,0 0 0 0 0,1 0 0 0 0,-1 0 0 0 0,0-1 0 0 0,0 1-1 0 0,0-1 1 0 0,0 0 0 0 0,0 1 0 0 0,0-1 0 0 0,0 0 0 0 0,0 0 0 0 0,0 0 0 0 0,-1 0 0 0 0,1-1 0 0 0,0 1-1 0 0,2-3 1 0 0,3-3 23 0 0,0-1-1 0 0,0-1 1 0 0,-1 1-1 0 0,0-1 1 0 0,0 0-1 0 0,7-18 0 0 0,27-81-113 0 0,-30 77 21 0 0,1 0 0 0 0,2 1 1 0 0,23-42-1 0 0,-35 70 31 0 0,0 0 0 0 0,1 0 0 0 0,-1 0 0 0 0,1 0 0 0 0,-1 0 0 0 0,1 0 1 0 0,-1 1-1 0 0,1-1 0 0 0,0 0 0 0 0,0 1 0 0 0,0 0 0 0 0,0-1 0 0 0,0 1 0 0 0,0 0 0 0 0,0 0 0 0 0,3-1 0 0 0,-4 2 21 0 0,0 0 0 0 0,-1 0-1 0 0,1 0 1 0 0,-1 0-1 0 0,1 0 1 0 0,-1 0 0 0 0,1 1-1 0 0,-1-1 1 0 0,1 0 0 0 0,0 0-1 0 0,-1 0 1 0 0,1 0 0 0 0,-1 1-1 0 0,1-1 1 0 0,-1 0-1 0 0,1 0 1 0 0,-1 1 0 0 0,0-1-1 0 0,1 0 1 0 0,-1 1 0 0 0,1-1-1 0 0,-1 1 1 0 0,0-1 0 0 0,1 1-1 0 0,-1 0 1 0 0,1 0 12 0 0,0 1 0 0 0,0 0 0 0 0,-1 0 0 0 0,1 0 1 0 0,0 0-1 0 0,-1 0 0 0 0,0 0 0 0 0,0 0 0 0 0,1-1 0 0 0,-1 5 1 0 0,-3 90 681 0 0,1 58 107 0 0,3-135-696 0 0,1-1-1 0 0,1 1 1 0 0,1-1 0 0 0,1 0-1 0 0,0 0 1 0 0,10 21 0 0 0,-15-38-72 0 0,0 0 0 0 0,0 0 0 0 0,0-1 0 0 0,1 1 0 0 0,-1 0 1 0 0,1 0-1 0 0,-1 0 0 0 0,0 0 0 0 0,1-1 0 0 0,-1 1 0 0 0,1 0 0 0 0,0-1 1 0 0,-1 1-1 0 0,1 0 0 0 0,0-1 0 0 0,-1 1 0 0 0,1-1 0 0 0,0 1 0 0 0,-1-1 1 0 0,1 1-1 0 0,0-1 0 0 0,0 1 0 0 0,1-1 0 0 0,-1 0-22 0 0,0 0 0 0 0,-1-1 0 0 0,1 1 0 0 0,0-1-1 0 0,0 1 1 0 0,-1-1 0 0 0,1 1 0 0 0,-1-1 0 0 0,1 0 0 0 0,-1 1-1 0 0,1-1 1 0 0,-1 0 0 0 0,1 1 0 0 0,-1-1 0 0 0,1 0 0 0 0,-1 0-1 0 0,0 1 1 0 0,1-1 0 0 0,-1 0 0 0 0,0-1 0 0 0,13-56-662 0 0,-12 47 494 0 0,5-25-527 0 0,-1 1 235 0 0,2 0 0 0 0,1 0 0 0 0,1 1 0 0 0,2 0 0 0 0,19-40 0 0 0,-30 73 437 0 0,0 0 0 0 0,1 0-1 0 0,-1 0 1 0 0,1 0 0 0 0,-1 0 0 0 0,1 1 0 0 0,-1-1 0 0 0,1 0-1 0 0,-1 0 1 0 0,1 0 0 0 0,0 1 0 0 0,0-1 0 0 0,-1 0 0 0 0,1 1-1 0 0,0-1 1 0 0,0 1 0 0 0,0-1 0 0 0,0 1 0 0 0,-1-1 0 0 0,1 1-1 0 0,2-1 1 0 0,-3 1 9 0 0,1 0-1 0 0,0 1 0 0 0,-1-1 1 0 0,1 0-1 0 0,-1 1 0 0 0,1-1 1 0 0,-1 1-1 0 0,1-1 0 0 0,-1 1 0 0 0,1-1 1 0 0,-1 1-1 0 0,1-1 0 0 0,-1 1 1 0 0,0 0-1 0 0,1-1 0 0 0,-1 1 1 0 0,0-1-1 0 0,0 1 0 0 0,1 0 1 0 0,-1-1-1 0 0,0 1 0 0 0,0 1 1 0 0,6 44 290 0 0,-7 3 145 0 0,0-11-1527 0 0,5 40-1 0 0,-3-63-3031 0 0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2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64 150 3225 0 0,'-8'3'403'0'0,"-27"9"-2222"0"0,34-12 1804 0 0,0 1 0 0 0,0-1-1 0 0,0 0 1 0 0,-1 1 0 0 0,1 0-1 0 0,0-1 1 0 0,0 1 0 0 0,0 0 0 0 0,0 0-1 0 0,0-1 1 0 0,0 1 0 0 0,0 0-1 0 0,1 0 1 0 0,-1 0 0 0 0,0 0-1 0 0,0 0 1 0 0,1 0 0 0 0,-1 0-1 0 0,0 1 1 0 0,1-1 0 0 0,-1 2-1 0 0,1-2 170 0 0,1-1 0 0 0,-1 1 0 0 0,1 0-1 0 0,-1-1 1 0 0,1 1 0 0 0,0 0 0 0 0,-1-1 0 0 0,1 1-1 0 0,0-1 1 0 0,0 1 0 0 0,-1-1 0 0 0,1 1 0 0 0,0-1-1 0 0,0 1 1 0 0,0-1 0 0 0,-1 0 0 0 0,1 0-1 0 0,0 1 1 0 0,0-1 0 0 0,0 0 0 0 0,0 0 0 0 0,0 0-1 0 0,0 0 1 0 0,0 0 0 0 0,-1 0 0 0 0,3 0-1 0 0,24-1 2390 0 0,349-45 4372 0 0,191 22-3304 0 0,62-34-2103 0 0,-123 4-520 0 0,-465 52-1417 0 0,87-8-5676 0 0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3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20 6449 0 0,'-1'-2'9'0'0,"0"1"1"0"0,0 0-1 0 0,0-1 0 0 0,0 1 0 0 0,-1 0 0 0 0,1 0 0 0 0,0 0 0 0 0,0 0 0 0 0,-1 0 0 0 0,1 0 0 0 0,-1 0 0 0 0,1 0 0 0 0,-1 0 0 0 0,1 1 0 0 0,-1-1 0 0 0,1 1 0 0 0,-1-1 0 0 0,0 1 1 0 0,1-1-1 0 0,-1 1 0 0 0,0 0 0 0 0,1 0 0 0 0,-1 0 0 0 0,0 0 0 0 0,1 0 0 0 0,-1 0 0 0 0,0 1 0 0 0,1-1 0 0 0,-4 1 0 0 0,3 0 80 0 0,1-1-1 0 0,-1 1 1 0 0,0-1-1 0 0,0 1 1 0 0,1-1 0 0 0,-1 1-1 0 0,1 0 1 0 0,-1 0-1 0 0,1 0 1 0 0,-1 0-1 0 0,1 0 1 0 0,0 0-1 0 0,-1 0 1 0 0,1 0-1 0 0,0 1 1 0 0,0-1 0 0 0,0 1-1 0 0,0-1 1 0 0,0 1-1 0 0,0-1 1 0 0,0 1-1 0 0,0-1 1 0 0,1 1-1 0 0,-1 0 1 0 0,0-1 0 0 0,1 1-1 0 0,-1 2 1 0 0,2-1 166 0 0,0 1 1 0 0,1-1 0 0 0,-1 1-1 0 0,1-1 1 0 0,-1 1 0 0 0,1-1-1 0 0,0 0 1 0 0,0 0 0 0 0,1 0 0 0 0,-1 0-1 0 0,1 0 1 0 0,-1 0 0 0 0,1-1-1 0 0,0 1 1 0 0,4 2 0 0 0,19 22 534 0 0,-21-19-706 0 0,-1-1 0 0 0,0 1 0 0 0,-1 0 0 0 0,0 0 0 0 0,0 0 0 0 0,-1 0 0 0 0,0 0 0 0 0,0 1 0 0 0,0 10 0 0 0,0 10 38 0 0,-4 42 0 0 0,0-5 54 0 0,28 273 633 0 0,-7-131-260 0 0,-22 54-189 0 0,0-2 36 0 0,8-215 12 0 0,13 50-1 0 0,-3-19 318 0 0,-15-68-495 0 0,0-8-247 0 0,0-1 0 0 0,0 1 0 0 0,0 0 0 0 0,0 0-1 0 0,0 0 1 0 0,1 0 0 0 0,-1 0 0 0 0,0 0 0 0 0,0 0 0 0 0,0 0 0 0 0,0 0 0 0 0,0 0 0 0 0,0 0 0 0 0,0 0 0 0 0,1 0 0 0 0,-1 0 0 0 0,0 0-1 0 0,0 0 1 0 0,0 0 0 0 0,0 0 0 0 0,0 0 0 0 0,0 0 0 0 0,0 0 0 0 0,0 0 0 0 0,1 0 0 0 0,-1 0 0 0 0,0 0 0 0 0,0 0 0 0 0,0 0 0 0 0,0 0 0 0 0,0 0-1 0 0,0 1 1 0 0,0-1 0 0 0,0 0 0 0 0,1 0 0 0 0,-1 0 0 0 0,0 0 0 0 0,0 0 0 0 0,0 0 0 0 0,0 0 0 0 0,0 0 0 0 0,0 0 0 0 0,0 0 0 0 0,0 1 0 0 0,0-1-1 0 0,0 0 1 0 0,0 0 0 0 0,0 0 0 0 0,0 0 0 0 0,0 0 0 0 0,0 0 0 0 0,0 0 0 0 0,0 1 0 0 0,0-1 0 0 0,0 0 0 0 0,0 0 0 0 0,0 0 0 0 0,0 0 0 0 0,0 0-1 0 0,0 0 1 0 0,0 0 0 0 0,0 1 0 0 0,0-1 0 0 0,0 0 0 0 0,0 0 0 0 0,0 0 0 0 0,0 0 0 0 0,0 0 0 0 0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4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53 2304 0 0,'-3'-6'396'0'0,"0"1"-1"0"0,0 0 0 0 0,0 0 0 0 0,-1 0 0 0 0,1 0 0 0 0,-1 1 0 0 0,-1-1 0 0 0,-7-6 0 0 0,12 11-364 0 0,-1 0 1 0 0,1 0-1 0 0,0 0 1 0 0,-1-1-1 0 0,1 1 1 0 0,-1 0-1 0 0,1 0 1 0 0,0 0-1 0 0,-1 0 1 0 0,1 0-1 0 0,-1 0 1 0 0,1 0-1 0 0,0 0 1 0 0,-1 0-1 0 0,1 0 1 0 0,0 0-1 0 0,-1 0 1 0 0,1 0-1 0 0,-1 0 1 0 0,1 1-1 0 0,0-1 1 0 0,-1 0-1 0 0,1 0 1 0 0,0 0-1 0 0,-1 0 1 0 0,1 1-1 0 0,0-1 1 0 0,-1 0-1 0 0,1 0 1 0 0,0 1-1 0 0,0-1 1 0 0,-1 0-1 0 0,1 1 0 0 0,0-1 1 0 0,0 0-1 0 0,0 1 1 0 0,-1-1-1 0 0,1 0 1 0 0,0 1-1 0 0,0-1 1 0 0,0 0-1 0 0,0 1 1 0 0,0-1-1 0 0,0 0 1 0 0,-1 1-1 0 0,1-1 1 0 0,0 1-1 0 0,0-1 1 0 0,0 1-1 0 0,0 0 8 0 0,0 0-1 0 0,0 0 0 0 0,0 0 0 0 0,-1 0 0 0 0,1 0 1 0 0,0 0-1 0 0,0 0 0 0 0,0 0 0 0 0,1 0 1 0 0,-1 0-1 0 0,0 0 0 0 0,0 0 0 0 0,0 0 1 0 0,1 0-1 0 0,-1 0 0 0 0,0-1 0 0 0,1 1 1 0 0,-1 0-1 0 0,1 0 0 0 0,-1 0 0 0 0,1 0 1 0 0,0 0-1 0 0,15 9 664 0 0,0-1 1 0 0,0 0 0 0 0,1-2-1 0 0,0 0 1 0 0,22 6-1 0 0,-9-3-222 0 0,2 0-3 0 0,2-1-1 0 0,-1-2 0 0 0,1-2 0 0 0,64 3 0 0 0,-93-8-464 0 0,34 4 277 0 0,-38-4-284 0 0,0 0-1 0 0,0 0 0 0 0,0 0 1 0 0,0 0-1 0 0,0 1 0 0 0,0-1 0 0 0,0 0 1 0 0,0 1-1 0 0,0-1 0 0 0,0 1 1 0 0,0-1-1 0 0,0 1 0 0 0,0-1 0 0 0,0 1 1 0 0,0-1-1 0 0,0 1 0 0 0,0 0 1 0 0,-1 0-1 0 0,1-1 0 0 0,0 1 0 0 0,-1 0 1 0 0,1 0-1 0 0,0 0 0 0 0,-1 0 1 0 0,1 0-1 0 0,-1 0 0 0 0,1 2 0 0 0,-1-2-25 0 0,-1 1 0 0 0,1 0-1 0 0,-1-1 1 0 0,1 1-1 0 0,-1 0 1 0 0,0-1-1 0 0,0 1 1 0 0,1-1 0 0 0,-1 1-1 0 0,0-1 1 0 0,-1 0-1 0 0,1 1 1 0 0,0-1 0 0 0,0 0-1 0 0,-1 0 1 0 0,1 0-1 0 0,-2 2 1 0 0,-30 18-625 0 0,22-14 472 0 0,-46 26 304 0 0,-2-3 1 0 0,-93 35-1 0 0,-12 5-253 0 0,146-61-165 0 0,1 0 1 0 0,1 1 0 0 0,0 1-1 0 0,0 1 1 0 0,-22 21-1 0 0,37-33 288 0 0,0 1 0 0 0,0 0 0 0 0,0-1 0 0 0,1 1-1 0 0,-1 0 1 0 0,0 0 0 0 0,1 0 0 0 0,-1-1-1 0 0,1 1 1 0 0,-1 0 0 0 0,1 0 0 0 0,-1 0-1 0 0,1 0 1 0 0,-1 0 0 0 0,1 0 0 0 0,0 0-1 0 0,0 0 1 0 0,-1 0 0 0 0,1 0 0 0 0,0 0-1 0 0,0 0 1 0 0,0 1 0 0 0,0-1 0 0 0,0 0 0 0 0,0 0-1 0 0,1 1 1 0 0,0 0 4 0 0,0-1-1 0 0,0 1 1 0 0,0-1 0 0 0,0 0 0 0 0,0 0-1 0 0,1 1 1 0 0,-1-1 0 0 0,0 0-1 0 0,1 0 1 0 0,-1 0 0 0 0,1 0 0 0 0,-1-1-1 0 0,1 1 1 0 0,2 1 0 0 0,7 1-88 0 0,0 0 1 0 0,1 0 0 0 0,17 2-1 0 0,103 0 1331 0 0,-17-2-631 0 0,-57-1-553 0 0,-44-3-25 0 0,0 1-1 0 0,0 1 0 0 0,-1 0 1 0 0,1 1-1 0 0,-1 0 0 0 0,20 6 1 0 0,-32-7-41 0 0,-1-1 0 0 0,1 0 0 0 0,0 1 0 0 0,0-1 0 0 0,0 0 0 0 0,-1 1 0 0 0,1-1 0 0 0,0 1 0 0 0,-1-1 0 0 0,1 1 0 0 0,0 0 0 0 0,-1-1 0 0 0,1 1 0 0 0,0 0 0 0 0,-1-1 0 0 0,1 1 0 0 0,-1 0 0 0 0,0 0 0 0 0,1 0 0 0 0,-1-1 0 0 0,0 1 0 0 0,1 0 0 0 0,-1 0 0 0 0,0 0 0 0 0,0 0 0 0 0,0 0 0 0 0,1-1 0 0 0,-1 1 0 0 0,-1 2 0 0 0,1 0-37 0 0,-1 0 0 0 0,0 0-1 0 0,0 0 1 0 0,0 0 0 0 0,0 0 0 0 0,0 0 0 0 0,-1-1 0 0 0,1 1 0 0 0,-3 3 0 0 0,-5 6-148 0 0,0-1 1 0 0,-19 18-1 0 0,-159 136-239 0 0,178-157 684 0 0,4-4-489 0 0,1-1-1 0 0,0 0 1 0 0,0 1 0 0 0,1 0-1 0 0,-1 0 1 0 0,-5 8 0 0 0,9-12 189 0 0,0 1 0 0 0,0-1 1 0 0,0 1-1 0 0,-1-1 0 0 0,1 0 0 0 0,0 1 1 0 0,0-1-1 0 0,0 1 0 0 0,0-1 1 0 0,0 1-1 0 0,0-1 0 0 0,0 1 1 0 0,0-1-1 0 0,0 1 0 0 0,0-1 0 0 0,0 1 1 0 0,0-1-1 0 0,1 1 0 0 0,-1-1 1 0 0,0 0-1 0 0,0 1 0 0 0,0-1 1 0 0,1 1-1 0 0,-1-1 0 0 0,0 0 0 0 0,0 1 1 0 0,1-1-1 0 0,-1 1 0 0 0,1 0 1 0 0,1 0-26 0 0,0 0 1 0 0,0 0-1 0 0,0 0 1 0 0,0 0-1 0 0,0-1 1 0 0,0 1-1 0 0,1 0 1 0 0,-1-1-1 0 0,0 1 1 0 0,4-1 0 0 0,61 6 212 0 0,-48-6-20 0 0,0 1 1 0 0,-1 1 0 0 0,0 1 0 0 0,0 0-1 0 0,0 2 1 0 0,0 0 0 0 0,24 10-1 0 0,-42-15-122 0 0,1 1-1 0 0,0-1 1 0 0,-1 0-1 0 0,1 1 0 0 0,-1-1 1 0 0,1 0-1 0 0,0 1 1 0 0,-1-1-1 0 0,1 1 1 0 0,-1-1-1 0 0,0 1 0 0 0,1-1 1 0 0,-1 1-1 0 0,1-1 1 0 0,-1 1-1 0 0,0-1 0 0 0,1 1 1 0 0,-1 0-1 0 0,0-1 1 0 0,1 1-1 0 0,-1 0 0 0 0,0-1 1 0 0,0 1-1 0 0,0 0 1 0 0,0-1-1 0 0,0 1 0 0 0,0 0 1 0 0,0-1-1 0 0,0 1 1 0 0,0 0-1 0 0,0-1 1 0 0,0 2-1 0 0,-1 1 94 0 0,0-1 1 0 0,0 0-1 0 0,0 1 0 0 0,-1-1 1 0 0,1 0-1 0 0,-1 0 0 0 0,1 0 1 0 0,-1 0-1 0 0,-2 3 0 0 0,-46 33 815 0 0,50-38-931 0 0,-19 13 20 0 0,8-8 11 0 0,2 1-1 0 0,-1 1 1 0 0,0 0 0 0 0,1 0-1 0 0,1 1 1 0 0,-1 0 0 0 0,1 0-1 0 0,1 1 1 0 0,-11 15 0 0 0,17-24-33 0 0,1 1 0 0 0,0 0 0 0 0,-1-1 0 0 0,1 1 0 0 0,0 0 0 0 0,-1 0 0 0 0,1 0 0 0 0,0-1 1 0 0,0 1-1 0 0,-1 0 0 0 0,1 0 0 0 0,0 0 0 0 0,0-1 0 0 0,0 1 0 0 0,0 0 0 0 0,0 0 0 0 0,0 0 0 0 0,1-1 0 0 0,-1 1 0 0 0,0 0 0 0 0,0 0 0 0 0,1 0 1 0 0,-1-1-1 0 0,0 1 0 0 0,1 0 0 0 0,-1 0 0 0 0,1 0 0 0 0,0 0-77 0 0,0 0 0 0 0,1 0 0 0 0,-1 0 0 0 0,0 0 1 0 0,1-1-1 0 0,-1 1 0 0 0,0 0 0 0 0,1-1 0 0 0,-1 1 0 0 0,1-1 0 0 0,-1 0 1 0 0,1 1-1 0 0,1-1 0 0 0,5 1-368 0 0,0-1 1 0 0,0 0-1 0 0,-1 0 1 0 0,12-3 0 0 0,0 2 236 0 0,0 0 0 0 0,0 2 0 0 0,-1 0 0 0 0,1 1 0 0 0,29 6 0 0 0,-45-7 183 0 0,14 2-13 0 0,-11-3 60 0 0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5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2 1840 0 0,'-3'0'210'0'0,"1"-1"0"0"0,0 1-1 0 0,0 0 1 0 0,0 0 0 0 0,-1-1-1 0 0,1 1 1 0 0,0 1 0 0 0,0-1-1 0 0,-1 0 1 0 0,1 0 0 0 0,0 1-1 0 0,0 0 1 0 0,0-1 0 0 0,0 1-1 0 0,0 0 1 0 0,0 0 0 0 0,0 0-1 0 0,0 0 1 0 0,0 0 0 0 0,0 0-1 0 0,0 1 1 0 0,1-1 0 0 0,-1 1-1 0 0,0-1 1 0 0,1 1 0 0 0,-1 0-1 0 0,1 0 1 0 0,0-1-1 0 0,0 1 1 0 0,-1 0 0 0 0,1 0-1 0 0,0 0 1 0 0,-1 4 0 0 0,-1 2 620 0 0,0 1 0 0 0,0-1 0 0 0,0 1 0 0 0,1-1 0 0 0,0 1 0 0 0,1 0 0 0 0,-1 14 0 0 0,-13 159 1549 0 0,-1 2-2080 0 0,35 76 413 0 0,-2-37-43 0 0,-16-196-551 0 0,-2 0 0 0 0,-5 32 0 0 0,5-50-29 0 0,-1 1 1 0 0,0-1-1 0 0,-1 0 1 0 0,1 0-1 0 0,-2 0 1 0 0,1-1-1 0 0,-2 1 1 0 0,1-1-1 0 0,-11 15 0 0 0,14-22-101 0 0,0 1-1 0 0,0-1 0 0 0,0 0 0 0 0,0 0 0 0 0,0 0 0 0 0,0 0 1 0 0,-1 0-1 0 0,1 0 0 0 0,0 0 0 0 0,-1 0 0 0 0,1 0 0 0 0,0-1 0 0 0,-1 1 1 0 0,-1 0-1 0 0,-8-4-3361 0 0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6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0 453 6793 0 0,'0'0'507'0'0,"21"-8"1538"0"0,24-1-1222 0 0,0 2-1 0 0,0 2 1 0 0,48 1 0 0 0,146 13 1006 0 0,-25-1-1639 0 0,204 23 1708 0 0,-389-28-1958 0 0,49-3-1 0 0,-57-2 1 0 0,0 2 0 0 0,0 1 0 0 0,0 0 0 0 0,41 9-1 0 0,-52-5-164 0 0,-10-4 207 0 0,0-1 0 0 0,1 1-1 0 0,-1-1 1 0 0,1 1 0 0 0,-1-1-1 0 0,0 0 1 0 0,1 1-1 0 0,-1-1 1 0 0,1 0 0 0 0,-1 0-1 0 0,1 1 1 0 0,-1-1-1 0 0,1 0 1 0 0,-1 0 0 0 0,1 0-1 0 0,-1 1 1 0 0,1-1 0 0 0,-1 0-1 0 0,1 0 1 0 0,-1 0-1 0 0,1 0 1 0 0,0 0 0 0 0,-1 0-1 0 0,1 0 1 0 0,-1 0 0 0 0,1 0-1 0 0,-1-1 1 0 0,1 1-1 0 0,-1 0 1 0 0,1 0 0 0 0,-1 0-1 0 0,1-1 1 0 0,-1 1 0 0 0,1 0-1 0 0,-1 0 1 0 0,1-1-1 0 0,-1 1 1 0 0,1 0 0 0 0,0-1-1 0 0,7-7-208 0 0,0 1 0 0 0,1 0-1 0 0,18-11 1 0 0,-17 12 80 0 0,0 0 0 0 0,-1 0 0 0 0,0-1 0 0 0,-1-1-1 0 0,0 1 1 0 0,8-10 0 0 0,17-29-135 0 0,-2-2 0 0 0,36-77-1 0 0,-61 113 355 0 0,0 2-1 0 0,1-1 0 0 0,12-15 1 0 0,-17 24-51 0 0,1-1 0 0 0,-1 1 0 0 0,1-1 0 0 0,-1 1 0 0 0,1 0 0 0 0,0 0 0 0 0,0 0 0 0 0,4-2 0 0 0,-6 4 2 0 0,1 0 0 0 0,-1-1 0 0 0,0 1 0 0 0,0 0 1 0 0,1-1-1 0 0,-1 1 0 0 0,0 0 0 0 0,0 0 0 0 0,1 0 0 0 0,-1 0 0 0 0,0 0 1 0 0,1 0-1 0 0,-1 1 0 0 0,0-1 0 0 0,0 0 0 0 0,1 1 0 0 0,-1-1 0 0 0,0 1 1 0 0,0-1-1 0 0,0 1 0 0 0,0-1 0 0 0,2 2 0 0 0,-1 0 53 0 0,-1-1-1 0 0,1 1 0 0 0,0 0 1 0 0,-1 0-1 0 0,1 0 0 0 0,-1 0 1 0 0,0 1-1 0 0,0-1 0 0 0,0 0 1 0 0,0 0-1 0 0,0 1 0 0 0,1 4 1 0 0,5 35 641 0 0,-4-23-373 0 0,-1-4-142 0 0,1 1 1 0 0,1-1 0 0 0,1 0-1 0 0,0-1 1 0 0,0 1 0 0 0,1-1 0 0 0,1 0-1 0 0,1 0 1 0 0,0-1 0 0 0,1 0-1 0 0,0 0 1 0 0,0-1 0 0 0,2 0 0 0 0,-1-1-1 0 0,16 12 1 0 0,-24-22-164 0 0,-1 1-1 0 0,1-1 1 0 0,0 0-1 0 0,0 0 1 0 0,-1 0 0 0 0,1-1-1 0 0,0 1 1 0 0,0 0 0 0 0,0-1-1 0 0,0 1 1 0 0,0-1-1 0 0,0 1 1 0 0,0-1 0 0 0,0 0-1 0 0,0 0 1 0 0,0 0-1 0 0,0 0 1 0 0,0 0 0 0 0,0-1-1 0 0,-1 1 1 0 0,4-1 0 0 0,-2-1-32 0 0,0 1 1 0 0,1-1 0 0 0,-1 0-1 0 0,0 0 1 0 0,0 0 0 0 0,0-1-1 0 0,-1 1 1 0 0,1-1 0 0 0,0 1-1 0 0,3-7 1 0 0,5-6-213 0 0,-2-1 0 0 0,0 0-1 0 0,12-30 1 0 0,-17 37 101 0 0,8-20-279 0 0,-3 5 230 0 0,1 0-1 0 0,1 0 1 0 0,1 1-1 0 0,1 0 1 0 0,1 1-1 0 0,27-31 1 0 0,-40 52 148 0 0,0-1 1 0 0,0 1-1 0 0,0 0 1 0 0,0 0 0 0 0,1-1-1 0 0,-1 1 1 0 0,0 0-1 0 0,1 0 1 0 0,-1 0-1 0 0,0 0 1 0 0,1 1 0 0 0,0-1-1 0 0,-1 0 1 0 0,1 1-1 0 0,-1-1 1 0 0,1 1 0 0 0,0-1-1 0 0,-1 1 1 0 0,1 0-1 0 0,0-1 1 0 0,-1 1-1 0 0,1 0 1 0 0,0 0 0 0 0,0 1-1 0 0,-1-1 1 0 0,1 0-1 0 0,0 0 1 0 0,-1 1-1 0 0,1-1 1 0 0,0 1 0 0 0,-1-1-1 0 0,1 1 1 0 0,-1 0-1 0 0,1 0 1 0 0,-1 0 0 0 0,1 0-1 0 0,-1 0 1 0 0,0 0-1 0 0,1 0 1 0 0,-1 0-1 0 0,0 0 1 0 0,0 1 0 0 0,0-1-1 0 0,2 2 1 0 0,4 9 202 0 0,0 0 0 0 0,0 0 0 0 0,-2 0 0 0 0,9 24 1 0 0,-4-11 85 0 0,40 73 33 0 0,7 19-262 0 0,-57-123 11 0 0,0 1 0 0 0,0 0-1 0 0,1-1 1 0 0,-1 1 0 0 0,1 0 0 0 0,0 0 0 0 0,3-6-1 0 0,14-56-1146 0 0,-14 56 1045 0 0,2-11-181 0 0,7-24-99 0 0,2 1 0 0 0,1 1 0 0 0,23-43 0 0 0,-38 85 269 0 0,0 1 1 0 0,0-1-1 0 0,-1 1 1 0 0,1-1 0 0 0,1 1-1 0 0,-1-1 1 0 0,0 1 0 0 0,0-1-1 0 0,0 1 1 0 0,1 0 0 0 0,-1 0-1 0 0,0 0 1 0 0,1-1-1 0 0,0 1 1 0 0,-1 1 0 0 0,1-1-1 0 0,-1 0 1 0 0,1 0 0 0 0,0 1-1 0 0,0-1 1 0 0,-1 1-1 0 0,1-1 1 0 0,0 1 0 0 0,3-1-1 0 0,-3 2 32 0 0,0-1-1 0 0,-1 1 1 0 0,1 0 0 0 0,0-1-1 0 0,-1 1 1 0 0,1 0-1 0 0,-1 0 1 0 0,1 0-1 0 0,-1 0 1 0 0,0 0 0 0 0,1 1-1 0 0,-1-1 1 0 0,0 0-1 0 0,0 1 1 0 0,0-1-1 0 0,0 1 1 0 0,0-1 0 0 0,0 1-1 0 0,0-1 1 0 0,0 1-1 0 0,-1 0 1 0 0,1-1-1 0 0,0 1 1 0 0,-1 0 0 0 0,1 1-1 0 0,61 307 2672 0 0,-52-248-2571 0 0,-8-44-58 0 0,-2-14-22 0 0,0 0 0 0 0,0 0-1 0 0,1 0 1 0 0,0 0-1 0 0,-1 0 1 0 0,3 5 0 0 0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7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0 186 9674 0 0,'4'-3'240'0'0,"0"0"0"0"0,0 1 0 0 0,0-1 0 0 0,1 1 0 0 0,-1 0 0 0 0,7-2 0 0 0,-7 2-130 0 0,39-16 249 0 0,1 3-1 0 0,86-20 1 0 0,97 2 2383 0 0,61 25 339 0 0,-9 0-1473 0 0,-224 4-1539 0 0,101-13-1386 0 0,-123 12-1539 0 0,34-11 0 0 0,-52 11-2009 0 0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2761 0 0,'5'124'7080'0'0,"0"61"-5198"0"0,4 143 350 0 0,-1 37-432 0 0,-11-315-1608 0 0,3 0 0 0 0,2 1 0 0 0,16 97 1 0 0,-13-131-1856 0 0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0 6913 0 0,'-3'2'-119'0'0,"-1"0"0"0"0,1 1-1 0 0,-1-1 1 0 0,1 1 0 0 0,0-1-1 0 0,-1 1 1 0 0,2 0-1 0 0,-1 0 1 0 0,0 1 0 0 0,-4 5-1 0 0,7-8 53 0 0,0 0-1 0 0,-1 0 0 0 0,1-1 1 0 0,-1 1-1 0 0,1 0 1 0 0,0 0-1 0 0,0 0 1 0 0,-1 0-1 0 0,1 0 1 0 0,0 0-1 0 0,0 0 0 0 0,0 0 1 0 0,0 0-1 0 0,0 0 1 0 0,0 0-1 0 0,0 0 1 0 0,1 0-1 0 0,-1 0 1 0 0,1 2-1 0 0,0-2 123 0 0,-1 0 0 0 0,1 0-1 0 0,0 0 1 0 0,1 1 0 0 0,-1-1 0 0 0,0 0-1 0 0,0-1 1 0 0,0 1 0 0 0,1 0 0 0 0,-1 0-1 0 0,0 0 1 0 0,1-1 0 0 0,-1 1-1 0 0,0-1 1 0 0,1 1 0 0 0,-1-1 0 0 0,3 1-1 0 0,16 2 570 0 0,0 0 0 0 0,0-2-1 0 0,0 0 1 0 0,0-1-1 0 0,23-4 1 0 0,7 1 514 0 0,-14 2-202 0 0,-1-1-522 0 0,45 4 1 0 0,-71-2-479 0 0,0 2-1 0 0,0-1 1 0 0,0 1 0 0 0,0 0-1 0 0,-1 1 1 0 0,1 0 0 0 0,-1 0 0 0 0,1 1-1 0 0,-1 0 1 0 0,9 6 0 0 0,-16-9 38 0 0,0 0 0 0 0,1 0 0 0 0,-1 0 0 0 0,0 0 0 0 0,0 0 0 0 0,0 0 0 0 0,1 1 0 0 0,-1-1 0 0 0,0 0 0 0 0,-1 1 0 0 0,1-1 0 0 0,0 1 0 0 0,0-1 0 0 0,-1 1 0 0 0,1 0 0 0 0,-1-1 0 0 0,1 1 0 0 0,-1-1 0 0 0,0 1 0 0 0,1 0 0 0 0,-1 0 0 0 0,0-1 0 0 0,0 4 0 0 0,-1-1 1 0 0,0 0-1 0 0,0-1 0 0 0,0 1 0 0 0,-1-1 1 0 0,1 1-1 0 0,-1-1 0 0 0,0 1 0 0 0,0-1 1 0 0,0 0-1 0 0,-4 4 0 0 0,-5 5 32 0 0,0 0 1 0 0,-2 0-1 0 0,-23 17 0 0 0,-40 20 734 0 0,56-38-539 0 0,1 1 0 0 0,0 0 0 0 0,1 2-1 0 0,0 0 1 0 0,-29 31 0 0 0,46-44-201 0 0,0 0 0 0 0,1-1 1 0 0,-1 1-1 0 0,0-1 0 0 0,1 1 1 0 0,-1 0-1 0 0,1 0 1 0 0,-1-1-1 0 0,1 1 0 0 0,0 0 1 0 0,-1 0-1 0 0,1 0 0 0 0,0 0 1 0 0,-1-1-1 0 0,1 1 1 0 0,0 0-1 0 0,0 0 0 0 0,0 0 1 0 0,0 0-1 0 0,0 0 0 0 0,0 0 1 0 0,0 0-1 0 0,0 0 0 0 0,0-1 1 0 0,0 2-1 0 0,1-1-19 0 0,0 0 0 0 0,0-1 0 0 0,-1 1 0 0 0,1 0 0 0 0,0-1 0 0 0,0 1 0 0 0,0-1 1 0 0,0 1-1 0 0,0-1 0 0 0,0 0 0 0 0,0 1 0 0 0,0-1 0 0 0,0 0 0 0 0,0 0 0 0 0,0 0 0 0 0,0 0 0 0 0,0 0 0 0 0,1 0 0 0 0,10 0-235 0 0,1-1 0 0 0,20-5 0 0 0,-26 5 240 0 0,14-3-105 0 0,-13 2 267 0 0,0 0 1 0 0,0 0-1 0 0,0 1 0 0 0,0 0 0 0 0,0 1 0 0 0,12 0 1 0 0,-20 1-132 0 0,0-1 1 0 0,1 0 0 0 0,-1 0-1 0 0,0 1 1 0 0,0-1 0 0 0,1 0-1 0 0,-1 1 1 0 0,0-1 0 0 0,0 0-1 0 0,0 1 1 0 0,1-1 0 0 0,-1 0-1 0 0,0 1 1 0 0,0-1 0 0 0,0 1-1 0 0,0-1 1 0 0,0 0 0 0 0,0 1 0 0 0,0-1-1 0 0,0 1 1 0 0,0-1 0 0 0,0 0-1 0 0,0 1 1 0 0,0-1 0 0 0,0 1-1 0 0,0-1 1 0 0,0 0 0 0 0,0 1-1 0 0,-1-1 1 0 0,1 0 0 0 0,0 1-1 0 0,0-1 1 0 0,0 0 0 0 0,-1 1-1 0 0,1-1 1 0 0,0 0 0 0 0,0 1-1 0 0,-1-1 1 0 0,1 0 0 0 0,0 0-1 0 0,0 1 1 0 0,-1-1 0 0 0,1 0 0 0 0,0 0-1 0 0,-1 0 1 0 0,0 1 0 0 0,-13 15 235 0 0,-55 40-391 0 0,-18 16-150 0 0,79-64 337 0 0,0 0 0 0 0,0 1-1 0 0,1 0 1 0 0,0 1 0 0 0,0-1-1 0 0,1 1 1 0 0,-5 13 0 0 0,9-20-52 0 0,1-1 1 0 0,0 1-1 0 0,0-1 0 0 0,0 1 1 0 0,0-1-1 0 0,1 1 0 0 0,-1 0 1 0 0,1-1-1 0 0,0 1 1 0 0,0 0-1 0 0,0-1 0 0 0,0 1 1 0 0,0 0-1 0 0,0-1 0 0 0,1 1 1 0 0,-1 0-1 0 0,1-1 1 0 0,0 1-1 0 0,-1 0 0 0 0,1-1 1 0 0,2 4-1 0 0,-1-4-37 0 0,0 0 0 0 0,0 0 0 0 0,0 0-1 0 0,1-1 1 0 0,-1 1 0 0 0,0-1 0 0 0,1 1 0 0 0,-1-1-1 0 0,1 0 1 0 0,-1 0 0 0 0,1 0 0 0 0,0 0 0 0 0,0 0 0 0 0,-1 0-1 0 0,1-1 1 0 0,0 0 0 0 0,0 1 0 0 0,0-1 0 0 0,-1 0-1 0 0,4-1 1 0 0,44 0-276 0 0,-27-1 549 0 0,-1 2-1 0 0,0 0 0 0 0,32 5 0 0 0,-48-4-248 0 0,0 0 1 0 0,0 1-1 0 0,0-1 0 0 0,-1 1 1 0 0,1 1-1 0 0,-1-1 0 0 0,1 1 1 0 0,-1 0-1 0 0,0 0 0 0 0,0 0 1 0 0,0 1-1 0 0,-1 0 0 0 0,1 0 1 0 0,-1 0-1 0 0,0 0 0 0 0,0 1 1 0 0,5 7-1 0 0,-8-11-54 0 0,0 0 1 0 0,-1 1-1 0 0,1-1 1 0 0,0 0-1 0 0,-1 0 1 0 0,1 0-1 0 0,-1 0 1 0 0,1 1-1 0 0,-1-1 1 0 0,0 0-1 0 0,1 0 1 0 0,-1 1-1 0 0,0-1 1 0 0,0 0-1 0 0,0 1 1 0 0,0-1-1 0 0,0 0 1 0 0,0 0-1 0 0,0 1 1 0 0,0-1-1 0 0,-1 0 1 0 0,1 1-1 0 0,-1-1 1 0 0,1 0-1 0 0,-1 0 0 0 0,1 0 1 0 0,-1 1-1 0 0,1-1 1 0 0,-1 0-1 0 0,0 0 1 0 0,0 0-1 0 0,0 0 1 0 0,1 0-1 0 0,-1 0 1 0 0,0 0-1 0 0,0-1 1 0 0,0 1-1 0 0,-3 1 1 0 0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9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 8754 0 0,'0'0'30'0'0,"-1"0"0"0"0,1 0 0 0 0,-1 0 0 0 0,1 0 1 0 0,0 0-1 0 0,-1 0 0 0 0,1 0 0 0 0,0 0 0 0 0,-1 0 0 0 0,1 0 1 0 0,-1 0-1 0 0,1 0 0 0 0,0 0 0 0 0,-1 0 0 0 0,1 0 0 0 0,0 1 0 0 0,-1-1 1 0 0,1 0-1 0 0,0 0 0 0 0,-1 0 0 0 0,1 0 0 0 0,0 1 0 0 0,-1-1 1 0 0,1 0-1 0 0,0 1 0 0 0,0-1 0 0 0,-1 0 0 0 0,1 1 0 0 0,-4 4 129 0 0,6-1 584 0 0,1 9 291 0 0,0-1 0 0 0,0 0 1 0 0,-1 0-1 0 0,0 26 0 0 0,6 284 1221 0 0,7-106-1483 0 0,1 26-407 0 0,-30 233 1408 0 0,13-466-1717 0 0,0-1 1 0 0,-1 1-1 0 0,1-1 1 0 0,-5 13-1 0 0,4-15-44 0 0,0 0-1 0 0,0 0 1 0 0,1 0-1 0 0,-1 1 1 0 0,2-1 0 0 0,-1 1-1 0 0,1-1 1 0 0,0 13 0 0 0,1-18-56 0 0,-1 0 0 0 0,0 1 0 0 0,0-1 0 0 0,1 0 0 0 0,-1 0 1 0 0,1 0-1 0 0,-1 0 0 0 0,1 0 0 0 0,-1 0 0 0 0,1 0 1 0 0,0 0-1 0 0,-1 0 0 0 0,1-1 0 0 0,0 1 0 0 0,0 0 0 0 0,1 1 1 0 0,3 2-1018 0 0,-5-3 1037 0 0,0-1 77 0 0,0 2-48 0 0,1-1-1 0 0,0 1 1 0 0,0-1-1 0 0,-1 1 1 0 0,1-1 0 0 0,0 0-1 0 0,0 1 1 0 0,0-1-1 0 0,0 0 1 0 0,0 0 0 0 0,1 0-1 0 0,0 1 1 0 0,0 0-1 0 0,4 7-78 0 0,-1 0 0 0 0,0 1-1 0 0,-1-1 1 0 0,0 1 0 0 0,0 0-1 0 0,3 15 1 0 0,-3-11 274 0 0,-2-4 37 0 0,1 0-1 0 0,-2 1 0 0 0,1-1 1 0 0,-1 16-1 0 0,-3 9-2404 0 0,-5 37-1 0 0,0-16-725 0 0,6-32 2221 0 0,2-12 102 0 0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1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4 466 7370 0 0,'0'1'25'0'0,"0"-1"1"0"0,0 0 0 0 0,0 0 0 0 0,-1 0 0 0 0,1 0 0 0 0,0 0 0 0 0,0 0 0 0 0,0 0-1 0 0,0 0 1 0 0,0 0 0 0 0,0 0 0 0 0,0 0 0 0 0,-1-1 0 0 0,1 1 0 0 0,0 0 0 0 0,0 0 0 0 0,0 0-1 0 0,0 0 1 0 0,0 0 0 0 0,0 0 0 0 0,0 0 0 0 0,0 0 0 0 0,-1 0 0 0 0,1 0 0 0 0,0 0-1 0 0,0 0 1 0 0,0 0 0 0 0,0-1 0 0 0,0 1 0 0 0,0 0 0 0 0,0 0 0 0 0,0 0 0 0 0,0 0-1 0 0,0 0 1 0 0,0 0 0 0 0,0 0 0 0 0,0 0 0 0 0,0-1 0 0 0,0 1 0 0 0,0 0 0 0 0,0 0-1 0 0,0 0 1 0 0,0 0 0 0 0,0 0 0 0 0,0 0 0 0 0,0 0 0 0 0,0-1 0 0 0,0 1 0 0 0,0 0 0 0 0,0 0-1 0 0,0 0 1 0 0,0 0 0 0 0,0 0 0 0 0,0 0 0 0 0,0 0 0 0 0,0-1 0 0 0,0 1 0 0 0,0 0-1 0 0,0 0 1 0 0,0 0 0 0 0,1 0 0 0 0,14-7-27 0 0,17 3 629 0 0,1 2 1 0 0,0 1 0 0 0,39 3-1 0 0,31 1 1352 0 0,53-9 312 0 0,210 1-274 0 0,-266 7-1736 0 0,0-5-1 0 0,151-24 0 0 0,-240 25-347 0 0,0 0-23 0 0,1 0 1 0 0,0 0-1 0 0,0 1 1 0 0,0 0-1 0 0,0 1 1 0 0,0 0-1 0 0,0 1 1 0 0,20 5-1 0 0,-31-6 31 0 0,-1 0 0 0 0,1 0 0 0 0,-1 0-1 0 0,0 0 1 0 0,1 1 0 0 0,-1-1-1 0 0,1 0 1 0 0,-1 0 0 0 0,1 1-1 0 0,-1-1 1 0 0,0 0 0 0 0,1 1-1 0 0,-1-1 1 0 0,0 0 0 0 0,1 1-1 0 0,-1-1 1 0 0,0 1 0 0 0,1-1-1 0 0,-1 0 1 0 0,0 1 0 0 0,0-1-1 0 0,0 1 1 0 0,1-1 0 0 0,-1 1 0 0 0,0-1-1 0 0,0 1 1 0 0,0-1 0 0 0,0 1-1 0 0,0-1 1 0 0,0 1 0 0 0,0-1-1 0 0,0 1 1 0 0,0-1 0 0 0,0 1-1 0 0,0-1 1 0 0,0 1 0 0 0,-10 16-2727 0 0,10-10 6036 0 0,41-16-2789 0 0,1 2 0 0 0,57-2 0 0 0,88 6 1752 0 0,-130 4-1949 0 0,21 2-337 0 0,-68-6-331 0 0,-17-4-371 0 0,6 7 723 0 0,-1-1-1 0 0,1 0 1 0 0,0 1 0 0 0,0-1 0 0 0,0 0-1 0 0,0 0 1 0 0,1 0 0 0 0,-1 0 0 0 0,0 0-1 0 0,0 0 1 0 0,1 0 0 0 0,-1 0 0 0 0,0 0 0 0 0,1 0-1 0 0,-1 0 1 0 0,0-2 0 0 0,5-53 42 0 0,2 0 1 0 0,3 0 0 0 0,21-72-1 0 0,-30 126 26 0 0,1 0-1 0 0,-1 0 1 0 0,1 0-1 0 0,0 0 0 0 0,-1 0 1 0 0,1 0-1 0 0,0 0 1 0 0,0 1-1 0 0,0-1 0 0 0,0 0 1 0 0,0 0-1 0 0,3-2 1 0 0,-4 4-22 0 0,0 0 1 0 0,1 0-1 0 0,-1 0 1 0 0,0 0-1 0 0,0 0 1 0 0,0 0-1 0 0,1 0 1 0 0,-1 0 0 0 0,0 0-1 0 0,0 0 1 0 0,0 0-1 0 0,1 0 1 0 0,-1 0-1 0 0,0 0 1 0 0,0 0-1 0 0,0 0 1 0 0,1 0 0 0 0,-1 0-1 0 0,0 0 1 0 0,0 0-1 0 0,0 0 1 0 0,0 1-1 0 0,1-1 1 0 0,-1 0-1 0 0,0 0 1 0 0,0 0 0 0 0,0 0-1 0 0,0 0 1 0 0,1 1-1 0 0,-1-1 1 0 0,0 0-1 0 0,0 0 1 0 0,0 0-1 0 0,0 0 1 0 0,0 1 0 0 0,0-1-1 0 0,0 0 1 0 0,6 19-187 0 0,7 128 693 0 0,-10-92-167 0 0,2-1 1 0 0,14 61-1 0 0,-15-99-319 0 0,0-1 0 0 0,1 0 0 0 0,1 0 0 0 0,0 0 0 0 0,12 18 0 0 0,-18-32-13 0 0,0-1-1 0 0,1 0 1 0 0,-1 0-1 0 0,0 1 1 0 0,0-1-1 0 0,0 0 1 0 0,1 0-1 0 0,-1 1 1 0 0,0-1 0 0 0,0 0-1 0 0,1 0 1 0 0,-1 0-1 0 0,0 1 1 0 0,0-1-1 0 0,1 0 1 0 0,-1 0-1 0 0,0 0 1 0 0,0 0-1 0 0,1 0 1 0 0,-1 0-1 0 0,0 0 1 0 0,1 0 0 0 0,-1 0-1 0 0,0 0 1 0 0,1 0-1 0 0,-1 0 1 0 0,0 0-1 0 0,1 0 1 0 0,-1 0-1 0 0,0 0 1 0 0,1 0-1 0 0,-1 0 1 0 0,0 0-1 0 0,0 0 1 0 0,1 0 0 0 0,-1-1-1 0 0,11-11 211 0 0,3-18 154 0 0,-14 29-365 0 0,60-203-513 0 0,-8 18-111 0 0,-45 167 579 0 0,19-49 1 0 0,-23 62-6 0 0,0 0 1 0 0,0 0-1 0 0,0 1 1 0 0,1-1-1 0 0,0 1 1 0 0,0 0-1 0 0,1 0 1 0 0,6-7 0 0 0,-10 12 39 0 0,-1 0-1 0 0,1-1 1 0 0,-1 1 0 0 0,1-1 0 0 0,-1 1 0 0 0,1 0 0 0 0,0-1 0 0 0,-1 1 0 0 0,1 0 0 0 0,0 0 0 0 0,-1 0 0 0 0,1-1 0 0 0,0 1 0 0 0,-1 0 0 0 0,1 0 0 0 0,0 0 0 0 0,-1 0 0 0 0,1 0 0 0 0,0 0 0 0 0,-1 0 0 0 0,1 0 0 0 0,0 0-1 0 0,-1 1 1 0 0,1-1 0 0 0,0 0 0 0 0,-1 0 0 0 0,1 1 0 0 0,0-1 0 0 0,-1 0 0 0 0,1 1 0 0 0,-1-1 0 0 0,1 0 0 0 0,-1 1 0 0 0,1-1 0 0 0,-1 1 0 0 0,1-1 0 0 0,-1 1 0 0 0,1-1 0 0 0,-1 1 0 0 0,0 0 0 0 0,1-1 0 0 0,-1 1 0 0 0,0-1 0 0 0,1 1-1 0 0,-1 0 1 0 0,0-1 0 0 0,0 1 0 0 0,1 1 0 0 0,9 38 457 0 0,-8-32-237 0 0,17 104 363 0 0,14 57 177 0 0,-28-148-745 0 0,-4-14 5 0 0,1 0 1 0 0,-1 0 0 0 0,1 0 0 0 0,0 0 0 0 0,1-1-1 0 0,0 1 1 0 0,0-1 0 0 0,0 0 0 0 0,1 0 0 0 0,-1 0-1 0 0,7 6 1 0 0,-9-11 2 0 0,0-1-1 0 0,1 1 0 0 0,-1-1 0 0 0,0 1 1 0 0,0-1-1 0 0,1 0 0 0 0,-1 0 1 0 0,0 0-1 0 0,1 0 0 0 0,-1 0 1 0 0,0 0-1 0 0,1 0 0 0 0,-1 0 0 0 0,0 0 1 0 0,1-1-1 0 0,-1 1 0 0 0,0 0 1 0 0,0-1-1 0 0,1 1 0 0 0,-1-1 1 0 0,0 0-1 0 0,0 1 0 0 0,0-1 0 0 0,0 0 1 0 0,0 0-1 0 0,0 1 0 0 0,0-1 1 0 0,0 0-1 0 0,0 0 0 0 0,1-2 1 0 0,29-32-920 0 0,-30 33 846 0 0,61-98-1422 0 0,-2 2 1378 0 0,-52 87 128 0 0,0 1 0 0 0,1-1 0 0 0,0 2 0 0 0,1-1 1 0 0,-1 1-1 0 0,15-9 0 0 0,-22 16-25 0 0,0 1 0 0 0,0-1 0 0 0,0 1 0 0 0,0 0 0 0 0,0 0 0 0 0,0 0 0 0 0,0 0 0 0 0,0 0 0 0 0,0 0 0 0 0,0 1 0 0 0,0-1 0 0 0,0 1 0 0 0,1 0 0 0 0,-1-1 1 0 0,0 1-1 0 0,0 0 0 0 0,1 0 0 0 0,-1 0 0 0 0,0 0 0 0 0,0 1 0 0 0,1-1 0 0 0,-1 1 0 0 0,0-1 0 0 0,0 1 0 0 0,0 0 0 0 0,0 0 0 0 0,0 0 0 0 0,0 0 0 0 0,0 0 0 0 0,0 0 0 0 0,0 1 0 0 0,0-1 0 0 0,-1 1 0 0 0,1-1 0 0 0,0 1 0 0 0,-1-1 1 0 0,0 1-1 0 0,3 3 0 0 0,3 8 157 0 0,0 0 1 0 0,0 0-1 0 0,-1 1 1 0 0,-1 0 0 0 0,4 15-1 0 0,5 12 403 0 0,-3-16-345 0 0,1 0 1 0 0,2-1-1 0 0,0 0 1 0 0,34 43-1 0 0,-47-66-227 0 0,0 0-1 0 0,0 0 0 0 0,0 0 1 0 0,0 0-1 0 0,0 0 0 0 0,0-1 0 0 0,0 1 1 0 0,0 0-1 0 0,1-1 0 0 0,-1 1 0 0 0,0 0 1 0 0,0-1-1 0 0,1 1 0 0 0,-1-1 1 0 0,0 0-1 0 0,1 1 0 0 0,-1-1 0 0 0,0 0 1 0 0,1 0-1 0 0,-1 0 0 0 0,0 0 0 0 0,1 0 1 0 0,1 0-1 0 0,0-1-51 0 0,0 0 1 0 0,0 0-1 0 0,-1-1 0 0 0,1 1 1 0 0,-1 0-1 0 0,1-1 0 0 0,-1 0 1 0 0,1 1-1 0 0,-1-1 0 0 0,3-4 1 0 0,4-3-260 0 0,-1-1 0 0 0,0 0 0 0 0,12-23 0 0 0,-11 14-407 0 0,0 0 0 0 0,-2-1 0 0 0,0-1 0 0 0,4-23 0 0 0,-5 21-715 0 0,0 1 0 0 0,19-43 0 0 0,-25 64 1331 0 0,0 1-1 0 0,0-1 1 0 0,1 0 0 0 0,-1 0-1 0 0,0 1 1 0 0,1-1-1 0 0,-1 0 1 0 0,0 1 0 0 0,1-1-1 0 0,-1 0 1 0 0,1 1-1 0 0,-1-1 1 0 0,1 1 0 0 0,0-1-1 0 0,-1 1 1 0 0,1-1-1 0 0,-1 1 1 0 0,1-1 0 0 0,0 1-1 0 0,-1-1 1 0 0,1 1-1 0 0,0 0 1 0 0,0 0-1 0 0,-1-1 1 0 0,1 1 0 0 0,0 0-1 0 0,1 0 1 0 0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2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10138 0 0,'273'4'7026'0'0,"63"7"-3330"0"0,-170 3-3018 0 0,-65-4-332 0 0,144-3 0 0 0,-202-9-214 0 0,-8 2-198 0 0,0-3 1 0 0,0 0 0 0 0,61-15 0 0 0,-86 14-1629 0 0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3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7 202 2761 0 0,'-1'-2'182'0'0,"0"0"1"0"0,0-1-1 0 0,0 1 1 0 0,1-1-1 0 0,-1 1 1 0 0,1-1-1 0 0,-1 1 1 0 0,1-1-1 0 0,0 1 1 0 0,0-1-1 0 0,0 1 1 0 0,0-1-1 0 0,0 0 1 0 0,1 1-1 0 0,-1-1 1 0 0,1 1-1 0 0,1-4 1 0 0,20-46 1568 0 0,-16 39-1114 0 0,5-19 356 0 0,-10 26-585 0 0,1 0 1 0 0,0 0-1 0 0,0 0 1 0 0,1 0-1 0 0,-1 1 0 0 0,1-1 1 0 0,0 1-1 0 0,5-6 1 0 0,-9 36 692 0 0,-1 56 148 0 0,16 149-1 0 0,-1-52-607 0 0,-8-44-448 0 0,-2 7 217 0 0,35 227 1 0 0,18-147 375 0 0,-7-29 475 0 0,-21-38-1428 0 0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4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0 6913 0 0,'-2'1'10'0'0,"-1"-1"0"0"0,1 0-1 0 0,0 1 1 0 0,0 0-1 0 0,-1 0 1 0 0,1-1-1 0 0,0 1 1 0 0,0 1-1 0 0,0-1 1 0 0,0 0-1 0 0,0 0 1 0 0,0 1-1 0 0,0-1 1 0 0,1 1-1 0 0,-1 0 1 0 0,1-1-1 0 0,-1 1 1 0 0,1 0-1 0 0,-1 0 1 0 0,-1 4 0 0 0,3-6 1 0 0,1 1 0 0 0,-1-1 0 0 0,0 1 0 0 0,1-1 0 0 0,-1 1 0 0 0,0-1 0 0 0,1 0 0 0 0,-1 1 0 0 0,1-1 0 0 0,-1 1 0 0 0,1-1 0 0 0,-1 0 0 0 0,1 0 0 0 0,-1 1 0 0 0,1-1 0 0 0,-1 0 0 0 0,1 0 0 0 0,-1 1 0 0 0,1-1 0 0 0,0 0 0 0 0,-1 0 0 0 0,1 0 0 0 0,-1 0 0 0 0,1 0 0 0 0,-1 0 0 0 0,1 0 0 0 0,1 0 0 0 0,21 0 550 0 0,-19 0-417 0 0,48-1 2250 0 0,78 3-314 0 0,-113-1-2081 0 0,-1 1 1 0 0,0 1 0 0 0,-1 1 0 0 0,1 0 0 0 0,27 11 0 0 0,-42-15 7 0 0,0 0-1 0 0,0 0 1 0 0,-1 0-1 0 0,1 1 1 0 0,0-1-1 0 0,-1 0 1 0 0,1 0-1 0 0,0 1 1 0 0,-1-1 0 0 0,1 0-1 0 0,0 1 1 0 0,-1-1-1 0 0,1 1 1 0 0,0-1-1 0 0,-1 1 1 0 0,1-1-1 0 0,-1 1 1 0 0,1-1 0 0 0,-1 1-1 0 0,1 0 1 0 0,-1-1-1 0 0,0 1 1 0 0,1 0-1 0 0,-1-1 1 0 0,0 1-1 0 0,1 0 1 0 0,-1-1-1 0 0,0 1 1 0 0,0 0 0 0 0,0 0-1 0 0,0-1 1 0 0,0 1-1 0 0,0 0 1 0 0,0 0-1 0 0,0-1 1 0 0,0 1-1 0 0,0 0 1 0 0,0 0 0 0 0,0-1-1 0 0,0 1 1 0 0,-1 0-1 0 0,1-1 1 0 0,0 1-1 0 0,0 0 1 0 0,-1-1-1 0 0,1 1 1 0 0,-1 0 0 0 0,1-1-1 0 0,0 1 1 0 0,-1 0-1 0 0,1-1 1 0 0,-1 1-1 0 0,0-1 1 0 0,1 1-1 0 0,-2 0 1 0 0,-5 4-73 0 0,0 1 0 0 0,0-2-1 0 0,0 1 1 0 0,-9 3 0 0 0,5-2-7 0 0,-371 226 1765 0 0,379-230-1716 0 0,-25 17 127 0 0,22-9-268 0 0,6-10 145 0 0,0 1-1 0 0,0-1 1 0 0,1 0 0 0 0,-1 1 0 0 0,0-1 0 0 0,1 0 0 0 0,-1 1 0 0 0,0-1 0 0 0,1 0 0 0 0,-1 0 0 0 0,0 0-1 0 0,1 1 1 0 0,-1-1 0 0 0,0 0 0 0 0,1 0 0 0 0,-1 0 0 0 0,1 0 0 0 0,-1 1 0 0 0,0-1 0 0 0,1 0 0 0 0,-1 0-1 0 0,1 0 1 0 0,-1 0 0 0 0,0 0 0 0 0,1 0 0 0 0,-1 0 0 0 0,1 0 0 0 0,-1-1 0 0 0,1 1 0 0 0,231-16 1534 0 0,0 1 818 0 0,-232 15-2328 0 0,34 2 267 0 0,-32-2-260 0 0,0 0 0 0 0,-1 0 0 0 0,1 0 0 0 0,0 0-1 0 0,-1 1 1 0 0,1-1 0 0 0,-1 1 0 0 0,1-1 0 0 0,-1 1 0 0 0,1 0 0 0 0,-1-1 0 0 0,1 1 0 0 0,-1 0 0 0 0,0 0 0 0 0,1 0 0 0 0,-1 0 0 0 0,2 2 0 0 0,-3-2-8 0 0,0 0 1 0 0,0 0 0 0 0,0 0-1 0 0,-1 0 1 0 0,1 0 0 0 0,0 0-1 0 0,0 0 1 0 0,0 0 0 0 0,-1 0-1 0 0,1 0 1 0 0,-1 0 0 0 0,1 0-1 0 0,0-1 1 0 0,-1 1 0 0 0,0 0-1 0 0,1 0 1 0 0,-1 0 0 0 0,1 0-1 0 0,-1-1 1 0 0,0 1 0 0 0,0 0-1 0 0,1-1 1 0 0,-1 1 0 0 0,-1 0-1 0 0,-23 18 86 0 0,23-18-92 0 0,-173 99-516 0 0,-2 1 21 0 0,177-101 501 0 0,-1 0 0 0 0,1 0 1 0 0,-1 0-1 0 0,0 1 1 0 0,1-1-1 0 0,-1 0 1 0 0,1 1-1 0 0,-1-1 0 0 0,1 0 1 0 0,-1 1-1 0 0,1-1 1 0 0,0 1-1 0 0,-1-1 0 0 0,1 1 1 0 0,-1-1-1 0 0,1 1 1 0 0,0-1-1 0 0,0 1 1 0 0,-1-1-1 0 0,1 1 0 0 0,0 0 1 0 0,0-1-1 0 0,-1 1 1 0 0,1-1-1 0 0,0 1 0 0 0,0 0 1 0 0,0-1-1 0 0,0 1 1 0 0,0-1-1 0 0,0 1 0 0 0,0 0 1 0 0,1 0 13 0 0,0 0 0 0 0,0 0 0 0 0,0 0 0 0 0,0 0 0 0 0,-1 0 0 0 0,1-1 0 0 0,0 1 0 0 0,1 0 0 0 0,-1-1 0 0 0,0 1 0 0 0,0-1 0 0 0,0 1 0 0 0,0-1 0 0 0,2 1 0 0 0,54 8 495 0 0,-50-8-468 0 0,355 30 1616 0 0,-361-31-1652 0 0,0 0-1 0 0,1 0 1 0 0,-1 0-1 0 0,1 0 1 0 0,-1 0-1 0 0,1 0 1 0 0,-1 1 0 0 0,0-1-1 0 0,1 0 1 0 0,-1 1-1 0 0,0-1 1 0 0,1 1-1 0 0,-1-1 1 0 0,0 1-1 0 0,1 0 1 0 0,-1 0-1 0 0,0-1 1 0 0,0 1 0 0 0,0 0-1 0 0,0 0 1 0 0,0 0-1 0 0,0 0 1 0 0,1 2-1 0 0,-2-2-20 0 0,0 0 0 0 0,0 1-1 0 0,0-1 1 0 0,-1 1-1 0 0,1-1 1 0 0,0 0 0 0 0,-1 1-1 0 0,1-1 1 0 0,-1 0-1 0 0,1 1 1 0 0,-1-1 0 0 0,0 0-1 0 0,1 0 1 0 0,-1 0 0 0 0,0 1-1 0 0,0-1 1 0 0,0 0-1 0 0,0 0 1 0 0,0 0 0 0 0,0 0-1 0 0,0-1 1 0 0,0 1 0 0 0,-2 1-1 0 0,-24 17-183 0 0,0-1 0 0 0,-1-1 1 0 0,-1-1-1 0 0,-37 15 0 0 0,23-12-522 0 0,-42 27 0 0 0,71-38 451 0 0,-57 40-1171 0 0,64-42 1208 0 0,1-1 0 0 0,-1 1 1 0 0,1 0-1 0 0,1 0 0 0 0,-1 1 0 0 0,1-1 0 0 0,-8 14 0 0 0,13-20 224 0 0,0 1-1 0 0,0-1 1 0 0,0 0 0 0 0,0 0-1 0 0,0 0 1 0 0,0 0-1 0 0,0 0 1 0 0,0 0 0 0 0,0 1-1 0 0,0-1 1 0 0,0 0 0 0 0,-1 0-1 0 0,1 0 1 0 0,0 0-1 0 0,0 0 1 0 0,0 1 0 0 0,0-1-1 0 0,0 0 1 0 0,1 0-1 0 0,-1 0 1 0 0,0 0 0 0 0,0 0-1 0 0,0 1 1 0 0,0-1 0 0 0,0 0-1 0 0,0 0 1 0 0,0 0-1 0 0,0 0 1 0 0,0 0 0 0 0,0 1-1 0 0,0-1 1 0 0,0 0-1 0 0,0 0 1 0 0,1 0 0 0 0,-1 0-1 0 0,0 0 1 0 0,0 0-1 0 0,0 0 1 0 0,0 0 0 0 0,0 0-1 0 0,0 1 1 0 0,1-1 0 0 0,-1 0-1 0 0,0 0 1 0 0,0 0-1 0 0,0 0 1 0 0,0 0 0 0 0,0 0-1 0 0,1 0 1 0 0,-1 0-1 0 0,13-1 75 0 0,12-5 608 0 0,-24 6-641 0 0,14-5 148 0 0,0 1-1 0 0,0 0 1 0 0,1 1 0 0 0,19-1-1 0 0,-31 4-150 0 0,0 0 1 0 0,0 0-1 0 0,0 0 0 0 0,-1 0 0 0 0,1 1 0 0 0,0 0 0 0 0,0-1 1 0 0,-1 1-1 0 0,1 1 0 0 0,0-1 0 0 0,-1 0 0 0 0,1 1 0 0 0,-1 0 1 0 0,0 0-1 0 0,1 0 0 0 0,-1 0 0 0 0,0 0 0 0 0,0 1 0 0 0,-1 0 1 0 0,1-1-1 0 0,0 1 0 0 0,-1 0 0 0 0,3 4 0 0 0,-4-6 5 0 0,-1 0-1 0 0,0 0 0 0 0,1-1 0 0 0,-1 1 0 0 0,0 0 1 0 0,1 0-1 0 0,-1 0 0 0 0,0 0 0 0 0,0 0 1 0 0,0 0-1 0 0,0-1 0 0 0,0 1 0 0 0,0 0 0 0 0,0 0 1 0 0,0 0-1 0 0,0 0 0 0 0,-1 0 0 0 0,1 0 0 0 0,0 0 1 0 0,0-1-1 0 0,-1 1 0 0 0,1 0 0 0 0,-1 0 1 0 0,1 0-1 0 0,-1-1 0 0 0,1 1 0 0 0,-1 0 0 0 0,1-1 1 0 0,-1 1-1 0 0,0 0 0 0 0,1-1 0 0 0,-1 1 1 0 0,0-1-1 0 0,0 1 0 0 0,-34 19 2041 0 0,16-10-1424 0 0,17-8-613 0 0,-1 0 1 0 0,0 0-1 0 0,1 0 0 0 0,0 0 1 0 0,-1 1-1 0 0,1-1 0 0 0,0 0 1 0 0,0 1-1 0 0,0 0 0 0 0,0 0 1 0 0,1-1-1 0 0,-1 1 0 0 0,1 0 1 0 0,0 0-1 0 0,-2 5 0 0 0,3-1 142 0 0,-1 0 0 0 0,1 0-1 0 0,0 0 1 0 0,1 0 0 0 0,0 0-1 0 0,2 8 1 0 0,1 22-36 0 0,0-1 1 0 0,-4 64-1 0 0,-15 76-165 0 0,1-4 23 0 0,11-3 350 0 0,25 213 0 0 0,-8-206-218 0 0,5 48 117 0 0,-19-222-263 0 0,1 1 0 0 0,-1-1-1 0 0,0 1 1 0 0,0-1 0 0 0,0 1 0 0 0,0-1 0 0 0,-1 1-1 0 0,1-1 1 0 0,-1 3 0 0 0,0-4-126 0 0,1-1 0 0 0,0 1 0 0 0,-1-1 0 0 0,1 1 0 0 0,0-1 0 0 0,-1 1 0 0 0,1-1 1 0 0,-1 0-1 0 0,1 1 0 0 0,-1-1 0 0 0,1 0 0 0 0,-1 0 0 0 0,1 1 0 0 0,-1-1 0 0 0,1 0 0 0 0,-1 0 1 0 0,1 1-1 0 0,-1-1 0 0 0,1 0 0 0 0,-1 0 0 0 0,0 0 0 0 0,1 0 0 0 0,-1 0 0 0 0,1 0 0 0 0,-1 0 0 0 0,1 0 1 0 0,-1 0-1 0 0,0 0 0 0 0,1-1 0 0 0,-1 1 0 0 0,1 0 0 0 0,-1 0 0 0 0,1 0 0 0 0,-1-1 0 0 0,1 1 0 0 0,-1 0 1 0 0,1-1-1 0 0,-1 1 0 0 0,1 0 0 0 0,-1-1 0 0 0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6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4609 0 0,'-9'10'9026'0'0,"4"-8"-8809"0"0,-2 1 82 0 0,0 0 0 0 0,-1-1 0 0 0,1 0 0 0 0,-9 1 0 0 0,9 7 2303 0 0,2 13-2796 0 0,5-23 307 0 0,-9 42 52 0 0,3 0 1 0 0,-4 81 0 0 0,16 83-32 0 0,0-33 131 0 0,-6-140-231 0 0,14 491 583 0 0,0-104 524 0 0,-14-390-805 0 0,-7 52 0 0 0,5-71-285 0 0,0 0 0 0 0,-1 0 0 0 0,0 0 0 0 0,-1 0 0 0 0,0 0 1 0 0,-1-1-1 0 0,-11 18 0 0 0,13-26-358 0 0,3-10 10 0 0,3-11-5324 0 0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7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7802 0 0,'-1'0'75'0'0,"0"0"0"0"0,0 0 1 0 0,0 0-1 0 0,0 1 1 0 0,0-1-1 0 0,0 0 0 0 0,0 0 1 0 0,0 1-1 0 0,0-1 0 0 0,1 0 1 0 0,-1 1-1 0 0,0-1 1 0 0,0 1-1 0 0,0-1 0 0 0,1 1 1 0 0,-1-1-1 0 0,0 1 0 0 0,1-1 1 0 0,-2 2-1 0 0,13 6 751 0 0,37 4-374 0 0,-41-11-437 0 0,24 6 1267 0 0,52 17-1 0 0,-72-19-1003 0 0,1 0 0 0 0,-1 0 0 0 0,0 1 1 0 0,0 0-1 0 0,-1 1 0 0 0,0 0 0 0 0,15 15 0 0 0,-24-21-322 0 0,0 0 1 0 0,0 0-1 0 0,-1 1 1 0 0,1-1-1 0 0,0 0 1 0 0,-1 1-1 0 0,1-1 1 0 0,-1 0-1 0 0,1 1 1 0 0,-1-1-1 0 0,0 0 1 0 0,1 1-1 0 0,-1-1 0 0 0,0 1 1 0 0,0-1-1 0 0,0 1 1 0 0,0-1-1 0 0,0 1 1 0 0,-1-1-1 0 0,1 0 1 0 0,0 1-1 0 0,-1-1 1 0 0,1 1-1 0 0,0-1 1 0 0,-1 0-1 0 0,0 1 1 0 0,1-1-1 0 0,-1 0 0 0 0,0 0 1 0 0,0 1-1 0 0,0-1 1 0 0,0 0-1 0 0,0 0 1 0 0,0 0-1 0 0,0 0 1 0 0,-1 1-1 0 0,-8 7-140 0 0,0 0 1 0 0,0 0-1 0 0,-13 7 0 0 0,9-5 341 0 0,-32 21-95 0 0,0-2-1 0 0,-64 30 0 0 0,19-11 224 0 0,91-49-282 0 0,0 1 0 0 0,0-1 1 0 0,0 0-1 0 0,0 0 0 0 0,0 0 1 0 0,1 0-1 0 0,-1 0 1 0 0,0 0-1 0 0,0 0 0 0 0,0 0 1 0 0,0 1-1 0 0,0-1 1 0 0,0 0-1 0 0,0 0 0 0 0,0 0 1 0 0,0 0-1 0 0,0 0 0 0 0,0 0 1 0 0,0 1-1 0 0,0-1 1 0 0,0 0-1 0 0,0 0 0 0 0,1 0 1 0 0,-1 0-1 0 0,-1 0 0 0 0,1 1 1 0 0,0-1-1 0 0,0 0 1 0 0,0 0-1 0 0,0 0 0 0 0,0 0 1 0 0,0 0-1 0 0,0 1 0 0 0,0-1 1 0 0,0 0-1 0 0,0 0 1 0 0,0 0-1 0 0,0 0 0 0 0,0 0 1 0 0,0 0-1 0 0,0 1 1 0 0,0-1-1 0 0,-1 0 0 0 0,1 0 1 0 0,0 0-1 0 0,0 0 0 0 0,0 0 1 0 0,0 0-1 0 0,0 0 1 0 0,0 0-1 0 0,-1 0 0 0 0,1 0 1 0 0,0 0-1 0 0,0 0 0 0 0,0 1 1 0 0,0-1-1 0 0,0 0 1 0 0,-1 0-1 0 0,1 0 0 0 0,0 0 1 0 0,0 0-1 0 0,20 0 118 0 0,24-6 58 0 0,286-33 2515 0 0,-324 38-2626 0 0,-3 1-45 0 0,0-1 0 0 0,-1 1-1 0 0,1 0 1 0 0,0 0 0 0 0,0 0 0 0 0,0 0 0 0 0,0 0 0 0 0,-1 1 0 0 0,1-1-1 0 0,0 1 1 0 0,0 0 0 0 0,-1 0 0 0 0,1 0 0 0 0,4 2 0 0 0,-8 0-38 0 0,0-1 1 0 0,0 1 0 0 0,-1-1-1 0 0,1 1 1 0 0,-1-1-1 0 0,1 0 1 0 0,-1 0 0 0 0,0 0-1 0 0,0 0 1 0 0,-3 3 0 0 0,4-5-15 0 0,-73 68-1874 0 0,-24 25-583 0 0,-6 13 1571 0 0,103-106 902 0 0,1 0-1 0 0,0 1 0 0 0,-1-1 1 0 0,1 0-1 0 0,0 1 1 0 0,-1-1-1 0 0,1 0 0 0 0,0 1 1 0 0,-1-1-1 0 0,1 0 1 0 0,0 1-1 0 0,0-1 0 0 0,0 1 1 0 0,-1-1-1 0 0,1 0 1 0 0,0 1-1 0 0,0-1 0 0 0,0 1 1 0 0,0-1-1 0 0,0 0 1 0 0,0 1-1 0 0,0-1 0 0 0,0 1 1 0 0,0-1-1 0 0,0 1 1 0 0,0-1-1 0 0,0 1 0 0 0,0-1 1 0 0,0 0-1 0 0,0 1 1 0 0,0-1-1 0 0,0 1 0 0 0,1-1 1 0 0,-1 1-1 0 0,0-1 1 0 0,1 1-1 0 0,17 8-532 0 0,26-4 114 0 0,-25-6 469 0 0,2 1 147 0 0,0 0-1 0 0,0 2 1 0 0,23 3 0 0 0,-40-4-146 0 0,1 0 0 0 0,-1 0 0 0 0,0 0 0 0 0,1 1 0 0 0,-1-1 0 0 0,0 1 0 0 0,0 0 0 0 0,0 0 0 0 0,0 1 0 0 0,0-1 0 0 0,0 1 0 0 0,0 0 0 0 0,-1 0 0 0 0,0 0 0 0 0,1 0 0 0 0,-1 1 0 0 0,-1-1 0 0 0,1 1 0 0 0,0 0 0 0 0,2 4 1 0 0,-5-6-24 0 0,1 0 1 0 0,-1 0-1 0 0,0 1 1 0 0,0-1-1 0 0,0 0 1 0 0,0 0-1 0 0,0 0 1 0 0,0 0-1 0 0,-1 1 1 0 0,1-1-1 0 0,-1 0 1 0 0,1 0-1 0 0,-1 0 1 0 0,0 0 0 0 0,0 0-1 0 0,0 0 1 0 0,0 0-1 0 0,0 0 1 0 0,0-1-1 0 0,0 1 1 0 0,-1 0-1 0 0,1-1 1 0 0,-1 1-1 0 0,1-1 1 0 0,-4 3-1 0 0,-3 3-12 0 0,1 0-1 0 0,-2-1 1 0 0,1 0-1 0 0,-10 4 1 0 0,-21 13 84 0 0,23-13-198 0 0,-1-1-1 0 0,0 0 0 0 0,0-1 1 0 0,-23 7-1 0 0,58-34-5047 0 0,23 9 7736 0 0,-39 9-2323 0 0,-1 1-1 0 0,1 0 0 0 0,-1-1 1 0 0,1 1-1 0 0,-1 0 1 0 0,1 0-1 0 0,0 0 1 0 0,-1 0-1 0 0,1 0 1 0 0,-1 1-1 0 0,1-1 0 0 0,-1 0 1 0 0,1 1-1 0 0,-1-1 1 0 0,1 1-1 0 0,-1-1 1 0 0,0 1-1 0 0,1 0 0 0 0,-1-1 1 0 0,0 1-1 0 0,1 0 1 0 0,-1 0-1 0 0,0 0 1 0 0,2 2-1 0 0,-3 1-46 0 0,0-1 0 0 0,0 1-1 0 0,0 0 1 0 0,0 0 0 0 0,-1 0 0 0 0,1 0 0 0 0,-1 0-1 0 0,0 0 1 0 0,0 0 0 0 0,0-1 0 0 0,-4 7 0 0 0,-1 10 341 0 0,3 3-274 0 0,1 0 0 0 0,1 1-1 0 0,1 0 1 0 0,1-1 0 0 0,6 34 0 0 0,0 8-141 0 0,-14 443 1277 0 0,-38-82-198 0 0,33-327-945 0 0,8-73-481 0 0,1-5-132 0 0,0-1 1 0 0,1 1 0 0 0,1 0 0 0 0,1-1-1 0 0,5 37 1 0 0,1-43-1739 0 0,-1-9 1013 0 0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9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75 2761 0 0,'1'-11'-127'0'0,"-3"-28"-944"0"0,-9 14 9938 0 0,6 33-6841 0 0,-3 14-1678 0 0,7-20-204 0 0,-1 9 121 0 0,1-1-1 0 0,0 0 1 0 0,1 0-1 0 0,1 15 1 0 0,0 11 1121 0 0,-21 233 82 0 0,-3 129-1429 0 0,32-193 482 0 0,-3-113-110 0 0,-5 104 1 0 0,-4-173-378 0 0,2 0 1 0 0,0 1-1 0 0,2-1 0 0 0,0 1 0 0 0,2-1 1 0 0,10 43-1 0 0,-14-64-79 0 0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0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1 4609 0 0,'-69'32'1434'0'0,"44"-22"-402"0"0,0 1 0 0 0,1 1 0 0 0,1 1 0 0 0,-38 28-1 0 0,61-41-1014 0 0,0 0 0 0 0,0 0 0 0 0,-1 0 0 0 0,1 0 0 0 0,0 0 1 0 0,-1 1-1 0 0,1-1 0 0 0,0 0 0 0 0,0 0 0 0 0,-1 0 0 0 0,1 1 0 0 0,0-1 0 0 0,0 0 0 0 0,-1 0 0 0 0,1 1 0 0 0,0-1 0 0 0,0 0 0 0 0,0 0 0 0 0,0 1 0 0 0,-1-1 0 0 0,1 0 0 0 0,0 1 0 0 0,0-1 0 0 0,0 0 0 0 0,0 1 0 0 0,0-1 0 0 0,0 0 0 0 0,0 1 0 0 0,0-1 0 0 0,0 0 0 0 0,0 0 0 0 0,0 1 0 0 0,0-1 0 0 0,0 0 0 0 0,0 1 0 0 0,0-1 0 0 0,0 0 0 0 0,0 1 0 0 0,1-1 0 0 0,-1 0 0 0 0,0 1 0 0 0,17 2 263 0 0,37-7-338 0 0,-42 3 44 0 0,65-8 155 0 0,-41 4 553 0 0,1 2 0 0 0,0 1 1 0 0,62 5-1 0 0,-96-3-597 0 0,1 0-1 0 0,-1 1 1 0 0,0 0-1 0 0,1 0 1 0 0,-1 0-1 0 0,0 0 1 0 0,0 0-1 0 0,0 0 1 0 0,6 4-1 0 0,-9-4-99 0 0,1-1-1 0 0,-1 1 0 0 0,1-1 1 0 0,-1 0-1 0 0,0 1 0 0 0,1-1 1 0 0,-1 1-1 0 0,0-1 0 0 0,1 1 1 0 0,-1-1-1 0 0,0 1 1 0 0,0 0-1 0 0,1-1 0 0 0,-1 1 1 0 0,0-1-1 0 0,0 1 0 0 0,0-1 1 0 0,0 1-1 0 0,0 0 0 0 0,0-1 1 0 0,0 1-1 0 0,0 0 0 0 0,-1 1-51 0 0,1-1 0 0 0,-1 1-1 0 0,1-1 1 0 0,-1 1-1 0 0,0-1 1 0 0,0 1-1 0 0,0-1 1 0 0,1 0 0 0 0,-1 1-1 0 0,-1-1 1 0 0,-1 2-1 0 0,-70 59-1235 0 0,52-46 1236 0 0,1 1 0 0 0,1 1-1 0 0,-18 20 1 0 0,35-36 57 0 0,0 0 1 0 0,1 0-1 0 0,-1 0 1 0 0,1 0-1 0 0,0 0 1 0 0,-1 0-1 0 0,1 0 1 0 0,0 1-1 0 0,0-1 1 0 0,1 0-1 0 0,-1 1 1 0 0,0-1-1 0 0,0 5 1 0 0,1-7-10 0 0,0 1 1 0 0,0 0-1 0 0,1-1 0 0 0,-1 1 1 0 0,0-1-1 0 0,0 1 1 0 0,0-1-1 0 0,1 1 0 0 0,-1 0 1 0 0,0-1-1 0 0,1 1 1 0 0,-1-1-1 0 0,0 1 0 0 0,1-1 1 0 0,-1 0-1 0 0,0 1 1 0 0,1-1-1 0 0,-1 1 0 0 0,1-1 1 0 0,-1 0-1 0 0,2 1 1 0 0,21 3 124 0 0,15-5-350 0 0,43-9 0 0 0,-43 5-160 0 0,43-1 0 0 0,-80 6 409 0 0,-1 0-1 0 0,0 0 1 0 0,1 0 0 0 0,-1 0 0 0 0,0 0 0 0 0,1 0 0 0 0,-1 0-1 0 0,0 0 1 0 0,1 0 0 0 0,-1 0 0 0 0,0 0 0 0 0,1 0 0 0 0,-1 0-1 0 0,0 0 1 0 0,0 0 0 0 0,1 0 0 0 0,-1 1 0 0 0,0-1 0 0 0,1 0-1 0 0,-1 0 1 0 0,0 0 0 0 0,0 0 0 0 0,1 1 0 0 0,-1-1 0 0 0,0 0-1 0 0,0 0 1 0 0,1 1 0 0 0,-1-1 0 0 0,0 0 0 0 0,0 0 0 0 0,0 1-1 0 0,1-1 1 0 0,-1 0 0 0 0,0 0 0 0 0,0 1 0 0 0,0-1 0 0 0,0 0-1 0 0,0 1 1 0 0,-7 13 364 0 0,-20 12-68 0 0,25-24-287 0 0,-159 120 286 0 0,108-86-288 0 0,-92 84 0 0 0,142-116-25 0 0,-1-1-1 0 0,1 1 1 0 0,0 0 0 0 0,0 0 0 0 0,1 0-1 0 0,-1 0 1 0 0,1 0 0 0 0,0 0-1 0 0,-2 7 1 0 0,3-10 9 0 0,1 0-1 0 0,0 0 0 0 0,0 0 1 0 0,0 0-1 0 0,0 0 0 0 0,0 0 1 0 0,0 0-1 0 0,0 0 0 0 0,0 0 1 0 0,0 0-1 0 0,0 0 0 0 0,0 0 1 0 0,1 0-1 0 0,-1 0 0 0 0,0 0 1 0 0,1 0-1 0 0,-1-1 1 0 0,1 1-1 0 0,0 1 0 0 0,0-1 25 0 0,0 1 1 0 0,1-1-1 0 0,-1 0 0 0 0,0 0 0 0 0,1-1 0 0 0,-1 1 1 0 0,1 0-1 0 0,-1 0 0 0 0,1-1 0 0 0,-1 1 1 0 0,1-1-1 0 0,0 1 0 0 0,-1-1 0 0 0,1 0 0 0 0,2 1 1 0 0,20 0 405 0 0,-1-1 0 0 0,1 0 0 0 0,-1-2 0 0 0,46-9 0 0 0,-35 5-142 0 0,41-2-1 0 0,-48 6-200 0 0,26-1 22 0 0,-49 3-103 0 0,-1 0 0 0 0,1 0 0 0 0,0 0 0 0 0,-1 1 0 0 0,1 0 0 0 0,-1 0 0 0 0,1 0 0 0 0,-1 0 0 0 0,1 0 0 0 0,4 3 0 0 0,-8-4-25 0 0,1 1-1 0 0,0 0 1 0 0,-1-1 0 0 0,1 1-1 0 0,-1 0 1 0 0,1 0 0 0 0,-1-1 0 0 0,1 1-1 0 0,-1 0 1 0 0,0 0 0 0 0,1 0-1 0 0,-1 0 1 0 0,0-1 0 0 0,0 1 0 0 0,1 0-1 0 0,-1 0 1 0 0,0 0 0 0 0,0 0-1 0 0,0 0 1 0 0,0 0 0 0 0,0 0 0 0 0,0-1-1 0 0,-1 1 1 0 0,1 0 0 0 0,0 0 0 0 0,0 0-1 0 0,-1 0 1 0 0,1 0 0 0 0,0-1-1 0 0,-1 1 1 0 0,1 0 0 0 0,-1 0 0 0 0,1-1-1 0 0,-1 1 1 0 0,1 0 0 0 0,-2 1-1 0 0,-24 29-545 0 0,21-26 496 0 0,-33 35-642 0 0,-2-1 1 0 0,-1-2-1 0 0,-78 53 1 0 0,98-79 667 0 0,21-11-110 0 0,-1 0-1 0 0,1 1 0 0 0,-1-1 1 0 0,1 0-1 0 0,-1 0 1 0 0,1 1-1 0 0,-1-1 1 0 0,1 0-1 0 0,-1 0 1 0 0,0 0-1 0 0,1 0 1 0 0,-1 0-1 0 0,1 0 1 0 0,-1 0-1 0 0,1 0 1 0 0,-1 0-1 0 0,0 0 1 0 0,1 0-1 0 0,-1 0 1 0 0,1 0-1 0 0,-1-1 1 0 0,1 1-1 0 0,-1 0 1 0 0,1 0-1 0 0,-1 0 1 0 0,1-1-1 0 0,-1 1 1 0 0,1 0-1 0 0,-1-1 1 0 0,1 1-1 0 0,0 0 1 0 0,-1-1-1 0 0,1 1 1 0 0,-1-1-1 0 0,1 1 1 0 0,-1-1-1 0 0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1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6 6913 0 0,'12'-4'3890'0'0,"-12"4"-3898"0"0,0 0 1 0 0,0 0-1 0 0,0-1 1 0 0,1 1-1 0 0,-1 0 0 0 0,0 0 1 0 0,0 0-1 0 0,1 0 1 0 0,-1 0-1 0 0,0 0 0 0 0,0 0 1 0 0,1 0-1 0 0,-1-1 1 0 0,0 1-1 0 0,0 0 0 0 0,1 0 1 0 0,-1 0-1 0 0,0 0 1 0 0,1 1-1 0 0,-1-1 0 0 0,0 0 1 0 0,0 0-1 0 0,1 0 1 0 0,-1 0-1 0 0,0 0 0 0 0,0 0 1 0 0,1 0-1 0 0,-1 0 1 0 0,0 0-1 0 0,0 1 0 0 0,1-1 1 0 0,-1 0-1 0 0,0 0 1 0 0,0 0-1 0 0,0 0 0 0 0,0 1 1 0 0,1-1-1 0 0,-1 0 1 0 0,0 0-1 0 0,0 1 0 0 0,0-1 1 0 0,0 0-1 0 0,0 0 1 0 0,1 1-1 0 0,-1-1 0 0 0,0 0 1 0 0,0 1-1 0 0,-9 37 2050 0 0,-19 53 0 0 0,14-53-861 0 0,-15 75 0 0 0,21-48-1036 0 0,2 0-1 0 0,3 0 1 0 0,3 1 0 0 0,3-1 0 0 0,3 0 0 0 0,2 0 0 0 0,4-1 0 0 0,26 86 0 0 0,-19-75 100 0 0,-3 0 0 0 0,10 113 0 0 0,-13 157 1260 0 0,-15-311-1369 0 0,-2 0 0 0 0,-1 0 0 0 0,-2-1 0 0 0,-1 1 1 0 0,-16 38-1 0 0,22-69-1260 0 0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7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2 309 11058 0 0,'0'0'46'0'0,"0"0"-1"0"0,0 0 1 0 0,0 0-1 0 0,0 0 1 0 0,0-1-1 0 0,-1 1 1 0 0,1 0-1 0 0,0 0 1 0 0,0 0-1 0 0,0 0 1 0 0,0 0-1 0 0,0 0 1 0 0,0-1-1 0 0,0 1 1 0 0,0 0-1 0 0,0 0 1 0 0,0 0-1 0 0,0 0 1 0 0,0 0-1 0 0,0-1 1 0 0,0 1-1 0 0,0 0 1 0 0,0 0-1 0 0,0 0 1 0 0,0 0-1 0 0,0-1 1 0 0,0 1-1 0 0,0 0 1 0 0,0 0-1 0 0,0 0 1 0 0,0 0-1 0 0,0 0 1 0 0,0-1-1 0 0,0 1 1 0 0,0 0-1 0 0,0 0 1 0 0,1 0-1 0 0,-1 0 1 0 0,0 0-1 0 0,0 0 1 0 0,0 0-1 0 0,0-1 1 0 0,0 1-1 0 0,0 0 1 0 0,0 0-1 0 0,1 0 1 0 0,10-9 457 0 0,14-4-536 0 0,10 4-29 0 0,-1 3-1 0 0,1 0 1 0 0,0 3-1 0 0,68 0 1 0 0,-50 2 991 0 0,221 8 1095 0 0,-161-1-1816 0 0,160-12 1 0 0,-235 0-434 0 0,0-1 0 0 0,42-15 0 0 0,-74 20 102 0 0,11 0-748 0 0,-9 2 100 0 0,-7 4-236 0 0,-6-7 597 0 0,3 2 429 0 0,0 0 1 0 0,0-1-1 0 0,0 0 0 0 0,1 1 0 0 0,-1-1 0 0 0,1 0 1 0 0,-1 0-1 0 0,1 0 0 0 0,-1 0 0 0 0,1 0 1 0 0,0 0-1 0 0,0 0 0 0 0,0 0 0 0 0,0 0 0 0 0,0-1 1 0 0,1 1-1 0 0,-1 0 0 0 0,1 0 0 0 0,-1-1 0 0 0,1 1 1 0 0,0-1-1 0 0,0 1 0 0 0,0 0 0 0 0,0-1 1 0 0,1 1-1 0 0,-1 0 0 0 0,0-1 0 0 0,1 1 0 0 0,0 0 1 0 0,0-1-1 0 0,-1 1 0 0 0,1 0 0 0 0,3-4 1 0 0,0-2 5 0 0,0 1 0 0 0,0 0 0 0 0,1-1 0 0 0,0 2 1 0 0,0-1-1 0 0,1 1 0 0 0,0-1 0 0 0,0 2 0 0 0,0-1 1 0 0,1 1-1 0 0,8-6 0 0 0,-12 9-22 0 0,0 0-1 0 0,0 1 1 0 0,0-1 0 0 0,0 1 0 0 0,0 0 0 0 0,0 0-1 0 0,1 0 1 0 0,-1 0 0 0 0,0 0 0 0 0,1 1-1 0 0,-1 0 1 0 0,0-1 0 0 0,1 1 0 0 0,-1 0-1 0 0,0 1 1 0 0,1-1 0 0 0,-1 1 0 0 0,0-1-1 0 0,1 1 1 0 0,-1 0 0 0 0,0 0 0 0 0,0 0 0 0 0,0 1-1 0 0,0-1 1 0 0,0 1 0 0 0,0 0 0 0 0,0 0-1 0 0,0 0 1 0 0,-1 0 0 0 0,5 4 0 0 0,3 6 314 0 0,-1 0 1 0 0,0 0 0 0 0,0 1 0 0 0,-1 0 0 0 0,-1 1-1 0 0,9 23 1 0 0,21 37 184 0 0,-36-73-472 0 0,-1 0 0 0 0,1 0 0 0 0,0 0 1 0 0,-1 0-1 0 0,1 0 0 0 0,0 0 1 0 0,0 0-1 0 0,0 0 0 0 0,0 0 0 0 0,0 0 1 0 0,0-1-1 0 0,0 1 0 0 0,0 0 1 0 0,0-1-1 0 0,0 1 0 0 0,0-1 0 0 0,0 1 1 0 0,0-1-1 0 0,1 1 0 0 0,-1-1 1 0 0,0 0-1 0 0,0 0 0 0 0,0 1 0 0 0,1-1 1 0 0,0 0-1 0 0,1-1 4 0 0,-1 1 0 0 0,0-1 0 0 0,0 0 0 0 0,0 0 0 0 0,0 0 0 0 0,1 0 1 0 0,-1 0-1 0 0,-1 0 0 0 0,1 0 0 0 0,0-1 0 0 0,0 1 0 0 0,2-4 0 0 0,3-2 0 0 0,-1 0 1 0 0,0-1-1 0 0,0 0 0 0 0,-1 0 1 0 0,6-14-1 0 0,14-44-476 0 0,-19 48 106 0 0,0 0-1 0 0,1 1 0 0 0,1 0 1 0 0,17-28-1 0 0,-24 44 292 0 0,0-1 0 0 0,0 1-1 0 0,0-1 1 0 0,0 1-1 0 0,0 0 1 0 0,1 0-1 0 0,-1-1 1 0 0,0 1 0 0 0,1 0-1 0 0,-1 0 1 0 0,0 0-1 0 0,1 0 1 0 0,-1 0-1 0 0,1 1 1 0 0,0-1 0 0 0,-1 0-1 0 0,1 1 1 0 0,-1-1-1 0 0,1 1 1 0 0,0 0-1 0 0,-1-1 1 0 0,4 1 0 0 0,-3 1 24 0 0,0-1 0 0 0,0 1 1 0 0,1 0-1 0 0,-1 0 1 0 0,0-1-1 0 0,0 1 0 0 0,-1 1 1 0 0,1-1-1 0 0,0 0 1 0 0,0 0-1 0 0,0 1 0 0 0,-1-1 1 0 0,1 1-1 0 0,-1-1 1 0 0,2 3-1 0 0,4 6 70 0 0,0-1 0 0 0,-1 1 1 0 0,-1 0-1 0 0,0 1 0 0 0,6 15 1 0 0,33 114 420 0 0,13 34 562 0 0,-57-172-962 0 0,1 0-1 0 0,0 0 0 0 0,0 0 0 0 0,-1 0 0 0 0,1 0 0 0 0,0 0 0 0 0,1 0 0 0 0,-1 0 1 0 0,0-1-1 0 0,0 1 0 0 0,1 0 0 0 0,-1-1 0 0 0,1 1 0 0 0,-1-1 0 0 0,1 1 0 0 0,0-1 1 0 0,0 0-1 0 0,0 0 0 0 0,-1 0 0 0 0,1 0 0 0 0,0 0 0 0 0,0 0 0 0 0,0 0 0 0 0,0-1 0 0 0,1 1 1 0 0,-1-1-1 0 0,3 1 0 0 0,-1-2-42 0 0,0 1 1 0 0,-1-1-1 0 0,1 0 0 0 0,0-1 1 0 0,-1 1-1 0 0,1 0 1 0 0,-1-1-1 0 0,1 0 0 0 0,-1 0 1 0 0,0 0-1 0 0,0 0 1 0 0,0 0-1 0 0,0-1 1 0 0,0 0-1 0 0,3-2 0 0 0,1-4-176 0 0,1 0 0 0 0,-1 0 0 0 0,-1-1 0 0 0,1 0 0 0 0,-2 0-1 0 0,8-16 1 0 0,21-71-924 0 0,-8 20 546 0 0,-22 67 454 0 0,1-4 49 0 0,1-1 0 0 0,0 1 0 0 0,1 0 0 0 0,0 1 0 0 0,1 0 0 0 0,1 0-1 0 0,0 0 1 0 0,16-16 0 0 0,-24 29 18 0 0,0-1 0 0 0,-1 0-1 0 0,1 0 1 0 0,0 1 0 0 0,1-1-1 0 0,-1 0 1 0 0,0 1-1 0 0,0-1 1 0 0,0 1 0 0 0,0-1-1 0 0,0 1 1 0 0,1 0 0 0 0,-1-1-1 0 0,0 1 1 0 0,0 0-1 0 0,1 0 1 0 0,-1 0 0 0 0,0 0-1 0 0,0 0 1 0 0,0 0 0 0 0,1 0-1 0 0,-1 0 1 0 0,0 1-1 0 0,0-1 1 0 0,1 0 0 0 0,-1 1-1 0 0,0-1 1 0 0,0 1 0 0 0,0 0-1 0 0,0-1 1 0 0,0 1-1 0 0,0 0 1 0 0,0-1 0 0 0,0 1-1 0 0,0 0 1 0 0,0 0 0 0 0,0 0-1 0 0,-1 0 1 0 0,1 0 0 0 0,0 0-1 0 0,0 0 1 0 0,-1 0-1 0 0,1 0 1 0 0,-1 0 0 0 0,1 2-1 0 0,5 8-68 0 0,-2 0-1 0 0,1 0 1 0 0,4 21 0 0 0,-7-22 61 0 0,24 106-134 0 0,-22-86 269 0 0,2 0 0 0 0,1 0-1 0 0,1-1 1 0 0,2 0 0 0 0,23 49-1 0 0,-33-77-69 0 0,1 0-1 0 0,-1 0 0 0 0,1-1 0 0 0,-1 1 1 0 0,1 0-1 0 0,-1 0 0 0 0,1-1 0 0 0,-1 1 0 0 0,1 0 1 0 0,0 0-1 0 0,-1-1 0 0 0,1 1 0 0 0,0-1 1 0 0,-1 1-1 0 0,1-1 0 0 0,0 1 0 0 0,0-1 1 0 0,0 1-1 0 0,0-1 0 0 0,-1 0 0 0 0,1 1 0 0 0,0-1 1 0 0,0 0-1 0 0,0 0 0 0 0,0 0 0 0 0,0 0 1 0 0,1 1-1 0 0,-1-2 11 0 0,1 0 1 0 0,-1 1-1 0 0,1-1 0 0 0,-1 0 1 0 0,0 0-1 0 0,1 1 0 0 0,-1-1 1 0 0,0 0-1 0 0,0 0 1 0 0,0-1-1 0 0,0 1 0 0 0,0 0 1 0 0,0 0-1 0 0,2-3 0 0 0,3-6-100 0 0,-1-1 0 0 0,1 1 0 0 0,3-15 0 0 0,-8 22-93 0 0,22-71-1870 0 0,-9 27-3094 0 0,-5 23 457 0 0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8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61 203 1840 0 0,'-6'4'-998'0'0,"3"-3"1514"0"0,1 1 0 0 0,0 0 0 0 0,-1 0 0 0 0,1-1 0 0 0,-1 0 0 0 0,1 1-1 0 0,-1-1 1 0 0,0 0 0 0 0,1 0 0 0 0,-1-1 0 0 0,0 1 0 0 0,0 0 0 0 0,0-1 0 0 0,0 0 0 0 0,0 1 0 0 0,-4-2 0 0 0,6 1-500 0 0,1 0 1 0 0,0 0 0 0 0,0 0-1 0 0,0 0 1 0 0,-1 0-1 0 0,1-1 1 0 0,0 1 0 0 0,0 0-1 0 0,0 0 1 0 0,-1 0 0 0 0,1-1-1 0 0,0 1 1 0 0,0 0 0 0 0,0 0-1 0 0,0 0 1 0 0,0-1-1 0 0,-1 1 1 0 0,1 0 0 0 0,0 0-1 0 0,0-1 1 0 0,0 1 0 0 0,0 0-1 0 0,0 0 1 0 0,0-1-1 0 0,0 1 1 0 0,0 0 0 0 0,0 0-1 0 0,0-1 1 0 0,0 1 0 0 0,0 0-1 0 0,0 0 1 0 0,0-1-1 0 0,0 1 1 0 0,0 0 0 0 0,0 0-1 0 0,0-1 1 0 0,1 1 0 0 0,-1 0-1 0 0,0 0 1 0 0,10-12 19 0 0,14-6-321 0 0,-12 13 651 0 0,1 0 1 0 0,-1 1-1 0 0,1 0 0 0 0,-1 1 1 0 0,1 1-1 0 0,15-2 0 0 0,84 0 2064 0 0,-35 2-892 0 0,203-27 379 0 0,96-4-1486 0 0,-225 29 273 0 0,292-46-1 0 0,-242 15-5752 0 0,-195 34 3353 0 0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9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0 330 8754 0 0,'2'5'-4266'0'0,"-1"-3"4371"0"0,-1 0 0 0 0,1-1-1 0 0,0 1 1 0 0,0 0 0 0 0,0 0-1 0 0,1-1 1 0 0,-1 1 0 0 0,0-1-1 0 0,1 1 1 0 0,-1-1 0 0 0,0 0 0 0 0,1 0-1 0 0,0 1 1 0 0,2 1 0 0 0,4-1 728 0 0,-1 0 0 0 0,1 0 1 0 0,0 0-1 0 0,-1-1 0 0 0,12 0 1 0 0,11-1 230 0 0,35-4 1 0 0,-28 1-723 0 0,508-23-1378 0 0,-185 10 1735 0 0,158-10-417 0 0,-506 26-406 0 0,1-1-1 0 0,-1 2 1 0 0,0 0-1 0 0,23 4 1 0 0,-30-3-121 0 0,1 0 0 0 0,-1 0 0 0 0,0 0-1 0 0,1 1 1 0 0,-1 0 0 0 0,0 0 0 0 0,-1 0 0 0 0,1 0 0 0 0,0 1 0 0 0,-1 0-1 0 0,0 0 1 0 0,5 5 0 0 0,-2-1 42 0 0,-5-7 317 0 0,-1 0 0 0 0,0 1-1 0 0,0-1 1 0 0,1 0-1 0 0,-1 1 1 0 0,0-1 0 0 0,0 0-1 0 0,0 1 1 0 0,-1 0-1 0 0,1-1 1 0 0,0 1-1 0 0,0-1 1 0 0,-1 1 0 0 0,1 0-1 0 0,3 5 3010 0 0,-2-11-2794 0 0,106-276 1496 0 0,-106 276-1864 0 0,-1 0-1 0 0,1 1 1 0 0,0 0 0 0 0,0-1 0 0 0,0 1 0 0 0,0 0 0 0 0,1 0 0 0 0,-1 0 0 0 0,4-3 0 0 0,-5 6 29 0 0,-1 0-1 0 0,1-1 1 0 0,-1 1-1 0 0,1 0 0 0 0,-1 0 1 0 0,0-1-1 0 0,1 1 0 0 0,-1 0 1 0 0,1 0-1 0 0,-1 0 0 0 0,1 0 1 0 0,0 0-1 0 0,-1-1 0 0 0,1 1 1 0 0,-1 0-1 0 0,1 0 1 0 0,-1 0-1 0 0,1 0 0 0 0,-1 1 1 0 0,1-1-1 0 0,-1 0 0 0 0,1 0 1 0 0,-1 0-1 0 0,1 0 0 0 0,-1 0 1 0 0,1 1-1 0 0,1 0-1 0 0,-1 0 0 0 0,0 1 0 0 0,0-1-1 0 0,0 0 1 0 0,0 1 0 0 0,0-1 0 0 0,0 0 0 0 0,0 1-1 0 0,-1-1 1 0 0,1 1 0 0 0,0 0 0 0 0,-1-1 0 0 0,1 3-1 0 0,14 67-95 0 0,-12-53 297 0 0,0 0 0 0 0,2 0 0 0 0,11 31 0 0 0,-13-43-56 0 0,0 1 0 0 0,1-1 0 0 0,0 1 0 0 0,0-1 0 0 0,0 0 0 0 0,1 0 0 0 0,0-1 0 0 0,6 6-1 0 0,-10-10-104 0 0,0 0-1 0 0,1 0 0 0 0,-1 0 0 0 0,0 0 0 0 0,1 0 0 0 0,-1 0 0 0 0,1-1 1 0 0,-1 1-1 0 0,1 0 0 0 0,-1-1 0 0 0,1 0 0 0 0,-1 1 0 0 0,1-1 0 0 0,-1 0 1 0 0,1 1-1 0 0,-1-1 0 0 0,1 0 0 0 0,0 0 0 0 0,-1 0 0 0 0,1-1 0 0 0,-1 1 1 0 0,1 0-1 0 0,0-1 0 0 0,-1 1 0 0 0,1-1 0 0 0,-1 1 0 0 0,1-1 0 0 0,-1 0 1 0 0,0 1-1 0 0,1-1 0 0 0,-1 0 0 0 0,0 0 0 0 0,1 0 0 0 0,-1 0 0 0 0,0 0 1 0 0,0 0-1 0 0,0-1 0 0 0,0 1 0 0 0,0 0 0 0 0,0-1 0 0 0,0 1 0 0 0,1-3 1 0 0,13-21-196 0 0,-2-1 1 0 0,0-1-1 0 0,11-37 1 0 0,-12 32 112 0 0,1 1 1 0 0,17-32 0 0 0,-28 60 27 0 0,0 0 0 0 0,-1 0-1 0 0,1 0 1 0 0,0 0-1 0 0,1 0 1 0 0,-1 1-1 0 0,0-1 1 0 0,1 1-1 0 0,-1 0 1 0 0,1 0-1 0 0,0 0 1 0 0,5-3 0 0 0,-7 4 3 0 0,1 1 0 0 0,-1 0 0 0 0,0 0 0 0 0,1 0 0 0 0,-1 0 0 0 0,1 0 0 0 0,-1 0 0 0 0,0 1 0 0 0,1-1 0 0 0,-1 0 0 0 0,0 1 0 0 0,1-1 0 0 0,-1 1 0 0 0,0-1 0 0 0,0 1 1 0 0,0 0-1 0 0,1 0 0 0 0,-1-1 0 0 0,0 1 0 0 0,0 0 0 0 0,0 0 0 0 0,0 0 0 0 0,0 0 0 0 0,0 0 0 0 0,-1 0 0 0 0,1 0 0 0 0,0 1 0 0 0,0-1 0 0 0,-1 0 0 0 0,1 0 0 0 0,-1 1 0 0 0,1 1 1 0 0,8 17 107 0 0,-1 0 0 0 0,-1 0 0 0 0,0 1 0 0 0,3 22 0 0 0,-7-23 83 0 0,2-1 0 0 0,1-1 0 0 0,0 1 0 0 0,1-1-1 0 0,14 26 1 0 0,-18-39-148 0 0,20 30 51 0 0,-21-34-61 0 0,-1 1 0 0 0,0 0 0 0 0,1-1 0 0 0,-1 0 0 0 0,1 1 0 0 0,-1-1 0 0 0,1 0 0 0 0,0 0 1 0 0,-1 1-1 0 0,1-1 0 0 0,0-1 0 0 0,0 1 0 0 0,0 0 0 0 0,0 0 0 0 0,0-1 0 0 0,0 1 0 0 0,2 0 0 0 0,-3-2 6 0 0,0 1-1 0 0,0 0 1 0 0,1-1-1 0 0,-1 1 1 0 0,0-1-1 0 0,0 1 1 0 0,0-1-1 0 0,0 0 1 0 0,0 1-1 0 0,0-1 0 0 0,0 0 1 0 0,0 0-1 0 0,0 0 1 0 0,0 0-1 0 0,0 0 1 0 0,0 0-1 0 0,-1 0 1 0 0,1 0-1 0 0,0 0 1 0 0,-1 0-1 0 0,1-1 1 0 0,13-31 59 0 0,-11 25-57 0 0,23-73-911 0 0,-21 62 346 0 0,0 0 0 0 0,2 1-1 0 0,0-1 1 0 0,0 2 0 0 0,2-1-1 0 0,18-27 1 0 0,-26 43 520 0 0,1-1 0 0 0,0 1-1 0 0,-1 0 1 0 0,1 0 0 0 0,0 0 0 0 0,0 0 0 0 0,1 0 0 0 0,-1 1-1 0 0,0-1 1 0 0,1 1 0 0 0,-1-1 0 0 0,1 1 0 0 0,-1 0-1 0 0,1 0 1 0 0,0 0 0 0 0,-1 0 0 0 0,1 1 0 0 0,0-1 0 0 0,0 1-1 0 0,-1-1 1 0 0,1 1 0 0 0,4 0 0 0 0,-4 1 109 0 0,-1 0-1 0 0,1 0 1 0 0,0 0 0 0 0,-1 0 0 0 0,1 0-1 0 0,0 0 1 0 0,-1 1 0 0 0,0 0 0 0 0,1-1-1 0 0,-1 1 1 0 0,0 0 0 0 0,0 0-1 0 0,0 0 1 0 0,0 0 0 0 0,0 1 0 0 0,0-1-1 0 0,-1 0 1 0 0,1 1 0 0 0,-1 0 0 0 0,1-1-1 0 0,0 5 1 0 0,6 12 552 0 0,-1 1-1 0 0,-1 0 0 0 0,7 41 0 0 0,-6 21-4510 0 0,-7-70-1230 0 0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0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91 5985 0 0,'-1'1'76'0'0,"-31"14"228"0"0,30-14-433 0 0,1 0 0 0 0,-1 0 1 0 0,1 0-1 0 0,-1 0 0 0 0,1 0 1 0 0,0 1-1 0 0,-1-1 0 0 0,1 1 1 0 0,0-1-1 0 0,0 1 0 0 0,0-1 0 0 0,0 1 1 0 0,0-1-1 0 0,0 1 0 0 0,0 0 1 0 0,0 2-1 0 0,1-3 112 0 0,1-1 0 0 0,-1 1 1 0 0,0-1-1 0 0,1 1 0 0 0,-1-1 1 0 0,1 1-1 0 0,-1-1 0 0 0,1 1 0 0 0,-1-1 1 0 0,1 1-1 0 0,-1-1 0 0 0,1 1 1 0 0,-1-1-1 0 0,1 0 0 0 0,-1 1 0 0 0,1-1 1 0 0,0 0-1 0 0,-1 0 0 0 0,1 1 1 0 0,0-1-1 0 0,-1 0 0 0 0,1 0 0 0 0,0 0 1 0 0,-1 0-1 0 0,1 0 0 0 0,0 0 1 0 0,-1 0-1 0 0,2 0 0 0 0,23 1 1194 0 0,-25-1-1132 0 0,39-1 3482 0 0,47-8 0 0 0,40-12-217 0 0,2-1-1880 0 0,282-7-91 0 0,-120 14-766 0 0,-88 3 119 0 0,85-9-1224 0 0,-237 12-4965 0 0,-28 6-224 0 0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1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6913 0 0,'0'0'529'0'0,"31"-2"4074"0"0,-26 2-4473 0 0,-1-1 0 0 0,1 1 0 0 0,0 0 0 0 0,0 0 0 0 0,-1 0 0 0 0,1 1 0 0 0,0-1 0 0 0,-1 1 0 0 0,1 0 0 0 0,-1 1 0 0 0,1-1 0 0 0,-1 1 0 0 0,0 0 0 0 0,1 0 0 0 0,-1 0 0 0 0,0 1 0 0 0,0-1 0 0 0,-1 1 0 0 0,1 0 0 0 0,0 0 0 0 0,-1 0 0 0 0,0 1 0 0 0,0-1 0 0 0,0 1 0 0 0,0 0 0 0 0,0 0 0 0 0,-1 0 0 0 0,1 0 0 0 0,-1 0 0 0 0,-1 0 0 0 0,1 1 0 0 0,0-1 0 0 0,-1 1 0 0 0,0-1 0 0 0,1 6 0 0 0,2 60 1043 0 0,-6 98 0 0 0,0-17-992 0 0,3 16-173 0 0,3 88-27 0 0,1-180 89 0 0,20 104-1 0 0,-15-132-28 0 0,-2-1 0 0 0,-2 2 0 0 0,-2-1 0 0 0,-2 1 0 0 0,-5 50 0 0 0,0-47-434 0 0,1 0 1 0 0,3 0-1 0 0,9 61 1 0 0,-10-111 321 0 0,0-1 0 0 0,0 1 1 0 0,0 0-1 0 0,0 0 0 0 0,0 0 0 0 0,1 0 1 0 0,-1-1-1 0 0,0 1 0 0 0,0 0 1 0 0,1 0-1 0 0,-1 0 0 0 0,1-1 0 0 0,-1 1 1 0 0,1 0-1 0 0,-1-1 0 0 0,1 1 0 0 0,-1 0 1 0 0,1-1-1 0 0,0 1 0 0 0,-1-1 1 0 0,1 1-1 0 0,0-1 0 0 0,-1 1 0 0 0,1-1 1 0 0,0 1-1 0 0,0-1 0 0 0,-1 0 0 0 0,2 1 1 0 0,3-2-740 0 0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7370 0 0,'4'-1'373'0'0,"0"0"-1"0"0,0 0 1 0 0,1 1 0 0 0,-1-1 0 0 0,0 1 0 0 0,1 0 0 0 0,-1 0 0 0 0,5 1 0 0 0,3-1-437 0 0,26-1-1359 0 0,-1 1 0 0 0,40 5 0 0 0,-15 7 3153 0 0,-61-12-1670 0 0,1 0-1 0 0,0 0 1 0 0,-1 0 0 0 0,1 1-1 0 0,0-1 1 0 0,-1 1 0 0 0,1-1-1 0 0,-1 1 1 0 0,1 0-1 0 0,-1 0 1 0 0,1 0 0 0 0,-1-1-1 0 0,0 1 1 0 0,1 1 0 0 0,-1-1-1 0 0,0 0 1 0 0,0 0-1 0 0,0 0 1 0 0,1 1 0 0 0,-2-1-1 0 0,1 0 1 0 0,0 1 0 0 0,0-1-1 0 0,0 1 1 0 0,0-1 0 0 0,-1 1-1 0 0,1 0 1 0 0,-1-1-1 0 0,1 1 1 0 0,-1-1 0 0 0,0 4-1 0 0,0-1-97 0 0,-1 0 0 0 0,0-1 1 0 0,-1 1-1 0 0,1 0 0 0 0,-1 0 0 0 0,1-1 0 0 0,-1 1 0 0 0,0-1 0 0 0,0 1 0 0 0,-1-1 0 0 0,1 0 0 0 0,-5 5 0 0 0,-28 28-531 0 0,-43 35 1 0 0,-3 3 2097 0 0,79-72-1425 0 0,0 0 0 0 0,0 0-1 0 0,0 0 1 0 0,1 0 0 0 0,-1 0 0 0 0,1 0 0 0 0,0 1-1 0 0,-2 4 1 0 0,2-7-61 0 0,1 1 1 0 0,0 0-1 0 0,0 0 0 0 0,0-1 1 0 0,0 1-1 0 0,-1 0 0 0 0,1 0 1 0 0,1 0-1 0 0,-1-1 0 0 0,0 1 0 0 0,0 0 1 0 0,0 0-1 0 0,0-1 0 0 0,0 1 1 0 0,1 0-1 0 0,-1 0 0 0 0,0-1 1 0 0,1 1-1 0 0,-1 0 0 0 0,1 1 1 0 0,1-1-9 0 0,0 1 1 0 0,0 0-1 0 0,1-1 1 0 0,-1 0-1 0 0,0 1 0 0 0,1-1 1 0 0,-1 0-1 0 0,1 0 1 0 0,-1 0-1 0 0,1-1 1 0 0,0 1-1 0 0,-1-1 1 0 0,1 1-1 0 0,-1-1 1 0 0,6 0-1 0 0,13 0 641 0 0,38-4 0 0 0,-40 1-82 0 0,-1 2 0 0 0,35 1 0 0 0,-52 0-579 0 0,0 0-1 0 0,0 0 0 0 0,0 0 1 0 0,0 0-1 0 0,0 0 0 0 0,1 0 1 0 0,-1 1-1 0 0,0-1 1 0 0,0 0-1 0 0,0 1 0 0 0,0-1 1 0 0,0 1-1 0 0,0-1 0 0 0,0 1 1 0 0,0-1-1 0 0,0 1 0 0 0,0 0 1 0 0,0 0-1 0 0,-1-1 1 0 0,1 1-1 0 0,0 0 0 0 0,1 2 1 0 0,-2-2-22 0 0,0 0 0 0 0,0 0 0 0 0,0 0 0 0 0,0 0 0 0 0,0 0 1 0 0,0 0-1 0 0,0 0 0 0 0,0 0 0 0 0,0 0 0 0 0,-1 1 0 0 0,1-1 0 0 0,0 0 1 0 0,-1 0-1 0 0,1 0 0 0 0,-1 0 0 0 0,1 0 0 0 0,-1 0 0 0 0,-1 1 0 0 0,-5 7-44 0 0,0 0-1 0 0,-1-1 1 0 0,-14 12-1 0 0,14-13 270 0 0,-1 1-138 0 0,-1 0 188 0 0,1 1-1 0 0,0 1 1 0 0,-14 17 0 0 0,22-25-242 0 0,-1 0 0 0 0,1 0 1 0 0,0-1-1 0 0,0 1 0 0 0,0 0 1 0 0,0 0-1 0 0,0 0 0 0 0,0 0 1 0 0,1 0-1 0 0,-1 1 0 0 0,1-1 1 0 0,-1 0-1 0 0,1 0 0 0 0,0 0 1 0 0,0 0-1 0 0,0 1 0 0 0,0-1 1 0 0,0 0-1 0 0,0 0 0 0 0,0 0 1 0 0,1 0-1 0 0,0 1 0 0 0,-1-1 1 0 0,1 0-1 0 0,0 0 0 0 0,0 0 1 0 0,0 0-1 0 0,0 0 0 0 0,2 2 1 0 0,1 0-43 0 0,0 0 0 0 0,1-1 0 0 0,0 0 0 0 0,-1 0 0 0 0,1 0 0 0 0,0-1 0 0 0,1 1 0 0 0,-1-1 0 0 0,0 0 0 0 0,1-1 0 0 0,-1 1 0 0 0,1-1 0 0 0,-1 0 0 0 0,1-1-1 0 0,-1 1 1 0 0,8-1 0 0 0,-6 0 0 0 0,0 1 1 0 0,0 0-1 0 0,1 0 0 0 0,-1 0 0 0 0,0 1 0 0 0,0 0 0 0 0,0 1 0 0 0,12 6 0 0 0,-18-9 10 0 0,-1 1-1 0 0,0-1 1 0 0,0 1 0 0 0,0-1 0 0 0,1 1 0 0 0,-1-1 0 0 0,0 1 0 0 0,0-1-1 0 0,0 1 1 0 0,0-1 0 0 0,0 1 0 0 0,0-1 0 0 0,0 1 0 0 0,0-1-1 0 0,0 1 1 0 0,0-1 0 0 0,0 1 0 0 0,-1-1 0 0 0,1 1 0 0 0,0-1 0 0 0,0 0-1 0 0,0 1 1 0 0,-1-1 0 0 0,1 1 0 0 0,0-1 0 0 0,0 1 0 0 0,-1-1 0 0 0,1 0-1 0 0,0 1 1 0 0,-1-1 0 0 0,1 0 0 0 0,-1 1 0 0 0,1-1 0 0 0,0 0 0 0 0,-1 1-1 0 0,1-1 1 0 0,-1 0 0 0 0,1 0 0 0 0,-1 1 0 0 0,-25 18-444 0 0,17-13 353 0 0,8-5 60 0 0,0 0-1 0 0,0-1 0 0 0,0 1 0 0 0,0 0 0 0 0,0 1 0 0 0,0-1 0 0 0,0 0 1 0 0,0 0-1 0 0,0 0 0 0 0,0 0 0 0 0,1 1 0 0 0,-1-1 0 0 0,1 0 0 0 0,-1 1 0 0 0,0 1 1 0 0,1-2-20 0 0,0 0 0 0 0,0-1 0 0 0,0 1 1 0 0,0 0-1 0 0,1-1 0 0 0,-1 1 1 0 0,0-1-1 0 0,0 1 0 0 0,1 0 0 0 0,-1-1 1 0 0,0 1-1 0 0,1-1 0 0 0,-1 1 0 0 0,0-1 1 0 0,1 1-1 0 0,-1-1 0 0 0,1 1 1 0 0,-1-1-1 0 0,1 1 0 0 0,-1-1 0 0 0,1 1 1 0 0,-1-1-1 0 0,2 1 0 0 0,4 2-318 0 0,0-1 0 0 0,0 0-1 0 0,0 0 1 0 0,0 0 0 0 0,10 1-1 0 0,-12-2 347 0 0,16 3 340 0 0,-13-2 265 0 0,1 0-1 0 0,0 0 1 0 0,0-1 0 0 0,-1 0 0 0 0,1-1-1 0 0,0 0 1 0 0,0 0 0 0 0,13-2 0 0 0,-11-4-40 0 0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 11522 0 0,'-1'0'382'0'0,"0"0"-1"0"0,0 0 1 0 0,0 1-1 0 0,0-1 1 0 0,0 0-1 0 0,-7 5 3053 0 0,7-3-3053 0 0,-21 28-3063 0 0,12-16 997 0 0,0 2 2825 0 0,0 0 0 0 0,1 0 0 0 0,1 1 0 0 0,0 0 0 0 0,-6 24 1 0 0,4-14-1149 0 0,4-10 56 0 0,1-1 0 0 0,1 1 0 0 0,1 0 0 0 0,-2 32 0 0 0,4 74 720 0 0,2-68-519 0 0,20 266-223 0 0,26-2 180 0 0,-29-207-158 0 0,-10-39 4 0 0,-4 143 0 0 0,1 11 4 0 0,0-177-897 0 0,4 50-4996 0 0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6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951 1006 3225 0 0,'3'-19'1347'0'0,"-2"18"-1196"0"0,-1-1 1 0 0,1 1 0 0 0,-1-1-1 0 0,0 1 1 0 0,1 0-1 0 0,-1-1 1 0 0,0 1 0 0 0,0-1-1 0 0,0 1 1 0 0,0-1 0 0 0,0 1-1 0 0,-1-3 1 0 0,0 3-41 0 0,0 1 0 0 0,0-1 1 0 0,1 0-1 0 0,-1 1 0 0 0,0-1 0 0 0,0 1 0 0 0,0 0 1 0 0,0-1-1 0 0,0 1 0 0 0,0 0 0 0 0,0-1 0 0 0,0 1 1 0 0,0 0-1 0 0,0 0 0 0 0,0 0 0 0 0,0 0 0 0 0,0 0 0 0 0,0 0 1 0 0,0 0-1 0 0,0 0 0 0 0,0 0 0 0 0,0 1 0 0 0,0-1 1 0 0,1 0-1 0 0,-3 1 0 0 0,0 0 200 0 0,1-1 0 0 0,-1 1 0 0 0,1-1 0 0 0,-1 0 0 0 0,0 0 0 0 0,1 0 0 0 0,-1-1 0 0 0,1 1 0 0 0,-1-1 0 0 0,1 1 0 0 0,-1-1 0 0 0,1 0 0 0 0,-1 0 0 0 0,1 0 0 0 0,0 0 0 0 0,-1 0 1 0 0,1-1-1 0 0,-3-1 0 0 0,-2-4 521 0 0,0 1 1 0 0,1-1 0 0 0,-11-14 0 0 0,12 14-689 0 0,-1 0 0 0 0,1 0 1 0 0,-1 1-1 0 0,0 0 0 0 0,-9-6 0 0 0,-26-18 86 0 0,0-2 0 0 0,2-2 1 0 0,2-1-1 0 0,1-3 0 0 0,2 0 0 0 0,-48-70 0 0 0,5 0 138 0 0,-5 4-1 0 0,-4 4 0 0 0,-122-111 1 0 0,172 185-3177 0 0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7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1845 10 10594 0 0,'0'-1'17'0'0,"0"1"0"0"0,-1-1 0 0 0,1 1 0 0 0,0-1 0 0 0,0 1 1 0 0,0-1-1 0 0,-1 1 0 0 0,1-1 0 0 0,0 1 0 0 0,-1 0 0 0 0,1-1 0 0 0,-1 1 0 0 0,1-1 0 0 0,0 1 0 0 0,-1 0 0 0 0,1-1 0 0 0,-1 1 0 0 0,1 0 0 0 0,-1-1 0 0 0,1 1 0 0 0,-1 0 0 0 0,1 0 0 0 0,-1 0 0 0 0,1 0 0 0 0,-1-1 0 0 0,1 1 0 0 0,-1 0 0 0 0,0 0 0 0 0,1 0 0 0 0,-1 0 1 0 0,1 0-1 0 0,-1 0 0 0 0,1 0 0 0 0,-1 0 0 0 0,1 0 0 0 0,-1 1 0 0 0,1-1 0 0 0,-2 0 0 0 0,-20 6-95 0 0,7 1 71 0 0,1 1 0 0 0,0 1 0 0 0,0 0-1 0 0,1 1 1 0 0,0 0 0 0 0,1 1 0 0 0,-15 17 0 0 0,-72 95 1525 0 0,77-93-1373 0 0,-512 604 1572 0 0,498-593-1714 0 0,-344 342 313 0 0,212-222 348 0 0,-36 22 454 0 0,159-147-1210 0 0,-2-3 0 0 0,-89 47 0 0 0,125-74-1232 0 0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77 210 920 0 0,'1'-1'26'0'0,"0"1"0"0"0,-1 0 0 0 0,1-1-1 0 0,0 1 1 0 0,0 0 0 0 0,0-1 0 0 0,-1 1 0 0 0,1-1-1 0 0,0 1 1 0 0,-1-1 0 0 0,1 1 0 0 0,0-1 0 0 0,-1 0-1 0 0,1 1 1 0 0,-1-1 0 0 0,1 0 0 0 0,-1 1-1 0 0,1-1 1 0 0,-1 0 0 0 0,1 0 0 0 0,-1 0 0 0 0,0 1-1 0 0,1-2 1 0 0,-1 1 46 0 0,-1 0-1 0 0,1 0 0 0 0,0 1 1 0 0,-1-1-1 0 0,1 0 1 0 0,0 1-1 0 0,-1-1 0 0 0,1 1 1 0 0,-1-1-1 0 0,1 1 0 0 0,-1-1 1 0 0,1 1-1 0 0,-1-1 1 0 0,0 1-1 0 0,1-1 0 0 0,-1 1 1 0 0,1-1-1 0 0,-1 1 1 0 0,0 0-1 0 0,-1-1 0 0 0,-2-1 252 0 0,0 1 1 0 0,-1 0-1 0 0,1 0 0 0 0,0 0 0 0 0,-1 0 0 0 0,1 0 1 0 0,-9 1-1 0 0,11 0-305 0 0,0 1 0 0 0,0-1 0 0 0,1 0 0 0 0,-1 0 0 0 0,0 0 0 0 0,0 0 0 0 0,1 0 0 0 0,-1 0 0 0 0,0-1 0 0 0,0 1 0 0 0,1-1 0 0 0,-1 1 0 0 0,0-1 0 0 0,1 0 0 0 0,-3 0 0 0 0,3 0 16 0 0,1 1 1 0 0,-1-1-1 0 0,1 1 0 0 0,-1-1 1 0 0,1 0-1 0 0,-1 1 1 0 0,1-1-1 0 0,0 0 0 0 0,-1 1 1 0 0,1-1-1 0 0,0 0 1 0 0,-1 0-1 0 0,1 1 0 0 0,0-1 1 0 0,0 0-1 0 0,0 0 1 0 0,0 0-1 0 0,0 1 0 0 0,0-1 1 0 0,0 0-1 0 0,0 0 1 0 0,0 1-1 0 0,0-3 0 0 0,1 0 165 0 0,0-1-1 0 0,1 1 0 0 0,-1-1 0 0 0,1 1 0 0 0,0-1 1 0 0,0 1-1 0 0,0 0 0 0 0,0 0 0 0 0,0 0 0 0 0,1 0 1 0 0,-1 0-1 0 0,5-3 0 0 0,7-5 74 0 0,0 2 1 0 0,0 0-1 0 0,1 0 1 0 0,0 1-1 0 0,0 1 1 0 0,1 1-1 0 0,18-6 1 0 0,3 2-111 0 0,0 2 1 0 0,42-5-1 0 0,-63 11-18 0 0,0 0-1 0 0,0 2 0 0 0,0-1 0 0 0,0 2 1 0 0,23 3-1 0 0,-35-3-110 0 0,-1 0 1 0 0,1-1-1 0 0,-1 1 0 0 0,1 1 1 0 0,-1-1-1 0 0,0 0 0 0 0,0 1 0 0 0,0-1 1 0 0,0 1-1 0 0,0 0 0 0 0,0 0 1 0 0,0 0-1 0 0,-1 1 0 0 0,1-1 1 0 0,-1 1-1 0 0,1-1 0 0 0,-1 1 1 0 0,0 0-1 0 0,0 0 0 0 0,0 0 1 0 0,0 0-1 0 0,-1 0 0 0 0,1 0 0 0 0,-1 0 1 0 0,0 1-1 0 0,0-1 0 0 0,0 1 1 0 0,0-1-1 0 0,-1 1 0 0 0,0-1 1 0 0,1 5-1 0 0,-2 9 23 0 0,0 0 0 0 0,-1 0-1 0 0,0 0 1 0 0,-2 0 0 0 0,0 0 0 0 0,-1-1 0 0 0,0 1 0 0 0,-1-1-1 0 0,-1-1 1 0 0,-17 30 0 0 0,8-21 35 0 0,0 0 0 0 0,-2-1 0 0 0,0 0 0 0 0,-2-2 0 0 0,-36 33 0 0 0,38-42-88 0 0,16-12-6 0 0,11-8-9 0 0,3-2-216 0 0,1 1 0 0 0,0 1 0 0 0,1 0 1 0 0,0 1-1 0 0,0 0 0 0 0,0 2 0 0 0,1-1 0 0 0,0 2 0 0 0,0 0 0 0 0,27-4 0 0 0,-16 5 183 0 0,1 0-1 0 0,-1 2 1 0 0,1 2 0 0 0,-1 0-1 0 0,42 7 1 0 0,-44-3 231 0 0,1 1 1 0 0,41 16-1 0 0,-60-20-114 0 0,0 0 0 0 0,0 1-1 0 0,0 0 1 0 0,0 1 0 0 0,0-1-1 0 0,-1 1 1 0 0,1 0-1 0 0,-1 0 1 0 0,0 1 0 0 0,0 0-1 0 0,-1-1 1 0 0,1 2 0 0 0,-1-1-1 0 0,0 0 1 0 0,5 11 0 0 0,-8-12 1 0 0,0-1 1 0 0,0 1 0 0 0,0-1-1 0 0,0 1 1 0 0,-1-1 0 0 0,1 1 0 0 0,-1 0-1 0 0,0-1 1 0 0,0 1 0 0 0,-1 0-1 0 0,1-1 1 0 0,-1 1 0 0 0,0-1-1 0 0,-1 7 1 0 0,-1-3 52 0 0,-1 0 0 0 0,1 0-1 0 0,-1 0 1 0 0,0-1 0 0 0,0 1 0 0 0,-9 8 0 0 0,-3 2 33 0 0,-1-1 1 0 0,-1-1 0 0 0,-31 21-1 0 0,-12 2-920 0 0,18-22-2907 0 0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2 13827 0 0,'-1'0'9'0'0,"1"-1"1"0"0,-1 1-1 0 0,0 0 0 0 0,0 0 1 0 0,1 0-1 0 0,-1 0 0 0 0,0 0 1 0 0,0 0-1 0 0,1 0 0 0 0,-1 0 1 0 0,0 0-1 0 0,0 0 0 0 0,1 0 1 0 0,-1 1-1 0 0,0-1 0 0 0,0 0 1 0 0,1 0-1 0 0,-1 1 0 0 0,0-1 1 0 0,1 0-1 0 0,-1 1 0 0 0,0-1 1 0 0,1 1-1 0 0,-1-1 0 0 0,1 1 1 0 0,-1-1-1 0 0,1 1 0 0 0,-1-1 1 0 0,1 1-1 0 0,-1 0 0 0 0,1-1 1 0 0,-1 1-1 0 0,1 0 0 0 0,-1 0 1 0 0,-23 33-313 0 0,15-21 815 0 0,4-6-643 0 0,-20 28-1498 0 0,24-35 1546 0 0,1 1 1 0 0,-1 0-1 0 0,0-1 0 0 0,1 1 0 0 0,0 0 1 0 0,-1-1-1 0 0,1 1 0 0 0,-1 0 0 0 0,1 0 1 0 0,0-1-1 0 0,-1 1 0 0 0,1 0 1 0 0,0 0-1 0 0,0 0 0 0 0,0 0 0 0 0,0-1 1 0 0,0 1-1 0 0,0 0 0 0 0,0 0 0 0 0,0 0 1 0 0,0 0-1 0 0,0-1 0 0 0,0 1 1 0 0,0 0-1 0 0,1 0 0 0 0,-1 0 0 0 0,0 0 1 0 0,0-1-1 0 0,1 1 0 0 0,-1 0 0 0 0,1 0 1 0 0,-1-1-1 0 0,1 1 0 0 0,-1 0 0 0 0,1-1 1 0 0,0 2-1 0 0,5-3 74 0 0,-1-6 62 0 0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22 163 2761 0 0,'-2'-1'182'0'0,"1"0"1"0"0,-1 0-1 0 0,1 0 0 0 0,-1 1 1 0 0,0-1-1 0 0,1-1 1 0 0,0 1-1 0 0,-1 0 1 0 0,1 0-1 0 0,0 0 1 0 0,-1-1-1 0 0,0-1 1 0 0,1 2-155 0 0,1-1 1 0 0,0 1 0 0 0,0 0 0 0 0,0 0-1 0 0,0-1 1 0 0,0 1 0 0 0,0 0-1 0 0,0 0 1 0 0,0-1 0 0 0,0 1 0 0 0,0 0-1 0 0,1 0 1 0 0,-1-1 0 0 0,0 1 0 0 0,1 0-1 0 0,-1 0 1 0 0,1 0 0 0 0,-1 0-1 0 0,1 0 1 0 0,1-2 0 0 0,2-2 91 0 0,0-1 0 0 0,0 0 1 0 0,1 1-1 0 0,0 0 0 0 0,0 0 0 0 0,1 1 1 0 0,-1 0-1 0 0,1-1 0 0 0,12-5 0 0 0,1 0 893 0 0,40-15-1 0 0,-36 17-51 0 0,36-8-1 0 0,-52 14-852 0 0,1 1-1 0 0,0 0 1 0 0,0 0-1 0 0,-1 1 1 0 0,1 0-1 0 0,0 0 1 0 0,0 1-1 0 0,15 3 1 0 0,-22-4-94 0 0,1 1 0 0 0,-1 0 0 0 0,0-1-1 0 0,1 1 1 0 0,-1 0 0 0 0,1 0 0 0 0,-1-1 0 0 0,0 1 0 0 0,0 0 0 0 0,0 0 0 0 0,1 1 0 0 0,-1-1 0 0 0,0 0-1 0 0,0 0 1 0 0,0 0 0 0 0,-1 1 0 0 0,1-1 0 0 0,0 1 0 0 0,0-1 0 0 0,0 2 0 0 0,0 1 7 0 0,0 0 1 0 0,0 0 0 0 0,-1 0 0 0 0,1 0-1 0 0,-1 0 1 0 0,0 0 0 0 0,0-1-1 0 0,-1 6 1 0 0,-2 6 49 0 0,0 0 0 0 0,-1 0 1 0 0,-6 15-1 0 0,10-29-66 0 0,-33 70 479 0 0,25-57-426 0 0,1 1-1 0 0,0 1 1 0 0,1-1 0 0 0,0 1-1 0 0,-4 22 1 0 0,10-38-63 0 0,0 1 0 0 0,0-1 0 0 0,1 1 0 0 0,-1-1 1 0 0,0 1-1 0 0,0-1 0 0 0,0 1 0 0 0,0-1 0 0 0,1 1 0 0 0,-1-1 0 0 0,0 0 1 0 0,0 1-1 0 0,1-1 0 0 0,-1 1 0 0 0,0-1 0 0 0,0 0 0 0 0,1 1 0 0 0,-1-1 0 0 0,1 0 1 0 0,-1 1-1 0 0,0-1 0 0 0,1 0 0 0 0,-1 0 0 0 0,1 1 0 0 0,-1-1 0 0 0,0 0 1 0 0,1 0-1 0 0,-1 0 0 0 0,1 0 0 0 0,-1 0 0 0 0,1 0 0 0 0,-1 1 0 0 0,1-1 1 0 0,-1 0-1 0 0,1 0 0 0 0,-1 0 0 0 0,1 0 0 0 0,-1-1 0 0 0,1 1 0 0 0,-1 0 0 0 0,1 0 1 0 0,0 0-1 0 0,27-5-551 0 0,-23 3 393 0 0,1 1 95 0 0,0 0 1 0 0,0 0-1 0 0,0 1 1 0 0,0-1-1 0 0,0 1 1 0 0,0 0-1 0 0,0 1 1 0 0,0-1-1 0 0,0 1 1 0 0,0 1-1 0 0,7 2 1 0 0,-11-3 75 0 0,1 0-1 0 0,-1 0 1 0 0,0 1 0 0 0,0-1 0 0 0,0 1 0 0 0,0 0-1 0 0,0-1 1 0 0,0 1 0 0 0,0 0 0 0 0,-1 0-1 0 0,1 0 1 0 0,-1 1 0 0 0,1-1 0 0 0,-1 0 0 0 0,0 1-1 0 0,0-1 1 0 0,0 0 0 0 0,0 1 0 0 0,0-1 0 0 0,0 1-1 0 0,-1-1 1 0 0,1 1 0 0 0,-1 0 0 0 0,0-1-1 0 0,0 1 1 0 0,0 0 0 0 0,0-1 0 0 0,-1 4 0 0 0,0 5 87 0 0,-1-1 0 0 0,0 1 0 0 0,0-1 1 0 0,-1 0-1 0 0,-1 0 0 0 0,0 0 1 0 0,0 0-1 0 0,-1 0 0 0 0,0-1 0 0 0,0 0 1 0 0,-1 0-1 0 0,-1 0 0 0 0,1-1 0 0 0,-1 0 1 0 0,-1 0-1 0 0,0 0 0 0 0,-14 10 1 0 0,7-10-2142 0 0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0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0 395 10138 0 0,'37'13'399'0'0,"19"21"-486"0"0,-10-4 1100 0 0,1-3 0 0 0,2-1 0 0 0,1-2 0 0 0,65 21 0 0 0,-113-44-980 0 0,0-1-1 0 0,0 1 0 0 0,0 0 1 0 0,1-1-1 0 0,-1 1 0 0 0,0-1 1 0 0,0 0-1 0 0,1 0 1 0 0,-1 0-1 0 0,0 0 0 0 0,1 0 1 0 0,-1 0-1 0 0,0 0 0 0 0,0-1 1 0 0,1 1-1 0 0,-1-1 0 0 0,0 0 1 0 0,0 0-1 0 0,0 0 1 0 0,0 0-1 0 0,0 0 0 0 0,0 0 1 0 0,0 0-1 0 0,0-1 0 0 0,0 1 1 0 0,0-1-1 0 0,-1 1 0 0 0,1-1 1 0 0,-1 0-1 0 0,1 0 0 0 0,-1 1 1 0 0,1-1-1 0 0,-1 0 1 0 0,0 0-1 0 0,0 0 0 0 0,0-1 1 0 0,0 1-1 0 0,-1 0 0 0 0,1 0 1 0 0,-1 0-1 0 0,1-4 0 0 0,2-11 182 0 0,-1 1 0 0 0,-1-1 0 0 0,-1 0 0 0 0,-3-29-1 0 0,2 25 104 0 0,-26-187 1503 0 0,22 181-1677 0 0,2 12-313 0 0,1 0 1 0 0,0 0-1 0 0,1 1 1 0 0,0-2-1 0 0,2 1 1 0 0,-1 0-1 0 0,2 1 1 0 0,5-24-1 0 0,0 23-669 0 0,3 5-7 0 0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17972 0 0,'0'1'18'0'0,"0"-1"1"0"0,0 1-1 0 0,0-1 1 0 0,0 1 0 0 0,0-1-1 0 0,0 1 1 0 0,0-1-1 0 0,0 0 1 0 0,0 1-1 0 0,0-1 1 0 0,0 1-1 0 0,0-1 1 0 0,0 1-1 0 0,1-1 1 0 0,-1 1 0 0 0,0-1-1 0 0,0 1 1 0 0,1-1-1 0 0,-1 0 1 0 0,0 1-1 0 0,1-1 1 0 0,-1 1-1 0 0,0-1 1 0 0,1 0-1 0 0,-1 1 1 0 0,0-1 0 0 0,1 0-1 0 0,-1 0 1 0 0,1 1-1 0 0,-1-1 1 0 0,1 0-1 0 0,-1 0 1 0 0,0 0-1 0 0,1 1 1 0 0,0-1-1 0 0,19 10-1319 0 0,6 0 729 0 0,1-2-1 0 0,52 10 0 0 0,12 3 364 0 0,173 70 2850 0 0,-209-67-1713 0 0,-1 2 0 0 0,84 54 0 0 0,92 94 29 0 0,3 1-1087 0 0,-192-148-116 0 0,1-2 0 0 0,75 32 0 0 0,-90-46 62 0 0,1-2-1 0 0,0 0 1 0 0,0-2 0 0 0,0-1-1 0 0,54 4 1 0 0,-64-10-1538 0 0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879 0 11979 0 0,'-2'1'118'0'0,"0"-1"0"0"0,1 1 0 0 0,-1-1 0 0 0,0 1 0 0 0,1 0 0 0 0,-1 0 0 0 0,0 0 0 0 0,1 0 0 0 0,-1 0 0 0 0,1 0 0 0 0,0 0 0 0 0,-1 0 0 0 0,1 0 0 0 0,0 1 0 0 0,0-1 0 0 0,0 1 0 0 0,0-1 0 0 0,-2 3 0 0 0,-20 36-957 0 0,15-24 864 0 0,-152 227-993 0 0,55-90 1783 0 0,-166 280 2870 0 0,13 8-4549 0 0,250-425 868 0 0,-9 12-666 0 0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2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524 25 2761 0 0,'-42'-18'249'0'0,"30"12"-221"0"0,11 6-60 0 0,15 28 4974 0 0,29 57 701 0 0,-28-52-5269 0 0,2-2 0 0 0,1 1 0 0 0,1-2 0 0 0,30 35 0 0 0,-11-27-162 0 0,2-1 1 0 0,2-2 0 0 0,1-2-1 0 0,1-2 1 0 0,88 46 0 0 0,-113-71-569 0 0,-15-6 347 0 0,-13-4 10 0 0,4 2-71 0 0,-1 1 0 0 0,0 0 1 0 0,1 0-1 0 0,-1 1 0 0 0,0-1 1 0 0,0 1-1 0 0,1 0 0 0 0,-1 1 0 0 0,0-1 1 0 0,1 1-1 0 0,-10 3 0 0 0,-64 23-923 0 0,62-21 933 0 0,-550 226 4422 0 0,494-202-3668 0 0,-27 11-1342 0 0,35-7-3349 0 0,46-23-1559 0 0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3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448 73 2761 0 0,'-8'-32'2167'0'0,"8"29"-2020"0"0,0 0-1 0 0,0 0 1 0 0,-1 0-1 0 0,1 0 1 0 0,-1 0 0 0 0,0 0-1 0 0,0 0 1 0 0,0 0-1 0 0,-1 0 1 0 0,1 0-1 0 0,-3-4 1 0 0,3 7-73 0 0,0 0 0 0 0,-1 0 0 0 0,1-1 1 0 0,0 1-1 0 0,0 0 0 0 0,-1 0 0 0 0,1 0 0 0 0,0 0 0 0 0,-1 0 1 0 0,1 0-1 0 0,0 1 0 0 0,0-1 0 0 0,0 0 0 0 0,-1 1 1 0 0,1-1-1 0 0,0 1 0 0 0,0-1 0 0 0,-2 2 0 0 0,-26 13 2054 0 0,27-14-1883 0 0,-12 8 42 0 0,-1 1 1 0 0,2 0-1 0 0,-1 1 0 0 0,2 1 1 0 0,-1 0-1 0 0,2 1 1 0 0,-14 17-1 0 0,-64 106 303 0 0,77-115-272 0 0,-7 9-49 0 0,-11 19 621 0 0,-44 95 0 0 0,68-130-766 0 0,1 0 0 0 0,0 0 1 0 0,1 0-1 0 0,1 1 0 0 0,0-1 0 0 0,1 1 0 0 0,0 0 0 0 0,2 0 0 0 0,-1-1 0 0 0,2 1 0 0 0,0 0 0 0 0,4 20 0 0 0,-2-26-108 0 0,0 0-1 0 0,0 0 1 0 0,1 0-1 0 0,1-1 1 0 0,0 1-1 0 0,0-1 0 0 0,0 0 1 0 0,1-1-1 0 0,0 1 1 0 0,0-1-1 0 0,1 0 1 0 0,0-1-1 0 0,0 1 0 0 0,1-1 1 0 0,0-1-1 0 0,0 0 1 0 0,0 0-1 0 0,1 0 1 0 0,10 3-1 0 0,-11-4-31 0 0,1-1 0 0 0,0 0 0 0 0,1 0 0 0 0,-1-1 0 0 0,0 0-1 0 0,1-1 1 0 0,-1 0 0 0 0,1-1 0 0 0,-1 0 0 0 0,1 0 0 0 0,-1-1 0 0 0,1 0 0 0 0,-1-1 0 0 0,1 0 0 0 0,-1 0-1 0 0,0-1 1 0 0,0 0 0 0 0,0 0 0 0 0,11-8 0 0 0,-13 7-252 0 0,-1-1-1 0 0,0 0 1 0 0,0 0-1 0 0,0-1 1 0 0,-1 1-1 0 0,1-1 1 0 0,-2-1 0 0 0,1 1-1 0 0,-1-1 1 0 0,0 1-1 0 0,0-1 1 0 0,0-1-1 0 0,-1 1 1 0 0,0 0-1 0 0,-1-1 1 0 0,0 1 0 0 0,2-11-1 0 0,-3 13 86 0 0,0-1-1 0 0,-1 1 1 0 0,0 0 0 0 0,1 0-1 0 0,-2 0 1 0 0,1 0 0 0 0,-1 0-1 0 0,1 0 1 0 0,-1 0 0 0 0,-1 0-1 0 0,1 0 1 0 0,-1 0-1 0 0,0 0 1 0 0,0 1 0 0 0,0-1-1 0 0,-1 1 1 0 0,1-1 0 0 0,-1 1-1 0 0,0 0 1 0 0,0 0-1 0 0,-1 0 1 0 0,1 0 0 0 0,-1 1-1 0 0,0-1 1 0 0,0 1 0 0 0,0 0-1 0 0,-7-3 1 0 0,7 3 161 0 0,-1 1 0 0 0,1 0 0 0 0,0-1 1 0 0,0 0-1 0 0,0 0 0 0 0,0 0 0 0 0,-5-6 0 0 0,9 8 23 0 0,-1 0-1 0 0,1 1 0 0 0,-1-1 1 0 0,1 0-1 0 0,0 0 1 0 0,-1 0-1 0 0,1 1 0 0 0,0-1 1 0 0,0 0-1 0 0,-1 0 1 0 0,1 0-1 0 0,0 0 0 0 0,0 0 1 0 0,0 1-1 0 0,0-1 1 0 0,0 0-1 0 0,0 0 0 0 0,0 0 1 0 0,1-1-1 0 0,-1 1-2 0 0,1-1 0 0 0,0 0-1 0 0,0 1 1 0 0,0-1 0 0 0,0 1-1 0 0,0 0 1 0 0,0-1 0 0 0,0 1 0 0 0,1 0-1 0 0,-1 0 1 0 0,0-1 0 0 0,1 1-1 0 0,1-1 1 0 0,10-6-202 0 0,0 1 1 0 0,1 0-1 0 0,-1 1 0 0 0,2 0 1 0 0,-1 1-1 0 0,1 1 0 0 0,-1 0 1 0 0,22-2-1 0 0,-15 3 272 0 0,0 1 1 0 0,0 1-1 0 0,0 1 0 0 0,1 1 1 0 0,30 6-1 0 0,-48-7 165 0 0,0 1 0 0 0,-1 0 0 0 0,1 1-1 0 0,0-1 1 0 0,-1 1 0 0 0,1-1 0 0 0,-1 1 0 0 0,1 0-1 0 0,-1 1 1 0 0,0-1 0 0 0,0 0 0 0 0,0 1-1 0 0,0 0 1 0 0,0 0 0 0 0,-1-1 0 0 0,1 2 0 0 0,-1-1-1 0 0,0 0 1 0 0,0 0 0 0 0,0 1 0 0 0,0-1 0 0 0,-1 1-1 0 0,1 0 1 0 0,-1-1 0 0 0,0 1 0 0 0,1 6 0 0 0,1 9 584 0 0,-1 1 0 0 0,0-1 1 0 0,-2 1-1 0 0,-2 24 1 0 0,1-2-496 0 0,1-38-299 0 0,0 29 405 0 0,4 34 0 0 0,-2-57-439 0 0,-1-1 0 0 0,1 1 0 0 0,1-1-1 0 0,-1 0 1 0 0,2 1 0 0 0,-1-2 0 0 0,1 1 0 0 0,7 11-1 0 0,-10-19-110 0 0,-1 0 0 0 0,1-1 1 0 0,-1 1-1 0 0,0-1 0 0 0,1 1 0 0 0,-1-1 0 0 0,1 1 0 0 0,-1-1 0 0 0,1 1 0 0 0,-1-1 0 0 0,1 1 0 0 0,0-1 0 0 0,-1 0 0 0 0,1 1 0 0 0,0-1 0 0 0,-1 0 1 0 0,1 1-1 0 0,0-1 0 0 0,-1 0 0 0 0,1 0 0 0 0,0 0 0 0 0,-1 0 0 0 0,1 0 0 0 0,0 0 0 0 0,-1 0 0 0 0,1 0 0 0 0,1 0 0 0 0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0 16067 0 0,'-1'1'15'0'0,"-1"-1"1"0"0,1 1-1 0 0,0 0 0 0 0,-1 0 0 0 0,1-1 0 0 0,0 1 0 0 0,-1 0 0 0 0,1 0 0 0 0,0 0 0 0 0,0 0 0 0 0,0 0 0 0 0,0 1 0 0 0,0-1 0 0 0,0 0 0 0 0,0 0 0 0 0,0 1 0 0 0,1-1 0 0 0,-1 1 0 0 0,0-1 0 0 0,1 0 0 0 0,-1 1 0 0 0,1-1 0 0 0,0 1 0 0 0,-1 0 0 0 0,1 1 0 0 0,-10 49-2944 0 0,9-45 3028 0 0,-4 40-328 0 0,1 59 0 0 0,7-34 2605 0 0,3 0 1 0 0,30 139-1 0 0,-35-207-2518 0 0,-1 0-189 0 0,1 1-1 0 0,0-1 1 0 0,0 1 0 0 0,1-1-1 0 0,-1 0 1 0 0,1 0 0 0 0,0 1-1 0 0,0-1 1 0 0,5 7 0 0 0,-3-10-1118 0 0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1 165 17972 0 0,'3'3'1185'0'0,"12"8"-4914"0"0,1 0 222 0 0,-6-1 2600 0 0,-1 1-1 0 0,0 0 0 0 0,0 1 1 0 0,-1 0-1 0 0,12 23 1 0 0,22 31 1184 0 0,-20-41 672 0 0,1 0 0 0 0,2-2-1 0 0,0-1 1 0 0,2 0-1 0 0,0-2 1 0 0,1-1-1 0 0,1-2 1 0 0,1 0 0 0 0,0-2-1 0 0,35 11 1 0 0,-57-23-936 0 0,-1-1 0 0 0,1 0 0 0 0,0-1 0 0 0,-1 0 0 0 0,1 0 1 0 0,0 0-1 0 0,0-1 0 0 0,0 0 0 0 0,-1-1 0 0 0,1 0 0 0 0,0 0 1 0 0,0-1-1 0 0,-1 0 0 0 0,1 0 0 0 0,-1 0 0 0 0,0-1 0 0 0,0-1 0 0 0,0 1 1 0 0,0-1-1 0 0,12-9 0 0 0,-11 7-50 0 0,-1 0 1 0 0,0-1-1 0 0,0 0 1 0 0,0-1-1 0 0,-1 1 1 0 0,-1-1-1 0 0,1-1 0 0 0,-1 1 1 0 0,0-1-1 0 0,-1 0 1 0 0,0 0-1 0 0,0 0 1 0 0,-1 0-1 0 0,0-1 0 0 0,-1 1 1 0 0,1-11-1 0 0,1-15 23 0 0,-3 0 0 0 0,-1 0 0 0 0,-1 0 1 0 0,-2 0-1 0 0,-13-61 0 0 0,8 65-2603 0 0,-18-47 0 0 0,18 58-2347 0 0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 6449 0 0,'-2'0'31'0'0,"0"0"-1"0"0,0 0 0 0 0,0 0 0 0 0,0 0 0 0 0,0 0 0 0 0,0 0 1 0 0,0 0-1 0 0,0 1 0 0 0,0-1 0 0 0,0 1 0 0 0,1 0 0 0 0,-1-1 1 0 0,0 1-1 0 0,0 0 0 0 0,1 0 0 0 0,-1 0 0 0 0,0 0 0 0 0,1 1 1 0 0,-1-1-1 0 0,1 0 0 0 0,-1 1 0 0 0,1-1 0 0 0,0 1 1 0 0,0-1-1 0 0,-1 1 0 0 0,1-1 0 0 0,0 1 0 0 0,1 0 0 0 0,-1 0 1 0 0,0 0-1 0 0,-1 3 0 0 0,7 135 4545 0 0,0-74-3456 0 0,3 0-1 0 0,32 124 1 0 0,-31-154-1315 0 0,-6-21-569 0 0,1-1-1 0 0,0 0 0 0 0,1 0 0 0 0,7 15 0 0 0,-7-22-409 0 0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5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32 1840 0 0,'0'-1'54'0'0,"-1"-1"-1"0"0,0 1 1 0 0,1 0-1 0 0,-1-1 1 0 0,1 1-1 0 0,-1-1 1 0 0,1 1-1 0 0,0-1 1 0 0,-1 1-1 0 0,1-1 1 0 0,0 1-1 0 0,0-3 1 0 0,0 3 3 0 0,1 1 0 0 0,-1-1 0 0 0,0 1 0 0 0,0-1 0 0 0,0 1 0 0 0,1-1 0 0 0,-1 1 0 0 0,0-1 0 0 0,0 1 0 0 0,1 0 0 0 0,-1-1 0 0 0,1 1 0 0 0,-1-1 0 0 0,0 1 0 0 0,1 0 0 0 0,-1-1 0 0 0,1 1 0 0 0,-1 0 0 0 0,0 0 0 0 0,1-1 0 0 0,-1 1 0 0 0,1 0 0 0 0,-1 0 0 0 0,2-1 0 0 0,1 1 128 0 0,0 0 1 0 0,0 0-1 0 0,1 0 1 0 0,-1 0-1 0 0,0 0 1 0 0,0 1-1 0 0,1-1 1 0 0,-1 1-1 0 0,0 0 1 0 0,5 2-1 0 0,15 5 444 0 0,0 2 0 0 0,0 0-1 0 0,-1 1 1 0 0,-1 2 0 0 0,0 0-1 0 0,0 1 1 0 0,-1 1 0 0 0,-1 1 0 0 0,20 22-1 0 0,-29-28-278 0 0,-1 1 0 0 0,-1 0-1 0 0,0 1 1 0 0,0 0-1 0 0,-1 0 1 0 0,-1 0 0 0 0,0 1-1 0 0,0 0 1 0 0,-1 0-1 0 0,-1 0 1 0 0,-1 1 0 0 0,0-1-1 0 0,0 1 1 0 0,-1 0-1 0 0,-1 0 1 0 0,0 0 0 0 0,-3 27-1 0 0,-1-26-418 0 0,0 0-1 0 0,0 0 0 0 0,-2 0 0 0 0,0-1 0 0 0,-1 1 0 0 0,0-1 1 0 0,-1-1-1 0 0,0 1 0 0 0,-1-1 0 0 0,-17 20 0 0 0,-31 29-5035 0 0,28-36-353 0 0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1.6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35 63 10594 0 0,'-1'-2'88'0'0,"-1"0"0"0"0,0-1 1 0 0,1 1-1 0 0,-1-1 0 0 0,1 0 0 0 0,0 0 0 0 0,0 1 0 0 0,0-1 0 0 0,-1-5 0 0 0,2 5 226 0 0,-1 0 1 0 0,0 0-1 0 0,0 1 0 0 0,0-1 0 0 0,0 0 0 0 0,0 0 0 0 0,-1 1 0 0 0,1-1 0 0 0,-4-3 0 0 0,4 9-185 0 0,0 0 0 0 0,0-1 0 0 0,0 1 0 0 0,0 0-1 0 0,1 0 1 0 0,-1 0 0 0 0,1 0 0 0 0,-1 4-1 0 0,1-1-87 0 0,0 188 1341 0 0,27 202 0 0 0,-20-328-1400 0 0,-5-40-376 0 0,1 0 1 0 0,1 0-1 0 0,1-1 1 0 0,10 28-1 0 0,-10-46-1195 0 0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2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83 192 3225 0 0,'-9'-5'-128'0'0,"-36"-19"626"0"0,43 23-312 0 0,0-1-1 0 0,-1 1 1 0 0,1-1-1 0 0,1 1 1 0 0,-1-1-1 0 0,0 0 1 0 0,0 1-1 0 0,1-1 0 0 0,-1 0 1 0 0,0 0-1 0 0,1 0 1 0 0,0 0-1 0 0,0-1 1 0 0,0 1-1 0 0,0 0 1 0 0,-1-3-1 0 0,2 3-126 0 0,0 0 0 0 0,0 0 0 0 0,1 1 0 0 0,-1-1 0 0 0,0 0 0 0 0,1 0 0 0 0,0 1 0 0 0,-1-1 0 0 0,1 0 1 0 0,0 1-1 0 0,0-1 0 0 0,0 0 0 0 0,0 1 0 0 0,0 0 0 0 0,0-1 0 0 0,0 1 0 0 0,1-1 0 0 0,-1 1 0 0 0,0 0 0 0 0,1 0 0 0 0,-1 0 0 0 0,1 0 0 0 0,2-1 0 0 0,43-21 100 0 0,-40 20 96 0 0,36-13 179 0 0,1 3 0 0 0,0 1-1 0 0,68-9 1 0 0,-107 20-467 0 0,0 0 0 0 0,0 0 0 0 0,0 1 1 0 0,0 0-1 0 0,0 0 0 0 0,0 0 0 0 0,1 1 0 0 0,-1 0 0 0 0,0 0 0 0 0,0 0 0 0 0,-1 1 0 0 0,9 2 0 0 0,-11-2-28 0 0,1 0-1 0 0,-1-1 1 0 0,0 1 0 0 0,1 0-1 0 0,-1 0 1 0 0,0 0-1 0 0,0 1 1 0 0,-1-1 0 0 0,1 0-1 0 0,0 1 1 0 0,-1-1-1 0 0,1 1 1 0 0,-1 0-1 0 0,0-1 1 0 0,0 1 0 0 0,0 0-1 0 0,0 0 1 0 0,0 0-1 0 0,-1-1 1 0 0,1 1 0 0 0,-1 0-1 0 0,0 6 1 0 0,1 9 194 0 0,-2 0 1 0 0,0 1 0 0 0,-1-1-1 0 0,0 0 1 0 0,-2 0-1 0 0,0-1 1 0 0,-1 1 0 0 0,0-1-1 0 0,-2 0 1 0 0,0 0-1 0 0,-1 0 1 0 0,-1-1 0 0 0,0-1-1 0 0,-1 1 1 0 0,-1-2-1 0 0,0 1 1 0 0,-1-1-1 0 0,0-1 1 0 0,-2 0 0 0 0,1-1-1 0 0,-1-1 1 0 0,-17 11-1 0 0,15-8 287 0 0,16-14-388 0 0,0 1 0 0 0,0-1-1 0 0,0 0 1 0 0,0 0-1 0 0,0 1 1 0 0,0-1 0 0 0,0 0-1 0 0,0 0 1 0 0,1 1-1 0 0,-1-1 1 0 0,0 0-1 0 0,0 0 1 0 0,0 0 0 0 0,0 0-1 0 0,0 1 1 0 0,1-1-1 0 0,-1 0 1 0 0,0 0-1 0 0,0 0 1 0 0,0 0 0 0 0,1 1-1 0 0,-1-1 1 0 0,0 0-1 0 0,0 0 1 0 0,1 0-1 0 0,-1 0 1 0 0,0 0 0 0 0,0 0-1 0 0,1 0 1 0 0,-1 0-1 0 0,0 0 1 0 0,0 0 0 0 0,0 0-1 0 0,1 0 1 0 0,-1 0-1 0 0,0 0 1 0 0,0 0-1 0 0,1 0 1 0 0,-1 0 0 0 0,44-5 2231 0 0,-34 4-2286 0 0,54-8 205 0 0,0 4 1 0 0,1 2-1 0 0,-1 3 1 0 0,121 15-1 0 0,-133-6-3132 0 0,-36-6-2008 0 0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6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3 6273 0 0,'-3'-2'723'0'0,"-6"9"284"0"0,5 3-552 0 0,1-1 0 0 0,0 1 0 0 0,0 0 0 0 0,1 0 0 0 0,1 0 0 0 0,-1 0 0 0 0,1 18 0 0 0,6 72 3171 0 0,24 80-1129 0 0,-19-132-6843 0 0,-5-19-1408 0 0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4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27 12267 0 0,'-13'-12'975'0'0,"13"12"-954"0"0,0-1 0 0 0,0 0 0 0 0,0 1 0 0 0,0-1 0 0 0,0 0 0 0 0,0 1 0 0 0,0-1 0 0 0,0 0 0 0 0,0 1 0 0 0,0-1 0 0 0,0 0 0 0 0,0 1 0 0 0,1-1 0 0 0,-1 1 0 0 0,0-1 0 0 0,0 0 0 0 0,1 1 0 0 0,-1-1 0 0 0,0 1 0 0 0,1-1 0 0 0,0 0 0 0 0,3 1 45 0 0,-1 8-25 0 0,-1 10 11 0 0,-2 47 252 0 0,7 236 3790 0 0,14-112-3338 0 0,5-65-3341 0 0,-19-110-2655 0 0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9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1 178 2304 0 0,'1'-5'53'0'0,"1"0"0"0"0,1 0 0 0 0,-1 0 0 0 0,1 0 0 0 0,0 0 0 0 0,0 1 0 0 0,0-1 0 0 0,1 1 0 0 0,-1 0 0 0 0,1 0 0 0 0,0 1 0 0 0,0-1 0 0 0,1 1 0 0 0,6-5 0 0 0,8-4 637 0 0,1 0 1 0 0,22-9-1 0 0,-17 9 48 0 0,1 1-1 0 0,0 1 0 0 0,0 1 1 0 0,1 1-1 0 0,29-4 0 0 0,-55 12-701 0 0,1-1 1 0 0,-1 1-1 0 0,1 0 1 0 0,-1 0-1 0 0,1 0 1 0 0,-1 0-1 0 0,1 0 0 0 0,-1 0 1 0 0,1 0-1 0 0,-1 1 1 0 0,1-1-1 0 0,-1 1 0 0 0,1-1 1 0 0,-1 1-1 0 0,0-1 1 0 0,1 1-1 0 0,-1 0 0 0 0,0-1 1 0 0,1 1-1 0 0,-1 0 1 0 0,0 0-1 0 0,0 0 0 0 0,2 2 1 0 0,-2-1-40 0 0,0 0 0 0 0,0 0 0 0 0,0 0 0 0 0,-1 0 0 0 0,1 0 0 0 0,0 1 0 0 0,-1-1 0 0 0,0 0 1 0 0,1 0-1 0 0,-1 1 0 0 0,0-1 0 0 0,0 0 0 0 0,-1 0 0 0 0,1 3 0 0 0,-2 7-105 0 0,-1 1-1 0 0,-1-1 1 0 0,0 1-1 0 0,-6 13 1 0 0,-12 19 438 0 0,-2-1-1 0 0,-1-2 0 0 0,-3 0 1 0 0,-59 69-1 0 0,81-104-246 0 0,-19 26 343 0 0,24-31-327 0 0,-1 0 1 0 0,1-1 0 0 0,0 1 0 0 0,0 0 0 0 0,1 0 0 0 0,-1 0-1 0 0,0 0 1 0 0,1 0 0 0 0,-1 1 0 0 0,1-1 0 0 0,-1 0 0 0 0,1 0-1 0 0,0 0 1 0 0,0 0 0 0 0,0 3 0 0 0,1-4-62 0 0,-1 0-1 0 0,1 0 1 0 0,-1 0 0 0 0,1-1-1 0 0,-1 1 1 0 0,1 0 0 0 0,0-1-1 0 0,-1 1 1 0 0,1-1 0 0 0,0 1-1 0 0,0-1 1 0 0,-1 1 0 0 0,1-1-1 0 0,0 1 1 0 0,0-1-1 0 0,0 0 1 0 0,0 1 0 0 0,-1-1-1 0 0,1 0 1 0 0,0 0 0 0 0,0 1-1 0 0,0-1 1 0 0,0 0 0 0 0,0 0-1 0 0,0 0 1 0 0,0 0 0 0 0,-1 0-1 0 0,1-1 1 0 0,1 1 0 0 0,32-5 702 0 0,-27 3-514 0 0,59-12 1079 0 0,26-5-97 0 0,-32 14-4141 0 0,-44 5-2688 0 0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4.4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32 11522 0 0,'4'-6'1250'0'0,"17"-7"-939"0"0,-18 11-359 0 0,0 1 0 0 0,0-1 0 0 0,0 1 0 0 0,0-1 0 0 0,0 1 0 0 0,0 0 0 0 0,1 1 0 0 0,-1-1 0 0 0,0 0 0 0 0,0 1 0 0 0,1 0 0 0 0,-1-1 0 0 0,7 2 0 0 0,-9 0 38 0 0,0-1 1 0 0,0 1 0 0 0,0 0 0 0 0,-1 0 0 0 0,1-1 0 0 0,0 1 0 0 0,0 0-1 0 0,-1 0 1 0 0,1 0 0 0 0,-1 0 0 0 0,1 0 0 0 0,-1 0 0 0 0,1 0 0 0 0,-1 0-1 0 0,0 0 1 0 0,1 0 0 0 0,-1 0 0 0 0,0 1 0 0 0,0 1 0 0 0,3 28 374 0 0,-3-18 15 0 0,6 163 4191 0 0,-6-133-3206 0 0,-1-42-1252 0 0,1 0 0 0 0,0 0 0 0 0,0 0 0 0 0,0 1 0 0 0,0-1 0 0 0,1 0-1 0 0,-1 0 1 0 0,0 0 0 0 0,0 0 0 0 0,1 0 0 0 0,-1 0 0 0 0,0-1 0 0 0,1 1-1 0 0,-1 0 1 0 0,1 0 0 0 0,-1 0 0 0 0,1 0 0 0 0,0 0 0 0 0,0 0 0 0 0,0 0-66 0 0,-1-1 1 0 0,1 0 0 0 0,0 1-1 0 0,-1-1 1 0 0,1 0 0 0 0,0 0 0 0 0,0 0-1 0 0,-1 0 1 0 0,1 0 0 0 0,0 0-1 0 0,0 0 1 0 0,-1 0 0 0 0,1 0 0 0 0,0 0-1 0 0,0 0 1 0 0,-1 0 0 0 0,1 0 0 0 0,0 0-1 0 0,0-1 1 0 0,0 0 0 0 0,7-3-68 0 0,0 0 1 0 0,-1-1-1 0 0,0 0 1 0 0,7-6 0 0 0,9-5-267 0 0,-6 8-347 0 0,2 1-180 0 0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2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30 11979 0 0,'0'-3'201'0'0,"-1"1"1"0"0,1-1 0 0 0,0 0 0 0 0,-1 1 0 0 0,1-1 0 0 0,1 1 0 0 0,-1-1 0 0 0,1-5-1 0 0,1 8 244 0 0,-4 15-185 0 0,-7 35 107 0 0,3 0 0 0 0,1 0 0 0 0,3 0-1 0 0,2 1 1 0 0,2-1 0 0 0,2 1 0 0 0,16 68-1 0 0,16 34-4783 0 0,-31-135-446 0 0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5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1 151 1872 0 0,'0'-3'56'0'0,"1"0"-1"0"0,-1 0 1 0 0,1 0-1 0 0,0 0 1 0 0,0 0-1 0 0,1 0 1 0 0,-1 0-1 0 0,1 1 1 0 0,-1-1-1 0 0,1 1 1 0 0,0-1-1 0 0,3-3 1 0 0,28-28 495 0 0,-30 31-482 0 0,7-5 221 0 0,1 0 1 0 0,-1 1-1 0 0,1 0 1 0 0,0 0-1 0 0,1 1 0 0 0,-1 1 1 0 0,1 0-1 0 0,0 0 0 0 0,0 2 1 0 0,1-1-1 0 0,0 1 0 0 0,-1 1 1 0 0,1 1-1 0 0,25-1 1 0 0,-36 2-251 0 0,0 0 1 0 0,0 0-1 0 0,0 1 0 0 0,-1-1 1 0 0,1 1-1 0 0,0-1 1 0 0,0 1-1 0 0,0 0 1 0 0,0 0-1 0 0,-1 0 1 0 0,1 0-1 0 0,0 0 1 0 0,-1 0-1 0 0,1 0 1 0 0,-1 0-1 0 0,1 1 1 0 0,-1-1-1 0 0,0 1 0 0 0,1-1 1 0 0,0 3-1 0 0,0 0 8 0 0,0 0-1 0 0,0-1 0 0 0,-1 1 1 0 0,1 0-1 0 0,-1 0 0 0 0,0 1 0 0 0,0-1 1 0 0,-1 0-1 0 0,1 5 0 0 0,-1 2 105 0 0,0 0 0 0 0,-1 0-1 0 0,0-1 1 0 0,0 1 0 0 0,-2 0-1 0 0,-5 18 1 0 0,-4-4 232 0 0,-1 0-1 0 0,-1-1 1 0 0,0-1-1 0 0,-2-1 1 0 0,-1 0 0 0 0,-32 32-1 0 0,7-6 1565 0 0,34-37 192 0 0,21-17-562 0 0,4-2-1618 0 0,232-68-428 0 0,-173 55-4051 0 0,-57 16-1181 0 0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7.5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0 105 456 0 0,'7'-25'720'0'0,"-6"24"-632"0"0,-1 0 0 0 0,1 0 0 0 0,0-1-1 0 0,-1 1 1 0 0,1 0 0 0 0,-1 0-1 0 0,1-1 1 0 0,-1 1 0 0 0,0 0 0 0 0,0-1-1 0 0,1 1 1 0 0,-1 0 0 0 0,0-1-1 0 0,0 1 1 0 0,0 0 0 0 0,0-1 0 0 0,-1 1-1 0 0,1 0 1 0 0,0-1 0 0 0,-1 1-1 0 0,1 0 1 0 0,0 0 0 0 0,-1-1 0 0 0,0 1-1 0 0,1 0 1 0 0,-1 0 0 0 0,0 0-1 0 0,1-1 1 0 0,-1 1 0 0 0,-2-1 0 0 0,4 1 57 0 0,-1 0 1 0 0,0 0-1 0 0,1 1 1 0 0,-1-1-1 0 0,0 0 1 0 0,1 0 0 0 0,-1 1-1 0 0,1-1 1 0 0,-1 0-1 0 0,1 1 1 0 0,0-1-1 0 0,-1 1 1 0 0,1-1 0 0 0,-1 0-1 0 0,1 1 1 0 0,0 0-1 0 0,0-1 1 0 0,-1 1-1 0 0,1-1 1 0 0,0 1 0 0 0,0 0-1 0 0,-1-1 1 0 0,1 1-1 0 0,1 0 1 0 0,19-9-70 0 0,-14 6 30 0 0,1 0 0 0 0,0 0 0 0 0,0 1 0 0 0,0 0 0 0 0,0 1 0 0 0,0 0 0 0 0,0 0 0 0 0,0 1 0 0 0,0 0 0 0 0,0 0 1 0 0,12 2-1 0 0,-18-2-88 0 0,1 1 1 0 0,-1-1 0 0 0,1 1 0 0 0,-1 0 0 0 0,1 0 0 0 0,-1 0-1 0 0,0 0 1 0 0,1 0 0 0 0,-1 0 0 0 0,0 0 0 0 0,0 1 0 0 0,0-1-1 0 0,0 1 1 0 0,0 0 0 0 0,0-1 0 0 0,0 1 0 0 0,-1 0 0 0 0,1 0-1 0 0,-1 0 1 0 0,1 0 0 0 0,-1 0 0 0 0,0 1 0 0 0,0-1 0 0 0,0 0-1 0 0,0 1 1 0 0,0-1 0 0 0,0 1 0 0 0,-1-1 0 0 0,1 1 0 0 0,-1-1-1 0 0,0 1 1 0 0,0-1 0 0 0,0 1 0 0 0,0-1 0 0 0,0 1 0 0 0,0-1-1 0 0,-1 1 1 0 0,0 2 0 0 0,-2 8 159 0 0,-1 0-1 0 0,-1-1 1 0 0,0 0-1 0 0,-1 1 1 0 0,0-2-1 0 0,-1 1 0 0 0,0-1 1 0 0,-1 0-1 0 0,-9 10 1 0 0,-13 21 448 0 0,29-42-620 0 0,1 0 0 0 0,-1 0-1 0 0,1 1 1 0 0,0-1 0 0 0,-1 0 0 0 0,1 1 0 0 0,0-1 0 0 0,-1 1 0 0 0,1-1 0 0 0,0 0 0 0 0,-1 1 0 0 0,1-1 0 0 0,0 1 0 0 0,0-1 0 0 0,0 1 0 0 0,-1-1 0 0 0,1 1 0 0 0,0-1 0 0 0,0 1 0 0 0,0-1 0 0 0,0 1 0 0 0,0-1 0 0 0,0 1 0 0 0,0-1 0 0 0,0 1 0 0 0,0-1 0 0 0,0 1 0 0 0,0-1 0 0 0,0 1-1 0 0,0-1 1 0 0,0 0 0 0 0,1 1 0 0 0,-1-1 0 0 0,0 1 0 0 0,0-1 0 0 0,1 1 0 0 0,-1-1 0 0 0,0 1 0 0 0,1-1 0 0 0,-1 0 0 0 0,0 1 0 0 0,1-1 0 0 0,-1 0 0 0 0,0 1 0 0 0,1-1 0 0 0,-1 0 0 0 0,1 1 0 0 0,-1-1 0 0 0,0 0 0 0 0,1 0 0 0 0,-1 0 0 0 0,1 1 0 0 0,-1-1 0 0 0,1 0 0 0 0,-1 0 0 0 0,1 0 0 0 0,-1 0-1 0 0,1 0 1 0 0,-1 0 0 0 0,1 0 0 0 0,-1 0 0 0 0,1 0 0 0 0,-1 0 0 0 0,1 0 0 0 0,-1 0 0 0 0,1 0 0 0 0,-1-1 0 0 0,1 1 0 0 0,45-9 458 0 0,-36 7-419 0 0,-6 1-46 0 0,22-5-123 0 0,48-3-1 0 0,-68 8 115 0 0,0 1 0 0 0,1 0 0 0 0,-1 0 0 0 0,0 1 0 0 0,0-1 0 0 0,0 1 0 0 0,0 1 0 0 0,0-1 0 0 0,0 1 0 0 0,-1 0 0 0 0,1 1 0 0 0,0-1 0 0 0,-1 1 0 0 0,6 4 0 0 0,-9-6 83 0 0,0 1-1 0 0,0-1 1 0 0,0 1 0 0 0,0 0 0 0 0,-1-1 0 0 0,1 1 0 0 0,-1 0 0 0 0,1 0 0 0 0,-1 0 0 0 0,0 1 0 0 0,1-1-1 0 0,-1 0 1 0 0,0 0 0 0 0,-1 1 0 0 0,1-1 0 0 0,0 1 0 0 0,-1-1 0 0 0,1 1 0 0 0,-1-1 0 0 0,1 4 0 0 0,-2-2 87 0 0,1-1 0 0 0,-1 1 0 0 0,0-1 0 0 0,0 1 0 0 0,0-1 0 0 0,-1 0 1 0 0,1 1-1 0 0,-1-1 0 0 0,0 0 0 0 0,0 0 0 0 0,0 0 0 0 0,-4 4 0 0 0,-6 6-97 0 0,-1 0-1 0 0,-1-1 0 0 0,0-1 0 0 0,-22 14 1 0 0,32-23-360 0 0,-9 6-3658 0 0,0 0-1295 0 0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3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4 10594 0 0,'-2'-4'794'0'0,"2"5"-793"0"0,0-1 1 0 0,0 0-1 0 0,0 0 1 0 0,0 0-1 0 0,0 0 0 0 0,-1 0 1 0 0,1 0-1 0 0,0 0 1 0 0,0 0-1 0 0,0 1 0 0 0,0-1 1 0 0,0 0-1 0 0,0 0 0 0 0,0 0 1 0 0,0 0-1 0 0,0 0 1 0 0,-1 0-1 0 0,1 0 0 0 0,0 0 1 0 0,0 0-1 0 0,0 0 1 0 0,0 0-1 0 0,0 0 0 0 0,0 0 1 0 0,0 0-1 0 0,-1 0 0 0 0,1 0 1 0 0,0 0-1 0 0,0 0 1 0 0,0 0-1 0 0,0 0 0 0 0,0 0 1 0 0,0 0-1 0 0,-1 0 1 0 0,1 0-1 0 0,0 0 0 0 0,0 0 1 0 0,0 0-1 0 0,0 0 0 0 0,0 0 1 0 0,0 0-1 0 0,0 0 1 0 0,0 0-1 0 0,-1 0 0 0 0,1-1 1 0 0,0 1-1 0 0,-7 181 2894 0 0,16 184-1 0 0,-7-346-3376 0 0,-1 0 1 0 0,2 0-1 0 0,1-1 0 0 0,0 1 0 0 0,12 30 0 0 0,-13-44-1300 0 0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8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6 160 2761 0 0,'0'-2'-13'0'0,"-1"1"-1"0"0,1-1 1 0 0,0 0 0 0 0,-1 1 0 0 0,1-1 0 0 0,0 0 0 0 0,0 0 0 0 0,0 0 0 0 0,0 1 0 0 0,1-1 0 0 0,-1 0 0 0 0,0 1 0 0 0,1-1 0 0 0,-1 0 0 0 0,1 1 0 0 0,0-1 0 0 0,0 0-1 0 0,-1 1 1 0 0,1-1 0 0 0,0 1 0 0 0,0-1 0 0 0,0 1 0 0 0,0 0 0 0 0,1-1 0 0 0,-1 1 0 0 0,0 0 0 0 0,2-1 0 0 0,45-35-1347 0 0,-36 29 1383 0 0,3-2 336 0 0,0 0 1 0 0,1 2-1 0 0,0 0 1 0 0,0 0-1 0 0,1 2 1 0 0,17-5-1 0 0,-28 9 103 0 0,1 0-1 0 0,0 0 0 0 0,-1 1 1 0 0,1 0-1 0 0,0 0 0 0 0,-1 1 1 0 0,1 0-1 0 0,0 0 0 0 0,0 1 1 0 0,-1 0-1 0 0,1 0 1 0 0,0 0-1 0 0,-1 1 0 0 0,1 0 1 0 0,-1 0-1 0 0,0 1 0 0 0,0-1 1 0 0,11 8-1 0 0,-15-9-440 0 0,0 1 1 0 0,1 0-1 0 0,-1 1 1 0 0,0-1-1 0 0,0 0 1 0 0,0 1-1 0 0,-1-1 1 0 0,1 1-1 0 0,-1 0 1 0 0,1-1-1 0 0,-1 1 1 0 0,0 0-1 0 0,0 0 1 0 0,0 0-1 0 0,0 0 0 0 0,0 5 1 0 0,-1-1-97 0 0,1-1 1 0 0,-2 0-1 0 0,1 0 1 0 0,-1 0-1 0 0,0 1 1 0 0,0-1-1 0 0,-4 11 0 0 0,-2 1-314 0 0,-1-1-1 0 0,0 1 1 0 0,-2-2-1 0 0,-15 23 1 0 0,9-18 405 0 0,-1 0 1 0 0,-1-1-1 0 0,-38 32 1 0 0,-69 43 2722 0 0,56-45-2502 0 0,64-45-116 0 0,7-3 113 0 0,14-5 405 0 0,22-9 183 0 0,-11 3-819 0 0,1 0 1 0 0,0 2-1 0 0,0 1 0 0 0,1 1 0 0 0,0 1 0 0 0,0 2 0 0 0,0 1 0 0 0,0 1 1 0 0,0 1-1 0 0,42 8 0 0 0,-40-3-3707 0 0,-1 1-1181 0 0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2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7370 0 0,'0'0'666'0'0,"16"18"-4"0"0,-13-13-639 0 0,0 1 0 0 0,0 0 0 0 0,-1 0 0 0 0,0-1 0 0 0,0 2 0 0 0,-1-1 0 0 0,1 0 0 0 0,-1 0 0 0 0,0 0 0 0 0,-1 1 0 0 0,0-1 0 0 0,0 11 0 0 0,-3 9 58 0 0,-10 45 1 0 0,5-35 152 0 0,3-12 46 0 0,1-11 34 0 0,2 0 0 0 0,-2 24 0 0 0,4-34-106 0 0,-1 0-1 0 0,2 1 0 0 0,-1-1 0 0 0,0 0 0 0 0,1 0 1 0 0,-1 0-1 0 0,1 0 0 0 0,0 0 0 0 0,0 0 1 0 0,0 0-1 0 0,1 0 0 0 0,-1 0 0 0 0,1 0 0 0 0,-1-1 1 0 0,1 1-1 0 0,4 4 0 0 0,-5-6-130 0 0,0 0 0 0 0,1-1 0 0 0,-1 1 1 0 0,0 0-1 0 0,1-1 0 0 0,-1 1 0 0 0,1-1 0 0 0,-1 1 0 0 0,1-1 1 0 0,-1 1-1 0 0,1-1 0 0 0,-1 0 0 0 0,1 0 0 0 0,-1 0 0 0 0,1 0 1 0 0,-1 0-1 0 0,1 0 0 0 0,-1 0 0 0 0,1-1 0 0 0,2 0 0 0 0,34-12-328 0 0,-24 7-23 0 0,86-30-3990 0 0,-91 32 3408 0 0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6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 10138 0 0,'-1'3'182'0'0,"0"0"-1"0"0,0 1 0 0 0,1-1 1 0 0,-1 1-1 0 0,1 0 1 0 0,0-1-1 0 0,0 1 0 0 0,0-1 1 0 0,0 1-1 0 0,2 6 0 0 0,-1 3-165 0 0,-1-10 6 0 0,-5 156 1645 0 0,2-122-672 0 0,3 47 1 0 0,4-32-5159 0 0,0-24-838 0 0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0.5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 8754 0 0,'0'0'9'0'0,"0"0"0"0"0,0-1-1 0 0,0 1 1 0 0,0 0 0 0 0,0 0 0 0 0,0 0 0 0 0,0-1 0 0 0,0 1-1 0 0,1 0 1 0 0,-1 0 0 0 0,0 0 0 0 0,0-1 0 0 0,0 1 0 0 0,0 0-1 0 0,0 0 1 0 0,0 0 0 0 0,0-1 0 0 0,0 1 0 0 0,0 0 0 0 0,1 0-1 0 0,-1 0 1 0 0,0 0 0 0 0,0-1 0 0 0,0 1 0 0 0,0 0 0 0 0,1 0-1 0 0,-1 0 1 0 0,0 0 0 0 0,0 0 0 0 0,0 0 0 0 0,1-1 0 0 0,-1 1-1 0 0,0 0 1 0 0,0 0 0 0 0,0 0 0 0 0,1 0 0 0 0,-1 0 0 0 0,0 0-1 0 0,1 0 1 0 0,10 4 264 0 0,9 12-35 0 0,-14-1 93 0 0,-1 0-1 0 0,-1 0 1 0 0,0 0 0 0 0,-1 0-1 0 0,-1 1 1 0 0,0-1 0 0 0,-1 21-1 0 0,2 3 260 0 0,24 198 2663 0 0,-2-79-5221 0 0,-24-155 1835 0 0,-1 1-242 0 0,1 1 0 0 0,-1-1 0 0 0,1 0-1 0 0,0 0 1 0 0,1 0 0 0 0,-1 0 0 0 0,1 0 0 0 0,-1 0 0 0 0,1 0 0 0 0,1-1 0 0 0,-1 1 0 0 0,0-1 0 0 0,4 4 0 0 0,-3-5-811 0 0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0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86 6913 0 0,'8'-6'10'0'0,"0"0"-1"0"0,1 1 1 0 0,0 0-1 0 0,0 1 0 0 0,0-1 1 0 0,13-3-1 0 0,7-3-99 0 0,-18 5-23 0 0,47-18-52 0 0,-56 22 70 0 0,1 1 0 0 0,0 1 0 0 0,0-1 1 0 0,-1 0-1 0 0,1 1 0 0 0,0-1 0 0 0,0 1 1 0 0,0 0-1 0 0,-1 0 0 0 0,1 0 0 0 0,0 1 1 0 0,0-1-1 0 0,0 0 0 0 0,-1 1 0 0 0,1 0 1 0 0,0 0-1 0 0,4 2 0 0 0,-5-1 66 0 0,0 0-1 0 0,0 0 1 0 0,-1 0-1 0 0,1 0 1 0 0,-1 0-1 0 0,0 0 1 0 0,1 1-1 0 0,-1-1 1 0 0,0 1 0 0 0,0-1-1 0 0,-1 1 1 0 0,1-1-1 0 0,0 1 1 0 0,-1-1-1 0 0,1 1 1 0 0,-1-1-1 0 0,0 1 1 0 0,0 0 0 0 0,0-1-1 0 0,0 1 1 0 0,-2 4-1 0 0,0 9 435 0 0,-1 0-1 0 0,-6 19 1 0 0,6-26-145 0 0,-3 11 21 0 0,-1 0 1 0 0,-1 0 0 0 0,-1-1-1 0 0,-1 0 1 0 0,0 0 0 0 0,-2-1-1 0 0,-14 17 1 0 0,-13 12 631 0 0,-51 46 1 0 0,55-59 844 0 0,35-34-1729 0 0,0 0 0 0 0,-1 0 0 0 0,1 0 0 0 0,0 0 0 0 0,0 1 0 0 0,0-1 0 0 0,0 0 0 0 0,0 0-1 0 0,0 0 1 0 0,-1 0 0 0 0,1 0 0 0 0,0 0 0 0 0,0 0 0 0 0,0 1 0 0 0,0-1 0 0 0,0 0 0 0 0,0 0 0 0 0,0 0 0 0 0,0 0 0 0 0,0 0 0 0 0,0 0-1 0 0,0 1 1 0 0,0-1 0 0 0,0 0 0 0 0,0 0 0 0 0,0 0 0 0 0,0 0 0 0 0,0 1 0 0 0,0-1 0 0 0,0 0 0 0 0,0 0 0 0 0,0 0 0 0 0,0 0 0 0 0,0 0-1 0 0,0 1 1 0 0,0-1 0 0 0,0 0 0 0 0,0 0 0 0 0,0 0 0 0 0,0 0 0 0 0,0 0 0 0 0,0 1 0 0 0,0-1 0 0 0,0 0 0 0 0,0 0 0 0 0,1 0 0 0 0,-1 0-1 0 0,0 0 1 0 0,0 0 0 0 0,0 0 0 0 0,0 0 0 0 0,0 0 0 0 0,0 1 0 0 0,1-1 0 0 0,-1 0 0 0 0,15 1 580 0 0,30-5-624 0 0,-27 3 355 0 0,3 0 173 0 0,1 2 0 0 0,40 7-1 0 0,3 1-2302 0 0,-53-8-3231 0 0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5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1 121 6913 0 0,'2'-2'201'0'0,"0"0"0"0"0,1 0-1 0 0,-1 0 1 0 0,1 1-1 0 0,-1-1 1 0 0,1 1-1 0 0,0-1 1 0 0,0 1-1 0 0,-1 0 1 0 0,1 0-1 0 0,5-1 1 0 0,3-2 398 0 0,38-18 1601 0 0,82-27 0 0 0,-103 42-3578 0 0,0 0 0 0 0,42-4 0 0 0,-51 10 299 0 0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2.0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37 1 6913 0 0,'-12'22'3288'0'0,"0"24"-4128"0"0,5-17-151 0 0,6-27 1099 0 0,0 1 1 0 0,0-1-1 0 0,0 1 0 0 0,1-1 1 0 0,-1 0-1 0 0,1 1 0 0 0,0-1 1 0 0,0 1-1 0 0,0-1 0 0 0,0 1 1 0 0,0-1-1 0 0,0 1 1 0 0,0-1-1 0 0,1 1 0 0 0,0-1 1 0 0,-1 1-1 0 0,2 2 0 0 0,0-3 72 0 0,-1-1 0 0 0,1 0 0 0 0,-1 0 0 0 0,1 0-1 0 0,-1 0 1 0 0,1 0 0 0 0,-1 0 0 0 0,1 0-1 0 0,0-1 1 0 0,0 1 0 0 0,-1 0 0 0 0,1-1 0 0 0,0 1-1 0 0,0-1 1 0 0,0 0 0 0 0,0 0 0 0 0,0 0-1 0 0,-1 0 1 0 0,1 0 0 0 0,0 0 0 0 0,0 0 0 0 0,0-1-1 0 0,3 0 1 0 0,13-2-173 0 0,-11 2-97 0 0,1-1 1 0 0,-1 1-1 0 0,1 1 0 0 0,-1-1 1 0 0,1 1-1 0 0,14 2 1 0 0,-20-1 71 0 0,0-1 0 0 0,0 1 0 0 0,0 0 0 0 0,0 0 0 0 0,-1 0 0 0 0,1 0 0 0 0,0 0 0 0 0,0 1 0 0 0,-1-1 0 0 0,1 0 0 0 0,-1 1 0 0 0,1-1 0 0 0,-1 1 0 0 0,1 0 0 0 0,-1-1 0 0 0,0 1 0 0 0,0 0 0 0 0,0 0 0 0 0,0 0 0 0 0,0 0 0 0 0,0 0 0 0 0,-1 0 0 0 0,1 0 0 0 0,-1 0 0 0 0,1 0 0 0 0,-1 0 0 0 0,0 0 0 0 0,0 0 0 0 0,0 4 0 0 0,0 4 100 0 0,-1 0-1 0 0,0-1 1 0 0,0 1 0 0 0,-1-1-1 0 0,0 0 1 0 0,-1 1 0 0 0,0-1-1 0 0,0 0 1 0 0,-1-1 0 0 0,0 1 0 0 0,-1-1-1 0 0,0 1 1 0 0,0-2 0 0 0,-1 1-1 0 0,0 0 1 0 0,0-1 0 0 0,-1 0-1 0 0,0-1 1 0 0,0 1 0 0 0,0-1-1 0 0,-1 0 1 0 0,0-1 0 0 0,0 0 0 0 0,-1-1-1 0 0,1 1 1 0 0,-13 3 0 0 0,21-8-124 0 0,-1 1-69 0 0,0-1-1 0 0,1 0 1 0 0,-1 0 0 0 0,0 1 0 0 0,1-1 0 0 0,-1 0 0 0 0,0 0 0 0 0,0 0-1 0 0,1 0 1 0 0,-1 0 0 0 0,0 0 0 0 0,0 0 0 0 0,1 0 0 0 0,-1 0 0 0 0,0 0-1 0 0,1 0 1 0 0,-1-1 0 0 0,0 1 0 0 0,1 0 0 0 0,-1 0 0 0 0,-1-1-1 0 0,0-4-846 0 0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3.5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 3681 0 0,'0'0'753'0'0,"4"-7"1052"0"0,0 27 4296 0 0,-2-15-6173 0 0,-2-5-19 0 0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5.8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0 1 3321 0 0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1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6449 0 0,'-3'4'4267'0'0,"4"3"-2663"0"0,5 30-658 0 0,2-1 1 0 0,2 0-1 0 0,1 0 0 0 0,2-1 0 0 0,21 39 1 0 0,34 48-223 0 0,11-12-5188 0 0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6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8 181 1928 0 0,'-2'-2'56'0'0,"1"-1"-1"0"0,0 0 1 0 0,0 0-1 0 0,0 1 1 0 0,1-1-1 0 0,-1 0 1 0 0,1 0-1 0 0,-1 0 1 0 0,1 0-1 0 0,0 0 1 0 0,0 0-1 0 0,0 0 1 0 0,1 0-1 0 0,-1 0 1 0 0,1 0-1 0 0,-1 0 1 0 0,2-3-1 0 0,1 0 356 0 0,0 0-1 0 0,0 0 1 0 0,1 0 0 0 0,-1 1-1 0 0,1-1 1 0 0,8-8-1 0 0,-4 6-158 0 0,0 1-1 0 0,0 0 0 0 0,1 1 0 0 0,0-1 1 0 0,0 2-1 0 0,1-1 0 0 0,-1 1 1 0 0,1 1-1 0 0,0 0 0 0 0,15-4 0 0 0,-18 5-175 0 0,0 1 0 0 0,0 1-1 0 0,1 0 1 0 0,-1 0-1 0 0,0 0 1 0 0,0 1-1 0 0,0 0 1 0 0,1 0 0 0 0,-1 0-1 0 0,0 1 1 0 0,0 1-1 0 0,0-1 1 0 0,0 1-1 0 0,0 0 1 0 0,0 1 0 0 0,10 4-1 0 0,-14-5-49 0 0,0 1 0 0 0,0 0 0 0 0,0 0 0 0 0,-1 0 0 0 0,1 0 0 0 0,-1 0 0 0 0,1 0 0 0 0,-1 1-1 0 0,0-1 1 0 0,0 1 0 0 0,-1-1 0 0 0,1 1 0 0 0,-1 0 0 0 0,0 0 0 0 0,0 0 0 0 0,0 0 0 0 0,0 0 0 0 0,0 0 0 0 0,-1 0 0 0 0,0 0 0 0 0,0 0 0 0 0,0 0-1 0 0,-1 0 1 0 0,1 0 0 0 0,-2 7 0 0 0,-2 6 172 0 0,0 0 0 0 0,-1 0 0 0 0,-1 0 0 0 0,-11 22 0 0 0,5-17 175 0 0,-8 20 630 0 0,19-40-917 0 0,0 1-1 0 0,0 0 0 0 0,0-1 0 0 0,1 1 1 0 0,-1 0-1 0 0,1 0 0 0 0,0-1 1 0 0,0 1-1 0 0,0 0 0 0 0,0 0 0 0 0,0-1 1 0 0,0 1-1 0 0,2 3 0 0 0,-2-5-22 0 0,1-1-1 0 0,-1 1 1 0 0,1-1 0 0 0,0 0-1 0 0,-1 1 1 0 0,1-1-1 0 0,0 1 1 0 0,-1-1 0 0 0,1 0-1 0 0,0 0 1 0 0,-1 1-1 0 0,1-1 1 0 0,0 0-1 0 0,0 0 1 0 0,-1 0 0 0 0,1 0-1 0 0,0 0 1 0 0,-1 0-1 0 0,1 0 1 0 0,0 0-1 0 0,0 0 1 0 0,-1 0 0 0 0,1-1-1 0 0,0 1 1 0 0,-1 0-1 0 0,2-1 1 0 0,23-6 983 0 0,-21 6-814 0 0,8-3 294 0 0,24-8-262 0 0,1 1 0 0 0,0 2 0 0 0,1 2 1 0 0,65-5-1 0 0,-95 12-764 0 0,1 1 0 0 0,-1 0 0 0 0,0 1 0 0 0,0-1 1 0 0,0 1-1 0 0,0 1 0 0 0,0 0 0 0 0,0 0 0 0 0,-1 0 0 0 0,1 1 0 0 0,-1 0 1 0 0,0 1-1 0 0,0 0 0 0 0,8 7 0 0 0,-4 0-971 0 0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1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174 3 5529 0 0,'-2'-1'0'0'0,"1"1"1"0"0,-1-1-1 0 0,0 1 0 0 0,0 0 1 0 0,0 0-1 0 0,0 0 0 0 0,0 0 1 0 0,0 0-1 0 0,1 0 0 0 0,-1 1 0 0 0,0-1 1 0 0,0 1-1 0 0,0-1 0 0 0,1 1 1 0 0,-1 0-1 0 0,0-1 0 0 0,0 1 1 0 0,1 0-1 0 0,-1 0 0 0 0,1 0 0 0 0,-1 1 1 0 0,1-1-1 0 0,-1 0 0 0 0,1 0 1 0 0,0 1-1 0 0,0-1 0 0 0,-2 3 1 0 0,-7 7 27 0 0,2 1 0 0 0,-12 18 0 0 0,17-26 121 0 0,-11 20 928 0 0,1 1 0 0 0,0 1 0 0 0,-16 52 0 0 0,25-66-747 0 0,1 0 0 0 0,0 0 0 0 0,1 0 1 0 0,0 1-1 0 0,1-1 0 0 0,0 1 0 0 0,1-1 1 0 0,0 1-1 0 0,2-1 0 0 0,-1 1 0 0 0,5 15 1 0 0,-5-23-334 0 0,1-1 1 0 0,0 1 0 0 0,0-1 0 0 0,0 0 0 0 0,1 0 0 0 0,-1 0-1 0 0,1 0 1 0 0,0-1 0 0 0,0 1 0 0 0,1-1 0 0 0,-1 0-1 0 0,0 1 1 0 0,1-2 0 0 0,0 1 0 0 0,0 0 0 0 0,0-1 0 0 0,0 1-1 0 0,0-1 1 0 0,1 0 0 0 0,-1-1 0 0 0,0 1 0 0 0,1-1-1 0 0,-1 0 1 0 0,1 0 0 0 0,0 0 0 0 0,-1-1 0 0 0,1 1 0 0 0,0-1-1 0 0,0 0 1 0 0,-1-1 0 0 0,1 1 0 0 0,0-1 0 0 0,-1 0-1 0 0,1 0 1 0 0,-1 0 0 0 0,1-1 0 0 0,-1 0 0 0 0,0 1-1 0 0,1-1 1 0 0,-1-1 0 0 0,0 1 0 0 0,0-1 0 0 0,-1 0 0 0 0,1 0-1 0 0,0 0 1 0 0,2-3 0 0 0,4-3-35 0 0,-1-1 1 0 0,-1 1-1 0 0,0-2 1 0 0,0 1-1 0 0,-1-1 0 0 0,0 0 1 0 0,-1 0-1 0 0,-1-1 0 0 0,1 0 1 0 0,6-23-1 0 0,-12 34 10 0 0,0 0-1 0 0,1-1 0 0 0,-1 1 0 0 0,0 0 1 0 0,0 0-1 0 0,0 0 0 0 0,0 0 0 0 0,0 0 1 0 0,0 0-1 0 0,0 0 0 0 0,0-1 1 0 0,0 1-1 0 0,0 0 0 0 0,-1 0 0 0 0,1 0 1 0 0,0 0-1 0 0,-1 0 0 0 0,1 0 1 0 0,-1 0-1 0 0,1 0 0 0 0,-1 0 0 0 0,0 0 1 0 0,1 0-1 0 0,-1 1 0 0 0,0-1 1 0 0,-1-1-1 0 0,1 1 4 0 0,-1 1 1 0 0,1 0 0 0 0,-1-1-1 0 0,1 1 1 0 0,-1 0 0 0 0,0 0-1 0 0,1 0 1 0 0,-1 0-1 0 0,1 0 1 0 0,-1 0 0 0 0,1 0-1 0 0,-1 0 1 0 0,1 1-1 0 0,-1-1 1 0 0,1 0 0 0 0,-3 2-1 0 0,-4 1-102 0 0,0 1 0 0 0,0 0 0 0 0,0 0 0 0 0,0 1-1 0 0,-9 7 1 0 0,-24 28-3372 0 0,20-17-12 0 0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9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4 7858 0 0,'-1'-1'88'0'0,"0"1"1"0"0,0-1 0 0 0,0 1 0 0 0,0-1 0 0 0,0 1 0 0 0,-1 0-1 0 0,1-1 1 0 0,0 1 0 0 0,0 0 0 0 0,0 0 0 0 0,0 0-1 0 0,0 0 1 0 0,0 0 0 0 0,0 0 0 0 0,0 0 0 0 0,0 1-1 0 0,-1-1 1 0 0,1 0 0 0 0,0 0 0 0 0,0 1 0 0 0,0-1-1 0 0,0 1 1 0 0,0-1 0 0 0,0 1 0 0 0,0-1 0 0 0,1 1 0 0 0,-1 0-1 0 0,0-1 1 0 0,0 1 0 0 0,0 0 0 0 0,0 0 0 0 0,1 0-1 0 0,-1 0 1 0 0,0-1 0 0 0,1 1 0 0 0,-1 0 0 0 0,1 0-1 0 0,-1 0 1 0 0,1 0 0 0 0,0 0 0 0 0,-1 0 0 0 0,1 1 0 0 0,0-1-1 0 0,0 0 1 0 0,-1 0 0 0 0,1 0 0 0 0,0 0 0 0 0,0 1-1 0 0,0 9 153 0 0,0 0-1 0 0,1 0 1 0 0,0 0-1 0 0,3 12 1 0 0,-1-3-90 0 0,6 42 14 0 0,3 0 0 0 0,26 81 1 0 0,-1-32-4903 0 0,-30-91 720 0 0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4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7 155 5985 0 0,'-1'-1'20'0'0,"0"0"0"0"0,1 0 1 0 0,-1-1-1 0 0,0 1 0 0 0,1 0 0 0 0,-1-1 0 0 0,1 1 0 0 0,0-1 0 0 0,-1 1 0 0 0,1-1 0 0 0,0 1 0 0 0,0 0 0 0 0,0-1 0 0 0,0 1 1 0 0,0-1-1 0 0,0 1 0 0 0,0-1 0 0 0,0 1 0 0 0,1-1 0 0 0,0-1 0 0 0,1-1-103 0 0,-1-1 1 0 0,1 1-1 0 0,1 0 1 0 0,-1 0-1 0 0,1 0 1 0 0,4-6-1 0 0,3-1-286 0 0,1-1 0 0 0,1 2 0 0 0,13-11 0 0 0,-18 17 492 0 0,0-1 1 0 0,0 1-1 0 0,1 0 1 0 0,0 1-1 0 0,0 0 1 0 0,0 0-1 0 0,0 1 1 0 0,0 0-1 0 0,0 0 1 0 0,1 1-1 0 0,15 0 1 0 0,-17 0 162 0 0,0 1 1 0 0,1 1 0 0 0,-1-1 0 0 0,0 1-1 0 0,0 1 1 0 0,0-1 0 0 0,0 1-1 0 0,0 0 1 0 0,0 1 0 0 0,0 0 0 0 0,0 0-1 0 0,-1 0 1 0 0,0 1 0 0 0,7 4-1 0 0,-10-4-240 0 0,0-1 0 0 0,-1 1-1 0 0,1 0 1 0 0,0 0 0 0 0,-1 0-1 0 0,0 0 1 0 0,0 0-1 0 0,0 1 1 0 0,-1-1 0 0 0,1 1-1 0 0,-1-1 1 0 0,0 1-1 0 0,0 0 1 0 0,-1-1 0 0 0,1 1-1 0 0,-1 0 1 0 0,0-1 0 0 0,0 1-1 0 0,-2 7 1 0 0,0 7-128 0 0,-2 0 0 0 0,0 0 1 0 0,-9 25-1 0 0,6-26 462 0 0,-1-1 0 0 0,-1 0 0 0 0,0 0 0 0 0,-1-1 0 0 0,-17 21 0 0 0,11-17-208 0 0,2 1 1 0 0,-12 23-1 0 0,25-43-144 0 0,1-1 0 0 0,-1 1 0 0 0,1 0 0 0 0,0 0 0 0 0,-1-1 0 0 0,1 1 1 0 0,0 0-1 0 0,-1 0 0 0 0,1 0 0 0 0,0-1 0 0 0,0 1 0 0 0,0 0 1 0 0,0 0-1 0 0,0 0 0 0 0,0 0 0 0 0,0 0 0 0 0,0-1 0 0 0,0 1 0 0 0,0 0 1 0 0,0 0-1 0 0,1 0 0 0 0,-1 0 0 0 0,0-1 0 0 0,1 1 0 0 0,-1 0 0 0 0,0 0 1 0 0,1-1-1 0 0,-1 1 0 0 0,1 0 0 0 0,-1 0 0 0 0,1-1 0 0 0,0 1 1 0 0,-1-1-1 0 0,1 1 0 0 0,-1-1 0 0 0,1 1 0 0 0,0-1 0 0 0,0 1 0 0 0,-1-1 1 0 0,1 1-1 0 0,0-1 0 0 0,0 0 0 0 0,0 1 0 0 0,-1-1 0 0 0,1 0 0 0 0,0 0 1 0 0,0 0-1 0 0,0 0 0 0 0,0 1 0 0 0,-1-1 0 0 0,1 0 0 0 0,0-1 1 0 0,1 1-1 0 0,8 1 263 0 0,0-1 1 0 0,-1-1 0 0 0,16-2 0 0 0,-22 3-280 0 0,78-14 1 0 0,19-3-1344 0 0,-31 13-3994 0 0,-53 4 1192 0 0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8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0 151 1696 0 0,'2'-5'62'0'0,"0"0"0"0"0,1 0 0 0 0,-1 0 0 0 0,1 0 0 0 0,0 0-1 0 0,1 1 1 0 0,-1-1 0 0 0,1 1 0 0 0,0 0 0 0 0,4-4 0 0 0,-3 3 11 0 0,6-6 655 0 0,1 0 1 0 0,0 1-1 0 0,1 0 0 0 0,0 0 1 0 0,28-14-1 0 0,-36 22-335 0 0,1-1 0 0 0,0 1 1 0 0,-1 0-1 0 0,1 1 0 0 0,0-1 0 0 0,0 1 1 0 0,0 0-1 0 0,10 0 0 0 0,-13 1-291 0 0,0 1 0 0 0,0-1 0 0 0,0 1 0 0 0,0-1 0 0 0,0 1 0 0 0,0 0 0 0 0,0 0 0 0 0,0 0 0 0 0,0 0 0 0 0,0 1 0 0 0,0 0 0 0 0,-1-1 0 0 0,1 1 0 0 0,0 0 0 0 0,-1 0 0 0 0,0 0 0 0 0,3 3 0 0 0,-1 0-76 0 0,-1-1 0 0 0,0 1 0 0 0,0 0 1 0 0,0 0-1 0 0,-1 0 0 0 0,0 0 1 0 0,0 0-1 0 0,2 11 0 0 0,7 49 277 0 0,-2-10 310 0 0,25 53 1006 0 0,-24-80-1576 0 0,-1-1-1 0 0,-1 1 0 0 0,-1 1 1 0 0,-1-1-1 0 0,2 48 1 0 0,-6-58-2767 0 0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9.1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16 184 12499 0 0,'-1'0'43'0'0,"1"0"0"0"0,-1 0 0 0 0,0 0 1 0 0,1 0-1 0 0,-1 0 0 0 0,0-1 0 0 0,0 1 0 0 0,1 0 1 0 0,-1-1-1 0 0,0 1 0 0 0,1 0 0 0 0,-1-1 1 0 0,1 1-1 0 0,-1-1 0 0 0,1 1 0 0 0,-1-1 0 0 0,0 1 1 0 0,1-1-1 0 0,0 1 0 0 0,-1-1 0 0 0,1 0 0 0 0,-1 1 1 0 0,1-1-1 0 0,0 0 0 0 0,-1 1 0 0 0,1-1 1 0 0,0 0-1 0 0,0 1 0 0 0,-1-1 0 0 0,1-1 0 0 0,0 1 25 0 0,1-1 0 0 0,-1 0 0 0 0,0 0-1 0 0,1 1 1 0 0,0-1 0 0 0,-1 0-1 0 0,1 1 1 0 0,0-1 0 0 0,0 1 0 0 0,0-1-1 0 0,0 1 1 0 0,1-3 0 0 0,5-3 54 0 0,-1 0 0 0 0,1 0 0 0 0,0 1 0 0 0,10-7 0 0 0,5-1-407 0 0,1 0 1 0 0,1 2 0 0 0,42-15-1 0 0,-4 5-3436 0 0,-57 20 3128 0 0,35-12-3667 0 0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3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72 920 0 0,'6'-44'-183'0'0,"-6"42"333"0"0,1-1 0 0 0,-1 1 0 0 0,1 0 0 0 0,0 0 0 0 0,0 0 0 0 0,0-1 0 0 0,0 1 0 0 0,1 0-1 0 0,-1 0 1 0 0,0 1 0 0 0,1-1 0 0 0,0 0 0 0 0,14 6 6390 0 0,-12 24-5115 0 0,-4-28-1427 0 0,3 25 916 0 0,-2 0-1 0 0,-4 47 1 0 0,1-45-555 0 0,3 43-1 0 0,7-14-186 0 0,2-1 0 0 0,3 0 0 0 0,38 102 0 0 0,-27-84-90 0 0,-8-18-1712 0 0,-12-42-3159 0 0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7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65 8290 0 0,'4'-4'-108'0'0,"1"0"1"0"0,0 0-1 0 0,-1 1 1 0 0,1 0-1 0 0,1 0 1 0 0,-1 0-1 0 0,0 0 1 0 0,1 1-1 0 0,9-3 1 0 0,-8 2 190 0 0,9-3-309 0 0,1 1 1 0 0,0 0-1 0 0,1 1 0 0 0,30-2 1 0 0,-40 5 546 0 0,0 1-1 0 0,0 0 1 0 0,0 0-1 0 0,0 0 1 0 0,0 1 0 0 0,0 1-1 0 0,0-1 1 0 0,0 1 0 0 0,-1 1-1 0 0,1-1 1 0 0,-1 1 0 0 0,13 7-1 0 0,-17-7-287 0 0,1 0 0 0 0,-1 0 0 0 0,0 1-1 0 0,0-1 1 0 0,0 1 0 0 0,0 0 0 0 0,-1 0 0 0 0,0-1 0 0 0,1 2-1 0 0,-1-1 1 0 0,-1 0 0 0 0,1 0 0 0 0,-1 1 0 0 0,1-1-1 0 0,-1 0 1 0 0,-1 1 0 0 0,1 0 0 0 0,0-1 0 0 0,-1 1 0 0 0,0-1-1 0 0,0 1 1 0 0,-1-1 0 0 0,0 7 0 0 0,-2 6 21 0 0,0-1 1 0 0,-1 1-1 0 0,0-1 1 0 0,-2 0 0 0 0,-7 16-1 0 0,-5 2 454 0 0,-1 0-1 0 0,-2-1 1 0 0,-1-1 0 0 0,-2-1-1 0 0,-41 41 1 0 0,64-71-415 0 0,0 0 0 0 0,0 0 0 0 0,0 0-1 0 0,0 0 1 0 0,0 1 0 0 0,0-1 0 0 0,0 0 0 0 0,0 1-1 0 0,0-1 1 0 0,1 0 0 0 0,-1 1 0 0 0,1-1 0 0 0,-1 1-1 0 0,1-1 1 0 0,-1 1 0 0 0,1 1 0 0 0,0-2-53 0 0,0-1 0 0 0,1 1 0 0 0,-1-1-1 0 0,0 1 1 0 0,1-1 0 0 0,-1 1 0 0 0,0-1 0 0 0,1 0 0 0 0,-1 1 0 0 0,1-1 0 0 0,-1 0 0 0 0,0 1 0 0 0,1-1 0 0 0,-1 0 0 0 0,1 1-1 0 0,-1-1 1 0 0,1 0 0 0 0,0 0 0 0 0,-1 0 0 0 0,1 0 0 0 0,-1 1 0 0 0,1-1 0 0 0,-1 0 0 0 0,1 0 0 0 0,-1 0 0 0 0,1 0 0 0 0,0 0-1 0 0,0-1 1 0 0,10 1 265 0 0,0-2 0 0 0,0 1-1 0 0,14-6 1 0 0,-15 5-203 0 0,68-19 564 0 0,61-12 82 0 0,-123 31-971 0 0,0 0 0 0 0,0 0 0 0 0,0 2 0 0 0,0 0 0 0 0,1 1 0 0 0,23 4 0 0 0,-13 6-1781 0 0,-13 1-2986 0 0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2.3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160 231 2761 0 0,'-3'-1'53'0'0,"0"-1"1"0"0,1 1-1 0 0,-1 0 0 0 0,0 0 1 0 0,0 0-1 0 0,0 0 1 0 0,0 1-1 0 0,0-1 1 0 0,0 1-1 0 0,0 0 1 0 0,-6 0-1 0 0,-1-1 7 0 0,2 0 68 0 0,-1-1 0 0 0,1 1 0 0 0,0-1 0 0 0,0-1-1 0 0,0 0 1 0 0,0 0 0 0 0,0 0 0 0 0,-7-6 0 0 0,13 8 31 0 0,0 0 0 0 0,0-1 0 0 0,0 1 0 0 0,0-1 0 0 0,0 0 0 0 0,1 0 0 0 0,-1 0 0 0 0,0 1-1 0 0,1-2 1 0 0,0 1 0 0 0,-1 0 0 0 0,1 0 0 0 0,0 0 0 0 0,0-1 0 0 0,0 1 0 0 0,0 0 0 0 0,1-1 0 0 0,-1 1 0 0 0,1-1 0 0 0,-1 1 0 0 0,1-1 0 0 0,0 1 0 0 0,0-1 0 0 0,0 1 0 0 0,0-1 0 0 0,0 1 0 0 0,1-1 0 0 0,-1 1 0 0 0,1 0 0 0 0,0-1-1 0 0,1-3 1 0 0,1-1-152 0 0,0 1-1 0 0,1-1 1 0 0,0 0-1 0 0,0 1 1 0 0,0 0-1 0 0,1 0 0 0 0,0 0 1 0 0,0 1-1 0 0,0-1 1 0 0,1 1-1 0 0,0 1 0 0 0,0-1 1 0 0,0 1-1 0 0,1 0 1 0 0,-1 0-1 0 0,9-3 1 0 0,-4 2-154 0 0,0 1-1 0 0,1 0 1 0 0,-1 1 0 0 0,1 0 0 0 0,0 1 0 0 0,0 0 0 0 0,0 1 0 0 0,0 0 0 0 0,18 1 0 0 0,-28 0 135 0 0,1 0 0 0 0,0 0 1 0 0,0 1-1 0 0,-1-1 1 0 0,1 1-1 0 0,0-1 0 0 0,-1 1 1 0 0,1 0-1 0 0,0 0 0 0 0,-1 0 1 0 0,1 0-1 0 0,-1 1 0 0 0,0-1 1 0 0,1 1-1 0 0,-1-1 0 0 0,0 1 1 0 0,0 0-1 0 0,0 0 1 0 0,0 0-1 0 0,0 0 0 0 0,-1 0 1 0 0,1 0-1 0 0,-1 1 0 0 0,1-1 1 0 0,-1 0-1 0 0,0 1 0 0 0,1-1 1 0 0,-1 1-1 0 0,-1-1 0 0 0,1 1 1 0 0,0 0-1 0 0,-1 0 1 0 0,1-1-1 0 0,-1 1 0 0 0,0 0 1 0 0,0-1-1 0 0,0 6 0 0 0,-2 9-64 0 0,0 0 0 0 0,-1 1 0 0 0,-1-1-1 0 0,-12 31 1 0 0,8-21 202 0 0,1-7 215 0 0,2 1-1 0 0,0-1 0 0 0,1 1 1 0 0,1 0-1 0 0,0 26 1 0 0,4-42-303 0 0,-1-1 0 0 0,0 1 0 0 0,1 0 0 0 0,0 0 0 0 0,0-1 0 0 0,1 1 0 0 0,-1 0 0 0 0,1-1 0 0 0,0 1 0 0 0,0-1 0 0 0,0 0 0 0 0,5 7 1 0 0,-4-9-41 0 0,-1 1 0 0 0,1 0 0 0 0,0-1 1 0 0,1 1-1 0 0,-1-1 0 0 0,0 0 0 0 0,1 0 1 0 0,-1 0-1 0 0,1-1 0 0 0,-1 1 0 0 0,1-1 1 0 0,0 0-1 0 0,0 0 0 0 0,-1 0 0 0 0,1 0 1 0 0,0-1-1 0 0,7 1 0 0 0,2-2 234 0 0,0 0 1 0 0,0-1-1 0 0,0 0 0 0 0,0-1 0 0 0,-1 0 1 0 0,1-1-1 0 0,-1 0 0 0 0,0-1 0 0 0,0-1 1 0 0,-1 0-1 0 0,1 0 0 0 0,17-14 0 0 0,-27 18-181 0 0,0 1-1 0 0,0-1 0 0 0,0 0 0 0 0,0 1 0 0 0,-1-1 0 0 0,1 0 0 0 0,0 0 0 0 0,-1 0 0 0 0,1 0 0 0 0,-1 0 0 0 0,0-1 0 0 0,0 1 0 0 0,0 0 0 0 0,0-1 1 0 0,0 1-1 0 0,0-1 0 0 0,-1 1 0 0 0,1-1 0 0 0,-1 1 0 0 0,1-1 0 0 0,-1 1 0 0 0,0-1 0 0 0,0 1 0 0 0,0-1 0 0 0,-1 0 0 0 0,1 1 0 0 0,-1-1 1 0 0,1 1-1 0 0,-2-5 0 0 0,-1 3 61 0 0,0-1-1 0 0,0 1 1 0 0,0-1 0 0 0,0 1 0 0 0,-1 0 0 0 0,0 0 0 0 0,1 1-1 0 0,-1-1 1 0 0,-1 1 0 0 0,1 0 0 0 0,0 0 0 0 0,-1 0 0 0 0,-7-3-1 0 0,-7-3 66 0 0,-1 1 0 0 0,1 1 0 0 0,-2 1 0 0 0,1 0-1 0 0,-31-3 1 0 0,31 7-885 0 0,1 0-1 0 0,0 2 1 0 0,-27 2-1 0 0,13 3-4596 0 0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0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139 37 4609 0 0,'-2'-2'421'0'0,"1"-1"0"0"0,0 1 0 0 0,0-1 0 0 0,-1 1 0 0 0,0 0 0 0 0,1 0 0 0 0,-1-1 0 0 0,0 1 1 0 0,0 0-1 0 0,0 1 0 0 0,0-1 0 0 0,-1 0 0 0 0,1 0 0 0 0,0 1 0 0 0,-1 0 0 0 0,1-1 0 0 0,-4 0 0 0 0,4 1-177 0 0,0 1 0 0 0,0 0-1 0 0,1 0 1 0 0,-1 0 0 0 0,0 1-1 0 0,1-1 1 0 0,-1 0 0 0 0,0 1 0 0 0,0-1-1 0 0,1 1 1 0 0,-1-1 0 0 0,1 1 0 0 0,-1 0-1 0 0,0 0 1 0 0,1 0 0 0 0,-1 0-1 0 0,1 0 1 0 0,0 0 0 0 0,-1 0 0 0 0,1 0-1 0 0,0 0 1 0 0,0 1 0 0 0,0-1-1 0 0,0 0 1 0 0,0 1 0 0 0,0-1 0 0 0,0 1-1 0 0,-1 2 1 0 0,-7 12-126 0 0,1 1 0 0 0,0 1 0 0 0,1 0 0 0 0,1 0 0 0 0,1 0 0 0 0,1 0 0 0 0,0 1 0 0 0,1 0 0 0 0,1 0-1 0 0,1 26 1 0 0,1-22-7 0 0,1-1 0 0 0,1 1-1 0 0,2-1 1 0 0,0 0-1 0 0,1 0 1 0 0,1 0-1 0 0,1-1 1 0 0,14 30 0 0 0,-16-42-1365 0 0,0 1 0 0 0,1-1 0 0 0,0 0 0 0 0,0-1 0 0 0,13 14 1 0 0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5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21 220 6913 0 0,'-3'-3'3'0'0,"1"-1"-1"0"0,0 1 0 0 0,0-1 0 0 0,0 0 1 0 0,0 0-1 0 0,1 1 0 0 0,-1-1 0 0 0,1 0 1 0 0,0 0-1 0 0,0 0 0 0 0,0-1 0 0 0,1 1 1 0 0,0 0-1 0 0,0 0 0 0 0,0 0 0 0 0,0 0 0 0 0,0-1 1 0 0,1 1-1 0 0,0 0 0 0 0,0 0 0 0 0,0 0 1 0 0,0 0-1 0 0,1 0 0 0 0,1-4 0 0 0,0 2 37 0 0,0 1 1 0 0,1-1-1 0 0,-1 1 0 0 0,1-1 0 0 0,0 1 0 0 0,1 0 0 0 0,-1 0 0 0 0,1 1 1 0 0,0-1-1 0 0,0 1 0 0 0,0 0 0 0 0,1 1 0 0 0,-1-1 0 0 0,12-4 0 0 0,9-1 572 0 0,-1 1 1 0 0,1 1-1 0 0,0 1 0 0 0,0 1 0 0 0,1 2 0 0 0,36-1 1 0 0,-61 4-614 0 0,-1 0 0 0 0,1 0 0 0 0,-1 0 0 0 0,1 0 0 0 0,-1 0 0 0 0,0 0 0 0 0,1 1 0 0 0,-1-1 0 0 0,1 0 0 0 0,-1 1 0 0 0,0-1 0 0 0,1 1 0 0 0,-1-1 0 0 0,0 1 0 0 0,0 0 0 0 0,1 0 0 0 0,-1-1 0 0 0,0 1 0 0 0,0 0 0 0 0,0 0 0 0 0,0 0 0 0 0,0 0 0 0 0,0 0 0 0 0,0 0 0 0 0,1 2 0 0 0,-2-1 0 0 0,1 1 0 0 0,-1-1 0 0 0,1 0 0 0 0,-1 0 0 0 0,0 1 0 0 0,1-1 0 0 0,-1 0 0 0 0,0 1 0 0 0,-1-1 0 0 0,1 0 0 0 0,0 1 0 0 0,-1-1 0 0 0,-1 5 0 0 0,-2 4-161 0 0,0 0 0 0 0,-2 0 0 0 0,1 0 0 0 0,-14 18 0 0 0,5-10 428 0 0,-1-1 0 0 0,-1 0 0 0 0,-1-1 0 0 0,0-1 0 0 0,-1-1 0 0 0,-1 0 0 0 0,0-1 0 0 0,-25 13 1 0 0,68-31 689 0 0,41-1 1 0 0,-46 4-535 0 0,0 2 1 0 0,0 0 0 0 0,-1 0 0 0 0,1 2 0 0 0,27 7-1 0 0,-34-6-699 0 0,0 0 0 0 0,-1 1 0 0 0,0 0 0 0 0,0 0 0 0 0,0 1 0 0 0,-1 1-1 0 0,1 0 1 0 0,-2 0 0 0 0,15 13 0 0 0,-14-9-857 0 0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8.1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384 23 11058 0 0,'-3'3'-325'0'0,"1"0"-1"0"0,-1 0 1 0 0,1 0-1 0 0,0 1 1 0 0,0-1-1 0 0,1 1 1 0 0,-3 5-1 0 0,-6 12-1241 0 0,0-7 978 0 0,0 0 1 0 0,-1-1 0 0 0,0 0 0 0 0,-1-1-1 0 0,-1 0 1 0 0,-16 12 0 0 0,10-11 1618 0 0,0 0 1 0 0,-1-1 0 0 0,0-2-1 0 0,0 0 1 0 0,-1-1 0 0 0,-1-1 0 0 0,-30 8-1 0 0,50-16-1031 0 0,0 1 0 0 0,0-1 0 0 0,0 1 0 0 0,0-1 1 0 0,0 0-1 0 0,0 0 0 0 0,0 0 0 0 0,0 0 0 0 0,0 0 0 0 0,0 0 0 0 0,0 0 0 0 0,0-1 0 0 0,0 1 0 0 0,0-1 0 0 0,0 0 0 0 0,0 1 0 0 0,0-1 0 0 0,0 0 0 0 0,1 0 0 0 0,-1 0 0 0 0,0 0 0 0 0,0-1 0 0 0,-1-1 0 0 0,1 0-104 0 0,0 0 0 0 0,0 1-1 0 0,0-1 1 0 0,1-1 0 0 0,-1 1 0 0 0,1 0-1 0 0,0 0 1 0 0,0 0 0 0 0,0-1 0 0 0,0 1 0 0 0,0 0-1 0 0,1-7 1 0 0,-1-1-33 0 0,1 0-1 0 0,1 1 1 0 0,0-1 0 0 0,0 1-1 0 0,1-1 1 0 0,1 1 0 0 0,-1-1-1 0 0,7-12 1 0 0,-5 16 116 0 0,0 0 0 0 0,1 1 0 0 0,-1-1 0 0 0,1 1-1 0 0,1 0 1 0 0,-1 1 0 0 0,1-1 0 0 0,0 1 0 0 0,1 0 0 0 0,-1 0 0 0 0,1 1 0 0 0,0 0 0 0 0,0 0 0 0 0,0 1 0 0 0,0 0 0 0 0,10-3 0 0 0,-7 3 37 0 0,1 0-1 0 0,-1 0 1 0 0,0 2 0 0 0,1-1 0 0 0,-1 1 0 0 0,1 1 0 0 0,0-1 0 0 0,-1 2 0 0 0,1 0 0 0 0,-1 0 0 0 0,21 6 0 0 0,-25-6 186 0 0,0 2 0 0 0,0-1 0 0 0,0 1 0 0 0,0 0 1 0 0,-1 0-1 0 0,1 0 0 0 0,-1 1 0 0 0,0 0 0 0 0,0 0 0 0 0,0 1 1 0 0,0-1-1 0 0,-1 1 0 0 0,0 0 0 0 0,0 0 0 0 0,0 0 0 0 0,0 1 0 0 0,-1-1 1 0 0,0 1-1 0 0,4 10 0 0 0,-5-9 58 0 0,0 1 1 0 0,-1-1-1 0 0,1 1 0 0 0,-1-1 1 0 0,-1 1-1 0 0,1 0 1 0 0,-2-1-1 0 0,1 1 0 0 0,-1-1 1 0 0,0 1-1 0 0,0-1 0 0 0,-1 1 1 0 0,0-1-1 0 0,0 0 0 0 0,-1 1 1 0 0,-4 8-1 0 0,-26 54 212 0 0,29-56-1056 0 0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9.4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 8290 0 0,'2'0'1853'0'0,"-2"-1"-1756"0"0,1 1-1 0 0,0 0 1 0 0,-1-1 0 0 0,1 1-1 0 0,0 0 1 0 0,-1 0 0 0 0,1-1-1 0 0,0 1 1 0 0,-1 0 0 0 0,1 0-1 0 0,0 0 1 0 0,0 0 0 0 0,-1 0-1 0 0,1 0 1 0 0,0 0 0 0 0,0 0-1 0 0,-1 0 1 0 0,1 1 0 0 0,0-1-1 0 0,-1 0 1 0 0,1 0 0 0 0,0 1-1 0 0,-1-1 1 0 0,1 0-1 0 0,0 1 1 0 0,-1-1 0 0 0,1 1-1 0 0,-1-1 1 0 0,2 1 0 0 0,2 5 140 0 0,1-1 1 0 0,-1 1-1 0 0,-1 0 1 0 0,1 1-1 0 0,-1-1 1 0 0,0 1-1 0 0,0-1 1 0 0,-1 1-1 0 0,0 0 1 0 0,0 0-1 0 0,1 13 1 0 0,6 30 961 0 0,-4-14-1053 0 0,2 0-1 0 0,1 0 1 0 0,2 0-1 0 0,26 60 1 0 0,-19-60-3731 0 0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2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115 215 2761 0 0,'-15'-9'-722'0'0,"2"0"669"0"0,-1 1-1 0 0,1-2 0 0 0,1 0 1 0 0,-14-13-1 0 0,24 21 242 0 0,0 0 0 0 0,1 0 1 0 0,-1 0-1 0 0,0 0 0 0 0,1 0 0 0 0,-1 0 0 0 0,1 0 0 0 0,-1 0 0 0 0,1-1 0 0 0,0 1 0 0 0,0-1 0 0 0,0 1 0 0 0,1-1 0 0 0,-1 1 0 0 0,0-1 0 0 0,1 1 1 0 0,0-1-1 0 0,0 0 0 0 0,-1 1 0 0 0,1-1 0 0 0,1 1 0 0 0,-1-1 0 0 0,0 0 0 0 0,1 1 0 0 0,-1-1 0 0 0,1 1 0 0 0,0-1 0 0 0,0 1 0 0 0,0-1 0 0 0,0 1 1 0 0,0 0-1 0 0,3-5 0 0 0,1 3-74 0 0,0-1 0 0 0,0 1 0 0 0,0 0 1 0 0,0 0-1 0 0,0 0 0 0 0,1 1 0 0 0,0 0 0 0 0,0 0 1 0 0,0 0-1 0 0,0 1 0 0 0,0 0 0 0 0,7-2 1 0 0,8-1-336 0 0,0 1 1 0 0,29-3 0 0 0,-41 6 174 0 0,-1 1 0 0 0,0 0 0 0 0,1 0 0 0 0,-1 0 0 0 0,1 1 0 0 0,-1 0 0 0 0,15 5 0 0 0,-21-5 32 0 0,1 0 1 0 0,0 1 0 0 0,-1-1 0 0 0,1 1 0 0 0,-1-1 0 0 0,1 1 0 0 0,-1 0 0 0 0,0 0-1 0 0,1 0 1 0 0,-1 0 0 0 0,0 0 0 0 0,-1 1 0 0 0,1-1 0 0 0,0 1 0 0 0,-1-1 0 0 0,1 1-1 0 0,-1-1 1 0 0,0 1 0 0 0,0 0 0 0 0,0 0 0 0 0,0 0 0 0 0,0 0 0 0 0,-1-1 0 0 0,1 1 0 0 0,-1 4-1 0 0,1 0 79 0 0,-1 0-1 0 0,-1-1 1 0 0,1 1-1 0 0,-1 0 0 0 0,0 0 1 0 0,-1-1-1 0 0,1 1 0 0 0,-2 0 1 0 0,1-1-1 0 0,0 0 1 0 0,-1 0-1 0 0,-1 0 0 0 0,1 0 1 0 0,-1 0-1 0 0,1 0 0 0 0,-2-1 1 0 0,1 0-1 0 0,-1 0 1 0 0,-8 8-1 0 0,5-6 109 0 0,0 0 0 0 0,-1-1 1 0 0,0 0-1 0 0,0-1 0 0 0,0 0 0 0 0,0 0 0 0 0,-1-1 1 0 0,0 0-1 0 0,1-1 0 0 0,-2 0 0 0 0,1 0 1 0 0,-14 1-1 0 0,22-4-180 0 0,1 1 0 0 0,-1-1 0 0 0,1 0 1 0 0,0 0-1 0 0,-1 1 0 0 0,1-1 0 0 0,-1 0 0 0 0,1 0 0 0 0,-1-1 1 0 0,1 1-1 0 0,-1 0 0 0 0,1 0 0 0 0,0-1 0 0 0,-1 1 1 0 0,-1-2-1 0 0,17-7-680 0 0,39-11-128 0 0,-10 9-76 0 0,-20 6-2398 0 0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8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30 6913 0 0,'4'-3'239'0'0,"0"-1"-1"0"0,0 1 1 0 0,1 1-1 0 0,-1-1 1 0 0,1 1-1 0 0,-1 0 0 0 0,1 0 1 0 0,0 0-1 0 0,0 0 1 0 0,0 1-1 0 0,0 0 1 0 0,0 0-1 0 0,0 0 0 0 0,0 1 1 0 0,0 0-1 0 0,7 0 1 0 0,-2 0 47 0 0,-1 1-1 0 0,1 1 1 0 0,0-1 0 0 0,-1 1 0 0 0,1 1 0 0 0,-1 0 0 0 0,15 7 0 0 0,191 89 1272 0 0,-68-42-7555 0 0,-129-51 2183 0 0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4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 11979 0 0,'0'0'18'0'0,"0"0"1"0"0,0 0 0 0 0,0 0 0 0 0,0 0 0 0 0,0 0 0 0 0,1 0 0 0 0,-1-1 0 0 0,0 1-1 0 0,0 0 1 0 0,0 0 0 0 0,0 0 0 0 0,0 0 0 0 0,0 0 0 0 0,0 0 0 0 0,0 0 0 0 0,1-1-1 0 0,-1 1 1 0 0,0 0 0 0 0,0 0 0 0 0,0 0 0 0 0,0 0 0 0 0,0 0 0 0 0,0 0 0 0 0,1 0-1 0 0,-1 0 1 0 0,0 0 0 0 0,0 0 0 0 0,0 0 0 0 0,0 0 0 0 0,0 0 0 0 0,1 0 0 0 0,-1 0-1 0 0,0 0 1 0 0,0 0 0 0 0,0 0 0 0 0,0 0 0 0 0,0 0 0 0 0,1 0 0 0 0,-1 0 0 0 0,0 0-1 0 0,0 0 1 0 0,0 0 0 0 0,0 0 0 0 0,0 0 0 0 0,1 1 0 0 0,-1-1 0 0 0,0 0 0 0 0,0 0 0 0 0,0 0-1 0 0,0 0 1 0 0,0 0 0 0 0,0 0 0 0 0,0 0 0 0 0,0 0 0 0 0,0 1 0 0 0,1-1 0 0 0,-1 0-1 0 0,0 0 1 0 0,0 0 0 0 0,0 0 0 0 0,0 0 0 0 0,0 1 0 0 0,0-1 0 0 0,0 0 0 0 0,0 0-1 0 0,7 9-567 0 0,-4 1 456 0 0,-1 0 1 0 0,0 1-1 0 0,0-1 1 0 0,-1 1-1 0 0,0-1 1 0 0,-1 1-1 0 0,-2 12 1 0 0,2 15 617 0 0,2-9-455 0 0,1 0 0 0 0,2 0 0 0 0,1 0-1 0 0,1 0 1 0 0,1-1 0 0 0,2 0 0 0 0,13 28 0 0 0,-18-47-70 0 0,-1-5 0 0 0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7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42 130 9674 0 0,'-1'1'-93'0'0,"-1"-1"0"0"0,0 1 0 0 0,1-1 0 0 0,-1 1 0 0 0,1 0 0 0 0,-1-1-1 0 0,1 1 1 0 0,-1 0 0 0 0,1 0 0 0 0,0 0 0 0 0,-1 0 0 0 0,1 1 0 0 0,0-1 0 0 0,0 0 0 0 0,0 0 0 0 0,0 1 0 0 0,0-1 0 0 0,0 1-1 0 0,0-1 1 0 0,0 1 0 0 0,1-1 0 0 0,-1 1 0 0 0,1-1 0 0 0,-1 3 0 0 0,-2 6-532 0 0,0-1 0 0 0,1 1 0 0 0,0-1 0 0 0,0 19 0 0 0,2-20 911 0 0,0 0 0 0 0,1 0 1 0 0,0 0-1 0 0,0 0 0 0 0,1 0 0 0 0,0 0 0 0 0,0 0 0 0 0,1-1 1 0 0,5 13-1 0 0,-4-14-12 0 0,0 0 0 0 0,-1 0 0 0 0,2-1 0 0 0,-1 0-1 0 0,1 1 1 0 0,0-1 0 0 0,0-1 0 0 0,0 1 0 0 0,1-1 0 0 0,-1 0 0 0 0,1 0 0 0 0,0 0 0 0 0,0-1 0 0 0,1 0 0 0 0,-1 0 0 0 0,1-1 0 0 0,-1 0 0 0 0,1 0 0 0 0,0 0 0 0 0,0-1 0 0 0,7 1 0 0 0,-4-2-281 0 0,1 0 0 0 0,-1 0-1 0 0,0-1 1 0 0,0 0 0 0 0,1-1 0 0 0,-1 0 0 0 0,0-1 0 0 0,0 0 0 0 0,-1 0 0 0 0,1-1-1 0 0,-1-1 1 0 0,0 1 0 0 0,0-1 0 0 0,0-1 0 0 0,-1 0 0 0 0,10-8 0 0 0,-13 10-12 0 0,0 0 1 0 0,-1 0-1 0 0,0-1 1 0 0,0 1 0 0 0,0-1-1 0 0,0 0 1 0 0,-1-1-1 0 0,0 1 1 0 0,0 0 0 0 0,0-1-1 0 0,-1 0 1 0 0,0 1-1 0 0,0-1 1 0 0,0 0 0 0 0,-1 0-1 0 0,1 0 1 0 0,-1-1-1 0 0,-1 1 1 0 0,0 0 0 0 0,1 0-1 0 0,-2 0 1 0 0,1 0-1 0 0,-1-1 1 0 0,0 1 0 0 0,0 0-1 0 0,-1 0 1 0 0,1 0-1 0 0,-4-7 1 0 0,0 3-106 0 0,0 0 0 0 0,-1 1 0 0 0,0 0 0 0 0,0 0 1 0 0,-1 0-1 0 0,0 0 0 0 0,0 1 0 0 0,-1 0 0 0 0,0 1 0 0 0,0 0 0 0 0,-12-8 0 0 0,6 7-282 0 0,0 0 0 0 0,-1 0 0 0 0,1 1 0 0 0,-2 1 1 0 0,1 1-1 0 0,-1 0 0 0 0,-16-3 0 0 0,-13 1-683 0 0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2.9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10570 0 0,'12'30'481'0'0,"-1"0"0"0"0,-1 1 1 0 0,-2 0-1 0 0,-2 1 0 0 0,5 46 0 0 0,-5-30-312 0 0,17 59 0 0 0,-13-72 7 0 0,24 53 0 0 0,-27-73-593 0 0,1-1 0 0 0,0 1-1 0 0,1-1 1 0 0,1-1 0 0 0,20 23 0 0 0,-20-26-3849 0 0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5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1 135 3681 0 0,'0'-3'135'0'0,"0"0"0"0"0,-1 0 0 0 0,1-1 1 0 0,1 1-1 0 0,-1 0 0 0 0,0 0 0 0 0,1-1 0 0 0,0 1 1 0 0,0 0-1 0 0,0 0 0 0 0,0 0 0 0 0,0 0 0 0 0,0 0 1 0 0,1 0-1 0 0,0 0 0 0 0,2-3 0 0 0,0 0 146 0 0,0 0 0 0 0,0 1 1 0 0,0-1-1 0 0,1 1 0 0 0,0 0 0 0 0,11-9 0 0 0,-8 10-45 0 0,1-1 0 0 0,0 1 0 0 0,0 0 0 0 0,0 1 0 0 0,1 0 0 0 0,-1 0 0 0 0,1 1 0 0 0,0 1 0 0 0,0 0 0 0 0,-1 0 0 0 0,1 0 0 0 0,0 1 0 0 0,0 1 0 0 0,0 0 0 0 0,15 3 0 0 0,-24-3-240 0 0,0-1 1 0 0,0 0 0 0 0,1 1-1 0 0,-1 0 1 0 0,0-1 0 0 0,0 1 0 0 0,0 0-1 0 0,0-1 1 0 0,0 1 0 0 0,0 0-1 0 0,0 0 1 0 0,0 0 0 0 0,0 0 0 0 0,0 0-1 0 0,0 0 1 0 0,-1 0 0 0 0,1 0 0 0 0,0 0-1 0 0,-1 0 1 0 0,1 1 0 0 0,0 1-1 0 0,0 0-26 0 0,-1 0 0 0 0,0-1 0 0 0,0 1 0 0 0,0 0 0 0 0,0 0 0 0 0,0-1 0 0 0,0 1 0 0 0,-1 0 0 0 0,1-1 0 0 0,-2 4 0 0 0,-3 7-101 0 0,0 0 0 0 0,-1-1 1 0 0,-11 17-1 0 0,13-22 154 0 0,-17 29 909 0 0,-2-1-1 0 0,-1-1 1 0 0,-47 51 0 0 0,71-85-899 0 0,0 0 0 0 0,0 0 1 0 0,0 0-1 0 0,0 0 0 0 0,0 0 0 0 0,1-1 0 0 0,-1 1 1 0 0,0 0-1 0 0,0 0 0 0 0,0 0 0 0 0,0 0 0 0 0,0 0 0 0 0,0 0 1 0 0,0 0-1 0 0,1 0 0 0 0,-1 0 0 0 0,0 0 0 0 0,0 0 0 0 0,0 0 1 0 0,0 0-1 0 0,0 1 0 0 0,0-1 0 0 0,0 0 0 0 0,1 0 1 0 0,-1 0-1 0 0,0 0 0 0 0,0 0 0 0 0,0 0 0 0 0,0 0 0 0 0,0 0 1 0 0,0 0-1 0 0,0 0 0 0 0,0 0 0 0 0,0 0 0 0 0,1 1 1 0 0,-1-1-1 0 0,0 0 0 0 0,0 0 0 0 0,0 0 0 0 0,0 0 0 0 0,0 0 1 0 0,0 0-1 0 0,0 0 0 0 0,0 0 0 0 0,0 1 0 0 0,0-1 0 0 0,0 0 1 0 0,0 0-1 0 0,0 0 0 0 0,0 0 0 0 0,0 0 0 0 0,0 0 1 0 0,0 1-1 0 0,0-1 0 0 0,0 0 0 0 0,0 0 0 0 0,0 0 0 0 0,0 0 1 0 0,0 0-1 0 0,0 0 0 0 0,0 0 0 0 0,0 0 0 0 0,0 1 0 0 0,-1-1 1 0 0,1 0-1 0 0,0 0 0 0 0,19-2 917 0 0,22-7-106 0 0,-6 0-316 0 0,117-26 830 0 0,-123 30-2287 0 0,0 2-1 0 0,0 0 1 0 0,38 3 0 0 0,-39 3-2609 0 0,-15 0-1463 0 0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9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56 1 4609 0 0,'0'0'87'0'0,"-1"0"1"0"0,0 0-1 0 0,1 0 1 0 0,-1 0-1 0 0,0 0 1 0 0,1 0-1 0 0,-1 0 0 0 0,0 0 1 0 0,1 0-1 0 0,-1 0 1 0 0,1 0-1 0 0,-1 0 1 0 0,0 1-1 0 0,1-1 1 0 0,-1 0-1 0 0,0 0 0 0 0,1 1 1 0 0,-1-1-1 0 0,1 0 1 0 0,-1 1-1 0 0,1-1 1 0 0,-1 1-1 0 0,1-1 1 0 0,-1 0-1 0 0,1 1 0 0 0,-1 0 1 0 0,-12 23 535 0 0,-2 35-346 0 0,12-48 424 0 0,0 4-274 0 0,1 0 0 0 0,0-1 1 0 0,1 1-1 0 0,1 1 0 0 0,0-1 0 0 0,1 0 0 0 0,0 0 0 0 0,5 15 1 0 0,-4-20-639 0 0,1 0 0 0 0,0 0 0 0 0,1 0 0 0 0,0 0 0 0 0,1-1 0 0 0,0 0 0 0 0,9 13 0 0 0,-7-12-3732 0 0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2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14627 0 0,'2'3'201'0'0,"-1"0"0"0"0,1 0 0 0 0,-1 0-1 0 0,0 1 1 0 0,1-1 0 0 0,-1 1 0 0 0,-1-1 0 0 0,1 1 0 0 0,0-1-1 0 0,-1 1 1 0 0,0 6 0 0 0,0 51 40 0 0,0-52-313 0 0,-2 121-2264 0 0,8-43-2969 0 0,-1-47 1165 0 0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9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84 8754 0 0,'0'-17'530'0'0,"1"1"1"0"0,1-1-1 0 0,4-16 1 0 0,3 64 1821 0 0,-7 17-1058 0 0,-4 76-1 0 0,-1-75-174 0 0,6 73-1 0 0,0-88-2398 0 0,12 50 1 0 0,-12-75 900 0 0,-1-1 0 0 0,1 1 0 0 0,0 0 0 0 0,1-1 0 0 0,0 1 0 0 0,0-1 1 0 0,1 0-1 0 0,0-1 0 0 0,1 1 0 0 0,10 11 0 0 0,-4-8-3969 0 0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5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17 146 8754 0 0,'-2'-3'-16'0'0,"0"0"0"0"0,0 0 1 0 0,0 0-1 0 0,1 0 0 0 0,-1 0 0 0 0,1 0 0 0 0,0-1 1 0 0,0 1-1 0 0,0 0 0 0 0,0-1 0 0 0,1 1 1 0 0,-1-1-1 0 0,1 1 0 0 0,0-1 0 0 0,0 1 0 0 0,1-1 1 0 0,-1 1-1 0 0,0-1 0 0 0,1 1 0 0 0,0-1 1 0 0,0 1-1 0 0,0 0 0 0 0,0-1 0 0 0,1 1 0 0 0,-1 0 1 0 0,1 0-1 0 0,0 0 0 0 0,0 0 0 0 0,0 0 1 0 0,0 1-1 0 0,1-1 0 0 0,-1 0 0 0 0,1 1 1 0 0,3-3-1 0 0,-1 1-33 0 0,0 1 0 0 0,0-1-1 0 0,0 1 1 0 0,1 0 0 0 0,0 0 0 0 0,-1 1 0 0 0,1 0 0 0 0,0 0 0 0 0,0 0 0 0 0,0 1 0 0 0,0 0 0 0 0,8-1-1 0 0,-12 2 123 0 0,1 0 0 0 0,-1 0 1 0 0,0 0-1 0 0,0 0 0 0 0,0 1 0 0 0,0-1 0 0 0,0 1 0 0 0,1-1 0 0 0,-1 1 0 0 0,0 0 0 0 0,0-1 0 0 0,0 1 0 0 0,-1 0 0 0 0,1 1 0 0 0,0-1 0 0 0,0 0 0 0 0,0 0 0 0 0,-1 1 0 0 0,1-1 0 0 0,-1 1 0 0 0,1 0 0 0 0,-1-1 0 0 0,0 1 0 0 0,1 0 0 0 0,-1 0 0 0 0,0 0 0 0 0,0 0 0 0 0,0-1 0 0 0,-1 2 0 0 0,1-1 0 0 0,0 0 0 0 0,-1 0 0 0 0,1 0 0 0 0,-1 0 0 0 0,0 0 0 0 0,0 0 0 0 0,0 4 0 0 0,0 5-103 0 0,0 0-1 0 0,-1-1 1 0 0,-1 1-1 0 0,0 0 1 0 0,0-1-1 0 0,-1 1 1 0 0,0-1-1 0 0,-1 0 1 0 0,-5 10-1 0 0,-3 5 566 0 0,-1-1 0 0 0,-23 30 0 0 0,22-37 482 0 0,11-14-628 0 0,0 0 1 0 0,-1 1-1 0 0,1-1 1 0 0,1 1-1 0 0,-1 0 1 0 0,0 0-1 0 0,1 0 1 0 0,0 0 0 0 0,0 0-1 0 0,-2 8 1 0 0,4-11-302 0 0,1-1 0 0 0,-1 1 1 0 0,1 0-1 0 0,0-1 0 0 0,-1 1 1 0 0,1-1-1 0 0,0 1 1 0 0,0-1-1 0 0,-1 1 0 0 0,1-1 1 0 0,0 0-1 0 0,0 1 0 0 0,-1-1 1 0 0,1 0-1 0 0,0 0 1 0 0,0 0-1 0 0,0 1 0 0 0,0-1 1 0 0,-1 0-1 0 0,1 0 0 0 0,0 0 1 0 0,0 0-1 0 0,0 0 0 0 0,0-1 1 0 0,0 1-1 0 0,-1 0 1 0 0,1 0-1 0 0,0-1 0 0 0,1 1 1 0 0,33-7 517 0 0,-32 7-457 0 0,69-18 190 0 0,61-12-750 0 0,-115 27-1354 0 0,1 2 0 0 0,33 1 0 0 0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8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 7834 0 0,'-1'1'48'0'0,"1"-1"0"0"0,-1 1 0 0 0,1 0 1 0 0,-1 0-1 0 0,1 0 0 0 0,0-1 0 0 0,-1 1 0 0 0,1 0 1 0 0,0 0-1 0 0,0 0 0 0 0,-1 0 0 0 0,1 0 1 0 0,0 0-1 0 0,0-1 0 0 0,0 1 0 0 0,0 0 0 0 0,0 0 1 0 0,0 0-1 0 0,0 0 0 0 0,1 0 0 0 0,-1 0 0 0 0,0 1 1 0 0,7 28 249 0 0,-5-21-9 0 0,-1-6-266 0 0,27 120 2612 0 0,-1-43-5917 0 0,-18-58-543 0 0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6.3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0 140 6913 0 0,'1'-3'66'0'0,"-1"1"-1"0"0,1-1 1 0 0,-1 0-1 0 0,1 1 1 0 0,0-1-1 0 0,1 1 0 0 0,-1-1 1 0 0,0 1-1 0 0,1 0 1 0 0,-1-1-1 0 0,1 1 1 0 0,1-2-1 0 0,29-30-1241 0 0,-19 20 432 0 0,7-7-408 0 0,9-1 3565 0 0,-25 19-1961 0 0,1 1 1 0 0,0 0-1 0 0,0 0 1 0 0,0 1-1 0 0,1-1 1 0 0,-1 1-1 0 0,0 0 1 0 0,1 1 0 0 0,-1-1-1 0 0,7 1 1 0 0,-4 0-186 0 0,-1 0 0 0 0,1 1 0 0 0,-1-1 0 0 0,0 1 0 0 0,1 1 0 0 0,10 3 0 0 0,-15-4-230 0 0,-1 0 0 0 0,0 0-1 0 0,0 0 1 0 0,0 1 0 0 0,1-1-1 0 0,-1 1 1 0 0,0-1 0 0 0,-1 1-1 0 0,1 0 1 0 0,0 0-1 0 0,-1 0 1 0 0,1 0 0 0 0,-1 0-1 0 0,1 0 1 0 0,-1 0 0 0 0,0 1-1 0 0,0-1 1 0 0,0 0 0 0 0,0 1-1 0 0,0-1 1 0 0,-1 1 0 0 0,2 4-1 0 0,-1 0 156 0 0,0 1-1 0 0,0-1 1 0 0,0 1-1 0 0,-1 0 1 0 0,0-1-1 0 0,-1 1 1 0 0,0-1-1 0 0,0 1 1 0 0,0-1-1 0 0,-1 1 1 0 0,0-1-1 0 0,0 0 1 0 0,-1 1-1 0 0,0-1 1 0 0,-1 0-1 0 0,1-1 1 0 0,-1 1-1 0 0,0-1 1 0 0,-1 0-1 0 0,0 0 1 0 0,-7 8-1 0 0,68-33 2854 0 0,-23 8-3312 0 0,2 2 0 0 0,38-5 0 0 0,-10 4-3065 0 0,-34 6 96 0 0,21-3-3086 0 0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6.3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0 0 2417 0 0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7.6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442 107 2761 0 0,'-5'1'17'0'0,"0"0"-1"0"0,0 0 1 0 0,0 1 0 0 0,0-1 0 0 0,0 1 0 0 0,1 0 0 0 0,-1 1 0 0 0,1-1 0 0 0,0 1 0 0 0,-1-1 0 0 0,1 1 0 0 0,1 1 0 0 0,-5 2 0 0 0,-14 11 31 0 0,-14 9 111 0 0,1 2 0 0 0,2 1 0 0 0,1 1-1 0 0,1 2 1 0 0,2 1 0 0 0,1 1 0 0 0,2 2 0 0 0,-43 77 0 0 0,63-102 104 0 0,1 1 1 0 0,0 0-1 0 0,1 0 1 0 0,1 0-1 0 0,0 1 1 0 0,0-1-1 0 0,1 1 1 0 0,0 13 0 0 0,2-19-132 0 0,-1 0 0 0 0,2 0 0 0 0,-1 0 0 0 0,1 0 0 0 0,-1 0-1 0 0,2 0 1 0 0,-1-1 0 0 0,1 1 0 0 0,0-1 0 0 0,1 1 0 0 0,-1-1 0 0 0,1 1 0 0 0,1-1 0 0 0,-1 0 0 0 0,1-1 0 0 0,6 9 0 0 0,-8-12-114 0 0,0 0 0 0 0,0-1 0 0 0,-1 1-1 0 0,1-1 1 0 0,0 0 0 0 0,0 1 0 0 0,0-1-1 0 0,1 0 1 0 0,-1 0 0 0 0,0 0 0 0 0,0 0-1 0 0,0-1 1 0 0,1 1 0 0 0,-1-1 0 0 0,1 1-1 0 0,-1-1 1 0 0,0 0 0 0 0,1 0 0 0 0,3 0-1 0 0,-2-1 33 0 0,1 0-1 0 0,-1 0 1 0 0,0-1-1 0 0,1 1 0 0 0,-1-1 1 0 0,0 0-1 0 0,0 0 1 0 0,0-1-1 0 0,6-4 1 0 0,2-3 237 0 0,0-1 0 0 0,0 0 1 0 0,-1-1-1 0 0,16-24 0 0 0,-17 20-329 0 0,-1 0 1 0 0,0-1-1 0 0,-1 0 0 0 0,-1 0 1 0 0,-1-1-1 0 0,0 0 0 0 0,-2 0 1 0 0,0-1-1 0 0,-1 1 0 0 0,0-1 1 0 0,-2 0-1 0 0,0 0 0 0 0,-1 1 1 0 0,-1-1-1 0 0,-1 0 0 0 0,-1 0 1 0 0,0 1-1 0 0,-1 0 0 0 0,-1 0 1 0 0,-1 0-1 0 0,-1 0 0 0 0,0 1 1 0 0,-12-20-1 0 0,18 35 28 0 0,0 0 0 0 0,0 0 0 0 0,0 0-1 0 0,-1 0 1 0 0,1 0 0 0 0,-1 0 0 0 0,0 1 0 0 0,1-1 0 0 0,-1 0 0 0 0,0 1 0 0 0,0-1-1 0 0,0 1 1 0 0,0 0 0 0 0,0 0 0 0 0,0 0 0 0 0,0 0 0 0 0,-1 0 0 0 0,1 0 0 0 0,-4-1 0 0 0,4 2 9 0 0,0 1-1 0 0,0-1 1 0 0,0 0 0 0 0,1 1 0 0 0,-1-1 0 0 0,0 1 0 0 0,0-1 0 0 0,1 1 0 0 0,-1 0 0 0 0,0 0 0 0 0,1 0 0 0 0,-1 0 0 0 0,1 0 0 0 0,-1 0 0 0 0,1 0 0 0 0,0 0 0 0 0,-1 1 0 0 0,1-1 0 0 0,0 0-1 0 0,0 1 1 0 0,0-1 0 0 0,0 1 0 0 0,0 0 0 0 0,0-1 0 0 0,0 1 0 0 0,0 2 0 0 0,-8 16 65 0 0,1-1 0 0 0,1 1 0 0 0,1 1 0 0 0,1-1 0 0 0,1 1 0 0 0,1 0 0 0 0,0 0 0 0 0,1 24 0 0 0,2-31 59 0 0,1 1 0 0 0,0 0 0 0 0,1-1 1 0 0,1 1-1 0 0,0-1 0 0 0,1 0 0 0 0,0 0 1 0 0,1 0-1 0 0,1 0 0 0 0,0-1 0 0 0,1 0 1 0 0,12 18-1 0 0,-13-23-60 0 0,1-1-1 0 0,0 0 1 0 0,0 0 0 0 0,1-1 0 0 0,0 1 0 0 0,0-2-1 0 0,0 1 1 0 0,1-1 0 0 0,14 7 0 0 0,-20-11-9 0 0,0 0 1 0 0,0 1-1 0 0,0-1 0 0 0,0 0 1 0 0,0 0-1 0 0,0 0 1 0 0,0-1-1 0 0,1 1 0 0 0,-1-1 1 0 0,0 0-1 0 0,0 0 1 0 0,0 0-1 0 0,1 0 0 0 0,-1-1 1 0 0,0 1-1 0 0,0-1 1 0 0,0 1-1 0 0,1-1 0 0 0,-1 0 1 0 0,0-1-1 0 0,0 1 1 0 0,-1 0-1 0 0,1-1 0 0 0,0 0 1 0 0,0 0-1 0 0,-1 0 1 0 0,1 0-1 0 0,-1 0 0 0 0,1 0 1 0 0,-1 0-1 0 0,0-1 1 0 0,3-4-1 0 0,1-2-43 0 0,-2 0 1 0 0,1 0-1 0 0,-1-1 0 0 0,0 0 1 0 0,-1 0-1 0 0,0 0 0 0 0,-1 0 1 0 0,0 0-1 0 0,-1 0 0 0 0,1 0 1 0 0,-2-1-1 0 0,0 1 0 0 0,0 0 1 0 0,-2-12-1 0 0,1 14-169 0 0,-1 0 1 0 0,0 0 0 0 0,0 0-1 0 0,-1 0 1 0 0,0 0-1 0 0,-1 1 1 0 0,1-1-1 0 0,-1 1 1 0 0,-1 0-1 0 0,1 0 1 0 0,-1 1-1 0 0,0-1 1 0 0,-1 1-1 0 0,0 0 1 0 0,0 0-1 0 0,0 1 1 0 0,0 0 0 0 0,-9-6-1 0 0,11 9 74 0 0,0 0 0 0 0,0 0 0 0 0,-1 0-1 0 0,1 0 1 0 0,0 1 0 0 0,-1 0 0 0 0,1-1 0 0 0,-1 2-1 0 0,1-1 1 0 0,-1 0 0 0 0,0 1 0 0 0,1 0 0 0 0,-1 0-1 0 0,0 0 1 0 0,-4 2 0 0 0,1 0 43 0 0,1 0 0 0 0,-1 0 1 0 0,1 1-1 0 0,0 0 0 0 0,0 0 0 0 0,0 0 0 0 0,1 1 0 0 0,-10 7 1 0 0,4-2 78 0 0,1 1 1 0 0,0 0 0 0 0,1 1 0 0 0,1 0-1 0 0,-1 0 1 0 0,2 1 0 0 0,-1 0 0 0 0,2 0-1 0 0,-8 15 1 0 0,14-24 28 0 0,-1 1 0 0 0,1-1 0 0 0,-1 0 0 0 0,1 1 1 0 0,0-1-1 0 0,1 1 0 0 0,-1-1 0 0 0,0 1 0 0 0,1-1 0 0 0,0 1 0 0 0,0 0 0 0 0,0-1 0 0 0,0 1 0 0 0,1-1 0 0 0,-1 1 1 0 0,1-1-1 0 0,0 1 0 0 0,0-1 0 0 0,0 1 0 0 0,0-1 0 0 0,1 0 0 0 0,-1 1 0 0 0,4 3 0 0 0,-2-3 4 0 0,0-1 0 0 0,1 0 0 0 0,-1-1 0 0 0,1 1 0 0 0,-1 0 0 0 0,1-1 0 0 0,0 0 0 0 0,0 0 0 0 0,0 0 0 0 0,0-1 0 0 0,0 1 0 0 0,1-1 0 0 0,-1 0 0 0 0,0 0 0 0 0,1 0 0 0 0,-1-1 0 0 0,1 1 0 0 0,7-1 0 0 0,1-1 82 0 0,0 0 0 0 0,0-1-1 0 0,0-1 1 0 0,0 0-1 0 0,0 0 1 0 0,-1-1 0 0 0,0-1-1 0 0,1 0 1 0 0,-2-1 0 0 0,1 0-1 0 0,11-9 1 0 0,-9 6-108 0 0,0-1 0 0 0,-1-1 1 0 0,-1 0-1 0 0,0-1 0 0 0,0 0 1 0 0,-1-1-1 0 0,-1 0 0 0 0,12-18 1 0 0,-3-10-619 0 0,-18 39 480 0 0,-1 0 0 0 0,1-1 0 0 0,0 1 0 0 0,-1 0-1 0 0,1-1 1 0 0,-1 1 0 0 0,0 0 0 0 0,0-1 0 0 0,0 1 0 0 0,0-1 0 0 0,0 1 0 0 0,0 0 0 0 0,-1-1 0 0 0,1 1 0 0 0,-1-1-1 0 0,-1-1 1 0 0,2 3 51 0 0,-1 1-1 0 0,1-1 1 0 0,0 1-1 0 0,-1-1 0 0 0,0 1 1 0 0,1 0-1 0 0,-1-1 1 0 0,1 1-1 0 0,-1 0 0 0 0,1-1 1 0 0,-1 1-1 0 0,0 0 1 0 0,1 0-1 0 0,-1 0 0 0 0,1-1 1 0 0,-1 1-1 0 0,0 0 1 0 0,1 0-1 0 0,-1 0 0 0 0,0 0 1 0 0,1 0-1 0 0,-1 0 1 0 0,0 0-1 0 0,1 0 0 0 0,-1 1 1 0 0,0-1-1 0 0,1 0 1 0 0,-1 0-1 0 0,1 0 0 0 0,-1 1 1 0 0,0-1-1 0 0,1 0 0 0 0,-1 1 1 0 0,1-1-1 0 0,-1 1 1 0 0,1-1-1 0 0,-1 0 0 0 0,1 1 1 0 0,-1-1-1 0 0,1 1 1 0 0,0-1-1 0 0,-2 2 0 0 0,-18 22-519 0 0,14-15 492 0 0,1 1-1 0 0,0 0 0 0 0,0 0 0 0 0,1 0 0 0 0,1 1 0 0 0,0-1 0 0 0,0 1 0 0 0,-1 14 0 0 0,3-21 92 0 0,1-1-1 0 0,0 1 1 0 0,0-1-1 0 0,0 1 1 0 0,0-1 0 0 0,1 1-1 0 0,0-1 1 0 0,-1 1-1 0 0,1-1 1 0 0,0 0 0 0 0,1 1-1 0 0,-1-1 1 0 0,3 4-1 0 0,-3-5 8 0 0,1 0 1 0 0,0 0-1 0 0,0-1 0 0 0,-1 1 0 0 0,1 0 0 0 0,1 0 0 0 0,-1-1 0 0 0,0 0 0 0 0,0 1 0 0 0,0-1 0 0 0,1 0 0 0 0,-1 0 0 0 0,1 0 0 0 0,-1 0 0 0 0,1-1 0 0 0,-1 1 0 0 0,1-1 0 0 0,-1 1 0 0 0,1-1 0 0 0,2 0 0 0 0,3 0 117 0 0,0-1 0 0 0,0 0 1 0 0,0 0-1 0 0,-1-1 0 0 0,1 0 0 0 0,0 0 0 0 0,-1 0 0 0 0,0-1 0 0 0,1-1 0 0 0,-1 1 0 0 0,-1-1 1 0 0,1 0-1 0 0,0-1 0 0 0,-1 1 0 0 0,0-1 0 0 0,0-1 0 0 0,0 1 0 0 0,5-8 0 0 0,3-3-74 0 0,-1-1 0 0 0,0 0-1 0 0,-2-1 1 0 0,0 0-1 0 0,14-31 1 0 0,-19 33-388 0 0,-1-1 0 0 0,0 1 0 0 0,-1-1 0 0 0,-1 1 0 0 0,0-1 0 0 0,-2 0 0 0 0,0 0 0 0 0,0 0 0 0 0,-2 0 0 0 0,0 0 0 0 0,-1 0 0 0 0,-1 0 0 0 0,0 0 0 0 0,-1 1 0 0 0,-1-1 0 0 0,-13-28 0 0 0,17 42 301 0 0,0 0 1 0 0,0 1 0 0 0,-1 0-1 0 0,1-1 1 0 0,-1 1 0 0 0,1 0-1 0 0,-1-1 1 0 0,0 1 0 0 0,0 0-1 0 0,0 0 1 0 0,0 1 0 0 0,0-1-1 0 0,0 0 1 0 0,0 1 0 0 0,-1-1-1 0 0,1 1 1 0 0,-1 0 0 0 0,1-1-1 0 0,-1 1 1 0 0,1 0 0 0 0,-1 1 0 0 0,0-1-1 0 0,1 0 1 0 0,-1 1 0 0 0,0 0-1 0 0,0-1 1 0 0,1 1 0 0 0,-1 0-1 0 0,0 1 1 0 0,0-1 0 0 0,1 0-1 0 0,-1 1 1 0 0,0-1 0 0 0,1 1-1 0 0,-1 0 1 0 0,0 0 0 0 0,1 0-1 0 0,-1 0 1 0 0,1 1 0 0 0,-4 1-1 0 0,-4 4 110 0 0,0 0-1 0 0,1 1 0 0 0,0 0 0 0 0,0 0 0 0 0,1 1 1 0 0,0 0-1 0 0,-13 20 0 0 0,1 2 155 0 0,1 0 0 0 0,2 2-1 0 0,-17 44 1 0 0,28-62-95 0 0,1 0-1 0 0,0 1 0 0 0,2-1 1 0 0,0 1-1 0 0,0-1 0 0 0,1 1 1 0 0,2 0-1 0 0,-1 0 0 0 0,2 0 1 0 0,2 19-1 0 0,-1-27-26 0 0,0 0-1 0 0,1 0 1 0 0,0 0-1 0 0,0-1 1 0 0,0 1-1 0 0,1-1 1 0 0,0 0-1 0 0,1 0 1 0 0,0 0-1 0 0,5 6 1 0 0,-8-11-78 0 0,0 1 1 0 0,1-1 0 0 0,-1 0 0 0 0,0 0-1 0 0,1 0 1 0 0,0 0 0 0 0,-1 0-1 0 0,1 0 1 0 0,0-1 0 0 0,0 1 0 0 0,0-1-1 0 0,0 0 1 0 0,0 0 0 0 0,0 0-1 0 0,0 0 1 0 0,0 0 0 0 0,1-1 0 0 0,-1 1-1 0 0,0-1 1 0 0,0 0 0 0 0,1 0-1 0 0,-1 0 1 0 0,0-1 0 0 0,0 1 0 0 0,0-1-1 0 0,1 0 1 0 0,4-1 0 0 0,5-5 25 0 0,0 0 0 0 0,0-1 0 0 0,-1 0 0 0 0,-1-1 0 0 0,1 0 0 0 0,-1-1 0 0 0,-1 0 0 0 0,17-20 0 0 0,-6 2-98 0 0,-1-1 1 0 0,25-46 0 0 0,-35 55-219 0 0,-1-1-1 0 0,0 0 1 0 0,-2 0 0 0 0,0 0-1 0 0,-2-1 1 0 0,0 0-1 0 0,-1-1 1 0 0,-1 1 0 0 0,-2-1-1 0 0,0 1 1 0 0,-1-1 0 0 0,-1 1-1 0 0,-6-29 1 0 0,7 48 157 0 0,0 0 0 0 0,-1 1 0 0 0,0-1 1 0 0,0 1-1 0 0,0-1 0 0 0,0 1 0 0 0,0-1 0 0 0,0 1 0 0 0,0-1 0 0 0,-1 1 0 0 0,0 0 1 0 0,1 0-1 0 0,-1 0 0 0 0,0 0 0 0 0,0 0 0 0 0,-3-3 0 0 0,3 4 44 0 0,0 1-1 0 0,0-1 1 0 0,0 1-1 0 0,0 0 1 0 0,0-1-1 0 0,0 1 1 0 0,0 0-1 0 0,1 0 1 0 0,-1 0-1 0 0,0 0 1 0 0,0 1-1 0 0,0-1 1 0 0,0 0-1 0 0,0 1 1 0 0,0-1-1 0 0,0 1 1 0 0,1 0-1 0 0,-1 0 1 0 0,0-1-1 0 0,0 1 1 0 0,1 0-1 0 0,-1 0 1 0 0,1 1-1 0 0,-2 0 1 0 0,-16 14 82 0 0,1 0 0 0 0,0 0 0 0 0,2 2 0 0 0,0 0 0 0 0,1 1 0 0 0,1 0 0 0 0,0 1 0 0 0,2 1 0 0 0,0 0 0 0 0,2 1 0 0 0,0 0 0 0 0,-10 37 0 0 0,17-47 227 0 0,0 0 0 0 0,1 0 0 0 0,1 0-1 0 0,0 0 1 0 0,0 0 0 0 0,3 24 0 0 0,-2-31-99 0 0,1 1-1 0 0,0-1 0 0 0,0 0 1 0 0,0 0-1 0 0,1 0 1 0 0,0 0-1 0 0,-1 0 1 0 0,2-1-1 0 0,-1 1 1 0 0,1 0-1 0 0,-1-1 1 0 0,1 0-1 0 0,0 1 0 0 0,1-1 1 0 0,-1 0-1 0 0,1-1 1 0 0,0 1-1 0 0,6 4 1 0 0,-7-7-107 0 0,0 1 0 0 0,0-1 0 0 0,0 0 1 0 0,0 0-1 0 0,0-1 0 0 0,0 1 0 0 0,0-1 0 0 0,1 1 1 0 0,-1-1-1 0 0,0 0 0 0 0,0 0 0 0 0,0 0 1 0 0,0-1-1 0 0,1 1 0 0 0,-1-1 0 0 0,0 0 0 0 0,0 0 1 0 0,0 0-1 0 0,0 0 0 0 0,0 0 0 0 0,0-1 1 0 0,-1 1-1 0 0,1-1 0 0 0,0 0 0 0 0,-1 0 0 0 0,1 0 1 0 0,3-4-1 0 0,4-3 130 0 0,0-1-1 0 0,-1 0 1 0 0,0 0 0 0 0,0-1 0 0 0,7-14-1 0 0,-10 14-130 0 0,1-1-1 0 0,-2 0 1 0 0,0 0-1 0 0,0 0 1 0 0,-1-1-1 0 0,-1 1 1 0 0,4-26-1 0 0,-6 29-111 0 0,-1-1 0 0 0,1 1 0 0 0,-1 0 0 0 0,-1-1 0 0 0,0 1 0 0 0,0 0 0 0 0,-1 0 0 0 0,0-1 0 0 0,-1 1 0 0 0,0 1 0 0 0,-8-17 0 0 0,10 21 41 0 0,-1 1-1 0 0,0 0 0 0 0,0 1 1 0 0,0-1-1 0 0,0 0 0 0 0,-1 0 1 0 0,1 1-1 0 0,-1-1 0 0 0,1 1 1 0 0,-1 0-1 0 0,0 0 1 0 0,0 0-1 0 0,0 0 0 0 0,0 1 1 0 0,0-1-1 0 0,0 1 0 0 0,-1-1 1 0 0,1 1-1 0 0,0 0 0 0 0,-1 1 1 0 0,1-1-1 0 0,-1 0 0 0 0,1 1 1 0 0,-1 0-1 0 0,1 0 0 0 0,-1 0 1 0 0,1 0-1 0 0,-1 1 1 0 0,1-1-1 0 0,-1 1 0 0 0,1 0 1 0 0,0 0-1 0 0,-1 0 0 0 0,1 0 1 0 0,-4 3-1 0 0,-4 1 59 0 0,1 0-1 0 0,-1 1 1 0 0,2 1 0 0 0,-1-1-1 0 0,0 1 1 0 0,1 1 0 0 0,1 0-1 0 0,-1 0 1 0 0,-8 13 0 0 0,8-10-39 0 0,0 1 1 0 0,1 0 0 0 0,1 0 0 0 0,0 1 0 0 0,1 0 0 0 0,0 0 0 0 0,1 0-1 0 0,0 1 1 0 0,1-1 0 0 0,1 1 0 0 0,0 0 0 0 0,-1 17 0 0 0,4-2-5441 0 0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0.0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185 1 6913 0 0,'-6'3'31'0'0,"0"-1"0"0"0,1 2 0 0 0,-1-1 0 0 0,1 1 0 0 0,0-1 0 0 0,0 1 0 0 0,0 1 0 0 0,1-1 0 0 0,0 1 0 0 0,-7 8 0 0 0,-36 58-159 0 0,37-56 357 0 0,3-2-115 0 0,-1-1 0 0 0,2 1 0 0 0,0 1-1 0 0,0-1 1 0 0,1 1 0 0 0,1 0 0 0 0,-4 21 0 0 0,7-26 45 0 0,0-1 1 0 0,1 1-1 0 0,0-1 0 0 0,0 1 1 0 0,1-1-1 0 0,0 0 0 0 0,1 1 0 0 0,0-1 1 0 0,0 0-1 0 0,0 0 0 0 0,1 0 1 0 0,1 0-1 0 0,-1 0 0 0 0,6 8 1 0 0,-6-11 42 0 0,0 0 1 0 0,0-1-1 0 0,1 1 1 0 0,-1-1-1 0 0,1 0 1 0 0,0 0-1 0 0,0 0 1 0 0,1-1-1 0 0,-1 1 1 0 0,1-1-1 0 0,-1 0 1 0 0,9 4-1 0 0,-11-7-158 0 0,1 1 0 0 0,-1 0 0 0 0,1-1 0 0 0,-1 1 0 0 0,1-1 0 0 0,0 0 0 0 0,-1 0 0 0 0,1 0 0 0 0,0 0 0 0 0,-1 0-1 0 0,1-1 1 0 0,-1 1 0 0 0,1-1 0 0 0,0 0 0 0 0,-1 1 0 0 0,1-1 0 0 0,-1 0 0 0 0,0-1 0 0 0,1 1 0 0 0,-1 0 0 0 0,0-1-1 0 0,0 1 1 0 0,0-1 0 0 0,0 0 0 0 0,0 1 0 0 0,0-1 0 0 0,0 0 0 0 0,2-3 0 0 0,3-6 62 0 0,0 1 0 0 0,0-1 0 0 0,-1 0 0 0 0,0 0 0 0 0,-1-1 0 0 0,0 0 0 0 0,-1 1 0 0 0,-1-2 0 0 0,3-13 0 0 0,0-4-342 0 0,-2 0-1 0 0,0-53 1 0 0,-4 79 60 0 0,0 0 0 0 0,0 0 1 0 0,0-1-1 0 0,-1 1 1 0 0,0 0-1 0 0,0 0 1 0 0,0 0-1 0 0,0 0 0 0 0,-3-4 1 0 0,4 7 120 0 0,0 0 1 0 0,0 1-1 0 0,-1 0 1 0 0,1-1-1 0 0,-1 1 0 0 0,1-1 1 0 0,0 1-1 0 0,-1-1 1 0 0,1 1-1 0 0,-1 0 1 0 0,1-1-1 0 0,-1 1 0 0 0,1 0 1 0 0,-1-1-1 0 0,1 1 1 0 0,-1 0-1 0 0,1 0 0 0 0,-1-1 1 0 0,1 1-1 0 0,-1 0 1 0 0,0 0-1 0 0,1 0 1 0 0,-1 0-1 0 0,1 0 0 0 0,-2 0 1 0 0,0 0-14 0 0,1 1 0 0 0,-1 0 0 0 0,1-1 0 0 0,-1 1 0 0 0,1 0 0 0 0,-1 0 0 0 0,1 0 0 0 0,-1 0 0 0 0,1 0 0 0 0,0 0 0 0 0,0 0 0 0 0,0 1 0 0 0,-2 1 0 0 0,-6 9-4 0 0,2-1 0 0 0,-1 1 0 0 0,2 0 0 0 0,-1 1 0 0 0,2 0 0 0 0,0 0 0 0 0,0 0 0 0 0,-4 24 0 0 0,4-13 536 0 0,1 0 0 0 0,1 1 0 0 0,2 0 1 0 0,0 27-1 0 0,2-49-333 0 0,-1 1 1 0 0,0-1 0 0 0,1 0-1 0 0,0 1 1 0 0,0-1-1 0 0,0 0 1 0 0,0 0 0 0 0,0 0-1 0 0,1 0 1 0 0,-1 0 0 0 0,1 0-1 0 0,0 0 1 0 0,0 0-1 0 0,3 3 1 0 0,-4-5-81 0 0,-1-1-1 0 0,1 1 1 0 0,0 0 0 0 0,0-1-1 0 0,0 1 1 0 0,-1-1 0 0 0,1 1-1 0 0,0-1 1 0 0,0 0 0 0 0,0 1-1 0 0,0-1 1 0 0,0 0 0 0 0,0 0-1 0 0,0 1 1 0 0,0-1-1 0 0,0 0 1 0 0,0 0 0 0 0,0 0-1 0 0,2-1 1 0 0,-1 1-18 0 0,-1-1 1 0 0,1 1-1 0 0,0-1 1 0 0,0 0-1 0 0,-1 0 1 0 0,1 0-1 0 0,-1 0 0 0 0,1 0 1 0 0,-1 0-1 0 0,0-1 1 0 0,1 1-1 0 0,-1 0 1 0 0,0-1-1 0 0,2-2 0 0 0,2-4-137 0 0,-1 1 0 0 0,0-1-1 0 0,-1 0 1 0 0,0-1-1 0 0,0 1 1 0 0,-1-1 0 0 0,0 1-1 0 0,0-1 1 0 0,-1 0-1 0 0,0 1 1 0 0,0-17 0 0 0,-2-1-780 0 0,0 1 0 0 0,-10-47 0 0 0,8 59 417 0 0,0 0 1 0 0,-1 1 0 0 0,-1-1 0 0 0,0 1 0 0 0,-10-18-1 0 0,13 27 344 0 0,1 0 0 0 0,-1 1-1 0 0,0-1 1 0 0,0 1-1 0 0,0-1 1 0 0,-1 1 0 0 0,1 0-1 0 0,0 0 1 0 0,-1 0 0 0 0,0 0-1 0 0,1 0 1 0 0,-6-2 0 0 0,6 4 75 0 0,1-1 0 0 0,-1 1 0 0 0,0 0 0 0 0,0 0 0 0 0,0-1 0 0 0,0 1-1 0 0,0 1 1 0 0,1-1 0 0 0,-1 0 0 0 0,0 0 0 0 0,0 1 0 0 0,0-1 0 0 0,1 1 0 0 0,-1-1 0 0 0,0 1 0 0 0,0 0 0 0 0,1 0 0 0 0,-1-1 0 0 0,1 1 0 0 0,-1 1 0 0 0,1-1 0 0 0,-1 0 0 0 0,-2 2 0 0 0,-5 6 268 0 0,0 1 0 0 0,1 0 0 0 0,0 0-1 0 0,0 0 1 0 0,1 1 0 0 0,1 0-1 0 0,0 0 1 0 0,-8 20 0 0 0,10-21 41 0 0,0 0 1 0 0,1 1-1 0 0,1-1 0 0 0,-1 1 1 0 0,2 0-1 0 0,-1-1 1 0 0,2 1-1 0 0,-1 0 1 0 0,1 0-1 0 0,3 18 0 0 0,-3-28-211 0 0,1 1 0 0 0,-1-1 0 0 0,0 0-1 0 0,1 1 1 0 0,-1-1 0 0 0,1 1 0 0 0,-1-1-1 0 0,1 0 1 0 0,0 1 0 0 0,0-1 0 0 0,-1 0-1 0 0,1 0 1 0 0,0 1 0 0 0,0-1-1 0 0,0 0 1 0 0,0 0 0 0 0,0 0 0 0 0,1 0-1 0 0,-1 0 1 0 0,0-1 0 0 0,0 1 0 0 0,1 0-1 0 0,2 1 1 0 0,-2-2-2 0 0,1 1 1 0 0,0-1-1 0 0,0 0 0 0 0,0 0 1 0 0,-1 0-1 0 0,1 0 0 0 0,0 0 1 0 0,0 0-1 0 0,0-1 1 0 0,-1 0-1 0 0,1 1 0 0 0,2-2 1 0 0,5-2-12 0 0,-1 0 1 0 0,0 0-1 0 0,-1-1 0 0 0,1 0 1 0 0,-1-1-1 0 0,10-8 1 0 0,-8 5-242 0 0,-1 0 0 0 0,0-1 0 0 0,-1 0 0 0 0,0-1 1 0 0,0 0-1 0 0,-2 0 0 0 0,1 0 0 0 0,-1-1 0 0 0,-1 0 0 0 0,0 0 0 0 0,0 0 1 0 0,-2-1-1 0 0,1 0 0 0 0,-2 0 0 0 0,0 1 0 0 0,0-1 0 0 0,-1-1 1 0 0,0 1-1 0 0,-2 0 0 0 0,-1-15 0 0 0,2 26 151 0 0,-1-1 0 0 0,1 1 1 0 0,-1-1-1 0 0,0 1 0 0 0,1 0 0 0 0,-1-1 0 0 0,0 1 0 0 0,-1 0 1 0 0,1-1-1 0 0,0 1 0 0 0,-1 0 0 0 0,1 0 0 0 0,-1 0 1 0 0,0 1-1 0 0,1-1 0 0 0,-1 0 0 0 0,-4-2 0 0 0,5 3 44 0 0,-1 1-1 0 0,1-1 1 0 0,0 1 0 0 0,-1 0-1 0 0,1 0 1 0 0,-1 0-1 0 0,1 0 1 0 0,0 0-1 0 0,-1 0 1 0 0,1 0 0 0 0,0 0-1 0 0,-1 1 1 0 0,1-1-1 0 0,-1 0 1 0 0,1 1 0 0 0,0-1-1 0 0,0 1 1 0 0,-1 0-1 0 0,1-1 1 0 0,0 1-1 0 0,0 0 1 0 0,0 0 0 0 0,0 0-1 0 0,0-1 1 0 0,0 1-1 0 0,0 0 1 0 0,0 1 0 0 0,0-1-1 0 0,0 0 1 0 0,0 0-1 0 0,1 0 1 0 0,-1 0 0 0 0,0 1-1 0 0,0 0 1 0 0,-9 17 340 0 0,0 1 1 0 0,1 0 0 0 0,1 0 0 0 0,1 1-1 0 0,1 0 1 0 0,1 0 0 0 0,0 0-1 0 0,2 1 1 0 0,0-1 0 0 0,1 37-1 0 0,2-56-301 0 0,0 0 0 0 0,0 0-1 0 0,0 0 1 0 0,0 0-1 0 0,0 0 1 0 0,0 0-1 0 0,1 0 1 0 0,-1 0 0 0 0,1 0-1 0 0,-1 0 1 0 0,1-1-1 0 0,0 1 1 0 0,0 0-1 0 0,-1 0 1 0 0,1-1 0 0 0,1 1-1 0 0,-1 0 1 0 0,0-1-1 0 0,0 1 1 0 0,1-1-1 0 0,-1 1 1 0 0,0-1 0 0 0,1 0-1 0 0,0 0 1 0 0,-1 1-1 0 0,1-1 1 0 0,0 0-1 0 0,-1 0 1 0 0,1-1-1 0 0,0 1 1 0 0,0 0 0 0 0,0-1-1 0 0,0 1 1 0 0,0-1-1 0 0,0 1 1 0 0,-1-1-1 0 0,1 0 1 0 0,0 0 0 0 0,0 0-1 0 0,0 0 1 0 0,0 0-1 0 0,0 0 1 0 0,0-1-1 0 0,3 0 1 0 0,5-1 53 0 0,-1-1 0 0 0,1-1 0 0 0,-1 1 0 0 0,1-2 0 0 0,-1 1-1 0 0,0-1 1 0 0,12-9 0 0 0,11-12-213 0 0,-1-1-1 0 0,-2-2 1 0 0,0 0-1 0 0,-2-3 1 0 0,-1 0-1 0 0,25-43 1 0 0,-55 135-2247 0 0,2-54 2377 0 0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8.6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618 279 6449 0 0,'-22'-11'163'0'0,"1"-1"-1"0"0,-23-15 0 0 0,25 13-4 0 0,-1 2 0 0 0,-22-10 0 0 0,34 19-136 0 0,-1 0-1 0 0,1 0 1 0 0,0 1-1 0 0,0 0 1 0 0,-1 0-1 0 0,0 1 1 0 0,1 0 0 0 0,-1 1-1 0 0,-11 0 1 0 0,7 1 37 0 0,1 0 1 0 0,-1 1-1 0 0,1 1 1 0 0,0 0-1 0 0,-1 0 1 0 0,1 2-1 0 0,1-1 1 0 0,-1 1-1 0 0,1 1 1 0 0,0 0-1 0 0,0 1 1 0 0,0 0 0 0 0,1 0-1 0 0,0 1 1 0 0,1 1-1 0 0,0-1 1 0 0,0 2-1 0 0,1-1 1 0 0,0 1-1 0 0,0 0 1 0 0,1 1-1 0 0,1 0 1 0 0,0 0-1 0 0,-8 21 1 0 0,-5 12 345 0 0,1 2 0 0 0,3 0 1 0 0,2 1-1 0 0,2 1 0 0 0,-8 81 0 0 0,18-118-314 0 0,2-1 0 0 0,-1 1-1 0 0,2 0 1 0 0,-1 0 0 0 0,1-1 0 0 0,1 1-1 0 0,0-1 1 0 0,1 1 0 0 0,-1-1 0 0 0,2 0 0 0 0,0-1-1 0 0,0 1 1 0 0,1-1 0 0 0,0 0 0 0 0,0 0-1 0 0,1 0 1 0 0,0-1 0 0 0,1 0 0 0 0,-1-1-1 0 0,18 13 1 0 0,-17-14-67 0 0,0-1-1 0 0,1 0 0 0 0,-1 0 1 0 0,1 0-1 0 0,0-1 0 0 0,0-1 1 0 0,0 0-1 0 0,0 0 1 0 0,1 0-1 0 0,-1-2 0 0 0,1 1 1 0 0,0-1-1 0 0,0 0 1 0 0,-1-1-1 0 0,1 0 0 0 0,0-1 1 0 0,-1 0-1 0 0,1 0 0 0 0,0-1 1 0 0,-1 0-1 0 0,1-1 1 0 0,-1 0-1 0 0,12-6 0 0 0,-5 0 92 0 0,0-1 0 0 0,-1-1 0 0 0,0 0 0 0 0,-1-1 0 0 0,0-1 0 0 0,-1 0-1 0 0,0-1 1 0 0,-1-1 0 0 0,-1 1 0 0 0,16-29 0 0 0,-3 1 215 0 0,-2-2 1 0 0,30-86-1 0 0,-42 100-208 0 0,-2-1-1 0 0,0 1 0 0 0,-3-1 0 0 0,0 0 0 0 0,-2-1 0 0 0,-1 1 0 0 0,-3-40 0 0 0,0 55-167 0 0,-1 0 1 0 0,0 0-1 0 0,-1 0 0 0 0,-1 1 1 0 0,0-1-1 0 0,-2 1 0 0 0,1 0 1 0 0,-2 0-1 0 0,0 1 0 0 0,-1 0 1 0 0,0 0-1 0 0,-1 0 0 0 0,0 1 1 0 0,-1 1-1 0 0,-1 0 0 0 0,-12-11 1 0 0,20 20-73 0 0,-1 0 0 0 0,1 0 0 0 0,-1 1 0 0 0,0-1 1 0 0,0 1-1 0 0,0 0 0 0 0,0 0 0 0 0,0 1 0 0 0,-1-1 1 0 0,1 1-1 0 0,0 0 0 0 0,-1 0 0 0 0,1 1 1 0 0,-1-1-1 0 0,1 1 0 0 0,-1 0 0 0 0,1 0 0 0 0,-1 0 1 0 0,1 1-1 0 0,-1-1 0 0 0,1 1 0 0 0,-1 0 0 0 0,1 1 1 0 0,0-1-1 0 0,-1 1 0 0 0,1 0 0 0 0,-6 3 0 0 0,-24 15-760 0 0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1.0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 32 9850 0 0,'0'-1'43'0'0,"1"0"1"0"0,-1 0-1 0 0,1 0 0 0 0,-1 0 0 0 0,1 0 0 0 0,0 0 1 0 0,0 0-1 0 0,-1 1 0 0 0,1-1 0 0 0,0 0 0 0 0,0 1 1 0 0,0-1-1 0 0,0 0 0 0 0,0 1 0 0 0,0-1 1 0 0,0 1-1 0 0,0 0 0 0 0,0-1 0 0 0,0 1 0 0 0,0 0 1 0 0,0-1-1 0 0,0 1 0 0 0,0 0 0 0 0,0 0 0 0 0,0 0 1 0 0,1 0-1 0 0,-1 0 0 0 0,0 0 0 0 0,0 0 1 0 0,0 1-1 0 0,0-1 0 0 0,0 0 0 0 0,0 1 0 0 0,2 0 1 0 0,-1 0 5 0 0,0 0 0 0 0,0 0 1 0 0,1 0-1 0 0,-1 0 0 0 0,0 1 1 0 0,0-1-1 0 0,0 1 0 0 0,0-1 1 0 0,0 1-1 0 0,-1 0 0 0 0,1 0 1 0 0,-1 0-1 0 0,1 0 0 0 0,1 3 1 0 0,3 10-126 0 0,-2 0 0 0 0,0 1 0 0 0,0-1 0 0 0,-1 0 0 0 0,-1 1 0 0 0,-1 0 1 0 0,-1 31-1 0 0,0-28 60 0 0,0 0 1 0 0,2 0-1 0 0,0 0 1 0 0,7 29-1 0 0,-9-47 38 0 0,0 0-1 0 0,0-1 0 0 0,0 1 0 0 0,0-1 0 0 0,0 1 0 0 0,0-1 0 0 0,1 1 0 0 0,-1 0 0 0 0,0-1 1 0 0,0 1-1 0 0,1-1 0 0 0,-1 1 0 0 0,0-1 0 0 0,1 1 0 0 0,-1-1 0 0 0,0 1 0 0 0,1-1 0 0 0,-1 1 1 0 0,1-1-1 0 0,-1 0 0 0 0,0 1 0 0 0,1-1 0 0 0,-1 0 0 0 0,1 1 0 0 0,-1-1 0 0 0,1 0 0 0 0,0 1 1 0 0,-1-1-1 0 0,1 0 0 0 0,-1 0 0 0 0,2 0 0 0 0,-1 0 19 0 0,-1-1-1 0 0,1 1 1 0 0,0-1 0 0 0,0 0 0 0 0,0 1-1 0 0,0-1 1 0 0,0 0 0 0 0,-1 0-1 0 0,1 0 1 0 0,0 1 0 0 0,0-1 0 0 0,-1 0-1 0 0,1 0 1 0 0,-1 0 0 0 0,1-1-1 0 0,19-48 995 0 0,-18 44-885 0 0,25-64 1115 0 0,-15 40-1802 0 0,-1-1 1 0 0,-1 0-1 0 0,9-50 0 0 0,-19 71-1348 0 0,-14 25-1070 0 0,-8 28 1936 0 0,15-28 821 0 0,2-4 250 0 0,0 0 0 0 0,0 0 0 0 0,1 0 0 0 0,1 0 0 0 0,0 0 0 0 0,0 1 0 0 0,1-1 0 0 0,1 1 0 0 0,-1 18 0 0 0,2-29-8 0 0,0-1 1 0 0,0 1 0 0 0,0-1 0 0 0,1 0 0 0 0,-1 1 0 0 0,0-1-1 0 0,0 1 1 0 0,0-1 0 0 0,0 1 0 0 0,1-1 0 0 0,-1 0 0 0 0,0 1-1 0 0,0-1 1 0 0,1 1 0 0 0,-1-1 0 0 0,0 0 0 0 0,1 1 0 0 0,-1-1-1 0 0,0 0 1 0 0,1 0 0 0 0,-1 1 0 0 0,0-1 0 0 0,1 0-1 0 0,-1 0 1 0 0,1 1 0 0 0,-1-1 0 0 0,1 0 0 0 0,-1 0 0 0 0,0 0-1 0 0,1 0 1 0 0,-1 0 0 0 0,1 0 0 0 0,-1 0 0 0 0,1 0 0 0 0,-1 0-1 0 0,1 0 1 0 0,-1 0 0 0 0,1 0 0 0 0,-1 0 0 0 0,0 0 0 0 0,1 0-1 0 0,-1 0 1 0 0,1 0 0 0 0,-1-1 0 0 0,1 1 0 0 0,-1 0 0 0 0,0 0-1 0 0,1-1 1 0 0,-1 1 0 0 0,1 0 0 0 0,-1 0 0 0 0,0-1 0 0 0,1 1-1 0 0,-1 0 1 0 0,0-1 0 0 0,0 1 0 0 0,1-1 0 0 0,21-20 1398 0 0,-11 8-1580 0 0,-1-1 0 0 0,-1 0 0 0 0,0 0 0 0 0,-1-1-1 0 0,0-1 1 0 0,-1 1 0 0 0,-1-1 0 0 0,0 0 0 0 0,-1-1-1 0 0,3-20 1 0 0,-8 36 100 0 0,0 1 0 0 0,0-1 0 0 0,1 0 0 0 0,-1 0 0 0 0,0 1 0 0 0,0-1 0 0 0,0 0 0 0 0,0 0 0 0 0,0 0 0 0 0,-1 1 0 0 0,1-1 0 0 0,0 0 0 0 0,0 0 0 0 0,0 1 0 0 0,-1-1 0 0 0,1 0 0 0 0,0 0-1 0 0,-1 1 1 0 0,1-1 0 0 0,-1 0 0 0 0,0 0 0 0 0,1 1 16 0 0,-1 0 0 0 0,1 0 0 0 0,-1 0 1 0 0,1 0-1 0 0,-1 0 0 0 0,1 0 0 0 0,-1 0 0 0 0,1 0 0 0 0,-1 0 0 0 0,1 0 0 0 0,-1 0 0 0 0,1 0 0 0 0,-1 1 0 0 0,1-1 0 0 0,-1 0 0 0 0,1 0 0 0 0,0 0 0 0 0,-1 1 0 0 0,1-1 0 0 0,-1 0 0 0 0,1 1 0 0 0,0-1 0 0 0,-1 1 0 0 0,-22 26-542 0 0,17-16 708 0 0,1-1 0 0 0,1 1 0 0 0,0 1 0 0 0,0-1 0 0 0,1 0 0 0 0,0 1 0 0 0,1 0 0 0 0,1-1 0 0 0,0 1 0 0 0,0 0 0 0 0,1 0 0 0 0,1 0 0 0 0,2 16 0 0 0,-3-26-70 0 0,1-1 1 0 0,-1 0-1 0 0,0 0 0 0 0,1 0 0 0 0,-1 0 0 0 0,0 0 1 0 0,1 0-1 0 0,-1 0 0 0 0,1 0 0 0 0,0 0 1 0 0,-1 0-1 0 0,1 0 0 0 0,0-1 0 0 0,-1 1 0 0 0,1 0 1 0 0,0 0-1 0 0,0-1 0 0 0,0 1 0 0 0,1 1 0 0 0,-1-2-28 0 0,0 0 0 0 0,0 0-1 0 0,-1 0 1 0 0,1 0 0 0 0,0 0-1 0 0,0 0 1 0 0,-1 0 0 0 0,1 0-1 0 0,0 0 1 0 0,0 0 0 0 0,-1-1-1 0 0,1 1 1 0 0,0 0-1 0 0,0 0 1 0 0,-1-1 0 0 0,1 1-1 0 0,0 0 1 0 0,-1-1 0 0 0,1 1-1 0 0,-1-1 1 0 0,2 0 0 0 0,0-1 42 0 0,0 0 1 0 0,-1 0-1 0 0,1 0 0 0 0,0 0 1 0 0,-1 0-1 0 0,1 0 1 0 0,-1 0-1 0 0,0-1 1 0 0,0 1-1 0 0,0 0 0 0 0,0-1 1 0 0,0 1-1 0 0,0-1 1 0 0,-1 1-1 0 0,1-6 1 0 0,-1 5-77 0 0,0-1 1 0 0,-1 0-1 0 0,1 1 1 0 0,-1-1-1 0 0,0 1 1 0 0,0-1-1 0 0,0 1 1 0 0,0 0-1 0 0,-1-1 1 0 0,0 1 0 0 0,1 0-1 0 0,-1 0 1 0 0,0 0-1 0 0,0 0 1 0 0,-1 0-1 0 0,1 0 1 0 0,-1 1-1 0 0,1-1 1 0 0,-1 1-1 0 0,0 0 1 0 0,0 0-1 0 0,0 0 1 0 0,0 0 0 0 0,0 0-1 0 0,0 0 1 0 0,-1 1-1 0 0,1 0 1 0 0,-7-2-1 0 0,3 1-224 0 0,0 0 0 0 0,0 1 0 0 0,0 0 0 0 0,-1 0 0 0 0,1 1 0 0 0,0 0 0 0 0,0 0 0 0 0,-1 0 0 0 0,1 1 0 0 0,0 0 0 0 0,0 1 0 0 0,-1 0 0 0 0,-8 3 0 0 0,6 0-88 0 0,0 0 0 0 0,0 1-1 0 0,1 0 1 0 0,0 0 0 0 0,1 1-1 0 0,-1 0 1 0 0,1 1 0 0 0,1-1 0 0 0,-1 2-1 0 0,1-1 1 0 0,-10 18 0 0 0,6-8-2549 0 0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2.2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257 41 6449 0 0,'-5'-2'118'0'0,"-1"0"-1"0"0,1 1 1 0 0,0-1-1 0 0,-1 1 1 0 0,1 0-1 0 0,0 1 1 0 0,-1-1 0 0 0,1 1-1 0 0,-1 0 1 0 0,1 1-1 0 0,-1-1 1 0 0,1 1-1 0 0,-1 0 1 0 0,1 0-1 0 0,0 1 1 0 0,-9 3-1 0 0,7-1 23 0 0,0 0-1 0 0,0 1 1 0 0,0-1-1 0 0,0 2 1 0 0,1-1-1 0 0,0 0 1 0 0,1 1-1 0 0,-1 0 1 0 0,1 1-1 0 0,-6 7 1 0 0,0 6 10 0 0,0 0 1 0 0,1 0 0 0 0,0 1 0 0 0,2 0 0 0 0,1 0 0 0 0,1 1 0 0 0,-5 26 0 0 0,7-26-186 0 0,2 0 0 0 0,0 0-1 0 0,1 0 1 0 0,2 0 0 0 0,0 0 0 0 0,5 25-1 0 0,-5-38 89 0 0,1 0 0 0 0,0 0-1 0 0,1 0 1 0 0,0 0-1 0 0,0 0 1 0 0,1-1 0 0 0,0 0-1 0 0,1 0 1 0 0,-1 0-1 0 0,2 0 1 0 0,-1-1 0 0 0,1 1-1 0 0,0-1 1 0 0,1-1-1 0 0,-1 1 1 0 0,1-1 0 0 0,11 7-1 0 0,-15-11 32 0 0,0 0-1 0 0,1-1 1 0 0,-1 1-1 0 0,1-1 1 0 0,-1 1-1 0 0,1-1 1 0 0,0 0-1 0 0,-1-1 1 0 0,1 1 0 0 0,0-1-1 0 0,0 1 1 0 0,0-1-1 0 0,0 0 1 0 0,-1 0-1 0 0,1-1 1 0 0,4 0-1 0 0,-2-1 5 0 0,0 0 0 0 0,0 0 0 0 0,0 0 0 0 0,-1-1 0 0 0,1 0 0 0 0,-1 0 0 0 0,0-1 0 0 0,0 1 0 0 0,5-6 0 0 0,6-6 121 0 0,-1 0 0 0 0,-1-2 0 0 0,-1 0 0 0 0,19-29 0 0 0,-16 20-630 0 0,-2-1 1 0 0,0 0-1 0 0,19-56 0 0 0,-27 63 10 0 0,-1 1-1 0 0,-1-2 1 0 0,0 1-1 0 0,-2 0 0 0 0,0-1 1 0 0,-2-35-1 0 0,0 53 353 0 0,0 1 0 0 0,-1-1 0 0 0,1 0-1 0 0,-1 1 1 0 0,1-1 0 0 0,-1 1 0 0 0,0-1 0 0 0,0 1-1 0 0,0-1 1 0 0,0 1 0 0 0,0 0 0 0 0,0 0 0 0 0,-1-1 0 0 0,1 1-1 0 0,-1 0 1 0 0,1 0 0 0 0,-1 0 0 0 0,-2-2 0 0 0,2 4 44 0 0,0-1 0 0 0,0 0 0 0 0,1 0 1 0 0,-1 1-1 0 0,0-1 0 0 0,0 1 0 0 0,0 0 0 0 0,0-1 1 0 0,0 1-1 0 0,1 0 0 0 0,-1 0 0 0 0,0 0 1 0 0,0 0-1 0 0,0 1 0 0 0,0-1 0 0 0,0 0 1 0 0,0 1-1 0 0,1-1 0 0 0,-1 1 0 0 0,0 0 1 0 0,0 0-1 0 0,1-1 0 0 0,-1 1 0 0 0,0 0 1 0 0,-1 2-1 0 0,-11 7 95 0 0,0 1 1 0 0,1 0 0 0 0,0 0-1 0 0,1 1 1 0 0,1 1-1 0 0,0 0 1 0 0,-9 15-1 0 0,-8 14 210 0 0,-22 49 0 0 0,42-78-140 0 0,2 0-1 0 0,0 1 1 0 0,0 0-1 0 0,1 0 1 0 0,1 0-1 0 0,-3 18 1 0 0,7-29-91 0 0,-1 0 0 0 0,1 0 0 0 0,0 0 1 0 0,0 0-1 0 0,0 1 0 0 0,0-1 0 0 0,1 0 0 0 0,-1 0 1 0 0,1 0-1 0 0,0 0 0 0 0,0 0 0 0 0,0 0 0 0 0,0 0 1 0 0,0 0-1 0 0,1-1 0 0 0,-1 1 0 0 0,1 0 0 0 0,0-1 1 0 0,0 1-1 0 0,0-1 0 0 0,0 1 0 0 0,0-1 0 0 0,1 0 1 0 0,-1 0-1 0 0,0 0 0 0 0,1 0 0 0 0,0-1 1 0 0,-1 1-1 0 0,1-1 0 0 0,0 1 0 0 0,0-1 0 0 0,0 0 1 0 0,0 0-1 0 0,0 0 0 0 0,5 0 0 0 0,-2 0 20 0 0,-1 0 1 0 0,1 0-1 0 0,-1-1 0 0 0,1 0 0 0 0,-1 0 0 0 0,1 0 1 0 0,-1-1-1 0 0,1 1 0 0 0,-1-2 0 0 0,0 1 0 0 0,1 0 1 0 0,8-5-1 0 0,-5 2 21 0 0,0-1 1 0 0,0 0-1 0 0,-1-1 1 0 0,0 0-1 0 0,0 0 1 0 0,12-12-1 0 0,-7 4-86 0 0,-1 0-1 0 0,0-1 0 0 0,-1-1 1 0 0,0 0-1 0 0,-1-1 1 0 0,14-34-1 0 0,-20 40-246 0 0,-1 0-1 0 0,0 0 0 0 0,-1-1 0 0 0,0 1 1 0 0,-1-1-1 0 0,-1 1 0 0 0,1-1 0 0 0,-2 1 1 0 0,0-1-1 0 0,0 0 0 0 0,-4-15 1 0 0,3 18-93 0 0,-1-1 1 0 0,0 1 0 0 0,0 0-1 0 0,-1 0 1 0 0,0 0 0 0 0,0 1-1 0 0,-1-1 1 0 0,0 1 0 0 0,-1 0-1 0 0,1 1 1 0 0,-2-1 0 0 0,1 1 0 0 0,-1 0-1 0 0,-9-6 1 0 0,14 11 249 0 0,-1 0 0 0 0,0 0 1 0 0,0 1-1 0 0,0-1 0 0 0,1 1 0 0 0,-1 0 0 0 0,-1 0 0 0 0,1 0 1 0 0,0 0-1 0 0,0 0 0 0 0,0 1 0 0 0,0-1 0 0 0,-1 1 1 0 0,1 0-1 0 0,0 0 0 0 0,0 0 0 0 0,-5 1 0 0 0,3 1 158 0 0,0-1-1 0 0,0 1 1 0 0,0 0-1 0 0,1 0 1 0 0,-1 0-1 0 0,1 1 0 0 0,-1 0 1 0 0,1-1-1 0 0,0 2 1 0 0,-5 3-1 0 0,1 1 187 0 0,1 0-1 0 0,-1 1 1 0 0,2 0 0 0 0,-1 0-1 0 0,1 0 1 0 0,0 1-1 0 0,1 0 1 0 0,0 0 0 0 0,-5 16-1 0 0,7-14-48 0 0,1 0 0 0 0,0 1 0 0 0,1-1 0 0 0,0 0 0 0 0,1 1-1 0 0,0-1 1 0 0,1 0 0 0 0,1 0 0 0 0,0 1 0 0 0,0-1 0 0 0,1 0 0 0 0,1-1 0 0 0,7 19-1 0 0,-8-24-150 0 0,-1 0-1 0 0,2 0 1 0 0,-1 0-1 0 0,0-1 1 0 0,1 1-1 0 0,0-1 0 0 0,0 1 1 0 0,1-1-1 0 0,-1-1 1 0 0,1 1-1 0 0,0-1 1 0 0,1 1-1 0 0,-1-2 0 0 0,1 1 1 0 0,-1 0-1 0 0,1-1 1 0 0,0 0-1 0 0,0-1 1 0 0,1 1-1 0 0,-1-1 1 0 0,1 0-1 0 0,-1-1 0 0 0,1 1 1 0 0,-1-1-1 0 0,1-1 1 0 0,9 1-1 0 0,-10-2-121 0 0,0 1 0 0 0,0-1 0 0 0,0-1 0 0 0,0 1 0 0 0,0-1 0 0 0,-1 0 0 0 0,1 0 0 0 0,-1 0 0 0 0,1-1 0 0 0,-1 0 0 0 0,0 0 0 0 0,7-6 0 0 0,-4 3 67 0 0,0-2 1 0 0,-1 1 0 0 0,0-1-1 0 0,0 0 1 0 0,-1 0 0 0 0,9-15-1 0 0,-3-2 49 0 0,0 1-1 0 0,-2-1 0 0 0,-1-1 1 0 0,10-44-1 0 0,-19 70-60 0 0,6-25-58 0 0,4-45-1 0 0,-9 64 43 0 0,-1-1 0 0 0,0 0 0 0 0,0 0 0 0 0,-1 1-1 0 0,1-1 1 0 0,-2 0 0 0 0,1 1 0 0 0,-1-1 0 0 0,0 1-1 0 0,0-1 1 0 0,-7-11 0 0 0,8 16 7 0 0,0 0-1 0 0,0 0 1 0 0,-1 0-1 0 0,1 1 1 0 0,-1-1-1 0 0,0 0 1 0 0,0 1-1 0 0,1-1 1 0 0,-1 1-1 0 0,0-1 1 0 0,0 1-1 0 0,0 0 1 0 0,0 0-1 0 0,-1 0 1 0 0,1 0-1 0 0,0 0 1 0 0,0 1-1 0 0,-1-1 1 0 0,1 1-1 0 0,0-1 1 0 0,-1 1-1 0 0,1 0 1 0 0,0 0-1 0 0,-1 0 1 0 0,1 0-1 0 0,0 0 1 0 0,-1 0-1 0 0,1 1 1 0 0,0-1-1 0 0,-1 1 1 0 0,1 0-1 0 0,0 0 1 0 0,0 0-1 0 0,0 0 1 0 0,-3 1-1 0 0,-3 3-88 0 0,0-1 0 0 0,0 1 0 0 0,0 1 0 0 0,1 0 0 0 0,0 0 0 0 0,0 0 0 0 0,-10 12 0 0 0,7-5-875 0 0,1 1 0 0 0,0-1 0 0 0,-8 18 0 0 0,-1 12-3012 0 0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3.6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41 145 9218 0 0,'-2'4'81'0'0,"1"0"0"0"0,0-1 1 0 0,0 1-1 0 0,0 0 0 0 0,0 1 0 0 0,0-1 1 0 0,1 8-1 0 0,-1-5-19 0 0,-11 68-656 0 0,4-35-250 0 0,-3 60 0 0 0,10-89 1054 0 0,1 0 1 0 0,1 1-1 0 0,0-1 0 0 0,0 0 1 0 0,1 0-1 0 0,1 0 1 0 0,-1 0-1 0 0,2-1 0 0 0,0 1 1 0 0,5 11-1 0 0,-7-18-75 0 0,0 0 1 0 0,0-1-1 0 0,1 1 1 0 0,-1-1-1 0 0,1 1 0 0 0,-1-1 1 0 0,1 0-1 0 0,0 0 0 0 0,0 0 1 0 0,1 0-1 0 0,-1 0 0 0 0,0-1 1 0 0,1 0-1 0 0,0 0 0 0 0,-1 0 1 0 0,1 0-1 0 0,0 0 0 0 0,0-1 1 0 0,0 1-1 0 0,0-1 1 0 0,1 0-1 0 0,-1 0 0 0 0,0-1 1 0 0,0 0-1 0 0,0 1 0 0 0,6-2 1 0 0,-2 0 11 0 0,0 0 1 0 0,-1-1 0 0 0,1-1-1 0 0,-1 1 1 0 0,0-1-1 0 0,0 0 1 0 0,0-1 0 0 0,0 0-1 0 0,0 0 1 0 0,-1 0-1 0 0,0-1 1 0 0,0 0 0 0 0,9-9-1 0 0,20-21-39 0 0,-2-2-1 0 0,42-62 1 0 0,-61 78-811 0 0,-2 0 1 0 0,0-1-1 0 0,-1 0 1 0 0,-1-1 0 0 0,-1 0-1 0 0,12-48 1 0 0,-20 67 412 0 0,-1 0 1 0 0,1 1-1 0 0,-1-1 0 0 0,0 0 0 0 0,0 0 1 0 0,0 0-1 0 0,-1 0 0 0 0,1 0 1 0 0,-3-7-1 0 0,3 11 225 0 0,0-1 1 0 0,0 0-1 0 0,-1 1 1 0 0,1-1-1 0 0,0 1 1 0 0,-1-1-1 0 0,1 1 1 0 0,0-1-1 0 0,-1 1 1 0 0,1-1-1 0 0,-1 1 1 0 0,1-1-1 0 0,-1 1 1 0 0,1 0-1 0 0,-1-1 1 0 0,1 1-1 0 0,-1 0 1 0 0,1-1-1 0 0,-1 1 1 0 0,0 0 0 0 0,1 0-1 0 0,-1-1 1 0 0,1 1-1 0 0,-2 0 1 0 0,0 0 16 0 0,1 0 0 0 0,-1 1 0 0 0,1-1 0 0 0,-1 0 0 0 0,1 1 0 0 0,-1-1 0 0 0,1 1 0 0 0,-1 0 1 0 0,1 0-1 0 0,-1-1 0 0 0,1 1 0 0 0,0 0 0 0 0,-1 0 0 0 0,-1 2 0 0 0,-13 11 52 0 0,0 2-1 0 0,1 0 1 0 0,0 1-1 0 0,-23 35 1 0 0,-38 82 1867 0 0,73-128-1667 0 0,0 0 1 0 0,1 0-1 0 0,0 0 1 0 0,0 0-1 0 0,0 1 1 0 0,1-1-1 0 0,0 1 1 0 0,0-1-1 0 0,1 1 1 0 0,0-1-1 0 0,0 7 1 0 0,1-10-87 0 0,-1-1 1 0 0,0 0 0 0 0,1 0-1 0 0,0 0 1 0 0,-1 0 0 0 0,1 0-1 0 0,0 0 1 0 0,0 0 0 0 0,0 0 0 0 0,0-1-1 0 0,0 1 1 0 0,1 0 0 0 0,-1 0-1 0 0,0-1 1 0 0,1 1 0 0 0,0-1-1 0 0,-1 1 1 0 0,1-1 0 0 0,0 0-1 0 0,-1 0 1 0 0,1 0 0 0 0,0 0 0 0 0,0 0-1 0 0,0 0 1 0 0,0 0 0 0 0,0 0-1 0 0,0-1 1 0 0,0 1 0 0 0,0-1-1 0 0,1 0 1 0 0,-1 0 0 0 0,0 1-1 0 0,0-1 1 0 0,0 0 0 0 0,0-1-1 0 0,4 0 1 0 0,2 0-162 0 0,0 0-1 0 0,-1-1 1 0 0,1 0 0 0 0,0-1-1 0 0,-1 0 1 0 0,0 0 0 0 0,0 0-1 0 0,0-1 1 0 0,0 0-1 0 0,0 0 1 0 0,-1-1 0 0 0,0 0-1 0 0,0 0 1 0 0,0 0 0 0 0,0-1-1 0 0,-1 0 1 0 0,0 0-1 0 0,-1 0 1 0 0,1-1 0 0 0,-1 0-1 0 0,0 0 1 0 0,-1 0 0 0 0,4-9-1 0 0,-2 6-336 0 0,-2 0-1 0 0,1 0 1 0 0,-1 0-1 0 0,-1 0 0 0 0,0 0 1 0 0,0-1-1 0 0,-1 1 1 0 0,0-1-1 0 0,-1 1 1 0 0,0-1-1 0 0,-1 1 0 0 0,0-1 1 0 0,-1 1-1 0 0,0 0 1 0 0,0 0-1 0 0,-1-1 1 0 0,-6-11-1 0 0,8 20 394 0 0,0-1-1 0 0,0 1 1 0 0,0-1 0 0 0,-1 1-1 0 0,1 0 1 0 0,-1 0-1 0 0,0 0 1 0 0,0 0 0 0 0,1 0-1 0 0,-1 0 1 0 0,-1 0-1 0 0,1 1 1 0 0,0-1 0 0 0,0 1-1 0 0,0-1 1 0 0,-1 1-1 0 0,-2-1 1 0 0,3 1 37 0 0,0 1 0 0 0,0 0 0 0 0,-1 0 0 0 0,1 0 0 0 0,0 0 0 0 0,0 0 1 0 0,0 0-1 0 0,0 0 0 0 0,0 1 0 0 0,0-1 0 0 0,0 1 0 0 0,0-1 0 0 0,0 1 0 0 0,1 0 0 0 0,-1 0 0 0 0,0 0 0 0 0,-3 2 0 0 0,0 0 33 0 0,1 1 0 0 0,-1 0-1 0 0,1 1 1 0 0,0-1 0 0 0,0 1-1 0 0,1-1 1 0 0,-1 1 0 0 0,1 0-1 0 0,0 0 1 0 0,0 1 0 0 0,0-1 0 0 0,1 1-1 0 0,-3 10 1 0 0,2 0 26 0 0,0 0-1 0 0,1 0 1 0 0,1 0 0 0 0,1 0-1 0 0,0 1 1 0 0,3 19 0 0 0,-2-29 0 0 0,0 1 0 0 0,1-1 0 0 0,-1 1 0 0 0,2-1 0 0 0,-1 0 0 0 0,1 0 0 0 0,0 0 0 0 0,0 0 0 0 0,1 0 0 0 0,0-1 0 0 0,0 1 0 0 0,1-1 1 0 0,0 0-1 0 0,0-1 0 0 0,7 7 0 0 0,-10-9-37 0 0,1-1 1 0 0,0 0-1 0 0,0 0 1 0 0,0-1-1 0 0,0 1 1 0 0,0 0-1 0 0,0-1 1 0 0,1 0-1 0 0,-1 0 1 0 0,0 0-1 0 0,1 0 1 0 0,-1 0-1 0 0,1-1 1 0 0,-1 0-1 0 0,1 1 1 0 0,-1-1-1 0 0,1-1 1 0 0,-1 1-1 0 0,1 0 1 0 0,-1-1-1 0 0,1 0 1 0 0,-1 0-1 0 0,0 0 1 0 0,1 0-1 0 0,-1 0 1 0 0,0-1-1 0 0,6-3 1 0 0,-4 2 46 0 0,0-1 0 0 0,-1 0 1 0 0,1 0-1 0 0,-1 0 0 0 0,0 0 1 0 0,0-1-1 0 0,0 0 0 0 0,-1 0 1 0 0,0 0-1 0 0,0 0 1 0 0,0 0-1 0 0,0-1 0 0 0,-1 1 1 0 0,0-1-1 0 0,2-7 0 0 0,-1-3-252 0 0,0 0 0 0 0,-1-1-1 0 0,-1 1 1 0 0,-1-1-1 0 0,0 1 1 0 0,-4-26 0 0 0,3 35 62 0 0,0-1 1 0 0,-1 1 0 0 0,0-1-1 0 0,0 1 1 0 0,0-1 0 0 0,-1 1-1 0 0,0 0 1 0 0,-1 0 0 0 0,1 1-1 0 0,-1-1 1 0 0,-1 1 0 0 0,1-1-1 0 0,-1 1 1 0 0,0 1 0 0 0,-12-11-1 0 0,14 14-46 0 0,-1 0-1 0 0,1 0 1 0 0,-1 1-1 0 0,0 0 1 0 0,1-1-1 0 0,-1 1 1 0 0,0 1 0 0 0,0-1-1 0 0,0 1 1 0 0,0-1-1 0 0,0 1 1 0 0,0 0-1 0 0,0 0 1 0 0,0 1-1 0 0,1-1 1 0 0,-1 1-1 0 0,0 0 1 0 0,0 0-1 0 0,0 0 1 0 0,1 1 0 0 0,-1-1-1 0 0,0 1 1 0 0,1 0-1 0 0,0 0 1 0 0,-1 0-1 0 0,-3 3 1 0 0,-7 5-98 0 0,0 1-1 0 0,1 1 1 0 0,0 0 0 0 0,-17 20 0 0 0,19-19 270 0 0,1-1 0 0 0,1 2 0 0 0,0-1 0 0 0,1 1 0 0 0,0 1 0 0 0,1-1 1 0 0,-9 30-1 0 0,14-40 42 0 0,1 1 0 0 0,0-1 0 0 0,0 1 0 0 0,0-1 0 0 0,1 1 0 0 0,0-1 0 0 0,0 1 0 0 0,0-1 0 0 0,0 1 0 0 0,1-1 0 0 0,-1 1 0 0 0,1-1 0 0 0,0 1 0 0 0,1-1 0 0 0,-1 1 0 0 0,1-1 0 0 0,0 0 0 0 0,0 0 0 0 0,0 0 0 0 0,0 0 0 0 0,1 0 0 0 0,0-1 0 0 0,0 1 0 0 0,0-1 0 0 0,0 1 0 0 0,0-1 0 0 0,1 0 0 0 0,-1 0 0 0 0,1-1 0 0 0,0 1 0 0 0,0-1 0 0 0,6 3 0 0 0,-3-1 8 0 0,0-1 1 0 0,1 0-1 0 0,-1 0 1 0 0,1-1-1 0 0,-1 1 1 0 0,1-2-1 0 0,0 1 1 0 0,0-1-1 0 0,0-1 1 0 0,0 1-1 0 0,0-1 1 0 0,-1-1-1 0 0,1 0 1 0 0,0 0-1 0 0,10-2 1 0 0,-8-1 45 0 0,-1 1 1 0 0,0-1-1 0 0,-1 0 1 0 0,1-1-1 0 0,-1 0 1 0 0,0 0-1 0 0,0-1 1 0 0,0 0-1 0 0,-1 0 1 0 0,0-1-1 0 0,8-9 1 0 0,-3 2-117 0 0,-2-1 1 0 0,0 0-1 0 0,0-1 1 0 0,-1 0-1 0 0,-1 0 1 0 0,-1-1-1 0 0,0 0 1 0 0,-1 0-1 0 0,-1-1 1 0 0,-1 0-1 0 0,0 0 1 0 0,2-35-1 0 0,-6 31-248 0 0,-1 0-1 0 0,-4-33 0 0 0,4 49 137 0 0,0 0 0 0 0,0 0 0 0 0,-1 0 0 0 0,0 0 0 0 0,0 0 0 0 0,0 1 0 0 0,-1-1 0 0 0,1 0 0 0 0,-1 1 0 0 0,-1 0 0 0 0,1 0 0 0 0,-1 0 0 0 0,-7-8 0 0 0,9 12 27 0 0,0 0-1 0 0,1 0 1 0 0,-1 0-1 0 0,0 0 1 0 0,0 0-1 0 0,1 0 1 0 0,-1 1-1 0 0,0-1 1 0 0,0 1-1 0 0,0-1 1 0 0,0 1-1 0 0,0 0 1 0 0,0 0-1 0 0,0 0 1 0 0,0 0-1 0 0,1 0 1 0 0,-1 0-1 0 0,0 0 1 0 0,0 1-1 0 0,0-1 1 0 0,0 1-1 0 0,0 0 1 0 0,0-1-1 0 0,-3 3 1 0 0,-2 1-373 0 0,0 0 0 0 0,1 0 1 0 0,-1 1-1 0 0,-9 9 1 0 0,-12 13-3876 0 0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4.9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122 356 10594 0 0,'-4'-41'-408'0'0,"-2"-16"615"0"0,6 55-129 0 0,0 0 0 0 0,-1 0 0 0 0,0-1 1 0 0,1 1-1 0 0,-1 0 0 0 0,0 0 0 0 0,0 1 0 0 0,0-1 0 0 0,0 0 1 0 0,-1 0-1 0 0,1 0 0 0 0,0 1 0 0 0,-1-1 0 0 0,1 1 0 0 0,-1-1 1 0 0,0 1-1 0 0,1 0 0 0 0,-1-1 0 0 0,0 1 0 0 0,-4-2 1 0 0,5 3-26 0 0,-1 0 0 0 0,0-1 1 0 0,0 1-1 0 0,0 0 1 0 0,1 0-1 0 0,-1 0 1 0 0,0 0-1 0 0,0 0 0 0 0,0 1 1 0 0,1-1-1 0 0,-1 1 1 0 0,0-1-1 0 0,0 1 1 0 0,1-1-1 0 0,-1 1 0 0 0,0 0 1 0 0,1 0-1 0 0,-1 0 1 0 0,1 0-1 0 0,-1 0 1 0 0,1 0-1 0 0,-1 0 0 0 0,1 1 1 0 0,0-1-1 0 0,0 0 1 0 0,0 1-1 0 0,0-1 0 0 0,0 1 1 0 0,0-1-1 0 0,0 1 1 0 0,0-1-1 0 0,-1 4 1 0 0,-3 5 178 0 0,1 0 0 0 0,0 0 1 0 0,0 0-1 0 0,-1 11 0 0 0,2-8 6 0 0,0 0 1 0 0,1 1-1 0 0,1-1 0 0 0,0 0 1 0 0,1 0-1 0 0,0 1 0 0 0,1-1 1 0 0,5 26-1 0 0,-5-33-173 0 0,1-1-1 0 0,0 1 1 0 0,0-1-1 0 0,0 1 1 0 0,1-1 0 0 0,0 0-1 0 0,0 0 1 0 0,0 0 0 0 0,0-1-1 0 0,1 1 1 0 0,0-1 0 0 0,0 1-1 0 0,0-1 1 0 0,0 0 0 0 0,1-1-1 0 0,0 1 1 0 0,0-1-1 0 0,0 0 1 0 0,0 0 0 0 0,0-1-1 0 0,0 1 1 0 0,9 2 0 0 0,-5-2-79 0 0,1-1 0 0 0,-1 0 0 0 0,1 0 0 0 0,0-1 0 0 0,0 0 0 0 0,-1 0 0 0 0,1-1 0 0 0,0-1 0 0 0,0 0 1 0 0,0 0-1 0 0,-1-1 0 0 0,1 0 0 0 0,0 0 0 0 0,-1-1 0 0 0,0-1 0 0 0,0 0 0 0 0,0 0 0 0 0,0 0 0 0 0,-1-1 0 0 0,1-1 1 0 0,-1 1-1 0 0,0-1 0 0 0,-1 0 0 0 0,0-1 0 0 0,0 0 0 0 0,0 0 0 0 0,8-12 0 0 0,-2 1-253 0 0,-1 0 0 0 0,0-1 0 0 0,-1-1 0 0 0,11-26 0 0 0,-19 39 175 0 0,-1 0 0 0 0,0 0 0 0 0,0 0 1 0 0,0 0-1 0 0,-1 0 0 0 0,0 0 0 0 0,0 0 1 0 0,0-1-1 0 0,-1 1 0 0 0,-1 0 0 0 0,1 0 0 0 0,-1-1 1 0 0,0 1-1 0 0,-1 0 0 0 0,1 0 0 0 0,-2 0 1 0 0,-2-7-1 0 0,4 12 17 0 0,1 0 0 0 0,-1 1 0 0 0,0-1 0 0 0,0 1 0 0 0,0-1 0 0 0,0 1 0 0 0,-1-1 0 0 0,1 1 0 0 0,0 0-1 0 0,0 0 1 0 0,-1 0 0 0 0,1-1 0 0 0,-1 1 0 0 0,1 0 0 0 0,-1 1 0 0 0,0-1 0 0 0,1 0 0 0 0,-1 0 0 0 0,0 1 0 0 0,1-1 0 0 0,-1 1 0 0 0,0-1 0 0 0,-3 1 0 0 0,1 0-50 0 0,0 0 0 0 0,0 1 1 0 0,0 0-1 0 0,0-1 0 0 0,0 2 0 0 0,0-1 1 0 0,0 0-1 0 0,1 1 0 0 0,-1-1 0 0 0,-5 4 0 0 0,-5 5-268 0 0,0 0-1 0 0,1 0 0 0 0,0 1 0 0 0,-13 14 0 0 0,-3 6-150 0 0,-38 52 0 0 0,56-67 585 0 0,1-1 0 0 0,1 2 1 0 0,0 0-1 0 0,1 0 0 0 0,-11 34 0 0 0,18-49 36 0 0,1 0 1 0 0,-1 0-1 0 0,1 1 1 0 0,-1-1-1 0 0,1 0 0 0 0,0 1 1 0 0,0-1-1 0 0,0 1 1 0 0,0-1-1 0 0,0 0 1 0 0,0 1-1 0 0,1-1 0 0 0,-1 0 1 0 0,1 1-1 0 0,0-1 1 0 0,-1 0-1 0 0,1 0 0 0 0,0 0 1 0 0,0 1-1 0 0,1-1 1 0 0,-1 0-1 0 0,0 0 1 0 0,1-1-1 0 0,2 4 0 0 0,-2-3-18 0 0,0-1 0 0 0,0 0 0 0 0,0 0-1 0 0,0-1 1 0 0,0 1 0 0 0,0 0 0 0 0,0-1-1 0 0,0 1 1 0 0,0-1 0 0 0,0 0 0 0 0,0 1 0 0 0,0-1-1 0 0,0 0 1 0 0,1 0 0 0 0,-1 0 0 0 0,0-1-1 0 0,0 1 1 0 0,0 0 0 0 0,0-1 0 0 0,0 0-1 0 0,0 1 1 0 0,0-1 0 0 0,0 0 0 0 0,0 0-1 0 0,0 0 1 0 0,0 0 0 0 0,1-2 0 0 0,10-6-154 0 0,0-1 0 0 0,-1-1 0 0 0,0 0 1 0 0,0-1-1 0 0,-2 0 0 0 0,1 0 0 0 0,14-25 1 0 0,-9 11-135 0 0,-1-1 0 0 0,-1-1 1 0 0,11-34-1 0 0,-20 47-129 0 0,0-1-1 0 0,-2 1 0 0 0,1-1 0 0 0,-2 0 0 0 0,1-20 1 0 0,-3 29 119 0 0,0 0 1 0 0,0 0-1 0 0,-1 0 1 0 0,0 0-1 0 0,0 0 1 0 0,0 0 0 0 0,-1 0-1 0 0,0 0 1 0 0,-1 1-1 0 0,1-1 1 0 0,-1 1-1 0 0,-1 0 1 0 0,1-1 0 0 0,-6-6-1 0 0,8 11 186 0 0,-1 1 0 0 0,1 0 0 0 0,0 0-1 0 0,0 0 1 0 0,-1 0 0 0 0,1 0 0 0 0,0 0 0 0 0,-1 0 0 0 0,1 0-1 0 0,-1 1 1 0 0,0-1 0 0 0,1 0 0 0 0,-1 1 0 0 0,1 0 0 0 0,-1-1-1 0 0,0 1 1 0 0,1 0 0 0 0,-1 0 0 0 0,0 0 0 0 0,-1 0 0 0 0,-1 0-4 0 0,0 1 1 0 0,0 0-1 0 0,0 0 1 0 0,0 0-1 0 0,0 0 1 0 0,0 1-1 0 0,0-1 1 0 0,-3 3-1 0 0,-5 4 67 0 0,0 0-1 0 0,0 1 1 0 0,-16 16-1 0 0,8-5 265 0 0,1 0 1 0 0,0 2-1 0 0,2 0 0 0 0,1 1 0 0 0,1 1 0 0 0,0 0 0 0 0,2 1 1 0 0,1 0-1 0 0,-13 42 0 0 0,24-64-165 0 0,1 1 0 0 0,-1-1 0 0 0,1 0 0 0 0,0 1 0 0 0,0-1 0 0 0,0 0 0 0 0,1 1 0 0 0,-1-1 0 0 0,1 0 1 0 0,0 1-1 0 0,0-1 0 0 0,0 0 0 0 0,2 3 0 0 0,-3-5-69 0 0,0 0 1 0 0,1 0 0 0 0,-1-1-1 0 0,0 1 1 0 0,1-1 0 0 0,-1 1-1 0 0,1 0 1 0 0,-1-1 0 0 0,1 1-1 0 0,0-1 1 0 0,-1 1-1 0 0,1-1 1 0 0,-1 1 0 0 0,1-1-1 0 0,0 0 1 0 0,-1 1 0 0 0,1-1-1 0 0,0 0 1 0 0,0 1 0 0 0,-1-1-1 0 0,1 0 1 0 0,1 0 0 0 0,0 0-29 0 0,-1 0 0 0 0,0-1 0 0 0,0 1 0 0 0,1 0 0 0 0,-1-1 0 0 0,0 0 0 0 0,0 1 0 0 0,0-1 0 0 0,0 0 0 0 0,1 1 0 0 0,-1-1 0 0 0,0 0 0 0 0,0 0 0 0 0,-1 0 0 0 0,1 0 0 0 0,0 0 0 0 0,0 0 0 0 0,1-2 0 0 0,7-11-239 0 0,0-1 1 0 0,-1 0-1 0 0,0 0 1 0 0,-1 0-1 0 0,-1-1 1 0 0,-1 0-1 0 0,0-1 1 0 0,4-26-1 0 0,-5 17-184 0 0,-1 0-1 0 0,-2 0 0 0 0,0-1 1 0 0,-7-49-1 0 0,6 71 385 0 0,-12-56-196 0 0,11 59 223 0 0,0-1 0 0 0,1 1 0 0 0,-1-1-1 0 0,0 1 1 0 0,0-1 0 0 0,0 1 0 0 0,-1 0-1 0 0,1-1 1 0 0,0 1 0 0 0,-1 0 0 0 0,0 0-1 0 0,1 0 1 0 0,-1 0 0 0 0,0 0 0 0 0,0 1-1 0 0,0-1 1 0 0,0 0 0 0 0,-1 1 0 0 0,-2-2-1 0 0,3 3 56 0 0,0 0 0 0 0,1 0-1 0 0,-1 0 1 0 0,0 0 0 0 0,0 0-1 0 0,0 1 1 0 0,1-1-1 0 0,-1 0 1 0 0,0 1 0 0 0,0 0-1 0 0,1-1 1 0 0,-1 1 0 0 0,1 0-1 0 0,-1 0 1 0 0,1 0-1 0 0,-1 0 1 0 0,1 0 0 0 0,-1 0-1 0 0,1 0 1 0 0,0 1 0 0 0,-1-1-1 0 0,1 0 1 0 0,0 1-1 0 0,0-1 1 0 0,0 1 0 0 0,0-1-1 0 0,1 1 1 0 0,-2 2 0 0 0,-2 4 254 0 0,0 0 0 0 0,0 0 1 0 0,1 0-1 0 0,-3 13 1 0 0,2-6 13 0 0,1 0 1 0 0,1 0-1 0 0,0 0 1 0 0,1 0 0 0 0,1 0-1 0 0,0 0 1 0 0,1 0-1 0 0,0 0 1 0 0,2 0-1 0 0,0 0 1 0 0,0 0-1 0 0,1 0 1 0 0,1-1 0 0 0,1 0-1 0 0,0 0 1 0 0,1 0-1 0 0,0-1 1 0 0,1 0-1 0 0,0 0 1 0 0,15 16 0 0 0,-9-12-61 0 0,2-1 0 0 0,-1 0 0 0 0,33 23 0 0 0,-23-22-485 0 0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6.1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298 10 7834 0 0,'3'-9'1223'0'0,"-14"20"1082"0"0,-38 72-1361 0 0,-34 60-1029 0 0,70-115 70 0 0,0 0 1 0 0,1 0-1 0 0,-9 39 1 0 0,18-51 168 0 0,0 0 0 0 0,0 0 0 0 0,2 1 0 0 0,0-1 0 0 0,2 26 0 0 0,0-32 22 0 0,0-1 1 0 0,1 1-1 0 0,0-1 1 0 0,0 0-1 0 0,1 1 0 0 0,1-1 1 0 0,-1 0-1 0 0,1-1 0 0 0,1 1 1 0 0,9 14-1 0 0,-13-21-124 0 0,1 0-1 0 0,0 0 1 0 0,-1-1-1 0 0,1 1 1 0 0,0-1-1 0 0,0 1 1 0 0,0-1-1 0 0,0 1 1 0 0,0-1-1 0 0,0 0 1 0 0,0 0-1 0 0,0 0 1 0 0,1 0-1 0 0,-1-1 1 0 0,0 1-1 0 0,1 0 1 0 0,-1-1-1 0 0,3 1 1 0 0,0-1 12 0 0,-1 0 1 0 0,1-1-1 0 0,-1 1 1 0 0,1-1-1 0 0,-1 0 1 0 0,0 0-1 0 0,1-1 1 0 0,-1 1-1 0 0,4-3 1 0 0,6-3 66 0 0,0-1 1 0 0,-1 0-1 0 0,0-1 0 0 0,17-16 1 0 0,-11 9-244 0 0,-2-2-1 0 0,0 0 1 0 0,17-23 0 0 0,-29 34-145 0 0,0 0 0 0 0,0 0 0 0 0,-1 0 0 0 0,0 0 0 0 0,-1-1 0 0 0,1 0 0 0 0,-1 1 0 0 0,-1-1-1 0 0,0 0 1 0 0,0-1 0 0 0,0 1 0 0 0,-1 0 0 0 0,0-11 0 0 0,-1 18 182 0 0,0-1 0 0 0,0 1 0 0 0,0-1 0 0 0,0 1 0 0 0,0-1 0 0 0,0 1 0 0 0,0 0 0 0 0,-1-1 0 0 0,1 1 0 0 0,-1-1 0 0 0,1 1 0 0 0,-1-1 0 0 0,0 1 0 0 0,1 0 0 0 0,-1 0 0 0 0,0-1 0 0 0,0 1 0 0 0,0 0 0 0 0,0 0 0 0 0,0 0-1 0 0,0 0 1 0 0,0 0 0 0 0,0 0 0 0 0,0 0 0 0 0,-1 0 0 0 0,1 0 0 0 0,0 1 0 0 0,-1-1 0 0 0,1 0 0 0 0,0 1 0 0 0,-1-1 0 0 0,1 1 0 0 0,-1 0 0 0 0,1-1 0 0 0,-1 1 0 0 0,1 0 0 0 0,-1 0 0 0 0,1 0 0 0 0,-1 0 0 0 0,1 0 0 0 0,-1 0 0 0 0,1 0 0 0 0,-1 1 0 0 0,1-1 0 0 0,0 0 0 0 0,-3 2 0 0 0,-5 1-88 0 0,1 0 0 0 0,-1 0 1 0 0,1 1-1 0 0,1 1 0 0 0,-1-1 1 0 0,-11 10-1 0 0,0 1 166 0 0,0 2-1 0 0,2 0 0 0 0,0 1 1 0 0,-17 26-1 0 0,24-31 115 0 0,1 1 1 0 0,0 0-1 0 0,1 1 0 0 0,1 0 1 0 0,0 0-1 0 0,1 1 1 0 0,-4 19-1 0 0,8-28-34 0 0,2 0 0 0 0,-1-1 0 0 0,1 1-1 0 0,0-1 1 0 0,0 1 0 0 0,1 0 0 0 0,0-1 0 0 0,0 1 0 0 0,0-1-1 0 0,1 1 1 0 0,0-1 0 0 0,4 10 0 0 0,-4-13 12 0 0,0 1-1 0 0,-1-1 1 0 0,1 0-1 0 0,1 1 1 0 0,-1-1 0 0 0,0 0-1 0 0,1 0 1 0 0,-1-1-1 0 0,1 1 1 0 0,0 0 0 0 0,0-1-1 0 0,0 0 1 0 0,0 1-1 0 0,1-1 1 0 0,-1-1 0 0 0,1 1-1 0 0,-1 0 1 0 0,1-1-1 0 0,-1 0 1 0 0,1 0 0 0 0,0 0-1 0 0,7 1 1 0 0,-8-2-36 0 0,1-1 0 0 0,0 1 1 0 0,0-1-1 0 0,0 0 0 0 0,-1 0 1 0 0,1 0-1 0 0,-1 0 0 0 0,1-1 1 0 0,-1 0-1 0 0,1 1 0 0 0,-1-1 1 0 0,0-1-1 0 0,0 1 0 0 0,0 0 1 0 0,0-1-1 0 0,0 1 1 0 0,0-1-1 0 0,2-3 0 0 0,7-8 59 0 0,-1-1-1 0 0,13-20 1 0 0,-22 31-113 0 0,7-10-183 0 0,-1-2-1 0 0,-1 1 0 0 0,0-1 0 0 0,-1-1 0 0 0,-1 1 0 0 0,4-19 0 0 0,-6 22-90 0 0,-1 1-1 0 0,-1-1 0 0 0,0 0 0 0 0,0 0 0 0 0,-1 0 0 0 0,-1 0 0 0 0,0 0 0 0 0,-6-23 1 0 0,6 33 242 0 0,0 0 1 0 0,0 0 0 0 0,0 0-1 0 0,0 0 1 0 0,0 1 0 0 0,-1-1-1 0 0,1 0 1 0 0,-1 0 0 0 0,0 1-1 0 0,0-1 1 0 0,0 1 0 0 0,0 0 0 0 0,0-1-1 0 0,0 1 1 0 0,-6-3 0 0 0,6 4 5 0 0,0 0 0 0 0,-1 0 1 0 0,1 0-1 0 0,-1 0 1 0 0,1 1-1 0 0,0-1 1 0 0,-1 1-1 0 0,0-1 1 0 0,1 1-1 0 0,-1 0 0 0 0,1 0 1 0 0,-1 0-1 0 0,1 1 1 0 0,-1-1-1 0 0,-4 2 1 0 0,0 0-51 0 0,0 1 1 0 0,-1 0 0 0 0,1 1-1 0 0,1-1 1 0 0,-1 2 0 0 0,1-1-1 0 0,-1 1 1 0 0,1-1 0 0 0,0 2 0 0 0,1-1-1 0 0,-8 10 1 0 0,0 1 10 0 0,1 1 0 0 0,1 1 0 0 0,1 0 0 0 0,1 0 0 0 0,0 1 0 0 0,-12 38 1 0 0,18-46 213 0 0,0 0 1 0 0,0 0 0 0 0,1 0 0 0 0,1 1 0 0 0,0-1 0 0 0,0 0 0 0 0,1 1 0 0 0,1-1 0 0 0,0 0 0 0 0,0 0 0 0 0,1 1 0 0 0,1-1-1 0 0,0 0 1 0 0,5 13 0 0 0,-6-20-86 0 0,-1-1 0 0 0,1 1 0 0 0,0-1 0 0 0,0 0 0 0 0,0 1 0 0 0,1-1-1 0 0,-1 0 1 0 0,1-1 0 0 0,0 1 0 0 0,0 0 0 0 0,0-1 0 0 0,0 1 0 0 0,0-1 0 0 0,0 0-1 0 0,1 0 1 0 0,-1-1 0 0 0,1 1 0 0 0,-1-1 0 0 0,1 1 0 0 0,6 0 0 0 0,-7-1-29 0 0,1-1 0 0 0,0 0 0 0 0,-1 0 1 0 0,1-1-1 0 0,-1 1 0 0 0,1-1 1 0 0,0 0-1 0 0,-1 0 0 0 0,1 0 0 0 0,-1 0 1 0 0,1 0-1 0 0,-1-1 0 0 0,0 0 1 0 0,0 0-1 0 0,0 0 0 0 0,0 0 0 0 0,0 0 1 0 0,0 0-1 0 0,0-1 0 0 0,-1 1 1 0 0,5-7-1 0 0,4-4-123 0 0,-2-1-1 0 0,0 0 1 0 0,0-1 0 0 0,-2 0 0 0 0,1 0 0 0 0,-2-1-1 0 0,0 0 1 0 0,-1 0 0 0 0,-1 0 0 0 0,0-1 0 0 0,-1 1-1 0 0,-1-1 1 0 0,0-30 0 0 0,-3 19-51 0 0,0 0 0 0 0,-2 1 0 0 0,-1-1 0 0 0,-1 1-1 0 0,-2 0 1 0 0,0 0 0 0 0,-19-42 0 0 0,24 63 254 0 0,-1 0 0 0 0,1 1-1 0 0,-2-1 1 0 0,1 1 0 0 0,-1 0 0 0 0,1 0-1 0 0,-1 0 1 0 0,-1 0 0 0 0,1 0 0 0 0,-1 1 0 0 0,0 0-1 0 0,0 0 1 0 0,-9-5 0 0 0,10 7-32 0 0,-1 0 1 0 0,1 0-1 0 0,-1 1 0 0 0,0 0 1 0 0,0 0-1 0 0,0 0 0 0 0,0 0 1 0 0,0 1-1 0 0,1 0 0 0 0,-1 0 1 0 0,0 0-1 0 0,0 1 0 0 0,0-1 1 0 0,0 1-1 0 0,0 0 0 0 0,0 1 1 0 0,1-1-1 0 0,-6 4 0 0 0,-7 2-189 0 0,0 1 0 0 0,1 1 0 0 0,-18 14 0 0 0,-17 17-3784 0 0,19-10-453 0 0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7.1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268 7 5065 0 0,'-9'5'142'0'0,"1"1"-1"0"0,0-1 1 0 0,0 1 0 0 0,1 1-1 0 0,-1-1 1 0 0,2 1-1 0 0,-1 0 1 0 0,-10 16 0 0 0,-4 2 73 0 0,9-12-41 0 0,-75 91 1234 0 0,76-88-1094 0 0,1-1-1 0 0,0 1 0 0 0,1 1 0 0 0,1-1 1 0 0,-8 23-1 0 0,15-36-261 0 0,0-1 1 0 0,0 1 0 0 0,0-1-1 0 0,1 1 1 0 0,-1 0 0 0 0,1-1-1 0 0,0 1 1 0 0,0-1 0 0 0,0 1-1 0 0,0 0 1 0 0,0-1-1 0 0,0 1 1 0 0,1 0 0 0 0,-1-1-1 0 0,1 1 1 0 0,0-1 0 0 0,0 1-1 0 0,0-1 1 0 0,0 1 0 0 0,0-1-1 0 0,0 0 1 0 0,1 0 0 0 0,-1 1-1 0 0,3 1 1 0 0,-2-2-3 0 0,0-1 1 0 0,0 0 0 0 0,0 1-1 0 0,1-1 1 0 0,-1 0-1 0 0,0-1 1 0 0,0 1 0 0 0,0 0-1 0 0,1-1 1 0 0,-1 1-1 0 0,0-1 1 0 0,1 0-1 0 0,-1 1 1 0 0,1-1 0 0 0,-1 0-1 0 0,0-1 1 0 0,1 1-1 0 0,-1 0 1 0 0,0-1 0 0 0,1 1-1 0 0,-1-1 1 0 0,0 0-1 0 0,0 0 1 0 0,1 0 0 0 0,-1 0-1 0 0,4-2 1 0 0,5-4 234 0 0,0-1 1 0 0,0 0 0 0 0,0-1-1 0 0,-1 0 1 0 0,0 0-1 0 0,-1-1 1 0 0,9-13-1 0 0,53-80-98 0 0,-71 102-190 0 0,7-9-325 0 0,-1 1 1 0 0,-1-2-1 0 0,1 1 0 0 0,-2-1 0 0 0,1 0 0 0 0,-2 0 0 0 0,1 0 0 0 0,-1 0 1 0 0,-1-1-1 0 0,0 1 0 0 0,0-17 0 0 0,-2 28 273 0 0,0-1 0 0 0,0 1 0 0 0,0-1 0 0 0,0 1 0 0 0,0-1 0 0 0,0 0 0 0 0,0 1 0 0 0,0-1 0 0 0,0 1 0 0 0,0-1 0 0 0,0 1 0 0 0,-1-1 0 0 0,1 1 0 0 0,0-1 0 0 0,0 1 1 0 0,-1-1-1 0 0,1 1 0 0 0,0-1 0 0 0,-1 1 0 0 0,1-1 0 0 0,0 1 0 0 0,-1 0 0 0 0,1-1 0 0 0,-1 1 0 0 0,1 0 0 0 0,0-1 0 0 0,-1 1 0 0 0,1 0 0 0 0,-2-1 0 0 0,-13 7-797 0 0,-11 23 693 0 0,4 7 956 0 0,2 1 0 0 0,2 1 0 0 0,1 1 0 0 0,2 0 0 0 0,-10 43 0 0 0,24-75-652 0 0,-1-1-1 0 0,1 0 1 0 0,0 1-1 0 0,0-1 1 0 0,0 1 0 0 0,1 0-1 0 0,0-1 1 0 0,1 1 0 0 0,-1-1-1 0 0,1 1 1 0 0,2 7 0 0 0,-2-12-66 0 0,0 1 1 0 0,1-1-1 0 0,-1 1 1 0 0,0-1-1 0 0,1 0 1 0 0,-1 1-1 0 0,1-1 1 0 0,0 0-1 0 0,0 0 1 0 0,0 0-1 0 0,0 0 0 0 0,0 0 1 0 0,0-1-1 0 0,0 1 1 0 0,1-1-1 0 0,-1 1 1 0 0,1-1-1 0 0,-1 0 1 0 0,1 0-1 0 0,-1 0 1 0 0,1 0-1 0 0,0 0 1 0 0,-1-1-1 0 0,1 1 1 0 0,0-1-1 0 0,0 0 1 0 0,-1 0-1 0 0,7 0 1 0 0,-2-1 46 0 0,1 0 0 0 0,-1 0 0 0 0,0-1 0 0 0,1 0 0 0 0,-1 0 0 0 0,0-1 0 0 0,0 0 0 0 0,0 0 0 0 0,-1-1 0 0 0,1 0 0 0 0,-1 0 0 0 0,0 0 0 0 0,0-1 0 0 0,0 0 0 0 0,-1 0 0 0 0,0-1-1 0 0,0 1 1 0 0,0-1 0 0 0,5-8 0 0 0,4-7-201 0 0,0-1 0 0 0,-2 0 0 0 0,0 0 0 0 0,12-36 0 0 0,-15 35-147 0 0,-2 0 0 0 0,7-36 0 0 0,-13 51 109 0 0,0 0 1 0 0,0 0-1 0 0,0 0 0 0 0,-1 0 1 0 0,0 0-1 0 0,-1 0 1 0 0,0-1-1 0 0,0 1 0 0 0,-1 0 1 0 0,0 1-1 0 0,-3-11 0 0 0,4 17 58 0 0,0-1 0 0 0,0 1 0 0 0,0-1 0 0 0,0 1-1 0 0,0-1 1 0 0,0 1 0 0 0,0 0 0 0 0,0 0 0 0 0,-1-1-1 0 0,1 1 1 0 0,0 0 0 0 0,-1 0 0 0 0,1 0-1 0 0,-1 0 1 0 0,1 1 0 0 0,-1-1 0 0 0,0 0 0 0 0,1 1-1 0 0,-1-1 1 0 0,0 1 0 0 0,1-1 0 0 0,-1 1 0 0 0,0 0-1 0 0,0 0 1 0 0,1 0 0 0 0,-1 0 0 0 0,0 0 0 0 0,0 0-1 0 0,1 0 1 0 0,-1 1 0 0 0,0-1 0 0 0,1 0 0 0 0,-1 1-1 0 0,0 0 1 0 0,1-1 0 0 0,-1 1 0 0 0,-1 1-1 0 0,-4 1-86 0 0,0 1-1 0 0,0 0 0 0 0,0 0 0 0 0,0 1 0 0 0,1 0 0 0 0,-11 10 0 0 0,8-4 126 0 0,0 0 0 0 0,0 0 0 0 0,1 0 0 0 0,1 1-1 0 0,0 1 1 0 0,0-1 0 0 0,2 1 0 0 0,-1 0 0 0 0,1 0-1 0 0,1 1 1 0 0,1-1 0 0 0,0 1 0 0 0,1 0 0 0 0,0 0-1 0 0,1 0 1 0 0,0 0 0 0 0,1 0 0 0 0,4 26 0 0 0,-2-28 45 0 0,0 0 0 0 0,1-1 0 0 0,1 1 0 0 0,0-1 1 0 0,0 0-1 0 0,1 0 0 0 0,0 0 0 0 0,1 0 0 0 0,0-1 0 0 0,1 0 1 0 0,0-1-1 0 0,1 1 0 0 0,0-1 0 0 0,0-1 0 0 0,1 1 1 0 0,0-2-1 0 0,1 1 0 0 0,-1-1 0 0 0,1 0 0 0 0,1-1 0 0 0,-1-1 1 0 0,16 7-1 0 0,-18-9 57 0 0,0 0 1 0 0,0-1 0 0 0,0-1-1 0 0,0 1 1 0 0,0-1-1 0 0,0 0 1 0 0,1-1-1 0 0,-1 0 1 0 0,0 0-1 0 0,0-1 1 0 0,0 0 0 0 0,1 0-1 0 0,-1-1 1 0 0,0 0-1 0 0,-1-1 1 0 0,1 0-1 0 0,0 0 1 0 0,-1 0-1 0 0,0-1 1 0 0,1 0 0 0 0,-1-1-1 0 0,-1 1 1 0 0,1-1-1 0 0,8-9 1 0 0,-5 4 52 0 0,0 0 0 0 0,0-1 1 0 0,-1 0-1 0 0,-1-1 0 0 0,0 0 0 0 0,-1-1 0 0 0,0 1 1 0 0,0-1-1 0 0,-2 0 0 0 0,1-1 0 0 0,-2 0 1 0 0,0 1-1 0 0,3-19 0 0 0,-4 5-51 0 0,0 0 0 0 0,-2-1 0 0 0,-4-49 1 0 0,2 65-117 0 0,-1 0 1 0 0,0 1-1 0 0,-1-1 1 0 0,0 1-1 0 0,0 0 1 0 0,-1 0-1 0 0,-1 0 1 0 0,0 0-1 0 0,0 1 1 0 0,-1-1-1 0 0,-10-11 1 0 0,13 18-15 0 0,-1 1 1 0 0,0 0-1 0 0,0 0 1 0 0,0 0-1 0 0,-1 0 1 0 0,1 1-1 0 0,-1-1 1 0 0,1 1-1 0 0,-1 0 0 0 0,0 1 1 0 0,0-1-1 0 0,0 1 1 0 0,0 0-1 0 0,0 0 1 0 0,0 1-1 0 0,0-1 1 0 0,0 1-1 0 0,0 0 1 0 0,0 1-1 0 0,-1-1 1 0 0,1 1-1 0 0,0 0 1 0 0,-7 2-1 0 0,-1 1-15 0 0,0 0 0 0 0,0 1-1 0 0,1 0 1 0 0,0 1 0 0 0,0 0-1 0 0,0 1 1 0 0,-19 14 0 0 0,24-15-110 0 0,1 0 1 0 0,0 0-1 0 0,0 1 1 0 0,0 0-1 0 0,1 0 1 0 0,0 1-1 0 0,0-1 1 0 0,1 1-1 0 0,0 0 1 0 0,0 0-1 0 0,1 0 1 0 0,0 1-1 0 0,1-1 1 0 0,-2 11-1 0 0,-2 12-5217 0 0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8.3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173 141 6913 0 0,'-6'-25'544'0'0,"4"14"-418"0"0,0 1 0 0 0,0 0 0 0 0,-1 0 0 0 0,0 1-1 0 0,-1-1 1 0 0,0 0 0 0 0,-1 1 0 0 0,0 0-1 0 0,-7-10 1 0 0,12 19-75 0 0,-1-1-1 0 0,0 0 1 0 0,0 0-1 0 0,0 1 1 0 0,0-1 0 0 0,0 0-1 0 0,0 1 1 0 0,0-1-1 0 0,0 1 1 0 0,0 0-1 0 0,0-1 1 0 0,0 1 0 0 0,0 0-1 0 0,0-1 1 0 0,0 1-1 0 0,0 0 1 0 0,-1 0-1 0 0,1 0 1 0 0,0 0 0 0 0,0 0-1 0 0,0 0 1 0 0,0 0-1 0 0,0 1 1 0 0,0-1-1 0 0,-1 0 1 0 0,1 1-1 0 0,0-1 1 0 0,0 0 0 0 0,0 1-1 0 0,0-1 1 0 0,0 1-1 0 0,0 0 1 0 0,0-1-1 0 0,1 1 1 0 0,-1 0 0 0 0,0 0-1 0 0,0-1 1 0 0,0 1-1 0 0,1 0 1 0 0,-1 0-1 0 0,0 0 1 0 0,0 1 0 0 0,-5 6 266 0 0,0-1 1 0 0,1 2-1 0 0,-7 13 1 0 0,10-19-237 0 0,-6 12 117 0 0,1 0 0 0 0,0 0 0 0 0,1 1-1 0 0,0-1 1 0 0,2 2 0 0 0,0-1 0 0 0,0 0-1 0 0,2 1 1 0 0,-1 22 0 0 0,3-34-178 0 0,1 0 1 0 0,0 0-1 0 0,0-1 1 0 0,0 1-1 0 0,1 0 1 0 0,0-1-1 0 0,0 0 0 0 0,0 1 1 0 0,0-1-1 0 0,1 0 1 0 0,0 0-1 0 0,0 0 1 0 0,0 0-1 0 0,0-1 0 0 0,0 1 1 0 0,1-1-1 0 0,0 0 1 0 0,-1 0-1 0 0,1 0 1 0 0,0 0-1 0 0,1-1 1 0 0,-1 1-1 0 0,0-1 0 0 0,8 2 1 0 0,-7-1 71 0 0,1-1 0 0 0,-1-1 0 0 0,1 1 0 0 0,0-1 0 0 0,0 0 0 0 0,0 0 0 0 0,0-1 0 0 0,-1 1 1 0 0,1-1-1 0 0,0-1 0 0 0,0 1 0 0 0,0-1 0 0 0,0 0 0 0 0,0 0 0 0 0,-1-1 0 0 0,1 0 0 0 0,0 0 0 0 0,-1 0 0 0 0,10-5 1 0 0,-4-2-144 0 0,0 0 0 0 0,0-1 0 0 0,0 0 1 0 0,-1-1-1 0 0,-1 0 0 0 0,0 0 0 0 0,13-23 1 0 0,-15 22-383 0 0,0 0 1 0 0,-2 0 0 0 0,1-1-1 0 0,-2 0 1 0 0,1 0 0 0 0,-2 0-1 0 0,0-1 1 0 0,2-18 0 0 0,-5 31 371 0 0,0-1 0 0 0,1 0 0 0 0,-1 1 0 0 0,0-1 0 0 0,0 1 1 0 0,0-1-1 0 0,-1 0 0 0 0,1 1 0 0 0,0-1 0 0 0,-1 1 0 0 0,1-1 1 0 0,-1 1-1 0 0,0-3 0 0 0,1 4 50 0 0,-1 0 1 0 0,1 0-1 0 0,0-1 0 0 0,0 1 1 0 0,-1 0-1 0 0,1 0 0 0 0,0 0 1 0 0,-1 0-1 0 0,1 0 1 0 0,0 0-1 0 0,-1 0 0 0 0,1 0 1 0 0,0-1-1 0 0,-1 1 0 0 0,1 0 1 0 0,0 0-1 0 0,-1 1 1 0 0,1-1-1 0 0,0 0 0 0 0,-1 0 1 0 0,1 0-1 0 0,0 0 0 0 0,-1 0 1 0 0,1 0-1 0 0,0 0 0 0 0,-1 0 1 0 0,1 1-1 0 0,0-1 1 0 0,-1 0-1 0 0,1 0 0 0 0,0 0 1 0 0,0 1-1 0 0,-1-1 0 0 0,1 0 1 0 0,0 1-1 0 0,-4 2 32 0 0,0 1-1 0 0,1 0 1 0 0,0 0-1 0 0,0 0 1 0 0,0 0-1 0 0,-3 7 1 0 0,-10 22 518 0 0,-16 49 1 0 0,28-69-412 0 0,0 0-1 0 0,1 0 1 0 0,0 0-1 0 0,1 1 0 0 0,1-1 1 0 0,0 1-1 0 0,1 15 1 0 0,1-25-75 0 0,-1 0 1 0 0,1-1-1 0 0,0 1 1 0 0,1 0-1 0 0,-1-1 1 0 0,0 1 0 0 0,1-1-1 0 0,0 1 1 0 0,0-1-1 0 0,0 0 1 0 0,0 0-1 0 0,0 1 1 0 0,1-2-1 0 0,-1 1 1 0 0,1 0-1 0 0,0 0 1 0 0,0-1-1 0 0,0 0 1 0 0,0 1-1 0 0,0-1 1 0 0,1 0-1 0 0,-1-1 1 0 0,1 1-1 0 0,-1-1 1 0 0,1 1-1 0 0,0-1 1 0 0,-1 0 0 0 0,1 0-1 0 0,0-1 1 0 0,0 1-1 0 0,-1-1 1 0 0,1 0-1 0 0,0 0 1 0 0,0 0-1 0 0,0 0 1 0 0,0-1-1 0 0,-1 0 1 0 0,1 1-1 0 0,0-1 1 0 0,-1-1-1 0 0,1 1 1 0 0,0 0-1 0 0,-1-1 1 0 0,1 0-1 0 0,-1 0 1 0 0,0 0-1 0 0,0 0 1 0 0,0 0 0 0 0,0-1-1 0 0,0 1 1 0 0,3-5-1 0 0,5-7-87 0 0,0-1-1 0 0,-1 1 1 0 0,-1-2 0 0 0,0 1-1 0 0,-1-2 1 0 0,-1 1-1 0 0,0-1 1 0 0,7-29 0 0 0,-12 35-159 0 0,0 0 1 0 0,0 1 0 0 0,-2-1 0 0 0,1 0 0 0 0,-1 0-1 0 0,-3-21 1 0 0,2 26-9 0 0,0 0 0 0 0,-1-1 0 0 0,0 1 0 0 0,0 0 0 0 0,-1 0 0 0 0,0 0 0 0 0,0 0 0 0 0,0 1-1 0 0,-1-1 1 0 0,1 1 0 0 0,-1 0 0 0 0,-6-7 0 0 0,8 10 162 0 0,-1 0 0 0 0,1 0-1 0 0,-1 0 1 0 0,1 0 0 0 0,-1 0-1 0 0,0 1 1 0 0,0-1 0 0 0,0 1-1 0 0,1 0 1 0 0,-1-1 0 0 0,-1 1-1 0 0,1 1 1 0 0,0-1 0 0 0,0 0-1 0 0,0 1 1 0 0,0 0 0 0 0,-6-1-1 0 0,4 2 48 0 0,-1 0 1 0 0,1 0-1 0 0,-1 0 0 0 0,0 1 0 0 0,1 0 0 0 0,0 0 0 0 0,-1 0 1 0 0,1 0-1 0 0,-6 5 0 0 0,-4 3 42 0 0,0 1 0 0 0,0 1 0 0 0,1 0 1 0 0,1 1-1 0 0,-12 15 0 0 0,9-10-11 0 0,2 0 0 0 0,-17 30 1 0 0,27-43 65 0 0,1 0 1 0 0,0 1 0 0 0,1-1 0 0 0,-1 1 0 0 0,1 0 0 0 0,0 0 0 0 0,1-1-1 0 0,-1 1 1 0 0,1 0 0 0 0,1 1 0 0 0,-1-1 0 0 0,1 0 0 0 0,0 0 0 0 0,1 10-1 0 0,0-13-41 0 0,0 0 0 0 0,0 0 0 0 0,0 0 0 0 0,1 0 0 0 0,-1 0 0 0 0,1 0 0 0 0,0 0-1 0 0,0 0 1 0 0,0-1 0 0 0,0 1 0 0 0,0-1 0 0 0,1 1 0 0 0,-1-1 0 0 0,1 0-1 0 0,-1 0 1 0 0,1 0 0 0 0,0 0 0 0 0,0-1 0 0 0,0 1 0 0 0,0-1 0 0 0,0 0-1 0 0,0 0 1 0 0,0 0 0 0 0,1 0 0 0 0,-1 0 0 0 0,0 0 0 0 0,6-1 0 0 0,0 1-114 0 0,0-1 1 0 0,0 0 0 0 0,0 0-1 0 0,-1-1 1 0 0,1-1 0 0 0,0 1-1 0 0,-1-1 1 0 0,1-1 0 0 0,9-3-1 0 0,-7 0 75 0 0,0 0-1 0 0,-1 0 0 0 0,1-1 0 0 0,-1 0 0 0 0,-1-1 1 0 0,0 0-1 0 0,0-1 0 0 0,0 0 0 0 0,9-13 0 0 0,-13 15-20 0 0,0 0-1 0 0,0 0 0 0 0,0 0 0 0 0,-1-1 1 0 0,0 0-1 0 0,-1 0 0 0 0,0 0 0 0 0,0 0 1 0 0,0 0-1 0 0,-1-1 0 0 0,-1 1 0 0 0,1-1 1 0 0,-2 0-1 0 0,1-8 0 0 0,-1 15 0 0 0,0 0-1 0 0,0 1 1 0 0,0-1 0 0 0,0 1-1 0 0,0-1 1 0 0,0 0 0 0 0,-1 1-1 0 0,1-1 1 0 0,-1 1-1 0 0,1-1 1 0 0,-1 1 0 0 0,0-1-1 0 0,0 1 1 0 0,1 0 0 0 0,-1-1-1 0 0,0 1 1 0 0,0 0-1 0 0,0-1 1 0 0,0 1 0 0 0,-1 0-1 0 0,1 0 1 0 0,0 0 0 0 0,0 0-1 0 0,-1 0 1 0 0,1 0-1 0 0,0 1 1 0 0,-1-1 0 0 0,1 0-1 0 0,-1 1 1 0 0,1-1 0 0 0,-1 1-1 0 0,-2-1 1 0 0,2 1-2 0 0,0 0 1 0 0,0 0 0 0 0,0 1-1 0 0,0-1 1 0 0,0 0-1 0 0,0 1 1 0 0,0 0-1 0 0,0-1 1 0 0,0 1 0 0 0,1 0-1 0 0,-1 0 1 0 0,0 0-1 0 0,0 0 1 0 0,1 1 0 0 0,-1-1-1 0 0,1 0 1 0 0,-1 1-1 0 0,1-1 1 0 0,0 1 0 0 0,-1-1-1 0 0,1 1 1 0 0,0-1-1 0 0,0 1 1 0 0,0 0 0 0 0,-1 2-1 0 0,-3 9-155 0 0,0 0 0 0 0,1 1-1 0 0,1-1 1 0 0,0 0 0 0 0,1 1-1 0 0,-1 15 1 0 0,1-2-198 0 0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2.7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76 2328 0 0,'6'-7'209'0'0,"-3"2"-209"0"0,1 0 0 0 0,-3 1 0 0 0,1 2 0 0 0,0 1 0 0 0,0-1 0 0 0,1-2 0 0 0,2-3 0 0 0,2 0 0 0 0,0 0 0 0 0,0 0 0 0 0,-1 2 0 0 0,-3 2 0 0 0,1-3 0 0 0,-3 3 0 0 0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3.1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438 26 6913 0 0,'-1'-2'141'0'0,"1"1"0"0"0,-1 0 0 0 0,1-1 0 0 0,-1 1-1 0 0,0 0 1 0 0,1-1 0 0 0,-1 1 0 0 0,0 0 0 0 0,0 0-1 0 0,0 0 1 0 0,0 0 0 0 0,0 0 0 0 0,0 0-1 0 0,0 0 1 0 0,-1 0 0 0 0,1 0 0 0 0,0 0 0 0 0,0 0-1 0 0,-1 1 1 0 0,1-1 0 0 0,0 1 0 0 0,-1-1-1 0 0,1 1 1 0 0,-1-1 0 0 0,-1 1 0 0 0,-1 1-3 0 0,1-1 1 0 0,0 2-1 0 0,-1-1 0 0 0,1 0 1 0 0,0 1-1 0 0,0-1 0 0 0,0 1 1 0 0,0 0-1 0 0,0 0 1 0 0,-3 2-1 0 0,-27 23 128 0 0,1 1-1 0 0,2 1 1 0 0,-35 43 0 0 0,-1 0 259 0 0,-61 57 1010 0 0,125-128-1522 0 0,1 0-1 0 0,0 0 1 0 0,-1 0 0 0 0,1 1-1 0 0,0-1 1 0 0,0 0-1 0 0,0 0 1 0 0,0 1 0 0 0,0-1-1 0 0,0 1 1 0 0,0-1-1 0 0,1 1 1 0 0,-1-1 0 0 0,1 1-1 0 0,-1 0 1 0 0,1-1-1 0 0,-1 1 1 0 0,1 0 0 0 0,0-1-1 0 0,0 1 1 0 0,0 0-1 0 0,0-1 1 0 0,0 1 0 0 0,0 0-1 0 0,1 2 1 0 0,0-2-89 0 0,0-1 0 0 0,0 1 1 0 0,0-1-1 0 0,1 1 0 0 0,-1-1 1 0 0,1 0-1 0 0,-1 0 0 0 0,1 0 1 0 0,-1 0-1 0 0,1 0 0 0 0,0 0 0 0 0,0 0 1 0 0,-1-1-1 0 0,1 1 0 0 0,0 0 1 0 0,0-1-1 0 0,0 1 0 0 0,0-1 0 0 0,-1 0 1 0 0,1 0-1 0 0,0 0 0 0 0,2 0 1 0 0,54 2-1704 0 0,-42-3 1694 0 0,0 1 0 0 0,-1 1-1 0 0,1 0 1 0 0,-1 1 0 0 0,0 1 0 0 0,1 1-1 0 0,26 9 1 0 0,-28-7 244 0 0,-1 0 0 0 0,0 2-1 0 0,-1-1 1 0 0,0 1 0 0 0,0 1 0 0 0,0 0 0 0 0,18 20-1 0 0,-28-27-103 0 0,1 1-1 0 0,-1 0 0 0 0,0 0 0 0 0,0 1 0 0 0,0-1 1 0 0,-1 0-1 0 0,1 1 0 0 0,-1-1 0 0 0,0 1 0 0 0,0-1 0 0 0,0 1 1 0 0,0 0-1 0 0,0 0 0 0 0,-1 6 0 0 0,0-6-16 0 0,-1-1-1 0 0,0 1 1 0 0,0 0 0 0 0,0-1 0 0 0,0 1-1 0 0,0-1 1 0 0,-1 1 0 0 0,0-1 0 0 0,0 0-1 0 0,0 1 1 0 0,0-1 0 0 0,0 0-1 0 0,0-1 1 0 0,-1 1 0 0 0,0 0 0 0 0,1-1-1 0 0,-6 5 1 0 0,-124 89 1315 0 0,41-32-2614 0 0,85-59-183 0 0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3.5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 57 6913 0 0,'1'-8'282'0'0,"-1"4"-147"0"0,0 0 1 0 0,0 1 0 0 0,1-1 0 0 0,-1 1-1 0 0,1-1 1 0 0,0 0 0 0 0,0 1 0 0 0,1 0-1 0 0,-1-1 1 0 0,1 1 0 0 0,-1 0 0 0 0,3-4-1 0 0,-6 37 2946 0 0,-18 59-637 0 0,9-45-940 0 0,-6 58 0 0 0,-3 159 601 0 0,17-149-7676 0 0,3-62-453 0 0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4.4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362 155 2761 0 0,'-4'-12'629'0'0,"0"-3"227"0"0,-1 0 1 0 0,-1 1 0 0 0,0-1-1 0 0,-1 1 1 0 0,-13-20 0 0 0,18 32-794 0 0,-1-1-1 0 0,1 0 1 0 0,0 0 0 0 0,-1 1 0 0 0,0-1-1 0 0,1 1 1 0 0,-1 0 0 0 0,0 0-1 0 0,0 0 1 0 0,-1 0 0 0 0,1 0 0 0 0,0 1-1 0 0,0 0 1 0 0,-1-1 0 0 0,1 1-1 0 0,-1 0 1 0 0,1 1 0 0 0,-1-1 0 0 0,1 1-1 0 0,-1-1 1 0 0,0 1 0 0 0,1 0-1 0 0,-1 0 1 0 0,1 1 0 0 0,-1-1 0 0 0,0 1-1 0 0,1 0 1 0 0,-1 0 0 0 0,1 0 0 0 0,-5 2-1 0 0,-3 2 70 0 0,-1 1 0 0 0,1 1 0 0 0,0-1 1 0 0,0 2-1 0 0,1 0 0 0 0,-1 0 0 0 0,2 1 0 0 0,0 0 0 0 0,0 0 0 0 0,-15 22 0 0 0,11-14 243 0 0,2 1-1 0 0,0 1 0 0 0,1 0 1 0 0,1 0-1 0 0,-13 40 1 0 0,22-57-359 0 0,-1 1 0 0 0,1 0 0 0 0,0-1 0 0 0,0 1 0 0 0,0-1 0 0 0,0 1 0 0 0,0 0-1 0 0,0-1 1 0 0,1 1 0 0 0,-1-1 0 0 0,1 1 0 0 0,0-1 0 0 0,-1 1 0 0 0,1-1 0 0 0,1 1 0 0 0,-1-1 0 0 0,0 0 0 0 0,0 0 0 0 0,1 0 0 0 0,-1 1 0 0 0,1-1 0 0 0,0-1 0 0 0,0 1 0 0 0,0 0 0 0 0,0 0 0 0 0,0-1 0 0 0,3 3 0 0 0,8 4 108 0 0,0 0 1 0 0,1-1-1 0 0,24 10 0 0 0,-14-7-71 0 0,1 1-97 0 0,0 1-1 0 0,-1 2 1 0 0,0 0-1 0 0,-1 2 0 0 0,22 19 1 0 0,-39-30 25 0 0,0 1 0 0 0,-1 0 0 0 0,1 1 0 0 0,-1-1 0 0 0,-1 1 0 0 0,1 0 0 0 0,-1 0 0 0 0,-1 0 0 0 0,5 12 0 0 0,-6-13 13 0 0,-1-1-1 0 0,0 1 1 0 0,0 0-1 0 0,0 0 1 0 0,-1 0-1 0 0,0 0 1 0 0,0 0-1 0 0,0 0 1 0 0,-1-1-1 0 0,0 1 1 0 0,0 0-1 0 0,0 0 1 0 0,-1-1-1 0 0,-4 10 0 0 0,3-8 64 0 0,-1 0-1 0 0,1-1 1 0 0,-2 1-1 0 0,1-1 1 0 0,-1 0-1 0 0,1 0 0 0 0,-2-1 1 0 0,1 1-1 0 0,-1-1 1 0 0,1-1-1 0 0,-1 1 1 0 0,-1-1-1 0 0,-10 7 0 0 0,-7 0-226 0 0,0-1 0 0 0,-41 12 0 0 0,16-6-3228 0 0,37-13-930 0 0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5.2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24 112 3225 0 0,'50'-46'-805'0'0,"3"-3"6512"0"0,-52 47-5603 0 0,0 1-1 0 0,1 0 0 0 0,-1-1 1 0 0,0 1-1 0 0,1 0 1 0 0,-1 0-1 0 0,1 0 1 0 0,-1 0-1 0 0,1 0 1 0 0,-1 0-1 0 0,1 0 0 0 0,0 1 1 0 0,-1-1-1 0 0,1 1 1 0 0,0-1-1 0 0,-1 1 1 0 0,1-1-1 0 0,0 1 1 0 0,0 0-1 0 0,0 0 0 0 0,2 0 1 0 0,-3 1-37 0 0,0 0 0 0 0,0-1 0 0 0,0 1 0 0 0,0 0 1 0 0,0 0-1 0 0,0 0 0 0 0,0 0 0 0 0,0 0 0 0 0,0 0 0 0 0,0 0 0 0 0,-1 0 0 0 0,1 0 1 0 0,0 0-1 0 0,-1 1 0 0 0,1-1 0 0 0,-1 0 0 0 0,1 0 0 0 0,-1 1 0 0 0,1-1 1 0 0,-1 0-1 0 0,0 1 0 0 0,0-1 0 0 0,0 0 0 0 0,0 1 0 0 0,0-1 0 0 0,0 0 0 0 0,0 3 1 0 0,-1 10-87 0 0,-1 1 0 0 0,0-1 0 0 0,0 0 0 0 0,-1 0 0 0 0,-1 0 0 0 0,-8 18 0 0 0,-40 79-137 0 0,37-81 159 0 0,-60 120 2764 0 0,64-136 617 0 0,29-17-2057 0 0,34-9-1088 0 0,126-22-1437 0 0,-151 31-5443 0 0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6.3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292 70 10138 0 0,'-2'-17'1069'0'0,"1"10"-978"0"0,1 2-1 0 0,-1-1 1 0 0,0 0 0 0 0,0 0-1 0 0,-3-7 1 0 0,4 12-96 0 0,-1 1 0 0 0,1-1 1 0 0,0 1-1 0 0,0-1 0 0 0,-1 1 1 0 0,1-1-1 0 0,-1 1 0 0 0,1-1 1 0 0,0 1-1 0 0,-1-1 0 0 0,1 1 0 0 0,-1-1 1 0 0,1 1-1 0 0,-1 0 0 0 0,1-1 1 0 0,-1 1-1 0 0,1 0 0 0 0,-1-1 0 0 0,0 1 1 0 0,1 0-1 0 0,-1 0 0 0 0,0-1 1 0 0,0 2-8 0 0,-1-1 1 0 0,1 0 0 0 0,0 0-1 0 0,0 0 1 0 0,0 1 0 0 0,0-1-1 0 0,-1 1 1 0 0,1-1 0 0 0,0 1 0 0 0,0-1-1 0 0,0 1 1 0 0,0 0 0 0 0,0-1-1 0 0,0 1 1 0 0,0 0 0 0 0,0 1-1 0 0,-32 29-777 0 0,2 2 0 0 0,-28 38 0 0 0,31-33 2217 0 0,-43 78 0 0 0,66-106-1083 0 0,1-1 1 0 0,-1 1-1 0 0,2 0 1 0 0,-1 0 0 0 0,1 0-1 0 0,-2 15 1 0 0,5-21-297 0 0,-1-1 0 0 0,1 1 0 0 0,0-1 0 0 0,0 0 0 0 0,1 1 0 0 0,-1-1 0 0 0,1 0 1 0 0,-1 1-1 0 0,1-1 0 0 0,0 0 0 0 0,0 0 0 0 0,1 0 0 0 0,-1 1 0 0 0,1-1 0 0 0,-1 0 0 0 0,1-1 0 0 0,0 1 0 0 0,0 0 0 0 0,0-1 0 0 0,0 1 0 0 0,1-1 0 0 0,-1 1 0 0 0,6 3 0 0 0,19 11-223 0 0,53 25 1 0 0,-51-29 58 0 0,-1 2 0 0 0,26 18 0 0 0,-23-10 193 0 0,0 1-1 0 0,27 28 0 0 0,-50-45-52 0 0,-1 1-1 0 0,-1 0 1 0 0,1 0 0 0 0,-1 0-1 0 0,0 0 1 0 0,-1 1-1 0 0,0 0 1 0 0,0 0-1 0 0,-1 1 1 0 0,-1-1 0 0 0,1 1-1 0 0,-1 0 1 0 0,1 10-1 0 0,-3-15 81 0 0,-1 1 0 0 0,0-1 0 0 0,-1 0-1 0 0,1 0 1 0 0,-1 1 0 0 0,0-1 0 0 0,0 0-1 0 0,0 0 1 0 0,-1 0 0 0 0,0 0 0 0 0,0 0-1 0 0,0-1 1 0 0,-4 6 0 0 0,1-2 78 0 0,-1 0-1 0 0,0 0 1 0 0,0-1 0 0 0,-1 0-1 0 0,0 0 1 0 0,-12 9 0 0 0,-4 0-371 0 0,-1-2 0 0 0,-1 0 0 0 0,-48 20 0 0 0,-6-4-4326 0 0,53-21-367 0 0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6.6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18 4289 0 0,'0'0'0'0'0,"0"1"0"0"0,-1-1 0 0 0,1-1 0 0 0,-2-1 0 0 0,5-3-80 0 0,3-6 80 0 0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7.3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111 115 6913 0 0,'-3'1'-95'0'0,"1"1"-1"0"0,0-1 0 0 0,0 0 0 0 0,-1 0 0 0 0,1 0 0 0 0,-1 0 0 0 0,1 0 0 0 0,-1 0 0 0 0,1-1 0 0 0,-1 1 1 0 0,1-1-1 0 0,-1 1 0 0 0,1-1 0 0 0,-1 0 0 0 0,0 0 0 0 0,1-1 0 0 0,-1 1 0 0 0,1 0 0 0 0,-1-1 0 0 0,0 1 0 0 0,1-1 1 0 0,-3-1-1 0 0,3 2 39 0 0,0-1 0 0 0,1 1 0 0 0,-1 0 0 0 0,0 0 0 0 0,1 0 0 0 0,-1 1 0 0 0,0-1 0 0 0,1 0 0 0 0,-1 0 0 0 0,0 1 0 0 0,1-1 1 0 0,-1 1-1 0 0,1 0 0 0 0,-3 1 0 0 0,-19 13 4371 0 0,32-22-3440 0 0,0 0 0 0 0,0 1 0 0 0,1 0-1 0 0,16-8 1 0 0,12-7-167 0 0,-16 8-286 0 0,1 0 1 0 0,0 1-1 0 0,1 1 0 0 0,0 1 0 0 0,34-9 0 0 0,-55 19-413 0 0,0-1-1 0 0,-1 0 1 0 0,1 1-1 0 0,-1 0 1 0 0,1 0-1 0 0,0-1 0 0 0,-1 2 1 0 0,1-1-1 0 0,0 0 1 0 0,-1 0-1 0 0,1 1 1 0 0,-1-1-1 0 0,1 1 1 0 0,-1 0-1 0 0,1 0 0 0 0,-1 0 1 0 0,1 0-1 0 0,-1 0 1 0 0,0 1-1 0 0,0-1 1 0 0,4 4-1 0 0,-3-2-35 0 0,0 0 0 0 0,-1 1-1 0 0,1 0 1 0 0,-1-1 0 0 0,0 1 0 0 0,-1 0-1 0 0,1 0 1 0 0,0 0 0 0 0,-1 0 0 0 0,0 0-1 0 0,0 0 1 0 0,1 6 0 0 0,-1 7-139 0 0,0 0 1 0 0,-1 0-1 0 0,-1-1 1 0 0,0 1-1 0 0,-8 32 0 0 0,2-19 131 0 0,-2 1-1 0 0,-2-1 1 0 0,0-1-1 0 0,-21 39 1 0 0,30-65 47 0 0,-1 1 46 0 0,1 0 0 0 0,0 0 1 0 0,0 1-1 0 0,0-1 0 0 0,0 1 1 0 0,-2 9-1 0 0,7-15-34 0 0,0 0-1 0 0,0 0 1 0 0,-1 0 0 0 0,1 0 0 0 0,-1 0 0 0 0,1-1 0 0 0,-1 1 0 0 0,4-4-1 0 0,-5 5-27 0 0,2-2-8 0 0,0 0-1 0 0,1 0 1 0 0,-1 1 0 0 0,0 0 0 0 0,0-1-1 0 0,1 1 1 0 0,-1 0 0 0 0,1 1 0 0 0,-1-1-1 0 0,1 1 1 0 0,-1-1 0 0 0,1 1 0 0 0,-1 0-1 0 0,1 0 1 0 0,-1 1 0 0 0,1-1 0 0 0,-1 1-1 0 0,5 1 1 0 0,-2 0 2 0 0,-1 0-1 0 0,1 1 1 0 0,-1 0-1 0 0,0 0 1 0 0,0 0-1 0 0,0 0 1 0 0,0 1-1 0 0,-1 0 1 0 0,1 0-1 0 0,4 6 1 0 0,-3-2 8 0 0,0-1 0 0 0,0 1 0 0 0,-1 0 0 0 0,0 0 0 0 0,-1 0 0 0 0,1 1 1 0 0,-2-1-1 0 0,1 1 0 0 0,-1 0 0 0 0,-1 0 0 0 0,1 0 0 0 0,-2 1 0 0 0,2 16 0 0 0,-4-16 70 0 0,-1 0 0 0 0,0 0-1 0 0,0 0 1 0 0,-1-1 0 0 0,0 1 0 0 0,-1-1 0 0 0,0 0-1 0 0,-1 0 1 0 0,0 0 0 0 0,0-1 0 0 0,0 1-1 0 0,-9 8 1 0 0,-8 9 360 0 0,-2-1-1 0 0,-32 26 0 0 0,14-19-1735 0 0,22-17-4226 0 0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1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364 14 5065 0 0,'-2'-1'158'0'0,"1"-1"1"0"0,-1 1-1 0 0,1 0 0 0 0,-1 0 1 0 0,0 0-1 0 0,1 0 0 0 0,-1 0 1 0 0,0 0-1 0 0,0 0 0 0 0,0 1 1 0 0,1-1-1 0 0,-1 1 0 0 0,0-1 1 0 0,0 1-1 0 0,0 0 1 0 0,0 0-1 0 0,0-1 0 0 0,-3 2 1 0 0,0-1 44 0 0,1 1 1 0 0,-1 0 0 0 0,1 0-1 0 0,0 1 1 0 0,0-1 0 0 0,-1 1-1 0 0,-6 4 1 0 0,-3 3 7 0 0,1 0 0 0 0,0 1-1 0 0,-15 15 1 0 0,12-7 156 0 0,0 1-1 0 0,1 0 1 0 0,2 1-1 0 0,0 1 1 0 0,0 0-1 0 0,2 0 1 0 0,1 1-1 0 0,1 1 1 0 0,-9 32-1 0 0,17-53-319 0 0,0 0-1 0 0,1 0 1 0 0,-1 0 0 0 0,1 0-1 0 0,-1 0 1 0 0,1 0 0 0 0,0 1-1 0 0,0-1 1 0 0,0 0 0 0 0,0 0-1 0 0,0 0 1 0 0,1 0 0 0 0,-1 0 0 0 0,0 0-1 0 0,1 0 1 0 0,0 1 0 0 0,-1-1-1 0 0,1 0 1 0 0,0-1 0 0 0,0 1-1 0 0,0 0 1 0 0,1 0 0 0 0,-1 0-1 0 0,0-1 1 0 0,1 1 0 0 0,-1 0-1 0 0,1-1 1 0 0,-1 1 0 0 0,1-1-1 0 0,0 0 1 0 0,-1 0 0 0 0,1 0-1 0 0,0 1 1 0 0,0-1 0 0 0,0-1-1 0 0,0 1 1 0 0,2 1 0 0 0,9 1-39 0 0,-1 0 0 0 0,1-1 0 0 0,1 0 0 0 0,-1 0 0 0 0,14-2 0 0 0,4 2 34 0 0,-14 0-65 0 0,0 0-1 0 0,0 2 1 0 0,0 0-1 0 0,-1 1 1 0 0,0 0-1 0 0,21 11 1 0 0,-31-13 19 0 0,0 0 1 0 0,0 0 0 0 0,0 1-1 0 0,-1 0 1 0 0,1 0 0 0 0,-1 0-1 0 0,0 1 1 0 0,0 0-1 0 0,-1 0 1 0 0,0 0 0 0 0,1 0-1 0 0,-2 1 1 0 0,1 0 0 0 0,-1 0-1 0 0,0 0 1 0 0,0 0-1 0 0,0 0 1 0 0,-1 0 0 0 0,2 8-1 0 0,-4-9 6 0 0,1-1 0 0 0,-1 0-1 0 0,-1 0 1 0 0,1 0-1 0 0,-1 0 1 0 0,1 0 0 0 0,-1 0-1 0 0,0 0 1 0 0,0-1-1 0 0,-1 1 1 0 0,1 0 0 0 0,-1 0-1 0 0,0-1 1 0 0,0 1-1 0 0,0-1 1 0 0,0 1 0 0 0,-1-1-1 0 0,1 0 1 0 0,-1 0 0 0 0,-5 4-1 0 0,-7 7 48 0 0,0-2 0 0 0,-32 21 0 0 0,40-29-34 0 0,-12 9 51 0 0,-1-1 0 0 0,0 0-1 0 0,-1-2 1 0 0,-1-1 0 0 0,1 0 0 0 0,-1-2-1 0 0,0 0 1 0 0,-1-2 0 0 0,0 0-1 0 0,0-2 1 0 0,-28 2 0 0 0,30-3-39 0 0,18-1-330 0 0,0 0 0 0 0,0-1-1 0 0,0 1 1 0 0,-1-1 0 0 0,1 0-1 0 0,0 0 1 0 0,0 0-1 0 0,0 0 1 0 0,-6-2 0 0 0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5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153 1 10594 0 0,'-1'0'157'0'0,"0"0"-1"0"0,0 0 1 0 0,0 0-1 0 0,0 0 0 0 0,-1 0 1 0 0,1 0-1 0 0,0 0 1 0 0,0 0-1 0 0,0 1 0 0 0,0-1 1 0 0,0 0-1 0 0,0 1 1 0 0,-1-1-1 0 0,1 1 0 0 0,0-1 1 0 0,0 1-1 0 0,0 0 1 0 0,0-1-1 0 0,-1 3 1 0 0,-21 24 921 0 0,-11 41-840 0 0,31-61 0 0 0,-18 35 237 0 0,14-29-495 0 0,0 0 1 0 0,0 0-1 0 0,1 1 1 0 0,1 0-1 0 0,1 0 1 0 0,0 0 0 0 0,0 1-1 0 0,-1 14 1 0 0,5-26 29 0 0,0 0 0 0 0,1 0 1 0 0,-1-1-1 0 0,0 1 1 0 0,1 0-1 0 0,0 0 0 0 0,-1-1 1 0 0,1 1-1 0 0,0-1 1 0 0,0 1-1 0 0,1-1 1 0 0,-1 1-1 0 0,0-1 0 0 0,1 1 1 0 0,0-1-1 0 0,-1 0 1 0 0,1 0-1 0 0,2 2 0 0 0,0-1 80 0 0,0-1-1 0 0,0 1 0 0 0,0-1 0 0 0,0 1 1 0 0,0-2-1 0 0,0 1 0 0 0,0 0 0 0 0,1-1 1 0 0,-1 1-1 0 0,6 0 0 0 0,1-1 235 0 0,1 0-1 0 0,-1 0 1 0 0,1-1-1 0 0,0 0 1 0 0,-1-1-1 0 0,1 0 1 0 0,20-6-1 0 0,-3-1-1325 0 0,34-16 0 0 0,-47 16-167 0 0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9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114 1 1840 0 0,'-18'13'14839'0'0,"18"-5"-17127"0"0,-1 23 2895 0 0,-1 0 1 0 0,-2 0-1 0 0,-1-1 1 0 0,-2 1-1 0 0,-11 33 1 0 0,-6 27-467 0 0,-5 92-2748 0 0,23-134-3073 0 0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0.6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1 0 4145 0 0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1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314 56 4577 0 0,'0'-3'83'0'0,"0"1"0"0"0,0-1 0 0 0,0 1 0 0 0,-1-1 0 0 0,1 1 0 0 0,-1-1 0 0 0,0 1 0 0 0,1 0 1 0 0,-1-1-1 0 0,0 1 0 0 0,-1 0 0 0 0,1-1 0 0 0,0 1 0 0 0,-1 0 0 0 0,1 0 0 0 0,-1 0 0 0 0,1 0 0 0 0,-1 1 0 0 0,0-1 0 0 0,-2-1 0 0 0,2 2-15 0 0,1 0 0 0 0,-1 0 0 0 0,0 0 0 0 0,0 0 0 0 0,0 0 0 0 0,1 1-1 0 0,-1-1 1 0 0,0 1 0 0 0,0 0 0 0 0,0-1 0 0 0,0 1 0 0 0,0 0 0 0 0,0 0-1 0 0,0 0 1 0 0,0 1 0 0 0,0-1 0 0 0,0 0 0 0 0,0 1 0 0 0,0-1 0 0 0,1 1 0 0 0,-1 0-1 0 0,0-1 1 0 0,0 1 0 0 0,0 0 0 0 0,1 0 0 0 0,-3 2 0 0 0,-14 10 143 0 0,1 1 0 0 0,1 0-1 0 0,0 2 1 0 0,-25 32 0 0 0,-46 76 1703 0 0,85-122-1833 0 0,0 1 0 0 0,0 0 0 0 0,1-1 0 0 0,-1 1 0 0 0,1 0-1 0 0,0 0 1 0 0,-1 0 0 0 0,2 0 0 0 0,-1 1 0 0 0,0-1 0 0 0,0 0 0 0 0,1 0-1 0 0,0 0 1 0 0,0 1 0 0 0,0-1 0 0 0,0 0 0 0 0,0 0 0 0 0,1 1 0 0 0,-1-1-1 0 0,1 0 1 0 0,0 0 0 0 0,0 0 0 0 0,1 3 0 0 0,1-1-80 0 0,0 0 0 0 0,1-1 0 0 0,-1 1 0 0 0,1-1 0 0 0,0 0 1 0 0,0 0-1 0 0,0-1 0 0 0,1 1 0 0 0,-1-1 0 0 0,1 0 0 0 0,0 0 0 0 0,8 4 0 0 0,-3-2 158 0 0,112 62 194 0 0,-110-59-373 0 0,0 1-1 0 0,0 0 1 0 0,-1 0-1 0 0,-1 1 1 0 0,1 1-1 0 0,-2 0 1 0 0,13 17 0 0 0,-20-26 19 0 0,-1 0 1 0 0,0 0 0 0 0,1 0 0 0 0,-1 0 0 0 0,0 1 0 0 0,0-1 0 0 0,0 0 0 0 0,0 1 0 0 0,-1-1 0 0 0,1 0-1 0 0,-1 1 1 0 0,1-1 0 0 0,-1 1 0 0 0,0-1 0 0 0,0 1 0 0 0,0-1 0 0 0,0 0 0 0 0,0 1 0 0 0,-1-1-1 0 0,1 1 1 0 0,-1-1 0 0 0,1 1 0 0 0,-1-1 0 0 0,-1 3 0 0 0,-1-1 19 0 0,-1 1 1 0 0,1-1-1 0 0,-1 0 1 0 0,0-1 0 0 0,0 1-1 0 0,0-1 1 0 0,0 1-1 0 0,0-1 1 0 0,-1 0-1 0 0,-6 3 1 0 0,-10 5 209 0 0,-1 0 0 0 0,0-2 1 0 0,0 0-1 0 0,-25 6 1 0 0,37-13-517 0 0,0 1 1 0 0,0-1 0 0 0,0-1-1 0 0,0 0 1 0 0,-1-1 0 0 0,1 0-1 0 0,0 0 1 0 0,0-1 0 0 0,0 0-1 0 0,0-1 1 0 0,0 0 0 0 0,-12-4-1 0 0,15 2-1193 0 0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5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83 2761 0 0,'-30'-10'1860'0'0,"30"10"-1794"0"0,0 0 0 0 0,0 0 0 0 0,0 0 0 0 0,-1 0 0 0 0,1-1 66 0 0,0 1-66 0 0,0 0 0 0 0,0 0 0 0 0,0 0 0 0 0,-1 0 0 0 0,1-1 0 0 0,0 1 0 0 0,0 0 0 0 0,0 0 0 0 0,0 0 0 0 0,0-1 0 0 0,0 1 0 0 0,0 0 0 0 0,0 0 0 0 0,0 0 0 0 0,0-1 0 0 0,0 1 0 0 0,0 0 0 0 0,0 0 0 0 0,0 0 0 0 0,0-1 0 0 0,0 1 0 0 0,0 0 0 0 0,0 0 0 0 0,0 0 0 0 0,0-1 0 0 0,0 1 0 0 0,0 0 0 0 0,0 0 0 0 0,0 0 0 0 0,0-1 0 0 0,1 1 0 0 0,15-10 1565 0 0,18-1-990 0 0,0 2-1 0 0,1 0 1 0 0,54-4 0 0 0,-14 2-3425 0 0,-61 9-916 0 0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9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88 18 1840 0 0,'-3'0'-263'0'0,"2"0"345"0"0,1 0 1 0 0,-1 0-1 0 0,0 0 0 0 0,1 0 1 0 0,-1 0-1 0 0,1-1 0 0 0,-1 1 1 0 0,1 0-1 0 0,-1 0 0 0 0,1 0 0 0 0,-1 0 1 0 0,1-1-1 0 0,-1 1 0 0 0,1 0 1 0 0,-1-1-1 0 0,1 1 0 0 0,0 0 1 0 0,-1-1-1 0 0,1 1 0 0 0,-1 0 1 0 0,1-1-1 0 0,0 1 0 0 0,-1-1 0 0 0,1 1 1 0 0,0-1-1 0 0,0 1 0 0 0,-1-1 1 0 0,1 1-1 0 0,0-1 0 0 0,0 1 1 0 0,0-1-1 0 0,-1 1 0 0 0,1-1 0 0 0,0 1 1 0 0,0-1-1 0 0,0 1 0 0 0,0-1 1 0 0,0 1-1 0 0,0-1 0 0 0,0 1 1 0 0,0-1-1 0 0,1 0 0 0 0,-1 0 226 0 0,-1 7-213 0 0,-3 12 20 0 0,0-1 0 0 0,-2-1 0 0 0,0 1 1 0 0,-9 18-1 0 0,4-10 1457 0 0,-12 37 0 0 0,23-61-1467 0 0,0 0-1 0 0,-1 0 0 0 0,1 0 0 0 0,0 0 0 0 0,0 0 0 0 0,0 0 1 0 0,-1 0-1 0 0,1 0 0 0 0,0 0 0 0 0,1 0 0 0 0,-1 0 1 0 0,0 0-1 0 0,0 0 0 0 0,0 0 0 0 0,1 0 0 0 0,-1 0 1 0 0,0 0-1 0 0,1 0 0 0 0,-1 0 0 0 0,1 0 0 0 0,-1 0 1 0 0,1 0-1 0 0,-1 0 0 0 0,1-1 0 0 0,1 3 0 0 0,0-2 1 0 0,0 0-1 0 0,0 0 1 0 0,-1 0-1 0 0,1 0 1 0 0,0 0-1 0 0,0-1 1 0 0,1 1-1 0 0,-1-1 0 0 0,0 1 1 0 0,0-1-1 0 0,4 1 1 0 0,8-1-27 0 0,-1-1 1 0 0,0 0-1 0 0,17-4 1 0 0,-22 4-76 0 0,5-2-93 0 0,0 1 0 0 0,0 1 0 0 0,1 0 0 0 0,-1 1 0 0 0,0 1 1 0 0,1 0-1 0 0,23 5 0 0 0,-33-5 66 0 0,1 0 1 0 0,-1 1 0 0 0,0 0-1 0 0,0-1 1 0 0,-1 1 0 0 0,1 1-1 0 0,0-1 1 0 0,-1 0 0 0 0,1 1-1 0 0,-1 0 1 0 0,0 0 0 0 0,0 0-1 0 0,0 0 1 0 0,0 0-1 0 0,-1 1 1 0 0,1-1 0 0 0,-1 1-1 0 0,0-1 1 0 0,0 1 0 0 0,0 0-1 0 0,0 0 1 0 0,-1 0 0 0 0,1 0-1 0 0,-1 0 1 0 0,0 1 0 0 0,-1-1-1 0 0,1 0 1 0 0,0 6 0 0 0,-1-7 72 0 0,-1 0 0 0 0,1 1 0 0 0,-1-1 0 0 0,1 0 0 0 0,-1 0 1 0 0,0 0-1 0 0,0 0 0 0 0,0 0 0 0 0,-1 0 0 0 0,1 0 0 0 0,-1 0 0 0 0,1-1 1 0 0,-1 1-1 0 0,0 0 0 0 0,0-1 0 0 0,0 1 0 0 0,0-1 0 0 0,-1 0 0 0 0,1 0 1 0 0,-1 0-1 0 0,1 0 0 0 0,-6 3 0 0 0,-7 4 456 0 0,-1-1 1 0 0,-32 13-1 0 0,31-14-395 0 0,-44 15-1710 0 0,43-15-3205 0 0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3.4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285 49 456 0 0,'5'-8'-41'0'0,"-3"4"373"0"0,0 0-1 0 0,0 0 1 0 0,0 0-1 0 0,-1 0 1 0 0,1 0-1 0 0,-1 0 1 0 0,1-9-1 0 0,-26 32 437 0 0,-69 66 4317 0 0,53-50-3424 0 0,1 1 0 0 0,-47 58 0 0 0,83-92-1584 0 0,1 1 0 0 0,0 0 0 0 0,0-1 0 0 0,1 1 0 0 0,-1 0 0 0 0,0 0 0 0 0,1 0 0 0 0,0 0 0 0 0,0 1 0 0 0,0-1 0 0 0,0 0 0 0 0,0 0 1 0 0,1 1-1 0 0,-1 3 0 0 0,2-6-35 0 0,-1 1 0 0 0,1 0 1 0 0,-1-1-1 0 0,1 1 0 0 0,0-1 1 0 0,-1 1-1 0 0,1-1 0 0 0,0 1 1 0 0,0-1-1 0 0,0 1 0 0 0,0-1 1 0 0,1 0-1 0 0,-1 0 0 0 0,0 1 1 0 0,0-1-1 0 0,1 0 0 0 0,-1 0 1 0 0,1 0-1 0 0,-1-1 0 0 0,1 1 1 0 0,-1 0-1 0 0,1 0 0 0 0,0-1 1 0 0,-1 1-1 0 0,1-1 0 0 0,0 0 1 0 0,-1 1-1 0 0,1-1 0 0 0,2 0 1 0 0,19 4 149 0 0,0-2-1 0 0,42 0 1 0 0,-40-2-40 0 0,0 0 1 0 0,33 7-1 0 0,-44-5-299 0 0,74 18-663 0 0,-80-17 766 0 0,0-1-1 0 0,-1 1 1 0 0,0 0-1 0 0,1 1 1 0 0,-1 0-1 0 0,0 0 1 0 0,-1 0-1 0 0,11 9 0 0 0,-15-11 32 0 0,-1 0 0 0 0,0 0-1 0 0,0 0 1 0 0,-1 0-1 0 0,1-1 1 0 0,0 1-1 0 0,-1 0 1 0 0,1 0-1 0 0,-1 0 1 0 0,1 0-1 0 0,-1 1 1 0 0,0-1 0 0 0,0 0-1 0 0,0 0 1 0 0,0 0-1 0 0,0 0 1 0 0,0 0-1 0 0,-1 0 1 0 0,1 0-1 0 0,-1 0 1 0 0,0 0-1 0 0,1 0 1 0 0,-1 0 0 0 0,0 0-1 0 0,0-1 1 0 0,0 1-1 0 0,0 0 1 0 0,0 0-1 0 0,-3 2 1 0 0,-2 5-28 0 0,0-1 1 0 0,-1 0-1 0 0,0-1 0 0 0,-13 12 1 0 0,-22 12-96 0 0,-1-2 1 0 0,-85 42-1 0 0,-44 28-4220 0 0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4.0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244 48 3225 0 0,'-1'-2'54'0'0,"0"1"0"0"0,1 0 0 0 0,-1 0 0 0 0,1-1 0 0 0,0 1 0 0 0,-1 0 0 0 0,1-1 0 0 0,0 1 0 0 0,0-1 0 0 0,-1 1 0 0 0,1 0 0 0 0,0-1 0 0 0,1 1 0 0 0,-1-3 0 0 0,0 3 78 0 0,1 0 0 0 0,-1 0 0 0 0,0 0 0 0 0,0 0 1 0 0,0 0-1 0 0,0 0 0 0 0,0 0 0 0 0,0 0 0 0 0,0 1 0 0 0,0-1 1 0 0,0 0-1 0 0,0 0 0 0 0,0 0 0 0 0,-1 0 0 0 0,1 0 0 0 0,0 0 0 0 0,-1 0 1 0 0,1 0-1 0 0,-1 1 0 0 0,1-1 0 0 0,-1 0 0 0 0,1 0 0 0 0,-1 1 1 0 0,1-1-1 0 0,-1 0 0 0 0,0 0 0 0 0,-1 2 12 0 0,0 0 0 0 0,0 0-1 0 0,0 0 1 0 0,0 1 0 0 0,1-1 0 0 0,-1 1 0 0 0,0-1 0 0 0,1 1-1 0 0,0 0 1 0 0,-1-1 0 0 0,1 1 0 0 0,0 0 0 0 0,0 0 0 0 0,0 0-1 0 0,0 0 1 0 0,-1 2 0 0 0,-1 2 181 0 0,-15 25 341 0 0,0 0 0 0 0,3 1-1 0 0,0 1 1 0 0,3 1 0 0 0,0 0 0 0 0,-11 62 0 0 0,20-80-448 0 0,2 1-1 0 0,0 25 1 0 0,1-35-238 0 0,0 0 0 0 0,1-1 0 0 0,0 1 0 0 0,0 0 0 0 0,1-1 0 0 0,0 1 0 0 0,0-1 0 0 0,6 12 0 0 0,-7-16-2 0 0,1 0-1 0 0,-1-1 1 0 0,1 1-1 0 0,-1-1 1 0 0,1 0-1 0 0,0 1 1 0 0,0-1-1 0 0,-1 0 1 0 0,1 0-1 0 0,0 0 1 0 0,0 0-1 0 0,0-1 1 0 0,0 1-1 0 0,0 0 1 0 0,0-1-1 0 0,0 1 1 0 0,0-1-1 0 0,1 0 1 0 0,-1 0-1 0 0,0 0 1 0 0,0 0-1 0 0,0 0 1 0 0,0 0-1 0 0,0 0 1 0 0,0-1-1 0 0,0 1 1 0 0,0-1-1 0 0,1 0 1 0 0,-2 1-1 0 0,1-1 1 0 0,3-1 0 0 0,5-2 103 0 0,-1-1 1 0 0,1 0 0 0 0,-1 0 0 0 0,16-13 0 0 0,-3-1-346 0 0,-2 0-1 0 0,0-2 1 0 0,-2 0 0 0 0,19-27 0 0 0,-36 46 178 0 0,1 0 1 0 0,-1 0-1 0 0,0 0 0 0 0,1 0 0 0 0,-1 0 0 0 0,0 0 0 0 0,0 0 0 0 0,-1 0 0 0 0,1 0 0 0 0,0-1 1 0 0,-1 1-1 0 0,1 0 0 0 0,-1 0 0 0 0,0-3 0 0 0,0 4 44 0 0,-1 0-1 0 0,1 0 1 0 0,0 1-1 0 0,-1-1 1 0 0,0 0 0 0 0,1 0-1 0 0,-1 1 1 0 0,1-1-1 0 0,-1 0 1 0 0,0 1-1 0 0,1-1 1 0 0,-1 0 0 0 0,0 1-1 0 0,0-1 1 0 0,0 1-1 0 0,1-1 1 0 0,-1 1 0 0 0,0 0-1 0 0,0-1 1 0 0,0 1-1 0 0,0 0 1 0 0,0 0-1 0 0,0 0 1 0 0,0-1 0 0 0,0 1-1 0 0,0 0 1 0 0,1 0-1 0 0,-1 0 1 0 0,0 1 0 0 0,0-1-1 0 0,0 0 1 0 0,0 0-1 0 0,0 0 1 0 0,0 1-1 0 0,-1-1 1 0 0,-20 4-196 0 0,0 0 0 0 0,1 2 0 0 0,-1 0 0 0 0,-33 16 0 0 0,-78 46-671 0 0,104-50 640 0 0,2 1-150 0 0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5.6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259 101 6449 0 0,'-11'4'718'0'0,"11"-2"-1136"0"0,4-3-978 0 0,45-41 1164 0 0,-38 30 1042 0 0,2 1 0 0 0,-1 1 0 0 0,1 0 0 0 0,20-11 0 0 0,-34 25-398 0 0,0-1 0 0 0,-1 1 0 0 0,1-1 0 0 0,-1 1 0 0 0,1-1 0 0 0,-1 1 0 0 0,-3 3 0 0 0,-278 343 828 0 0,278-345-1140 0 0,1 0 0 0 0,0 1-1 0 0,1-1 1 0 0,-1 1 0 0 0,1 0 0 0 0,-3 9 0 0 0,5-13-71 0 0,1-1-1 0 0,-1 1 1 0 0,1 0 0 0 0,0-1 0 0 0,-1 1 0 0 0,1 0 0 0 0,0 0 0 0 0,1-1 0 0 0,-1 1-1 0 0,0 0 1 0 0,0 0 0 0 0,1-1 0 0 0,-1 1 0 0 0,1 0 0 0 0,-1-1 0 0 0,1 1 0 0 0,0 0 0 0 0,-1-1-1 0 0,1 1 1 0 0,0-1 0 0 0,0 1 0 0 0,0-1 0 0 0,0 0 0 0 0,1 1 0 0 0,-1-1 0 0 0,0 0-1 0 0,0 0 1 0 0,3 2 0 0 0,17 10 121 0 0,-1 0-1 0 0,2-2 0 0 0,30 13 1 0 0,-30-15-205 0 0,0 1 0 0 0,0 1 0 0 0,31 22 0 0 0,-41-24-22 0 0,1 1 0 0 0,-1 1 0 0 0,-1-1 0 0 0,0 2 0 0 0,16 22 0 0 0,-24-30 61 0 0,-1 0 1 0 0,1 0 0 0 0,-1 0-1 0 0,0 0 1 0 0,0 1-1 0 0,-1-1 1 0 0,1 1-1 0 0,-1 0 1 0 0,0-1-1 0 0,0 1 1 0 0,0 0-1 0 0,-1 0 1 0 0,0-1-1 0 0,0 1 1 0 0,0 0-1 0 0,-1 0 1 0 0,1 0-1 0 0,-1-1 1 0 0,0 1-1 0 0,0 0 1 0 0,-1-1-1 0 0,1 1 1 0 0,-4 5-1 0 0,-2 3 57 0 0,-1 0 0 0 0,-1-1 0 0 0,0 0 1 0 0,-1 0-1 0 0,0-1 0 0 0,0 0 0 0 0,-2-1 0 0 0,1 0 0 0 0,-13 8 0 0 0,-22 12 306 0 0,-57 28-1 0 0,19-12-178 0 0,26-14-6246 0 0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6.0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1 109 10594 0 0,'0'0'15'0'0,"0"-1"0"0"0,-1 1 1 0 0,1-1-1 0 0,0 1 0 0 0,0 0 0 0 0,0-1 0 0 0,0 1 0 0 0,0 0 0 0 0,0-1 0 0 0,0 1 0 0 0,0-1 0 0 0,0 1 0 0 0,0 0 0 0 0,0-1 1 0 0,1 1-1 0 0,-1-1 0 0 0,0 1 0 0 0,0 0 0 0 0,0-1 0 0 0,0 1 0 0 0,1 0 0 0 0,-1-1 0 0 0,0 1 0 0 0,0 0 0 0 0,1-1 0 0 0,-1 1 1 0 0,0 0-1 0 0,0 0 0 0 0,1-1 0 0 0,-1 1 0 0 0,0 0 0 0 0,1 0 0 0 0,-1 0 0 0 0,1-1 0 0 0,22-11-215 0 0,31-6 596 0 0,-50 17-17 0 0,41-13 783 0 0,-10 2-1036 0 0,0 1 1 0 0,1 2 0 0 0,0 2-1 0 0,60-5 1 0 0,-94 12-106 0 0,0 0-1 0 0,0 0 1 0 0,1 0 0 0 0,-1 0-1 0 0,0 0 1 0 0,0 0 0 0 0,0 0-1 0 0,0 1 1 0 0,0-1-1 0 0,0 1 1 0 0,0-1 0 0 0,0 1-1 0 0,0 0 1 0 0,0 0-1 0 0,0 0 1 0 0,-1 0 0 0 0,1 0-1 0 0,0 0 1 0 0,0 1 0 0 0,-1-1-1 0 0,1 0 1 0 0,-1 1-1 0 0,1 0 1 0 0,0 1 0 0 0,-1 1 21 0 0,0-1 0 0 0,0 0-1 0 0,0 1 1 0 0,-1-1 0 0 0,0 1 0 0 0,1-1 0 0 0,-1 1 0 0 0,-1-1 0 0 0,1 1 0 0 0,0 0 0 0 0,-1-1 0 0 0,0 0 0 0 0,-1 5 0 0 0,-85 281 4180 0 0,59-203-3519 0 0,10-35-625 0 0,11-36-392 0 0,1 1 0 0 0,1-1 1 0 0,0 1-1 0 0,1 0 1 0 0,1 1-1 0 0,-1 21 0 0 0,5-29-1562 0 0,-1-6 657 0 0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6.4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1 191 17972 0 0,'9'-8'82'0'0,"0"0"1"0"0,0 1 0 0 0,1 0-1 0 0,0 1 1 0 0,0 0-1 0 0,1 1 1 0 0,0 0 0 0 0,0 0-1 0 0,14-3 1 0 0,8-5-170 0 0,230-76-1067 0 0,-230 79-3210 0 0,-4-4-1315 0 0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7.3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334 0 10594 0 0,'-35'39'-1493'0'0,"14"-16"659"0"0,-80 97-2043 0 0,87-101 3428 0 0,2 0-1 0 0,-16 30 1 0 0,27-47-452 0 0,0 0 1 0 0,-1 1 0 0 0,1-1 0 0 0,0 0 0 0 0,1 1 0 0 0,-1-1-1 0 0,0 1 1 0 0,1-1 0 0 0,-1 1 0 0 0,1-1 0 0 0,0 1 0 0 0,0-1 0 0 0,0 1-1 0 0,0-1 1 0 0,0 1 0 0 0,0-1 0 0 0,1 1 0 0 0,-1-1 0 0 0,1 0 0 0 0,0 1-1 0 0,0-1 1 0 0,0 1 0 0 0,1 2 0 0 0,2-2-43 0 0,-1 1-1 0 0,1-1 1 0 0,-1 0 0 0 0,1 0 0 0 0,0 0-1 0 0,0 0 1 0 0,1-1 0 0 0,-1 1 0 0 0,0-1-1 0 0,10 3 1 0 0,17 7-5 0 0,-2-1-202 0 0,0 1-1 0 0,36 21 1 0 0,-58-29 133 0 0,0 1 0 0 0,0 0-1 0 0,0 1 1 0 0,0-1 0 0 0,-1 1 0 0 0,0 0 0 0 0,0 1-1 0 0,-1-1 1 0 0,0 1 0 0 0,0 1 0 0 0,0-1-1 0 0,-1 0 1 0 0,4 11 0 0 0,-7-15 20 0 0,0 1-1 0 0,-1-1 1 0 0,1 0-1 0 0,-1 1 1 0 0,0-1-1 0 0,0 1 1 0 0,0-1 0 0 0,0 0-1 0 0,-1 1 1 0 0,1-1-1 0 0,-1 1 1 0 0,0-1-1 0 0,0 0 1 0 0,0 0 0 0 0,0 0-1 0 0,-1 0 1 0 0,0 1-1 0 0,1-2 1 0 0,-1 1-1 0 0,0 0 1 0 0,0 0 0 0 0,0-1-1 0 0,-1 1 1 0 0,1-1-1 0 0,-6 5 1 0 0,-6 5 270 0 0,0-1 0 0 0,-1-1 0 0 0,-24 13 1 0 0,32-19-59 0 0,-38 19 527 0 0,-1-3-1 0 0,-1-2 1 0 0,-51 13-1 0 0,83-26-845 0 0,-7 1-483 0 0,0-2-218 0 0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8.0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77 343 6913 0 0,'-4'-1'55'0'0,"1"0"-1"0"0,0-1 0 0 0,-1 0 0 0 0,1 1 0 0 0,0-1 0 0 0,0 0 0 0 0,0-1 0 0 0,0 1 0 0 0,0 0 0 0 0,1-1 0 0 0,-1 0 0 0 0,1 1 0 0 0,0-1 0 0 0,0 0 0 0 0,0 0 0 0 0,0 0 0 0 0,-2-5 1 0 0,0 0 111 0 0,0-1 0 0 0,0 0 0 0 0,1 0 0 0 0,0 0 0 0 0,-3-14 0 0 0,5 14-145 0 0,1 1 0 0 0,-1-1 0 0 0,1 0 0 0 0,1 0 0 0 0,0 1 0 0 0,0-1 0 0 0,1 1 0 0 0,0-1 0 0 0,0 1 0 0 0,1-1 0 0 0,0 1 1 0 0,0 0-1 0 0,1 0 0 0 0,0 1 0 0 0,0-1 0 0 0,1 1 0 0 0,0 0 0 0 0,1 0 0 0 0,-1 0 0 0 0,1 1 0 0 0,0 0 0 0 0,1 0 0 0 0,0 1 0 0 0,0-1 0 0 0,0 1 0 0 0,0 1 0 0 0,1 0 0 0 0,0 0 0 0 0,-1 0 0 0 0,2 1 0 0 0,-1 0 0 0 0,0 0 0 0 0,14-1 0 0 0,-17 2 57 0 0,0 1-1 0 0,1 1 1 0 0,-1-1-1 0 0,0 1 1 0 0,1 0-1 0 0,-1 0 1 0 0,0 1-1 0 0,1-1 0 0 0,7 3 1 0 0,-11-2-83 0 0,0-1 0 0 0,-1 1 0 0 0,1 0 1 0 0,-1 0-1 0 0,1 0 0 0 0,-1 0 0 0 0,1 0 0 0 0,-1 1 0 0 0,0-1 1 0 0,0 0-1 0 0,1 1 0 0 0,-1-1 0 0 0,0 0 0 0 0,0 1 0 0 0,0 0 1 0 0,-1-1-1 0 0,1 1 0 0 0,0-1 0 0 0,0 1 0 0 0,-1 0 0 0 0,1 0 1 0 0,-1-1-1 0 0,0 1 0 0 0,1 0 0 0 0,-1 0 0 0 0,0 0 0 0 0,0-1 1 0 0,0 1-1 0 0,0 0 0 0 0,-1 0 0 0 0,0 2 0 0 0,-4 31-233 0 0,-3 0-1 0 0,0-1 1 0 0,-26 63-1 0 0,-10 37 950 0 0,40-117-469 0 0,1 1 0 0 0,0-1 0 0 0,1 1 0 0 0,1-1 0 0 0,2 36-1 0 0,-1-50-162 0 0,1 0-1 0 0,-1 1 0 0 0,1-1 1 0 0,0 0-1 0 0,0 1 0 0 0,0-1 1 0 0,0 0-1 0 0,0 0 0 0 0,1 0 1 0 0,-1 0-1 0 0,1 0 0 0 0,0 0 1 0 0,0 0-1 0 0,0 0 0 0 0,0-1 0 0 0,0 1 1 0 0,1-1-1 0 0,-1 0 0 0 0,1 1 1 0 0,0-1-1 0 0,0 0 0 0 0,-1-1 1 0 0,1 1-1 0 0,4 1 0 0 0,-3-2 14 0 0,0 0 0 0 0,0 0 0 0 0,1 0-1 0 0,-1-1 1 0 0,0 1 0 0 0,0-1 0 0 0,1 0-1 0 0,-1 0 1 0 0,0-1 0 0 0,0 1 0 0 0,0-1-1 0 0,1 0 1 0 0,-1 0 0 0 0,0-1 0 0 0,0 1-1 0 0,0-1 1 0 0,-1 0 0 0 0,1 0 0 0 0,4-3-1 0 0,-2 1 8 0 0,1 0 0 0 0,-2 0 0 0 0,1-1 0 0 0,0 0-1 0 0,-1 0 1 0 0,0 0 0 0 0,0-1 0 0 0,-1 0 0 0 0,1 0 0 0 0,-1 0-1 0 0,0 0 1 0 0,-1-1 0 0 0,0 1 0 0 0,0-1 0 0 0,0 0 0 0 0,2-11-1 0 0,-4 13-41 0 0,-1 0 0 0 0,1 0-1 0 0,-1 0 1 0 0,0 0-1 0 0,0-1 1 0 0,-1 1-1 0 0,1 0 1 0 0,-1 0 0 0 0,0 0-1 0 0,-1 0 1 0 0,1 0-1 0 0,-1 0 1 0 0,0 0-1 0 0,0 0 1 0 0,-1 1 0 0 0,0-1-1 0 0,1 1 1 0 0,-1 0-1 0 0,-1 0 1 0 0,1 0 0 0 0,0 0-1 0 0,-1 0 1 0 0,-8-6-1 0 0,4 4-166 0 0,0 0-1 0 0,-1 1 1 0 0,0 0-1 0 0,1 0 1 0 0,-2 1-1 0 0,1 0 1 0 0,0 1-1 0 0,-18-5 1 0 0,15 6-609 0 0,1 1-1 0 0,-1-1 1 0 0,1 2 0 0 0,-15 0 0 0 0,-2 2-4386 0 0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9.4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181 127 3225 0 0,'16'-43'1913'0'0,"-13"38"-1645"0"0,-1 0 0 0 0,1-1 1 0 0,-1 0-1 0 0,0 1 1 0 0,0-1-1 0 0,-1 0 0 0 0,0 0 1 0 0,0 0-1 0 0,0 0 0 0 0,0-8 1 0 0,-1 14-262 0 0,0-1 1 0 0,-1 0-1 0 0,1 1 0 0 0,0-1 1 0 0,0 1-1 0 0,0-1 1 0 0,0 1-1 0 0,0-1 1 0 0,-1 1-1 0 0,1-1 0 0 0,0 1 1 0 0,0-1-1 0 0,-1 1 1 0 0,1-1-1 0 0,0 1 1 0 0,-1-1-1 0 0,1 1 0 0 0,0 0 1 0 0,-1-1-1 0 0,1 1 1 0 0,-1-1-1 0 0,1 1 1 0 0,-1 0-1 0 0,1 0 0 0 0,-1-1 1 0 0,1 1-1 0 0,-1 0 1 0 0,1 0-1 0 0,-1-1 0 0 0,1 1 1 0 0,-1 0-1 0 0,0 0 1 0 0,-20 7 451 0 0,-18 24 553 0 0,37-29-945 0 0,-15 13 351 0 0,1 1 0 0 0,0 1 0 0 0,1 1 0 0 0,1 0 0 0 0,0 1 0 0 0,2 0 0 0 0,-19 38 0 0 0,30-54-356 0 0,0-1 0 0 0,0 0-1 0 0,0 1 1 0 0,0-1-1 0 0,1 1 1 0 0,-1-1 0 0 0,1 1-1 0 0,0 0 1 0 0,0-1-1 0 0,0 1 1 0 0,0-1 0 0 0,0 1-1 0 0,0 0 1 0 0,1-1-1 0 0,-1 1 1 0 0,1-1 0 0 0,0 1-1 0 0,-1-1 1 0 0,1 0-1 0 0,1 1 1 0 0,-1-1-1 0 0,0 0 1 0 0,0 1 0 0 0,1-1-1 0 0,-1 0 1 0 0,1 0-1 0 0,0 0 1 0 0,0 0 0 0 0,0-1-1 0 0,-1 1 1 0 0,2 0-1 0 0,-1-1 1 0 0,0 0 0 0 0,0 1-1 0 0,0-1 1 0 0,1 0-1 0 0,2 1 1 0 0,11 4-7 0 0,-1-1 1 0 0,0-1-1 0 0,1-1 0 0 0,30 4 1 0 0,-26-5-72 0 0,11 3-23 0 0,0 0 0 0 0,53 18 0 0 0,-76-20-34 0 0,-1-1 1 0 0,0 1-1 0 0,1 1 1 0 0,-1-1-1 0 0,0 1 0 0 0,-1 0 1 0 0,1 1-1 0 0,-1 0 0 0 0,0 0 1 0 0,0 0-1 0 0,0 1 0 0 0,-1-1 1 0 0,0 1-1 0 0,0 1 0 0 0,0-1 1 0 0,6 12-1 0 0,-10-15 78 0 0,-1 0 1 0 0,1 0-1 0 0,0 1 0 0 0,-1-1 0 0 0,0 0 0 0 0,0 0 1 0 0,0 0-1 0 0,0 0 0 0 0,-1 0 0 0 0,1 0 0 0 0,-1 0 1 0 0,1 1-1 0 0,-1-1 0 0 0,0-1 0 0 0,0 1 0 0 0,-1 0 1 0 0,1 0-1 0 0,-1 0 0 0 0,1-1 0 0 0,-1 1 1 0 0,0 0-1 0 0,0-1 0 0 0,0 0 0 0 0,0 1 0 0 0,0-1 1 0 0,-1 0-1 0 0,-4 3 0 0 0,-8 7 155 0 0,0-1-1 0 0,-1-1 1 0 0,-22 12 0 0 0,28-17-49 0 0,-9 5-283 0 0,-1-1-1 0 0,0-1 0 0 0,0-1 0 0 0,-27 6 0 0 0,23-8-2664 0 0,-41 4 0 0 0,53-9 1766 0 0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00.3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408 120 6913 0 0,'1'0'123'0'0,"0"1"-1"0"0,-1-1 0 0 0,1 1 0 0 0,-1-1 0 0 0,0 1 0 0 0,1-1 1 0 0,-1 1-1 0 0,1 0 0 0 0,-1-1 0 0 0,0 1 0 0 0,1 0 0 0 0,-1-1 0 0 0,0 1 1 0 0,0 0-1 0 0,0 0 0 0 0,1-1 0 0 0,-1 1 0 0 0,0 0 0 0 0,0-1 0 0 0,0 1 1 0 0,0 0-1 0 0,0 0 0 0 0,0-1 0 0 0,-1 1 0 0 0,1 0 0 0 0,0 0 0 0 0,0-1 1 0 0,0 1-1 0 0,-1 0 0 0 0,1-1 0 0 0,0 1 0 0 0,-1 1 0 0 0,-8 26-441 0 0,3-17 127 0 0,0 0 1 0 0,0 0-1 0 0,-1 0 0 0 0,0-1 1 0 0,-1 0-1 0 0,0 0 0 0 0,-1-1 1 0 0,1 0-1 0 0,-2 0 0 0 0,0-1 1 0 0,0-1-1 0 0,-21 13 0 0 0,22-15 602 0 0,-1 0-1 0 0,0-1 1 0 0,0 0-1 0 0,0 0 1 0 0,0-1-1 0 0,-1-1 1 0 0,1 0-1 0 0,-1 0 1 0 0,-16 0-1 0 0,14-2-148 0 0,0-1 1 0 0,1 0-1 0 0,0-1 0 0 0,-1 0 1 0 0,1-1-1 0 0,-19-6 0 0 0,28 8-338 0 0,0 0-1 0 0,0-1 0 0 0,0 1 1 0 0,0 0-1 0 0,1-1 0 0 0,-1 1 0 0 0,0-1 1 0 0,1 0-1 0 0,0 0 0 0 0,-1 0 1 0 0,1 0-1 0 0,0-1 0 0 0,0 1 0 0 0,0-1 1 0 0,0 1-1 0 0,0-1 0 0 0,1 1 1 0 0,-1-1-1 0 0,1 0 0 0 0,0 0 0 0 0,0 0 1 0 0,0 0-1 0 0,0 0 0 0 0,0 0 0 0 0,1 0 1 0 0,-1 0-1 0 0,1 0 0 0 0,0 0 1 0 0,0 0-1 0 0,0-1 0 0 0,1-4 0 0 0,1-4-141 0 0,1-1-1 0 0,0 1 0 0 0,1 0 0 0 0,1 0 0 0 0,-1 0 0 0 0,2 0 0 0 0,0 1 0 0 0,0 0 0 0 0,1 0 0 0 0,1 1 0 0 0,-1 0 0 0 0,19-18 0 0 0,-17 20 428 0 0,0 1-1 0 0,0 0 1 0 0,1 0-1 0 0,0 1 1 0 0,0 0-1 0 0,1 1 1 0 0,-1 0-1 0 0,1 0 1 0 0,0 1-1 0 0,0 1 1 0 0,1 0-1 0 0,-1 1 1 0 0,1 0-1 0 0,15-1 1 0 0,-23 3-186 0 0,0 0 0 0 0,0 0 0 0 0,0 0-1 0 0,0 1 1 0 0,0 0 0 0 0,0-1 0 0 0,0 1 0 0 0,0 1 0 0 0,0-1 0 0 0,-1 1 0 0 0,1-1-1 0 0,0 1 1 0 0,-1 0 0 0 0,1 0 0 0 0,-1 1 0 0 0,5 4 0 0 0,-3-2 8 0 0,0 0 1 0 0,0 1-1 0 0,-1 0 1 0 0,0 0-1 0 0,0 0 1 0 0,0 0-1 0 0,-1 1 1 0 0,5 11-1 0 0,-1 6 186 0 0,-1 0-1 0 0,-1 0 1 0 0,0 1 0 0 0,0 33-1 0 0,-2-27 206 0 0,-2-1 0 0 0,-2 1 0 0 0,0 0 0 0 0,-2 0 0 0 0,-8 34 0 0 0,8-53-232 0 0,0-1 0 0 0,-1 0 0 0 0,0 1-1 0 0,-1-1 1 0 0,0-1 0 0 0,-1 1 0 0 0,0-1 0 0 0,0 0 0 0 0,-1 0-1 0 0,-1-1 1 0 0,1 0 0 0 0,-1 0 0 0 0,-1-1 0 0 0,0 0-1 0 0,0 0 1 0 0,-14 8 0 0 0,-17 5-472 0 0,29-19-258 0 0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37.2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1 591 3225 0 0,'0'-17'-164'0'0,"-1"6"417"0"0,1-1 0 0 0,1 1 0 0 0,2-18 0 0 0,-2 26-132 0 0,0 0 0 0 0,-1 0 0 0 0,1 0-1 0 0,0 1 1 0 0,1-1 0 0 0,-1 0 0 0 0,0 1-1 0 0,1-1 1 0 0,-1 1 0 0 0,1-1-1 0 0,0 1 1 0 0,0 0 0 0 0,0-1 0 0 0,0 1-1 0 0,0 0 1 0 0,0 1 0 0 0,1-1 0 0 0,-1 0-1 0 0,3-1 1 0 0,1 2 136 0 0,-1 0 1 0 0,0 0-1 0 0,0 0 1 0 0,0 1-1 0 0,0 0 0 0 0,0 0 1 0 0,1 0-1 0 0,-1 1 1 0 0,0-1-1 0 0,0 1 1 0 0,0 1-1 0 0,0-1 0 0 0,0 1 1 0 0,8 3-1 0 0,20 4 300 0 0,-17-4-492 0 0,-1 0 0 0 0,1 1 0 0 0,-1 0 0 0 0,0 1 0 0 0,19 13-1 0 0,-15-9 162 0 0,0-1 0 0 0,36 13-1 0 0,-49-21-167 0 0,0-1 0 0 0,0 1-1 0 0,0-1 1 0 0,1 0-1 0 0,-1-1 1 0 0,0 1 0 0 0,1-1-1 0 0,-1 0 1 0 0,0-1-1 0 0,1 0 1 0 0,-1 0 0 0 0,0 0-1 0 0,10-4 1 0 0,-15 5-31 0 0,0-1 1 0 0,-1 1-1 0 0,1-1 0 0 0,0 1 1 0 0,0-1-1 0 0,-1 1 1 0 0,1-1-1 0 0,0 1 0 0 0,-1-1 1 0 0,1 0-1 0 0,-1 1 1 0 0,1-1-1 0 0,-1 0 1 0 0,1 0-1 0 0,-1 1 0 0 0,0-1 1 0 0,1 0-1 0 0,-1 0 1 0 0,0 0-1 0 0,1 0 0 0 0,-1 1 1 0 0,0-1-1 0 0,0 0 1 0 0,0 0-1 0 0,0 0 1 0 0,0 0-1 0 0,0 0 0 0 0,0 1 1 0 0,0-1-1 0 0,0 0 1 0 0,0 0-1 0 0,-1 0 0 0 0,1-1 1 0 0,-14-36 372 0 0,5 18-116 0 0,-3-23 190 0 0,2-1-1 0 0,2-1 0 0 0,2 1 1 0 0,-1-66-1 0 0,6 86-313 0 0,-9-45 0 0 0,6 45-515 0 0,-2-44-1 0 0,7 52-4449 0 0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26.09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0 123 2561 0 0,'5'-7'0'0'0,"0"-1"0"0"0,-1 1 0 0 0,0-1 0 0 0,0 1 0 0 0,0-1 0 0 0,2-11 0 0 0,4-6 0 0 0,-9 23 0 0 0,0 1 0 0 0,-1 0 0 0 0,1-1 0 0 0,0 1 0 0 0,-1-1 0 0 0,1 1 0 0 0,-1-1 0 0 0,1 1 0 0 0,-1-1 0 0 0,0 1 0 0 0,1-1 0 0 0,-1 1 0 0 0,0-1 0 0 0,0 1 0 0 0,0-1 0 0 0,0 1 0 0 0,-1-1 0 0 0,1 1 0 0 0,-1-3 0 0 0,0 2 0 0 0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27.05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3225 0 0,'19'9'8272'0'0,"8"5"-7035"0"0,33 24 0 0 0,-11 11-65 0 0,-36-35-788 0 0,0-1 1 0 0,0 0-1 0 0,25 17 1 0 0,-5-5 180 0 0,55 51 0 0 0,-76-65-540 0 0,122 132 532 0 0,-42-53-91 0 0,-61-62-291 0 0,42 49 0 0 0,-43-40-53 0 0,3-1-1 0 0,1-2 1 0 0,1-1-1 0 0,76 53 0 0 0,-49-39-13 0 0,-2 2 0 0 0,69 73 0 0 0,-116-110-94 0 0,-11-10-93 0 0,-1-1-1 0 0,1 0 0 0 0,0 0 0 0 0,-1 1 1 0 0,0-1-1 0 0,1 1 0 0 0,-1-1 0 0 0,0 1 1 0 0,0-1-1 0 0,1 1 0 0 0,-1 0 0 0 0,-1 0 1 0 0,1-1-1 0 0,0 1 0 0 0,0 0 0 0 0,-1 0 1 0 0,1 0-1 0 0,-1 0 0 0 0,1 0 0 0 0,-1 0 1 0 0,0 4-1 0 0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27.95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9 798 5065 0 0,'-8'-8'6294'0'0,"27"9"-4402"0"0,36 11 294 0 0,-12 4-1617 0 0,0-3 1 0 0,76 14-1 0 0,-111-25-518 0 0,53 13 260 0 0,-1 3 0 0 0,0 3 1 0 0,70 34-1 0 0,-91-34-169 0 0,-25-13-133 0 0,-1-1 1 0 0,1-1-1 0 0,25 8 0 0 0,-39-14-10 0 0,1 0 1 0 0,-1 0-1 0 0,1-1 0 0 0,-1 1 0 0 0,0 0 1 0 0,1-1-1 0 0,-1 1 0 0 0,0 0 1 0 0,1-1-1 0 0,-1 1 0 0 0,0-1 0 0 0,1 1 1 0 0,-1 0-1 0 0,0-1 0 0 0,0 1 1 0 0,1-1-1 0 0,-1 1 0 0 0,0-1 1 0 0,0 1-1 0 0,0-1 0 0 0,0 1 0 0 0,0-1 1 0 0,0 1-1 0 0,0-1 0 0 0,0 1 1 0 0,0-1-1 0 0,0 1 0 0 0,0-1 0 0 0,0 1 1 0 0,0-2-1 0 0,0-27-46 0 0,-1 13 65 0 0,2-18-164 0 0,-1 0 0 0 0,-2 0 0 0 0,-8-43 0 0 0,-3-49-587 0 0,22-438-360 0 0,-8 542 1156 0 0,0 11-68 0 0,-1-1 1 0 0,0 0-1 0 0,-3-22 0 0 0,3 34 4 0 0,0-1 0 0 0,0 1 0 0 0,0 0 0 0 0,0 0 0 0 0,0 0 0 0 0,0-1-1 0 0,0 1 1 0 0,0 0 0 0 0,0 0 0 0 0,0-1 0 0 0,0 1 0 0 0,0 0 0 0 0,0 0-1 0 0,0 0 1 0 0,0-1 0 0 0,0 1 0 0 0,0 0 0 0 0,-1 0 0 0 0,1 0-1 0 0,0-1 1 0 0,0 1 0 0 0,0 0 0 0 0,0 0 0 0 0,0 0 0 0 0,-1 0 0 0 0,1-1-1 0 0,0 1 1 0 0,0 0 0 0 0,0 0 0 0 0,-1 0 0 0 0,1 0 0 0 0,0 0-1 0 0,0 0 1 0 0,0 0 0 0 0,-1 0 0 0 0,1-1 0 0 0,0 1 0 0 0,0 0 0 0 0,-1 0-1 0 0,1 0 1 0 0,-7 8-542 0 0,-3 13-515 0 0,8-11 518 0 0,1 1-1 0 0,0-1 1 0 0,0 0 0 0 0,1 0 0 0 0,1 1-1 0 0,1 10 1 0 0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41.1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0 340 3225 0 0,'21'-24'1287'0'0,"-19"23"-1127"0"0,-1-1 1 0 0,1 2-1 0 0,0-1 1 0 0,-1 0-1 0 0,1 0 1 0 0,0 0-1 0 0,0 1 1 0 0,-1-1-1 0 0,1 1 1 0 0,0 0-1 0 0,0-1 1 0 0,0 1-1 0 0,0 0 1 0 0,0 0-1 0 0,-1 0 1 0 0,1 0-1 0 0,0 0 1 0 0,0 1-1 0 0,0-1 1 0 0,0 1 0 0 0,0-1-1 0 0,-1 1 1 0 0,1-1-1 0 0,0 1 1 0 0,-1 0-1 0 0,1 0 1 0 0,0 0-1 0 0,-1 0 1 0 0,1 0-1 0 0,2 3 1 0 0,3 2 418 0 0,-1 0 0 0 0,1 0 0 0 0,-1 1 0 0 0,0 0 1 0 0,6 11-1 0 0,8 10-193 0 0,33 38 1 0 0,-44-55-186 0 0,2-1-1 0 0,-1 0 1 0 0,1-1 0 0 0,1 0-1 0 0,-1-1 1 0 0,16 8 0 0 0,-27-16-172 0 0,0 1 0 0 0,1-1 0 0 0,-1 0 1 0 0,0 0-1 0 0,0 0 0 0 0,1 0 0 0 0,-1 0 1 0 0,0 0-1 0 0,1 1 0 0 0,-1-1 0 0 0,0 0 1 0 0,0 0-1 0 0,1 0 0 0 0,-1 0 1 0 0,0 0-1 0 0,1 0 0 0 0,-1 0 0 0 0,0 0 1 0 0,1 0-1 0 0,-1 0 0 0 0,0 0 0 0 0,0-1 1 0 0,1 1-1 0 0,-1 0 0 0 0,0 0 0 0 0,1 0 1 0 0,-1 0-1 0 0,0 0 0 0 0,0 0 0 0 0,1-1 1 0 0,-1 1-1 0 0,0 0 0 0 0,0 0 1 0 0,0 0-1 0 0,1-1 0 0 0,-1 1 0 0 0,0 0 1 0 0,0 0-1 0 0,0-1 0 0 0,0 1 0 0 0,1 0 1 0 0,-1 0-1 0 0,0-1 0 0 0,0 1 0 0 0,0 0 1 0 0,0-1-1 0 0,0 1 0 0 0,0 0 0 0 0,0-1 1 0 0,0 1-1 0 0,1-25 893 0 0,-2 4-649 0 0,3 6-205 0 0,1 0 0 0 0,0 0 0 0 0,2 0 0 0 0,-1 0 0 0 0,2 1 0 0 0,0-1 0 0 0,0 1 0 0 0,1 1 0 0 0,12-17 0 0 0,13-15-145 0 0,47-51 0 0 0,-14 18-209 0 0,-40 44 135 0 0,-11 15-192 0 0,26-29-1 0 0,-39 48 225 0 0,-1-1 0 0 0,0 1 0 0 0,1-1-1 0 0,-1 1 1 0 0,1 0 0 0 0,-1-1-1 0 0,1 1 1 0 0,-1 0 0 0 0,1 0 0 0 0,-1-1-1 0 0,0 1 1 0 0,1 0 0 0 0,-1 0-1 0 0,1 0 1 0 0,0 0 0 0 0,-1 0 0 0 0,1 0-1 0 0,-1-1 1 0 0,1 1 0 0 0,-1 0 0 0 0,1 0-1 0 0,-1 1 1 0 0,1-1 0 0 0,-1 0-1 0 0,1 0 1 0 0,-1 0 0 0 0,1 0 0 0 0,-1 0-1 0 0,1 0 1 0 0,-1 1 0 0 0,1-1 0 0 0,-1 0-1 0 0,1 1 1 0 0,-1-1 0 0 0,1 0-1 0 0,-1 0 1 0 0,0 1 0 0 0,1-1 0 0 0,-1 1-1 0 0,0-1 1 0 0,1 0 0 0 0,-1 1-1 0 0,0-1 1 0 0,1 1 0 0 0,-1-1 0 0 0,0 1-1 0 0,0-1 1 0 0,0 1 0 0 0,1-1 0 0 0,-1 2-1 0 0,5 4-2563 0 0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41.8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219 101 3889 0 0,'-53'-21'445'0'0,"45"17"-421"0"0,-1 0-1 0 0,1 0 1 0 0,-1 1-1 0 0,0 0 1 0 0,0 1 0 0 0,0 0-1 0 0,0 0 1 0 0,-11 0-1 0 0,13 2 345 0 0,0-1 0 0 0,0 0 0 0 0,1 0 0 0 0,-13-4 0 0 0,17 5-203 0 0,1 0-1 0 0,-1-1 0 0 0,1 1 0 0 0,-1-1 0 0 0,1 1 1 0 0,0-1-1 0 0,-1 0 0 0 0,1 1 0 0 0,0-1 0 0 0,-1 0 1 0 0,1 0-1 0 0,0 0 0 0 0,0 0 0 0 0,0 0 0 0 0,0 0 0 0 0,0 0 1 0 0,0-1-1 0 0,0 1 0 0 0,0 0 0 0 0,0-1 0 0 0,0 1 1 0 0,1 0-1 0 0,-1-1 0 0 0,1 1 0 0 0,-1-1 0 0 0,0-2 1 0 0,1 3-110 0 0,1 1 0 0 0,-1-1 0 0 0,0 0 1 0 0,0 0-1 0 0,1 0 0 0 0,-1 1 1 0 0,1-1-1 0 0,-1 0 0 0 0,0 0 0 0 0,1 1 1 0 0,-1-1-1 0 0,1 0 0 0 0,0 1 0 0 0,-1-1 1 0 0,1 1-1 0 0,-1-1 0 0 0,1 1 0 0 0,0-1 1 0 0,0 1-1 0 0,-1-1 0 0 0,1 1 1 0 0,0 0-1 0 0,0-1 0 0 0,-1 1 0 0 0,1 0 1 0 0,0 0-1 0 0,0-1 0 0 0,0 1 0 0 0,-1 0 1 0 0,2 0-1 0 0,-1 0-37 0 0,1 0 1 0 0,-1-1-1 0 0,0 1 1 0 0,0 0-1 0 0,0 0 1 0 0,1 0 0 0 0,-1 1-1 0 0,0-1 1 0 0,0 0-1 0 0,1 0 1 0 0,-1 1-1 0 0,0-1 1 0 0,0 0-1 0 0,0 1 1 0 0,0-1-1 0 0,0 1 1 0 0,0 0-1 0 0,0-1 1 0 0,0 1-1 0 0,0 0 1 0 0,0 0-1 0 0,1 0 1 0 0,10 18 94 0 0,-2 0 0 0 0,16 38 1 0 0,1 1-212 0 0,-6-18-11 0 0,33 47 0 0 0,-44-74 89 0 0,-1 0-1 0 0,2-1 0 0 0,0-1 1 0 0,0 1-1 0 0,1-2 1 0 0,0 0-1 0 0,16 11 1 0 0,-27-21 31 0 0,0 1 0 0 0,0 0 0 0 0,0-1 0 0 0,0 1 0 0 0,0-1 0 0 0,0 1 0 0 0,1-1 0 0 0,-1 1 0 0 0,0-1 0 0 0,0 0 0 0 0,0 0 0 0 0,0 0 0 0 0,0 1 0 0 0,1-1 0 0 0,-1 0 0 0 0,0 0 0 0 0,0-1 0 0 0,0 1 0 0 0,0 0 0 0 0,0 0 0 0 0,1 0 0 0 0,-1-1 0 0 0,1 0 0 0 0,-1 0-65 0 0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43.2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47 195 3225 0 0,'-6'0'203'0'0,"2"0"-177"0"0,1 1 1 0 0,0-1-1 0 0,-1 0 0 0 0,1-1 1 0 0,0 1-1 0 0,-1 0 1 0 0,1-1-1 0 0,0 0 0 0 0,0 0 1 0 0,-5-1-1 0 0,38-11 1073 0 0,69-11 419 0 0,0 5-1 0 0,149-11 1 0 0,-211 28-1526 0 0,-1-1-1 0 0,1-3 0 0 0,-1 0 1 0 0,-1-3-1 0 0,0-1 1 0 0,0-1-1 0 0,46-22 1 0 0,-71 27 122 0 0,-6 4 4 0 0,1-1-1 0 0,-1 1 0 0 0,1 0 0 0 0,-1 0 1 0 0,1 1-1 0 0,0-1 0 0 0,-1 1 0 0 0,8-1 1 0 0,-61 24-1469 0 0,-133 49-918 0 0,-5-21 3444 0 0,79-20 151 0 0,55-15-1069 0 0,-68 12-1 0 0,202-38-280 0 0,173-27-168 0 0,-280 48-30 0 0,6-1-79 0 0,-37 10 0 0 0,-109 8-187 0 0,164-27 503 0 0,1 0 0 0 0,-1 1 1 0 0,0-1-1 0 0,1 1 0 0 0,-1 0 1 0 0,1-1-1 0 0,-1 1 0 0 0,1 0 1 0 0,0 0-1 0 0,-1 0 0 0 0,1 0 1 0 0,0 0-1 0 0,0 0 0 0 0,-1 1 1 0 0,1-1-1 0 0,0 0 1 0 0,0 1-1 0 0,1-1 0 0 0,-1 0 1 0 0,0 1-1 0 0,0-1 0 0 0,1 1 1 0 0,-1-1-1 0 0,0 1 0 0 0,1 0 1 0 0,0-1-1 0 0,-1 1 0 0 0,1 0 1 0 0,0-1-1 0 0,0 1 0 0 0,0 0 1 0 0,0-1-1 0 0,0 4 0 0 0,1-2 11 0 0,-1-1-1 0 0,0 1 1 0 0,1 0 0 0 0,0 0-1 0 0,0-1 1 0 0,0 1-1 0 0,0-1 1 0 0,0 1 0 0 0,0-1-1 0 0,0 1 1 0 0,1-1-1 0 0,-1 0 1 0 0,1 0 0 0 0,0 1-1 0 0,0-1 1 0 0,0 0-1 0 0,0-1 1 0 0,0 1-1 0 0,0 0 1 0 0,3 1 0 0 0,-4-2-17 0 0,0-1-1 0 0,0 1 1 0 0,0-1 0 0 0,-1 1 0 0 0,1-1 0 0 0,0 0-1 0 0,0 1 1 0 0,0-1 0 0 0,1 0 0 0 0,-1 0 0 0 0,0 0 0 0 0,0 0-1 0 0,0 0 1 0 0,0 0 0 0 0,0 0 0 0 0,0 0 0 0 0,0 0 0 0 0,0 0-1 0 0,0-1 1 0 0,0 1 0 0 0,0 0 0 0 0,0-1 0 0 0,0 1 0 0 0,0-1-1 0 0,0 1 1 0 0,0-1 0 0 0,-1 1 0 0 0,1-1 0 0 0,0 0 0 0 0,1 0-1 0 0,1-3-70 0 0,0 0-1 0 0,-1 0 0 0 0,1 0 0 0 0,-1 0 0 0 0,3-9 0 0 0,-4 10 4 0 0,4-23-611 0 0,-9 23 75 0 0,-3 15 388 0 0,-2 12 301 0 0,1 1 1 0 0,1 0 0 0 0,-5 40-1 0 0,-1 4 304 0 0,11-59-286 0 0,-3 15-239 0 0,5-24 129 0 0,0 0 0 0 0,-1-1-1 0 0,1 1 1 0 0,0 0-1 0 0,0-1 1 0 0,-1 1 0 0 0,1 0-1 0 0,0-1 1 0 0,-1 1 0 0 0,1-1-1 0 0,-1 1 1 0 0,1 0-1 0 0,-1-1 1 0 0,1 1 0 0 0,-1-1-1 0 0,1 0 1 0 0,-1 1-1 0 0,1-1 1 0 0,-1 1 0 0 0,0-1-1 0 0,1 0 1 0 0,-1 1-1 0 0,0-1 1 0 0,1 0 0 0 0,-1 0-1 0 0,0 0 1 0 0,0 1-1 0 0,0-2 27 0 0,1 0 0 0 0,0 1 0 0 0,-1-1 0 0 0,1 1-1 0 0,0-1 1 0 0,0 0 0 0 0,0 1 0 0 0,-1-1 0 0 0,1 0 0 0 0,0 0-1 0 0,0 1 1 0 0,0-1 0 0 0,0 0 0 0 0,0 1 0 0 0,0-1-1 0 0,1 0 1 0 0,-1 1 0 0 0,0-1 0 0 0,0 0 0 0 0,0 0-1 0 0,1 1 1 0 0,-1-2 0 0 0,6-19 94 0 0,83-184-2859 0 0,-88 201 2675 0 0,1 1-1 0 0,0-1 1 0 0,0 0-1 0 0,0 1 1 0 0,0-1-1 0 0,0 1 0 0 0,1-1 1 0 0,-1 1-1 0 0,1 0 1 0 0,4-3-1 0 0,-6 5 106 0 0,0 0-1 0 0,1 1 0 0 0,-1-1 1 0 0,0 0-1 0 0,1 1 0 0 0,-1-1 1 0 0,0 1-1 0 0,1 0 0 0 0,-1-1 1 0 0,1 1-1 0 0,-1 0 0 0 0,1 0 1 0 0,-1 0-1 0 0,1 0 1 0 0,-1 0-1 0 0,1 0 0 0 0,-1 0 1 0 0,1 1-1 0 0,-1-1 0 0 0,0 0 1 0 0,1 1-1 0 0,-1-1 0 0 0,1 1 1 0 0,-1 0-1 0 0,0-1 0 0 0,0 1 1 0 0,1 0-1 0 0,-1 0 0 0 0,0 0 1 0 0,0 0-1 0 0,0 0 1 0 0,1 1-1 0 0,3 3 194 0 0,0 0-1 0 0,-1 0 1 0 0,0 0 0 0 0,0 0-1 0 0,0 1 1 0 0,-1-1 0 0 0,5 12-1 0 0,-6-14-183 0 0,-1 0-1 0 0,0 0 1 0 0,0-1-1 0 0,0 1 1 0 0,-1 0-1 0 0,1 0 1 0 0,0 0-1 0 0,-1 0 1 0 0,0 0-1 0 0,0 0 1 0 0,0 0-1 0 0,0 0 1 0 0,0 0-1 0 0,-1 0 1 0 0,1 0-1 0 0,-1 0 1 0 0,0 0-1 0 0,0 0 1 0 0,-2 3-1 0 0,-7 6 458 0 0,9-12-539 0 0,1-1 0 0 0,0 1 0 0 0,0-1 0 0 0,-1 1-1 0 0,1-1 1 0 0,0 1 0 0 0,0 0 0 0 0,0-1 0 0 0,0 1 0 0 0,0-1-1 0 0,0 1 1 0 0,0-1 0 0 0,0 1 0 0 0,0-1 0 0 0,0 1 0 0 0,0-1-1 0 0,0 1 1 0 0,0-1 0 0 0,0 1 0 0 0,0 0 0 0 0,0-1 0 0 0,1 1-1 0 0,-1-1 1 0 0,0 1 0 0 0,0 0 0 0 0,1-2 0 0 0,0-3-1355 0 0,2-4 1223 0 0,-1 3-38 0 0,0-1 0 0 0,-1 0 0 0 0,1 0-1 0 0,-1 0 1 0 0,0 0 0 0 0,-1 0 0 0 0,0 0-1 0 0,-1-10 1 0 0,0 19 275 0 0,0-1 1 0 0,0 1-1 0 0,0-1 0 0 0,0 1 1 0 0,0-1-1 0 0,0 1 1 0 0,1 0-1 0 0,-1 0 0 0 0,0-1 1 0 0,1 1-1 0 0,0 0 0 0 0,-1 0 1 0 0,1 2-1 0 0,-2 22-2781 0 0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29.71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29 31 5529 0 0,'-6'-10'518'0'0,"-9"-10"256"0"0,10 21-370 0 0,3 14 451 0 0,2-10-613 0 0,0 80 1127 0 0,3 214 1329 0 0,2-207-2531 0 0,22 115 0 0 0,-18-157-139 0 0,-2 1 1 0 0,-2-1 0 0 0,-3 79-1 0 0,-3-117-715 0 0,1 1-1 0 0,1 0 1 0 0,3 19-1 0 0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30.39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21 318 3681 0 0,'-2'-1'111'0'0,"0"-1"1"0"0,0-1 0 0 0,0 1-1 0 0,1 0 1 0 0,-1 0-1 0 0,0-1 1 0 0,1 1-1 0 0,-2-5 1 0 0,3 6-95 0 0,-1 1 0 0 0,1-1 0 0 0,-1 0 0 0 0,1 1 1 0 0,0-1-1 0 0,-1 0 0 0 0,1 0 0 0 0,0 0 0 0 0,0 1 0 0 0,-1-1 0 0 0,1 0 0 0 0,0 0 0 0 0,0 0 0 0 0,0 0 0 0 0,0 1 1 0 0,0-1-1 0 0,0 0 0 0 0,1 0 0 0 0,-1 0 0 0 0,0 0 0 0 0,0 1 0 0 0,0-1 0 0 0,1 0 0 0 0,-1 0 0 0 0,0 1 0 0 0,1-1 1 0 0,-1 0-1 0 0,1 0 0 0 0,-1 1 0 0 0,1-1 0 0 0,-1 0 0 0 0,2 0 0 0 0,17 40 1306 0 0,-5-14-128 0 0,-3-5-666 0 0,0 0 1 0 0,1-1-1 0 0,1-1 1 0 0,1 0-1 0 0,25 25 1 0 0,-26-31-314 0 0,0-1 0 0 0,1 0 1 0 0,0-1-1 0 0,1 0 1 0 0,0-2-1 0 0,32 15 0 0 0,-38-20-98 0 0,0 0 0 0 0,-1-1 0 0 0,1 0 0 0 0,0 0 1 0 0,0-1-1 0 0,1 0 0 0 0,-1 0 0 0 0,0-1 0 0 0,0-1 0 0 0,0 1 0 0 0,0-1 0 0 0,0-1 0 0 0,0 0 0 0 0,0 0 0 0 0,10-4 0 0 0,-12 3-115 0 0,1 1 0 0 0,0-2 0 0 0,-1 1 0 0 0,1-1 0 0 0,-1 0-1 0 0,0-1 1 0 0,0 0 0 0 0,-1 0 0 0 0,0 0 0 0 0,0-1 0 0 0,0 0 0 0 0,0 0 0 0 0,-1 0 0 0 0,0-1-1 0 0,0 0 1 0 0,-1 0 0 0 0,4-8 0 0 0,26-66-160 0 0,-24 55 190 0 0,1-1-1 0 0,18-29 0 0 0,-16 34 61 0 0,66-100-53 0 0,-64 102-80 0 0,0 1 0 0 0,2 0-1 0 0,34-30 1 0 0,-49 47-59 0 0,-1 1 0 0 0,0 0-1 0 0,1 0 1 0 0,0-1 0 0 0,-1 1 0 0 0,1 0 0 0 0,0 0-1 0 0,-1 1 1 0 0,1-1 0 0 0,0 0 0 0 0,0 1 0 0 0,0-1-1 0 0,0 1 1 0 0,-1-1 0 0 0,1 1 0 0 0,0 0 0 0 0,3 0-1 0 0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31.64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66 82 5529 0 0,'-18'-11'1160'0'0,"8"6"-548"0"0,1-1-1 0 0,1-1 1 0 0,-10-7-1 0 0,18 14-608 0 0,0-1-1 0 0,-1 1 1 0 0,1 0-1 0 0,0 0 1 0 0,0 0-1 0 0,0 0 0 0 0,0 0 1 0 0,0 0-1 0 0,0-1 1 0 0,-1 1-1 0 0,1 0 1 0 0,0 0-1 0 0,0 0 1 0 0,0 0-1 0 0,0 0 1 0 0,0-1-1 0 0,0 1 0 0 0,0 0 1 0 0,0 0-1 0 0,0 0 1 0 0,0 0-1 0 0,0-1 1 0 0,0 1-1 0 0,0 0 1 0 0,0 0-1 0 0,0 0 1 0 0,0 0-1 0 0,0-1 0 0 0,0 1 1 0 0,0 0-1 0 0,0 0 1 0 0,0 0-1 0 0,0 0 1 0 0,0-1-1 0 0,0 1 1 0 0,1 0-1 0 0,-1 0 1 0 0,0 0-1 0 0,0 0 0 0 0,0 0 1 0 0,0 0-1 0 0,0-1 1 0 0,0 1-1 0 0,1 0 1 0 0,-1 0-1 0 0,0 0 1 0 0,0 0-1 0 0,0 0 1 0 0,0 0-1 0 0,0 0 0 0 0,1 0 1 0 0,-1 0-1 0 0,15-4 204 0 0,10 3-27 0 0,142-12 448 0 0,40 0 890 0 0,-171 13-1303 0 0,0 1 0 0 0,-1 3 0 0 0,65 13 1 0 0,-88-15-492 0 0,0 0 0 0 0,0 0 0 0 0,1-2 0 0 0,-1 1 0 0 0,1-2 0 0 0,-1 1 0 0 0,24-6 0 0 0,-24 4 138 0 0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32.42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9 9 6913 0 0,'-9'-8'446'0'0,"15"8"-1018"0"0,-4 0 555 0 0,0 1-1 0 0,0 0 0 0 0,0-1 0 0 0,0 1 1 0 0,-1 0-1 0 0,1 0 0 0 0,0 0 0 0 0,0 0 1 0 0,-1 0-1 0 0,3 3 0 0 0,14 19 723 0 0,2 2 71 0 0,0 0 0 0 0,36 31 0 0 0,14 15-665 0 0,-51-50-73 0 0,1-1 0 0 0,42 34 0 0 0,-14-23 253 0 0,-34-23-97 0 0,0 1 1 0 0,-1 0 0 0 0,0 1-1 0 0,-1 0 1 0 0,0 1-1 0 0,0 0 1 0 0,19 26-1 0 0,-31-37-184 0 0,0 0 1 0 0,1 0-1 0 0,-1 0 0 0 0,0 0 0 0 0,0 0 1 0 0,0 0-1 0 0,0 1 0 0 0,0-1 0 0 0,1 0 1 0 0,-1 0-1 0 0,0 0 0 0 0,0 0 0 0 0,0 0 1 0 0,0 1-1 0 0,0-1 0 0 0,0 0 1 0 0,0 0-1 0 0,0 0 0 0 0,0 1 0 0 0,0-1 1 0 0,0 0-1 0 0,0 0 0 0 0,0 0 0 0 0,0 0 1 0 0,0 1-1 0 0,0-1 0 0 0,0 0 0 0 0,0 0 1 0 0,0 0-1 0 0,0 0 0 0 0,0 1 0 0 0,0-1 1 0 0,0 0-1 0 0,0 0 0 0 0,0 0 0 0 0,0 0 1 0 0,0 1-1 0 0,0-1 0 0 0,-1 0 0 0 0,1 0 1 0 0,0 0-1 0 0,0 0 0 0 0,0 0 0 0 0,0 1 1 0 0,0-1-1 0 0,-1 0 0 0 0,1 0 0 0 0,-10-5 673 0 0,5 4-600 0 0,-1 2-70 0 0,-1-1 0 0 0,1 1 1 0 0,0 0-1 0 0,0 0 0 0 0,0 1 1 0 0,0 0-1 0 0,0 0 0 0 0,1 0 1 0 0,-1 1-1 0 0,1 0 0 0 0,-1 0 1 0 0,-8 6-1 0 0,-4 4 38 0 0,1 2 0 0 0,0-1 0 0 0,1 2 0 0 0,1 0 0 0 0,1 1 0 0 0,0 1 0 0 0,-22 35 0 0 0,19-20-16 0 0,1 1-1 0 0,1 0 0 0 0,-18 70 1 0 0,27-83-391 0 0,-1-1 1 0 0,-15 32-1 0 0,-13 4-4612 0 0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39.1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1561 10138 0 0,'-2'-3'161'0'0,"1"-1"0"0"0,0 0 0 0 0,0 1-1 0 0,0-1 1 0 0,0 0 0 0 0,1 0 0 0 0,-1 0-1 0 0,1 0 1 0 0,0 0 0 0 0,0 0 0 0 0,1 0 0 0 0,-1 0-1 0 0,1 0 1 0 0,0 1 0 0 0,0-1 0 0 0,0 0-1 0 0,0 0 1 0 0,1 1 0 0 0,0-1 0 0 0,-1 1 0 0 0,1-1-1 0 0,1 1 1 0 0,-1 0 0 0 0,0 0 0 0 0,1-1 0 0 0,-1 2-1 0 0,4-4 1 0 0,10-9-104 0 0,-1 1-1 0 0,2 0 1 0 0,30-18-1 0 0,-39 26 25 0 0,276-170 413 0 0,-215 140-400 0 0,0 3 0 0 0,100-33 0 0 0,226-74 300 0 0,183-55-244 0 0,404-34-150 0 0,-915 217 0 0 0,776-131 0 0 0,-422 77 0 0 0,265-38 0 0 0,1887-72 513 0 0,-1925 183-513 0 0,754 103 0 0 0,324 240 0 0 0,-841-102 229 0 0,-13 40-269 0 0,-227-31 115 0 0,-547-207-47 0 0,-2 4 0 0 0,137 103 0 0 0,-158-105-2388 0 0,-56-39-3070 0 0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39.9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388 92 6913 0 0,'-9'-5'492'0'0,"0"-1"0"0"0,0 0-1 0 0,0-1 1 0 0,1 0-1 0 0,0 0 1 0 0,0-1-1 0 0,-7-9 1 0 0,-12-12 1847 0 0,27 29-2286 0 0,0 0-1 0 0,0 1 0 0 0,0-1 0 0 0,0 0 0 0 0,0 0 1 0 0,0 1-1 0 0,0-1 0 0 0,0 0 0 0 0,0 0 0 0 0,0 0 1 0 0,0 1-1 0 0,0-1 0 0 0,0 0 0 0 0,0 0 0 0 0,0 0 1 0 0,0 1-1 0 0,-1-1 0 0 0,1 0 0 0 0,0 0 0 0 0,0 0 1 0 0,0 0-1 0 0,0 1 0 0 0,0-1 0 0 0,-1 0 0 0 0,1 0 1 0 0,0 0-1 0 0,0 0 0 0 0,0 0 0 0 0,-1 0 0 0 0,1 0 1 0 0,0 1-1 0 0,0-1 0 0 0,0 0 0 0 0,-1 0 0 0 0,1 0 1 0 0,0 0-1 0 0,0 0 0 0 0,0 0 0 0 0,-1 0 0 0 0,1 0 1 0 0,0 0-1 0 0,0 0 0 0 0,-1 0 0 0 0,1 0 0 0 0,0 0 0 0 0,0 0 1 0 0,0-1-1 0 0,-1 1 0 0 0,1 0 0 0 0,0 0 0 0 0,0 0 1 0 0,-1 0-1 0 0,6 18 838 0 0,-2-11-785 0 0,1 0 67 0 0,0 0 1 0 0,0 0 0 0 0,1-1-1 0 0,-1 1 1 0 0,2-1-1 0 0,-1 0 1 0 0,1-1 0 0 0,-1 1-1 0 0,12 7 1 0 0,4 5 115 0 0,41 33 84 0 0,-48-42-410 0 0,-1 0 1 0 0,0 2-1 0 0,-1-1 1 0 0,0 2 0 0 0,-1-1-1 0 0,0 2 1 0 0,-1 0-1 0 0,13 20 1 0 0,-20-25 7 0 0,0 0 0 0 0,0 0 0 0 0,-1 0 1 0 0,0 0-1 0 0,-1 0 0 0 0,1 1 0 0 0,-2-1 0 0 0,1 1 0 0 0,-1-1 0 0 0,-1 0 0 0 0,1 1 1 0 0,-1-1-1 0 0,-1 0 0 0 0,0 1 0 0 0,0-1 0 0 0,0 0 0 0 0,-1 0 0 0 0,0 0 1 0 0,-1-1-1 0 0,0 1 0 0 0,-7 11 0 0 0,3-8 53 0 0,1-1 0 0 0,-2 1 0 0 0,1-2 0 0 0,-1 1 0 0 0,-1-1 0 0 0,1-1 0 0 0,-2 1 0 0 0,1-2 0 0 0,-1 0 0 0 0,0 0 0 0 0,-1 0 0 0 0,1-2 0 0 0,-18 7 0 0 0,0-5 191 0 0,-1-1-1 0 0,-1-1 0 0 0,1-1 1 0 0,-56-2-1 0 0,42-1-812 0 0,-54 8 1 0 0,71-4-425 0 0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2.4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 10594 0 0,'3'-2'472'0'0,"1"0"96"0"0,1 2-455 0 0,-1 0-113 0 0,-1 0 0 0 0,-1 0 0 0 0,1 2-545 0 0,1 1-135 0 0,3 3-24 0 0,2 1-8 0 0,-1 3 552 0 0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2.1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219 85 6913 0 0,'0'-6'475'0'0,"1"-1"0"0"0,0 0-1 0 0,1 0 1 0 0,4-12-1 0 0,-5 16-364 0 0,0 0 0 0 0,1 0 0 0 0,-1 0-1 0 0,1 0 1 0 0,-1 0 0 0 0,1 0-1 0 0,0 0 1 0 0,0 1 0 0 0,0-1 0 0 0,0 1-1 0 0,0-1 1 0 0,4-2 0 0 0,-20 42-3 0 0,4-14-62 0 0,-140 338 1523 0 0,131-306-1211 0 0,3 1 1 0 0,2 0-1 0 0,3 1 0 0 0,-8 99 0 0 0,18-134-118 0 0,1 1 0 0 0,0-1 0 0 0,2 1 0 0 0,0-1 0 0 0,2 0 0 0 0,0 0 0 0 0,11 33 0 0 0,-14-53-183 0 0,0-1 0 0 0,-1 1 0 0 0,1 0 0 0 0,0-1-1 0 0,0 1 1 0 0,0-1 0 0 0,0 1 0 0 0,0-1-1 0 0,1 1 1 0 0,-1-1 0 0 0,0 0 0 0 0,1 0 0 0 0,-1 0-1 0 0,1 1 1 0 0,-1-1 0 0 0,1-1 0 0 0,-1 1-1 0 0,1 0 1 0 0,0 0 0 0 0,-1 0 0 0 0,1-1 0 0 0,0 1-1 0 0,2-1 1 0 0,0 1 42 0 0,0-1 0 0 0,-1 0 1 0 0,1-1-1 0 0,0 1 0 0 0,0-1 0 0 0,0 0 0 0 0,0 0 0 0 0,-1 0 0 0 0,1 0 1 0 0,5-3-1 0 0,6-4 33 0 0,0-1 0 0 0,0 0 1 0 0,23-20-1 0 0,8-11-1312 0 0,-17 12-3462 0 0,-6 5-1062 0 0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3.5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 0 10138 0 0,'-2'48'602'0'0,"-3"0"0"0"0,-16 71 1 0 0,11-73-227 0 0,2 0 0 0 0,2 0 0 0 0,1 49 1 0 0,6-69 12 0 0,1 1 0 0 0,1-1 1 0 0,9 39-1 0 0,-10-55-219 0 0,1-1-1 0 0,0 0 1 0 0,1 0-1 0 0,-1 0 0 0 0,2-1 1 0 0,-1 1-1 0 0,1-1 1 0 0,1 0-1 0 0,-1 0 1 0 0,1-1-1 0 0,1 1 1 0 0,-1-2-1 0 0,9 8 1 0 0,-9-10-70 0 0,1 0 1 0 0,-1 0-1 0 0,1-1 1 0 0,-1 0-1 0 0,1-1 1 0 0,0 1-1 0 0,0-1 1 0 0,1 0-1 0 0,-1-1 1 0 0,0 0-1 0 0,0 0 1 0 0,1-1-1 0 0,-1 0 1 0 0,0 0-1 0 0,1 0 1 0 0,-1-1-1 0 0,13-3 1 0 0,-7 1-448 0 0,-1-1 0 0 0,0 0 0 0 0,0 0 0 0 0,0-2 0 0 0,-1 1 0 0 0,0-1 0 0 0,0-1 0 0 0,0 0 0 0 0,12-11 0 0 0,-9 5-5434 0 0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3.8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1 179 10138 0 0,'1'-3'165'0'0,"0"1"0"0"0,1-1 0 0 0,0 1 0 0 0,-1-1 0 0 0,1 1 0 0 0,0 0 0 0 0,0 0 0 0 0,0 0 0 0 0,0 0 0 0 0,1 0 0 0 0,-1 0 0 0 0,1 1 0 0 0,-1-1 0 0 0,6-1 0 0 0,3-5 94 0 0,12-7-508 0 0,0 0-1 0 0,0 2 1 0 0,1 0-1 0 0,1 2 1 0 0,45-14 0 0 0,-19 11-1448 0 0,0 2 0 0 0,54-4 0 0 0,-84 13 1685 0 0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4.1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 81 4609 0 0,'-2'0'-55'0'0,"2"-1"139"0"0,-1 1 0 0 0,0 0 0 0 0,1-1 0 0 0,-1 1 0 0 0,0 0 0 0 0,1-1 0 0 0,-1 1 0 0 0,0 0 0 0 0,0 0 0 0 0,1 0 0 0 0,-1 0 0 0 0,0 0 0 0 0,0 0 0 0 0,0 0 0 0 0,1 0 0 0 0,-1 0 0 0 0,0 0 0 0 0,0 0 0 0 0,1 0 0 0 0,-1 0 0 0 0,0 0 0 0 0,0 1 0 0 0,1-1 0 0 0,-1 0 0 0 0,0 1 1 0 0,1-1-1 0 0,-1 1 0 0 0,0-1 0 0 0,1 0 0 0 0,-1 1 0 0 0,1-1 0 0 0,-1 1 0 0 0,1 0 0 0 0,-1-1 0 0 0,1 1 0 0 0,-1-1 0 0 0,1 1 0 0 0,-1 0 0 0 0,1-1 0 0 0,0 1 0 0 0,-1 0 0 0 0,1 0 0 0 0,0-1 0 0 0,-1 3 0 0 0,-2 3 117 0 0,1 0 0 0 0,-1 1 0 0 0,1 0 0 0 0,0 0 1 0 0,0-1-1 0 0,1 1 0 0 0,0 0 0 0 0,0 0 0 0 0,1 0 0 0 0,0 1 0 0 0,0-1 0 0 0,1 0 0 0 0,0 0 0 0 0,0 0 0 0 0,0-1 1 0 0,1 1-1 0 0,0 0 0 0 0,0 0 0 0 0,1-1 0 0 0,0 1 0 0 0,0-1 0 0 0,8 11 0 0 0,-9-13-86 0 0,0 0 0 0 0,1 0 1 0 0,0-1-1 0 0,0 1 0 0 0,0-1 0 0 0,0 1 0 0 0,0-1 1 0 0,1 0-1 0 0,0-1 0 0 0,-1 1 0 0 0,1 0 0 0 0,0-1 0 0 0,0 0 1 0 0,0 0-1 0 0,1 0 0 0 0,-1-1 0 0 0,0 1 0 0 0,1-1 0 0 0,-1 0 1 0 0,1 0-1 0 0,-1-1 0 0 0,1 1 0 0 0,-1-1 0 0 0,1 0 0 0 0,-1 0 1 0 0,1-1-1 0 0,0 1 0 0 0,-1-1 0 0 0,1 0 0 0 0,-1 0 0 0 0,0 0 1 0 0,1-1-1 0 0,-1 0 0 0 0,0 0 0 0 0,6-3 0 0 0,-3 0-233 0 0,0 0-1 0 0,-1 0 0 0 0,0 0 1 0 0,1-1-1 0 0,-2 0 1 0 0,1-1-1 0 0,-1 1 0 0 0,0-1 1 0 0,0 0-1 0 0,-1 0 1 0 0,0-1-1 0 0,0 1 0 0 0,-1-1 1 0 0,0 0-1 0 0,0 0 1 0 0,2-10-1 0 0,-4 11 111 0 0,1 0 1 0 0,-1-1-1 0 0,0 1 0 0 0,-1 0 1 0 0,1-1-1 0 0,-2 1 0 0 0,1-1 1 0 0,-1 1-1 0 0,0 0 0 0 0,0-1 1 0 0,-1 1-1 0 0,0 0 0 0 0,-1 0 1 0 0,1 0-1 0 0,-1 0 0 0 0,-1 0 1 0 0,1 1-1 0 0,-8-11 1 0 0,9 15-58 0 0,-1-1 1 0 0,0 1 0 0 0,0-1 0 0 0,0 1 0 0 0,0 0-1 0 0,0 0 1 0 0,0 0 0 0 0,0 0 0 0 0,-1 1 0 0 0,1-1 0 0 0,-1 1-1 0 0,1 0 1 0 0,-1 0 0 0 0,0 0 0 0 0,1 1 0 0 0,-1-1-1 0 0,0 1 1 0 0,1 0 0 0 0,-1 0 0 0 0,0 0 0 0 0,0 0 0 0 0,1 1-1 0 0,-1-1 1 0 0,-5 3 0 0 0,-9 2-1193 0 0,0 0 1 0 0,1 2-1 0 0,-27 13 1 0 0,35-15 262 0 0,-14 7-2181 0 0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4.5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6449 0 0,'9'98'1218'0'0,"-6"60"1296"0"0,5 87 2690 0 0,-3-191-4747 0 0,3 0 1 0 0,20 80-1 0 0,-9-56-2791 0 0,-17-68 1002 0 0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4.9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92 11979 0 0,'66'-27'4452'0'0,"5"7"-4648"0"0,74-7-5072 0 0,-137 26 5070 0 0,107-13-1636 0 0,-89 12 1781 0 0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5.4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67 8754 0 0,'23'-3'1572'0'0,"41"-12"1"0"0,-11 1-1401 0 0,-16 6-677 0 0,-5 0-12 0 0,0 2 0 0 0,0 1-1 0 0,1 1 1 0 0,42 1-1 0 0,-61 4-2828 0 0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5.8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0 118 8002 0 0,'20'-13'803'0'0,"12"-3"-1145"0"0,0 2 0 0 0,2 1 1 0 0,-1 1-1 0 0,2 2 1 0 0,36-5-1 0 0,2-3-1780 0 0,-50 12 2090 0 0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7.9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82 4145 0 0,'0'-8'615'0'0,"0"1"0"0"0,1 0 0 0 0,-1 0 1 0 0,2-1-1 0 0,-1 1 0 0 0,1 0 0 0 0,0 0 0 0 0,0 0 1 0 0,6-10-1 0 0,-8 17-572 0 0,1 1 0 0 0,-1-1 1 0 0,0 0-1 0 0,1 1 0 0 0,-1-1 0 0 0,1 1 1 0 0,-1-1-1 0 0,1 1 0 0 0,-1-1 0 0 0,0 1 1 0 0,1-1-1 0 0,-1 1 0 0 0,0-1 0 0 0,0 1 1 0 0,1-1-1 0 0,-1 1 0 0 0,0-1 0 0 0,0 1 1 0 0,0 0-1 0 0,0-1 0 0 0,0 1 0 0 0,0-1 1 0 0,0 1-1 0 0,0 0 0 0 0,0 0 0 0 0,4 20 329 0 0,-3 26 935 0 0,-2 1-1 0 0,-12 76 1 0 0,7-82-766 0 0,2 0 1 0 0,2 0-1 0 0,5 81 0 0 0,0-99-216 0 0,2 0-1 0 0,0 0 0 0 0,12 32 0 0 0,-14-47-281 0 0,1 0 0 0 0,0 0 0 0 0,0-1-1 0 0,1 0 1 0 0,0 0 0 0 0,1 0 0 0 0,0 0 0 0 0,0-1 0 0 0,0 0 0 0 0,1 0 0 0 0,13 10 0 0 0,-17-15-25 0 0,0-1 0 0 0,0 1 1 0 0,0-1-1 0 0,1 1 0 0 0,-1-1 1 0 0,0 0-1 0 0,1 0 0 0 0,-1-1 1 0 0,1 1-1 0 0,-1-1 0 0 0,1 0 1 0 0,-1 0-1 0 0,1 0 1 0 0,-1 0-1 0 0,1 0 0 0 0,-1-1 1 0 0,1 1-1 0 0,-1-1 0 0 0,0 0 1 0 0,1 0-1 0 0,-1-1 0 0 0,0 1 1 0 0,0-1-1 0 0,1 1 0 0 0,-1-1 1 0 0,0 0-1 0 0,2-2 0 0 0,9-7-663 0 0,-1 0-1 0 0,0-1 0 0 0,23-26 1 0 0,-36 37 622 0 0,24-28-6365 0 0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8.3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 8290 0 0,'7'-2'951'0'0,"0"0"0"0"0,0 0 0 0 0,0 0 0 0 0,10 0 1 0 0,-17 2-886 0 0,2 0-82 0 0,-1 0 0 0 0,1-1 0 0 0,-1 1 0 0 0,1 0 0 0 0,-1 1 0 0 0,1-1 0 0 0,-1 0 0 0 0,1 0 0 0 0,-1 1 0 0 0,1-1 0 0 0,-1 1 0 0 0,0-1 0 0 0,1 1 0 0 0,-1 0 0 0 0,1-1 0 0 0,1 2 0 0 0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2.0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 10 6913 0 0,'-19'-9'2488'0'0,"19"9"-2436"0"0,-1 0 0 0 0,1 0 0 0 0,-1 0 0 0 0,1 0 0 0 0,0 0 0 0 0,-1 0 0 0 0,1 0 0 0 0,-1 0 0 0 0,1 0 0 0 0,0 0 0 0 0,-1 0 0 0 0,1 1 0 0 0,-1-1 0 0 0,1 0 0 0 0,0 0 0 0 0,-1 0 0 0 0,1 0 0 0 0,0 1 0 0 0,-1-1 0 0 0,1 0 0 0 0,0 0 0 0 0,0 1 0 0 0,-1-1 0 0 0,1 0 0 0 0,-1 1 0 0 0,0 2 48 0 0,0 0-1 0 0,1 0 1 0 0,-1 0 0 0 0,1 0-1 0 0,-1 0 1 0 0,1 0 0 0 0,0 0-1 0 0,0 6 1 0 0,0 9 181 0 0,7 206 4773 0 0,0-91-4881 0 0,-11-2-3437 0 0,2-114-268 0 0,-1-2-941 0 0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2.5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83 4689 0 0,'0'-3'98'0'0,"1"0"0"0"0,-1 0 0 0 0,1 0-1 0 0,0 0 1 0 0,0 0 0 0 0,0 0 0 0 0,1 0 0 0 0,-1 0 0 0 0,1 1 0 0 0,-1-1 0 0 0,1 0-1 0 0,0 1 1 0 0,0-1 0 0 0,0 1 0 0 0,1 0 0 0 0,-1 0 0 0 0,0 0 0 0 0,1 0 0 0 0,3-2-1 0 0,0 0 113 0 0,0 0 0 0 0,-1 1 0 0 0,1 0 0 0 0,0 0 0 0 0,0 1 0 0 0,1 0 0 0 0,-1 0 0 0 0,8-1 0 0 0,-7 2 75 0 0,0 0 0 0 0,0 1 0 0 0,0 0 0 0 0,0 0 0 0 0,0 1 0 0 0,-1-1-1 0 0,1 2 1 0 0,0-1 0 0 0,0 1 0 0 0,12 5 0 0 0,-17-6-226 0 0,1 0 1 0 0,-1 0 0 0 0,0 1 0 0 0,0-1 0 0 0,1 1-1 0 0,-1 0 1 0 0,0 0 0 0 0,0 0 0 0 0,-1 0 0 0 0,1 0-1 0 0,0 0 1 0 0,-1 0 0 0 0,1 1 0 0 0,-1-1-1 0 0,0 0 1 0 0,0 1 0 0 0,1-1 0 0 0,-2 1 0 0 0,1 0-1 0 0,0-1 1 0 0,-1 1 0 0 0,1 0 0 0 0,-1-1-1 0 0,0 1 1 0 0,1 0 0 0 0,-2 0 0 0 0,1-1 0 0 0,0 1-1 0 0,0 0 1 0 0,-2 3 0 0 0,-3 17 50 0 0,-1 0-1 0 0,-1-1 1 0 0,-1 0-1 0 0,-1 0 1 0 0,-1-1 0 0 0,-1 0-1 0 0,0 0 1 0 0,-2-1-1 0 0,-29 34 1 0 0,23-40 1194 0 0,33-16-866 0 0,159 3-68 0 0,-98 7-4670 0 0,-64-6-305 0 0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2.8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8642 0 0,'0'3'164'0'0,"0"0"0"0"0,1 0-1 0 0,-1 0 1 0 0,1 0 0 0 0,0 0 0 0 0,-1 0 0 0 0,2 0 0 0 0,-1 0 0 0 0,0-1-1 0 0,3 6 1 0 0,-1-3 34 0 0,7 25 758 0 0,0 0 0 0 0,-2 1 0 0 0,4 32 0 0 0,7 99 1131 0 0,-11-73-2933 0 0,-4-46-1736 0 0,-4-23-2293 0 0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3.4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95 5529 0 0,'1'-5'2194'0'0,"11"-2"-787"0"0,12-4 289 0 0,23-3-449 0 0,1 3 0 0 0,71-9 0 0 0,101 1-1265 0 0,-158 15 60 0 0,-18 2-742 0 0,-20 1-2918 0 0,-6 0-806 0 0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3.8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6449 0 0,'1'4'225'0'0,"0"0"0"0"0,0 0 0 0 0,0 0 0 0 0,1 0 0 0 0,0 0 0 0 0,-1 0 0 0 0,2 0 0 0 0,1 4 0 0 0,7 11 522 0 0,1 14 358 0 0,0 1 0 0 0,-2 1 1 0 0,9 62-1 0 0,2 112 485 0 0,-15-140-1936 0 0,-5-50-3275 0 0,-1 1-1227 0 0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4.3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 40 5529 0 0,'5'-12'403'0'0,"-5"10"-256"0"0,1 0 1 0 0,0 0-1 0 0,0 0 1 0 0,-1 0-1 0 0,1 0 0 0 0,0 0 1 0 0,0 0-1 0 0,1 1 0 0 0,-1-1 1 0 0,0 0-1 0 0,1 1 0 0 0,-1-1 1 0 0,4-2-1 0 0,-5 4-76 0 0,1 1 0 0 0,-1-1-1 0 0,0 1 1 0 0,1-1 0 0 0,-1 0 0 0 0,0 1 0 0 0,1-1 0 0 0,-1 1-1 0 0,0-1 1 0 0,0 1 0 0 0,1-1 0 0 0,-1 1 0 0 0,0-1-1 0 0,0 1 1 0 0,0-1 0 0 0,0 1 0 0 0,1-1 0 0 0,-1 1-1 0 0,0-1 1 0 0,0 1 0 0 0,0-1 0 0 0,0 1 0 0 0,0-1-1 0 0,-1 1 1 0 0,1 0 0 0 0,0-1 0 0 0,0 1 0 0 0,0-1 0 0 0,-1 1-1 0 0,0 18 367 0 0,1-19-437 0 0,-6 33 1481 0 0,-11 36 0 0 0,10-45-537 0 0,1 1-1 0 0,-5 45 1 0 0,10-48-615 0 0,1 1 0 0 0,0-1 0 0 0,2 1 0 0 0,1-1-1 0 0,1 0 1 0 0,12 43 0 0 0,-13-56-303 0 0,0-1-1 0 0,0 0 1 0 0,1 0-1 0 0,0 0 1 0 0,0 0-1 0 0,1 0 1 0 0,0-1-1 0 0,0 0 1 0 0,1 0-1 0 0,0 0 1 0 0,0-1-1 0 0,1 0 1 0 0,-1 0-1 0 0,1 0 1 0 0,1-1-1 0 0,-1 0 1 0 0,1-1-1 0 0,0 0 1 0 0,0 0-1 0 0,12 4 1 0 0,-17-7-317 0 0,0-1 1 0 0,0 1 0 0 0,0-1 0 0 0,0 0-1 0 0,1 0 1 0 0,-1 0 0 0 0,0 0-1 0 0,6-2 1 0 0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4.6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 10138 0 0,'0'0'38'0'0,"0"0"0"0"0,0-1 1 0 0,0 1-1 0 0,0 0 0 0 0,0-1 0 0 0,0 1 0 0 0,0 0 0 0 0,0-1 0 0 0,0 1 1 0 0,0 0-1 0 0,0-1 0 0 0,1 1 0 0 0,-1 0 0 0 0,0-1 0 0 0,0 1 1 0 0,0 0-1 0 0,0-1 0 0 0,1 1 0 0 0,-1 0 0 0 0,0 0 0 0 0,0-1 0 0 0,1 1 1 0 0,-1 0-1 0 0,0 0 0 0 0,1 0 0 0 0,-1-1 0 0 0,0 1 0 0 0,0 0 0 0 0,1 0 1 0 0,-1 0-1 0 0,0 0 0 0 0,1 0 0 0 0,-1-1 0 0 0,0 1 0 0 0,1 0 0 0 0,-1 0 1 0 0,0 0-1 0 0,1 0 0 0 0,19 5 750 0 0,15 17 162 0 0,-32-17-855 0 0,1-1 1 0 0,0 1-1 0 0,-1 0 0 0 0,0 0 0 0 0,4 9 0 0 0,12 19-2341 0 0,-12-27 1287 0 0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6.7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1 6913 0 0,'-12'51'427'0'0,"9"-31"-28"0"0,1 0 0 0 0,0 1 0 0 0,2-1 0 0 0,3 36 0 0 0,19 81 1455 0 0,-6-48-2217 0 0,-13-72-3518 0 0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7.4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9 137 2761 0 0,'-1'-3'194'0'0,"-1"-1"0"0"0,1 1 0 0 0,0-1 0 0 0,0 0 0 0 0,0 1 0 0 0,1-1 0 0 0,-1 0-1 0 0,1 0 1 0 0,0 0 0 0 0,0 1 0 0 0,0-1 0 0 0,0 0 0 0 0,1 0 0 0 0,0 0 0 0 0,0 1 0 0 0,0-1 0 0 0,0 0 0 0 0,0 1 0 0 0,1-1 0 0 0,-1 1 0 0 0,1-1 0 0 0,0 1 0 0 0,0 0 0 0 0,0 0 0 0 0,6-6 0 0 0,-5 6-86 0 0,0-1-1 0 0,1 1 1 0 0,-1 0-1 0 0,1 0 1 0 0,0 0-1 0 0,0 1 0 0 0,0-1 1 0 0,0 1-1 0 0,0 0 1 0 0,1 0-1 0 0,-1 0 1 0 0,1 1-1 0 0,-1 0 1 0 0,1-1-1 0 0,0 2 1 0 0,-1-1-1 0 0,1 0 0 0 0,0 1 1 0 0,0 0-1 0 0,8 1 1 0 0,-2 0-59 0 0,-1 1 0 0 0,1 1 0 0 0,-1-1 0 0 0,0 1 0 0 0,0 1 0 0 0,10 5 0 0 0,-18-8-43 0 0,0 0 1 0 0,-1 0 0 0 0,1 0 0 0 0,0 1 0 0 0,-1-1 0 0 0,1 1 0 0 0,-1-1 0 0 0,1 1 0 0 0,-1-1-1 0 0,0 1 1 0 0,0 0 0 0 0,0 0 0 0 0,0 0 0 0 0,0 0 0 0 0,0 0 0 0 0,0 0 0 0 0,0 0-1 0 0,-1 0 1 0 0,1 0 0 0 0,-1 0 0 0 0,0 0 0 0 0,1 0 0 0 0,-1 0 0 0 0,0 0 0 0 0,0 0 0 0 0,-1 1-1 0 0,1-1 1 0 0,0 0 0 0 0,-1 0 0 0 0,1 0 0 0 0,-1 0 0 0 0,1 0 0 0 0,-1 0 0 0 0,0 0 0 0 0,0 0-1 0 0,-2 3 1 0 0,-10 19 342 0 0,-2-1-1 0 0,-33 42 0 0 0,43-57-320 0 0,-23 16 601 0 0,24-21-331 0 0,1 0 1 0 0,-1 0-1 0 0,0 0 0 0 0,1 0 1 0 0,0 0-1 0 0,0 1 1 0 0,-5 6-1 0 0,9-9-222 0 0,1-1 0 0 0,-1 1 0 0 0,0-1-1 0 0,0 1 1 0 0,1-1 0 0 0,-1 0 0 0 0,0 1 0 0 0,0-1-1 0 0,1 0 1 0 0,-1 0 0 0 0,0 0 0 0 0,1 0 0 0 0,-1 0-1 0 0,0 0 1 0 0,1 0 0 0 0,-1 0 0 0 0,0 0 0 0 0,3-1-1 0 0,23-2 55 0 0,116-7 924 0 0,-126 10-1499 0 0,-1 1 0 0 0,0 0 0 0 0,0 1 1 0 0,0 1-1 0 0,0 1 0 0 0,-1 0 0 0 0,16 7 0 0 0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8.7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57 6425 0 0,'1'-2'48'0'0,"0"0"-1"0"0,0 0 0 0 0,0 0 1 0 0,1 1-1 0 0,-1-1 0 0 0,1 0 1 0 0,-1 1-1 0 0,1-1 0 0 0,-1 1 1 0 0,1 0-1 0 0,0-1 0 0 0,0 1 1 0 0,-1 0-1 0 0,1 0 0 0 0,0 0 1 0 0,0 0-1 0 0,3-1 0 0 0,7-4 230 0 0,-8 3-127 0 0,-1 0 0 0 0,1 1 0 0 0,0 0 0 0 0,-1 0 0 0 0,1 0 0 0 0,0 0 0 0 0,0 0 0 0 0,0 1 0 0 0,1 0 1 0 0,-1 0-1 0 0,0 0 0 0 0,0 0 0 0 0,1 1 0 0 0,-1-1 0 0 0,0 1 0 0 0,5 0 0 0 0,-6 1-94 0 0,-1-1 0 0 0,1 1 0 0 0,-1 0-1 0 0,1 0 1 0 0,-1 0 0 0 0,0 0 0 0 0,1 0-1 0 0,-1 0 1 0 0,0 1 0 0 0,0-1 0 0 0,0 1 0 0 0,0-1-1 0 0,0 1 1 0 0,0 0 0 0 0,0 0 0 0 0,-1 0-1 0 0,1 0 1 0 0,-1 0 0 0 0,1 0 0 0 0,-1 0 0 0 0,0 1-1 0 0,0-1 1 0 0,0 0 0 0 0,0 1 0 0 0,0-1-1 0 0,-1 1 1 0 0,1-1 0 0 0,-1 1 0 0 0,1 2 0 0 0,0 1-45 0 0,-1-1 1 0 0,1 1-1 0 0,-1 0 1 0 0,-1-1-1 0 0,1 1 1 0 0,-1-1 0 0 0,0 1-1 0 0,0 0 1 0 0,0-1-1 0 0,-1 0 1 0 0,-2 7-1 0 0,-4 3 42 0 0,0-1 0 0 0,-13 20 0 0 0,-10 16 119 0 0,64-52 807 0 0,-2-5-1034 0 0,-14 3-36 0 0,0 1 0 0 0,19-2 0 0 0,-32 5 80 0 0,0 0 0 0 0,0 0 0 0 0,-1 0 0 0 0,1 0 0 0 0,0 1 0 0 0,0 0 0 0 0,0-1 0 0 0,-1 1 0 0 0,1 1 0 0 0,0-1 0 0 0,-1 0 0 0 0,1 1 0 0 0,-1 0 0 0 0,0 0 0 0 0,4 2 0 0 0,-6-2-1 0 0,0 0 1 0 0,0-1-1 0 0,0 1 1 0 0,0 0 0 0 0,0 0-1 0 0,0 0 1 0 0,0 0-1 0 0,-1 0 1 0 0,1 0-1 0 0,-1 0 1 0 0,1 1 0 0 0,-1-1-1 0 0,0 0 1 0 0,0 0-1 0 0,0 0 1 0 0,0 0-1 0 0,0 0 1 0 0,-1 1 0 0 0,1-1-1 0 0,0 0 1 0 0,-1 0-1 0 0,0 0 1 0 0,1 0-1 0 0,-1 0 1 0 0,0 0 0 0 0,0 0-1 0 0,-3 3 1 0 0,0 3-35 0 0,0 0 1 0 0,-1 1 0 0 0,-1-2-1 0 0,1 1 1 0 0,-8 7 0 0 0,-5 1 182 0 0,-1-1 0 0 0,0-1-1 0 0,-1-1 1 0 0,0 0 0 0 0,-1-1 0 0 0,0-2 0 0 0,-1 0 0 0 0,0-1 0 0 0,-36 9 0 0 0,36-12-722 0 0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2.7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119 11 6913 0 0,'-15'-10'9138'0'0,"7"22"-9016"0"0,1 0 0 0 0,0 1 0 0 0,0 0-1 0 0,2 1 1 0 0,-8 22 0 0 0,-18 83 138 0 0,27-100-228 0 0,-3 8 192 0 0,2 1-1 0 0,0 0 1 0 0,2 0-1 0 0,1 56 1 0 0,3-72-96 0 0,0-1 0 0 0,1 0 1 0 0,0 0-1 0 0,1 0 0 0 0,0-1 1 0 0,0 1-1 0 0,1 0 0 0 0,1-1 0 0 0,0 0 1 0 0,0 0-1 0 0,1-1 0 0 0,0 1 0 0 0,1-1 1 0 0,0-1-1 0 0,12 14 0 0 0,-4-9 32 0 0,0 0 1 0 0,1-1-1 0 0,1-1 0 0 0,0 0 0 0 0,0-1 0 0 0,1-1 0 0 0,0 0 0 0 0,0-2 0 0 0,1 0 1 0 0,38 8-1 0 0,-45-13-331 0 0,1 0-1 0 0,0-1 1 0 0,0 0 0 0 0,0-1 0 0 0,0-1 0 0 0,0 0 0 0 0,0-1 0 0 0,0 0 0 0 0,0-1-1 0 0,-1 0 1 0 0,1-1 0 0 0,-1-1 0 0 0,0 0 0 0 0,0 0 0 0 0,-1-1 0 0 0,0-1 0 0 0,18-12-1 0 0,-1-5-2799 0 0,-18 14 1444 0 0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3.0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 78 9674 0 0,'-5'-8'496'0'0,"0"0"1"0"0,1 0-1 0 0,0 0 0 0 0,-3-11 0 0 0,6 18-403 0 0,1 0-1 0 0,0 0 0 0 0,0 0 0 0 0,-1 0 0 0 0,1 0 0 0 0,0 0 0 0 0,0 0 1 0 0,0 0-1 0 0,0 0 0 0 0,0 0 0 0 0,0 0 0 0 0,0 0 0 0 0,1 0 1 0 0,-1 0-1 0 0,0 0 0 0 0,1 0 0 0 0,-1 0 0 0 0,0 0 0 0 0,1 0 0 0 0,0-1 1 0 0,0 2-49 0 0,0-1 1 0 0,0 0 0 0 0,0 1-1 0 0,0-1 1 0 0,0 1 0 0 0,1 0 0 0 0,-1-1-1 0 0,0 1 1 0 0,0 0 0 0 0,1 0 0 0 0,-1-1-1 0 0,0 1 1 0 0,0 0 0 0 0,0 0-1 0 0,1 1 1 0 0,-1-1 0 0 0,0 0 0 0 0,0 0-1 0 0,0 1 1 0 0,1-1 0 0 0,-1 0 0 0 0,1 1-1 0 0,3 1-316 0 0,0 0 0 0 0,0 0 1 0 0,0 0-1 0 0,-1 1 0 0 0,1 0 0 0 0,-1 0 0 0 0,1 0 0 0 0,-1 0 0 0 0,7 7 0 0 0,29 40-506 0 0,-29-36 996 0 0,-3-4-207 0 0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3.5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0 6913 0 0,'5'36'3713'0'0,"-8"79"-1273"0"0,1-89-1887 0 0,1 0-1 0 0,0 0 0 0 0,2 0 0 0 0,7 41 0 0 0,1-26-150 0 0,18 71-139 0 0,-22-98-2017 0 0,0 0 0 0 0,14 26 0 0 0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3.9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40 6449 0 0,'0'0'54'0'0,"-1"0"0"0"0,1 0 0 0 0,0 0 0 0 0,-1 0 0 0 0,1 0 0 0 0,0 0 0 0 0,-1 0 0 0 0,1 0 0 0 0,0-1 0 0 0,0 1-1 0 0,-1 0 1 0 0,1 0 0 0 0,0 0 0 0 0,-1 0 0 0 0,1-1 0 0 0,0 1 0 0 0,0 0 0 0 0,0 0 0 0 0,-1-1 0 0 0,1 1 0 0 0,0 0 0 0 0,0 0-1 0 0,0-1 1 0 0,-1 1 0 0 0,1 0 0 0 0,0 0 0 0 0,0-1 0 0 0,0 1 0 0 0,0 0 0 0 0,0-1 0 0 0,0 1 0 0 0,0 0 0 0 0,0-1 0 0 0,0 1-1 0 0,0 0 1 0 0,0-1 0 0 0,0 1 0 0 0,0 0 0 0 0,0 0 0 0 0,0-1 0 0 0,0 1 0 0 0,0 0 0 0 0,0-1 0 0 0,16-3 3049 0 0,-5 2-3137 0 0,10-3 412 0 0,61-10-1081 0 0,-70 13-128 0 0,1 1 0 0 0,-1 1 0 0 0,0 0 0 0 0,21 2 0 0 0,-23 0-1947 0 0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4.2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53 7370 0 0,'10'-5'4086'0'0,"45"-10"-3047"0"0,137-16-4188 0 0,-173 29 2325 0 0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4.6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 6 10594 0 0,'-8'-6'876'0'0,"11"11"-1532"0"0,-3-4 582 0 0,1 4-45 0 0,-1 21 437 0 0,0-1-1 0 0,-2 1 1 0 0,-1-1 0 0 0,-7 30-1 0 0,5-28 370 0 0,0 1-1 0 0,2 0 0 0 0,1 0 0 0 0,2 30 1 0 0,1-43-323 0 0,2 0 0 0 0,0-1 0 0 0,0 1 0 0 0,2-1 1 0 0,0 0-1 0 0,0 0 0 0 0,14 25 0 0 0,-14-31-243 0 0,-1-1 0 0 0,2 1-1 0 0,-1-1 1 0 0,1 0 0 0 0,0-1-1 0 0,0 1 1 0 0,1-1 0 0 0,-1 0-1 0 0,2-1 1 0 0,-1 0 0 0 0,0 0-1 0 0,1 0 1 0 0,0-1 0 0 0,12 5-1 0 0,-16-9-147 0 0,-1 1 0 0 0,1 0 0 0 0,0-1-1 0 0,-1 1 1 0 0,1-1 0 0 0,0 0 0 0 0,-1 0-1 0 0,1-1 1 0 0,0 1 0 0 0,-1-1 0 0 0,1 0-1 0 0,-1 1 1 0 0,1-2 0 0 0,-1 1 0 0 0,5-2-1 0 0,28-20-3427 0 0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4.9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13 5985 0 0,'-15'-12'4419'0'0,"24"17"-3587"0"0,-8-5-940 0 0,15 10-855 0 0,0 0 0 0 0,-1 0 0 0 0,0 2 0 0 0,26 25 0 0 0,-29-25 963 0 0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8.0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14 148 3225 0 0,'-1'0'107'0'0,"0"-1"1"0"0,0 1 0 0 0,1 0 0 0 0,-1-1 0 0 0,0 1-1 0 0,0-1 1 0 0,1 1 0 0 0,-1-1 0 0 0,1 1-1 0 0,-1-1 1 0 0,0 1 0 0 0,1-1 0 0 0,-1 0 0 0 0,1 1-1 0 0,-1-1 1 0 0,1 0 0 0 0,-1 0 0 0 0,1 1-1 0 0,0-1 1 0 0,-1 0 0 0 0,1 0 0 0 0,0 1 0 0 0,0-1-1 0 0,0 0 1 0 0,0 0 0 0 0,-1 0 0 0 0,1 0-1 0 0,0 1 1 0 0,0-2 0 0 0,1-2 225 0 0,-1 0-1 0 0,1 1 1 0 0,0-1 0 0 0,0 1-1 0 0,0-1 1 0 0,0 1 0 0 0,3-6-1 0 0,-1 3 98 0 0,0 0 0 0 0,0 1 0 0 0,1 0 0 0 0,-1-1 0 0 0,1 1 0 0 0,0 1 0 0 0,1-1 0 0 0,-1 0 0 0 0,7-4 0 0 0,2 2 101 0 0,32-17 91 0 0,-43 23-598 0 0,0 0-1 0 0,1 0 0 0 0,-1 0 1 0 0,1 0-1 0 0,0 1 1 0 0,-1-1-1 0 0,1 1 0 0 0,-1-1 1 0 0,1 1-1 0 0,0 0 1 0 0,-1 0-1 0 0,1 0 0 0 0,0 1 1 0 0,4 0-1 0 0,-6 0 9 0 0,0-1 1 0 0,0 1-1 0 0,0 0 0 0 0,0 0 1 0 0,0 0-1 0 0,0 0 0 0 0,-1 0 0 0 0,1 0 1 0 0,0 0-1 0 0,-1 1 0 0 0,1-1 1 0 0,0 0-1 0 0,-1 0 0 0 0,0 1 0 0 0,1-1 1 0 0,-1 0-1 0 0,1 2 0 0 0,4 29 281 0 0,-3-21-413 0 0,7 35-70 0 0,-4-25 129 0 0,0 0 1 0 0,-2 0-1 0 0,0 0 0 0 0,-2 0 0 0 0,0 1 1 0 0,-4 39-1 0 0,0-48 268 0 0,2 0 0 0 0,0 0-1 0 0,1 20 1 0 0,0-31-127 0 0,0 1 1 0 0,0-1-1 0 0,0 1 0 0 0,0-1 0 0 0,1 1 0 0 0,-1 0 1 0 0,1-1-1 0 0,0 0 0 0 0,0 1 0 0 0,0-1 1 0 0,0 1-1 0 0,0-1 0 0 0,0 0 0 0 0,1 0 0 0 0,-1 0 1 0 0,1 1-1 0 0,-1-1 0 0 0,1-1 0 0 0,0 1 0 0 0,0 0 1 0 0,0 0-1 0 0,0-1 0 0 0,0 1 0 0 0,0-1 0 0 0,3 2 1 0 0,0-4-63 0 0,0 1 1 0 0,0-1-1 0 0,0 0 1 0 0,0 0-1 0 0,0 0 1 0 0,0-1 0 0 0,-1 0-1 0 0,1 0 1 0 0,0 0-1 0 0,-1 0 1 0 0,0-1-1 0 0,5-3 1 0 0,2 0-131 0 0,13-6-1139 0 0,0 0-1 0 0,0 2 0 0 0,45-13 1 0 0,-43 18-4057 0 0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8.3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69 2761 0 0,'-9'-15'5119'0'0,"37"8"2372"0"0,-13 4-9174 0 0,23-4 1590 0 0,41-2-1 0 0,24-5-820 0 0,-72 8-228 0 0,1-1-3029 0 0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8.7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23 5985 0 0,'0'-1'47'0'0,"0"1"-1"0"0,-1-1 1 0 0,1 1-1 0 0,0-1 0 0 0,-1 0 1 0 0,1 1-1 0 0,0-1 1 0 0,0 1-1 0 0,0-1 1 0 0,0 0-1 0 0,0 1 0 0 0,-1-1 1 0 0,1 1-1 0 0,0-1 1 0 0,0 0-1 0 0,0 1 1 0 0,1-1-1 0 0,-1 0 1 0 0,0 1-1 0 0,0-1 0 0 0,0 1 1 0 0,0-1-1 0 0,1 0 1 0 0,-1 1-1 0 0,0-1 1 0 0,0 1-1 0 0,1-1 0 0 0,-1 1 1 0 0,0-1-1 0 0,1 1 1 0 0,7-5 3498 0 0,-6 11-2961 0 0,-1 2-282 0 0,0 0-1 0 0,0 0 0 0 0,-1 0 0 0 0,0 0 0 0 0,0 0 0 0 0,-1 0 0 0 0,0 0 0 0 0,-2 9 0 0 0,-23 75 1615 0 0,7-25-1067 0 0,14-46-691 0 0,-4 12-266 0 0,2-1 0 0 0,2 1 0 0 0,0 0-1 0 0,1 65 1 0 0,7-73-735 0 0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9.5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27 127 5481 0 0,'-1'-4'45'0'0,"1"-1"-1"0"0,-1 1 1 0 0,1-1-1 0 0,0 1 1 0 0,0-1-1 0 0,1 1 1 0 0,-1-1-1 0 0,1 1 1 0 0,0-1-1 0 0,0 1 1 0 0,0-1-1 0 0,1 1 1 0 0,2-5-1 0 0,-2 2-62 0 0,1-1 1 0 0,-1 1-1 0 0,0-1 1 0 0,-1 0-1 0 0,1-9 1 0 0,-2 17 43 0 0,0 0 1 0 0,0-1 0 0 0,0 1 0 0 0,0 0 0 0 0,0 0 0 0 0,0 0-1 0 0,0 0 1 0 0,0-1 0 0 0,0 1 0 0 0,0 0 0 0 0,0 0 0 0 0,0 0-1 0 0,0 0 1 0 0,0-1 0 0 0,0 1 0 0 0,0 0 0 0 0,-1 0 0 0 0,1 0-1 0 0,0 0 1 0 0,0-1 0 0 0,0 1 0 0 0,0 0 0 0 0,0 0-1 0 0,-1 0 1 0 0,1 0 0 0 0,0 0 0 0 0,0 0 0 0 0,0 0 0 0 0,0 0-1 0 0,0-1 1 0 0,-1 1 0 0 0,1 0 0 0 0,0 0 0 0 0,0 0 0 0 0,0 0-1 0 0,-1 0 1 0 0,1 0 0 0 0,0 0 0 0 0,0 0 0 0 0,0 0 0 0 0,0 0-1 0 0,-1 0 1 0 0,1 0 0 0 0,0 0 0 0 0,0 0 0 0 0,0 0-1 0 0,-1 0 1 0 0,1 1 0 0 0,0-1 0 0 0,0 0 0 0 0,0 0 0 0 0,0 0-1 0 0,-1 0 1 0 0,1 0 0 0 0,0 0 0 0 0,-11 12 5035 0 0,4 11-4569 0 0,1 0 0 0 0,0 0 0 0 0,2 0 0 0 0,1 1 1 0 0,1 0-1 0 0,0-1 0 0 0,2 1 0 0 0,1 0 0 0 0,1 0 1 0 0,7 31-1 0 0,-7-46-341 0 0,1 0 0 0 0,0 0 1 0 0,1 0-1 0 0,0 0 0 0 0,1 0 1 0 0,0-1-1 0 0,0 0 0 0 0,1 0 1 0 0,0 0-1 0 0,0-1 0 0 0,1 0 0 0 0,0 0 1 0 0,0-1-1 0 0,0 0 0 0 0,1 0 1 0 0,0 0-1 0 0,0-1 0 0 0,1 0 1 0 0,-1-1-1 0 0,1 0 0 0 0,11 3 0 0 0,-11-4-142 0 0,0 0-1 0 0,1-1 0 0 0,0 0 0 0 0,-1-1 0 0 0,1 0 0 0 0,0 0 0 0 0,0-1 0 0 0,0-1 0 0 0,11-1 1 0 0,-13 1-328 0 0,1-1 0 0 0,-1 0-1 0 0,0-1 1 0 0,0 0 0 0 0,-1 0 0 0 0,1-1 0 0 0,-1 0 0 0 0,1 0 0 0 0,-1 0 0 0 0,0-1 0 0 0,8-8 0 0 0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9.9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65 7834 0 0,'-2'-3'335'0'0,"1"0"-1"0"0,0 0 1 0 0,0 0 0 0 0,0 0 0 0 0,1 0 0 0 0,-1 0 0 0 0,1 0 0 0 0,0 0 0 0 0,0-6-1 0 0,0 8-310 0 0,0 0 0 0 0,0-1 1 0 0,0 1-1 0 0,1 0 0 0 0,-1-1 0 0 0,0 1 0 0 0,1 0 0 0 0,-1 0 0 0 0,1-1 0 0 0,-1 1 0 0 0,1 0 0 0 0,0 0 0 0 0,-1 0 0 0 0,1 0 0 0 0,0 0 0 0 0,0 0 0 0 0,0 0 0 0 0,0 0 0 0 0,0 0 0 0 0,0 0 1 0 0,0 0-1 0 0,0 1 0 0 0,0-1 0 0 0,1 0 0 0 0,-1 1 0 0 0,1-1 0 0 0,-1 1-143 0 0,-1 0 0 0 0,1 0 0 0 0,-1 1 0 0 0,0-1 0 0 0,1 0 1 0 0,-1 1-1 0 0,1-1 0 0 0,-1 0 0 0 0,0 1 0 0 0,1-1 0 0 0,-1 0 0 0 0,0 1 0 0 0,0-1 1 0 0,1 1-1 0 0,-1-1 0 0 0,0 1 0 0 0,0-1 0 0 0,0 1 0 0 0,0-1 0 0 0,1 1 0 0 0,-1-1 0 0 0,0 0 1 0 0,0 1-1 0 0,0-1 0 0 0,0 1 0 0 0,0-1 0 0 0,0 1 0 0 0,0-1 0 0 0,0 2 0 0 0,1 20-1904 0 0,-1-19 1430 0 0,3 40-946 0 0,-6-30 1486 0 0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1.4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100 8 3681 0 0,'-2'-7'7432'0'0,"-1"26"-7101"0"0,-1 0-1 0 0,0 0 1 0 0,-2 0-1 0 0,0-1 1 0 0,-1 1-1 0 0,-10 17 1 0 0,6-15 72 0 0,2 2 1 0 0,1-1-1 0 0,0 1 1 0 0,-4 28 0 0 0,11-46-309 0 0,0-1 0 0 0,1 1 1 0 0,-1-1-1 0 0,1 1 0 0 0,0-1 1 0 0,1 1-1 0 0,-1-1 0 0 0,1 0 1 0 0,0 1-1 0 0,0-1 0 0 0,0 0 0 0 0,0 1 1 0 0,1-1-1 0 0,0 0 0 0 0,0 0 1 0 0,0 0-1 0 0,0 0 0 0 0,1-1 1 0 0,0 1-1 0 0,-1-1 0 0 0,1 1 1 0 0,0-1-1 0 0,1 0 0 0 0,-1 0 1 0 0,5 3-1 0 0,-1-2 15 0 0,-1-1 1 0 0,1 0-1 0 0,0 0 1 0 0,0 0-1 0 0,0-1 1 0 0,0 0-1 0 0,0-1 1 0 0,1 0-1 0 0,-1 0 1 0 0,0 0-1 0 0,1-1 1 0 0,-1 0-1 0 0,0 0 1 0 0,12-3-1 0 0,23-6-217 0 0,50-16-1 0 0,-45 11-2351 0 0,-1 1-3369 0 0,-30 10 1039 0 0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1.8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9 7370 0 0,'-14'-9'4776'0'0,"16"11"-4567"0"0,0-1 0 0 0,0 1-1 0 0,-1 0 1 0 0,1-1 0 0 0,0 1 0 0 0,-1 0 0 0 0,1 0 0 0 0,-1 0 0 0 0,1 0 0 0 0,-1 0 0 0 0,0 0 0 0 0,0 1-1 0 0,0-1 1 0 0,1 3 0 0 0,4 23 436 0 0,-1 1 0 0 0,-1-1 0 0 0,-1 1 0 0 0,-2 0 0 0 0,-2 39 0 0 0,2 58 914 0 0,8-1-3882 0 0,-7-94-4323 0 0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6.1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23 1376 0 0,'-11'-19'9915'0'0,"18"16"-8279"0"0,-6 2-1598 0 0,4 5-1911 0 0,48 41-836 0 0,-45-36 2696 0 0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5.7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1 1376 0 0,'15'26'19744'0'0,"-8"-21"-21983"0"0,-6-2 2284 0 0,-1-1 0 0 0,1 1-1 0 0,0 0 1 0 0,-1 0 0 0 0,1 0-1 0 0,-1 0 1 0 0,0-1 0 0 0,0 1-1 0 0,0 0 1 0 0,-1 0 0 0 0,1 0 0 0 0,-1 0-1 0 0,1 0 1 0 0,-3 4 0 0 0,1 5 90 0 0,-7 61 309 0 0,-20 197 319 0 0,27-223-620 0 0,2 0 1 0 0,2 0 0 0 0,14 79 0 0 0,-11-100-67 0 0,15 45 1 0 0,-18-65-97 0 0,0-1-1 0 0,1 1 1 0 0,-1-1 0 0 0,1 1-1 0 0,0-1 1 0 0,0 0-1 0 0,1 0 1 0 0,-1 0-1 0 0,1-1 1 0 0,0 1-1 0 0,1-1 1 0 0,-1 0-1 0 0,1 0 1 0 0,6 4 0 0 0,-9-7-57 0 0,0 0 1 0 0,0-1 0 0 0,1 1 0 0 0,-1 0 0 0 0,0-1-1 0 0,0 0 1 0 0,0 0 0 0 0,0 1 0 0 0,0-1 0 0 0,0-1 0 0 0,0 1-1 0 0,1 0 1 0 0,-1 0 0 0 0,0-1 0 0 0,0 1 0 0 0,0-1 0 0 0,0 0-1 0 0,0 1 1 0 0,0-1 0 0 0,0 0 0 0 0,0 0 0 0 0,-1 0-1 0 0,1-1 1 0 0,0 1 0 0 0,-1 0 0 0 0,3-3 0 0 0,4-4-702 0 0,0 0 0 0 0,0-1 0 0 0,11-16 0 0 0,-11 13-375 0 0,11-13-4449 0 0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6.8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87 1376 0 0,'34'-25'4495'0'0,"-14"14"-4076"0"0,0 2 1 0 0,36-12 0 0 0,-39 15 197 0 0,1 2 1 0 0,-1 0 0 0 0,1 2 0 0 0,0-1 0 0 0,1 2 0 0 0,-1 1 0 0 0,0 0 0 0 0,27 4 0 0 0,-43-4-605 0 0,0 1 0 0 0,0-1 0 0 0,0 1 0 0 0,-1-1 0 0 0,1 1 1 0 0,0 0-1 0 0,0 0 0 0 0,0 0 0 0 0,-1 0 0 0 0,1 0 0 0 0,-1 0 0 0 0,1 0 0 0 0,-1 0 1 0 0,1 1-1 0 0,-1-1 0 0 0,0 1 0 0 0,1-1 0 0 0,-1 1 0 0 0,0-1 0 0 0,0 1 1 0 0,0 0-1 0 0,0-1 0 0 0,0 1 0 0 0,-1 0 0 0 0,1 0 0 0 0,0 0 0 0 0,-1-1 0 0 0,0 1 1 0 0,1 0-1 0 0,-1 0 0 0 0,0 0 0 0 0,0 0 0 0 0,0 0 0 0 0,0 0 0 0 0,0 0 1 0 0,-1 3-1 0 0,-2 8-163 0 0,0 0 0 0 0,0 0 0 0 0,-1 0 1 0 0,-9 18-1 0 0,2-2 622 0 0,9-26-403 0 0,1 1 1 0 0,0-1-1 0 0,0 1 0 0 0,0-1 1 0 0,1 1-1 0 0,-1 0 0 0 0,1-1 1 0 0,0 1-1 0 0,0-1 0 0 0,0 1 1 0 0,1 0-1 0 0,-1-1 0 0 0,2 5 1 0 0,-1-6-46 0 0,0-1 0 0 0,0 1 0 0 0,0 0 0 0 0,1-1 0 0 0,-1 0 1 0 0,0 1-1 0 0,1-1 0 0 0,-1 0 0 0 0,1 0 0 0 0,-1 0 0 0 0,1 0 1 0 0,-1 0-1 0 0,1 0 0 0 0,0 0 0 0 0,0 0 0 0 0,-1-1 0 0 0,1 1 1 0 0,0-1-1 0 0,0 1 0 0 0,0-1 0 0 0,0 0 0 0 0,-1 0 0 0 0,1 0 1 0 0,0 0-1 0 0,0 0 0 0 0,2 0 0 0 0,28-2 188 0 0,-23 1-79 0 0,0 1-1 0 0,0 0 1 0 0,0 0 0 0 0,0 1-1 0 0,17 3 1 0 0,-24-4-109 0 0,1 1-1 0 0,-1 0 1 0 0,1 1-1 0 0,-1-1 0 0 0,1 0 1 0 0,-1 1-1 0 0,0-1 1 0 0,0 1-1 0 0,0 0 1 0 0,0 0-1 0 0,0-1 1 0 0,0 1-1 0 0,0 1 1 0 0,0-1-1 0 0,-1 0 1 0 0,1 0-1 0 0,-1 1 1 0 0,0-1-1 0 0,0 1 1 0 0,0-1-1 0 0,0 1 1 0 0,0-1-1 0 0,0 1 1 0 0,0 2-1 0 0,2 9 219 0 0,-1 0 0 0 0,-1 0-1 0 0,0 0 1 0 0,-1 0 0 0 0,0 0 0 0 0,-1 0 0 0 0,-1 0-1 0 0,0 0 1 0 0,-1 0 0 0 0,0-1 0 0 0,-1 1 0 0 0,-1-1-1 0 0,0 0 1 0 0,-1 0 0 0 0,-12 20 0 0 0,12-23-1458 0 0,-1-1 1 0 0,0 1 0 0 0,-1-1 0 0 0,0 0-1 0 0,-1-1 1 0 0,-17 14 0 0 0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7.2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57 9218 0 0,'0'0'26'0'0,"0"0"1"0"0,0 0 0 0 0,-1 0-1 0 0,1 0 1 0 0,0 0-1 0 0,0 0 1 0 0,0 0-1 0 0,-1 1 1 0 0,1-1-1 0 0,0 0 1 0 0,0 0-1 0 0,0 0 1 0 0,-1 0-1 0 0,1 0 1 0 0,0 0-1 0 0,0 0 1 0 0,0 0-1 0 0,0 0 1 0 0,-1 0-1 0 0,1-1 1 0 0,0 1 0 0 0,0 0-1 0 0,0 0 1 0 0,-1 0-1 0 0,1 0 1 0 0,0 0-1 0 0,0 0 1 0 0,0 0-1 0 0,0 0 1 0 0,-1 0-1 0 0,1-1 1 0 0,0 1-1 0 0,0 0 1 0 0,0 0-1 0 0,0 0 1 0 0,0 0-1 0 0,0 0 1 0 0,0-1-1 0 0,-1 1 1 0 0,1 0-1 0 0,0 0 1 0 0,0 0 0 0 0,0-1-1 0 0,0 1 1 0 0,0 0-1 0 0,0 0 1 0 0,0 0-1 0 0,0 0 1 0 0,0-1-1 0 0,0 1 1 0 0,0 0-1 0 0,0 0 1 0 0,0 0-1 0 0,0-1 1 0 0,0 1-1 0 0,0 0 1 0 0,12-12 874 0 0,22-8 172 0 0,-22 16-794 0 0,1 1 1 0 0,0-1-1 0 0,27-1 0 0 0,-7 2-4143 0 0,-17 3-412 0 0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7.5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1 6913 0 0,'-10'2'308'0'0,"6"-2"-53"0"0,-1 1 1 0 0,1 0-1 0 0,0 0 0 0 0,0 0 1 0 0,0 0-1 0 0,0 1 0 0 0,-1-1 1 0 0,2 1-1 0 0,-1 0 0 0 0,0 0 1 0 0,0 1-1 0 0,1-1 0 0 0,-6 5 1 0 0,9-6-178 0 0,0-1 0 0 0,0 0 0 0 0,1 1 0 0 0,-1-1 0 0 0,0 0 0 0 0,0 1 0 0 0,0-1 0 0 0,0 0 0 0 0,1 0 0 0 0,-1 1 0 0 0,0-1 0 0 0,0 0 0 0 0,0 1 0 0 0,1-1 1 0 0,-1 0-1 0 0,0 0 0 0 0,1 0 0 0 0,-1 1 0 0 0,0-1 0 0 0,1 0 0 0 0,-1 0 0 0 0,0 0 0 0 0,1 0 0 0 0,-1 0 0 0 0,0 1 0 0 0,1-1 0 0 0,-1 0 0 0 0,0 0 0 0 0,1 0 0 0 0,-1 0 0 0 0,0 0 0 0 0,1 0 1 0 0,-1 0-1 0 0,0 0 0 0 0,1 0 0 0 0,0-1 0 0 0,17 3 1076 0 0,-17-2-1045 0 0,119 1 3918 0 0,-9-1-5707 0 0,-95 1-4556 0 0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7.9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 6913 0 0,'2'-12'1429'0'0,"-1"12"-1416"0"0,-1 0-1 0 0,0 0 1 0 0,0-1-1 0 0,0 1 1 0 0,0 0 0 0 0,0 0-1 0 0,0 0 1 0 0,1 0-1 0 0,-1-1 1 0 0,0 1-1 0 0,0 0 1 0 0,0 0 0 0 0,0 0-1 0 0,1 0 1 0 0,-1 0-1 0 0,0 0 1 0 0,0-1-1 0 0,0 1 1 0 0,1 0 0 0 0,-1 0-1 0 0,0 0 1 0 0,0 0-1 0 0,0 0 1 0 0,1 0-1 0 0,-1 0 1 0 0,0 0 0 0 0,0 0-1 0 0,1 0 1 0 0,-1 0-1 0 0,0 0 1 0 0,0 0-1 0 0,0 0 1 0 0,1 0 0 0 0,-1 0-1 0 0,0 0 1 0 0,0 0-1 0 0,0 0 1 0 0,1 1 0 0 0,-1-1-1 0 0,0 0 1 0 0,0 0-1 0 0,0 0 1 0 0,1 0-1 0 0,-1 0 1 0 0,0 0 0 0 0,0 1-1 0 0,0-1 1 0 0,0 0-1 0 0,0 0 1 0 0,1 0-1 0 0,-1 1 1 0 0,0-1 0 0 0,1 1-31 0 0,-1 1 0 0 0,1-1 0 0 0,-1 1 0 0 0,1-1 0 0 0,-1 1 0 0 0,0-1 0 0 0,1 1 0 0 0,-1-1 0 0 0,0 1 0 0 0,0-1 0 0 0,0 1 0 0 0,0-1 0 0 0,-1 3 0 0 0,1-2-1 0 0,1 23 1269 0 0,-1-1 0 0 0,-3 30 0 0 0,0-33 89 0 0,2 1 1 0 0,3 39-1 0 0,-1-51-1164 0 0,2-1 0 0 0,-1 1 0 0 0,1-1-1 0 0,0 0 1 0 0,1 0 0 0 0,0 0 0 0 0,1 0 0 0 0,0-1-1 0 0,0 1 1 0 0,0-1 0 0 0,1-1 0 0 0,1 1 0 0 0,-1-1-1 0 0,1 0 1 0 0,0-1 0 0 0,1 1 0 0 0,10 6 0 0 0,-12-9-259 0 0,0 0 1 0 0,1 0-1 0 0,-1-1 1 0 0,1 0-1 0 0,0 0 1 0 0,-1-1 0 0 0,1 1-1 0 0,0-2 1 0 0,1 1-1 0 0,-1-1 1 0 0,0 0-1 0 0,0 0 1 0 0,1-1 0 0 0,-1 0-1 0 0,0 0 1 0 0,0-1-1 0 0,1 0 1 0 0,-1 0 0 0 0,0-1-1 0 0,0 0 1 0 0,0 0-1 0 0,0 0 1 0 0,11-7-1 0 0,-4 1-802 0 0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8.2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40 1376 0 0,'0'-10'622'0'0,"2"-16"4470"0"0,4 23-2612 0 0,7 12-1424 0 0,17 29-5379 0 0,-23-25 2733 0 0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4.6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253 106 6913 0 0,'5'-14'130'0'0,"9"-29"275"0"0,-13 41-227 0 0,-1 0 0 0 0,1-1 0 0 0,-1 1 0 0 0,0-1-1 0 0,0 1 1 0 0,0 0 0 0 0,0-1 0 0 0,0 1 0 0 0,-1-1-1 0 0,1 1 1 0 0,0-1 0 0 0,-1 1 0 0 0,0 0 0 0 0,-1-4-1 0 0,1 5-36 0 0,0 0 0 0 0,0 0 0 0 0,0 1 0 0 0,0-1 0 0 0,0 0 0 0 0,0 0 0 0 0,0 1 0 0 0,0-1 0 0 0,-1 1 0 0 0,1-1 0 0 0,0 1 0 0 0,0 0 0 0 0,0-1 0 0 0,-1 1 0 0 0,1 0 0 0 0,0 0 0 0 0,0 0 0 0 0,-1 0 0 0 0,1 0 0 0 0,0 0 0 0 0,0 0-1 0 0,-1 0 1 0 0,1 0 0 0 0,0 1 0 0 0,0-1 0 0 0,0 1 0 0 0,-3 0 0 0 0,-31 16 1319 0 0,18-4-1284 0 0,1 1 0 0 0,0 1 0 0 0,1 0-1 0 0,1 2 1 0 0,1-1 0 0 0,0 1 0 0 0,1 1 0 0 0,1 1 0 0 0,1-1 0 0 0,0 2-1 0 0,1-1 1 0 0,1 1 0 0 0,-6 27 0 0 0,8-28-116 0 0,2 0 1 0 0,0 0-1 0 0,1 1 0 0 0,1-1 0 0 0,1 0 1 0 0,1 1-1 0 0,0-1 0 0 0,1 1 0 0 0,2-1 1 0 0,0 0-1 0 0,1 0 0 0 0,0 0 0 0 0,2 0 1 0 0,14 33-1 0 0,-17-46-109 0 0,0-1 0 0 0,1 1 1 0 0,-1-1-1 0 0,1 0 0 0 0,0 0 0 0 0,0 0 0 0 0,1-1 0 0 0,-1 0 1 0 0,1 1-1 0 0,0-2 0 0 0,0 1 0 0 0,0 0 0 0 0,1-1 0 0 0,-1 0 1 0 0,1-1-1 0 0,0 1 0 0 0,0-1 0 0 0,0 0 0 0 0,10 2 0 0 0,-9-3 19 0 0,1 0-1 0 0,-1-1 1 0 0,1 0-1 0 0,-1 0 1 0 0,1-1-1 0 0,-1 0 0 0 0,0 0 1 0 0,1-1-1 0 0,-1 0 1 0 0,0 0-1 0 0,0-1 1 0 0,0 0-1 0 0,0 0 0 0 0,0-1 1 0 0,-1 1-1 0 0,8-7 1 0 0,-4 2 5 0 0,1 0 1 0 0,-2-1-1 0 0,1 0 1 0 0,-1-1 0 0 0,-1 0-1 0 0,1 0 1 0 0,-2-1-1 0 0,9-16 1 0 0,-12 22-7 0 0,-1-1 0 0 0,-1 0 1 0 0,1 0-1 0 0,-1 0 0 0 0,0 0 0 0 0,-1 0 1 0 0,1 0-1 0 0,-1-1 0 0 0,0 1 0 0 0,-1 0 1 0 0,0-1-1 0 0,0 1 0 0 0,0 0 0 0 0,-1-1 1 0 0,1 1-1 0 0,-2 0 0 0 0,1-1 0 0 0,-1 1 1 0 0,-3-8-1 0 0,4 12 7 0 0,0 0-1 0 0,0 0 1 0 0,0 0 0 0 0,0 0 0 0 0,0 0-1 0 0,-1 1 1 0 0,1-1 0 0 0,-1 0 0 0 0,1 1-1 0 0,-1-1 1 0 0,0 1 0 0 0,0 0 0 0 0,0-1-1 0 0,1 1 1 0 0,-1 0 0 0 0,0 0 0 0 0,0 0-1 0 0,-1 0 1 0 0,-2 0 0 0 0,1 0-16 0 0,0 1 0 0 0,0-1 0 0 0,0 1-1 0 0,-1 0 1 0 0,1 0 0 0 0,0 1 0 0 0,0-1 0 0 0,0 1 0 0 0,-7 2 0 0 0,-4 2-121 0 0,1 1 0 0 0,0 0 0 0 0,0 1 0 0 0,-20 13 0 0 0,18-9-122 0 0,0 1 0 0 0,1 1 0 0 0,-26 26 1 0 0,10 0-3792 0 0,19-20-90 0 0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4.9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39 11378 0 0,'41'-7'1438'0'0,"242"-21"75"0"0,-161 25-3543 0 0,-99 3-2459 0 0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5.3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55 12443 0 0,'-1'-2'-29'0'0,"-1"1"0"0"0,1-1 0 0 0,0 0 0 0 0,0 1 1 0 0,-1-1-1 0 0,1 0 0 0 0,0 0 0 0 0,0 1 1 0 0,0-1-1 0 0,1 0 0 0 0,-1 0 0 0 0,0 0 0 0 0,1 0 1 0 0,0 0-1 0 0,-1-3 0 0 0,1 5-25 0 0,0-1-1 0 0,0 0 1 0 0,-1 0 0 0 0,1 1 0 0 0,0-1-1 0 0,0 0 1 0 0,0 0 0 0 0,1 0-1 0 0,-1 1 1 0 0,0-1 0 0 0,0 0 0 0 0,0 0-1 0 0,0 1 1 0 0,1-1 0 0 0,-1 0-1 0 0,0 1 1 0 0,1-1 0 0 0,-1 0 0 0 0,1 1-1 0 0,-1-1 1 0 0,1 0 0 0 0,-1 1-1 0 0,1-1 1 0 0,-1 1 0 0 0,1-1 0 0 0,-1 1-1 0 0,1-1 1 0 0,0 1 0 0 0,-1-1-1 0 0,1 1 1 0 0,0 0 0 0 0,0-1 0 0 0,-1 1-1 0 0,1 0 1 0 0,0 0 0 0 0,0-1-1 0 0,-1 1 1 0 0,1 0 0 0 0,0 0 0 0 0,0 0-1 0 0,1 0 1 0 0,-1 0 223 0 0,0 1 0 0 0,1-1 1 0 0,-1 1-1 0 0,0 0 0 0 0,0-1 0 0 0,1 1 0 0 0,-1 0 0 0 0,0 0 1 0 0,0 0-1 0 0,0 0 0 0 0,0 0 0 0 0,0 0 0 0 0,0 0 0 0 0,0 0 1 0 0,0 0-1 0 0,-1 1 0 0 0,1-1 0 0 0,0 0 0 0 0,-1 0 0 0 0,1 1 1 0 0,-1-1-1 0 0,2 3 0 0 0,9 34 2035 0 0,-10-35-2110 0 0,16 115 1625 0 0,-3-18-5113 0 0,-10-77-1852 0 0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6.0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21 14283 0 0,'-3'-8'632'0'0,"-1"3"136"0"0,2 1-616 0 0,1 1-152 0 0,2 3 0 0 0,3 1-1440 0 0,17 11-4345 0 0,2 4 5681 0 0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5.7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0 10594 0 0,'0'0'819'0'0,"2"29"-1430"0"0,-12 102 2209 0 0,6-94-235 0 0,0 0 0 0 0,3 1 0 0 0,6 72 0 0 0,-3-99-1194 0 0,0-1-1 0 0,0 1 0 0 0,1-1 0 0 0,1 1 1 0 0,0-1-1 0 0,0 0 0 0 0,1-1 0 0 0,0 1 0 0 0,0-1 1 0 0,1 0-1 0 0,1 0 0 0 0,0 0 0 0 0,0-1 0 0 0,0 0 1 0 0,1-1-1 0 0,0 1 0 0 0,1-2 0 0 0,9 7 1 0 0,-14-10-257 0 0,1 0 1 0 0,-1 0 0 0 0,1-1 0 0 0,-1 0 0 0 0,1 0 0 0 0,0 0 0 0 0,-1-1 0 0 0,1 0 0 0 0,0 1 0 0 0,0-2 0 0 0,0 1 0 0 0,0-1 0 0 0,0 1 0 0 0,0-1 0 0 0,0-1 0 0 0,0 1 0 0 0,0-1 0 0 0,0 0 0 0 0,0 0 0 0 0,0 0 0 0 0,0 0 0 0 0,-1-1 0 0 0,9-4 0 0 0,-3 0-1173 0 0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7.2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53 353 6449 0 0,'-5'-5'177'0'0,"-1"-1"0"0"0,2 0 0 0 0,-1 0-1 0 0,1 0 1 0 0,0 0 0 0 0,0-1 0 0 0,1 0 0 0 0,-1 0-1 0 0,2 0 1 0 0,-1 0 0 0 0,1 0 0 0 0,0-1-1 0 0,0 1 1 0 0,1-1 0 0 0,0-10 0 0 0,1 9 22 0 0,0-1 0 0 0,1 0 0 0 0,0 0 0 0 0,1 1 0 0 0,0-1 0 0 0,0 1 0 0 0,1 0 0 0 0,1-1 0 0 0,-1 1 0 0 0,1 1 1 0 0,7-11-1 0 0,-7 11-150 0 0,1 0 1 0 0,0 0 0 0 0,1 1 0 0 0,0-1 0 0 0,0 1-1 0 0,1 1 1 0 0,0-1 0 0 0,0 1 0 0 0,0 1-1 0 0,1-1 1 0 0,-1 1 0 0 0,2 0 0 0 0,-1 1 0 0 0,0 0-1 0 0,1 0 1 0 0,-1 1 0 0 0,1 0 0 0 0,0 1 0 0 0,0 0-1 0 0,1 0 1 0 0,-1 1 0 0 0,0 0 0 0 0,0 0-1 0 0,1 1 1 0 0,-1 1 0 0 0,10 1 0 0 0,-16-2-148 0 0,1 1-1 0 0,-1 0 1 0 0,-1 0 0 0 0,1 0 0 0 0,0 0 0 0 0,0 0 0 0 0,0 1-1 0 0,-1-1 1 0 0,1 1 0 0 0,0 0 0 0 0,-1 0 0 0 0,0 0-1 0 0,1 0 1 0 0,-1 0 0 0 0,0 0 0 0 0,0 1 0 0 0,0-1 0 0 0,-1 1-1 0 0,1 0 1 0 0,0-1 0 0 0,-1 1 0 0 0,0 0 0 0 0,0 0-1 0 0,1 0 1 0 0,-2 0 0 0 0,1 0 0 0 0,0 0 0 0 0,-1 0 0 0 0,1 0-1 0 0,-1 0 1 0 0,0 0 0 0 0,0 0 0 0 0,-1 6 0 0 0,-1 9 106 0 0,0 0 0 0 0,-2 0 1 0 0,0 0-1 0 0,-9 26 1 0 0,8-29 2 0 0,-5 14 109 0 0,2-5 16 0 0,1-1 0 0 0,1 1 0 0 0,-4 32 0 0 0,9-50-119 0 0,1 1 0 0 0,0 0 0 0 0,0 0 1 0 0,0-1-1 0 0,1 1 0 0 0,0-1 0 0 0,1 1 0 0 0,-1-1 0 0 0,1 1 0 0 0,0-1 0 0 0,1 0 1 0 0,-1 1-1 0 0,1-1 0 0 0,1-1 0 0 0,-1 1 0 0 0,1 0 0 0 0,4 5 0 0 0,-5-8 104 0 0,-1 0 0 0 0,1-1 0 0 0,0 1 0 0 0,0 0 0 0 0,0-1-1 0 0,0 0 1 0 0,0 1 0 0 0,1-1 0 0 0,-1 0 0 0 0,1-1 0 0 0,-1 1-1 0 0,8 2 1 0 0,-8-4-4 0 0,0 0-1 0 0,0 0 0 0 0,-1 0 1 0 0,1 0-1 0 0,0 0 0 0 0,0 0 1 0 0,-1-1-1 0 0,1 0 1 0 0,0 1-1 0 0,-1-1 0 0 0,1 0 1 0 0,0 0-1 0 0,-1 0 0 0 0,1-1 1 0 0,-1 1-1 0 0,0 0 0 0 0,1-1 1 0 0,-1 0-1 0 0,3-2 0 0 0,-3 2-94 0 0,0 0 0 0 0,0 1 0 0 0,0-1 0 0 0,0 0 0 0 0,0 0 0 0 0,-1 0 0 0 0,1 0-1 0 0,-1 0 1 0 0,0 0 0 0 0,1-1 0 0 0,-1 1 0 0 0,0 0 0 0 0,0-1 0 0 0,0 1-1 0 0,-1-1 1 0 0,1 1 0 0 0,-1-1 0 0 0,1 1 0 0 0,-1-1 0 0 0,0-3 0 0 0,0 2 58 0 0,-1 1 0 0 0,0-1 1 0 0,0 1-1 0 0,0 0 0 0 0,-1-1 0 0 0,1 1 1 0 0,-1 0-1 0 0,0 0 0 0 0,0 0 1 0 0,0 0-1 0 0,0 0 0 0 0,0 0 0 0 0,-3-2 1 0 0,-9-7 285 0 0,0 0 1 0 0,0 1 0 0 0,-1 1 0 0 0,-24-13-1 0 0,37 22-358 0 0,-39-20-1423 0 0,19 10-4549 0 0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7.8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0 11522 0 0,'-2'0'1025'0'0,"0"0"-825"0"0,4 0-200 0 0,0 0 0 0 0,1 2-224 0 0,1 0-80 0 0,-1-1-16 0 0,4 3-9 0 0,4 3 329 0 0,-1 0 0 0 0,-1 3 64 0 0,-4 1 9 0 0,-3 1-73 0 0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8.2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21 5985 0 0,'8'-5'5797'0'0,"0"2"-6686"0"0,0 0 1 0 0,0 0-1 0 0,1 1 0 0 0,-1 0 0 0 0,10-1 0 0 0,-9 3 691 0 0,-1 1 0 0 0,1-1 0 0 0,0 2-1 0 0,0-1 1 0 0,0 1 0 0 0,0 1 0 0 0,-1-1-1 0 0,1 1 1 0 0,-1 1 0 0 0,0 0-1 0 0,12 7 1 0 0,-13-6 185 0 0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8.5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 1 10594 0 0,'-6'3'944'0'0,"3"-3"-751"0"0,1 0-193 0 0,2 2 592 0 0,0 0-280 0 0,-3 1 0 0 0,1 1-1176 0 0,0-1-241 0 0,6 8-1447 0 0,-1-8 2552 0 0,1 2-72 0 0,-1-3 72 0 0,1 0 0 0 0,-3 0-88 0 0</inkml:trace>
  <inkml:trace contextRef="#ctx0" brushRef="#br0" timeOffset="1">11 415 10138 0 0,'-5'1'896'0'0,"1"-1"-712"0"0,3 0-184 0 0,2 0 0 0 0,-1 2 0 0 0,0 2 0 0 0,-1-1 0 0 0,4 2 0 0 0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3.0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110 1 456 0 0,'-7'2'44'0'0,"0"1"1"0"0,1-1-1 0 0,-1 1 0 0 0,0 1 0 0 0,1-1 1 0 0,0 1-1 0 0,0 1 0 0 0,0-1 0 0 0,1 1 0 0 0,-1 0 1 0 0,1 0-1 0 0,0 0 0 0 0,1 1 0 0 0,-7 9 1 0 0,9-13-45 0 0,1 0 0 0 0,-1 0 0 0 0,1 0 0 0 0,-1 0 0 0 0,1 0 0 0 0,0 1 0 0 0,0-1 0 0 0,0 0 0 0 0,0 1 0 0 0,1-1 0 0 0,-1 1 0 0 0,1-1 0 0 0,-1 1 0 0 0,1-1 0 0 0,0 1 0 0 0,0-1 0 0 0,0 1 0 0 0,0-1 0 0 0,0 1 0 0 0,1 2 0 0 0,2 4 0 0 0,0-1 0 0 0,0 1 0 0 0,0-1 0 0 0,5 8 0 0 0,-7-15 0 0 0,-1-1 0 0 0,0 0 0 0 0,0 0 0 0 0,0 0 0 0 0,0 0 0 0 0,0 0 0 0 0,0-1 0 0 0,0 1 0 0 0,0 0 0 0 0,0 0 0 0 0,0 0 0 0 0,0 0 0 0 0,0 0 0 0 0,0 0 0 0 0,0 0 0 0 0,0 0 0 0 0,0 0 0 0 0,0 0 0 0 0,0 0 0 0 0,0 0 0 0 0,1 0 0 0 0,-1 0 0 0 0,0-1 0 0 0,0 1 0 0 0,0 0 0 0 0,0 0 0 0 0,0 0 0 0 0,0 0 0 0 0,0 0 0 0 0,0 0 0 0 0,0 0 0 0 0,0 0 0 0 0,0 0 0 0 0,1 0 0 0 0,-1 0 0 0 0,0 0 0 0 0,0 0 0 0 0,0 0 0 0 0,0 0 0 0 0,0 0 0 0 0,0 0 0 0 0,0 0 0 0 0,0 0 0 0 0,0 0 0 0 0,0 0 0 0 0,1 1 0 0 0,-1-1 0 0 0,0 0 0 0 0,0 0 0 0 0,0 0 0 0 0,0 0 0 0 0,0 0 0 0 0,0 0 0 0 0,0 0 0 0 0,0 0 0 0 0,0-2 0 0 0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4.1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64 81 8698 0 0,'-1'-9'624'0'0,"1"0"0"0"0,0 0-1 0 0,1 0 1 0 0,-1 1 0 0 0,2-1 0 0 0,-1 0 0 0 0,4-10 4091 0 0,-6 25-4251 0 0,-19 58 78 0 0,4 1 1 0 0,2 0-1 0 0,-6 88 1 0 0,20-139-343 0 0,0 0 1 0 0,1 0 0 0 0,0 0 0 0 0,7 24-1 0 0,-7-33-138 0 0,0-1-1 0 0,0 1 0 0 0,1-1 1 0 0,0 0-1 0 0,0 0 1 0 0,0 1-1 0 0,0-1 0 0 0,1-1 1 0 0,-1 1-1 0 0,1 0 0 0 0,0-1 1 0 0,0 1-1 0 0,1-1 1 0 0,-1 0-1 0 0,0 0 0 0 0,1 0 1 0 0,0 0-1 0 0,5 2 0 0 0,-6-4-54 0 0,0 0-1 0 0,-1-1 0 0 0,1 1 0 0 0,0-1 0 0 0,0 0 1 0 0,0 0-1 0 0,0 0 0 0 0,-1 0 0 0 0,1 0 0 0 0,0 0 0 0 0,0-1 1 0 0,0 0-1 0 0,-1 1 0 0 0,1-1 0 0 0,0 0 0 0 0,-1 0 0 0 0,1-1 1 0 0,-1 1-1 0 0,5-3 0 0 0,6-4-161 0 0,-1-1 0 0 0,17-15-1 0 0,-16 12-450 0 0,3 0-1261 0 0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4.4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33 9674 0 0,'-1'-20'1035'0'0,"3"9"-1019"0"0,-2 11-26 0 0,0 0-1 0 0,0 0 1 0 0,0 0 0 0 0,0-1-1 0 0,0 1 1 0 0,0 0 0 0 0,0 0-1 0 0,1 0 1 0 0,-1 0 0 0 0,0 0-1 0 0,0 0 1 0 0,0 0 0 0 0,0 0-1 0 0,0 0 1 0 0,1 0 0 0 0,-1 0-1 0 0,0-1 1 0 0,0 1 0 0 0,0 0-1 0 0,0 0 1 0 0,0 0 0 0 0,1 0-1 0 0,-1 0 1 0 0,0 0 0 0 0,0 0 0 0 0,0 0-1 0 0,0 0 1 0 0,0 0 0 0 0,1 0-1 0 0,-1 1 1 0 0,0-1 0 0 0,0 0-1 0 0,0 0 1 0 0,0 0 0 0 0,0 0-1 0 0,1 0 1 0 0,-1 0 0 0 0,0 0-1 0 0,0 0 1 0 0,0 0 0 0 0,0 0-1 0 0,0 0 1 0 0,0 1 0 0 0,0-1-1 0 0,1 0 1 0 0,-1 0 0 0 0,0 0-1 0 0,0 0 1 0 0,0 1 0 0 0,2 2-155 0 0,-1 1 1 0 0,1 0-1 0 0,-1-1 0 0 0,1 1 1 0 0,-1 0-1 0 0,-1 0 0 0 0,1 0 1 0 0,0 0-1 0 0,-1 0 1 0 0,0 0-1 0 0,0 7 0 0 0,1 11-818 0 0,12 50-1687 0 0,-12-47 2339 0 0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6.6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 1 8290 0 0,'0'0'639'0'0,"-1"20"1102"0"0,-6 57-830 0 0,-7 123 1767 0 0,14-169-2699 0 0,1-1 1 0 0,2 0-1 0 0,1 0 1 0 0,11 46-1 0 0,-9-58-5077 0 0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7.0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50 12443 0 0,'0'3'52'0'0,"0"0"1"0"0,0 0 0 0 0,0-1-1 0 0,1 1 1 0 0,-1 0 0 0 0,0-1 0 0 0,1 1-1 0 0,0-1 1 0 0,0 1 0 0 0,0 0-1 0 0,0-1 1 0 0,0 0 0 0 0,2 4 0 0 0,8 25-783 0 0,-9-15 325 0 0,2 15 785 0 0,2 0 1 0 0,0 0 0 0 0,21 56 0 0 0,-24-80-250 0 0,0 0 0 0 0,0 0 1 0 0,1-1-1 0 0,-1 1 0 0 0,2-1 1 0 0,-1 1-1 0 0,1-1 0 0 0,0-1 1 0 0,0 1-1 0 0,0-1 0 0 0,1 0 1 0 0,0 0-1 0 0,0 0 0 0 0,0-1 1 0 0,1 0-1 0 0,-1 0 1 0 0,1 0-1 0 0,0-1 0 0 0,0 0 1 0 0,0-1-1 0 0,14 4 0 0 0,-16-6-154 0 0,0 1 1 0 0,-1-1-1 0 0,1 0 0 0 0,0 0 0 0 0,-1 0 1 0 0,1-1-1 0 0,-1 1 0 0 0,1-1 0 0 0,0 0 1 0 0,-1-1-1 0 0,0 1 0 0 0,1-1 0 0 0,-1 0 1 0 0,7-3-1 0 0,-4 0-98 0 0,-1 0 0 0 0,0 0 1 0 0,1 0-1 0 0,-2-1 0 0 0,1 1 1 0 0,-1-2-1 0 0,10-12 0 0 0,-7 6 43 0 0,0-2-1 0 0,0 1 1 0 0,-2-1-1 0 0,1 0 1 0 0,-2 0-1 0 0,0-1 1 0 0,5-30-1 0 0,-9 37 26 0 0,-1 0 0 0 0,0 0 0 0 0,0 0 0 0 0,-1 0-1 0 0,0-1 1 0 0,-1 1 0 0 0,1 0 0 0 0,-2 0 0 0 0,1 1 0 0 0,-1-1 0 0 0,-9-16 0 0 0,9 19-35 0 0,-1-1 1 0 0,0 1 0 0 0,0 0 0 0 0,0 0 0 0 0,-1 1-1 0 0,0-1 1 0 0,0 1 0 0 0,-1 0 0 0 0,1 0 0 0 0,-1 1 0 0 0,0 0-1 0 0,0 0 1 0 0,0 0 0 0 0,-1 1 0 0 0,-9-4 0 0 0,13 6-111 0 0,0 0 0 0 0,0 0 0 0 0,1 1 1 0 0,-1 0-1 0 0,0-1 0 0 0,0 1 0 0 0,0 0 1 0 0,0 1-1 0 0,1-1 0 0 0,-1 0 0 0 0,0 1 1 0 0,0-1-1 0 0,0 1 0 0 0,1 0 0 0 0,-1 0 1 0 0,1 0-1 0 0,-1 0 0 0 0,0 1 0 0 0,1-1 1 0 0,0 1-1 0 0,-1-1 0 0 0,1 1 0 0 0,0 0 1 0 0,0 0-1 0 0,0 0 0 0 0,0 0 0 0 0,0 0 0 0 0,0 0 1 0 0,1 1-1 0 0,-1-1 0 0 0,1 1 0 0 0,0-1 1 0 0,0 1-1 0 0,-1-1 0 0 0,2 1 0 0 0,-1 0 1 0 0,0 0-1 0 0,0-1 0 0 0,1 1 0 0 0,0 0 1 0 0,-1 4-1 0 0,3-2 91 0 0,3-1 94 0 0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7.4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46 105 11522 0 0,'-4'0'193'0'0,"-22"-1"1052"0"0,26 1-1264 0 0,-1 0 0 0 0,0 0 0 0 0,1 0 0 0 0,-1-1 0 0 0,0 1 0 0 0,1 0 0 0 0,-1 0 0 0 0,0 0 0 0 0,1-1 0 0 0,-1 1 0 0 0,0 0 0 0 0,1 0 0 0 0,-1-1 0 0 0,1 1 0 0 0,-1-1 0 0 0,1 1 0 0 0,-1 0 0 0 0,1-1 0 0 0,-1 1 0 0 0,1-1 0 0 0,-1 1 0 0 0,1-1 0 0 0,-1 0 0 0 0,1 1 0 0 0,0-1 0 0 0,-1 1 0 0 0,1-1 0 0 0,0 0 0 0 0,0 1 0 0 0,-1-2 0 0 0,11-2 1404 0 0,157-35 4645 0 0,-50 16-5466 0 0,-11 3-4338 0 0,-85 15-2344 0 0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7.8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9 3225 0 0,'-2'-8'5658'0'0,"10"15"-5182"0"0,-1 0-1 0 0,0 1 1 0 0,0 0 0 0 0,-1 0-1 0 0,0 0 1 0 0,-1 1-1 0 0,1 0 1 0 0,-2 0-1 0 0,1 1 1 0 0,-1-1 0 0 0,-1 1-1 0 0,0 0 1 0 0,0 0-1 0 0,2 20 1 0 0,1 17-91 0 0,-2 1 1 0 0,-2 48-1 0 0,-1-38-226 0 0,2-3-1539 0 0,14 71 0 0 0,-12-102-3942 0 0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8.1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65 8754 0 0,'4'-36'1429'0'0,"-3"35"-1318"0"0,-1-1 0 0 0,1 0 0 0 0,-1 0 0 0 0,1 0 0 0 0,0 1 0 0 0,-1-1 0 0 0,1 0 0 0 0,0 1 0 0 0,0-1 0 0 0,0 0 0 0 0,0 1 0 0 0,1-1 0 0 0,-1 1-1 0 0,0 0 1 0 0,1-1 0 0 0,2-1 0 0 0,-4 3-49 0 0,1 0-1 0 0,-1 1 1 0 0,0-1-1 0 0,1 0 1 0 0,-1 0-1 0 0,0 0 1 0 0,1 1-1 0 0,-1-1 1 0 0,1 0-1 0 0,-1 0 1 0 0,0 1-1 0 0,0-1 1 0 0,1 0-1 0 0,-1 1 1 0 0,0-1-1 0 0,0 0 0 0 0,1 1 1 0 0,-1-1-1 0 0,0 0 1 0 0,0 1-1 0 0,0-1 1 0 0,1 1-1 0 0,-1-1 1 0 0,0 0-1 0 0,0 1 1 0 0,0-1-1 0 0,0 1 1 0 0,0-1-1 0 0,0 1 1 0 0,0-1-1 0 0,0 0 1 0 0,0 1-1 0 0,0 0 1 0 0,2 20 1065 0 0,-2-19-859 0 0,3 54 1803 0 0,-1-16-724 0 0,10 57-1 0 0,-9-84-1195 0 0,0 0 0 0 0,1 0 0 0 0,1-1 1 0 0,0 1-1 0 0,0-1 0 0 0,1 0 0 0 0,1-1 0 0 0,11 16 0 0 0,-13-19-80 0 0,1-1 0 0 0,0 0 0 0 0,1 0 0 0 0,0 0 0 0 0,0-1 0 0 0,0 0-1 0 0,1 0 1 0 0,-1-1 0 0 0,2 0 0 0 0,-1-1 0 0 0,11 5 0 0 0,-13-7-297 0 0,-1-1-1 0 0,1 1 1 0 0,0-1 0 0 0,1 0-1 0 0,-1-1 1 0 0,0 0 0 0 0,0 0 0 0 0,0 0-1 0 0,0-1 1 0 0,0 1 0 0 0,0-2 0 0 0,0 1-1 0 0,0 0 1 0 0,0-1 0 0 0,-1 0-1 0 0,1-1 1 0 0,0 1 0 0 0,6-5 0 0 0,9-7-6459 0 0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8.5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2 12899 0 0,'-3'0'576'0'0,"1"0"112"0"0,0 0-552 0 0,2-2-136 0 0,2 2 0 0 0,0 0-320 0 0,1 0-88 0 0,1 0-16 0 0,3 0-8 0 0,1 4 336 0 0,1 1 96 0 0,0 3 0 0 0,-4-2 0 0 0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1.6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7834 0 0,'0'3'453'0'0,"0"0"0"0"0,1 1 0 0 0,-1-1 0 0 0,1 0 1 0 0,-1 0-1 0 0,1 1 0 0 0,0-1 0 0 0,0 0 0 0 0,1 0 0 0 0,2 4 1 0 0,-3-2-361 0 0,5 13 381 0 0,0 0-1 0 0,-2 1 1 0 0,0-1-1 0 0,-1 1 1 0 0,1 30-1 0 0,-11 94 986 0 0,5-110-1894 0 0,0 31-1560 0 0,2-46 832 0 0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2.2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0 118 8434 0 0,'1'-3'57'0'0,"-1"0"0"0"0,1 1 0 0 0,0-1 1 0 0,0 0-1 0 0,1 1 0 0 0,-1-1 0 0 0,0 1 0 0 0,4-5 1 0 0,-2 2-176 0 0,1-2 340 0 0,0 1-1 0 0,1 0 1 0 0,0 1 0 0 0,0-1-1 0 0,0 1 1 0 0,0 0-1 0 0,1 0 1 0 0,0 0-1 0 0,0 1 1 0 0,0 0 0 0 0,0 0-1 0 0,1 0 1 0 0,0 1-1 0 0,-1 0 1 0 0,1 1 0 0 0,0-1-1 0 0,1 1 1 0 0,-1 1-1 0 0,0-1 1 0 0,0 1 0 0 0,1 0-1 0 0,-1 1 1 0 0,1 0-1 0 0,-1 0 1 0 0,13 2-1 0 0,-18-1-241 0 0,0 0 0 0 0,0-1-1 0 0,0 1 1 0 0,0 0-1 0 0,0 0 1 0 0,0 0-1 0 0,0 1 1 0 0,0-1-1 0 0,0 0 1 0 0,0 1-1 0 0,-1-1 1 0 0,1 1-1 0 0,-1 0 1 0 0,1-1 0 0 0,-1 1-1 0 0,1 0 1 0 0,-1 0-1 0 0,0 0 1 0 0,0 0-1 0 0,0 0 1 0 0,0 0-1 0 0,-1 0 1 0 0,1 0-1 0 0,0 0 1 0 0,-1 1 0 0 0,1-1-1 0 0,-1 0 1 0 0,0 0-1 0 0,0 1 1 0 0,0 2-1 0 0,0 10-108 0 0,0 0-1 0 0,-1 0 1 0 0,-5 22-1 0 0,4-19 424 0 0,-6 22 260 0 0,5-32-288 0 0,1 0 0 0 0,0 0 1 0 0,1 0-1 0 0,0 0 0 0 0,0 1 0 0 0,1-1 0 0 0,0 0 0 0 0,0 1 0 0 0,2 8 0 0 0,-1-16-162 0 0,-1 0 0 0 0,1 0-1 0 0,-1 0 1 0 0,1 0 0 0 0,0 0 0 0 0,-1 0-1 0 0,1 0 1 0 0,0 0 0 0 0,0-1 0 0 0,0 1-1 0 0,-1 0 1 0 0,1 0 0 0 0,0-1 0 0 0,0 1 0 0 0,0 0-1 0 0,0-1 1 0 0,0 1 0 0 0,1-1 0 0 0,-1 1-1 0 0,0-1 1 0 0,0 0 0 0 0,0 0 0 0 0,0 1 0 0 0,0-1-1 0 0,1 0 1 0 0,-1 0 0 0 0,0 0 0 0 0,0 0-1 0 0,0 0 1 0 0,0 0 0 0 0,1-1 0 0 0,-1 1 0 0 0,0 0-1 0 0,0-1 1 0 0,1 1 0 0 0,49-19 952 0 0,-39 14-1390 0 0,62-19-3815 0 0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2.6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85 13363 0 0,'0'-1'40'0'0,"0"1"0"0"0,-1-1 0 0 0,1 1 0 0 0,0-1 0 0 0,0 0 0 0 0,0 1 0 0 0,0-1 0 0 0,0 0-1 0 0,-1 1 1 0 0,1-1 0 0 0,0 1 0 0 0,0-1 0 0 0,1 0 0 0 0,-1 1 0 0 0,0-1 0 0 0,0 0 0 0 0,0 1 0 0 0,0-1 0 0 0,0 1 0 0 0,1-1 0 0 0,-1 0 0 0 0,0 1 0 0 0,1-1 0 0 0,-1 1 0 0 0,0-1 0 0 0,1 1 0 0 0,-1-1 0 0 0,1 0 0 0 0,22-18-519 0 0,28-7-1707 0 0,-42 22 1817 0 0,1 1 1 0 0,-1 0-1 0 0,1 1 0 0 0,-1-1 0 0 0,1 2 1 0 0,0-1-1 0 0,0 2 0 0 0,-1-1 0 0 0,19 2 1 0 0,-16-1 368 0 0,-2-3 0 0 0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2.9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57 12443 0 0,'-1'0'0'0'0,"0"1"1"0"0,1-1-1 0 0,-1 1 1 0 0,0-1-1 0 0,0 1 1 0 0,0-1 0 0 0,1 1-1 0 0,-1 0 1 0 0,0-1-1 0 0,0 1 1 0 0,1 0-1 0 0,-1 0 1 0 0,1-1 0 0 0,-1 1-1 0 0,1 0 1 0 0,-1 0-1 0 0,1 0 1 0 0,0 0-1 0 0,-1 0 1 0 0,1 0 0 0 0,0 0-1 0 0,-1 0 1 0 0,1 0-1 0 0,0-1 1 0 0,0 1-1 0 0,0 0 1 0 0,0 0-1 0 0,0 0 1 0 0,0 0 0 0 0,0 0-1 0 0,1 0 1 0 0,-1 0-1 0 0,0 0 1 0 0,0 0-1 0 0,1 0 1 0 0,0 1 0 0 0,0-1-64 0 0,0 0 1 0 0,1 0-1 0 0,-1 0 1 0 0,0-1-1 0 0,1 1 1 0 0,-1 0-1 0 0,1-1 1 0 0,-1 1-1 0 0,1-1 1 0 0,-1 1-1 0 0,1-1 1 0 0,0 0-1 0 0,-1 0 1 0 0,1 0-1 0 0,-1 0 1 0 0,1 0-1 0 0,0 0 1 0 0,-1 0-1 0 0,1-1 1 0 0,-1 1-1 0 0,1 0 1 0 0,-1-1-1 0 0,3 0 1 0 0,13-5 1682 0 0,-1-2 1 0 0,1 0 0 0 0,22-15-1 0 0,6-2-848 0 0,2 5-4372 0 0,-38 18 2321 0 0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3.2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1 10394 0 0,'0'0'506'0'0,"12"16"79"0"0,-11-11-604 0 0,0 0 0 0 0,0-1 1 0 0,0 1-1 0 0,-1 0 0 0 0,0 0 0 0 0,0 0 0 0 0,0 0 0 0 0,-2 8 1 0 0,-11 44 295 0 0,10-45 37 0 0,-2 9 469 0 0,1 0 0 0 0,1 1 1 0 0,1 0-1 0 0,0 29 0 0 0,2-45-563 0 0,0 0 1 0 0,0 1-1 0 0,1-1 0 0 0,0 0 0 0 0,0 1 1 0 0,1-1-1 0 0,-1 0 0 0 0,1 0 0 0 0,0 0 1 0 0,1 0-1 0 0,0-1 0 0 0,0 1 1 0 0,0-1-1 0 0,0 1 0 0 0,1-1 0 0 0,0 0 1 0 0,0 0-1 0 0,0-1 0 0 0,8 7 0 0 0,-9-9-246 0 0,0-1-1 0 0,0 0 1 0 0,0 1-1 0 0,0-1 1 0 0,0 0-1 0 0,0 0 1 0 0,0-1-1 0 0,0 1 1 0 0,0-1 0 0 0,1 1-1 0 0,-1-1 1 0 0,0 0-1 0 0,0 0 1 0 0,1-1-1 0 0,-1 1 1 0 0,0-1-1 0 0,0 1 1 0 0,0-1-1 0 0,0 0 1 0 0,0 0-1 0 0,0 0 1 0 0,0-1-1 0 0,0 1 1 0 0,5-4-1 0 0,3-3-966 0 0,0 0 0 0 0,0 0 0 0 0,-1-1 0 0 0,14-16-1 0 0,-10 11-4412 0 0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3.6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38 9674 0 0,'-6'-10'3091'0'0,"1"-9"-3477"0"0,6 11-1368 0 0,9 19 1773 0 0,30 55-4054 0 0,-34-54 3603 0 0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4.0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13307 0 0,'10'38'1848'0'0,"-6"-17"-1366"0"0,7 40 844 0 0,-3-1 0 0 0,0 121 1 0 0,2 25 798 0 0,-9-190-2491 0 0,1-1-1 0 0,0 1 1 0 0,1-1 0 0 0,1 1 0 0 0,0-1 0 0 0,1 0 0 0 0,1-1 0 0 0,0 1-1 0 0,1-1 1 0 0,10 15 0 0 0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4.3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52 5065 0 0,'1'-2'291'0'0,"1"0"-1"0"0,0 0 1 0 0,0 0-1 0 0,0 1 1 0 0,0-1-1 0 0,0 1 0 0 0,0-1 1 0 0,0 1-1 0 0,0 0 1 0 0,0 0-1 0 0,1 0 1 0 0,-1 0-1 0 0,0 0 1 0 0,1 1-1 0 0,3-1 1 0 0,3-3-231 0 0,6-1 34 0 0,0 0 1 0 0,0 0 0 0 0,1 2-1 0 0,29-4 1 0 0,-34 6-594 0 0,1 1 1 0 0,0 0-1 0 0,0 1 1 0 0,12 2 0 0 0,-10 0-230 0 0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4.7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76 6913 0 0,'-20'-6'608'0'0,"16"5"-426"0"0,0 0 1 0 0,0-1-1 0 0,0 1 1 0 0,0 0-1 0 0,0 1 1 0 0,0-1-1 0 0,0 1 1 0 0,-5 0-1 0 0,8 0-35 0 0,1 1 0 0 0,-1 0 0 0 0,0-1 0 0 0,0 1 0 0 0,1 0 0 0 0,-1 0-1 0 0,0-1 1 0 0,1 1 0 0 0,-1 0 0 0 0,1 0 0 0 0,-1 0 0 0 0,1 0 0 0 0,0 0 0 0 0,-1 0-1 0 0,1 0 1 0 0,0 0 0 0 0,-1 0 0 0 0,1 0 0 0 0,0 0 0 0 0,0 0 0 0 0,0 0 0 0 0,0 0 0 0 0,0 0-1 0 0,0 0 1 0 0,1 2 0 0 0,2 32 2906 0 0,-2-31-2476 0 0,1 6-344 0 0,-1 0 0 0 0,2-1 0 0 0,-1 1 0 0 0,2-1 0 0 0,-1 0 0 0 0,1 1 1 0 0,0-2-1 0 0,1 1 0 0 0,0 0 0 0 0,12 14 0 0 0,-14-20-205 0 0,0 1-1 0 0,1 0 1 0 0,0-1-1 0 0,0 0 1 0 0,0 0-1 0 0,0 0 1 0 0,0 0-1 0 0,0-1 1 0 0,1 0-1 0 0,0 1 1 0 0,-1-2-1 0 0,1 1 1 0 0,0 0-1 0 0,0-1 1 0 0,0 0-1 0 0,0 0 1 0 0,0-1-1 0 0,0 1 1 0 0,0-1-1 0 0,0 0 1 0 0,0-1-1 0 0,0 1 1 0 0,6-2-1 0 0,-7 1-7 0 0,-1-1-1 0 0,1 1 1 0 0,-1-1-1 0 0,0 0 1 0 0,1 0-1 0 0,-1 0 1 0 0,0-1-1 0 0,0 1 1 0 0,0-1-1 0 0,-1 1 1 0 0,1-1-1 0 0,-1 0 1 0 0,1 0-1 0 0,-1 0 1 0 0,2-5-1 0 0,2 0 31 0 0,-2-1 0 0 0,1 0-1 0 0,-1 0 1 0 0,5-17-1 0 0,-7 18-159 0 0,0-1 0 0 0,0 1 0 0 0,-1-1 0 0 0,0 0 0 0 0,-1 1 0 0 0,0-1 0 0 0,0 0 0 0 0,-1 1 0 0 0,0-1 0 0 0,-1 0 0 0 0,-2-9 0 0 0,3 14 39 0 0,-1 1 1 0 0,0-1-1 0 0,1 0 0 0 0,-1 1 0 0 0,-1-1 0 0 0,1 1 1 0 0,0-1-1 0 0,-1 1 0 0 0,0 0 0 0 0,0 0 0 0 0,0 0 1 0 0,0 1-1 0 0,0-1 0 0 0,0 1 0 0 0,-1 0 1 0 0,1-1-1 0 0,-1 2 0 0 0,0-1 0 0 0,0 0 0 0 0,1 1 1 0 0,-1-1-1 0 0,0 1 0 0 0,0 0 0 0 0,0 1 0 0 0,-6-1 1 0 0,-5 0-702 0 0,0 0-1 0 0,0 1 1 0 0,0 1 0 0 0,0 1 0 0 0,-17 4 0 0 0,1 0-597 0 0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5.0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 49 9674 0 0,'0'-5'243'0'0,"0"0"0"0"0,-1 0 0 0 0,1 1 0 0 0,-1-1 0 0 0,0 0 0 0 0,0 1 0 0 0,-1-1 0 0 0,-1-4 0 0 0,3 9-240 0 0,0 0-1 0 0,0-1 0 0 0,0 1 1 0 0,-1 0-1 0 0,1 0 1 0 0,0 0-1 0 0,0 0 0 0 0,0 0 1 0 0,0 0-1 0 0,0 0 1 0 0,-1 0-1 0 0,1 0 0 0 0,0 0 1 0 0,0 0-1 0 0,0 0 1 0 0,0 0-1 0 0,0 0 0 0 0,-1 0 1 0 0,1 0-1 0 0,0 0 1 0 0,0 0-1 0 0,0 0 0 0 0,0 0 1 0 0,-1 0-1 0 0,1 0 1 0 0,0 0-1 0 0,0 0 0 0 0,0 0 1 0 0,0 0-1 0 0,0 0 1 0 0,0 0-1 0 0,-1 0 0 0 0,1 0 1 0 0,0 0-1 0 0,0 1 1 0 0,0-1-1 0 0,0 0 0 0 0,0 0 1 0 0,0 0-1 0 0,0 0 1 0 0,-1 0-1 0 0,1 0 0 0 0,0 0 1 0 0,0 1-1 0 0,0-1 1 0 0,0 0-1 0 0,0 0 0 0 0,0 0 1 0 0,0 0-1 0 0,0 1 1 0 0,-5 15 1088 0 0,1 41 331 0 0,3-1 1 0 0,2 1-1 0 0,3-1 1 0 0,16 82-1 0 0,-15-112-1523 0 0,1 1 0 0 0,1-1 0 0 0,14 32 0 0 0,8-5-7134 0 0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5.4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99 12899 0 0,'-1'-1'11'0'0,"1"1"1"0"0,0 0-1 0 0,-1 0 1 0 0,1-1-1 0 0,-1 1 1 0 0,1 0 0 0 0,0-1-1 0 0,-1 1 1 0 0,1-1-1 0 0,-1 1 1 0 0,1 0-1 0 0,0-1 1 0 0,0 1-1 0 0,-1-1 1 0 0,1 1-1 0 0,0-1 1 0 0,0 1-1 0 0,0-1 1 0 0,-1 1 0 0 0,1-1-1 0 0,0 1 1 0 0,0-1-1 0 0,0 1 1 0 0,0-1-1 0 0,0 1 1 0 0,0-1-1 0 0,0 1 1 0 0,0-1-1 0 0,0 0 1 0 0,0 1-1 0 0,1-1 1 0 0,-1 1 0 0 0,0-1-1 0 0,0 1 1 0 0,0 0-1 0 0,1-1 1 0 0,-1 1-1 0 0,0-1 1 0 0,1 0-1 0 0,22-19-1182 0 0,35-9-1256 0 0,-33 21 2361 0 0,1 2-1 0 0,0 0 1 0 0,0 2-1 0 0,0 1 1 0 0,52 0-1 0 0,-48 3-54 0 0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23.66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42 51 1840 0 0,'-30'-29'1966'0'0,"29"28"-1534"0"0,0 0 0 0 0,0-1-1 0 0,0 1 1 0 0,0 0 0 0 0,0-1-1 0 0,0 0 1 0 0,0 1 0 0 0,0-1-1 0 0,1 1 1 0 0,-1-1 0 0 0,1 0-1 0 0,-1-2 1 0 0,24 19 4883 0 0,-20-13-5309 0 0,29 32 1016 0 0,-2 1 0 0 0,-1 1 0 0 0,25 44 0 0 0,17 21-445 0 0,-18-40-206 0 0,2-2 0 0 0,100 81 0 0 0,-43-41-84 0 0,119 128 640 0 0,-214-208-767 0 0,-1 0-1 0 0,-1 1 0 0 0,17 28 0 0 0,-11-14-434 0 0,-21-34 270 0 0,0 0 0 0 0,0 0 1 0 0,0 0-1 0 0,0 0 0 0 0,0 0 1 0 0,-1 0-1 0 0,1 0 0 0 0,0 0 0 0 0,0 0 1 0 0,0 0-1 0 0,0 0 0 0 0,0 0 1 0 0,0 0-1 0 0,0 0 0 0 0,0 0 1 0 0,-1 0-1 0 0,1 0 0 0 0,0 0 1 0 0,0 0-1 0 0,0 0 0 0 0,0 1 1 0 0,0-1-1 0 0,0 0 0 0 0,0 0 0 0 0,0 0 1 0 0,0 0-1 0 0,0 0 0 0 0,0 0 1 0 0,0 0-1 0 0,0 0 0 0 0,-1 0 1 0 0,1 1-1 0 0,0-1 0 0 0,0 0 1 0 0,0 0-1 0 0,0 0 0 0 0,0 0 0 0 0,0 0 1 0 0,0 0-1 0 0,0 0 0 0 0,0 1 1 0 0,0-1-1 0 0,0 0 0 0 0,0 0 1 0 0,0 0-1 0 0,1 0 0 0 0,-1 0 1 0 0,0 0-1 0 0,0 0 0 0 0,0 1 0 0 0,0-1 1 0 0,0 0-1 0 0,0 0 0 0 0,0 0 1 0 0,0 0-1 0 0,0 0 0 0 0,0 0 1 0 0,0 0-1 0 0,0 0 0 0 0,0 0 1 0 0,1 0-1 0 0,-1 0 0 0 0,0 1 0 0 0,0-1 1 0 0,0 0-1 0 0,0 0 0 0 0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29.9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171 69 3225 0 0,'-30'-15'23'0'0,"11"4"1104"0"0,-1 1 0 0 0,0 1-1 0 0,0 1 1 0 0,-30-7 0 0 0,51 15-1059 0 0,-1 0-1 0 0,0 0 1 0 0,0 1 0 0 0,1-1-1 0 0,-1 0 1 0 0,0 1 0 0 0,0-1 0 0 0,0 0-1 0 0,0 1 1 0 0,1-1 0 0 0,-1 0-1 0 0,0 1 1 0 0,0-1 0 0 0,0 0-1 0 0,0 1 1 0 0,0-1 0 0 0,0 1 0 0 0,0-1-1 0 0,0 0 1 0 0,0 1 0 0 0,0-1-1 0 0,0 0 1 0 0,0 1 0 0 0,0-1 0 0 0,0 1-1 0 0,0-1 1 0 0,-1 0 0 0 0,1 1-1 0 0,0-1 1 0 0,0 0 0 0 0,0 1-1 0 0,-1-1 1 0 0,1 0 0 0 0,0 1 0 0 0,0-1-1 0 0,-1 0 1 0 0,1 0 0 0 0,0 1-1 0 0,0-1 1 0 0,-1 0 0 0 0,1 0 0 0 0,0 0-1 0 0,-1 1 1 0 0,1-1 0 0 0,0 0-1 0 0,-1 0 1 0 0,1 0 0 0 0,0 0-1 0 0,-1 0 1 0 0,1 0 0 0 0,-1 1 0 0 0,1-1-1 0 0,0 0 1 0 0,-1 0 0 0 0,1 0-1 0 0,0 0 1 0 0,-1 0 0 0 0,1-1 0 0 0,-1 1-1 0 0,1 0 1 0 0,0 0 0 0 0,-1 0-1 0 0,1 0 1 0 0,0 0 0 0 0,-1 0-1 0 0,1-1 1 0 0,0 1 0 0 0,-1 0 0 0 0,23 30 711 0 0,-15-22-605 0 0,6 11 132 0 0,150 205 2483 0 0,-125-177-2420 0 0,3-1-1 0 0,70 60 0 0 0,44 38 70 0 0,-103-94-310 0 0,167 154 294 0 0,-97-97 169 0 0,-123-104-1656 0 0,-7-4-521 0 0,-9-3-1175 0 0,5-1 1202 0 0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30.33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119 663 3225 0 0,'-13'-1'296'0'0,"0"0"1"0"0,1 1 0 0 0,-1 0 0 0 0,0 1-1 0 0,0 1 1 0 0,-22 5 0 0 0,29-6 629 0 0,19 4 3719 0 0,20 13-3460 0 0,-24-12-536 0 0,20 13 765 0 0,54 45 1 0 0,-64-48-1173 0 0,1 0 0 0 0,1 0 0 0 0,0-2 0 0 0,0-1 0 0 0,37 17 0 0 0,-51-28-207 0 0,0 1 0 0 0,0-1 0 0 0,0 0 0 0 0,0-1 0 0 0,0 0 0 0 0,0 0 0 0 0,1 0 0 0 0,-1-1 0 0 0,0 0 0 0 0,0-1 0 0 0,0 0 0 0 0,1 0 0 0 0,-1 0 0 0 0,0-1 0 0 0,0 0 0 0 0,0 0 0 0 0,0-1 0 0 0,6-3 0 0 0,-4 0 138 0 0,0 0 0 0 0,0 0 0 0 0,-1-1 0 0 0,0 0 0 0 0,-1 0 0 0 0,1 0 0 0 0,-1-1 0 0 0,-1-1 0 0 0,0 1 0 0 0,0-1 0 0 0,9-17 1 0 0,-4 2 25 0 0,-2 0 1 0 0,0-1 0 0 0,-1 0 0 0 0,-2 0 0 0 0,0-1-1 0 0,2-28 1 0 0,2-160 1322 0 0,-9 174-1463 0 0,-1-17-195 0 0,-2 0 0 0 0,-2 0 0 0 0,-19-85 0 0 0,21 136-460 0 0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31.22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38 87 4145 0 0,'-19'-44'1013'0'0,"2"2"4251"0"0,18 73-1205 0 0,-1-8-3602 0 0,14 594 2025 0 0,-13-553-2856 0 0,0 11-3069 0 0,-17 148 1 0 0,13-207-950 0 0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31.34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0 6177 0 0,'0'0'0'0'0,"0"1"0"0"0,-1-1 0 0 0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31.56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23 120 1376 0 0,'0'-1'22'0'0,"-20"-52"1118"0"0,18 17 6700 0 0,12 43-6715 0 0,7 8-213 0 0,4 9 198 0 0,-1 1 0 0 0,19 29 0 0 0,-18-22-460 0 0,34 37 0 0 0,-47-61-609 0 0,-1 0-1 0 0,1-1 1 0 0,0 0 0 0 0,1-1-1 0 0,0 1 1 0 0,0-2 0 0 0,0 1-1 0 0,1-1 1 0 0,12 4 0 0 0,-19-7-26 0 0,0-1 0 0 0,1 0 1 0 0,-1 0-1 0 0,1 0 0 0 0,-1-1 1 0 0,1 1-1 0 0,-1-1 0 0 0,1 0 1 0 0,-1 0-1 0 0,1 0 0 0 0,-1-1 0 0 0,1 1 1 0 0,-1-1-1 0 0,1 1 0 0 0,-1-1 1 0 0,0 0-1 0 0,1-1 0 0 0,3-1 1 0 0,-3 0 30 0 0,0 1 0 0 0,-1-1 0 0 0,1 0 0 0 0,-1-1 0 0 0,0 1 0 0 0,0 0 0 0 0,0-1 0 0 0,0 0 0 0 0,-1 1 0 0 0,1-1 0 0 0,-1 0 0 0 0,2-6 0 0 0,3-10 127 0 0,-1 0 0 0 0,-1-1-1 0 0,-1 1 1 0 0,3-38-1 0 0,-7 57-172 0 0,4-26-1367 0 0,13-52 0 0 0,-10 54-4637 0 0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32.2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66 34 3225 0 0,'-27'5'-56'0'0,"24"-4"455"0"0,-1 0-1 0 0,1 0 1 0 0,-1-1 0 0 0,1 1 0 0 0,-1-1-1 0 0,0 0 1 0 0,-9-2 1164 0 0,13 2-1513 0 0,0 0 1 0 0,0 0-1 0 0,0 0 1 0 0,0 0 0 0 0,0 0-1 0 0,0 0 1 0 0,0-1-1 0 0,0 1 1 0 0,0 0 0 0 0,0 0-1 0 0,0 0 1 0 0,0 0-1 0 0,0 0 1 0 0,0 0 0 0 0,0-1-1 0 0,0 1 1 0 0,0 0-1 0 0,0 0 1 0 0,0 0 0 0 0,0 0-1 0 0,0 0 1 0 0,0 0-1 0 0,0-1 1 0 0,0 1 0 0 0,0 0-1 0 0,7-9 1116 0 0,10-4 424 0 0,-2 9-992 0 0,0 0 0 0 0,-1 1 0 0 0,1 1 0 0 0,1 0 0 0 0,-1 1 0 0 0,21 1 0 0 0,92 12 624 0 0,-113-10-1062 0 0,152 27 438 0 0,-1 1-588 0 0,-134-26-447 0 0,1-2 1 0 0,0-1 0 0 0,34-3 0 0 0,-53 0-1231 0 0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32.6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127 18 1376 0 0,'-11'1'247'0'0,"0"0"0"0"0,0-1 0 0 0,0 0 1 0 0,0-1-1 0 0,-12-2 0 0 0,15 1 756 0 0,0 1 0 0 0,1-2 0 0 0,-1 1 0 0 0,-10-5 0 0 0,59 31 5993 0 0,26 26-3950 0 0,33 21-2411 0 0,-80-59-623 0 0,-9-6 29 0 0,0 1 0 0 0,0 0 0 0 0,-1 0 1 0 0,0 1-1 0 0,11 11 0 0 0,-19-17 12 0 0,0 1 1 0 0,1 0-1 0 0,-2 0 1 0 0,1 0-1 0 0,0 0 1 0 0,0 0-1 0 0,-1 0 1 0 0,0 0-1 0 0,1 1 1 0 0,-1-1-1 0 0,-1 1 1 0 0,1-1-1 0 0,0 0 1 0 0,-1 1-1 0 0,0-1 1 0 0,1 1-1 0 0,-1-1 1 0 0,-1 1-1 0 0,1 0 1 0 0,-1-1-1 0 0,1 0 1 0 0,-1 1-1 0 0,-2 4 1 0 0,-5 14 221 0 0,-1 0 1 0 0,-1-1 0 0 0,-1 0 0 0 0,-1-1 0 0 0,-20 28-1 0 0,-82 86-1228 0 0,99-119 522 0 0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33.87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102 170 4145 0 0,'-15'-19'974'0'0,"2"-2"0"0"0,-20-36 0 0 0,2 2 1506 0 0,22 38-281 0 0,15 21 379 0 0,19 27-692 0 0,121 241 969 0 0,-60-102-2109 0 0,-36-81-486 0 0,4-2 1 0 0,87 107-1 0 0,156 210 511 0 0,-266-348-1562 0 0,-20-31-5007 0 0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34.26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3 396 4145 0 0,'-2'-6'1948'0'0,"12"9"-661"0"0,15 9 318 0 0,26 22 502 0 0,-7-2-449 0 0,95 48 0 0 0,-125-73-1408 0 0,0-1 1 0 0,1 0-1 0 0,0-2 0 0 0,-1 1 1 0 0,1-2-1 0 0,0 0 0 0 0,1-1 0 0 0,-1 0 1 0 0,0-1-1 0 0,1-1 0 0 0,26-3 1 0 0,-35 2-74 0 0,0-1 1 0 0,0 0 0 0 0,-1 0-1 0 0,1-1 1 0 0,0 0 0 0 0,-1 0-1 0 0,1 0 1 0 0,-1-1 0 0 0,0 0-1 0 0,0 0 1 0 0,8-8 0 0 0,-6 4 36 0 0,1-1 1 0 0,-2 0 0 0 0,0-1-1 0 0,0 1 1 0 0,0-1 0 0 0,6-16-1 0 0,0-3 78 0 0,-2-1-1 0 0,-1-1 1 0 0,-1 0-1 0 0,6-41 0 0 0,-3-34-72 0 0,-10 71-410 0 0,15-68-1 0 0,-13 89-979 0 0,2 2-3992 0 0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34.87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58 194 5985 0 0,'-18'-53'1827'0'0,"6"24"-221"0"0,3-1 0 0 0,-9-51 2353 0 0,18 81-3903 0 0,0-1 0 0 0,0 1 0 0 0,0 0 0 0 0,0 0 0 0 0,0 0 0 0 0,1 0 0 0 0,-1 0 0 0 0,0 0 0 0 0,0 0 0 0 0,0 0 0 0 0,0 0 0 0 0,0 0-1 0 0,1 0 1 0 0,-1 0 0 0 0,0 0 0 0 0,0 0 0 0 0,0 0 0 0 0,0 0 0 0 0,1 1 0 0 0,11 7 1207 0 0,10 17-568 0 0,83 116 312 0 0,11 14-94 0 0,21-9-5440 0 0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35.16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70 6913 0 0,'0'1'-6'0'0,"1"0"0"0"0,0 0 0 0 0,-1 0 0 0 0,1 0-1 0 0,-1 0 1 0 0,1 0 0 0 0,0 0 0 0 0,0 0 0 0 0,0 0-1 0 0,-1-1 1 0 0,1 1 0 0 0,0 0 0 0 0,0 0 0 0 0,0-1-1 0 0,0 1 1 0 0,0-1 0 0 0,0 1 0 0 0,1-1 0 0 0,-1 1-1 0 0,0-1 1 0 0,0 0 0 0 0,0 1 0 0 0,2-1 0 0 0,-2 1 83 0 0,0-1 0 0 0,0 0 0 0 0,0 1-1 0 0,1-1 1 0 0,-1 0 0 0 0,0 0 0 0 0,0 0 0 0 0,0 0 0 0 0,0 0 0 0 0,1 0 0 0 0,-1 0 0 0 0,0 0 0 0 0,0 0 0 0 0,0-1 0 0 0,0 1 0 0 0,1 0 0 0 0,-1-1-1 0 0,0 1 1 0 0,0-1 0 0 0,0 1 0 0 0,0-1 0 0 0,0 0 0 0 0,0 1 0 0 0,0-1 0 0 0,0 0 0 0 0,1-1 0 0 0,10-22-74 0 0,-10 18-41 0 0,1 0 1 0 0,0 0 0 0 0,1 1-1 0 0,-1-1 1 0 0,1 1 0 0 0,0 0-1 0 0,6-6 1 0 0,-3 5 37 0 0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35.52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0 200 8754 0 0,'2'-7'114'0'0,"-1"-1"1"0"0,1 1-1 0 0,1 0 1 0 0,0 0-1 0 0,0 0 0 0 0,0 0 1 0 0,0 1-1 0 0,1-1 1 0 0,6-6-1 0 0,3-8 278 0 0,-9 12-420 0 0,1 1 1 0 0,0 0-1 0 0,0 1 0 0 0,0-1 1 0 0,1 1-1 0 0,1 0 0 0 0,-1 0 1 0 0,1 1-1 0 0,0 0 0 0 0,0 0 1 0 0,1 1-1 0 0,11-7 0 0 0,-4 6 28 0 0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35.87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 7 8754 0 0,'-13'-6'920'0'0,"9"11"1122"0"0,10 20 1076 0 0,-4-19-3301 0 0,3 8 401 0 0,0 1 1 0 0,1-1-1 0 0,1 0 0 0 0,1 0 0 0 0,0-1 1 0 0,0 0-1 0 0,1 0 0 0 0,1-1 0 0 0,0 0 0 0 0,19 16 1 0 0,-22-21-112 0 0,1-1 1 0 0,0 0-1 0 0,0 0 1 0 0,0-1 0 0 0,1 0-1 0 0,0 0 1 0 0,0-1-1 0 0,0 0 1 0 0,1-1-1 0 0,-1 0 1 0 0,1 0 0 0 0,0-1-1 0 0,-1 0 1 0 0,1-1-1 0 0,0 0 1 0 0,0-1-1 0 0,13-1 1 0 0,-20 1-301 0 0,0 0 0 0 0,0-1 0 0 0,0 0 1 0 0,0 0-1 0 0,-1 0 0 0 0,1 0 0 0 0,0 0 0 0 0,0-1 0 0 0,-1 1 0 0 0,1-1 0 0 0,-1 0 1 0 0,1 1-1 0 0,-1-1 0 0 0,0 0 0 0 0,0-1 0 0 0,0 1 0 0 0,0 0 0 0 0,0-1 0 0 0,0 1 1 0 0,-1-1-1 0 0,1 1 0 0 0,-1-1 0 0 0,3-5 0 0 0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36.0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1 206 4609 0 0,'14'-20'1678'0'0,"-1"-2"-1"0"0,19-40 1 0 0,5-24-4856 0 0,-30 70 2099 0 0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36.30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 7 4145 0 0,'-1'-3'2394'0'0,"-1"14"-737"0"0,0 19 493 0 0,3-23-1981 0 0,0 0 1 0 0,0-1-1 0 0,1 1 0 0 0,0 0 0 0 0,1-1 1 0 0,-1 0-1 0 0,1 1 0 0 0,0-1 0 0 0,1 0 1 0 0,-1 0-1 0 0,1-1 0 0 0,0 1 0 0 0,1-1 1 0 0,-1 0-1 0 0,1 0 0 0 0,0 0 0 0 0,0-1 1 0 0,1 0-1 0 0,0 0 0 0 0,-1 0 0 0 0,1 0 1 0 0,0-1-1 0 0,1 0 0 0 0,-1-1 0 0 0,0 1 1 0 0,1-1-1 0 0,0 0 0 0 0,-1-1 0 0 0,1 0 1 0 0,0 0-1 0 0,0 0 0 0 0,7-1 0 0 0,-12 0-141 0 0,0 1 0 0 0,0-1 0 0 0,-1-1 0 0 0,1 1 0 0 0,0 0 0 0 0,-1 0 0 0 0,1-1 0 0 0,0 1 0 0 0,-1-1 0 0 0,1 1 0 0 0,0-1 0 0 0,-1 0 0 0 0,1 1 0 0 0,-1-1 0 0 0,1 0-1 0 0,-1 0 1 0 0,0 0 0 0 0,1 0 0 0 0,-1-1 0 0 0,0 1 0 0 0,0 0 0 0 0,0 0 0 0 0,0-1 0 0 0,0 1 0 0 0,0-1 0 0 0,0 1 0 0 0,0-1 0 0 0,0 1 0 0 0,-1-1 0 0 0,1 1 0 0 0,-1-1 0 0 0,1 0-1 0 0,-1 1 1 0 0,0-1 0 0 0,1 0 0 0 0,-1 1 0 0 0,0-1 0 0 0,0 0 0 0 0,0 0 0 0 0,-1-2 0 0 0,0-1 28 0 0,0 0 0 0 0,0-1-1 0 0,0 1 1 0 0,-1 0 0 0 0,0 0 0 0 0,0 0 0 0 0,-1 1-1 0 0,1-1 1 0 0,-1 0 0 0 0,0 1 0 0 0,-6-8-1 0 0,0 3-93 0 0,0 1 0 0 0,0 0 0 0 0,-1 1 0 0 0,-11-7 0 0 0,-23-8-2854 0 0,31 16-2490 0 0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36.53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7370 0 0,'5'6'8081'0'0,"21"35"-5828"0"0,41 92-363 0 0,20 34-1669 0 0,-72-144-1263 0 0,1 0 0 0 0,27 30 0 0 0,-27-37-5069 0 0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36.75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10 311 8754 0 0,'-1'-3'94'0'0,"-1"0"0"0"0,1 0 0 0 0,0 0 0 0 0,0-1 0 0 0,0 1 0 0 0,0 0 0 0 0,1 0 0 0 0,-1-1 0 0 0,1 1 0 0 0,0 0 0 0 0,0-1 1 0 0,0 1-1 0 0,0-1 0 0 0,1 1 0 0 0,-1 0 0 0 0,1 0 0 0 0,2-6 0 0 0,2-9 281 0 0,2 1 0 0 0,7-17 0 0 0,-6 18-251 0 0,-1 0-86 0 0,0 1 1 0 0,1-1-1 0 0,1 2 1 0 0,0-1-1 0 0,1 1 1 0 0,1 1 0 0 0,0 0-1 0 0,24-22 1 0 0,-22 24-39 0 0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38.37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41 63 3225 0 0,'-18'-26'1390'0'0,"14"21"-467"0"0,0 0-1 0 0,1 0 0 0 0,0 0 1 0 0,-5-11-1 0 0,16 56 3317 0 0,-3 29-3501 0 0,-2-26-188 0 0,19 788 3532 0 0,-13-442-2686 0 0,-2-227-1378 0 0,-6-150-150 0 0,-1 35 319 0 0,0-45-276 0 0,0 1 0 0 0,0 0 0 0 0,-1 0 0 0 0,1-1 0 0 0,-1 1 0 0 0,0 0 0 0 0,0-1 0 0 0,0 1 1 0 0,0-1-1 0 0,0 1 0 0 0,0-1 0 0 0,-1 1 0 0 0,-2 2 0 0 0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38.85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40 18 2304 0 0,'-1'-1'63'0'0,"0"1"0"0"0,0-1 0 0 0,0 1 0 0 0,0 0 0 0 0,0-1 0 0 0,0 1-1 0 0,0 0 1 0 0,0 0 0 0 0,0 0 0 0 0,0 0 0 0 0,0 0 0 0 0,0 0-1 0 0,0 0 1 0 0,0 0 0 0 0,-1 0 0 0 0,1 0 0 0 0,0 1 0 0 0,0-1-1 0 0,0 0 1 0 0,0 1 0 0 0,0-1 0 0 0,1 1 0 0 0,-1-1 0 0 0,0 1-1 0 0,0-1 1 0 0,0 1 0 0 0,0 0 0 0 0,0-1 0 0 0,1 1 0 0 0,-1 0-1 0 0,0 0 1 0 0,1 0 0 0 0,-1-1 0 0 0,1 1 0 0 0,-1 0 0 0 0,1 0-1 0 0,-1 0 1 0 0,1 0 0 0 0,-1 0 0 0 0,1 0 0 0 0,0 0 0 0 0,0 0-1 0 0,-1 0 1 0 0,1 1 0 0 0,-1 2 177 0 0,0 0 1 0 0,0 0-1 0 0,1 0 1 0 0,0 0-1 0 0,-1-1 0 0 0,1 1 1 0 0,0 0-1 0 0,1 0 0 0 0,-1 0 1 0 0,1 0-1 0 0,1 6 0 0 0,2-1 60 0 0,0-1-1 0 0,0 0 1 0 0,0 0-1 0 0,1 0 1 0 0,1 0-1 0 0,-1-1 0 0 0,1 0 1 0 0,0 0-1 0 0,1-1 1 0 0,0 1-1 0 0,0-1 1 0 0,0-1-1 0 0,9 6 1 0 0,-11-8-146 0 0,1 0 1 0 0,-1-1 0 0 0,0 0 0 0 0,1 0 0 0 0,-1-1 0 0 0,1 1 0 0 0,0-1 0 0 0,-1 0 0 0 0,1-1 0 0 0,0 0 0 0 0,-1 0 0 0 0,1 0 0 0 0,0 0 0 0 0,0-1 0 0 0,-1 0 0 0 0,1 0 0 0 0,0 0 0 0 0,-1-1 0 0 0,1 0 0 0 0,-1 0 0 0 0,0 0 0 0 0,6-4 0 0 0,-3 1 56 0 0,1-1 1 0 0,-1 0 0 0 0,0 0-1 0 0,0-1 1 0 0,-1 1-1 0 0,0-2 1 0 0,0 1 0 0 0,-1-1-1 0 0,7-11 1 0 0,16-30-320 0 0,-5-2-3307 0 0,-16 35 1450 0 0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39.42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0 259 920 0 0,'23'3'4067'0'0,"29"2"-3002"0"0,-30-7-331 0 0,0-1 0 0 0,0-1 0 0 0,-1-1 0 0 0,25-9 0 0 0,85-38 2007 0 0,3-1-289 0 0,-17 21-9 0 0,151-22 1 0 0,-215 48-2263 0 0,1 3 1 0 0,0 1-1 0 0,61 8 1 0 0,-64-2-31 0 0,-1-3 0 0 0,1-1 0 0 0,92-14 1 0 0,-103 4-1197 0 0,-38 9 919 0 0,1 0 0 0 0,-1 0 0 0 0,0 0 0 0 0,1 0 0 0 0,-1 0 0 0 0,0-1 0 0 0,0 1 0 0 0,0 0 0 0 0,0-1 0 0 0,0 0 0 0 0,0 1 0 0 0,-1-1 0 0 0,4-4 0 0 0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39.87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52 24 3225 0 0,'-16'-4'336'0'0,"-8"-3"1670"0"0,12 1 2645 0 0,12 6-4520 0 0,1-1 0 0 0,-1 1 0 0 0,0 0 0 0 0,0-1 0 0 0,0 1 0 0 0,1 0 0 0 0,-1-1 0 0 0,0 1 0 0 0,1-1 262 0 0,-1 1-262 0 0,0 0 0 0 0,1-1 0 0 0,-1 1 0 0 0,1 0 0 0 0,-1 0 0 0 0,0-1 0 0 0,1 1 0 0 0,-1 0 0 0 0,0 0 0 0 0,1 0 0 0 0,-1 0 0 0 0,1 0 0 0 0,-1 0 0 0 0,0 0 0 0 0,1 0 0 0 0,-1-1 0 0 0,1 1 0 0 0,-1 1 0 0 0,0-1 0 0 0,1 0 0 0 0,-1 0 0 0 0,1 0 0 0 0,-1 0 0 0 0,0 0 0 0 0,1 0 0 0 0,-1 0-1 0 0,1 0 1 0 0,-1 1 0 0 0,0-1 0 0 0,1 0 0 0 0,-1 0 0 0 0,0 1 0 0 0,1-1 262 0 0,0 1-262 0 0,-1-1 0 0 0,0 1 0 0 0,19 15 357 0 0,-1 0 0 0 0,-1 1-1 0 0,27 36 1 0 0,-28-32-264 0 0,1-2 0 0 0,1 1 0 0 0,40 32 1 0 0,29 0-112 0 0,-14-9 943 0 0,-75-40-918 0 0,0 0 0 0 0,-1 0 0 0 0,1-1 0 0 0,-1 1 0 0 0,0-1 0 0 0,1 0 0 0 0,-1 0 0 0 0,0 0 0 0 0,-5 2 1 0 0,7-3-89 0 0,-73 46 518 0 0,-50 34-2687 0 0,105-66-5369 0 0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42.24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35 13 3225 0 0,'-11'-6'1218'0'0,"-7"-1"2761"0"0,17 8-3904 0 0,1 0 0 0 0,-1-1 0 0 0,1 1 0 0 0,-1 0 1 0 0,1-1-1 0 0,0 1 0 0 0,-1 0 0 0 0,1 0 0 0 0,0 0 1 0 0,-1-1-1 0 0,1 1 0 0 0,0 0 0 0 0,0 0 1 0 0,0 0-1 0 0,0 0 0 0 0,0-1 0 0 0,0 1 0 0 0,0 0 1 0 0,0 0-1 0 0,0 0 0 0 0,0 0 0 0 0,1-1 1 0 0,-1 1-1 0 0,0 0 0 0 0,1 0 0 0 0,-1 0 0 0 0,1 1 1 0 0,5 24 476 0 0,1 0 0 0 0,1-1 1 0 0,1 0-1 0 0,1 0 0 0 0,25 42 1 0 0,-27-53-267 0 0,2-1 0 0 0,0 0 1 0 0,0 0-1 0 0,1-1 0 0 0,1-1 1 0 0,0 0-1 0 0,0 0 1 0 0,1-1-1 0 0,1-1 0 0 0,25 14 1 0 0,-25-16-9 0 0,6 4 432 0 0,41 14 0 0 0,-56-23-689 0 0,0-1 0 0 0,-1 0 0 0 0,1 0 0 0 0,0 0 0 0 0,0 0 0 0 0,0-1 0 0 0,0 1 0 0 0,0-1 0 0 0,0-1 0 0 0,0 1 0 0 0,0-1 0 0 0,0 0 0 0 0,0 0 0 0 0,8-2 0 0 0,-10 0-312 0 0,0 1 0 0 0,1-1-1 0 0,-1 0 1 0 0,0 0 0 0 0,0 0-1 0 0,-1 0 1 0 0,1-1 0 0 0,-1 1-1 0 0,1-1 1 0 0,-1 1-1 0 0,0-1 1 0 0,-1 0 0 0 0,1 0-1 0 0,0 0 1 0 0,-1 0 0 0 0,0 0-1 0 0,0 0 1 0 0,0-6 0 0 0,1-7-4745 0 0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42.42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 4 6449 0 0,'-8'-2'288'0'0,"3"0"57"0"0,3 2-281 0 0,0 0-64 0 0,4 0-193 0 0,0 2-63 0 0,3 0 0 0 0,1 4-8 0 0,1 2-600 0 0,1 1-128 0 0,1 6-16 0 0,-1 1-9 0 0,0 3 801 0 0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42.7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 58 6913 0 0,'-4'-31'918'0'0,"4"30"-733"0"0,0-1-1 0 0,0 1 0 0 0,0 0 0 0 0,0-1 1 0 0,0 1-1 0 0,1 0 0 0 0,-1 0 1 0 0,0-1-1 0 0,1 1 0 0 0,-1 0 0 0 0,1 0 1 0 0,-1 0-1 0 0,1-1 0 0 0,0 1 1 0 0,-1 0-1 0 0,1 0 0 0 0,0 0 0 0 0,0 0 1 0 0,0 0-1 0 0,2-1 0 0 0,-2 2-45 0 0,-1 0 0 0 0,1 0 0 0 0,0 0 0 0 0,0 0 0 0 0,0 1 0 0 0,0-1 0 0 0,-1 0 0 0 0,1 0 0 0 0,0 1 0 0 0,0-1 1 0 0,-1 1-1 0 0,1-1 0 0 0,0 1 0 0 0,-1-1 0 0 0,1 1 0 0 0,0-1 0 0 0,-1 1 0 0 0,1-1 0 0 0,-1 1 0 0 0,1 0 0 0 0,-1-1 0 0 0,1 1 0 0 0,-1 0 0 0 0,0-1 0 0 0,1 1 0 0 0,-1 1 0 0 0,15 24 734 0 0,-14-24-635 0 0,13 24-36 0 0,1 0-1 0 0,1-1 1 0 0,1-1 0 0 0,1-1-1 0 0,29 30 1 0 0,-46-52-262 0 0,3 2-292 0 0,-1 0-1 0 0,0 0 1 0 0,0 1-1 0 0,0-1 1 0 0,-1 1-1 0 0,1 0 0 0 0,-1 0 1 0 0,4 6-1 0 0,-5-4-875 0 0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43.2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1 203 1840 0 0,'1'-14'551'0'0,"1"0"-1"0"0,1 0 0 0 0,0 0 1 0 0,1 0-1 0 0,0 1 0 0 0,1 0 0 0 0,1 0 1 0 0,0 0-1 0 0,1 0 0 0 0,11-15 1 0 0,-16 25-378 0 0,-1 0 1 0 0,2 1 0 0 0,-1-1 0 0 0,0 0-1 0 0,1 1 1 0 0,-1-1 0 0 0,1 1-1 0 0,-1 0 1 0 0,1 0 0 0 0,0 0 0 0 0,0 0-1 0 0,0 0 1 0 0,1 1 0 0 0,-1-1 0 0 0,0 1-1 0 0,0 0 1 0 0,1 0 0 0 0,-1 0-1 0 0,7 0 1 0 0,-7 1-69 0 0,0 1 0 0 0,0-1 1 0 0,0 1-1 0 0,0 0 0 0 0,0 0 0 0 0,0 0 0 0 0,-1 0 0 0 0,1 0 1 0 0,0 1-1 0 0,-1 0 0 0 0,1-1 0 0 0,-1 1 0 0 0,1 0 0 0 0,-1 0 1 0 0,0 0-1 0 0,0 0 0 0 0,0 1 0 0 0,0-1 0 0 0,0 1 0 0 0,-1-1 1 0 0,1 1-1 0 0,2 5 0 0 0,2 5 207 0 0,-1 1-1 0 0,-1 0 1 0 0,0 0 0 0 0,0 0 0 0 0,-2 0-1 0 0,0 1 1 0 0,0 0 0 0 0,-1 19-1 0 0,0-10 1011 0 0,7 43 0 0 0,-8-67-1301 0 0,1 1-1 0 0,-1-1 0 0 0,0 1 1 0 0,0-1-1 0 0,0 1 1 0 0,0-1-1 0 0,0 0 0 0 0,0 1 1 0 0,1-1-1 0 0,-1 1 1 0 0,0-1-1 0 0,0 1 1 0 0,1-1-1 0 0,-1 0 0 0 0,0 1 1 0 0,0-1-1 0 0,1 0 1 0 0,-1 1-1 0 0,0-1 1 0 0,1 0-1 0 0,-1 0 0 0 0,1 1 1 0 0,-1-1-1 0 0,0 0 1 0 0,1 0-1 0 0,-1 1 1 0 0,1-1-1 0 0,-1 0 0 0 0,1 0 1 0 0,-1 0-1 0 0,0 0 1 0 0,1 0-1 0 0,-1 0 1 0 0,2 0-1 0 0,16-9 85 0 0,13-20-615 0 0,9-22-3050 0 0,-16 15-3597 0 0,28-57 0 0 0,-52 92 7362 0 0,1 0-1 0 0,-1 0 0 0 0,1 0 1 0 0,0 0-1 0 0,0 0 0 0 0,-1 0 1 0 0,1 0-1 0 0,0 0 0 0 0,0 1 1 0 0,0-1-1 0 0,0 0 0 0 0,0 0 1 0 0,0 1-1 0 0,0-1 0 0 0,0 1 1 0 0,0-1-1 0 0,0 1 1 0 0,0 0-1 0 0,0-1 0 0 0,0 1 1 0 0,0 0-1 0 0,0 0 0 0 0,1-1 1 0 0,1 1-1 0 0,1 1 394 0 0,0-1 1 0 0,-1 1-1 0 0,1-1 1 0 0,0 1-1 0 0,-1 0 1 0 0,1 1-1 0 0,-1-1 0 0 0,5 3 1 0 0,2 1 506 0 0,0 1 0 0 0,-1 0 0 0 0,1 1 0 0 0,14 14 0 0 0,29 39-538 0 0,-36-38-2612 0 0,-2 1-1 0 0,17 33 1 0 0,-25-42 1997 0 0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44.3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 16 5985 0 0,'-1'-15'14907'0'0,"1"17"-14906"0"0,-1 1-1 0 0,0 0 0 0 0,1 0 0 0 0,0 0 0 0 0,0 0 0 0 0,0 0 0 0 0,0 0 0 0 0,0 0 0 0 0,0 0 0 0 0,1 0 0 0 0,-1 0 0 0 0,1-1 0 0 0,0 1 0 0 0,0 0 0 0 0,0 0 0 0 0,0-1 0 0 0,0 1 0 0 0,2 2 0 0 0,35 63 7 0 0,-27-50-7 0 0,-1 0 0 0 0,7 13 0 0 0,1-1 0 0 0,2 0 0 0 0,0-2 0 0 0,27 28 0 0 0,-41-50 0 0 0,0 0 0 0 0,0 0 0 0 0,1 0 0 0 0,-1-1 0 0 0,1 0 0 0 0,0-1 0 0 0,1 0 0 0 0,-1 0 0 0 0,1 0 0 0 0,0-1 0 0 0,0 0 0 0 0,0 0 0 0 0,0-1 0 0 0,0 0 0 0 0,0-1 0 0 0,1 0 0 0 0,-1 0 0 0 0,1-1 0 0 0,-1 0 0 0 0,0 0 0 0 0,1-1 0 0 0,14-2 0 0 0,-19 1-351 0 0,1 1-1 0 0,0 0 0 0 0,0-1 0 0 0,-1 0 0 0 0,1 0 1 0 0,-1-1-1 0 0,1 1 0 0 0,-1-1 0 0 0,0 0 1 0 0,0 0-1 0 0,0 0 0 0 0,-1-1 0 0 0,1 1 0 0 0,-1-1 1 0 0,1 0-1 0 0,-1 0 0 0 0,-1 0 0 0 0,5-6 0 0 0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44.57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 16 5065 0 0,'-15'-16'2460'0'0,"16"16"-2430"0"0,0 1-1 0 0,0-1 0 0 0,-1 0 0 0 0,1 1 0 0 0,0-1 0 0 0,0 0 1 0 0,-1 1-1 0 0,1-1 0 0 0,0 1 0 0 0,-1-1 0 0 0,1 1 1 0 0,-1-1-1 0 0,1 1 0 0 0,0 0 0 0 0,-1-1 0 0 0,0 1 0 0 0,1 0 1 0 0,-1-1-1 0 0,1 1 0 0 0,-1 0 0 0 0,0-1 0 0 0,1 1 1 0 0,-1 1-1 0 0,27 38-317 0 0,-18-22 288 0 0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44.91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 12 10138 0 0,'-4'-12'1234'0'0,"11"19"582"0"0,10 16-73 0 0,-8 0-1106 0 0,0 0 0 0 0,8 32 0 0 0,-11-32-601 0 0,1 0 1 0 0,13 27-1 0 0,-16-42-393 0 0,0-1 1 0 0,0 0 0 0 0,1-1-1 0 0,0 1 1 0 0,0-1 0 0 0,1 1-1 0 0,-1-2 1 0 0,1 1 0 0 0,0-1-1 0 0,12 8 1 0 0,-8-6-1526 0 0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45.22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1 129 920 0 0,'2'-10'494'0'0,"0"0"-1"0"0,1 1 0 0 0,0-1 1 0 0,1 1-1 0 0,0 0 1 0 0,6-10-1 0 0,-8 15 11 0 0,1 0 0 0 0,-1 0-1 0 0,1 1 1 0 0,-1-1 0 0 0,1 1 0 0 0,0 0 0 0 0,0 0 0 0 0,1 0-1 0 0,-1 0 1 0 0,0 0 0 0 0,1 1 0 0 0,0-1 0 0 0,0 1-1 0 0,0 0 1 0 0,0 0 0 0 0,6-2 0 0 0,-9 4-368 0 0,0 0 0 0 0,0 0-1 0 0,1 0 1 0 0,-1 0 0 0 0,0 0 0 0 0,0 0 0 0 0,0 0 0 0 0,0 0 0 0 0,0 0 0 0 0,0 0 0 0 0,0 0 0 0 0,0 1-1 0 0,0-1 1 0 0,0 0 0 0 0,0 1 0 0 0,0-1 0 0 0,0 1 0 0 0,-1-1 0 0 0,1 1 0 0 0,0-1 0 0 0,0 1 0 0 0,0 0-1 0 0,0 0 1 0 0,1 1 0 0 0,-1 0-5 0 0,0 0 0 0 0,1 1 0 0 0,-1-1-1 0 0,0 1 1 0 0,0-1 0 0 0,0 1 0 0 0,0 0 0 0 0,-1-1 0 0 0,1 5-1 0 0,1 6 53 0 0,-2 0 0 0 0,0-1 0 0 0,-1 15 0 0 0,1-25-99 0 0,-3 19 241 0 0,-2 29 360 0 0,5-48-622 0 0,0 1-1 0 0,0-1 1 0 0,0 1-1 0 0,0-1 0 0 0,1 1 1 0 0,-1-1-1 0 0,1 0 1 0 0,-1 1-1 0 0,1-1 1 0 0,0 0-1 0 0,0 1 1 0 0,0-1-1 0 0,0 0 1 0 0,0 0-1 0 0,3 3 1 0 0,-3-4-21 0 0,1 0 1 0 0,0 0-1 0 0,0 0 0 0 0,0-1 1 0 0,-1 1-1 0 0,1 0 1 0 0,0-1-1 0 0,0 1 0 0 0,0-1 1 0 0,0 1-1 0 0,0-1 1 0 0,0 0-1 0 0,0 0 0 0 0,0 0 1 0 0,0 0-1 0 0,0-1 1 0 0,0 1-1 0 0,0 0 0 0 0,0-1 1 0 0,0 1-1 0 0,0-1 1 0 0,3-1-1 0 0,44-20 9 0 0,-45 19 3 0 0,50-27-301 0 0,1 0-1315 0 0,-17 10-2452 0 0,-23 14-1887 0 0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45.99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0 100 5065 0 0,'3'-12'1121'0'0,"1"1"-1"0"0,0 0 1 0 0,7-15-1 0 0,-10 24-802 0 0,1-1 0 0 0,-1 0 0 0 0,0 1 0 0 0,1-1 0 0 0,0 1 0 0 0,0 0 0 0 0,0 0 0 0 0,0-1 0 0 0,0 1 0 0 0,0 0 0 0 0,0 1 0 0 0,1-1 0 0 0,-1 0 0 0 0,0 1 0 0 0,1-1 0 0 0,0 1 0 0 0,-1 0 0 0 0,1 0 0 0 0,3-1 0 0 0,-4 2-246 0 0,-1 0 1 0 0,1 0-1 0 0,0 0 0 0 0,-1 1 0 0 0,1-1 0 0 0,0 0 0 0 0,-1 1 0 0 0,1-1 0 0 0,0 1 0 0 0,-1 0 0 0 0,1 0 0 0 0,-1-1 0 0 0,0 1 0 0 0,1 0 0 0 0,-1 0 0 0 0,0 1 0 0 0,1-1 1 0 0,-1 0-1 0 0,0 0 0 0 0,0 0 0 0 0,0 1 0 0 0,0-1 0 0 0,0 1 0 0 0,0-1 0 0 0,0 1 0 0 0,-1-1 0 0 0,1 1 0 0 0,0-1 0 0 0,-1 1 0 0 0,1 2 0 0 0,2 7 40 0 0,0-1-1 0 0,0 1 1 0 0,0 13-1 0 0,-3-23-71 0 0,3 45 291 0 0,-4-37-289 0 0,1 0 1 0 0,0 0-1 0 0,1-1 1 0 0,0 1-1 0 0,1 0 1 0 0,0 0-1 0 0,0-1 1 0 0,6 15-1 0 0,-7-21-42 0 0,0-1 0 0 0,0 0 0 0 0,0 0 0 0 0,0 0 0 0 0,0 0 0 0 0,0 0 0 0 0,0 0 0 0 0,0 0 1 0 0,1 0-1 0 0,-1 0 0 0 0,0-1 0 0 0,0 1 0 0 0,1 0 0 0 0,-1-1 0 0 0,1 1 0 0 0,-1-1 0 0 0,1 1 0 0 0,-1-1 0 0 0,1 0 0 0 0,-1 0 0 0 0,1 0 0 0 0,-1 1 0 0 0,1-2 0 0 0,-1 1 0 0 0,1 0 0 0 0,-1 0 0 0 0,3-1 0 0 0,48-16 63 0 0,-24 7 49 0 0,-25 10-94 0 0,-1-1 0 0 0,1 0 0 0 0,0 1 0 0 0,0-1 0 0 0,-1 1 0 0 0,1 0-1 0 0,0 0 1 0 0,0 0 0 0 0,0 0 0 0 0,-1 0 0 0 0,1 1 0 0 0,0-1 0 0 0,0 1 0 0 0,-1 0 0 0 0,1 0 0 0 0,3 1-1 0 0,-5 0-2 0 0,1-1-1 0 0,-1 1 0 0 0,0-1 1 0 0,1 1-1 0 0,-1 0 0 0 0,0-1 1 0 0,0 1-1 0 0,0 0 0 0 0,0 0 1 0 0,-1 0-1 0 0,1-1 0 0 0,0 1 1 0 0,-1 0-1 0 0,0 0 0 0 0,1 0 1 0 0,-1 0-1 0 0,0 0 0 0 0,0 0 1 0 0,0 0-1 0 0,0 1 0 0 0,0-1 1 0 0,0 0-1 0 0,-1 2 0 0 0,-1 4 25 0 0,1 1 0 0 0,-1-1 1 0 0,0 0-1 0 0,-5 10 0 0 0,-7 13-5532 0 0,3-9-884 0 0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51.33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32 96 3225 0 0,'-1'-9'627'0'0,"0"0"0"0"0,0 0 0 0 0,-1 0 1 0 0,0 0-1 0 0,-1 0 0 0 0,0 0 0 0 0,0 1 1 0 0,-9-17-1 0 0,9 61 2402 0 0,20 218-1095 0 0,-2-89-1212 0 0,41 476 94 0 0,-56-636-820 0 0,4 58-646 0 0,-4-57 552 0 0,0-1 0 0 0,0 1-1 0 0,-1-1 1 0 0,0 0 0 0 0,0 1 0 0 0,0-1 0 0 0,-1 0-1 0 0,0 0 1 0 0,-3 8 0 0 0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51.78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36 132 2304 0 0,'-20'-46'375'0'0,"4"9"5497"0"0,29 63-2500 0 0,48 99-1356 0 0,-59-120-2008 0 0,14 32 242 0 0,1-2 0 0 0,43 67 1 0 0,-54-93-215 0 0,0-1-1 0 0,1 1 1 0 0,1-1 0 0 0,-1-1 0 0 0,1 1 0 0 0,0-1 0 0 0,1-1 0 0 0,0 0-1 0 0,0 0 1 0 0,0 0 0 0 0,0-1 0 0 0,1-1 0 0 0,0 0 0 0 0,0 0 0 0 0,1 0-1 0 0,11 1 1 0 0,-17-5 11 0 0,1 0-1 0 0,0 0 0 0 0,0 0 1 0 0,-1-1-1 0 0,1 0 0 0 0,0 0 1 0 0,-1 0-1 0 0,1-1 1 0 0,-1 0-1 0 0,0 0 0 0 0,1 0 1 0 0,-1-1-1 0 0,0 0 0 0 0,0 0 1 0 0,-1 0-1 0 0,1 0 1 0 0,-1-1-1 0 0,1 0 0 0 0,-1 0 1 0 0,4-5-1 0 0,10-11 350 0 0,-1-1 1 0 0,27-42-1 0 0,-41 57-374 0 0,65-113 835 0 0,7-12-1016 0 0,-61 111-873 0 0,0 0 0 0 0,18-17 0 0 0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52.82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123 65 3225 0 0,'1'-49'855'0'0,"-1"33"4796"0"0,-21 268-1327 0 0,-34 124-3368 0 0,35-247-332 0 0,6 0 0 0 0,3 207 1 0 0,11-329-1585 0 0,-2-19-3163 0 0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53.32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 35 4145 0 0,'-13'-31'4224'0'0,"12"31"-4189"0"0,1 0 1 0 0,0 0-1 0 0,0 0 1 0 0,0 0-1 0 0,0 0 1 0 0,0 0-1 0 0,0-1 1 0 0,0 1-1 0 0,0 0 1 0 0,0 0-1 0 0,0 0 1 0 0,0 0-1 0 0,0 0 1 0 0,0 0-1 0 0,0 0 1 0 0,0 0-1 0 0,0-1 0 0 0,0 1 1 0 0,0 0-1 0 0,0 0 1 0 0,0 0-1 0 0,1-1 462 0 0,-1 1-462 0 0,0 0 1 0 0,0 0-1 0 0,0 0 1 0 0,0 0-1 0 0,1 0 1 0 0,-1 0-1 0 0,0 0 1 0 0,0 0-1 0 0,0-1 1 0 0,0 1-1 0 0,0 0 1 0 0,0 0-1 0 0,0 0 0 0 0,0 0 1 0 0,1 0-1 0 0,-1 0 1 0 0,0 0-1 0 0,0 0 1 0 0,0 1-1 0 0,0-1 1 0 0,0 0-1 0 0,0 0 1 0 0,0 0-1 0 0,0 0 1 0 0,0 0-1 0 0,1 0 1 0 0,11 15 1163 0 0,5 10-252 0 0,20 46 1 0 0,9 16-390 0 0,-40-77-490 0 0,1-1 1 0 0,0 0-1 0 0,0 0 1 0 0,1-1-1 0 0,0 0 1 0 0,13 10-1 0 0,-19-16-24 0 0,1 0 1 0 0,0-1-1 0 0,-1 1 0 0 0,1-1 1 0 0,0 1-1 0 0,0-1 0 0 0,-1 0 1 0 0,1 0-1 0 0,0 0 0 0 0,0-1 1 0 0,0 1-1 0 0,0-1 0 0 0,0 1 0 0 0,0-1 1 0 0,1 0-1 0 0,-1 0 0 0 0,0 0 1 0 0,0-1-1 0 0,0 1 0 0 0,0-1 1 0 0,0 0-1 0 0,0 0 0 0 0,-1 0 1 0 0,1 0-1 0 0,0 0 0 0 0,0 0 1 0 0,0-1-1 0 0,-1 0 0 0 0,1 1 0 0 0,-1-1 1 0 0,4-3-1 0 0,6-7 171 0 0,0 0 0 0 0,-1-1 0 0 0,0 0 0 0 0,14-24 0 0 0,-4 7-103 0 0,15-16-540 0 0,-16 19-185 0 0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53.89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0 168 4145 0 0,'11'-9'531'0'0,"0"1"1"0"0,0 0 0 0 0,0 0-1 0 0,1 1 1 0 0,1 0-1 0 0,-1 2 1 0 0,1-1 0 0 0,0 1-1 0 0,0 1 1 0 0,24-5-1 0 0,3 2 406 0 0,-1 2-1 0 0,58-1 0 0 0,297-4 3211 0 0,-284 7-3946 0 0,109-5 378 0 0,-170 3-471 0 0,0-2 0 0 0,70-19 0 0 0,-104 21-464 0 0,-11 4 139 0 0,-1-1 1 0 0,1 1-1 0 0,0-1 1 0 0,0 1 0 0 0,0 1-1 0 0,0-1 1 0 0,0 0-1 0 0,0 1 1 0 0,6 0-1 0 0,-8 1-615 0 0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54.43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118 49 1824 0 0,'-49'-24'1001'0'0,"18"7"711"0"0,-7 10 10299 0 0,38 7-11874 0 0,6 16 1675 0 0,12 16-1713 0 0,14 16-37 0 0,-1-3 77 0 0,41 49 0 0 0,-59-80-118 0 0,0 0-1 0 0,1-1 1 0 0,0-1-1 0 0,1-1 1 0 0,0 0-1 0 0,1 0 1 0 0,21 9-1 0 0,31 17-20 0 0,-68-36 3 0 0,0 0 0 0 0,1-1 0 0 0,-1 1 0 0 0,0 0 0 0 0,0 0 0 0 0,0 0-1 0 0,0 0 1 0 0,1-1 0 0 0,-1 1 0 0 0,0 0 0 0 0,-1 0 0 0 0,1 0 0 0 0,0 0 0 0 0,0 0 0 0 0,0 0 0 0 0,0-1-1 0 0,-1 1 1 0 0,1 0 0 0 0,0 0 0 0 0,-1 0 0 0 0,1-1 0 0 0,-1 1 0 0 0,1 0 0 0 0,-1 0 0 0 0,1-1 0 0 0,-1 1 0 0 0,0 0-1 0 0,-16 22 144 0 0,1-7 225 0 0,-2 0 1 0 0,0 0-1 0 0,-32 20 0 0 0,-27 21 46 0 0,70-50-714 0 0,-1 1-1 0 0,1 0 0 0 0,0 0 1 0 0,0 0-1 0 0,1 1 0 0 0,-9 16 0 0 0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8:35.12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60 14 2761 0 0,'-8'-2'1415'0'0,"-21"-7"1556"0"0,28 8-2708 0 0,0 1 1 0 0,0-1-1 0 0,0 1 1 0 0,0 0-1 0 0,0 0 1 0 0,0 0-1 0 0,0 0 1 0 0,-1 0-1 0 0,1 0 1 0 0,0 0-1 0 0,0 0 1 0 0,0 0-1 0 0,0 0 1 0 0,0 1-1 0 0,0-1 1 0 0,0 0-1 0 0,-1 1 1 0 0,0 0-1 0 0,2-1-122 0 0,0 0 0 0 0,0 1-1 0 0,0-1 1 0 0,0 1 0 0 0,-1-1 0 0 0,1 0-1 0 0,0 1 1 0 0,0-1 0 0 0,0 1-1 0 0,0-1 1 0 0,0 0 0 0 0,0 1 0 0 0,0-1-1 0 0,0 1 1 0 0,0-1 0 0 0,0 0-1 0 0,0 1 1 0 0,1-1 0 0 0,-1 1-1 0 0,0-1 1 0 0,0 0 0 0 0,0 1 0 0 0,0-1-1 0 0,1 0 1 0 0,-1 1 0 0 0,13 16 949 0 0,-12-15-1094 0 0,93 126 1389 0 0,182 190 0 0 0,-270-311-1378 0 0,5 4 143 0 0,0 0 0 0 0,-1 1 0 0 0,0 0 0 0 0,-1 1 0 0 0,9 17-1 0 0,-16-27-117 0 0,0 1 0 0 0,-1-1-1 0 0,0 1 1 0 0,1-1 0 0 0,-2 1-1 0 0,1 0 1 0 0,0 0 0 0 0,-1-1-1 0 0,1 1 1 0 0,-1 0 0 0 0,0 0-1 0 0,0 0 1 0 0,-1-1-1 0 0,1 1 1 0 0,-1 0 0 0 0,0 0-1 0 0,0-1 1 0 0,0 1 0 0 0,0 0-1 0 0,-1-1 1 0 0,0 0 0 0 0,1 1-1 0 0,-1-1 1 0 0,0 0 0 0 0,-1 0-1 0 0,1 0 1 0 0,-3 3 0 0 0,-34 34 614 0 0,-72 58 0 0 0,-7 5-298 0 0,102-86-248 0 0,-10 8-130 0 0,0 2-1 0 0,-34 47 0 0 0,60-73-31 0 0,0-1 1 0 0,0 0-1 0 0,-1 1 0 0 0,1-1 1 0 0,0 0-1 0 0,0 0 0 0 0,0 1 1 0 0,0-1-1 0 0,0 0 1 0 0,-1 1-1 0 0,1-1 0 0 0,0 0 1 0 0,0 1-1 0 0,0-1 0 0 0,0 0 1 0 0,0 1-1 0 0,0-1 1 0 0,0 0-1 0 0,0 1 0 0 0,0-1 1 0 0,0 0-1 0 0,0 1 0 0 0,1-1 1 0 0,-1 0-1 0 0,0 1 0 0 0,0-1 1 0 0,0 0-1 0 0,0 1 1 0 0,0-1-1 0 0,1 0 0 0 0,-1 1 1 0 0,0-1-1 0 0,0 0 0 0 0,0 0 1 0 0,1 1-1 0 0,-1-1 0 0 0,0 0 1 0 0,0 0-1 0 0,1 0 1 0 0,-1 1-1 0 0,0-1 0 0 0,1 0 1 0 0,-1 0-1 0 0,0 0 0 0 0,1 0 1 0 0,-1 0-1 0 0,0 0 0 0 0,1 1 1 0 0,-1-1-1 0 0,1 0 1 0 0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8:35.7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140 500 2304 0 0,'-54'-96'4611'0'0,"-23"-37"2733"0"0,68 120-4674 0 0,15 24-876 0 0,12 18-934 0 0,-2-7-794 0 0,0-2 1 0 0,1 0-1 0 0,1-1 1 0 0,1 0-1 0 0,0-2 1 0 0,2 0-1 0 0,28 17 1 0 0,-33-24-37 0 0,0-1-1 0 0,1 0 1 0 0,0-1 0 0 0,1-1 0 0 0,-1-1 0 0 0,1-1 0 0 0,1 0 0 0 0,-1-1-1 0 0,1-1 1 0 0,33 1 0 0 0,-44-4 40 0 0,0 0-1 0 0,1-1 1 0 0,-1 0 0 0 0,0-1 0 0 0,0 0-1 0 0,1 0 1 0 0,-1-1 0 0 0,-1 0-1 0 0,1 0 1 0 0,0-1 0 0 0,-1 1 0 0 0,13-10-1 0 0,-10 5 73 0 0,-1-1 0 0 0,0 1-1 0 0,0-2 1 0 0,-1 1 0 0 0,0-1-1 0 0,0 0 1 0 0,10-19 0 0 0,-2-5 119 0 0,-1-1 0 0 0,-2 0 0 0 0,-1-1 1 0 0,11-60-1 0 0,-20 77-318 0 0,2 0-1 0 0,0 0 1 0 0,1 1 0 0 0,1-1-1 0 0,0 2 1 0 0,20-34 0 0 0,-22 44-358 0 0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8:36.62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54 59 8290 0 0,'-1'0'4'0'0,"-36"-31"2347"0"0,35 28-1748 0 0,0 1 0 0 0,1 0-1 0 0,-1 0 1 0 0,1-1 0 0 0,-1 1 0 0 0,1-1 0 0 0,0 1-1 0 0,-1-1 1 0 0,1-2 0 0 0,30 36 2790 0 0,17 34-3243 0 0,46 89 0 0 0,-63-100-324 0 0,2-2 0 0 0,3-1 0 0 0,62 73 0 0 0,-68-96-525 0 0,24 27-599 0 0,-26-13-4986 0 0,-21-29 1368 0 0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8:36.97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35 296 3225 0 0,'-7'-17'869'0'0,"1"1"0"0"0,1-1-1 0 0,0 1 1 0 0,2-2 0 0 0,-1 1 0 0 0,2 0 0 0 0,1 0 0 0 0,0-1 0 0 0,1 1 0 0 0,4-31 0 0 0,-3 43-578 0 0,0 0 1 0 0,0 0 0 0 0,1 0-1 0 0,0 0 1 0 0,0 0 0 0 0,0 0-1 0 0,0 1 1 0 0,1-1 0 0 0,0 1-1 0 0,0-1 1 0 0,0 1 0 0 0,7-6-1 0 0,-9 8-236 0 0,1 1 0 0 0,-1 0 0 0 0,1 0-1 0 0,-1 0 1 0 0,1 1 0 0 0,-1-1 0 0 0,1 0 0 0 0,0 1-1 0 0,-1-1 1 0 0,1 0 0 0 0,0 1 0 0 0,-1 0 0 0 0,1-1-1 0 0,0 1 1 0 0,-1 0 0 0 0,1 0 0 0 0,0 0 0 0 0,0 0 0 0 0,-1 0-1 0 0,1 1 1 0 0,0-1 0 0 0,0 0 0 0 0,-1 1 0 0 0,1 0-1 0 0,-1-1 1 0 0,1 1 0 0 0,0 0 0 0 0,-1-1 0 0 0,1 1-1 0 0,-1 0 1 0 0,1 0 0 0 0,-1 0 0 0 0,0 1 0 0 0,0-1-1 0 0,1 0 1 0 0,-1 0 0 0 0,0 1 0 0 0,0-1 0 0 0,0 1 0 0 0,1 2-1 0 0,11 16-73 0 0,-1 0 1 0 0,-1 2-1 0 0,0-1 0 0 0,-2 1 0 0 0,-1 1 0 0 0,11 44 0 0 0,15 41 344 0 0,-29-94-96 0 0,1-1 0 0 0,1 0 0 0 0,0-1 0 0 0,0 0 0 0 0,17 20 0 0 0,-23-30-198 0 0,0 0-1 0 0,1-1 0 0 0,0 1 0 0 0,-1-1 1 0 0,1 1-1 0 0,0-1 0 0 0,-1 0 0 0 0,1 1 0 0 0,0-1 1 0 0,0 0-1 0 0,0 0 0 0 0,0 0 0 0 0,0-1 1 0 0,0 1-1 0 0,0 0 0 0 0,1-1 0 0 0,-1 1 1 0 0,0-1-1 0 0,0 0 0 0 0,0 0 0 0 0,1 0 0 0 0,-1 0 1 0 0,0 0-1 0 0,0 0 0 0 0,0-1 0 0 0,1 1 1 0 0,-1-1-1 0 0,0 1 0 0 0,0-1 0 0 0,0 0 1 0 0,0 0-1 0 0,0 0 0 0 0,0 0 0 0 0,0 0 0 0 0,0 0 1 0 0,3-3-1 0 0,6-6-596 0 0,-1 1 0 0 0,0-2 0 0 0,0 1 0 0 0,13-21 0 0 0,-5 8-1557 0 0,44-49-4429 0 0,-49 58 5176 0 0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8:37.15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19 2761 0 0,'23'-13'70'0'0,"-21"12"413"0"0,1 0 0 0 0,0 0 1 0 0,-1 1-1 0 0,1-1 0 0 0,0 0 1 0 0,-1 1-1 0 0,1-1 0 0 0,0 1 0 0 0,4 0 1 0 0,-5 1-154 0 0,1-1 0 0 0,-1 1 1 0 0,1 0-1 0 0,-1 0 1 0 0,1 0-1 0 0,-1 0 0 0 0,1 0 1 0 0,-1 0-1 0 0,0 1 0 0 0,0-1 1 0 0,0 1-1 0 0,0 0 0 0 0,0 0 1 0 0,0-1-1 0 0,0 1 1 0 0,0 1-1 0 0,-1-1 0 0 0,1 0 1 0 0,1 4-1 0 0,23 37 1076 0 0,24 59 0 0 0,-11-20-2438 0 0,-15-34-809 0 0,-10-21 890 0 0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8:37.49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66 119 6913 0 0,'15'29'4489'0'0,"-8"-9"-4071"0"0,0-2 0 0 0,2 1-1 0 0,0-1 1 0 0,1 0 0 0 0,15 20-1 0 0,-22-34-337 0 0,1 1 0 0 0,-1-1 0 0 0,1-1 0 0 0,-1 1 0 0 0,1-1 0 0 0,0 1 0 0 0,1-1 0 0 0,-1 0 0 0 0,0 0 0 0 0,1-1 0 0 0,0 1 0 0 0,-1-1 1 0 0,1 0-1 0 0,0-1 0 0 0,0 1 0 0 0,0-1 0 0 0,1 0 0 0 0,-1 0 0 0 0,0 0 0 0 0,0-1 0 0 0,0 0 0 0 0,1 0 0 0 0,-1 0 0 0 0,0-1 0 0 0,10-2 0 0 0,-12 3 53 0 0,-1-1 1 0 0,1 1 0 0 0,-1-1 0 0 0,1 0-1 0 0,-1 0 1 0 0,0 0 0 0 0,1 0-1 0 0,-1-1 1 0 0,0 1 0 0 0,0-1 0 0 0,0 1-1 0 0,0-1 1 0 0,0 0 0 0 0,0 1-1 0 0,-1-1 1 0 0,1 0 0 0 0,-1 0 0 0 0,1 0-1 0 0,-1-1 1 0 0,0 1 0 0 0,2-3-1 0 0,-2 1 40 0 0,0 0-1 0 0,0 0 1 0 0,-1 0-1 0 0,1 0 1 0 0,-1-1-1 0 0,0 1 0 0 0,0 0 1 0 0,0 0-1 0 0,-1 0 1 0 0,0 0-1 0 0,-2-8 1 0 0,-1-1 41 0 0,0 1 1 0 0,-1 0-1 0 0,-1 1 1 0 0,0-1-1 0 0,0 1 1 0 0,-1 0-1 0 0,-14-15 1 0 0,6 10-144 0 0,-1 0 1 0 0,0 1-1 0 0,-24-16 1 0 0,30 24-266 0 0,0 1 1 0 0,0 0-1 0 0,-1 0 0 0 0,0 1 1 0 0,0 0-1 0 0,0 1 0 0 0,-21-4 1 0 0,30 7 6 0 0,-1 1 0 0 0,1-1 1 0 0,-1 1-1 0 0,1 0 1 0 0,0 0-1 0 0,-1 1 1 0 0,1-1-1 0 0,-1 0 1 0 0,1 1-1 0 0,-1-1 1 0 0,1 1-1 0 0,0 0 0 0 0,0 0 1 0 0,-1 0-1 0 0,1 0 1 0 0,0 0-1 0 0,0 0 1 0 0,0 1-1 0 0,0-1 1 0 0,0 1-1 0 0,0 0 0 0 0,0-1 1 0 0,1 1-1 0 0,-1 0 1 0 0,-2 3-1 0 0,-5 13-1348 0 0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8:39.88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19 3225 0 0,'0'-3'288'0'0,"0"2"-288"0"0,1 0 0 0 0,0 1 152 0 0,1-2-24 0 0,1 0-8 0 0,-1-1 0 0 0,2 0-288 0 0,3 1-56 0 0,-2 0-16 0 0,1 2 0 0 0,2 2 240 0 0,-2-1-72 0 0,2-1 72 0 0,-1 0 0 0 0,-2 1-64 0 0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8:43.0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458 125 3225 0 0,'-46'-22'14144'0'0,"44"22"-13715"0"0,-20-34 2416 0 0,15 22-2784 0 0,-19-25-130 0 0,25 35 111 0 0,-1 1 1 0 0,1-1-1 0 0,-1 0 1 0 0,1 1-1 0 0,-1 0 1 0 0,0-1-1 0 0,0 1 1 0 0,1 0-1 0 0,-1 0 0 0 0,0 0 1 0 0,0 0-1 0 0,0 0 1 0 0,0 0-1 0 0,0 1 1 0 0,0-1-1 0 0,-5 0 1 0 0,7 1 37 0 0,-1 1 2 0 0,0-1 178 0 0,2 4-194 0 0,15 24-96 0 0,2 0 0 0 0,1-1-1 0 0,1-1 1 0 0,1-1 0 0 0,26 24 0 0 0,-31-32 31 0 0,-13-13 16 0 0,1 0 1 0 0,-1 1 0 0 0,0-1-1 0 0,0 1 1 0 0,0-1 0 0 0,0 1-1 0 0,-1 0 1 0 0,0 0 0 0 0,0 0-1 0 0,0 0 1 0 0,-1 0 0 0 0,1 1-1 0 0,-1-1 1 0 0,0 11 0 0 0,-1-13-8 0 0,0 0 1 0 0,0 0-1 0 0,-1 1 1 0 0,1-1-1 0 0,-1 0 1 0 0,0 0-1 0 0,0 0 1 0 0,0 0-1 0 0,-1 0 1 0 0,1-1-1 0 0,-1 1 0 0 0,1 0 1 0 0,-1-1-1 0 0,0 1 1 0 0,0-1-1 0 0,0 1 1 0 0,0-1-1 0 0,-1 0 1 0 0,1 0-1 0 0,0 0 1 0 0,-1 0-1 0 0,0 0 1 0 0,1-1-1 0 0,-1 1 1 0 0,0-1-1 0 0,-5 2 1 0 0,-51 17 373 0 0,38-14-64 0 0,-40 18 0 0 0,45-16-312 0 0,-13 7 77 0 0,-1-1 1 0 0,-51 16-1 0 0,59-25-150 0 0,1 2 1 0 0,0 0-1 0 0,1 1 0 0 0,0 1 1 0 0,-37 22-1 0 0,57-31 14 0 0,0 1 0 0 0,-1-1 0 0 0,1 0 0 0 0,0 1 0 0 0,0-1 0 0 0,0 1 0 0 0,-1-1 0 0 0,1 0 0 0 0,0 1 0 0 0,0-1-1 0 0,0 1 1 0 0,0-1 0 0 0,0 0 0 0 0,0 1 0 0 0,0-1 0 0 0,0 1 0 0 0,0-1 0 0 0,0 0 0 0 0,0 1 0 0 0,0-1 0 0 0,0 1 0 0 0,0-1 0 0 0,0 1 0 0 0,0-1 0 0 0,0 0 0 0 0,1 1 0 0 0,-1-1 0 0 0,0 0 0 0 0,0 1 0 0 0,0-1 0 0 0,1 1 0 0 0,-1-1 0 0 0,0 0 0 0 0,0 1-1 0 0,1-1 1 0 0,-1 0 0 0 0,0 0 0 0 0,1 1 0 0 0,-1-1 0 0 0,0 0 0 0 0,1 0 0 0 0,-1 0 0 0 0,1 1 0 0 0,6 3-1356 0 0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8:59.29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153 1141 2761 0 0,'-68'70'1691'0'0,"50"-50"-604"0"0,-1-1 0 0 0,-29 24 1 0 0,99-96 2819 0 0,-3 7-3423 0 0,174-156 837 0 0,116-104 1620 0 0,-102 85-1860 0 0,-12 5 313 0 0,-19 18-1587 0 0,-205 197 178 0 0,8-7-607 0 0,1 1 0 0 0,-1 0 0 0 0,1 0 1 0 0,1 1-1 0 0,15-8 0 0 0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9:00.52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118 163 2593 0 0,'-1'14'301'0'0,"-3"-21"-296"0"0,-6-16-15 0 0,-5 0 893 0 0,-1 0 1 0 0,-1 1 0 0 0,-29-28 0 0 0,46 50-742 0 0,-1 0 0 0 0,0-1 0 0 0,1 1-1 0 0,-1-1 1 0 0,1 1 0 0 0,-1 0 0 0 0,1-1 0 0 0,0 1 0 0 0,-1-1-1 0 0,1 1 1 0 0,-1-1 0 0 0,1 0 0 0 0,0 1 0 0 0,-1-1 0 0 0,1 1 0 0 0,0-1-1 0 0,0 0 1 0 0,0 1 0 0 0,-1-1 0 0 0,1 1 0 0 0,0-1 0 0 0,0 0-1 0 0,0 1 1 0 0,0-1 0 0 0,0 0 0 0 0,0 1 0 0 0,0-1 0 0 0,0 0-1 0 0,0 1 1 0 0,0-1 0 0 0,1 0 0 0 0,-1 1 0 0 0,0-1 0 0 0,0 1 0 0 0,1-1-1 0 0,-1 0 1 0 0,0 1 0 0 0,1-1 0 0 0,-1 1 0 0 0,0-1 0 0 0,1 0-1 0 0,1 0 39 0 0,-1 1 0 0 0,0-1-1 0 0,0 1 1 0 0,0-1-1 0 0,1 1 1 0 0,-1-1-1 0 0,0 1 1 0 0,1 0 0 0 0,-1 0-1 0 0,0-1 1 0 0,1 1-1 0 0,-1 0 1 0 0,0 0-1 0 0,1 1 1 0 0,-1-1-1 0 0,0 0 1 0 0,1 0 0 0 0,-1 0-1 0 0,3 2 1 0 0,5 2-60 0 0,0 0 0 0 0,-1 1 1 0 0,1 0-1 0 0,-1 0 0 0 0,0 1 1 0 0,0 0-1 0 0,11 13 0 0 0,47 56 99 0 0,-50-56-132 0 0,37 45 55 0 0,72 65-1 0 0,-97-104-150 0 0,0-2 0 0 0,2-1 0 0 0,0-1 0 0 0,2-2 0 0 0,37 18 0 0 0,-26-19 1 0 0,-27-12-3 0 0,1 1 0 0 0,-1 0 0 0 0,-1 1 1 0 0,21 15-1 0 0,-35-23-72 0 0,-1 1-1 0 0,1 0 1 0 0,0-1 0 0 0,0 1 0 0 0,-1 0 0 0 0,1 0 0 0 0,-1 0 0 0 0,1-1-1 0 0,-1 1 1 0 0,1 0 0 0 0,-1 0 0 0 0,1 0 0 0 0,-1 0 0 0 0,0 0-1 0 0,1 0 1 0 0,-1 0 0 0 0,0 0 0 0 0,0 0 0 0 0,0 2 0 0 0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9:00.94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3 379 1376 0 0,'0'0'86'0'0,"-1"0"-1"0"0,1-1 1 0 0,0 1 0 0 0,0 0-1 0 0,-1-1 1 0 0,1 1-1 0 0,0 0 1 0 0,0-1 0 0 0,0 1-1 0 0,0 0 1 0 0,0-1-1 0 0,-1 1 1 0 0,1 0 0 0 0,0-1-1 0 0,0 1 1 0 0,0 0-1 0 0,0-1 1 0 0,0 1 0 0 0,0 0-1 0 0,0-1 1 0 0,0 1-1 0 0,0-1 1 0 0,0 1-1 0 0,0 0 1 0 0,1-1 0 0 0,-1 1-1 0 0,0 0 1 0 0,0-1-1 0 0,0 1 1 0 0,0 0 0 0 0,1-1-1 0 0,-1 1 1 0 0,0 0-1 0 0,0-1 1 0 0,0 1 0 0 0,1 0-1 0 0,-1 0 1 0 0,0-1-1 0 0,1 1 1 0 0,-1 0 0 0 0,1 0-1 0 0,20-5 1926 0 0,24 7 809 0 0,42 23 265 0 0,-54-14-2488 0 0,0-2 0 0 0,40 6 0 0 0,-64-13-425 0 0,1-1-1 0 0,0-1 0 0 0,-1 0 0 0 0,1 0 1 0 0,-1-1-1 0 0,1 0 0 0 0,0-1 1 0 0,-1 0-1 0 0,0 0 0 0 0,1-1 0 0 0,-1 0 1 0 0,11-6-1 0 0,-15 6-12 0 0,0 0 0 0 0,-1-1 1 0 0,1 1-1 0 0,-1-1 0 0 0,0 0 0 0 0,0-1 1 0 0,0 1-1 0 0,0-1 0 0 0,-1 1 0 0 0,0-1 0 0 0,0 0 1 0 0,0 0-1 0 0,-1 0 0 0 0,1-1 0 0 0,-1 1 1 0 0,-1-1-1 0 0,1 1 0 0 0,-1-1 0 0 0,2-9 1 0 0,-1-12 203 0 0,0 1 1 0 0,-2 0-1 0 0,-3-30 0 0 0,1 16-289 0 0,1 6-174 0 0,0-57-3432 0 0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9:02.05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89 315 2569 0 0,'-5'-9'0'0'0,"1"0"0"0"0,0 0 0 0 0,1-1 0 0 0,0 0 0 0 0,-3-11 0 0 0,-4-15 0 0 0,-43-138 137 0 0,65 138 9660 0 0,-8 59-9326 0 0,1-5-86 0 0,14 57 2177 0 0,-2-123-6115 0 0,-14 41 2707 0 0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9:02.83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73 1 456 0 0,'-8'10'633'0'0,"0"1"0"0"0,0 0-1 0 0,1 1 1 0 0,1-1 0 0 0,0 1 0 0 0,0 1-1 0 0,1-1 1 0 0,1 1 0 0 0,0 0 0 0 0,1 0-1 0 0,1 0 1 0 0,-3 23 0 0 0,5-34-566 0 0,0-1 0 0 0,0 0 0 0 0,0 0 0 0 0,0 1 0 0 0,0-1 1 0 0,0 0-1 0 0,0 0 0 0 0,1 0 0 0 0,-1 1 0 0 0,0-1 0 0 0,1 0 0 0 0,-1 0 0 0 0,1 0 0 0 0,0 0 0 0 0,-1 0 1 0 0,1 1-1 0 0,0-1 0 0 0,-1 0 0 0 0,1-1 0 0 0,0 1 0 0 0,0 0 0 0 0,0 0 0 0 0,0 0 0 0 0,1 1 1 0 0,0-2 7 0 0,0 1 1 0 0,0-1 0 0 0,0 1-1 0 0,0-1 1 0 0,0 0-1 0 0,0 1 1 0 0,0-1 0 0 0,0 0-1 0 0,0 0 1 0 0,0-1 0 0 0,0 1-1 0 0,0 0 1 0 0,0-1 0 0 0,1 0-1 0 0,10-3 266 0 0,0-1 1 0 0,0-1-1 0 0,19-12 0 0 0,-23 13-85 0 0,17-11 188 0 0,-21 12-417 0 0,1 0 0 0 0,-1 0 0 0 0,1 1 0 0 0,0 0 0 0 0,0 0 0 0 0,0 0 0 0 0,1 1 0 0 0,-1 0 0 0 0,0 0 0 0 0,1 0 0 0 0,11-1 0 0 0,-16 4-32 0 0,-1 0 1 0 0,1-1-1 0 0,0 1 0 0 0,-1 0 1 0 0,1 0-1 0 0,-1-1 0 0 0,0 1 1 0 0,1 0-1 0 0,-1 1 0 0 0,0-1 1 0 0,1 0-1 0 0,-1 0 1 0 0,0 0-1 0 0,0 1 0 0 0,0-1 1 0 0,0 1-1 0 0,0-1 0 0 0,-1 1 1 0 0,1-1-1 0 0,0 1 0 0 0,-1-1 1 0 0,1 1-1 0 0,-1 0 0 0 0,1-1 1 0 0,-1 1-1 0 0,0 0 0 0 0,1-1 1 0 0,-1 1-1 0 0,0 2 0 0 0,1 58-186 0 0,-2-52 162 0 0,-5 49 29 0 0,3-47 83 0 0,2-1-1 0 0,-1 1 0 0 0,1 0 1 0 0,1 0-1 0 0,0-1 0 0 0,1 1 1 0 0,0 0-1 0 0,4 18 0 0 0,-4-28-71 0 0,0 1-1 0 0,1-1 0 0 0,-1 0 0 0 0,0 0 0 0 0,1 0 1 0 0,0 0-1 0 0,-1 0 0 0 0,1 0 0 0 0,0-1 1 0 0,0 1-1 0 0,0-1 0 0 0,0 1 0 0 0,0-1 0 0 0,0 1 1 0 0,0-1-1 0 0,0 0 0 0 0,1 0 0 0 0,-1 0 1 0 0,0 0-1 0 0,1-1 0 0 0,-1 1 0 0 0,1-1 0 0 0,-1 1 1 0 0,1-1-1 0 0,-1 0 0 0 0,1 0 0 0 0,-1 0 1 0 0,1 0-1 0 0,3-1 0 0 0,9-1 25 0 0,0 0-1 0 0,0-1 1 0 0,23-8 0 0 0,-27 7-11 0 0,38-13 57 0 0,-34 11-95 0 0,-1 1-1 0 0,1 0 0 0 0,0 1 0 0 0,27-3 0 0 0,-37 7 22 0 0,-1-1 1 0 0,1 2-1 0 0,-1-1 0 0 0,1 0 1 0 0,0 1-1 0 0,-1 0 1 0 0,1 0-1 0 0,-1 0 0 0 0,0 1 1 0 0,1 0-1 0 0,-1-1 1 0 0,0 2-1 0 0,0-1 1 0 0,0 0-1 0 0,0 1 0 0 0,-1-1 1 0 0,1 1-1 0 0,-1 0 1 0 0,1 1-1 0 0,3 4 1 0 0,4 6 303 0 0,-1 1 1 0 0,-1 1 0 0 0,0-1 0 0 0,-1 1-1 0 0,5 17 1 0 0,-6-15 24 0 0,1-1 0 0 0,0 0 1 0 0,2-1-1 0 0,16 25 0 0 0,-2-14-354 0 0,15 21-38 0 0,-17-11-5950 0 0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9:03.58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112 396 456 0 0,'-24'8'-33'0'0,"13"-4"418"0"0,-1 0 0 0 0,1-1 0 0 0,0 0 0 0 0,-21 1 1 0 0,31-4-351 0 0,1 0 1 0 0,0 0 0 0 0,-1 0-1 0 0,1 0 1 0 0,-1 0 0 0 0,1 0 0 0 0,0 0-1 0 0,-1 0 1 0 0,1 0 0 0 0,-1-1 0 0 0,1 1-1 0 0,0 0 1 0 0,-1 0 0 0 0,1 0 0 0 0,0-1-1 0 0,-1 1 1 0 0,1 0 0 0 0,0-1 0 0 0,-1 1-1 0 0,1 0 1 0 0,0 0 0 0 0,-1-1 0 0 0,1 1-1 0 0,0-1 1 0 0,0 1 0 0 0,0 0 0 0 0,-1-1-1 0 0,1 1 1 0 0,0 0 0 0 0,0-1 0 0 0,0 1-1 0 0,0-1 1 0 0,0 1 0 0 0,0-1 0 0 0,0 1-1 0 0,0 0 1 0 0,0-1 0 0 0,0 1 0 0 0,0-1-1 0 0,0 1 1 0 0,0-1 0 0 0,0 1 0 0 0,0 0-1 0 0,0-1 1 0 0,0 1 0 0 0,1-1 0 0 0,-1 1-1 0 0,0 0 1 0 0,0-1 0 0 0,0 1 0 0 0,1 0-1 0 0,-1-1 1 0 0,15-24 1251 0 0,-14 22-1128 0 0,28-41 880 0 0,2 2 0 0 0,1 2 0 0 0,3 0 0 0 0,1 3 0 0 0,72-60 0 0 0,-45 55-45 0 0,-58 39-819 0 0,0 1 0 0 0,0-1 0 0 0,1 1 1 0 0,-1 0-1 0 0,1 0 0 0 0,-1 1 0 0 0,1 0 0 0 0,-1 0 0 0 0,1 0 0 0 0,11 0 0 0 0,-16 2-117 0 0,0-1-1 0 0,1 1 0 0 0,-1-1 0 0 0,0 1 1 0 0,1-1-1 0 0,-1 1 0 0 0,0 0 1 0 0,0 0-1 0 0,0 0 0 0 0,0 0 1 0 0,0 0-1 0 0,0 0 0 0 0,0 0 1 0 0,0 0-1 0 0,0 0 0 0 0,0 0 1 0 0,0 0-1 0 0,0 1 0 0 0,-1-1 1 0 0,1 0-1 0 0,-1 0 0 0 0,1 1 1 0 0,-1-1-1 0 0,1 1 0 0 0,-1 1 1 0 0,8 44 246 0 0,-6-32-209 0 0,-2-11-102 0 0,2 9 12 0 0,0 1 0 0 0,1-1 0 0 0,1 0 0 0 0,0 0 0 0 0,7 15 0 0 0,-10-25-18 0 0,0-1 0 0 0,0 0 0 0 0,0 0 0 0 0,1 0 0 0 0,-1 0 0 0 0,1 0 0 0 0,-1 0-1 0 0,1 0 1 0 0,0-1 0 0 0,-1 1 0 0 0,1 0 0 0 0,0-1 0 0 0,0 0 0 0 0,0 1 0 0 0,0-1 0 0 0,1 0 0 0 0,-1 0 0 0 0,0 0 0 0 0,0 0 0 0 0,1-1 0 0 0,-1 1 0 0 0,0 0-1 0 0,1-1 1 0 0,-1 0 0 0 0,1 1 0 0 0,-1-1 0 0 0,1 0 0 0 0,-1-1 0 0 0,0 1 0 0 0,1 0 0 0 0,-1-1 0 0 0,1 1 0 0 0,-1-1 0 0 0,0 1 0 0 0,1-1 0 0 0,-1 0 0 0 0,3-2-1 0 0,8-4 2 0 0,1-1-1 0 0,-1-1 0 0 0,-1 0 0 0 0,0-1 1 0 0,0 0-1 0 0,-1-1 0 0 0,0 0 0 0 0,14-20 1 0 0,-14 18 103 0 0,-1 0 0 0 0,1 1 1 0 0,1 0-1 0 0,1 1 1 0 0,-1 1-1 0 0,1 0 0 0 0,17-9 1 0 0,-29 18-85 0 0,0 0 1 0 0,0 1 0 0 0,0-1-1 0 0,1 1 1 0 0,-1-1 0 0 0,0 1 0 0 0,0 0-1 0 0,1 0 1 0 0,-1-1 0 0 0,0 1-1 0 0,1 0 1 0 0,-1 0 0 0 0,0 0-1 0 0,0 0 1 0 0,1 1 0 0 0,-1-1 0 0 0,0 0-1 0 0,0 1 1 0 0,1-1 0 0 0,-1 0-1 0 0,0 1 1 0 0,0-1 0 0 0,0 1-1 0 0,1 0 1 0 0,-1-1 0 0 0,0 1 0 0 0,0 0-1 0 0,0 0 1 0 0,0 0 0 0 0,0 0-1 0 0,-1 0 1 0 0,1-1 0 0 0,0 2-1 0 0,0-1 1 0 0,1 2 0 0 0,2 5 76 0 0,0 1 0 0 0,0-1 0 0 0,-1 1 0 0 0,4 12 0 0 0,4 12 43 0 0,-9-30-138 0 0,0 1 0 0 0,0-1 0 0 0,1 1 0 0 0,-1-1 0 0 0,0 1 0 0 0,1-1 0 0 0,0 0 0 0 0,0 0 1 0 0,0-1-1 0 0,0 1 0 0 0,1-1 0 0 0,-1 1 0 0 0,1-1 0 0 0,-1 0 0 0 0,1 0 0 0 0,0 0 0 0 0,-1-1 0 0 0,1 0 0 0 0,0 1 0 0 0,0-1 1 0 0,0-1-1 0 0,0 1 0 0 0,1 0 0 0 0,-1-1 0 0 0,0 0 0 0 0,6 0 0 0 0,-1-2-15 0 0,-1 1 0 0 0,1-1 0 0 0,-1-1 0 0 0,1 1 1 0 0,-1-1-1 0 0,0-1 0 0 0,0 0 0 0 0,0 0 0 0 0,0 0 0 0 0,-1-1 0 0 0,9-7 0 0 0,24-22-123 0 0,-14 12 13 0 0,32-22 0 0 0,-51 39 125 0 0,1 0 1 0 0,-1 1-1 0 0,1 0 1 0 0,0 1-1 0 0,1 0 1 0 0,-1 0-1 0 0,0 0 1 0 0,1 1-1 0 0,12-2 1 0 0,-15 4 63 0 0,0 1 1 0 0,0-1 0 0 0,0 1 0 0 0,0 0 0 0 0,0 1 0 0 0,0-1 0 0 0,0 1 0 0 0,0 0 0 0 0,-1 1-1 0 0,1-1 1 0 0,-1 1 0 0 0,0 0 0 0 0,0 0 0 0 0,0 1 0 0 0,7 6 0 0 0,8 8 345 0 0,-1 1 0 0 0,21 28 0 0 0,-8-10-59 0 0,-20-24-468 0 0,2 0 1 0 0,0 0-1 0 0,0-1 1 0 0,1-1-1 0 0,0 0 1 0 0,1-1-1 0 0,22 10 1 0 0,-26-16-872 0 0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9:04.37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61 5529 0 0,'7'-14'245'0'0,"-5"10"82"0"0,-1 0 1 0 0,1 0-1 0 0,1 0 1 0 0,-1 0-1 0 0,0 0 1 0 0,1 0-1 0 0,0 1 1 0 0,0-1 0 0 0,0 1-1 0 0,5-4 1 0 0,-8 6-283 0 0,0 1 0 0 0,0 0 1 0 0,0 0-1 0 0,1 0 1 0 0,-1 0-1 0 0,0 0 1 0 0,0 0-1 0 0,0 0 0 0 0,0 0 1 0 0,1 0-1 0 0,-1 0 1 0 0,0 0-1 0 0,0 0 0 0 0,0 0 1 0 0,0 0-1 0 0,1 0 1 0 0,-1 0-1 0 0,0 0 0 0 0,0 0 1 0 0,0 0-1 0 0,0 0 1 0 0,1 0-1 0 0,-1 0 1 0 0,0 0-1 0 0,0 0 0 0 0,0 1 1 0 0,0-1-1 0 0,0 0 1 0 0,1 0-1 0 0,-1 0 0 0 0,0 0 1 0 0,0 0-1 0 0,0 0 1 0 0,0 1-1 0 0,0-1 0 0 0,0 0 1 0 0,0 0-1 0 0,1 0 1 0 0,-1 0-1 0 0,0 0 1 0 0,0 1-1 0 0,0-1 0 0 0,0 0 1 0 0,1 12 825 0 0,-3 11-190 0 0,-4 15-410 0 0,0-11 103 0 0,2-1 0 0 0,1 2 0 0 0,1-1-1 0 0,3 51 1 0 0,0-75-388 0 0,-1-1 1 0 0,0 1-1 0 0,1-1 0 0 0,-1 0 0 0 0,1 1 1 0 0,0-1-1 0 0,0 1 0 0 0,0-1 0 0 0,0 0 0 0 0,0 0 1 0 0,1 0-1 0 0,-1 0 0 0 0,1 0 0 0 0,-1 0 0 0 0,1 0 1 0 0,0 0-1 0 0,-1 0 0 0 0,1-1 0 0 0,0 1 0 0 0,0-1 1 0 0,4 3-1 0 0,-3-3-42 0 0,1 1 0 0 0,1-1 0 0 0,-1 0 0 0 0,0 0 0 0 0,0-1 0 0 0,0 1 1 0 0,0-1-1 0 0,1 1 0 0 0,-1-2 0 0 0,0 1 0 0 0,8-1 0 0 0,-2-1-45 0 0,0-1 0 0 0,0 1 0 0 0,0-1 0 0 0,0-1 0 0 0,-1 0 0 0 0,0-1 0 0 0,1 1 0 0 0,-1-2 0 0 0,15-11 0 0 0,-8 6 47 0 0,-16 11 56 0 0,0 0 1 0 0,1 0-1 0 0,-1 0 0 0 0,0 0 0 0 0,0 0 1 0 0,1 0-1 0 0,-1 0 0 0 0,0 0 0 0 0,1 0 1 0 0,-1 0-1 0 0,0 0 0 0 0,0 0 0 0 0,1 0 1 0 0,-1 0-1 0 0,0 0 0 0 0,0 0 0 0 0,1 0 1 0 0,-1 0-1 0 0,0 1 0 0 0,0-1 0 0 0,1 0 1 0 0,-1 0-1 0 0,0 0 0 0 0,0 0 0 0 0,1 0 1 0 0,-1 1-1 0 0,0-1 0 0 0,0 0 0 0 0,0 0 1 0 0,1 0-1 0 0,-1 1 0 0 0,0-1 0 0 0,1 3 29 0 0,-1 0 0 0 0,1 0 0 0 0,-1 0-1 0 0,0 0 1 0 0,0 0 0 0 0,0 0 0 0 0,0 0-1 0 0,0 0 1 0 0,-1 4 0 0 0,-23 99 800 0 0,17-81-694 0 0,1 1 1 0 0,1 0-1 0 0,1 0 0 0 0,-1 27 1 0 0,5-31-117 0 0,1 0 1 0 0,1-1-1 0 0,9 40 1 0 0,-9-54-25 0 0,0 0 0 0 0,1 0 0 0 0,0 0 1 0 0,0 0-1 0 0,0 0 0 0 0,7 9 0 0 0,-7-13-11 0 0,-1 0 0 0 0,0 0-1 0 0,1-1 1 0 0,0 1 0 0 0,-1-1-1 0 0,1 0 1 0 0,0 0 0 0 0,0 0-1 0 0,0 0 1 0 0,1 0 0 0 0,-1 0-1 0 0,0-1 1 0 0,1 0 0 0 0,3 2-1 0 0,-1-2-49 0 0,0-1-1 0 0,0 1 0 0 0,0-1 0 0 0,0 0 0 0 0,-1-1 0 0 0,1 1 0 0 0,0-1 0 0 0,0 0 0 0 0,-1-1 0 0 0,1 1 1 0 0,0-1-1 0 0,-1 0 0 0 0,0-1 0 0 0,8-4 0 0 0,8-5-121 0 0,0-2 0 0 0,21-17 0 0 0,-22 15 148 0 0,23-18 12 0 0,-28 21 7 0 0,0 0 1 0 0,1 1 0 0 0,1 1-1 0 0,0 1 1 0 0,21-10 0 0 0,-37 19 17 0 0,0 1 0 0 0,-1 0 1 0 0,1 0-1 0 0,-1 0 0 0 0,1 0 1 0 0,-1 0-1 0 0,1 0 0 0 0,-1 0 1 0 0,1 0-1 0 0,-1 0 0 0 0,1 0 1 0 0,-1 0-1 0 0,1 0 0 0 0,0 0 1 0 0,-1 0-1 0 0,1 0 0 0 0,-1 0 1 0 0,1 1-1 0 0,-1-1 0 0 0,1 0 1 0 0,-1 0-1 0 0,1 1 0 0 0,-1-1 1 0 0,0 0-1 0 0,1 1 0 0 0,-1-1 1 0 0,1 0-1 0 0,-1 1 0 0 0,0-1 1 0 0,1 1-1 0 0,-1-1 0 0 0,0 1 1 0 0,1-1-1 0 0,-1 1 0 0 0,0-1 1 0 0,0 1-1 0 0,1-1 0 0 0,-1 1 1 0 0,0-1-1 0 0,0 1 0 0 0,0-1 1 0 0,0 1-1 0 0,0-1 0 0 0,0 1 1 0 0,0-1-1 0 0,0 1 0 0 0,0 0 1 0 0,0-1-1 0 0,0 1 0 0 0,0-1 1 0 0,0 1-1 0 0,-1 0 0 0 0,-4 37-23 0 0,4-33 33 0 0,-19 74 600 0 0,-6 32 314 0 0,24-99-822 0 0,1 1-1 0 0,0-1 0 0 0,1 0 0 0 0,0 0 1 0 0,1 1-1 0 0,4 21 0 0 0,-4-28-116 0 0,1 0 0 0 0,0 0-1 0 0,0 0 1 0 0,1 0 0 0 0,0 0 0 0 0,0-1 0 0 0,1 1-1 0 0,-1-1 1 0 0,7 8 0 0 0,-8-11-143 0 0,-1-1 0 0 0,1 1 1 0 0,0 0-1 0 0,0-1 0 0 0,0 1 0 0 0,0-1 0 0 0,0 1 0 0 0,0-1 1 0 0,0 0-1 0 0,1 0 0 0 0,-1 0 0 0 0,0 0 0 0 0,1-1 1 0 0,-1 1-1 0 0,0-1 0 0 0,1 1 0 0 0,-1-1 0 0 0,1 0 0 0 0,-1 0 1 0 0,1 0-1 0 0,-1 0 0 0 0,0 0 0 0 0,1 0 0 0 0,-1-1 0 0 0,1 1 1 0 0,-1-1-1 0 0,4-1 0 0 0,5-4-952 0 0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9:04.6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11 2056 0 0,'0'1'200'0'0,"0"-2"-200"0"0,1 0 0 0 0,0-1 0 0 0,-1 0 0 0 0,2-4 0 0 0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9:05.23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2 167 5065 0 0,'-1'-5'4418'0'0,"8"5"-1765"0"0,13 3-944 0 0,-18-3-1768 0 0,7 5 385 0 0,-1 0 1 0 0,0 1-1 0 0,-1 0 1 0 0,0 0-1 0 0,0 1 0 0 0,0 0 1 0 0,0 0-1 0 0,-1 0 1 0 0,0 1-1 0 0,7 13 1 0 0,-3-6-14 0 0,11 15-138 0 0,-8-9 70 0 0,1-1 0 0 0,22 23 0 0 0,-32-39-219 0 0,-1 0 0 0 0,1 0 0 0 0,0-1 0 0 0,0 0 1 0 0,1 1-1 0 0,-1-2 0 0 0,1 1 0 0 0,-1 0 0 0 0,1-1 0 0 0,0 0 0 0 0,0 0 0 0 0,0 0 1 0 0,0-1-1 0 0,0 1 0 0 0,0-1 0 0 0,8 0 0 0 0,-10-1-31 0 0,0-1-1 0 0,0 1 1 0 0,0-1 0 0 0,0 0-1 0 0,0 0 1 0 0,0 0 0 0 0,0 0-1 0 0,0-1 1 0 0,0 1-1 0 0,-1-1 1 0 0,1 0 0 0 0,0 0-1 0 0,-1 1 1 0 0,0-2 0 0 0,1 1-1 0 0,-1 0 1 0 0,0 0 0 0 0,0-1-1 0 0,0 1 1 0 0,0-1-1 0 0,-1 0 1 0 0,3-3 0 0 0,3-9-70 0 0,0 0 1 0 0,10-32-1 0 0,-12 34 37 0 0,19-70-276 0 0,-18 57 172 0 0,1 1-1 0 0,1 0 1 0 0,2 0 0 0 0,0 1 0 0 0,21-35 0 0 0,-30 57 154 0 0,0 1 1 0 0,0-1-1 0 0,0 1 1 0 0,-1 0-1 0 0,2-1 1 0 0,-1 1-1 0 0,0 0 1 0 0,0 0-1 0 0,0 0 1 0 0,0 0-1 0 0,1 0 1 0 0,-1 0-1 0 0,1 0 0 0 0,-1 0 1 0 0,0 0-1 0 0,1 1 1 0 0,-1-1-1 0 0,1 1 1 0 0,0-1-1 0 0,-1 1 1 0 0,1-1-1 0 0,-1 1 1 0 0,1 0-1 0 0,0 0 1 0 0,-1 0-1 0 0,1 0 1 0 0,0 0-1 0 0,-1 0 1 0 0,1 0-1 0 0,-1 1 1 0 0,1-1-1 0 0,0 1 1 0 0,-1-1-1 0 0,1 1 1 0 0,-1-1-1 0 0,1 1 1 0 0,-1 0-1 0 0,3 1 1 0 0,4 5 112 0 0,0-1 1 0 0,0 2 0 0 0,0-1 0 0 0,-1 1 0 0 0,7 10 0 0 0,8 6 21 0 0,-12-13-167 0 0,3 3 32 0 0,1-1 1 0 0,16 12-1 0 0,-27-23-57 0 0,0 1 0 0 0,0-1 1 0 0,0 0-1 0 0,1 0 0 0 0,-1-1 0 0 0,0 1 1 0 0,1-1-1 0 0,-1 1 0 0 0,1-1 0 0 0,0 0 0 0 0,-1-1 1 0 0,1 1-1 0 0,0-1 0 0 0,-1 1 0 0 0,1-1 0 0 0,0 0 1 0 0,4-1-1 0 0,-5 1 17 0 0,-1-1 0 0 0,1 0 1 0 0,0 0-1 0 0,0 0 0 0 0,-1-1 1 0 0,1 1-1 0 0,-1-1 0 0 0,1 1 1 0 0,-1-1-1 0 0,0 0 0 0 0,0 0 1 0 0,1 0-1 0 0,-1 0 0 0 0,-1 0 1 0 0,4-5-1 0 0,0-1 58 0 0,-1 0-1 0 0,0 0 1 0 0,5-15 0 0 0,11-21 502 0 0,-20 44-521 0 0,0 0 1 0 0,1-1 0 0 0,-1 1-1 0 0,1 0 1 0 0,-1 0-1 0 0,0-1 1 0 0,1 1-1 0 0,-1 0 1 0 0,1 0 0 0 0,-1 0-1 0 0,1 0 1 0 0,-1-1-1 0 0,1 1 1 0 0,-1 0 0 0 0,1 0-1 0 0,-1 0 1 0 0,1 0-1 0 0,-1 0 1 0 0,1 0-1 0 0,-1 0 1 0 0,1 0 0 0 0,-1 1-1 0 0,1-1 1 0 0,-1 0-1 0 0,1 0 1 0 0,-1 0-1 0 0,0 0 1 0 0,1 1 0 0 0,-1-1-1 0 0,1 0 1 0 0,0 1-1 0 0,20 12 233 0 0,-6-3-69 0 0,-9-8-118 0 0,0 0-1 0 0,0 0 1 0 0,0-1-1 0 0,1 1 0 0 0,-1-1 1 0 0,0 0-1 0 0,1-1 1 0 0,-1 0-1 0 0,1 0 0 0 0,-1 0 1 0 0,1-1-1 0 0,-1 0 1 0 0,1 0-1 0 0,11-4 0 0 0,26-16-2489 0 0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9:05.89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111 7 7370 0 0,'3'-7'6785'0'0,"-6"12"-6089"0"0,-18 31-104 0 0,2 1-1 0 0,1 1 0 0 0,2 1 0 0 0,-17 61 1 0 0,32-96-596 0 0,1 0 0 0 0,-1 0 0 0 0,0 1 0 0 0,1-1-1 0 0,0 0 1 0 0,0 0 0 0 0,0 0 0 0 0,0 0 0 0 0,1 0 0 0 0,0 0 0 0 0,0 0 0 0 0,0 0 0 0 0,0 0 0 0 0,4 7 0 0 0,-4-9-26 0 0,0 0 1 0 0,1 0-1 0 0,-1-1 1 0 0,1 1 0 0 0,0-1-1 0 0,0 1 1 0 0,-1-1-1 0 0,1 0 1 0 0,0 0-1 0 0,0 0 1 0 0,0 0-1 0 0,0 0 1 0 0,0 0 0 0 0,1 0-1 0 0,-1-1 1 0 0,0 1-1 0 0,0-1 1 0 0,0 1-1 0 0,1-1 1 0 0,-1 0-1 0 0,0 0 1 0 0,0 0 0 0 0,1 0-1 0 0,-1-1 1 0 0,0 1-1 0 0,0 0 1 0 0,0-1-1 0 0,3-1 1 0 0,11-2-107 0 0,0-2 1 0 0,-1 0-1 0 0,0-1 1 0 0,19-11-1 0 0,-19 9-45 0 0,1 1 0 0 0,0 1 0 0 0,26-8 0 0 0,-41 14 165 0 0,0 1 1 0 0,0-1-1 0 0,0 1 0 0 0,0 0 0 0 0,0 0 0 0 0,0 0 0 0 0,0 0 1 0 0,0-1-1 0 0,0 2 0 0 0,0-1 0 0 0,0 0 0 0 0,0 0 0 0 0,0 0 1 0 0,0 0-1 0 0,0 1 0 0 0,0-1 0 0 0,0 0 0 0 0,0 1 0 0 0,0-1 1 0 0,0 1-1 0 0,0-1 0 0 0,0 1 0 0 0,0-1 0 0 0,0 1 1 0 0,0 0-1 0 0,0-1 0 0 0,0 2 0 0 0,0 0 10 0 0,0 0 0 0 0,0 0-1 0 0,0 0 1 0 0,0 1 0 0 0,0-1 0 0 0,-1 0-1 0 0,1 0 1 0 0,-1 1 0 0 0,0-1 0 0 0,0 0-1 0 0,1 0 1 0 0,-2 4 0 0 0,0 7 85 0 0,0 0 1 0 0,-2 1-1 0 0,-4 16 1 0 0,7-29-70 0 0,-17 52 575 0 0,11-36-278 0 0,0 1-1 0 0,1-1 1 0 0,1 1 0 0 0,0 0-1 0 0,2 0 1 0 0,-1 22 0 0 0,3-39-271 0 0,0 1 1 0 0,0-1-1 0 0,0 0 1 0 0,1 1 0 0 0,-1-1-1 0 0,0 1 1 0 0,1-1 0 0 0,-1 0-1 0 0,1 1 1 0 0,0-1 0 0 0,-1 0-1 0 0,1 0 1 0 0,0 0 0 0 0,0 1-1 0 0,0-1 1 0 0,0 0 0 0 0,0 0-1 0 0,0 0 1 0 0,0 0 0 0 0,0 0-1 0 0,0-1 1 0 0,2 2-1 0 0,0 0-30 0 0,1-1-1 0 0,-1 0 1 0 0,0 0-1 0 0,0 0 0 0 0,1 0 1 0 0,-1-1-1 0 0,1 1 0 0 0,-1-1 1 0 0,5 0-1 0 0,5-1-328 0 0,-1-1 0 0 0,1 0 1 0 0,-1 0-1 0 0,14-5 0 0 0,-22 5-69 0 0,-3 2 171 0 0,0-1 1 0 0,1 0 0 0 0,-1 1 0 0 0,1-1 0 0 0,-1 1 0 0 0,0-1-1 0 0,1 1 1 0 0,-1 0 0 0 0,1 0 0 0 0,-1-1 0 0 0,1 1 0 0 0,-1 0 0 0 0,1 0-1 0 0,-1 1 1 0 0,1-1 0 0 0,-1 0 0 0 0,1 0 0 0 0,-1 1 0 0 0,3 0-1 0 0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9:07.0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91 29 2304 0 0,'-50'-17'3049'0'0,"10"6"11873"0"0,43 12-14770 0 0,0 1 0 0 0,0 1 0 0 0,0-1 0 0 0,0 0 0 0 0,-1 1 0 0 0,1 0 0 0 0,-1-1 0 0 0,5 7 0 0 0,146 183 639 0 0,-81-108-762 0 0,-47-55 43 0 0,57 47-1 0 0,-10-10 99 0 0,-64-59-153 0 0,-1 1 0 0 0,-1 0 0 0 0,1 0 0 0 0,-1 1 0 0 0,-1-1 0 0 0,0 1 0 0 0,6 14 0 0 0,-9-18-1014 0 0,0 0 1 0 0,-1 0-1 0 0,0 0 0 0 0,0 0 1 0 0,-1 0-1 0 0,1 6 0 0 0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9:07.5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20 225 1376 0 0,'-19'16'6263'0'0,"21"-13"-4968"0"0,-1-2-1036 0 0,-1-1 0 0 0,1 1 0 0 0,0-1-1 0 0,-1 1 1 0 0,1-1 0 0 0,0 0 0 0 0,-1 1 0 0 0,1-1 0 0 0,0 0 0 0 0,0 0 0 0 0,-1 1 0 0 0,1-1 0 0 0,0 0 0 0 0,0 0 0 0 0,0 0 0 0 0,-1 0 0 0 0,1 0 0 0 0,0 0 0 0 0,0 0 0 0 0,0 0 0 0 0,-1 0 0 0 0,1 0 0 0 0,1-1 0 0 0,65 4 2582 0 0,-40-1-2078 0 0,52-3 0 0 0,-28-2-76 0 0,-33 3-548 0 0,0-1 0 0 0,0-1 0 0 0,0 0-1 0 0,-1-2 1 0 0,0 0 0 0 0,21-7 0 0 0,-34 9-70 0 0,-1 0 1 0 0,1 0-1 0 0,0 0 0 0 0,-1 0 1 0 0,0-1-1 0 0,1 1 0 0 0,-1-1 0 0 0,0 0 1 0 0,0 0-1 0 0,-1 0 0 0 0,1-1 1 0 0,-1 1-1 0 0,1 0 0 0 0,-1-1 0 0 0,0 0 1 0 0,0 1-1 0 0,-1-1 0 0 0,1 0 1 0 0,-1 0-1 0 0,0 0 0 0 0,0 0 1 0 0,0 0-1 0 0,-1 0 0 0 0,1-1 0 0 0,-1 1 1 0 0,0 0-1 0 0,0 0 0 0 0,-1-6 0 0 0,-2-8-472 0 0,0 1 0 0 0,-1 0-1 0 0,-1-1 1 0 0,-1 2 0 0 0,-8-20-1 0 0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9:08.32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744 1138 2304 0 0,'-417'382'4771'0'0,"356"-316"-4570"0"0,-73 73 136 0 0,38-54 3140 0 0,90-80-3302 0 0,-21 15 2696 0 0,27-20-2851 0 0,1 0-1 0 0,-1 0 1 0 0,0 0-1 0 0,0 0 1 0 0,0 0 0 0 0,0 0-1 0 0,0 0 1 0 0,0-1 0 0 0,0 1-1 0 0,0 0 1 0 0,0 0-1 0 0,0 0 1 0 0,0 0 0 0 0,0 0-1 0 0,0 0 1 0 0,0 0-1 0 0,0 0 1 0 0,0 0 0 0 0,0 0-1 0 0,0 0 1 0 0,0-1 0 0 0,0 1-1 0 0,0 0 1 0 0,0 0-1 0 0,0 0 1 0 0,0 0 0 0 0,0 0-1 0 0,0 0 1 0 0,0 0-1 0 0,0 0 1 0 0,-1 0 0 0 0,1 0-1 0 0,0 0 1 0 0,0 0 0 0 0,0-1-1 0 0,0 1 1 0 0,0 0-1 0 0,0 0 1 0 0,0 0 0 0 0,0 0-1 0 0,0 0 1 0 0,0 0 0 0 0,0 0-1 0 0,0 0 1 0 0,0 0-1 0 0,-1 0 1 0 0,1 0 0 0 0,0 0-1 0 0,0 0 1 0 0,0 0-1 0 0,0 0 1 0 0,0 0 0 0 0,0 0-1 0 0,0 0 1 0 0,0 0 0 0 0,0 0-1 0 0,0 0 1 0 0,-1 0-1 0 0,1 0 1 0 0,0 0 0 0 0,0 0-1 0 0,0 0 1 0 0,0 0 0 0 0,11-18-6 0 0,29-33-153 0 0,2 3 0 0 0,2 1 0 0 0,78-65 0 0 0,32-32 60 0 0,-25 14 2120 0 0,196-153-1 0 0,-154 158 147 0 0,52-44-1525 0 0,-167 118-522 0 0,71-83 0 0 0,-79 79 133 0 0,97-84 0 0 0,-68 79-190 0 0,139-124-696 0 0,-157 131-903 0 0,-16 24-4213 0 0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9:09.8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24 197 1376 0 0,'-7'-75'3024'0'0,"4"41"592"0"0,-10-54 1777 0 0,35 134-2532 0 0,-21-43-2797 0 0,8 24 446 0 0,2-1 0 0 0,1 0 0 0 0,21 35 0 0 0,-28-54-524 0 0,0 0 1 0 0,0-1-1 0 0,0 1 1 0 0,1-1-1 0 0,0-1 0 0 0,0 1 1 0 0,9 5-1 0 0,-11-8-88 0 0,0-1 0 0 0,0 0 0 0 0,1 0 0 0 0,-1 0 0 0 0,0-1-1 0 0,1 0 1 0 0,-1 1 0 0 0,0-1 0 0 0,1-1 0 0 0,0 1 0 0 0,-1-1-1 0 0,1 1 1 0 0,-1-2 0 0 0,6 1 0 0 0,-7-1-111 0 0,0 0 0 0 0,0 0 0 0 0,0 0-1 0 0,0 0 1 0 0,0 0 0 0 0,-1 0 0 0 0,1-1 0 0 0,0 0 0 0 0,-1 1 0 0 0,1-1-1 0 0,-1 0 1 0 0,0 0 0 0 0,0 0 0 0 0,0-1 0 0 0,4-4 0 0 0,1-6-867 0 0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9:09.9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 0 6449 0 0,'-4'3'288'0'0,"2"-2"57"0"0,2 2-281 0 0,0-1-64 0 0,0-1 0 0 0,0 2 0 0 0,2-1-545 0 0,-1 2-119 0 0,2 3-24 0 0,-1 2-8 0 0,5 5 552 0 0,-2-1 144 0 0,2 2 0 0 0,1 1 0 0 0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9:10.34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 33 7370 0 0,'-1'-1'138'0'0,"0"1"0"0"0,0-1 0 0 0,1 1 1 0 0,-1-1-1 0 0,1 0 0 0 0,-1 1 0 0 0,1-1 1 0 0,-1 0-1 0 0,1 1 0 0 0,-1-1 1 0 0,1 0-1 0 0,-1 0 0 0 0,1 1 0 0 0,0-1 1 0 0,-1 0-1 0 0,1 0 0 0 0,0 0 1 0 0,0 1-1 0 0,0-1 0 0 0,0 0 0 0 0,0 0 1 0 0,0 0-1 0 0,0 0 0 0 0,0 1 0 0 0,0-1 1 0 0,0 0-1 0 0,0 0 0 0 0,0 0 1 0 0,0 0-1 0 0,1 1 0 0 0,-1-1 0 0 0,0 0 1 0 0,1 0-1 0 0,-1 1 0 0 0,1-2 0 0 0,0 1 4 0 0,0 1-1 0 0,0-1 0 0 0,0 1 0 0 0,0-1 0 0 0,0 1 1 0 0,0 0-1 0 0,-1-1 0 0 0,1 1 0 0 0,0 0 1 0 0,0 0-1 0 0,0 0 0 0 0,0 0 0 0 0,0 0 0 0 0,0 0 1 0 0,0 0-1 0 0,0 0 0 0 0,0 0 0 0 0,0 0 0 0 0,0 0 1 0 0,0 1-1 0 0,0-1 0 0 0,0 0 0 0 0,0 1 1 0 0,-1-1-1 0 0,1 1 0 0 0,0-1 0 0 0,0 1 0 0 0,0-1 1 0 0,-1 1-1 0 0,1 0 0 0 0,1 0 0 0 0,7 8 94 0 0,0 0-1 0 0,-1 0 1 0 0,0 0-1 0 0,-1 1 1 0 0,0 0-1 0 0,7 13 0 0 0,31 71-3473 0 0,-32-65 859 0 0,-5-10-2458 0 0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9:10.7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8 220 4145 0 0,'0'0'42'0'0,"-1"0"0"0"0,1 0 1 0 0,0 0-1 0 0,-1 0 0 0 0,1 0 1 0 0,0-1-1 0 0,-1 1 0 0 0,1 0 1 0 0,0 0-1 0 0,-1 0 0 0 0,1 0 1 0 0,0 0-1 0 0,0-1 0 0 0,-1 1 0 0 0,1 0 1 0 0,0 0-1 0 0,0-1 0 0 0,-1 1 1 0 0,1 0-1 0 0,0 0 0 0 0,0-1 1 0 0,0 1-1 0 0,0 0 0 0 0,-1 0 1 0 0,1-1-1 0 0,0 1 0 0 0,0 0 0 0 0,0-1 1 0 0,0 1-1 0 0,0 0 0 0 0,0-1 1 0 0,0 1-1 0 0,0 0 0 0 0,0-1 1 0 0,0 1-1 0 0,0 0 0 0 0,0-1 1 0 0,0 1-1 0 0,0-1 0 0 0,10-15 1367 0 0,26-17 380 0 0,-28 26-1553 0 0,15-13-217 0 0,2 1-1 0 0,33-21 0 0 0,-41 30-1326 0 0,0 0 1 0 0,1 2 0 0 0,0 0-1 0 0,33-9 1 0 0,-50 16 1248 0 0,1 1 0 0 0,-1-1-1 0 0,0 1 1 0 0,1 0 0 0 0,-1-1 0 0 0,1 1 0 0 0,-1 0 0 0 0,0 0 0 0 0,1 0 0 0 0,-1 0 0 0 0,1 0 0 0 0,-1 0 0 0 0,1 0 0 0 0,-1 0 0 0 0,0 1 0 0 0,1-1 0 0 0,-1 0 0 0 0,1 1 0 0 0,-1-1 0 0 0,0 1 0 0 0,3 1 0 0 0,-4-1 206 0 0,1 1 1 0 0,-1-1-1 0 0,1 1 1 0 0,-1-1-1 0 0,0 1 1 0 0,0-1-1 0 0,0 0 0 0 0,0 1 1 0 0,0-1-1 0 0,0 1 1 0 0,0-1-1 0 0,0 1 1 0 0,0-1-1 0 0,-1 1 1 0 0,1-1-1 0 0,-1 1 1 0 0,1-1-1 0 0,-1 0 0 0 0,1 1 1 0 0,-2 1-1 0 0,-2 6 605 0 0,0 0-1 0 0,1 1 1 0 0,1-1 0 0 0,0 1-1 0 0,0 0 1 0 0,0 0-1 0 0,1 0 1 0 0,1 12-1 0 0,0-20-714 0 0,0 1 0 0 0,1-1 0 0 0,-1 1 0 0 0,1-1 0 0 0,0 1 0 0 0,0-1 0 0 0,0 1 0 0 0,0-1 1 0 0,0 1-1 0 0,0-1 0 0 0,0 0 0 0 0,1 0 0 0 0,-1 0 0 0 0,1 0 0 0 0,0 0 0 0 0,0 0 0 0 0,0 0 0 0 0,-1 0 0 0 0,2-1 0 0 0,-1 1 0 0 0,0-1 0 0 0,0 0 0 0 0,0 1 0 0 0,1-1 0 0 0,-1 0 0 0 0,0 0 0 0 0,1 0 0 0 0,-1-1 0 0 0,1 1 0 0 0,0-1 0 0 0,-1 1 0 0 0,1-1 0 0 0,-1 0 0 0 0,1 0 0 0 0,-1 0 0 0 0,5-1 0 0 0,-2 1 26 0 0,-1 0 1 0 0,1 0-1 0 0,0-1 0 0 0,-1 0 1 0 0,0 0-1 0 0,1 0 0 0 0,-1 0 1 0 0,0-1-1 0 0,1 1 0 0 0,-1-1 1 0 0,0 0-1 0 0,0-1 0 0 0,0 1 1 0 0,-1-1-1 0 0,1 0 0 0 0,-1 0 1 0 0,1 0-1 0 0,-1 0 0 0 0,0 0 1 0 0,0-1-1 0 0,0 1 0 0 0,-1-1 1 0 0,1 0-1 0 0,-1 0 0 0 0,0 0 1 0 0,0 0-1 0 0,0 0 0 0 0,-1-1 1 0 0,1 1-1 0 0,-1 0 0 0 0,0-1 1 0 0,-1 1-1 0 0,1-1 0 0 0,-1 1 1 0 0,1-1-1 0 0,-1 1 0 0 0,-1-1 1 0 0,1 1-1 0 0,-1-1 0 0 0,1 1 1 0 0,-1-1-1 0 0,-2-5 0 0 0,0 5-20 0 0,1-1-1 0 0,-1 1 1 0 0,0-1-1 0 0,0 1 0 0 0,0 0 1 0 0,-1 0-1 0 0,0 1 1 0 0,0-1-1 0 0,-4-3 1 0 0,5 6-277 0 0,1 0 0 0 0,0 0 1 0 0,-1 1-1 0 0,0-1 0 0 0,1 1 0 0 0,-1 0 1 0 0,0 0-1 0 0,0 0 0 0 0,0 0 1 0 0,1 0-1 0 0,-1 0 0 0 0,-6 0 0 0 0,-3 1-4521 0 0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9:11.02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10594 0 0,'12'44'5427'0'0,"-10"-31"-4290"0"0,8 29-353 0 0,2 1-1 0 0,25 58 1 0 0,-19-63-3542 0 0,24 40-1 0 0,-33-62-2479 0 0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9:11.18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1 258 7370 0 0,'0'-9'311'0'0,"0"0"0"0"0,1 1 0 0 0,0-1 0 0 0,1 0 0 0 0,0 1 1 0 0,0 0-1 0 0,0-1 0 0 0,1 1 0 0 0,1 0 0 0 0,-1 0 0 0 0,1 0 1 0 0,1 1-1 0 0,6-10 0 0 0,-1 3-38 0 0,1 0 0 0 0,0 1 1 0 0,1 0-1 0 0,0 0 0 0 0,25-17 1 0 0,14 0-1180 0 0,-37 25 889 0 0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9:11.9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66 110 3225 0 0,'-15'-38'829'0'0,"10"26"-299"0"0,0 0 0 0 0,-35-36 11269 0 0,62 90-11263 0 0,59 70 652 0 0,-73-102-1367 0 0,0-1 1 0 0,1 0 0 0 0,0 0 0 0 0,1-1 0 0 0,-1 0 0 0 0,2-1-1 0 0,-1 0 1 0 0,23 10 0 0 0,-18-12-4023 0 0,0-3-1325 0 0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9:12.15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 38 6913 0 0,'-2'-1'223'0'0,"1"-1"0"0"0,0 1 0 0 0,-1 0 0 0 0,1-1 0 0 0,0 1 0 0 0,0-1 0 0 0,0 1 0 0 0,0-1 0 0 0,0 0 0 0 0,0 1-1 0 0,1-1 1 0 0,-2-2 0 0 0,2 4-172 0 0,0-1-1 0 0,0 1 1 0 0,-1 0-1 0 0,1-1 1 0 0,0 1-1 0 0,0 0 1 0 0,-1-1 0 0 0,1 1-1 0 0,0 0 1 0 0,0-1-1 0 0,0 1 1 0 0,0 0-1 0 0,0-1 1 0 0,0 1-1 0 0,0-1 1 0 0,0 1-1 0 0,0 0 1 0 0,0-1-1 0 0,0 1 1 0 0,0-1 0 0 0,0 1-1 0 0,0 0 1 0 0,0-1-1 0 0,0 1 1 0 0,0 0-1 0 0,0-1 1 0 0,0 1-1 0 0,1-1 1 0 0,-1 1-1 0 0,0 0 1 0 0,0-1-1 0 0,0 1 1 0 0,1 0 0 0 0,-1 0-1 0 0,0-1 1 0 0,0 1-1 0 0,1 0 1 0 0,-1-1-1 0 0,0 1 1 0 0,1 0-1 0 0,-1 0 1 0 0,0 0-1 0 0,1-1 1 0 0,-1 1-1 0 0,0 0 1 0 0,1 0 0 0 0,-1 0-1 0 0,0 0 1 0 0,1 0-1 0 0,-1 0 1 0 0,1 0-1 0 0,-1-1 1 0 0,0 1-1 0 0,1 0 1 0 0,0 1-1 0 0,23 12-5387 0 0,-16-5 3586 0 0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9:12.4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 1 8754 0 0,'-10'5'6014'0'0,"9"-3"-5753"0"0,7 7 2210 0 0,29 15-2549 0 0,-16-13 1129 0 0,57 53-391 0 0,-20-16-5000 0 0,-43-37-1171 0 0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9:12.65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22 277 4145 0 0,'-1'0'105'0'0,"0"0"0"0"0,0-1 0 0 0,0 1 0 0 0,-1-1 0 0 0,1 0 0 0 0,0 1-1 0 0,0-1 1 0 0,0 0 0 0 0,0 0 0 0 0,0 1 0 0 0,0-1 0 0 0,0 0 0 0 0,1 0 0 0 0,-1 0 0 0 0,0 0 0 0 0,0 0 0 0 0,1 0 0 0 0,-1 0 0 0 0,1-1 0 0 0,-1 1 0 0 0,1 0 0 0 0,-1 0 0 0 0,1 0 0 0 0,0-1-1 0 0,-1 1 1 0 0,1-2 0 0 0,0-1 60 0 0,1 1-1 0 0,-1 0 0 0 0,1 0 0 0 0,0 0 1 0 0,0 0-1 0 0,0 0 0 0 0,0 0 0 0 0,0 0 1 0 0,1 0-1 0 0,2-4 0 0 0,6-8 244 0 0,1 2 1 0 0,0-1-1 0 0,14-11 0 0 0,-23 22-361 0 0,43-39-338 0 0,65-49-1 0 0,-97 81 292 0 0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9:13.0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 26 4145 0 0,'-15'-1'6689'0'0,"15"1"-6474"0"0,-1 16 3141 0 0,14 17-1839 0 0,-10-28-1442 0 0,1 0 0 0 0,-1-1-1 0 0,1 0 1 0 0,0 0 0 0 0,0 0-1 0 0,1 0 1 0 0,-1-1 0 0 0,1 0 0 0 0,0 0-1 0 0,-1 0 1 0 0,1 0 0 0 0,1-1 0 0 0,-1 1-1 0 0,0-1 1 0 0,0-1 0 0 0,1 1-1 0 0,-1-1 1 0 0,1 0 0 0 0,0 0 0 0 0,-1-1-1 0 0,1 1 1 0 0,0-1 0 0 0,-1-1 0 0 0,1 1-1 0 0,0-1 1 0 0,-1 0 0 0 0,1 0-1 0 0,-1 0 1 0 0,7-3 0 0 0,-11 3-105 0 0,0 1 1 0 0,0 0-1 0 0,0-1 0 0 0,0 1 1 0 0,-1-1-1 0 0,1 1 1 0 0,0-1-1 0 0,0 1 0 0 0,-1-1 1 0 0,1 1-1 0 0,0-1 0 0 0,-1 0 1 0 0,1 1-1 0 0,0-1 1 0 0,-1 0-1 0 0,1 1 0 0 0,-1-1 1 0 0,0 0-1 0 0,1 0 0 0 0,-1 0 1 0 0,1 1-1 0 0,-1-1 1 0 0,0 0-1 0 0,0 0 0 0 0,1 0 1 0 0,-1 0-1 0 0,0 0 0 0 0,0 0 1 0 0,0-1-1 0 0,-1-1 18 0 0,0 1 1 0 0,1 0-1 0 0,-1 0 0 0 0,0 0 0 0 0,0 0 0 0 0,0 0 1 0 0,-1 0-1 0 0,1 0 0 0 0,0 0 0 0 0,-1 0 1 0 0,-2-2-1 0 0,-4-4-20 0 0,0 1 1 0 0,0 0-1 0 0,-1 1 0 0 0,-10-6 1 0 0,-37-17-1358 0 0,43 24 605 0 0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9:13.24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9674 0 0,'1'5'618'0'0,"1"1"-1"0"0,-1-1 1 0 0,1 0-1 0 0,0 1 1 0 0,0-1-1 0 0,1 0 1 0 0,-1 0-1 0 0,1 0 1 0 0,4 4-1 0 0,7 15 610 0 0,2 11-335 0 0,35 69 852 0 0,-41-89-3759 0 0,0 0 0 0 0,16 18 0 0 0,-12-17-3866 0 0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9:13.40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1 266 6913 0 0,'1'-2'609'0'0,"2"0"-481"0"0,-1-2-128 0 0,2 0 0 0 0,0 1 464 0 0,2-4 72 0 0,5-1 8 0 0,6-8 8 0 0,6-7 48 0 0,5-4 8 0 0,4-2 0 0 0,1 0 1 0 0,0 0-1522 0 0,-3 1-303 0 0,-3 0-56 0 0,-7 1-8 0 0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4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55 920 0 0,'-3'0'114'0'0,"-1"-1"0"0"0,1 0 1 0 0,0 0-1 0 0,0 0 0 0 0,-1 0 0 0 0,1 0 0 0 0,0-1 0 0 0,0 1 0 0 0,1-1 0 0 0,-1 0 1 0 0,0 0-1 0 0,0 0 0 0 0,1 0 0 0 0,-4-4 0 0 0,3 3-221 0 0,0 1-1 0 0,0-1 1 0 0,0 1 0 0 0,0 0-1 0 0,-1-1 1 0 0,1 2-1 0 0,-1-1 1 0 0,-4-2 0 0 0,-5 3-71 0 0,-7-3 3483 0 0,18 2-2833 0 0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8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1 533 3225 0 0,'-1'-11'6760'0'0,"46"10"-5111"0"0,47 6-1 0 0,41 0-631 0 0,41-9 23 0 0,184-11-100 0 0,-332 12-936 0 0,-1 2-1 0 0,1 1 1 0 0,-1 1-1 0 0,32 5 1 0 0,-36 8-47 0 0,-21-14 155 0 0,5 1-279 0 0,-3-1 169 0 0,-1 0-1 0 0,1 0 1 0 0,-1 0-1 0 0,1-1 1 0 0,-1 1-1 0 0,1 0 1 0 0,-1-1-1 0 0,0 1 1 0 0,1 0-1 0 0,-1-1 1 0 0,1 0-1 0 0,-1 1 1 0 0,0-1-1 0 0,1 0 0 0 0,-1 0 1 0 0,0 0-1 0 0,0 0 1 0 0,0 0-1 0 0,0 0 1 0 0,2-1-1 0 0,0-3-38 0 0,0 1 0 0 0,0 0 0 0 0,-1-1 0 0 0,1 0 0 0 0,-1 0 0 0 0,1-5 0 0 0,16-46-361 0 0,18-87-1 0 0,-30 126 539 0 0,-4 31-116 0 0,-1 30-95 0 0,-4 9 188 0 0,5 82 0 0 0,-1-116 65 0 0,1-1 0 0 0,0 1 0 0 0,2-1 0 0 0,0 0-1 0 0,1 0 1 0 0,1-1 0 0 0,17 33 0 0 0,-14-32-145 0 0,-8-13-32 0 0,0 0 0 0 0,1 0-1 0 0,0-1 1 0 0,-1 1 0 0 0,1-1 0 0 0,1 0-1 0 0,-1 0 1 0 0,7 7 0 0 0,-8-14 7 0 0,1 1 1 0 0,-1-1 0 0 0,0 1-1 0 0,0-1 1 0 0,-1 0 0 0 0,1 0-1 0 0,-1 0 1 0 0,1 0 0 0 0,0-4-1 0 0,14-46-67 0 0,-3-2-1 0 0,-2 1 0 0 0,4-61 0 0 0,-10 64-332 0 0,2 0 0 0 0,3 0-1 0 0,31-94 1 0 0,-41 144 358 0 0,0 0-1 0 0,1 0 1 0 0,-1 0-1 0 0,0 0 1 0 0,1 0-1 0 0,-1 0 1 0 0,1 0-1 0 0,0 0 1 0 0,-1 0 0 0 0,1 0-1 0 0,0 0 1 0 0,-1 0-1 0 0,1 0 1 0 0,0 1-1 0 0,0-1 1 0 0,0 0-1 0 0,1-1 1 0 0,-1 2 21 0 0,-1 1-1 0 0,1-1 1 0 0,-1 0-1 0 0,1 0 1 0 0,-1 0-1 0 0,1 0 1 0 0,-1 1 0 0 0,1-1-1 0 0,-1 0 1 0 0,1 0-1 0 0,-1 1 1 0 0,1-1-1 0 0,-1 0 1 0 0,0 1 0 0 0,1-1-1 0 0,-1 0 1 0 0,0 1-1 0 0,1-1 1 0 0,-1 1 0 0 0,0-1-1 0 0,0 1 1 0 0,1-1-1 0 0,-1 1 1 0 0,0-1-1 0 0,0 1 1 0 0,1 0 0 0 0,11 49 101 0 0,-9-37 51 0 0,1 4 21 0 0,44 158 956 0 0,-40-152-1040 0 0,1 0 1 0 0,1-1 0 0 0,1 0 0 0 0,0 0 0 0 0,21 26 0 0 0,-29-43-76 0 0,1 0 1 0 0,0-1 0 0 0,0 0 0 0 0,0 0 0 0 0,0 0 0 0 0,1 0 0 0 0,0 0 0 0 0,9 5 0 0 0,-13-9-4 0 0,-1-1 0 0 0,1 1 0 0 0,-1 0 0 0 0,1 0 0 0 0,-1 0 0 0 0,1-1 0 0 0,-1 1 0 0 0,1 0 0 0 0,-1-1 0 0 0,1 1-1 0 0,-1 0 1 0 0,0-1 0 0 0,1 1 0 0 0,-1-1 0 0 0,0 1 0 0 0,1-1 0 0 0,-1 1 0 0 0,0-1 0 0 0,1 1 0 0 0,-1-1 0 0 0,0 1 0 0 0,0-1 0 0 0,1 1 0 0 0,-1-1 0 0 0,0 1 0 0 0,0-1 0 0 0,0 1 0 0 0,0-1 0 0 0,0 1 0 0 0,0-1 0 0 0,0 0 0 0 0,0 1 0 0 0,0-2 0 0 0,2-26 77 0 0,-2 21-98 0 0,14-97-326 0 0,5 0 1 0 0,46-149 0 0 0,-55 216 262 0 0,-9 35 67 0 0,7-25-83 0 0,-7 26 96 0 0,-1 1 1 0 0,0-1-1 0 0,0 0 1 0 0,0 0-1 0 0,1 1 0 0 0,-1-1 1 0 0,0 0-1 0 0,0 1 1 0 0,1-1-1 0 0,-1 0 0 0 0,1 1 1 0 0,-1-1-1 0 0,1 1 1 0 0,-1-1-1 0 0,1 0 0 0 0,-1 1 1 0 0,1-1-1 0 0,-1 1 0 0 0,1 0 1 0 0,0-1-1 0 0,-1 1 1 0 0,1-1-1 0 0,0 1 0 0 0,-1 0 1 0 0,1-1-1 0 0,1 1 1 0 0,-1 2-25 0 0,0 0 0 0 0,0 0 0 0 0,0 0 0 0 0,0 0 0 0 0,0 0 0 0 0,0 0 0 0 0,-1 1 0 0 0,1-1 1 0 0,-1 0-1 0 0,1 0 0 0 0,-1 1 0 0 0,0-1 0 0 0,0 0 0 0 0,0 5 0 0 0,0-4-15 0 0,2 101 212 0 0,-1-33-185 0 0,12 86-1 0 0,-10-135 167 0 0,1-1-1 0 0,1-1 0 0 0,1 1 1 0 0,1-1-1 0 0,1 0 1 0 0,0 0-1 0 0,1-1 0 0 0,19 28 1 0 0,-28-46-129 0 0,1 0 1 0 0,-1 0-1 0 0,1 0 1 0 0,0-1-1 0 0,-1 1 1 0 0,1 0 0 0 0,-1 0-1 0 0,1 0 1 0 0,0-1-1 0 0,0 1 1 0 0,0 0-1 0 0,-1-1 1 0 0,1 1 0 0 0,0 0-1 0 0,0-1 1 0 0,0 1-1 0 0,0-1 1 0 0,0 0 0 0 0,0 1-1 0 0,0-1 1 0 0,0 0-1 0 0,0 0 1 0 0,0 1-1 0 0,0-1 1 0 0,1 0 0 0 0,-1-1-19 0 0,0 1 1 0 0,1-1-1 0 0,-1 0 1 0 0,0 1-1 0 0,0-1 1 0 0,-1 0 0 0 0,1 0-1 0 0,0 1 1 0 0,0-1-1 0 0,0 0 1 0 0,0 0-1 0 0,-1 0 1 0 0,1 0 0 0 0,0 0-1 0 0,-1 0 1 0 0,1 0-1 0 0,0-3 1 0 0,3-7-135 0 0,-1 0-1 0 0,0 0 1 0 0,3-16 0 0 0,-6 22 49 0 0,12-94-1061 0 0,-11 76 1071 0 0,1 0 0 0 0,1 0 0 0 0,1 1 0 0 0,0-1 0 0 0,2 1 0 0 0,15-36 0 0 0,-21 58 57 0 0,0 0 1 0 0,0-1-1 0 0,0 1 1 0 0,0-1-1 0 0,0 1 1 0 0,0-1-1 0 0,0 1 1 0 0,1-1-1 0 0,-1 1 1 0 0,0 0-1 0 0,0-1 1 0 0,1 1-1 0 0,-1-1 1 0 0,0 1-1 0 0,0 0 0 0 0,1-1 1 0 0,-1 1-1 0 0,0 0 1 0 0,1-1-1 0 0,-1 1 1 0 0,1 0-1 0 0,-1 0 1 0 0,0-1-1 0 0,1 1 1 0 0,-1 0-1 0 0,1 0 1 0 0,-1 0-1 0 0,1 0 1 0 0,-1 0-1 0 0,0-1 1 0 0,1 1-1 0 0,-1 0 1 0 0,1 0-1 0 0,5 15-36 0 0,-3 24 246 0 0,-4-10 31 0 0,0-20-190 0 0,1 1 1 0 0,-1-1-1 0 0,2 1 1 0 0,-1 0 0 0 0,1-1-1 0 0,1 0 1 0 0,0 1-1 0 0,6 17 1 0 0,-8-26-92 0 0,1-1-1 0 0,0 1 1 0 0,-1 0 0 0 0,1 0-1 0 0,0-1 1 0 0,0 1 0 0 0,0 0-1 0 0,-1-1 1 0 0,1 1 0 0 0,0-1-1 0 0,0 1 1 0 0,0-1 0 0 0,0 1-1 0 0,0-1 1 0 0,0 0-1 0 0,0 1 1 0 0,0-1 0 0 0,0 0-1 0 0,1 0 1 0 0,0 0 0 0 0,29 0-1353 0 0,-16-1 4317 0 0,-10 1-2844 0 0,34 0 266 0 0,46-5 0 0 0,24-2 159 0 0,447-3 359 0 0,-2-40 21 0 0,-303 6-443 0 0,-232 43-427 0 0,-16 1 3 0 0,1 0 0 0 0,-1 0 0 0 0,0 0-1 0 0,1 0 1 0 0,-1 0 0 0 0,0-1 0 0 0,0 1-1 0 0,1-1 1 0 0,-1 0 0 0 0,0 0 0 0 0,0-1-1 0 0,4-1 1 0 0,-20 3 48 0 0,5 2-58 0 0,-37 10-635 0 0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9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24 226 2449 0 0,'2'-1'629'0'0,"5"-8"2353"0"0,-1-21-2336 0 0,-6 28-588 0 0,0 1 1 0 0,1 0 0 0 0,-1-1-1 0 0,0 1 1 0 0,0-1 0 0 0,0 1-1 0 0,0-1 1 0 0,-1 1 0 0 0,1 0-1 0 0,0-1 1 0 0,0 1 0 0 0,-1 0-1 0 0,1-1 1 0 0,-1 1 0 0 0,0 0-1 0 0,1-1 1 0 0,-1 1 0 0 0,0 0-1 0 0,0 0 1 0 0,1 0 0 0 0,-1 0-1 0 0,0-1 1 0 0,-2 0 0 0 0,3 2-54 0 0,-1 0-1 0 0,1 0 1 0 0,0 0 0 0 0,-1 0 0 0 0,1-1 0 0 0,0 1-1 0 0,-1 0 1 0 0,1 0 0 0 0,0 0 0 0 0,-1 1 0 0 0,1-1-1 0 0,-1 0 1 0 0,1 0 0 0 0,0 0 0 0 0,-1 0 0 0 0,1 0-1 0 0,0 0 1 0 0,-1 0 0 0 0,1 1 0 0 0,0-1 0 0 0,0 0-1 0 0,-1 0 1 0 0,1 0 0 0 0,0 1 0 0 0,0-1 0 0 0,-1 0-1 0 0,1 0 1 0 0,0 1 0 0 0,0-1 0 0 0,-1 0 0 0 0,1 0-1 0 0,0 1 1 0 0,0 0 0 0 0,-8 17 266 0 0,3 7 95 0 0,3-16-179 0 0,1 0 0 0 0,0 1 1 0 0,0-1-1 0 0,1 0 0 0 0,0 1 1 0 0,1-1-1 0 0,0 0 0 0 0,1 0 0 0 0,0 0 1 0 0,0 0-1 0 0,1 0 0 0 0,4 12 0 0 0,-5-18-108 0 0,-1 0-1 0 0,1 0 0 0 0,0 0 0 0 0,0 0 1 0 0,0 0-1 0 0,0 0 0 0 0,1 0 1 0 0,-1-1-1 0 0,1 1 0 0 0,0-1 0 0 0,0 0 1 0 0,0 0-1 0 0,0 0 0 0 0,0 0 0 0 0,0 0 1 0 0,0 0-1 0 0,0-1 0 0 0,1 0 0 0 0,-1 0 1 0 0,1 0-1 0 0,-1 0 0 0 0,1 0 0 0 0,-1-1 1 0 0,1 1-1 0 0,0-1 0 0 0,-1 0 0 0 0,1 0 1 0 0,-1 0-1 0 0,1-1 0 0 0,0 1 0 0 0,-1-1 1 0 0,6-2-1 0 0,-3 1-50 0 0,1-1 0 0 0,-1 0 0 0 0,0 0 1 0 0,0 0-1 0 0,0-1 0 0 0,0 0 0 0 0,-1 0 0 0 0,0-1 0 0 0,1 1 0 0 0,-2-1 1 0 0,1 0-1 0 0,0-1 0 0 0,-1 1 0 0 0,5-9 0 0 0,-1 1-140 0 0,-1 0 1 0 0,0 0-1 0 0,-1 0 0 0 0,-1-1 1 0 0,7-24-1 0 0,-9 22-180 0 0,0-1 0 0 0,-1 1 1 0 0,1-28-1 0 0,-3 36 106 0 0,-1 0 1 0 0,1 0 0 0 0,-2 0-1 0 0,1 0 1 0 0,-1 0 0 0 0,0 0-1 0 0,0 1 1 0 0,-1-1 0 0 0,-5-11-1 0 0,7 18 163 0 0,0 0-1 0 0,0-1 1 0 0,0 1-1 0 0,0 0 1 0 0,0 0-1 0 0,0-1 0 0 0,-1 1 1 0 0,1 0-1 0 0,0 0 1 0 0,0 0-1 0 0,-1 0 1 0 0,1 1-1 0 0,-1-1 1 0 0,1 0-1 0 0,-1 1 1 0 0,1-1-1 0 0,-1 0 0 0 0,1 1 1 0 0,-1 0-1 0 0,1-1 1 0 0,-1 1-1 0 0,-1 0 1 0 0,-1 0 40 0 0,0 0 0 0 0,0 1 0 0 0,0-1 0 0 0,0 1 0 0 0,0 0 0 0 0,1 0 1 0 0,-1 0-1 0 0,0 1 0 0 0,-3 1 0 0 0,-1 2 12 0 0,0-1-1 0 0,0 1 1 0 0,1 0 0 0 0,0 0 0 0 0,0 1 0 0 0,0 0-1 0 0,-8 11 1 0 0,10-10 22 0 0,1 0-1 0 0,0 1 1 0 0,1 0 0 0 0,0 0-1 0 0,0 0 1 0 0,1 0 0 0 0,0 1-1 0 0,0-1 1 0 0,1 1-1 0 0,0-1 1 0 0,0 11 0 0 0,1 2 106 0 0,1 0-1 0 0,0 0 1 0 0,6 28 0 0 0,-6-44-133 0 0,0-1-1 0 0,0 1 1 0 0,0-1 0 0 0,1 1-1 0 0,0-1 1 0 0,0 1 0 0 0,0-1-1 0 0,0 0 1 0 0,0 0 0 0 0,1 0-1 0 0,4 5 1 0 0,-5-7 9 0 0,0-1 1 0 0,-1 0-1 0 0,1 0 1 0 0,0 0-1 0 0,0 0 0 0 0,0 0 1 0 0,0 0-1 0 0,-1-1 1 0 0,1 1-1 0 0,0-1 0 0 0,0 1 1 0 0,0-1-1 0 0,1 0 1 0 0,-1 1-1 0 0,0-1 0 0 0,0 0 1 0 0,0-1-1 0 0,0 1 1 0 0,0 0-1 0 0,0 0 0 0 0,0-1 1 0 0,0 1-1 0 0,0-1 0 0 0,0 0 1 0 0,0 0-1 0 0,0 0 1 0 0,-1 0-1 0 0,3-1 0 0 0,4-3 32 0 0,1 0-1 0 0,-2 0 1 0 0,1-1 0 0 0,-1 0-1 0 0,0-1 1 0 0,0 1-1 0 0,0-1 1 0 0,-1-1-1 0 0,-1 1 1 0 0,7-10-1 0 0,-6 8-397 0 0,-1-1 0 0 0,0 0 0 0 0,0 0 0 0 0,-1 0 0 0 0,0 0 0 0 0,-1-1 0 0 0,0 1 0 0 0,0-1 0 0 0,-1 0 0 0 0,-1 0-1 0 0,0 0 1 0 0,0 0 0 0 0,-1 0 0 0 0,-2-11 0 0 0,2 21 316 0 0,0-1 0 0 0,0 1 0 0 0,-1 0 0 0 0,1 0 0 0 0,-1 0 0 0 0,1 0 1 0 0,-1 0-1 0 0,1 0 0 0 0,-1 0 0 0 0,1 1 0 0 0,-1-1 0 0 0,0 0 0 0 0,1 0 0 0 0,-1 0 0 0 0,0 1 0 0 0,0-1 0 0 0,0 0 0 0 0,1 1 0 0 0,-1-1 0 0 0,0 0 0 0 0,0 1 0 0 0,0-1 0 0 0,0 1 0 0 0,0 0 0 0 0,0-1 0 0 0,0 1 0 0 0,0 0 0 0 0,-1 0 0 0 0,0-1 1 0 0,-1 1-9 0 0,1 0 0 0 0,-1 0 1 0 0,0 0-1 0 0,1 0 0 0 0,-1 1 1 0 0,1-1-1 0 0,-1 1 1 0 0,1 0-1 0 0,-1-1 0 0 0,1 1 1 0 0,-5 2-1 0 0,-1 2-2781 0 0</inkml:trace>
</inkml:ink>
</file>

<file path=ppt/ink/ink2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1 0 6241 0 0</inkml:trace>
</inkml:ink>
</file>

<file path=ppt/ink/ink2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38 5065 0 0,'-7'10'194'0'0,"0"1"0"0"0,1 0 0 0 0,0 0 0 0 0,1 0 0 0 0,0 0 0 0 0,1 1 0 0 0,1 0 0 0 0,-1 0 0 0 0,2 0 0 0 0,0 0 1 0 0,0 0-1 0 0,1 1 0 0 0,1-1 0 0 0,0 1 0 0 0,2 17 0 0 0,-2-28-158 0 0,0 1 0 0 0,1-1 1 0 0,-1 0-1 0 0,1 0 0 0 0,-1 0 1 0 0,1 0-1 0 0,0 0 0 0 0,-1-1 1 0 0,1 1-1 0 0,0 0 0 0 0,0 0 1 0 0,1 0-1 0 0,-1-1 0 0 0,0 1 1 0 0,0-1-1 0 0,1 1 0 0 0,-1-1 1 0 0,1 1-1 0 0,0-1 0 0 0,-1 0 1 0 0,1 0-1 0 0,0 1 0 0 0,0-2 1 0 0,-1 1-1 0 0,1 0 0 0 0,0 0 1 0 0,0 0-1 0 0,0-1 0 0 0,0 1 1 0 0,0-1-1 0 0,0 0 0 0 0,4 1 1 0 0,-3-1 86 0 0,0-1 1 0 0,1 0 0 0 0,-1 1 0 0 0,0-1-1 0 0,0 0 1 0 0,0 0 0 0 0,0-1-1 0 0,0 1 1 0 0,0-1 0 0 0,0 1-1 0 0,0-1 1 0 0,0 0 0 0 0,-1 0-1 0 0,1-1 1 0 0,-1 1 0 0 0,1 0-1 0 0,-1-1 1 0 0,0 1 0 0 0,3-5 0 0 0,4-7-54 0 0,-1 0 0 0 0,-1 0 0 0 0,0-1 0 0 0,-1 0 1 0 0,7-25-1 0 0,-11 33-359 0 0,0-1 1 0 0,0 0 0 0 0,-1 0-1 0 0,0 0 1 0 0,-1 0-1 0 0,0 0 1 0 0,0 0-1 0 0,-1 0 1 0 0,0 0 0 0 0,0 0-1 0 0,-1 0 1 0 0,0 1-1 0 0,-4-11 1 0 0,6 17 282 0 0,-1 0 0 0 0,1 0-1 0 0,-1-1 1 0 0,1 1 0 0 0,-1 0 0 0 0,1 0 0 0 0,-1 0 0 0 0,0 0 0 0 0,1 0 0 0 0,-1 0-1 0 0,0 0 1 0 0,0 1 0 0 0,0-1 0 0 0,0 0 0 0 0,0 0 0 0 0,0 1 0 0 0,0-1 0 0 0,0 0 0 0 0,0 1-1 0 0,0-1 1 0 0,0 1 0 0 0,-1 0 0 0 0,1-1 0 0 0,0 1 0 0 0,0 0 0 0 0,-2-1 0 0 0,1 2 27 0 0,0-1 0 0 0,0 1 1 0 0,0-1-1 0 0,0 1 0 0 0,0 0 1 0 0,0 0-1 0 0,0 0 0 0 0,0 0 1 0 0,0 0-1 0 0,0 0 0 0 0,1 0 0 0 0,-1 0 1 0 0,-2 3-1 0 0,-3 3 83 0 0,1 0-1 0 0,0 0 0 0 0,1 0 1 0 0,0 0-1 0 0,0 1 1 0 0,-4 9-1 0 0,4-7 182 0 0,1 1-1 0 0,0 0 1 0 0,-3 22 0 0 0,6-31-193 0 0,0 0 0 0 0,1 1 0 0 0,0-1 0 0 0,-1 0 0 0 0,1 0 0 0 0,0 1 0 0 0,0-1 0 0 0,0 0 0 0 0,0 0 1 0 0,1 1-1 0 0,-1-1 0 0 0,1 0 0 0 0,-1 0 0 0 0,1 0 0 0 0,0 0 0 0 0,0 0 0 0 0,0 1 0 0 0,0-1 0 0 0,0-1 0 0 0,0 1 0 0 0,1 0 1 0 0,-1 0-1 0 0,0 0 0 0 0,1-1 0 0 0,0 1 0 0 0,-1-1 0 0 0,4 3 0 0 0,-4-4-47 0 0,-1 1 0 0 0,1-1 0 0 0,0 0-1 0 0,0 1 1 0 0,0-1 0 0 0,0 0 0 0 0,0 0 0 0 0,0 1-1 0 0,0-1 1 0 0,0 0 0 0 0,0 0 0 0 0,0 0 0 0 0,0 0-1 0 0,0 0 1 0 0,0 0 0 0 0,0-1 0 0 0,0 1 0 0 0,0 0 0 0 0,0-1-1 0 0,0 1 1 0 0,0 0 0 0 0,0-1 0 0 0,0 1 0 0 0,1-2-1 0 0,0 0-34 0 0,0 1-1 0 0,0-1 0 0 0,0 0 1 0 0,0 0-1 0 0,-1-1 0 0 0,1 1 0 0 0,-1 0 1 0 0,0 0-1 0 0,2-5 0 0 0,2-5-391 0 0,-1-1-1 0 0,5-26 0 0 0,-8 34 250 0 0,1-2-8 0 0,-1 0 1 0 0,0 1-1 0 0,-1-1 0 0 0,0 1 1 0 0,0-9-1 0 0,0 14 128 0 0,0 1-1 0 0,0 0 0 0 0,0-1 1 0 0,0 1-1 0 0,0-1 1 0 0,0 1-1 0 0,-1-1 0 0 0,1 1 1 0 0,0-1-1 0 0,0 1 1 0 0,0 0-1 0 0,-1-1 0 0 0,1 1 1 0 0,0-1-1 0 0,0 1 1 0 0,-1 0-1 0 0,1-1 1 0 0,0 1-1 0 0,-1 0 0 0 0,1-1 1 0 0,0 1-1 0 0,-1 0 1 0 0,1 0-1 0 0,0-1 0 0 0,-1 1 1 0 0,1 0-1 0 0,-1 0 1 0 0,1 0-1 0 0,-1-1 0 0 0,0 1 1 0 0,0 0-17 0 0,0 1 1 0 0,-1-1-1 0 0,1 1 0 0 0,-1-1 1 0 0,1 1-1 0 0,0 0 0 0 0,-1-1 1 0 0,1 1-1 0 0,0 0 1 0 0,0 0-1 0 0,-1 0 0 0 0,1 0 1 0 0,0 0-1 0 0,-2 2 0 0 0,-1 2-73 0 0,0 0 0 0 0,0 0 0 0 0,0 0 0 0 0,0 0 0 0 0,1 1 0 0 0,0-1 0 0 0,0 1 0 0 0,0 0 0 0 0,1 0 0 0 0,0 0 0 0 0,0 0 0 0 0,-1 9 0 0 0,1 0-210 0 0</inkml:trace>
</inkml:ink>
</file>

<file path=ppt/ink/ink2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1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1 386 5529 0 0,'0'0'31'0'0,"1"1"0"0"0,-1-1 0 0 0,1 0 0 0 0,-1 1-1 0 0,1-1 1 0 0,0 0 0 0 0,-1 1 0 0 0,1-1 0 0 0,-1 0 0 0 0,1 1 0 0 0,0-1-1 0 0,-1 0 1 0 0,1 0 0 0 0,0 0 0 0 0,-1 0 0 0 0,1 0 0 0 0,0 0 0 0 0,-1 0-1 0 0,1 0 1 0 0,0 0 0 0 0,-1 0 0 0 0,1 0 0 0 0,0 0 0 0 0,25-2 162 0 0,-20 1 43 0 0,72-3 2188 0 0,104 7 1 0 0,144 11-113 0 0,-211-11-2014 0 0,28 0-179 0 0,236 18-180 0 0,-350-19 81 0 0,0-1 0 0 0,0-1-1 0 0,51-8 1 0 0,32 0 75 0 0,-108 8-60 0 0,-1 0 0 0 0,1 0 1 0 0,0 0-1 0 0,-1-1 0 0 0,1 1 1 0 0,0-1-1 0 0,-1 0 0 0 0,1 0 1 0 0,0 0-1 0 0,-1 0 0 0 0,0-1 1 0 0,1 1-1 0 0,-1-1 1 0 0,0 0-1 0 0,5-3 0 0 0,-4 4 633 0 0,-34 0 0 0 0,30 0-668 0 0,2-14 57 0 0,0 0-1 0 0,0 1 0 0 0,8-21 0 0 0,2-17 96 0 0,-8 27-138 0 0,-1-1 66 0 0,12-39 0 0 0,-14 59-173 0 0,1 0 0 0 0,1-1 0 0 0,-1 1 0 0 0,1 0-1 0 0,0 0 1 0 0,1 1 0 0 0,-1-1 0 0 0,1 1 0 0 0,0-1 0 0 0,1 1 0 0 0,5-5 0 0 0,-10 9 83 0 0,1 1 1 0 0,-1 0-1 0 0,0 0 1 0 0,0 0 0 0 0,0-1-1 0 0,0 1 1 0 0,1 0-1 0 0,-1 0 1 0 0,0 0-1 0 0,0 0 1 0 0,1-1-1 0 0,-1 1 1 0 0,0 0 0 0 0,0 0-1 0 0,0 0 1 0 0,1 0-1 0 0,-1 0 1 0 0,0 0-1 0 0,0 0 1 0 0,1 0-1 0 0,-1 0 1 0 0,0 0 0 0 0,0 0-1 0 0,1 0 1 0 0,-1 0-1 0 0,0 0 1 0 0,0 0-1 0 0,1 0 1 0 0,-1 0 0 0 0,0 0-1 0 0,0 0 1 0 0,1 0-1 0 0,-1 0 1 0 0,0 0-1 0 0,0 1 1 0 0,1-1-1 0 0,-1 0 1 0 0,0 0 0 0 0,0 0-1 0 0,0 0 1 0 0,1 1-1 0 0,-1-1 1 0 0,0 0-1 0 0,0 0 1 0 0,0 0-1 0 0,0 1 1 0 0,1-1 0 0 0,2 19 21 0 0,-6 29 416 0 0,3-42-414 0 0,-4 37 130 0 0,5 83 0 0 0,0-112-148 0 0,0 0 0 0 0,1-1 0 0 0,1 1 0 0 0,0-1 1 0 0,1 1-1 0 0,0-1 0 0 0,1 0 0 0 0,1-1 0 0 0,0 1 0 0 0,9 13 0 0 0,-14-25 6 0 0,-1 0-1 0 0,1 0 0 0 0,0 1 0 0 0,0-1 1 0 0,0 0-1 0 0,0 0 0 0 0,0 0 0 0 0,0 0 1 0 0,0 0-1 0 0,0 0 0 0 0,1-1 0 0 0,-1 1 0 0 0,0 0 1 0 0,0 0-1 0 0,1-1 0 0 0,-1 1 0 0 0,1-1 1 0 0,-1 1-1 0 0,0-1 0 0 0,1 0 0 0 0,-1 0 1 0 0,1 1-1 0 0,-1-1 0 0 0,1 0 0 0 0,1 0 1 0 0,-1-1-3 0 0,0 0 0 0 0,0 0 0 0 0,1 0 0 0 0,-1 0 0 0 0,0 0 0 0 0,0-1 0 0 0,0 1 0 0 0,0 0 0 0 0,0-1 0 0 0,-1 0 0 0 0,1 1 0 0 0,0-1 0 0 0,2-3 0 0 0,4-8-134 0 0,1 0 1 0 0,-2-1-1 0 0,11-23 1 0 0,-16 32 32 0 0,17-47-689 0 0,21-83 1 0 0,-26 82 592 0 0,33-85 1 0 0,-47 138 205 0 0,0-1 0 0 0,0 1 1 0 0,0 0-1 0 0,0-1 1 0 0,1 1-1 0 0,-1-1 0 0 0,0 1 1 0 0,0 0-1 0 0,0-1 1 0 0,0 1-1 0 0,1 0 1 0 0,-1-1-1 0 0,0 1 0 0 0,0 0 1 0 0,1-1-1 0 0,-1 1 1 0 0,0 0-1 0 0,0 0 0 0 0,1-1 1 0 0,-1 1-1 0 0,0 0 1 0 0,1 0-1 0 0,-1-1 1 0 0,1 1-1 0 0,-1 0 0 0 0,0 0 1 0 0,1 0-1 0 0,-1 0 1 0 0,1 0-1 0 0,-1 0 0 0 0,0 0 1 0 0,1-1-1 0 0,-1 1 1 0 0,1 0-1 0 0,-1 0 1 0 0,0 1-1 0 0,1-1 0 0 0,10 14 355 0 0,2 24 248 0 0,1 64-28 0 0,2 14-336 0 0,-13-102-226 0 0,1 0-1 0 0,0 0 0 0 0,1-1 1 0 0,0 1-1 0 0,14 23 0 0 0,-18-35-16 0 0,0 0-1 0 0,0-1 1 0 0,0 1-1 0 0,1 0 1 0 0,-1 0-1 0 0,0 0 0 0 0,1-1 1 0 0,0 1-1 0 0,-1-1 1 0 0,1 1-1 0 0,0-1 1 0 0,0 0-1 0 0,-1 0 0 0 0,1 0 1 0 0,0 0-1 0 0,0 0 1 0 0,0 0-1 0 0,1 0 1 0 0,2 0-1 0 0,-3-1 6 0 0,0 0 0 0 0,1 0 0 0 0,-1 0 0 0 0,0-1 0 0 0,0 1-1 0 0,0-1 1 0 0,0 0 0 0 0,0 1 0 0 0,0-1 0 0 0,0 0 0 0 0,0 0 0 0 0,0 0 0 0 0,-1 0 0 0 0,1-1 0 0 0,0 1-1 0 0,2-3 1 0 0,3-3 23 0 0,0-1-1 0 0,0-1 1 0 0,-1 1-1 0 0,0-1 1 0 0,0 0-1 0 0,7-18 0 0 0,27-81-113 0 0,-30 77 21 0 0,1 0 0 0 0,2 1 1 0 0,23-42-1 0 0,-35 70 31 0 0,0 0 0 0 0,1 0 0 0 0,-1 0 0 0 0,1 0 0 0 0,-1 0 0 0 0,1 0 1 0 0,-1 1-1 0 0,1-1 0 0 0,0 0 0 0 0,0 1 0 0 0,0 0 0 0 0,0-1 0 0 0,0 1 0 0 0,0 0 0 0 0,0 0 0 0 0,3-1 0 0 0,-4 2 21 0 0,0 0 0 0 0,-1 0-1 0 0,1 0 1 0 0,-1 0-1 0 0,1 0 1 0 0,-1 0 0 0 0,1 1-1 0 0,-1-1 1 0 0,1 0 0 0 0,0 0-1 0 0,-1 0 1 0 0,1 0 0 0 0,-1 1-1 0 0,1-1 1 0 0,-1 0-1 0 0,1 0 1 0 0,-1 1 0 0 0,0-1-1 0 0,1 0 1 0 0,-1 1 0 0 0,1-1-1 0 0,-1 1 1 0 0,0-1 0 0 0,1 1-1 0 0,-1 0 1 0 0,1 0 12 0 0,0 1 0 0 0,0 0 0 0 0,-1 0 0 0 0,1 0 1 0 0,0 0-1 0 0,-1 0 0 0 0,0 0 0 0 0,0 0 0 0 0,1-1 0 0 0,-1 5 1 0 0,-3 90 681 0 0,1 58 107 0 0,3-135-696 0 0,1-1-1 0 0,1 1 1 0 0,1-1 0 0 0,1 0-1 0 0,0 0 1 0 0,10 21 0 0 0,-15-38-72 0 0,0 0 0 0 0,0 0 0 0 0,0-1 0 0 0,1 1 0 0 0,-1 0 1 0 0,1 0-1 0 0,-1 0 0 0 0,0 0 0 0 0,1-1 0 0 0,-1 1 0 0 0,1 0 0 0 0,0-1 1 0 0,-1 1-1 0 0,1 0 0 0 0,0-1 0 0 0,-1 1 0 0 0,1-1 0 0 0,0 1 0 0 0,-1-1 1 0 0,1 1-1 0 0,0-1 0 0 0,0 1 0 0 0,1-1 0 0 0,-1 0-22 0 0,0 0 0 0 0,-1-1 0 0 0,1 1 0 0 0,0-1-1 0 0,0 1 1 0 0,-1-1 0 0 0,1 1 0 0 0,-1-1 0 0 0,1 0 0 0 0,-1 1-1 0 0,1-1 1 0 0,-1 0 0 0 0,1 1 0 0 0,-1-1 0 0 0,1 0 0 0 0,-1 0-1 0 0,0 1 1 0 0,1-1 0 0 0,-1 0 0 0 0,0-1 0 0 0,13-56-662 0 0,-12 47 494 0 0,5-25-527 0 0,-1 1 235 0 0,2 0 0 0 0,1 0 0 0 0,1 1 0 0 0,2 0 0 0 0,19-40 0 0 0,-30 73 437 0 0,0 0 0 0 0,1 0-1 0 0,-1 0 1 0 0,1 0 0 0 0,-1 0 0 0 0,1 1 0 0 0,-1-1 0 0 0,1 0-1 0 0,-1 0 1 0 0,1 0 0 0 0,0 1 0 0 0,0-1 0 0 0,-1 0 0 0 0,1 1-1 0 0,0-1 1 0 0,0 1 0 0 0,0-1 0 0 0,0 1 0 0 0,-1-1 0 0 0,1 1-1 0 0,2-1 1 0 0,-3 1 9 0 0,1 0-1 0 0,0 1 0 0 0,-1-1 1 0 0,1 0-1 0 0,-1 1 0 0 0,1-1 1 0 0,-1 1-1 0 0,1-1 0 0 0,-1 1 0 0 0,1-1 1 0 0,-1 1-1 0 0,1-1 0 0 0,-1 1 1 0 0,0 0-1 0 0,1-1 0 0 0,-1 1 1 0 0,0-1-1 0 0,0 1 0 0 0,1 0 1 0 0,-1-1-1 0 0,0 1 0 0 0,0 1 1 0 0,6 44 290 0 0,-7 3 145 0 0,0-11-1527 0 0,5 40-1 0 0,-3-63-3031 0 0</inkml:trace>
</inkml:ink>
</file>

<file path=ppt/ink/ink2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2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64 150 3225 0 0,'-8'3'403'0'0,"-27"9"-2222"0"0,34-12 1804 0 0,0 1 0 0 0,0-1-1 0 0,0 0 1 0 0,-1 1 0 0 0,1 0-1 0 0,0-1 1 0 0,0 1 0 0 0,0 0 0 0 0,0 0-1 0 0,0-1 1 0 0,0 1 0 0 0,0 0-1 0 0,1 0 1 0 0,-1 0 0 0 0,0 0-1 0 0,0 0 1 0 0,1 0 0 0 0,-1 0-1 0 0,0 1 1 0 0,1-1 0 0 0,-1 2-1 0 0,1-2 170 0 0,1-1 0 0 0,-1 1 0 0 0,1 0-1 0 0,-1-1 1 0 0,1 1 0 0 0,0 0 0 0 0,-1-1 0 0 0,1 1-1 0 0,0-1 1 0 0,0 1 0 0 0,-1-1 0 0 0,1 1 0 0 0,0-1-1 0 0,0 1 1 0 0,0-1 0 0 0,-1 0 0 0 0,1 0-1 0 0,0 1 1 0 0,0-1 0 0 0,0 0 0 0 0,0 0 0 0 0,0 0-1 0 0,0 0 1 0 0,0 0 0 0 0,-1 0 0 0 0,3 0-1 0 0,24-1 2390 0 0,349-45 4372 0 0,191 22-3304 0 0,62-34-2103 0 0,-123 4-520 0 0,-465 52-1417 0 0,87-8-5676 0 0</inkml:trace>
</inkml:ink>
</file>

<file path=ppt/ink/ink2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3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20 6449 0 0,'-1'-2'9'0'0,"0"1"1"0"0,0 0-1 0 0,0-1 0 0 0,0 1 0 0 0,-1 0 0 0 0,1 0 0 0 0,0 0 0 0 0,0 0 0 0 0,-1 0 0 0 0,1 0 0 0 0,-1 0 0 0 0,1 0 0 0 0,-1 0 0 0 0,1 1 0 0 0,-1-1 0 0 0,1 1 0 0 0,-1-1 0 0 0,0 1 1 0 0,1-1-1 0 0,-1 1 0 0 0,0 0 0 0 0,1 0 0 0 0,-1 0 0 0 0,0 0 0 0 0,1 0 0 0 0,-1 0 0 0 0,0 1 0 0 0,1-1 0 0 0,-4 1 0 0 0,3 0 80 0 0,1-1-1 0 0,-1 1 1 0 0,0-1-1 0 0,0 1 1 0 0,1-1 0 0 0,-1 1-1 0 0,1 0 1 0 0,-1 0-1 0 0,1 0 1 0 0,-1 0-1 0 0,1 0 1 0 0,0 0-1 0 0,-1 0 1 0 0,1 0-1 0 0,0 1 1 0 0,0-1 0 0 0,0 1-1 0 0,0-1 1 0 0,0 1-1 0 0,0-1 1 0 0,0 1-1 0 0,0-1 1 0 0,1 1-1 0 0,-1 0 1 0 0,0-1 0 0 0,1 1-1 0 0,-1 2 1 0 0,2-1 166 0 0,0 1 1 0 0,1-1 0 0 0,-1 1-1 0 0,1-1 1 0 0,-1 1 0 0 0,1-1-1 0 0,0 0 1 0 0,0 0 0 0 0,1 0 0 0 0,-1 0-1 0 0,1 0 1 0 0,-1 0 0 0 0,1-1-1 0 0,0 1 1 0 0,4 2 0 0 0,19 22 534 0 0,-21-19-706 0 0,-1-1 0 0 0,0 1 0 0 0,-1 0 0 0 0,0 0 0 0 0,0 0 0 0 0,-1 0 0 0 0,0 0 0 0 0,0 1 0 0 0,0 10 0 0 0,0 10 38 0 0,-4 42 0 0 0,0-5 54 0 0,28 273 633 0 0,-7-131-260 0 0,-22 54-189 0 0,0-2 36 0 0,8-215 12 0 0,13 50-1 0 0,-3-19 318 0 0,-15-68-495 0 0,0-8-247 0 0,0-1 0 0 0,0 1 0 0 0,0 0 0 0 0,0 0-1 0 0,0 0 1 0 0,1 0 0 0 0,-1 0 0 0 0,0 0 0 0 0,0 0 0 0 0,0 0 0 0 0,0 0 0 0 0,0 0 0 0 0,0 0 0 0 0,0 0 0 0 0,1 0 0 0 0,-1 0 0 0 0,0 0-1 0 0,0 0 1 0 0,0 0 0 0 0,0 0 0 0 0,0 0 0 0 0,0 0 0 0 0,0 0 0 0 0,0 0 0 0 0,1 0 0 0 0,-1 0 0 0 0,0 0 0 0 0,0 0 0 0 0,0 0 0 0 0,0 0 0 0 0,0 0-1 0 0,0 1 1 0 0,0-1 0 0 0,0 0 0 0 0,1 0 0 0 0,-1 0 0 0 0,0 0 0 0 0,0 0 0 0 0,0 0 0 0 0,0 0 0 0 0,0 0 0 0 0,0 0 0 0 0,0 0 0 0 0,0 1 0 0 0,0-1-1 0 0,0 0 1 0 0,0 0 0 0 0,0 0 0 0 0,0 0 0 0 0,0 0 0 0 0,0 0 0 0 0,0 0 0 0 0,0 1 0 0 0,0-1 0 0 0,0 0 0 0 0,0 0 0 0 0,0 0 0 0 0,0 0 0 0 0,0 0-1 0 0,0 0 1 0 0,0 0 0 0 0,0 1 0 0 0,0-1 0 0 0,0 0 0 0 0,0 0 0 0 0,0 0 0 0 0,0 0 0 0 0,0 0 0 0 0</inkml:trace>
</inkml:ink>
</file>

<file path=ppt/ink/ink2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4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53 2304 0 0,'-3'-6'396'0'0,"0"1"-1"0"0,0 0 0 0 0,0 0 0 0 0,-1 0 0 0 0,1 0 0 0 0,-1 1 0 0 0,-1-1 0 0 0,-7-6 0 0 0,12 11-364 0 0,-1 0 1 0 0,1 0-1 0 0,0 0 1 0 0,-1-1-1 0 0,1 1 1 0 0,-1 0-1 0 0,1 0 1 0 0,0 0-1 0 0,-1 0 1 0 0,1 0-1 0 0,-1 0 1 0 0,1 0-1 0 0,0 0 1 0 0,-1 0-1 0 0,1 0 1 0 0,0 0-1 0 0,-1 0 1 0 0,1 0-1 0 0,-1 0 1 0 0,1 1-1 0 0,0-1 1 0 0,-1 0-1 0 0,1 0 1 0 0,0 0-1 0 0,-1 0 1 0 0,1 1-1 0 0,0-1 1 0 0,-1 0-1 0 0,1 0 1 0 0,0 1-1 0 0,0-1 1 0 0,-1 0-1 0 0,1 1 0 0 0,0-1 1 0 0,0 0-1 0 0,0 1 1 0 0,-1-1-1 0 0,1 0 1 0 0,0 1-1 0 0,0-1 1 0 0,0 0-1 0 0,0 1 1 0 0,0-1-1 0 0,0 0 1 0 0,-1 1-1 0 0,1-1 1 0 0,0 1-1 0 0,0-1 1 0 0,0 1-1 0 0,0 0 8 0 0,0 0-1 0 0,0 0 0 0 0,0 0 0 0 0,-1 0 0 0 0,1 0 1 0 0,0 0-1 0 0,0 0 0 0 0,0 0 0 0 0,1 0 1 0 0,-1 0-1 0 0,0 0 0 0 0,0 0 0 0 0,0 0 1 0 0,1 0-1 0 0,-1 0 0 0 0,0-1 0 0 0,1 1 1 0 0,-1 0-1 0 0,1 0 0 0 0,-1 0 0 0 0,1 0 1 0 0,0 0-1 0 0,15 9 664 0 0,0-1 1 0 0,0 0 0 0 0,1-2-1 0 0,0 0 1 0 0,22 6-1 0 0,-9-3-222 0 0,2 0-3 0 0,2-1-1 0 0,-1-2 0 0 0,1-2 0 0 0,64 3 0 0 0,-93-8-464 0 0,34 4 277 0 0,-38-4-284 0 0,0 0-1 0 0,0 0 0 0 0,0 0 1 0 0,0 0-1 0 0,0 1 0 0 0,0-1 0 0 0,0 0 1 0 0,0 1-1 0 0,0-1 0 0 0,0 1 1 0 0,0-1-1 0 0,0 1 0 0 0,0-1 0 0 0,0 1 1 0 0,0-1-1 0 0,0 1 0 0 0,0 0 1 0 0,-1 0-1 0 0,1-1 0 0 0,0 1 0 0 0,-1 0 1 0 0,1 0-1 0 0,0 0 0 0 0,-1 0 1 0 0,1 0-1 0 0,-1 0 0 0 0,1 2 0 0 0,-1-2-25 0 0,-1 1 0 0 0,1 0-1 0 0,-1-1 1 0 0,1 1-1 0 0,-1 0 1 0 0,0-1-1 0 0,0 1 1 0 0,1-1 0 0 0,-1 1-1 0 0,0-1 1 0 0,-1 0-1 0 0,1 1 1 0 0,0-1 0 0 0,0 0-1 0 0,-1 0 1 0 0,1 0-1 0 0,-2 2 1 0 0,-30 18-625 0 0,22-14 472 0 0,-46 26 304 0 0,-2-3 1 0 0,-93 35-1 0 0,-12 5-253 0 0,146-61-165 0 0,1 0 1 0 0,1 1 0 0 0,0 1-1 0 0,0 1 1 0 0,-22 21-1 0 0,37-33 288 0 0,0 1 0 0 0,0 0 0 0 0,0-1 0 0 0,1 1-1 0 0,-1 0 1 0 0,0 0 0 0 0,1 0 0 0 0,-1-1-1 0 0,1 1 1 0 0,-1 0 0 0 0,1 0 0 0 0,-1 0-1 0 0,1 0 1 0 0,-1 0 0 0 0,1 0 0 0 0,0 0-1 0 0,0 0 1 0 0,-1 0 0 0 0,1 0 0 0 0,0 0-1 0 0,0 0 1 0 0,0 1 0 0 0,0-1 0 0 0,0 0 0 0 0,0 0-1 0 0,1 1 1 0 0,0 0 4 0 0,0-1-1 0 0,0 1 1 0 0,0-1 0 0 0,0 0 0 0 0,0 0-1 0 0,1 1 1 0 0,-1-1 0 0 0,0 0-1 0 0,1 0 1 0 0,-1 0 0 0 0,1 0 0 0 0,-1-1-1 0 0,1 1 1 0 0,2 1 0 0 0,7 1-88 0 0,0 0 1 0 0,1 0 0 0 0,17 2-1 0 0,103 0 1331 0 0,-17-2-631 0 0,-57-1-553 0 0,-44-3-25 0 0,0 1-1 0 0,0 1 0 0 0,-1 0 1 0 0,1 1-1 0 0,-1 0 0 0 0,20 6 1 0 0,-32-7-41 0 0,-1-1 0 0 0,1 0 0 0 0,0 1 0 0 0,0-1 0 0 0,0 0 0 0 0,-1 1 0 0 0,1-1 0 0 0,0 1 0 0 0,-1-1 0 0 0,1 1 0 0 0,0 0 0 0 0,-1-1 0 0 0,1 1 0 0 0,0 0 0 0 0,-1-1 0 0 0,1 1 0 0 0,-1 0 0 0 0,0 0 0 0 0,1 0 0 0 0,-1-1 0 0 0,0 1 0 0 0,1 0 0 0 0,-1 0 0 0 0,0 0 0 0 0,0 0 0 0 0,0 0 0 0 0,1-1 0 0 0,-1 1 0 0 0,-1 2 0 0 0,1 0-37 0 0,-1 0 0 0 0,0 0-1 0 0,0 0 1 0 0,0 0 0 0 0,0 0 0 0 0,0 0 0 0 0,-1-1 0 0 0,1 1 0 0 0,-3 3 0 0 0,-5 6-148 0 0,0-1 1 0 0,-19 18-1 0 0,-159 136-239 0 0,178-157 684 0 0,4-4-489 0 0,1-1-1 0 0,0 0 1 0 0,0 1 0 0 0,1 0-1 0 0,-1 0 1 0 0,-5 8 0 0 0,9-12 189 0 0,0 1 0 0 0,0-1 1 0 0,0 1-1 0 0,-1-1 0 0 0,1 0 0 0 0,0 1 1 0 0,0-1-1 0 0,0 1 0 0 0,0-1 1 0 0,0 1-1 0 0,0-1 0 0 0,0 1 1 0 0,0-1-1 0 0,0 1 0 0 0,0-1 0 0 0,0 1 1 0 0,0-1-1 0 0,1 1 0 0 0,-1-1 1 0 0,0 0-1 0 0,0 1 0 0 0,0-1 1 0 0,1 1-1 0 0,-1-1 0 0 0,0 0 0 0 0,0 1 1 0 0,1-1-1 0 0,-1 1 0 0 0,1 0 1 0 0,1 0-26 0 0,0 0 1 0 0,0 0-1 0 0,0 0 1 0 0,0 0-1 0 0,0-1 1 0 0,0 1-1 0 0,1 0 1 0 0,-1-1-1 0 0,0 1 1 0 0,4-1 0 0 0,61 6 212 0 0,-48-6-20 0 0,0 1 1 0 0,-1 1 0 0 0,0 1 0 0 0,0 0-1 0 0,0 2 1 0 0,0 0 0 0 0,24 10-1 0 0,-42-15-122 0 0,1 1-1 0 0,0-1 1 0 0,-1 0-1 0 0,1 1 0 0 0,-1-1 1 0 0,1 0-1 0 0,0 1 1 0 0,-1-1-1 0 0,1 1 1 0 0,-1-1-1 0 0,0 1 0 0 0,1-1 1 0 0,-1 1-1 0 0,1-1 1 0 0,-1 1-1 0 0,0-1 0 0 0,1 1 1 0 0,-1 0-1 0 0,0-1 1 0 0,1 1-1 0 0,-1 0 0 0 0,0-1 1 0 0,0 1-1 0 0,0 0 1 0 0,0-1-1 0 0,0 1 0 0 0,0 0 1 0 0,0-1-1 0 0,0 1 1 0 0,0 0-1 0 0,0-1 1 0 0,0 2-1 0 0,-1 1 94 0 0,0-1 1 0 0,0 0-1 0 0,0 1 0 0 0,-1-1 1 0 0,1 0-1 0 0,-1 0 0 0 0,1 0 1 0 0,-1 0-1 0 0,-2 3 0 0 0,-46 33 815 0 0,50-38-931 0 0,-19 13 20 0 0,8-8 11 0 0,2 1-1 0 0,-1 1 1 0 0,0 0 0 0 0,1 0-1 0 0,1 1 1 0 0,-1 0 0 0 0,1 0-1 0 0,1 1 1 0 0,-11 15 0 0 0,17-24-33 0 0,1 1 0 0 0,0 0 0 0 0,-1-1 0 0 0,1 1 0 0 0,0 0 0 0 0,-1 0 0 0 0,1 0 0 0 0,0-1 1 0 0,0 1-1 0 0,-1 0 0 0 0,1 0 0 0 0,0 0 0 0 0,0-1 0 0 0,0 1 0 0 0,0 0 0 0 0,0 0 0 0 0,0 0 0 0 0,1-1 0 0 0,-1 1 0 0 0,0 0 0 0 0,0 0 0 0 0,1 0 1 0 0,-1-1-1 0 0,0 1 0 0 0,1 0 0 0 0,-1 0 0 0 0,1 0 0 0 0,0 0-77 0 0,0 0 0 0 0,1 0 0 0 0,-1 0 0 0 0,0 0 1 0 0,1-1-1 0 0,-1 1 0 0 0,0 0 0 0 0,1-1 0 0 0,-1 1 0 0 0,1-1 0 0 0,-1 0 1 0 0,1 1-1 0 0,1-1 0 0 0,5 1-368 0 0,0-1 1 0 0,0 0-1 0 0,-1 0 1 0 0,12-3 0 0 0,0 2 236 0 0,0 0 0 0 0,0 2 0 0 0,-1 0 0 0 0,1 1 0 0 0,29 6 0 0 0,-45-7 183 0 0,14 2-13 0 0,-11-3 60 0 0</inkml:trace>
</inkml:ink>
</file>

<file path=ppt/ink/ink2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5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2 1840 0 0,'-3'0'210'0'0,"1"-1"0"0"0,0 1-1 0 0,0 0 1 0 0,0 0 0 0 0,-1-1-1 0 0,1 1 1 0 0,0 1 0 0 0,0-1-1 0 0,-1 0 1 0 0,1 0 0 0 0,0 1-1 0 0,0 0 1 0 0,0-1 0 0 0,0 1-1 0 0,0 0 1 0 0,0 0 0 0 0,0 0-1 0 0,0 0 1 0 0,0 0 0 0 0,0 0-1 0 0,0 1 1 0 0,1-1 0 0 0,-1 1-1 0 0,0-1 1 0 0,1 1 0 0 0,-1 0-1 0 0,1 0 1 0 0,0-1-1 0 0,0 1 1 0 0,-1 0 0 0 0,1 0-1 0 0,0 0 1 0 0,-1 4 0 0 0,-1 2 620 0 0,0 1 0 0 0,0-1 0 0 0,0 1 0 0 0,1-1 0 0 0,0 1 0 0 0,1 0 0 0 0,-1 14 0 0 0,-13 159 1549 0 0,-1 2-2080 0 0,35 76 413 0 0,-2-37-43 0 0,-16-196-551 0 0,-2 0 0 0 0,-5 32 0 0 0,5-50-29 0 0,-1 1 1 0 0,0-1-1 0 0,-1 0 1 0 0,1 0-1 0 0,-2 0 1 0 0,1-1-1 0 0,-2 1 1 0 0,1-1-1 0 0,-11 15 0 0 0,14-22-101 0 0,0 1-1 0 0,0-1 0 0 0,0 0 0 0 0,0 0 0 0 0,0 0 0 0 0,0 0 1 0 0,-1 0-1 0 0,1 0 0 0 0,0 0 0 0 0,-1 0 0 0 0,1 0 0 0 0,0-1 0 0 0,-1 1 1 0 0,-1 0-1 0 0,-8-4-3361 0 0</inkml:trace>
</inkml:ink>
</file>

<file path=ppt/ink/ink2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6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0 453 6793 0 0,'0'0'507'0'0,"21"-8"1538"0"0,24-1-1222 0 0,0 2-1 0 0,0 2 1 0 0,48 1 0 0 0,146 13 1006 0 0,-25-1-1639 0 0,204 23 1708 0 0,-389-28-1958 0 0,49-3-1 0 0,-57-2 1 0 0,0 2 0 0 0,0 1 0 0 0,0 0 0 0 0,41 9-1 0 0,-52-5-164 0 0,-10-4 207 0 0,0-1 0 0 0,1 1-1 0 0,-1-1 1 0 0,1 1 0 0 0,-1-1-1 0 0,0 0 1 0 0,1 1-1 0 0,-1-1 1 0 0,1 0 0 0 0,-1 0-1 0 0,1 1 1 0 0,-1-1-1 0 0,1 0 1 0 0,-1 0 0 0 0,1 0-1 0 0,-1 1 1 0 0,1-1 0 0 0,-1 0-1 0 0,1 0 1 0 0,-1 0-1 0 0,1 0 1 0 0,0 0 0 0 0,-1 0-1 0 0,1 0 1 0 0,-1 0 0 0 0,1 0-1 0 0,-1-1 1 0 0,1 1-1 0 0,-1 0 1 0 0,1 0 0 0 0,-1 0-1 0 0,1-1 1 0 0,-1 1 0 0 0,1 0-1 0 0,-1 0 1 0 0,1-1-1 0 0,-1 1 1 0 0,1 0 0 0 0,0-1-1 0 0,7-7-208 0 0,0 1 0 0 0,1 0-1 0 0,18-11 1 0 0,-17 12 80 0 0,0 0 0 0 0,-1 0 0 0 0,0-1 0 0 0,-1-1-1 0 0,0 1 1 0 0,8-10 0 0 0,17-29-135 0 0,-2-2 0 0 0,36-77-1 0 0,-61 113 355 0 0,0 2-1 0 0,1-1 0 0 0,12-15 1 0 0,-17 24-51 0 0,1-1 0 0 0,-1 1 0 0 0,1-1 0 0 0,-1 1 0 0 0,1 0 0 0 0,0 0 0 0 0,0 0 0 0 0,4-2 0 0 0,-6 4 2 0 0,1 0 0 0 0,-1-1 0 0 0,0 1 0 0 0,0 0 1 0 0,1-1-1 0 0,-1 1 0 0 0,0 0 0 0 0,0 0 0 0 0,1 0 0 0 0,-1 0 0 0 0,0 0 1 0 0,1 0-1 0 0,-1 1 0 0 0,0-1 0 0 0,0 0 0 0 0,1 1 0 0 0,-1-1 0 0 0,0 1 1 0 0,0-1-1 0 0,0 1 0 0 0,0-1 0 0 0,2 2 0 0 0,-1 0 53 0 0,-1-1-1 0 0,1 1 0 0 0,0 0 1 0 0,-1 0-1 0 0,1 0 0 0 0,-1 0 1 0 0,0 1-1 0 0,0-1 0 0 0,0 0 1 0 0,0 0-1 0 0,0 1 0 0 0,1 4 1 0 0,5 35 641 0 0,-4-23-373 0 0,-1-4-142 0 0,1 1 1 0 0,1-1 0 0 0,1 0-1 0 0,0-1 1 0 0,0 1 0 0 0,1-1 0 0 0,1 0-1 0 0,1 0 1 0 0,0-1 0 0 0,1 0-1 0 0,0 0 1 0 0,0-1 0 0 0,2 0 0 0 0,-1-1-1 0 0,16 12 1 0 0,-24-22-164 0 0,-1 1-1 0 0,1-1 1 0 0,0 0-1 0 0,0 0 1 0 0,-1 0 0 0 0,1-1-1 0 0,0 1 1 0 0,0 0 0 0 0,0-1-1 0 0,0 1 1 0 0,0-1-1 0 0,0 1 1 0 0,0-1 0 0 0,0 0-1 0 0,0 0 1 0 0,0 0-1 0 0,0 0 1 0 0,0 0 0 0 0,0-1-1 0 0,-1 1 1 0 0,4-1 0 0 0,-2-1-32 0 0,0 1 1 0 0,1-1 0 0 0,-1 0-1 0 0,0 0 1 0 0,0 0 0 0 0,0-1-1 0 0,-1 1 1 0 0,1-1 0 0 0,0 1-1 0 0,3-7 1 0 0,5-6-213 0 0,-2-1 0 0 0,0 0-1 0 0,12-30 1 0 0,-17 37 101 0 0,8-20-279 0 0,-3 5 230 0 0,1 0-1 0 0,1 0 1 0 0,1 1-1 0 0,1 0 1 0 0,1 1-1 0 0,27-31 1 0 0,-40 52 148 0 0,0-1 1 0 0,0 1-1 0 0,0 0 1 0 0,0 0 0 0 0,1-1-1 0 0,-1 1 1 0 0,0 0-1 0 0,1 0 1 0 0,-1 0-1 0 0,0 0 1 0 0,1 1 0 0 0,0-1-1 0 0,-1 0 1 0 0,1 1-1 0 0,-1-1 1 0 0,1 1 0 0 0,0-1-1 0 0,-1 1 1 0 0,1 0-1 0 0,0-1 1 0 0,-1 1-1 0 0,1 0 1 0 0,0 0 0 0 0,0 1-1 0 0,-1-1 1 0 0,1 0-1 0 0,0 0 1 0 0,-1 1-1 0 0,1-1 1 0 0,0 1 0 0 0,-1-1-1 0 0,1 1 1 0 0,-1 0-1 0 0,1 0 1 0 0,-1 0 0 0 0,1 0-1 0 0,-1 0 1 0 0,0 0-1 0 0,1 0 1 0 0,-1 0-1 0 0,0 0 1 0 0,0 1 0 0 0,0-1-1 0 0,2 2 1 0 0,4 9 202 0 0,0 0 0 0 0,0 0 0 0 0,-2 0 0 0 0,9 24 1 0 0,-4-11 85 0 0,40 73 33 0 0,7 19-262 0 0,-57-123 11 0 0,0 1 0 0 0,0 0-1 0 0,1-1 1 0 0,-1 1 0 0 0,1 0 0 0 0,0 0 0 0 0,3-6-1 0 0,14-56-1146 0 0,-14 56 1045 0 0,2-11-181 0 0,7-24-99 0 0,2 1 0 0 0,1 1 0 0 0,23-43 0 0 0,-38 85 269 0 0,0 1 1 0 0,0-1-1 0 0,-1 1 1 0 0,1-1 0 0 0,1 1-1 0 0,-1-1 1 0 0,0 1 0 0 0,0-1-1 0 0,0 1 1 0 0,1 0 0 0 0,-1 0-1 0 0,0 0 1 0 0,1-1-1 0 0,0 1 1 0 0,-1 1 0 0 0,1-1-1 0 0,-1 0 1 0 0,1 0 0 0 0,0 1-1 0 0,0-1 1 0 0,-1 1-1 0 0,1-1 1 0 0,0 1 0 0 0,3-1-1 0 0,-3 2 32 0 0,0-1-1 0 0,-1 1 1 0 0,1 0 0 0 0,0-1-1 0 0,-1 1 1 0 0,1 0-1 0 0,-1 0 1 0 0,1 0-1 0 0,-1 0 1 0 0,0 0 0 0 0,1 1-1 0 0,-1-1 1 0 0,0 0-1 0 0,0 1 1 0 0,0-1-1 0 0,0 1 1 0 0,0-1 0 0 0,0 1-1 0 0,0-1 1 0 0,0 1-1 0 0,-1 0 1 0 0,1-1-1 0 0,0 1 1 0 0,-1 0 0 0 0,1 1-1 0 0,61 307 2672 0 0,-52-248-2571 0 0,-8-44-58 0 0,-2-14-22 0 0,0 0 0 0 0,0 0-1 0 0,1 0 1 0 0,0 0-1 0 0,-1 0 1 0 0,3 5 0 0 0</inkml:trace>
</inkml:ink>
</file>

<file path=ppt/ink/ink2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7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0 186 9674 0 0,'4'-3'240'0'0,"0"0"0"0"0,0 1 0 0 0,0-1 0 0 0,1 1 0 0 0,-1 0 0 0 0,7-2 0 0 0,-7 2-130 0 0,39-16 249 0 0,1 3-1 0 0,86-20 1 0 0,97 2 2383 0 0,61 25 339 0 0,-9 0-1473 0 0,-224 4-1539 0 0,101-13-1386 0 0,-123 12-1539 0 0,34-11 0 0 0,-52 11-2009 0 0</inkml:trace>
</inkml:ink>
</file>

<file path=ppt/ink/ink2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2761 0 0,'5'124'7080'0'0,"0"61"-5198"0"0,4 143 350 0 0,-1 37-432 0 0,-11-315-1608 0 0,3 0 0 0 0,2 1 0 0 0,16 97 1 0 0,-13-131-1856 0 0</inkml:trace>
</inkml:ink>
</file>

<file path=ppt/ink/ink2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0 6913 0 0,'-3'2'-119'0'0,"-1"0"0"0"0,1 1-1 0 0,-1-1 1 0 0,1 1 0 0 0,0-1-1 0 0,-1 1 1 0 0,2 0-1 0 0,-1 0 1 0 0,0 1 0 0 0,-4 5-1 0 0,7-8 53 0 0,0 0-1 0 0,-1 0 0 0 0,1-1 1 0 0,-1 1-1 0 0,1 0 1 0 0,0 0-1 0 0,0 0 1 0 0,-1 0-1 0 0,1 0 1 0 0,0 0-1 0 0,0 0 0 0 0,0 0 1 0 0,0 0-1 0 0,0 0 1 0 0,0 0-1 0 0,0 0 1 0 0,1 0-1 0 0,-1 0 1 0 0,1 2-1 0 0,0-2 123 0 0,-1 0 0 0 0,1 0-1 0 0,0 0 1 0 0,1 1 0 0 0,-1-1 0 0 0,0 0-1 0 0,0-1 1 0 0,0 1 0 0 0,1 0 0 0 0,-1 0-1 0 0,0 0 1 0 0,1-1 0 0 0,-1 1-1 0 0,0-1 1 0 0,1 1 0 0 0,-1-1 0 0 0,3 1-1 0 0,16 2 570 0 0,0 0 0 0 0,0-2-1 0 0,0 0 1 0 0,0-1-1 0 0,23-4 1 0 0,7 1 514 0 0,-14 2-202 0 0,-1-1-522 0 0,45 4 1 0 0,-71-2-479 0 0,0 2-1 0 0,0-1 1 0 0,0 1 0 0 0,0 0-1 0 0,-1 1 1 0 0,1 0 0 0 0,-1 0 0 0 0,1 1-1 0 0,-1 0 1 0 0,9 6 0 0 0,-16-9 38 0 0,0 0 0 0 0,1 0 0 0 0,-1 0 0 0 0,0 0 0 0 0,0 0 0 0 0,0 0 0 0 0,1 1 0 0 0,-1-1 0 0 0,0 0 0 0 0,-1 1 0 0 0,1-1 0 0 0,0 1 0 0 0,0-1 0 0 0,-1 1 0 0 0,1 0 0 0 0,-1-1 0 0 0,1 1 0 0 0,-1-1 0 0 0,0 1 0 0 0,1 0 0 0 0,-1 0 0 0 0,0-1 0 0 0,0 4 0 0 0,-1-1 1 0 0,0 0-1 0 0,0-1 0 0 0,0 1 0 0 0,-1-1 1 0 0,1 1-1 0 0,-1-1 0 0 0,0 1 0 0 0,0-1 1 0 0,0 0-1 0 0,-4 4 0 0 0,-5 5 32 0 0,0 0 1 0 0,-2 0-1 0 0,-23 17 0 0 0,-40 20 734 0 0,56-38-539 0 0,1 1 0 0 0,0 0 0 0 0,1 2-1 0 0,0 0 1 0 0,-29 31 0 0 0,46-44-201 0 0,0 0 0 0 0,1-1 1 0 0,-1 1-1 0 0,0-1 0 0 0,1 1 1 0 0,-1 0-1 0 0,1 0 1 0 0,-1-1-1 0 0,1 1 0 0 0,0 0 1 0 0,-1 0-1 0 0,1 0 0 0 0,0 0 1 0 0,-1-1-1 0 0,1 1 1 0 0,0 0-1 0 0,0 0 0 0 0,0 0 1 0 0,0 0-1 0 0,0 0 0 0 0,0 0 1 0 0,0 0-1 0 0,0 0 0 0 0,0-1 1 0 0,0 2-1 0 0,1-1-19 0 0,0 0 0 0 0,0-1 0 0 0,-1 1 0 0 0,1 0 0 0 0,0-1 0 0 0,0 1 0 0 0,0-1 1 0 0,0 1-1 0 0,0-1 0 0 0,0 0 0 0 0,0 1 0 0 0,0-1 0 0 0,0 0 0 0 0,0 0 0 0 0,0 0 0 0 0,0 0 0 0 0,0 0 0 0 0,1 0 0 0 0,10 0-235 0 0,1-1 0 0 0,20-5 0 0 0,-26 5 240 0 0,14-3-105 0 0,-13 2 267 0 0,0 0 1 0 0,0 0-1 0 0,0 1 0 0 0,0 0 0 0 0,0 1 0 0 0,12 0 1 0 0,-20 1-132 0 0,0-1 1 0 0,1 0 0 0 0,-1 0-1 0 0,0 1 1 0 0,0-1 0 0 0,1 0-1 0 0,-1 1 1 0 0,0-1 0 0 0,0 0-1 0 0,0 1 1 0 0,1-1 0 0 0,-1 0-1 0 0,0 1 1 0 0,0-1 0 0 0,0 1-1 0 0,0-1 1 0 0,0 0 0 0 0,0 1 0 0 0,0-1-1 0 0,0 1 1 0 0,0-1 0 0 0,0 0-1 0 0,0 1 1 0 0,0-1 0 0 0,0 1-1 0 0,0-1 1 0 0,0 0 0 0 0,0 1-1 0 0,-1-1 1 0 0,1 0 0 0 0,0 1-1 0 0,0-1 1 0 0,0 0 0 0 0,-1 1-1 0 0,1-1 1 0 0,0 0 0 0 0,0 1-1 0 0,-1-1 1 0 0,1 0 0 0 0,0 0-1 0 0,0 1 1 0 0,-1-1 0 0 0,1 0 0 0 0,0 0-1 0 0,-1 0 1 0 0,0 1 0 0 0,-13 15 235 0 0,-55 40-391 0 0,-18 16-150 0 0,79-64 337 0 0,0 0 0 0 0,0 1-1 0 0,1 0 1 0 0,0 1 0 0 0,0-1-1 0 0,1 1 1 0 0,-5 13 0 0 0,9-20-52 0 0,1-1 1 0 0,0 1-1 0 0,0-1 0 0 0,0 1 1 0 0,0-1-1 0 0,1 1 0 0 0,-1 0 1 0 0,1-1-1 0 0,0 1 1 0 0,0 0-1 0 0,0-1 0 0 0,0 1 1 0 0,0 0-1 0 0,0-1 0 0 0,1 1 1 0 0,-1 0-1 0 0,1-1 1 0 0,0 1-1 0 0,-1 0 0 0 0,1-1 1 0 0,2 4-1 0 0,-1-4-37 0 0,0 0 0 0 0,0 0 0 0 0,0 0-1 0 0,1-1 1 0 0,-1 1 0 0 0,0-1 0 0 0,1 1 0 0 0,-1-1-1 0 0,1 0 1 0 0,-1 0 0 0 0,1 0 0 0 0,0 0 0 0 0,0 0 0 0 0,-1 0-1 0 0,1-1 1 0 0,0 0 0 0 0,0 1 0 0 0,0-1 0 0 0,-1 0-1 0 0,4-1 1 0 0,44 0-276 0 0,-27-1 549 0 0,-1 2-1 0 0,0 0 0 0 0,32 5 0 0 0,-48-4-248 0 0,0 0 1 0 0,0 1-1 0 0,0-1 0 0 0,-1 1 1 0 0,1 1-1 0 0,-1-1 0 0 0,1 1 1 0 0,-1 0-1 0 0,0 0 0 0 0,0 0 1 0 0,0 1-1 0 0,-1 0 0 0 0,1 0 1 0 0,-1 0-1 0 0,0 0 0 0 0,0 1 1 0 0,5 7-1 0 0,-8-11-54 0 0,0 0 1 0 0,-1 1-1 0 0,1-1 1 0 0,0 0-1 0 0,-1 0 1 0 0,1 0-1 0 0,-1 0 1 0 0,1 1-1 0 0,-1-1 1 0 0,0 0-1 0 0,1 0 1 0 0,-1 1-1 0 0,0-1 1 0 0,0 0-1 0 0,0 1 1 0 0,0-1-1 0 0,0 0 1 0 0,0 0-1 0 0,0 1 1 0 0,0-1-1 0 0,-1 0 1 0 0,1 1-1 0 0,-1-1 1 0 0,1 0-1 0 0,-1 0 0 0 0,1 0 1 0 0,-1 1-1 0 0,1-1 1 0 0,-1 0-1 0 0,0 0 1 0 0,0 0-1 0 0,0 0 1 0 0,1 0-1 0 0,-1 0 1 0 0,0 0-1 0 0,0-1 1 0 0,0 1-1 0 0,-3 1 1 0 0</inkml:trace>
</inkml:ink>
</file>

<file path=ppt/ink/ink2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9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 8754 0 0,'0'0'30'0'0,"-1"0"0"0"0,1 0 0 0 0,-1 0 0 0 0,1 0 1 0 0,0 0-1 0 0,-1 0 0 0 0,1 0 0 0 0,0 0 0 0 0,-1 0 0 0 0,1 0 1 0 0,-1 0-1 0 0,1 0 0 0 0,0 0 0 0 0,-1 0 0 0 0,1 0 0 0 0,0 1 0 0 0,-1-1 1 0 0,1 0-1 0 0,0 0 0 0 0,-1 0 0 0 0,1 0 0 0 0,0 1 0 0 0,-1-1 1 0 0,1 0-1 0 0,0 1 0 0 0,0-1 0 0 0,-1 0 0 0 0,1 1 0 0 0,-4 4 129 0 0,6-1 584 0 0,1 9 291 0 0,0-1 0 0 0,0 0 1 0 0,-1 0-1 0 0,0 26 0 0 0,6 284 1221 0 0,7-106-1483 0 0,1 26-407 0 0,-30 233 1408 0 0,13-466-1717 0 0,0-1 1 0 0,-1 1-1 0 0,1-1 1 0 0,-5 13-1 0 0,4-15-44 0 0,0 0-1 0 0,0 0 1 0 0,1 0-1 0 0,-1 1 1 0 0,2-1 0 0 0,-1 1-1 0 0,1-1 1 0 0,0 13 0 0 0,1-18-56 0 0,-1 0 0 0 0,0 1 0 0 0,0-1 0 0 0,1 0 0 0 0,-1 0 1 0 0,1 0-1 0 0,-1 0 0 0 0,1 0 0 0 0,-1 0 0 0 0,1 0 1 0 0,0 0-1 0 0,-1 0 0 0 0,1-1 0 0 0,0 1 0 0 0,0 0 0 0 0,1 1 1 0 0,3 2-1018 0 0,-5-3 1037 0 0,0-1 77 0 0,0 2-48 0 0,1-1-1 0 0,0 1 1 0 0,0-1-1 0 0,-1 1 1 0 0,1-1 0 0 0,0 0-1 0 0,0 1 1 0 0,0-1-1 0 0,0 0 1 0 0,0 0 0 0 0,1 0-1 0 0,0 1 1 0 0,0 0-1 0 0,4 7-78 0 0,-1 0 0 0 0,0 1-1 0 0,-1-1 1 0 0,0 1 0 0 0,0 0-1 0 0,3 15 1 0 0,-3-11 274 0 0,-2-4 37 0 0,1 0-1 0 0,-2 1 0 0 0,1-1 1 0 0,-1 16-1 0 0,-3 9-2404 0 0,-5 37-1 0 0,0-16-725 0 0,6-32 2221 0 0,2-12 102 0 0</inkml:trace>
</inkml:ink>
</file>

<file path=ppt/ink/ink2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1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4 466 7370 0 0,'0'1'25'0'0,"0"-1"1"0"0,0 0 0 0 0,0 0 0 0 0,-1 0 0 0 0,1 0 0 0 0,0 0 0 0 0,0 0 0 0 0,0 0-1 0 0,0 0 1 0 0,0 0 0 0 0,0 0 0 0 0,0 0 0 0 0,-1-1 0 0 0,1 1 0 0 0,0 0 0 0 0,0 0 0 0 0,0 0-1 0 0,0 0 1 0 0,0 0 0 0 0,0 0 0 0 0,0 0 0 0 0,0 0 0 0 0,-1 0 0 0 0,1 0 0 0 0,0 0-1 0 0,0 0 1 0 0,0 0 0 0 0,0-1 0 0 0,0 1 0 0 0,0 0 0 0 0,0 0 0 0 0,0 0 0 0 0,0 0-1 0 0,0 0 1 0 0,0 0 0 0 0,0 0 0 0 0,0 0 0 0 0,0-1 0 0 0,0 1 0 0 0,0 0 0 0 0,0 0-1 0 0,0 0 1 0 0,0 0 0 0 0,0 0 0 0 0,0 0 0 0 0,0 0 0 0 0,0-1 0 0 0,0 1 0 0 0,0 0 0 0 0,0 0-1 0 0,0 0 1 0 0,0 0 0 0 0,0 0 0 0 0,0 0 0 0 0,0 0 0 0 0,0-1 0 0 0,0 1 0 0 0,0 0-1 0 0,0 0 1 0 0,0 0 0 0 0,1 0 0 0 0,14-7-27 0 0,17 3 629 0 0,1 2 1 0 0,0 1 0 0 0,39 3-1 0 0,31 1 1352 0 0,53-9 312 0 0,210 1-274 0 0,-266 7-1736 0 0,0-5-1 0 0,151-24 0 0 0,-240 25-347 0 0,0 0-23 0 0,1 0 1 0 0,0 0-1 0 0,0 1 1 0 0,0 0-1 0 0,0 1 1 0 0,0 0-1 0 0,0 1 1 0 0,20 5-1 0 0,-31-6 31 0 0,-1 0 0 0 0,1 0 0 0 0,-1 0-1 0 0,0 0 1 0 0,1 1 0 0 0,-1-1-1 0 0,1 0 1 0 0,-1 0 0 0 0,1 1-1 0 0,-1-1 1 0 0,0 0 0 0 0,1 1-1 0 0,-1-1 1 0 0,0 0 0 0 0,1 1-1 0 0,-1-1 1 0 0,0 1 0 0 0,1-1-1 0 0,-1 0 1 0 0,0 1 0 0 0,0-1-1 0 0,0 1 1 0 0,1-1 0 0 0,-1 1 0 0 0,0-1-1 0 0,0 1 1 0 0,0-1 0 0 0,0 1-1 0 0,0-1 1 0 0,0 1 0 0 0,0-1-1 0 0,0 1 1 0 0,0-1 0 0 0,0 1-1 0 0,0-1 1 0 0,0 1 0 0 0,-10 16-2727 0 0,10-10 6036 0 0,41-16-2789 0 0,1 2 0 0 0,57-2 0 0 0,88 6 1752 0 0,-130 4-1949 0 0,21 2-337 0 0,-68-6-331 0 0,-17-4-371 0 0,6 7 723 0 0,-1-1-1 0 0,1 0 1 0 0,0 1 0 0 0,0-1 0 0 0,0 0-1 0 0,0 0 1 0 0,1 0 0 0 0,-1 0 0 0 0,0 0-1 0 0,0 0 1 0 0,1 0 0 0 0,-1 0 0 0 0,0 0 0 0 0,1 0-1 0 0,-1 0 1 0 0,0-2 0 0 0,5-53 42 0 0,2 0 1 0 0,3 0 0 0 0,21-72-1 0 0,-30 126 26 0 0,1 0-1 0 0,-1 0 1 0 0,1 0-1 0 0,0 0 0 0 0,-1 0 1 0 0,1 0-1 0 0,0 0 1 0 0,0 1-1 0 0,0-1 0 0 0,0 0 1 0 0,0 0-1 0 0,3-2 1 0 0,-4 4-22 0 0,0 0 1 0 0,1 0-1 0 0,-1 0 1 0 0,0 0-1 0 0,0 0 1 0 0,0 0-1 0 0,1 0 1 0 0,-1 0 0 0 0,0 0-1 0 0,0 0 1 0 0,0 0-1 0 0,1 0 1 0 0,-1 0-1 0 0,0 0 1 0 0,0 0-1 0 0,0 0 1 0 0,1 0 0 0 0,-1 0-1 0 0,0 0 1 0 0,0 0-1 0 0,0 0 1 0 0,0 1-1 0 0,1-1 1 0 0,-1 0-1 0 0,0 0 1 0 0,0 0 0 0 0,0 0-1 0 0,0 0 1 0 0,1 1-1 0 0,-1-1 1 0 0,0 0-1 0 0,0 0 1 0 0,0 0-1 0 0,0 0 1 0 0,0 1 0 0 0,0-1-1 0 0,0 0 1 0 0,6 19-187 0 0,7 128 693 0 0,-10-92-167 0 0,2-1 1 0 0,14 61-1 0 0,-15-99-319 0 0,0-1 0 0 0,1 0 0 0 0,1 0 0 0 0,0 0 0 0 0,12 18 0 0 0,-18-32-13 0 0,0-1-1 0 0,1 0 1 0 0,-1 0-1 0 0,0 1 1 0 0,0-1-1 0 0,0 0 1 0 0,1 0-1 0 0,-1 1 1 0 0,0-1 0 0 0,0 0-1 0 0,1 0 1 0 0,-1 0-1 0 0,0 1 1 0 0,0-1-1 0 0,1 0 1 0 0,-1 0-1 0 0,0 0 1 0 0,0 0-1 0 0,1 0 1 0 0,-1 0-1 0 0,0 0 1 0 0,1 0 0 0 0,-1 0-1 0 0,0 0 1 0 0,1 0-1 0 0,-1 0 1 0 0,0 0-1 0 0,1 0 1 0 0,-1 0-1 0 0,0 0 1 0 0,1 0-1 0 0,-1 0 1 0 0,0 0-1 0 0,0 0 1 0 0,1 0 0 0 0,-1-1-1 0 0,11-11 211 0 0,3-18 154 0 0,-14 29-365 0 0,60-203-513 0 0,-8 18-111 0 0,-45 167 579 0 0,19-49 1 0 0,-23 62-6 0 0,0 0 1 0 0,0 0-1 0 0,0 1 1 0 0,1-1-1 0 0,0 1 1 0 0,0 0-1 0 0,1 0 1 0 0,6-7 0 0 0,-10 12 39 0 0,-1 0-1 0 0,1-1 1 0 0,-1 1 0 0 0,1-1 0 0 0,-1 1 0 0 0,1 0 0 0 0,0-1 0 0 0,-1 1 0 0 0,1 0 0 0 0,0 0 0 0 0,-1 0 0 0 0,1-1 0 0 0,0 1 0 0 0,-1 0 0 0 0,1 0 0 0 0,0 0 0 0 0,-1 0 0 0 0,1 0 0 0 0,0 0 0 0 0,-1 0 0 0 0,1 0 0 0 0,0 0-1 0 0,-1 1 1 0 0,1-1 0 0 0,0 0 0 0 0,-1 0 0 0 0,1 1 0 0 0,0-1 0 0 0,-1 0 0 0 0,1 1 0 0 0,-1-1 0 0 0,1 0 0 0 0,-1 1 0 0 0,1-1 0 0 0,-1 1 0 0 0,1-1 0 0 0,-1 1 0 0 0,1-1 0 0 0,-1 1 0 0 0,0 0 0 0 0,1-1 0 0 0,-1 1 0 0 0,0-1 0 0 0,1 1-1 0 0,-1 0 1 0 0,0-1 0 0 0,0 1 0 0 0,1 1 0 0 0,9 38 457 0 0,-8-32-237 0 0,17 104 363 0 0,14 57 177 0 0,-28-148-745 0 0,-4-14 5 0 0,1 0 1 0 0,-1 0 0 0 0,1 0 0 0 0,0 0 0 0 0,1-1-1 0 0,0 1 1 0 0,0-1 0 0 0,0 0 0 0 0,1 0 0 0 0,-1 0-1 0 0,7 6 1 0 0,-9-11 2 0 0,0-1-1 0 0,1 1 0 0 0,-1-1 0 0 0,0 1 1 0 0,0-1-1 0 0,1 0 0 0 0,-1 0 1 0 0,0 0-1 0 0,1 0 0 0 0,-1 0 1 0 0,0 0-1 0 0,1 0 0 0 0,-1 0 0 0 0,0 0 1 0 0,1-1-1 0 0,-1 1 0 0 0,0 0 1 0 0,0-1-1 0 0,1 1 0 0 0,-1-1 1 0 0,0 0-1 0 0,0 1 0 0 0,0-1 0 0 0,0 0 1 0 0,0 0-1 0 0,0 1 0 0 0,0-1 1 0 0,0 0-1 0 0,0 0 0 0 0,1-2 1 0 0,29-32-920 0 0,-30 33 846 0 0,61-98-1422 0 0,-2 2 1378 0 0,-52 87 128 0 0,0 1 0 0 0,1-1 0 0 0,0 2 0 0 0,1-1 1 0 0,-1 1-1 0 0,15-9 0 0 0,-22 16-25 0 0,0 1 0 0 0,0-1 0 0 0,0 1 0 0 0,0 0 0 0 0,0 0 0 0 0,0 0 0 0 0,0 0 0 0 0,0 0 0 0 0,0 0 0 0 0,0 1 0 0 0,0-1 0 0 0,0 1 0 0 0,1 0 0 0 0,-1-1 1 0 0,0 1-1 0 0,0 0 0 0 0,1 0 0 0 0,-1 0 0 0 0,0 0 0 0 0,0 1 0 0 0,1-1 0 0 0,-1 1 0 0 0,0-1 0 0 0,0 1 0 0 0,0 0 0 0 0,0 0 0 0 0,0 0 0 0 0,0 0 0 0 0,0 0 0 0 0,0 0 0 0 0,0 1 0 0 0,0-1 0 0 0,-1 1 0 0 0,1-1 0 0 0,0 1 0 0 0,-1-1 1 0 0,0 1-1 0 0,3 3 0 0 0,3 8 157 0 0,0 0 1 0 0,0 0-1 0 0,-1 1 1 0 0,-1 0 0 0 0,4 15-1 0 0,5 12 403 0 0,-3-16-345 0 0,1 0 1 0 0,2-1-1 0 0,0 0 1 0 0,34 43-1 0 0,-47-66-227 0 0,0 0-1 0 0,0 0 0 0 0,0 0 1 0 0,0 0-1 0 0,0 0 0 0 0,0-1 0 0 0,0 1 1 0 0,0 0-1 0 0,1-1 0 0 0,-1 1 0 0 0,0 0 1 0 0,0-1-1 0 0,1 1 0 0 0,-1-1 1 0 0,0 0-1 0 0,1 1 0 0 0,-1-1 0 0 0,0 0 1 0 0,1 0-1 0 0,-1 0 0 0 0,0 0 0 0 0,1 0 1 0 0,1 0-1 0 0,0-1-51 0 0,0 0 1 0 0,0 0-1 0 0,-1-1 0 0 0,1 1 1 0 0,-1 0-1 0 0,1-1 0 0 0,-1 0 1 0 0,1 1-1 0 0,-1-1 0 0 0,3-4 1 0 0,4-3-260 0 0,-1-1 0 0 0,0 0 0 0 0,12-23 0 0 0,-11 14-407 0 0,0 0 0 0 0,-2-1 0 0 0,0-1 0 0 0,4-23 0 0 0,-5 21-715 0 0,0 1 0 0 0,19-43 0 0 0,-25 64 1331 0 0,0 1-1 0 0,0-1 1 0 0,1 0 0 0 0,-1 0-1 0 0,0 1 1 0 0,1-1-1 0 0,-1 0 1 0 0,0 1 0 0 0,1-1-1 0 0,-1 0 1 0 0,1 1-1 0 0,-1-1 1 0 0,1 1 0 0 0,0-1-1 0 0,-1 1 1 0 0,1-1-1 0 0,-1 1 1 0 0,1-1 0 0 0,0 1-1 0 0,-1-1 1 0 0,1 1-1 0 0,0 0 1 0 0,0 0-1 0 0,-1-1 1 0 0,1 1 0 0 0,0 0-1 0 0,1 0 1 0 0</inkml:trace>
</inkml:ink>
</file>

<file path=ppt/ink/ink2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2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10138 0 0,'273'4'7026'0'0,"63"7"-3330"0"0,-170 3-3018 0 0,-65-4-332 0 0,144-3 0 0 0,-202-9-214 0 0,-8 2-198 0 0,0-3 1 0 0,0 0 0 0 0,61-15 0 0 0,-86 14-1629 0 0</inkml:trace>
</inkml:ink>
</file>

<file path=ppt/ink/ink2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3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7 202 2761 0 0,'-1'-2'182'0'0,"0"0"1"0"0,0-1-1 0 0,0 1 1 0 0,1-1-1 0 0,-1 1 1 0 0,1-1-1 0 0,-1 1 1 0 0,1-1-1 0 0,0 1 1 0 0,0-1-1 0 0,0 1 1 0 0,0-1-1 0 0,0 0 1 0 0,1 1-1 0 0,-1-1 1 0 0,1 1-1 0 0,1-4 1 0 0,20-46 1568 0 0,-16 39-1114 0 0,5-19 356 0 0,-10 26-585 0 0,1 0 1 0 0,0 0-1 0 0,0 0 1 0 0,1 0-1 0 0,-1 1 0 0 0,1-1 1 0 0,0 1-1 0 0,5-6 1 0 0,-9 36 692 0 0,-1 56 148 0 0,16 149-1 0 0,-1-52-607 0 0,-8-44-448 0 0,-2 7 217 0 0,35 227 1 0 0,18-147 375 0 0,-7-29 475 0 0,-21-38-1428 0 0</inkml:trace>
</inkml:ink>
</file>

<file path=ppt/ink/ink2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4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0 6913 0 0,'-2'1'10'0'0,"-1"-1"0"0"0,1 0-1 0 0,0 1 1 0 0,0 0-1 0 0,-1 0 1 0 0,1-1-1 0 0,0 1 1 0 0,0 1-1 0 0,0-1 1 0 0,0 0-1 0 0,0 0 1 0 0,0 1-1 0 0,0-1 1 0 0,1 1-1 0 0,-1 0 1 0 0,1-1-1 0 0,-1 1 1 0 0,1 0-1 0 0,-1 0 1 0 0,-1 4 0 0 0,3-6 1 0 0,1 1 0 0 0,-1-1 0 0 0,0 1 0 0 0,1-1 0 0 0,-1 1 0 0 0,0-1 0 0 0,1 0 0 0 0,-1 1 0 0 0,1-1 0 0 0,-1 1 0 0 0,1-1 0 0 0,-1 0 0 0 0,1 0 0 0 0,-1 1 0 0 0,1-1 0 0 0,-1 0 0 0 0,1 0 0 0 0,-1 1 0 0 0,1-1 0 0 0,0 0 0 0 0,-1 0 0 0 0,1 0 0 0 0,-1 0 0 0 0,1 0 0 0 0,-1 0 0 0 0,1 0 0 0 0,1 0 0 0 0,21 0 550 0 0,-19 0-417 0 0,48-1 2250 0 0,78 3-314 0 0,-113-1-2081 0 0,-1 1 1 0 0,0 1 0 0 0,-1 1 0 0 0,1 0 0 0 0,27 11 0 0 0,-42-15 7 0 0,0 0-1 0 0,0 0 1 0 0,-1 0-1 0 0,1 1 1 0 0,0-1-1 0 0,-1 0 1 0 0,1 0-1 0 0,0 1 1 0 0,-1-1 0 0 0,1 0-1 0 0,0 1 1 0 0,-1-1-1 0 0,1 1 1 0 0,0-1-1 0 0,-1 1 1 0 0,1-1-1 0 0,-1 1 1 0 0,1-1 0 0 0,-1 1-1 0 0,1 0 1 0 0,-1-1-1 0 0,0 1 1 0 0,1 0-1 0 0,-1-1 1 0 0,0 1-1 0 0,1 0 1 0 0,-1-1-1 0 0,0 1 1 0 0,0 0 0 0 0,0 0-1 0 0,0-1 1 0 0,0 1-1 0 0,0 0 1 0 0,0 0-1 0 0,0-1 1 0 0,0 1-1 0 0,0 0 1 0 0,0 0 0 0 0,0-1-1 0 0,0 1 1 0 0,-1 0-1 0 0,1-1 1 0 0,0 1-1 0 0,0 0 1 0 0,-1-1-1 0 0,1 1 1 0 0,-1 0 0 0 0,1-1-1 0 0,0 1 1 0 0,-1 0-1 0 0,1-1 1 0 0,-1 1-1 0 0,0-1 1 0 0,1 1-1 0 0,-2 0 1 0 0,-5 4-73 0 0,0 1 0 0 0,0-2-1 0 0,0 1 1 0 0,-9 3 0 0 0,5-2-7 0 0,-371 226 1765 0 0,379-230-1716 0 0,-25 17 127 0 0,22-9-268 0 0,6-10 145 0 0,0 1-1 0 0,0-1 1 0 0,1 0 0 0 0,-1 1 0 0 0,0-1 0 0 0,1 0 0 0 0,-1 1 0 0 0,0-1 0 0 0,1 0 0 0 0,-1 0 0 0 0,0 0-1 0 0,1 1 1 0 0,-1-1 0 0 0,0 0 0 0 0,1 0 0 0 0,-1 0 0 0 0,1 0 0 0 0,-1 1 0 0 0,0-1 0 0 0,1 0 0 0 0,-1 0-1 0 0,1 0 1 0 0,-1 0 0 0 0,0 0 0 0 0,1 0 0 0 0,-1 0 0 0 0,1 0 0 0 0,-1-1 0 0 0,1 1 0 0 0,231-16 1534 0 0,0 1 818 0 0,-232 15-2328 0 0,34 2 267 0 0,-32-2-260 0 0,0 0 0 0 0,-1 0 0 0 0,1 0 0 0 0,0 0-1 0 0,-1 1 1 0 0,1-1 0 0 0,-1 1 0 0 0,1-1 0 0 0,-1 1 0 0 0,1 0 0 0 0,-1-1 0 0 0,1 1 0 0 0,-1 0 0 0 0,0 0 0 0 0,1 0 0 0 0,-1 0 0 0 0,2 2 0 0 0,-3-2-8 0 0,0 0 1 0 0,0 0 0 0 0,0 0-1 0 0,-1 0 1 0 0,1 0 0 0 0,0 0-1 0 0,0 0 1 0 0,0 0 0 0 0,-1 0-1 0 0,1 0 1 0 0,-1 0 0 0 0,1 0-1 0 0,0-1 1 0 0,-1 1 0 0 0,0 0-1 0 0,1 0 1 0 0,-1 0 0 0 0,1 0-1 0 0,-1-1 1 0 0,0 1 0 0 0,0 0-1 0 0,1-1 1 0 0,-1 1 0 0 0,-1 0-1 0 0,-23 18 86 0 0,23-18-92 0 0,-173 99-516 0 0,-2 1 21 0 0,177-101 501 0 0,-1 0 0 0 0,1 0 1 0 0,-1 0-1 0 0,0 1 1 0 0,1-1-1 0 0,-1 0 1 0 0,1 1-1 0 0,-1-1 0 0 0,1 0 1 0 0,-1 1-1 0 0,1-1 1 0 0,0 1-1 0 0,-1-1 0 0 0,1 1 1 0 0,-1-1-1 0 0,1 1 1 0 0,0-1-1 0 0,0 1 1 0 0,-1-1-1 0 0,1 1 0 0 0,0 0 1 0 0,0-1-1 0 0,-1 1 1 0 0,1-1-1 0 0,0 1 0 0 0,0 0 1 0 0,0-1-1 0 0,0 1 1 0 0,0-1-1 0 0,0 1 0 0 0,0 0 1 0 0,1 0 13 0 0,0 0 0 0 0,0 0 0 0 0,0 0 0 0 0,0 0 0 0 0,-1 0 0 0 0,1-1 0 0 0,0 1 0 0 0,1 0 0 0 0,-1-1 0 0 0,0 1 0 0 0,0-1 0 0 0,0 1 0 0 0,0-1 0 0 0,2 1 0 0 0,54 8 495 0 0,-50-8-468 0 0,355 30 1616 0 0,-361-31-1652 0 0,0 0-1 0 0,1 0 1 0 0,-1 0-1 0 0,1 0 1 0 0,-1 0-1 0 0,1 0 1 0 0,-1 1 0 0 0,0-1-1 0 0,1 0 1 0 0,-1 1-1 0 0,0-1 1 0 0,1 1-1 0 0,-1-1 1 0 0,0 1-1 0 0,1 0 1 0 0,-1 0-1 0 0,0-1 1 0 0,0 1 0 0 0,0 0-1 0 0,0 0 1 0 0,0 0-1 0 0,0 0 1 0 0,1 2-1 0 0,-2-2-20 0 0,0 0 0 0 0,0 1-1 0 0,0-1 1 0 0,-1 1-1 0 0,1-1 1 0 0,0 0 0 0 0,-1 1-1 0 0,1-1 1 0 0,-1 0-1 0 0,1 1 1 0 0,-1-1 0 0 0,0 0-1 0 0,1 0 1 0 0,-1 0 0 0 0,0 1-1 0 0,0-1 1 0 0,0 0-1 0 0,0 0 1 0 0,0 0 0 0 0,0 0-1 0 0,0-1 1 0 0,0 1 0 0 0,-2 1-1 0 0,-24 17-183 0 0,0-1 0 0 0,-1-1 1 0 0,-1-1-1 0 0,-37 15 0 0 0,23-12-522 0 0,-42 27 0 0 0,71-38 451 0 0,-57 40-1171 0 0,64-42 1208 0 0,1-1 0 0 0,-1 1 1 0 0,1 0-1 0 0,1 0 0 0 0,-1 1 0 0 0,1-1 0 0 0,-8 14 0 0 0,13-20 224 0 0,0 1-1 0 0,0-1 1 0 0,0 0 0 0 0,0 0-1 0 0,0 0 1 0 0,0 0-1 0 0,0 0 1 0 0,0 0 0 0 0,0 1-1 0 0,0-1 1 0 0,0 0 0 0 0,-1 0-1 0 0,1 0 1 0 0,0 0-1 0 0,0 0 1 0 0,0 1 0 0 0,0-1-1 0 0,0 0 1 0 0,1 0-1 0 0,-1 0 1 0 0,0 0 0 0 0,0 0-1 0 0,0 1 1 0 0,0-1 0 0 0,0 0-1 0 0,0 0 1 0 0,0 0-1 0 0,0 0 1 0 0,0 0 0 0 0,0 1-1 0 0,0-1 1 0 0,0 0-1 0 0,0 0 1 0 0,1 0 0 0 0,-1 0-1 0 0,0 0 1 0 0,0 0-1 0 0,0 0 1 0 0,0 0 0 0 0,0 0-1 0 0,0 1 1 0 0,1-1 0 0 0,-1 0-1 0 0,0 0 1 0 0,0 0-1 0 0,0 0 1 0 0,0 0 0 0 0,0 0-1 0 0,1 0 1 0 0,-1 0-1 0 0,13-1 75 0 0,12-5 608 0 0,-24 6-641 0 0,14-5 148 0 0,0 1-1 0 0,0 0 1 0 0,1 1 0 0 0,19-1-1 0 0,-31 4-150 0 0,0 0 1 0 0,0 0-1 0 0,0 0 0 0 0,-1 0 0 0 0,1 1 0 0 0,0 0 0 0 0,0-1 1 0 0,-1 1-1 0 0,1 1 0 0 0,0-1 0 0 0,-1 0 0 0 0,1 1 0 0 0,-1 0 1 0 0,0 0-1 0 0,1 0 0 0 0,-1 0 0 0 0,0 0 0 0 0,0 1 0 0 0,-1 0 1 0 0,1-1-1 0 0,0 1 0 0 0,-1 0 0 0 0,3 4 0 0 0,-4-6 5 0 0,-1 0-1 0 0,0 0 0 0 0,1-1 0 0 0,-1 1 0 0 0,0 0 1 0 0,1 0-1 0 0,-1 0 0 0 0,0 0 0 0 0,0 0 1 0 0,0 0-1 0 0,0-1 0 0 0,0 1 0 0 0,0 0 0 0 0,0 0 1 0 0,0 0-1 0 0,0 0 0 0 0,-1 0 0 0 0,1 0 0 0 0,0 0 1 0 0,0-1-1 0 0,-1 1 0 0 0,1 0 0 0 0,-1 0 1 0 0,1 0-1 0 0,-1-1 0 0 0,1 1 0 0 0,-1 0 0 0 0,1-1 1 0 0,-1 1-1 0 0,0 0 0 0 0,1-1 0 0 0,-1 1 1 0 0,0-1-1 0 0,0 1 0 0 0,-34 19 2041 0 0,16-10-1424 0 0,17-8-613 0 0,-1 0 1 0 0,0 0-1 0 0,1 0 0 0 0,0 0 1 0 0,-1 1-1 0 0,1-1 0 0 0,0 0 1 0 0,0 1-1 0 0,0 0 0 0 0,0 0 1 0 0,1-1-1 0 0,-1 1 0 0 0,1 0 1 0 0,0 0-1 0 0,-2 5 0 0 0,3-1 142 0 0,-1 0 0 0 0,1 0-1 0 0,0 0 1 0 0,1 0 0 0 0,0 0-1 0 0,2 8 1 0 0,1 22-36 0 0,0-1 1 0 0,-4 64-1 0 0,-15 76-165 0 0,1-4 23 0 0,11-3 350 0 0,25 213 0 0 0,-8-206-218 0 0,5 48 117 0 0,-19-222-263 0 0,1 1 0 0 0,-1-1-1 0 0,0 1 1 0 0,0-1 0 0 0,0 1 0 0 0,0-1 0 0 0,-1 1-1 0 0,1-1 1 0 0,-1 3 0 0 0,0-4-126 0 0,1-1 0 0 0,0 1 0 0 0,-1-1 0 0 0,1 1 0 0 0,0-1 0 0 0,-1 1 0 0 0,1-1 1 0 0,-1 0-1 0 0,1 1 0 0 0,-1-1 0 0 0,1 0 0 0 0,-1 0 0 0 0,1 1 0 0 0,-1-1 0 0 0,1 0 0 0 0,-1 0 1 0 0,1 1-1 0 0,-1-1 0 0 0,1 0 0 0 0,-1 0 0 0 0,0 0 0 0 0,1 0 0 0 0,-1 0 0 0 0,1 0 0 0 0,-1 0 0 0 0,1 0 1 0 0,-1 0-1 0 0,0 0 0 0 0,1-1 0 0 0,-1 1 0 0 0,1 0 0 0 0,-1 0 0 0 0,1 0 0 0 0,-1-1 0 0 0,1 1 0 0 0,-1 0 1 0 0,1-1-1 0 0,-1 1 0 0 0,1 0 0 0 0,-1-1 0 0 0</inkml:trace>
</inkml:ink>
</file>

<file path=ppt/ink/ink2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6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4609 0 0,'-9'10'9026'0'0,"4"-8"-8809"0"0,-2 1 82 0 0,0 0 0 0 0,-1-1 0 0 0,1 0 0 0 0,-9 1 0 0 0,9 7 2303 0 0,2 13-2796 0 0,5-23 307 0 0,-9 42 52 0 0,3 0 1 0 0,-4 81 0 0 0,16 83-32 0 0,0-33 131 0 0,-6-140-231 0 0,14 491 583 0 0,0-104 524 0 0,-14-390-805 0 0,-7 52 0 0 0,5-71-285 0 0,0 0 0 0 0,-1 0 0 0 0,0 0 0 0 0,-1 0 0 0 0,0 0 1 0 0,-1-1-1 0 0,-11 18 0 0 0,13-26-358 0 0,3-10 10 0 0,3-11-5324 0 0</inkml:trace>
</inkml:ink>
</file>

<file path=ppt/ink/ink2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7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7802 0 0,'-1'0'75'0'0,"0"0"0"0"0,0 0 1 0 0,0 0-1 0 0,0 1 1 0 0,0-1-1 0 0,0 0 0 0 0,0 0 1 0 0,0 1-1 0 0,0-1 0 0 0,1 0 1 0 0,-1 1-1 0 0,0-1 1 0 0,0 1-1 0 0,0-1 0 0 0,1 1 1 0 0,-1-1-1 0 0,0 1 0 0 0,1-1 1 0 0,-2 2-1 0 0,13 6 751 0 0,37 4-374 0 0,-41-11-437 0 0,24 6 1267 0 0,52 17-1 0 0,-72-19-1003 0 0,1 0 0 0 0,-1 0 0 0 0,0 1 1 0 0,0 0-1 0 0,-1 1 0 0 0,0 0 0 0 0,15 15 0 0 0,-24-21-322 0 0,0 0 1 0 0,0 0-1 0 0,-1 1 1 0 0,1-1-1 0 0,0 0 1 0 0,-1 1-1 0 0,1-1 1 0 0,-1 0-1 0 0,1 1 1 0 0,-1-1-1 0 0,0 0 1 0 0,1 1-1 0 0,-1-1 0 0 0,0 1 1 0 0,0-1-1 0 0,0 1 1 0 0,0-1-1 0 0,0 1 1 0 0,-1-1-1 0 0,1 0 1 0 0,0 1-1 0 0,-1-1 1 0 0,1 1-1 0 0,0-1 1 0 0,-1 0-1 0 0,0 1 1 0 0,1-1-1 0 0,-1 0 0 0 0,0 0 1 0 0,0 1-1 0 0,0-1 1 0 0,0 0-1 0 0,0 0 1 0 0,0 0-1 0 0,0 0 1 0 0,-1 1-1 0 0,-8 7-140 0 0,0 0 1 0 0,0 0-1 0 0,-13 7 0 0 0,9-5 341 0 0,-32 21-95 0 0,0-2-1 0 0,-64 30 0 0 0,19-11 224 0 0,91-49-282 0 0,0 1 0 0 0,0-1 1 0 0,0 0-1 0 0,0 0 0 0 0,0 0 1 0 0,1 0-1 0 0,-1 0 1 0 0,0 0-1 0 0,0 0 0 0 0,0 0 1 0 0,0 1-1 0 0,0-1 1 0 0,0 0-1 0 0,0 0 0 0 0,0 0 1 0 0,0 0-1 0 0,0 0 0 0 0,0 0 1 0 0,0 1-1 0 0,0-1 1 0 0,0 0-1 0 0,0 0 0 0 0,1 0 1 0 0,-1 0-1 0 0,-1 0 0 0 0,1 1 1 0 0,0-1-1 0 0,0 0 1 0 0,0 0-1 0 0,0 0 0 0 0,0 0 1 0 0,0 0-1 0 0,0 1 0 0 0,0-1 1 0 0,0 0-1 0 0,0 0 1 0 0,0 0-1 0 0,0 0 0 0 0,0 0 1 0 0,0 0-1 0 0,0 1 1 0 0,0-1-1 0 0,-1 0 0 0 0,1 0 1 0 0,0 0-1 0 0,0 0 0 0 0,0 0 1 0 0,0 0-1 0 0,0 0 1 0 0,0 0-1 0 0,-1 0 0 0 0,1 0 1 0 0,0 0-1 0 0,0 0 0 0 0,0 1 1 0 0,0-1-1 0 0,0 0 1 0 0,-1 0-1 0 0,1 0 0 0 0,0 0 1 0 0,0 0-1 0 0,20 0 118 0 0,24-6 58 0 0,286-33 2515 0 0,-324 38-2626 0 0,-3 1-45 0 0,0-1 0 0 0,-1 1-1 0 0,1 0 1 0 0,0 0 0 0 0,0 0 0 0 0,0 0 0 0 0,0 0 0 0 0,-1 1 0 0 0,1-1-1 0 0,0 1 1 0 0,0 0 0 0 0,-1 0 0 0 0,1 0 0 0 0,4 2 0 0 0,-8 0-38 0 0,0-1 1 0 0,0 1 0 0 0,-1-1-1 0 0,1 1 1 0 0,-1-1-1 0 0,1 0 1 0 0,-1 0 0 0 0,0 0-1 0 0,0 0 1 0 0,-3 3 0 0 0,4-5-15 0 0,-73 68-1874 0 0,-24 25-583 0 0,-6 13 1571 0 0,103-106 902 0 0,1 0-1 0 0,0 1 0 0 0,-1-1 1 0 0,1 0-1 0 0,0 1 1 0 0,-1-1-1 0 0,1 0 0 0 0,0 1 1 0 0,-1-1-1 0 0,1 0 1 0 0,0 1-1 0 0,0-1 0 0 0,0 1 1 0 0,-1-1-1 0 0,1 0 1 0 0,0 1-1 0 0,0-1 0 0 0,0 1 1 0 0,0-1-1 0 0,0 0 1 0 0,0 1-1 0 0,0-1 0 0 0,0 1 1 0 0,0-1-1 0 0,0 1 1 0 0,0-1-1 0 0,0 1 0 0 0,0-1 1 0 0,0 0-1 0 0,0 1 1 0 0,0-1-1 0 0,0 1 0 0 0,1-1 1 0 0,-1 1-1 0 0,0-1 1 0 0,1 1-1 0 0,17 8-532 0 0,26-4 114 0 0,-25-6 469 0 0,2 1 147 0 0,0 0-1 0 0,0 2 1 0 0,23 3 0 0 0,-40-4-146 0 0,1 0 0 0 0,-1 0 0 0 0,0 0 0 0 0,1 1 0 0 0,-1-1 0 0 0,0 1 0 0 0,0 0 0 0 0,0 0 0 0 0,0 1 0 0 0,0-1 0 0 0,0 1 0 0 0,0 0 0 0 0,-1 0 0 0 0,0 0 0 0 0,1 0 0 0 0,-1 1 0 0 0,-1-1 0 0 0,1 1 0 0 0,0 0 0 0 0,2 4 1 0 0,-5-6-24 0 0,1 0 1 0 0,-1 0-1 0 0,0 1 1 0 0,0-1-1 0 0,0 0 1 0 0,0 0-1 0 0,0 0 1 0 0,0 0-1 0 0,-1 1 1 0 0,1-1-1 0 0,-1 0 1 0 0,1 0-1 0 0,-1 0 1 0 0,0 0 0 0 0,0 0-1 0 0,0 0 1 0 0,0 0-1 0 0,0 0 1 0 0,0-1-1 0 0,0 1 1 0 0,-1 0-1 0 0,1-1 1 0 0,-1 1-1 0 0,1-1 1 0 0,-4 3-1 0 0,-3 3-12 0 0,1 0-1 0 0,-2-1 1 0 0,1 0-1 0 0,-10 4 1 0 0,-21 13 84 0 0,23-13-198 0 0,-1-1-1 0 0,0 0 0 0 0,0-1 1 0 0,-23 7-1 0 0,58-34-5047 0 0,23 9 7736 0 0,-39 9-2323 0 0,-1 1-1 0 0,1 0 0 0 0,-1-1 1 0 0,1 1-1 0 0,-1 0 1 0 0,1 0-1 0 0,0 0 1 0 0,-1 0-1 0 0,1 0 1 0 0,-1 1-1 0 0,1-1 0 0 0,-1 0 1 0 0,1 1-1 0 0,-1-1 1 0 0,1 1-1 0 0,-1-1 1 0 0,0 1-1 0 0,1 0 0 0 0,-1-1 1 0 0,0 1-1 0 0,1 0 1 0 0,-1 0-1 0 0,0 0 1 0 0,2 2-1 0 0,-3 1-46 0 0,0-1 0 0 0,0 1-1 0 0,0 0 1 0 0,0 0 0 0 0,-1 0 0 0 0,1 0 0 0 0,-1 0-1 0 0,0 0 1 0 0,0 0 0 0 0,0-1 0 0 0,-4 7 0 0 0,-1 10 341 0 0,3 3-274 0 0,1 0 0 0 0,1 1-1 0 0,1 0 1 0 0,1-1 0 0 0,6 34 0 0 0,0 8-141 0 0,-14 443 1277 0 0,-38-82-198 0 0,33-327-945 0 0,8-73-481 0 0,1-5-132 0 0,0-1 1 0 0,1 1 0 0 0,1 0 0 0 0,1-1-1 0 0,5 37 1 0 0,1-43-1739 0 0,-1-9 1013 0 0</inkml:trace>
</inkml:ink>
</file>

<file path=ppt/ink/ink2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9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75 2761 0 0,'1'-11'-127'0'0,"-3"-28"-944"0"0,-9 14 9938 0 0,6 33-6841 0 0,-3 14-1678 0 0,7-20-204 0 0,-1 9 121 0 0,1-1-1 0 0,0 0 1 0 0,1 0-1 0 0,1 15 1 0 0,0 11 1121 0 0,-21 233 82 0 0,-3 129-1429 0 0,32-193 482 0 0,-3-113-110 0 0,-5 104 1 0 0,-4-173-378 0 0,2 0 1 0 0,0 1-1 0 0,2-1 0 0 0,0 1 0 0 0,2-1 1 0 0,10 43-1 0 0,-14-64-79 0 0</inkml:trace>
</inkml:ink>
</file>

<file path=ppt/ink/ink2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0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1 4609 0 0,'-69'32'1434'0'0,"44"-22"-402"0"0,0 1 0 0 0,1 1 0 0 0,1 1 0 0 0,-38 28-1 0 0,61-41-1014 0 0,0 0 0 0 0,0 0 0 0 0,-1 0 0 0 0,1 0 0 0 0,0 0 1 0 0,-1 1-1 0 0,1-1 0 0 0,0 0 0 0 0,0 0 0 0 0,-1 0 0 0 0,1 1 0 0 0,0-1 0 0 0,0 0 0 0 0,-1 0 0 0 0,1 1 0 0 0,0-1 0 0 0,0 0 0 0 0,0 0 0 0 0,0 1 0 0 0,-1-1 0 0 0,1 0 0 0 0,0 1 0 0 0,0-1 0 0 0,0 0 0 0 0,0 1 0 0 0,0-1 0 0 0,0 0 0 0 0,0 1 0 0 0,0-1 0 0 0,0 0 0 0 0,0 0 0 0 0,0 1 0 0 0,0-1 0 0 0,0 0 0 0 0,0 1 0 0 0,0-1 0 0 0,0 0 0 0 0,0 1 0 0 0,1-1 0 0 0,-1 0 0 0 0,0 1 0 0 0,17 2 263 0 0,37-7-338 0 0,-42 3 44 0 0,65-8 155 0 0,-41 4 553 0 0,1 2 0 0 0,0 1 1 0 0,62 5-1 0 0,-96-3-597 0 0,1 0-1 0 0,-1 1 1 0 0,0 0-1 0 0,1 0 1 0 0,-1 0-1 0 0,0 0 1 0 0,0 0-1 0 0,0 0 1 0 0,6 4-1 0 0,-9-4-99 0 0,1-1-1 0 0,-1 1 0 0 0,1-1 1 0 0,-1 0-1 0 0,0 1 0 0 0,1-1 1 0 0,-1 1-1 0 0,0-1 0 0 0,1 1 1 0 0,-1-1-1 0 0,0 1 1 0 0,0 0-1 0 0,1-1 0 0 0,-1 1 1 0 0,0-1-1 0 0,0 1 0 0 0,0-1 1 0 0,0 1-1 0 0,0 0 0 0 0,0-1 1 0 0,0 1-1 0 0,0 0 0 0 0,-1 1-51 0 0,1-1 0 0 0,-1 1-1 0 0,1-1 1 0 0,-1 1-1 0 0,0-1 1 0 0,0 1-1 0 0,0-1 1 0 0,1 0 0 0 0,-1 1-1 0 0,-1-1 1 0 0,-1 2-1 0 0,-70 59-1235 0 0,52-46 1236 0 0,1 1 0 0 0,1 1-1 0 0,-18 20 1 0 0,35-36 57 0 0,0 0 1 0 0,1 0-1 0 0,-1 0 1 0 0,1 0-1 0 0,0 0 1 0 0,-1 0-1 0 0,1 0 1 0 0,0 1-1 0 0,0-1 1 0 0,1 0-1 0 0,-1 1 1 0 0,0-1-1 0 0,0 5 1 0 0,1-7-10 0 0,0 1 1 0 0,0 0-1 0 0,1-1 0 0 0,-1 1 1 0 0,0-1-1 0 0,0 1 1 0 0,0-1-1 0 0,1 1 0 0 0,-1 0 1 0 0,0-1-1 0 0,1 1 1 0 0,-1-1-1 0 0,0 1 0 0 0,1-1 1 0 0,-1 0-1 0 0,0 1 1 0 0,1-1-1 0 0,-1 1 0 0 0,1-1 1 0 0,-1 0-1 0 0,2 1 1 0 0,21 3 124 0 0,15-5-350 0 0,43-9 0 0 0,-43 5-160 0 0,43-1 0 0 0,-80 6 409 0 0,-1 0-1 0 0,0 0 1 0 0,1 0 0 0 0,-1 0 0 0 0,0 0 0 0 0,1 0 0 0 0,-1 0-1 0 0,0 0 1 0 0,1 0 0 0 0,-1 0 0 0 0,0 0 0 0 0,1 0 0 0 0,-1 0-1 0 0,0 0 1 0 0,0 0 0 0 0,1 0 0 0 0,-1 1 0 0 0,0-1 0 0 0,1 0-1 0 0,-1 0 1 0 0,0 0 0 0 0,0 0 0 0 0,1 1 0 0 0,-1-1 0 0 0,0 0-1 0 0,0 0 1 0 0,1 1 0 0 0,-1-1 0 0 0,0 0 0 0 0,0 0 0 0 0,0 1-1 0 0,1-1 1 0 0,-1 0 0 0 0,0 0 0 0 0,0 1 0 0 0,0-1 0 0 0,0 0-1 0 0,0 1 1 0 0,-7 13 364 0 0,-20 12-68 0 0,25-24-287 0 0,-159 120 286 0 0,108-86-288 0 0,-92 84 0 0 0,142-116-25 0 0,-1-1-1 0 0,1 1 1 0 0,0 0 0 0 0,0 0 0 0 0,1 0-1 0 0,-1 0 1 0 0,1 0 0 0 0,0 0-1 0 0,-2 7 1 0 0,3-10 9 0 0,1 0-1 0 0,0 0 0 0 0,0 0 1 0 0,0 0-1 0 0,0 0 0 0 0,0 0 1 0 0,0 0-1 0 0,0 0 0 0 0,0 0 1 0 0,0 0-1 0 0,0 0 0 0 0,0 0 1 0 0,1 0-1 0 0,-1 0 0 0 0,0 0 1 0 0,1 0-1 0 0,-1-1 1 0 0,1 1-1 0 0,0 1 0 0 0,0-1 25 0 0,0 1 1 0 0,1-1-1 0 0,-1 0 0 0 0,0 0 0 0 0,1-1 0 0 0,-1 1 1 0 0,1 0-1 0 0,-1 0 0 0 0,1-1 0 0 0,-1 1 1 0 0,1-1-1 0 0,0 1 0 0 0,-1-1 0 0 0,1 0 0 0 0,2 1 1 0 0,20 0 405 0 0,-1-1 0 0 0,1 0 0 0 0,-1-2 0 0 0,46-9 0 0 0,-35 5-142 0 0,41-2-1 0 0,-48 6-200 0 0,26-1 22 0 0,-49 3-103 0 0,-1 0 0 0 0,1 0 0 0 0,0 0 0 0 0,-1 1 0 0 0,1 0 0 0 0,-1 0 0 0 0,1 0 0 0 0,-1 0 0 0 0,1 0 0 0 0,4 3 0 0 0,-8-4-25 0 0,1 1-1 0 0,0 0 1 0 0,-1-1 0 0 0,1 1-1 0 0,-1 0 1 0 0,1 0 0 0 0,-1-1 0 0 0,1 1-1 0 0,-1 0 1 0 0,0 0 0 0 0,1 0-1 0 0,-1 0 1 0 0,0-1 0 0 0,0 1 0 0 0,1 0-1 0 0,-1 0 1 0 0,0 0 0 0 0,0 0-1 0 0,0 0 1 0 0,0 0 0 0 0,0 0 0 0 0,0-1-1 0 0,-1 1 1 0 0,1 0 0 0 0,0 0 0 0 0,0 0-1 0 0,-1 0 1 0 0,1 0 0 0 0,0-1-1 0 0,-1 1 1 0 0,1 0 0 0 0,-1 0 0 0 0,1-1-1 0 0,-1 1 1 0 0,1 0 0 0 0,-2 1-1 0 0,-24 29-545 0 0,21-26 496 0 0,-33 35-642 0 0,-2-1 1 0 0,-1-2-1 0 0,-78 53 1 0 0,98-79 667 0 0,21-11-110 0 0,-1 0-1 0 0,1 1 0 0 0,-1-1 1 0 0,1 0-1 0 0,-1 0 1 0 0,1 1-1 0 0,-1-1 1 0 0,1 0-1 0 0,-1 0 1 0 0,0 0-1 0 0,1 0 1 0 0,-1 0-1 0 0,1 0 1 0 0,-1 0-1 0 0,1 0 1 0 0,-1 0-1 0 0,0 0 1 0 0,1 0-1 0 0,-1 0 1 0 0,1 0-1 0 0,-1-1 1 0 0,1 1-1 0 0,-1 0 1 0 0,1 0-1 0 0,-1 0 1 0 0,1-1-1 0 0,-1 1 1 0 0,1 0-1 0 0,-1-1 1 0 0,1 1-1 0 0,0 0 1 0 0,-1-1-1 0 0,1 1 1 0 0,-1-1-1 0 0,1 1 1 0 0,-1-1-1 0 0</inkml:trace>
</inkml:ink>
</file>

<file path=ppt/ink/ink2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1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6 6913 0 0,'12'-4'3890'0'0,"-12"4"-3898"0"0,0 0 1 0 0,0 0-1 0 0,0-1 1 0 0,1 1-1 0 0,-1 0 0 0 0,0 0 1 0 0,0 0-1 0 0,1 0 1 0 0,-1 0-1 0 0,0 0 0 0 0,0 0 1 0 0,1 0-1 0 0,-1-1 1 0 0,0 1-1 0 0,0 0 0 0 0,1 0 1 0 0,-1 0-1 0 0,0 0 1 0 0,1 1-1 0 0,-1-1 0 0 0,0 0 1 0 0,0 0-1 0 0,1 0 1 0 0,-1 0-1 0 0,0 0 0 0 0,0 0 1 0 0,1 0-1 0 0,-1 0 1 0 0,0 0-1 0 0,0 1 0 0 0,1-1 1 0 0,-1 0-1 0 0,0 0 1 0 0,0 0-1 0 0,0 0 0 0 0,0 1 1 0 0,1-1-1 0 0,-1 0 1 0 0,0 0-1 0 0,0 1 0 0 0,0-1 1 0 0,0 0-1 0 0,0 0 1 0 0,1 1-1 0 0,-1-1 0 0 0,0 0 1 0 0,0 1-1 0 0,-9 37 2050 0 0,-19 53 0 0 0,14-53-861 0 0,-15 75 0 0 0,21-48-1036 0 0,2 0-1 0 0,3 0 1 0 0,3 1 0 0 0,3-1 0 0 0,3 0 0 0 0,2 0 0 0 0,4-1 0 0 0,26 86 0 0 0,-19-75 100 0 0,-3 0 0 0 0,10 113 0 0 0,-13 157 1260 0 0,-15-311-1369 0 0,-2 0 0 0 0,-1 0 0 0 0,-2-1 0 0 0,-1 1 1 0 0,-16 38-1 0 0,22-69-1260 0 0</inkml:trace>
</inkml:ink>
</file>

<file path=ppt/ink/ink2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7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2 309 11058 0 0,'0'0'46'0'0,"0"0"-1"0"0,0 0 1 0 0,0 0-1 0 0,0 0 1 0 0,0-1-1 0 0,-1 1 1 0 0,1 0-1 0 0,0 0 1 0 0,0 0-1 0 0,0 0 1 0 0,0 0-1 0 0,0 0 1 0 0,0-1-1 0 0,0 1 1 0 0,0 0-1 0 0,0 0 1 0 0,0 0-1 0 0,0 0 1 0 0,0 0-1 0 0,0-1 1 0 0,0 1-1 0 0,0 0 1 0 0,0 0-1 0 0,0 0 1 0 0,0 0-1 0 0,0-1 1 0 0,0 1-1 0 0,0 0 1 0 0,0 0-1 0 0,0 0 1 0 0,0 0-1 0 0,0 0 1 0 0,0-1-1 0 0,0 1 1 0 0,0 0-1 0 0,0 0 1 0 0,1 0-1 0 0,-1 0 1 0 0,0 0-1 0 0,0 0 1 0 0,0 0-1 0 0,0-1 1 0 0,0 1-1 0 0,0 0 1 0 0,0 0-1 0 0,1 0 1 0 0,10-9 457 0 0,14-4-536 0 0,10 4-29 0 0,-1 3-1 0 0,1 0 1 0 0,0 3-1 0 0,68 0 1 0 0,-50 2 991 0 0,221 8 1095 0 0,-161-1-1816 0 0,160-12 1 0 0,-235 0-434 0 0,0-1 0 0 0,42-15 0 0 0,-74 20 102 0 0,11 0-748 0 0,-9 2 100 0 0,-7 4-236 0 0,-6-7 597 0 0,3 2 429 0 0,0 0 1 0 0,0-1-1 0 0,0 0 0 0 0,1 1 0 0 0,-1-1 0 0 0,1 0 1 0 0,-1 0-1 0 0,1 0 0 0 0,-1 0 0 0 0,1 0 1 0 0,0 0-1 0 0,0 0 0 0 0,0 0 0 0 0,0 0 0 0 0,0-1 1 0 0,1 1-1 0 0,-1 0 0 0 0,1 0 0 0 0,-1-1 0 0 0,1 1 1 0 0,0-1-1 0 0,0 1 0 0 0,0 0 0 0 0,0-1 1 0 0,1 1-1 0 0,-1 0 0 0 0,0-1 0 0 0,1 1 0 0 0,0 0 1 0 0,0-1-1 0 0,-1 1 0 0 0,1 0 0 0 0,3-4 1 0 0,0-2 5 0 0,0 1 0 0 0,0 0 0 0 0,1-1 0 0 0,0 2 1 0 0,0-1-1 0 0,1 1 0 0 0,0-1 0 0 0,0 2 0 0 0,0-1 1 0 0,1 1-1 0 0,8-6 0 0 0,-12 9-22 0 0,0 0-1 0 0,0 1 1 0 0,0-1 0 0 0,0 1 0 0 0,0 0 0 0 0,0 0-1 0 0,1 0 1 0 0,-1 0 0 0 0,0 0 0 0 0,1 1-1 0 0,-1 0 1 0 0,0-1 0 0 0,1 1 0 0 0,-1 0-1 0 0,0 1 1 0 0,1-1 0 0 0,-1 1 0 0 0,0-1-1 0 0,1 1 1 0 0,-1 0 0 0 0,0 0 0 0 0,0 0 0 0 0,0 1-1 0 0,0-1 1 0 0,0 1 0 0 0,0 0 0 0 0,0 0-1 0 0,0 0 1 0 0,-1 0 0 0 0,5 4 0 0 0,3 6 314 0 0,-1 0 1 0 0,0 0 0 0 0,0 1 0 0 0,-1 0 0 0 0,-1 1-1 0 0,9 23 1 0 0,21 37 184 0 0,-36-73-472 0 0,-1 0 0 0 0,1 0 0 0 0,0 0 1 0 0,-1 0-1 0 0,1 0 0 0 0,0 0 1 0 0,0 0-1 0 0,0 0 0 0 0,0 0 0 0 0,0 0 1 0 0,0-1-1 0 0,0 1 0 0 0,0 0 1 0 0,0-1-1 0 0,0 1 0 0 0,0-1 0 0 0,0 1 1 0 0,0-1-1 0 0,1 1 0 0 0,-1-1 1 0 0,0 0-1 0 0,0 0 0 0 0,0 1 0 0 0,1-1 1 0 0,0 0-1 0 0,1-1 4 0 0,-1 1 0 0 0,0-1 0 0 0,0 0 0 0 0,0 0 0 0 0,0 0 0 0 0,1 0 1 0 0,-1 0-1 0 0,-1 0 0 0 0,1 0 0 0 0,0-1 0 0 0,0 1 0 0 0,2-4 0 0 0,3-2 0 0 0,-1 0 1 0 0,0-1-1 0 0,0 0 0 0 0,-1 0 1 0 0,6-14-1 0 0,14-44-476 0 0,-19 48 106 0 0,0 0-1 0 0,1 1 0 0 0,1 0 1 0 0,17-28-1 0 0,-24 44 292 0 0,0-1 0 0 0,0 1-1 0 0,0-1 1 0 0,0 1-1 0 0,0 0 1 0 0,1 0-1 0 0,-1-1 1 0 0,0 1 0 0 0,1 0-1 0 0,-1 0 1 0 0,0 0-1 0 0,1 0 1 0 0,-1 0-1 0 0,1 1 1 0 0,0-1 0 0 0,-1 0-1 0 0,1 1 1 0 0,-1-1-1 0 0,1 1 1 0 0,0 0-1 0 0,-1-1 1 0 0,4 1 0 0 0,-3 1 24 0 0,0-1 0 0 0,0 1 1 0 0,1 0-1 0 0,-1 0 1 0 0,0-1-1 0 0,0 1 0 0 0,-1 1 1 0 0,1-1-1 0 0,0 0 1 0 0,0 0-1 0 0,0 1 0 0 0,-1-1 1 0 0,1 1-1 0 0,-1-1 1 0 0,2 3-1 0 0,4 6 70 0 0,0-1 0 0 0,-1 1 1 0 0,-1 0-1 0 0,0 1 0 0 0,6 15 1 0 0,33 114 420 0 0,13 34 562 0 0,-57-172-962 0 0,1 0-1 0 0,0 0 0 0 0,0 0 0 0 0,-1 0 0 0 0,1 0 0 0 0,0 0 0 0 0,1 0 0 0 0,-1 0 1 0 0,0-1-1 0 0,0 1 0 0 0,1 0 0 0 0,-1-1 0 0 0,1 1 0 0 0,-1-1 0 0 0,1 1 0 0 0,0-1 1 0 0,0 0-1 0 0,0 0 0 0 0,-1 0 0 0 0,1 0 0 0 0,0 0 0 0 0,0 0 0 0 0,0 0 0 0 0,0-1 0 0 0,1 1 1 0 0,-1-1-1 0 0,3 1 0 0 0,-1-2-42 0 0,0 1 1 0 0,-1-1-1 0 0,1 0 0 0 0,0-1 1 0 0,-1 1-1 0 0,1 0 1 0 0,-1-1-1 0 0,1 0 0 0 0,-1 0 1 0 0,0 0-1 0 0,0 0 1 0 0,0 0-1 0 0,0-1 1 0 0,0 0-1 0 0,3-2 0 0 0,1-4-176 0 0,1 0 0 0 0,-1 0 0 0 0,-1-1 0 0 0,1 0 0 0 0,-2 0-1 0 0,8-16 1 0 0,21-71-924 0 0,-8 20 546 0 0,-22 67 454 0 0,1-4 49 0 0,1-1 0 0 0,0 1 0 0 0,1 0 0 0 0,0 1 0 0 0,1 0 0 0 0,1 0-1 0 0,0 0 1 0 0,16-16 0 0 0,-24 29 18 0 0,0-1 0 0 0,-1 0-1 0 0,1 0 1 0 0,0 1 0 0 0,1-1-1 0 0,-1 0 1 0 0,0 1-1 0 0,0-1 1 0 0,0 1 0 0 0,0-1-1 0 0,0 1 1 0 0,1 0 0 0 0,-1-1-1 0 0,0 1 1 0 0,0 0-1 0 0,1 0 1 0 0,-1 0 0 0 0,0 0-1 0 0,0 0 1 0 0,0 0 0 0 0,1 0-1 0 0,-1 0 1 0 0,0 1-1 0 0,0-1 1 0 0,1 0 0 0 0,-1 1-1 0 0,0-1 1 0 0,0 1 0 0 0,0 0-1 0 0,0-1 1 0 0,0 1-1 0 0,0 0 1 0 0,0-1 0 0 0,0 1-1 0 0,0 0 1 0 0,0 0 0 0 0,0 0-1 0 0,-1 0 1 0 0,1 0 0 0 0,0 0-1 0 0,0 0 1 0 0,-1 0-1 0 0,1 0 1 0 0,-1 0 0 0 0,1 2-1 0 0,5 8-68 0 0,-2 0-1 0 0,1 0 1 0 0,4 21 0 0 0,-7-22 61 0 0,24 106-134 0 0,-22-86 269 0 0,2 0 0 0 0,1 0-1 0 0,1-1 1 0 0,2 0 0 0 0,23 49-1 0 0,-33-77-69 0 0,1 0-1 0 0,-1 0 0 0 0,1-1 0 0 0,-1 1 1 0 0,1 0-1 0 0,-1 0 0 0 0,1-1 0 0 0,-1 1 0 0 0,1 0 1 0 0,0 0-1 0 0,-1-1 0 0 0,1 1 0 0 0,0-1 1 0 0,-1 1-1 0 0,1-1 0 0 0,0 1 0 0 0,0-1 1 0 0,0 1-1 0 0,0-1 0 0 0,-1 0 0 0 0,1 1 0 0 0,0-1 1 0 0,0 0-1 0 0,0 0 0 0 0,0 0 0 0 0,0 0 1 0 0,1 1-1 0 0,-1-2 11 0 0,1 0 1 0 0,-1 1-1 0 0,1-1 0 0 0,-1 0 1 0 0,0 0-1 0 0,1 1 0 0 0,-1-1 1 0 0,0 0-1 0 0,0 0 1 0 0,0-1-1 0 0,0 1 0 0 0,0 0 1 0 0,0 0-1 0 0,2-3 0 0 0,3-6-100 0 0,-1-1 0 0 0,1 1 0 0 0,3-15 0 0 0,-8 22-93 0 0,22-71-1870 0 0,-9 27-3094 0 0,-5 23 457 0 0</inkml:trace>
</inkml:ink>
</file>

<file path=ppt/ink/ink2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8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61 203 1840 0 0,'-6'4'-998'0'0,"3"-3"1514"0"0,1 1 0 0 0,0 0 0 0 0,-1 0 0 0 0,1-1 0 0 0,-1 0 0 0 0,1 1-1 0 0,-1-1 1 0 0,0 0 0 0 0,1 0 0 0 0,-1-1 0 0 0,0 1 0 0 0,0 0 0 0 0,0-1 0 0 0,0 0 0 0 0,0 1 0 0 0,-4-2 0 0 0,6 1-500 0 0,1 0 1 0 0,0 0 0 0 0,0 0-1 0 0,0 0 1 0 0,-1 0-1 0 0,1-1 1 0 0,0 1 0 0 0,0 0-1 0 0,0 0 1 0 0,-1 0 0 0 0,1-1-1 0 0,0 1 1 0 0,0 0 0 0 0,0 0-1 0 0,0 0 1 0 0,0-1-1 0 0,-1 1 1 0 0,1 0 0 0 0,0 0-1 0 0,0-1 1 0 0,0 1 0 0 0,0 0-1 0 0,0 0 1 0 0,0-1-1 0 0,0 1 1 0 0,0 0 0 0 0,0 0-1 0 0,0-1 1 0 0,0 1 0 0 0,0 0-1 0 0,0 0 1 0 0,0-1-1 0 0,0 1 1 0 0,0 0 0 0 0,0 0-1 0 0,0-1 1 0 0,1 1 0 0 0,-1 0-1 0 0,0 0 1 0 0,10-12 19 0 0,14-6-321 0 0,-12 13 651 0 0,1 0 1 0 0,-1 1-1 0 0,1 0 0 0 0,-1 1 1 0 0,1 1-1 0 0,15-2 0 0 0,84 0 2064 0 0,-35 2-892 0 0,203-27 379 0 0,96-4-1486 0 0,-225 29 273 0 0,292-46-1 0 0,-242 15-5752 0 0,-195 34 3353 0 0</inkml:trace>
</inkml:ink>
</file>

<file path=ppt/ink/ink2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9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0 330 8754 0 0,'2'5'-4266'0'0,"-1"-3"4371"0"0,-1 0 0 0 0,1-1-1 0 0,0 1 1 0 0,0 0 0 0 0,0 0-1 0 0,1-1 1 0 0,-1 1 0 0 0,0-1-1 0 0,1 1 1 0 0,-1-1 0 0 0,0 0 0 0 0,1 0-1 0 0,0 1 1 0 0,2 1 0 0 0,4-1 728 0 0,-1 0 0 0 0,1 0 1 0 0,0 0-1 0 0,-1-1 0 0 0,12 0 1 0 0,11-1 230 0 0,35-4 1 0 0,-28 1-723 0 0,508-23-1378 0 0,-185 10 1735 0 0,158-10-417 0 0,-506 26-406 0 0,1-1-1 0 0,-1 2 1 0 0,0 0-1 0 0,23 4 1 0 0,-30-3-121 0 0,1 0 0 0 0,-1 0 0 0 0,0 0-1 0 0,1 1 1 0 0,-1 0 0 0 0,0 0 0 0 0,-1 0 0 0 0,1 0 0 0 0,0 1 0 0 0,-1 0-1 0 0,0 0 1 0 0,5 5 0 0 0,-2-1 42 0 0,-5-7 317 0 0,-1 0 0 0 0,0 1-1 0 0,0-1 1 0 0,1 0-1 0 0,-1 1 1 0 0,0-1 0 0 0,0 0-1 0 0,0 1 1 0 0,-1 0-1 0 0,1-1 1 0 0,0 1-1 0 0,0-1 1 0 0,-1 1 0 0 0,1 0-1 0 0,3 5 3010 0 0,-2-11-2794 0 0,106-276 1496 0 0,-106 276-1864 0 0,-1 0-1 0 0,1 1 1 0 0,0 0 0 0 0,0-1 0 0 0,0 1 0 0 0,0 0 0 0 0,1 0 0 0 0,-1 0 0 0 0,4-3 0 0 0,-5 6 29 0 0,-1 0-1 0 0,1-1 1 0 0,-1 1-1 0 0,1 0 0 0 0,-1 0 1 0 0,0-1-1 0 0,1 1 0 0 0,-1 0 1 0 0,1 0-1 0 0,-1 0 0 0 0,1 0 1 0 0,0 0-1 0 0,-1-1 0 0 0,1 1 1 0 0,-1 0-1 0 0,1 0 1 0 0,-1 0-1 0 0,1 0 0 0 0,-1 1 1 0 0,1-1-1 0 0,-1 0 0 0 0,1 0 1 0 0,-1 0-1 0 0,1 0 0 0 0,-1 0 1 0 0,1 1-1 0 0,1 0-1 0 0,-1 0 0 0 0,0 1 0 0 0,0-1-1 0 0,0 0 1 0 0,0 1 0 0 0,0-1 0 0 0,0 0 0 0 0,0 1-1 0 0,-1-1 1 0 0,1 1 0 0 0,0 0 0 0 0,-1-1 0 0 0,1 3-1 0 0,14 67-95 0 0,-12-53 297 0 0,0 0 0 0 0,2 0 0 0 0,11 31 0 0 0,-13-43-56 0 0,0 1 0 0 0,1-1 0 0 0,0 1 0 0 0,0-1 0 0 0,0 0 0 0 0,1 0 0 0 0,0-1 0 0 0,6 6-1 0 0,-10-10-104 0 0,0 0-1 0 0,1 0 0 0 0,-1 0 0 0 0,0 0 0 0 0,1 0 0 0 0,-1 0 0 0 0,1-1 1 0 0,-1 1-1 0 0,1 0 0 0 0,-1-1 0 0 0,1 0 0 0 0,-1 1 0 0 0,1-1 0 0 0,-1 0 1 0 0,1 1-1 0 0,-1-1 0 0 0,1 0 0 0 0,0 0 0 0 0,-1 0 0 0 0,1-1 0 0 0,-1 1 1 0 0,1 0-1 0 0,0-1 0 0 0,-1 1 0 0 0,1-1 0 0 0,-1 1 0 0 0,1-1 0 0 0,-1 0 1 0 0,0 1-1 0 0,1-1 0 0 0,-1 0 0 0 0,0 0 0 0 0,1 0 0 0 0,-1 0 0 0 0,0 0 1 0 0,0 0-1 0 0,0-1 0 0 0,0 1 0 0 0,0 0 0 0 0,0-1 0 0 0,0 1 0 0 0,1-3 1 0 0,13-21-196 0 0,-2-1 1 0 0,0-1-1 0 0,11-37 1 0 0,-12 32 112 0 0,1 1 1 0 0,17-32 0 0 0,-28 60 27 0 0,0 0 0 0 0,-1 0-1 0 0,1 0 1 0 0,0 0-1 0 0,1 0 1 0 0,-1 1-1 0 0,0-1 1 0 0,1 1-1 0 0,-1 0 1 0 0,1 0-1 0 0,0 0 1 0 0,5-3 0 0 0,-7 4 3 0 0,1 1 0 0 0,-1 0 0 0 0,0 0 0 0 0,1 0 0 0 0,-1 0 0 0 0,1 0 0 0 0,-1 0 0 0 0,0 1 0 0 0,1-1 0 0 0,-1 0 0 0 0,0 1 0 0 0,1-1 0 0 0,-1 1 0 0 0,0-1 0 0 0,0 1 1 0 0,0 0-1 0 0,1 0 0 0 0,-1-1 0 0 0,0 1 0 0 0,0 0 0 0 0,0 0 0 0 0,0 0 0 0 0,0 0 0 0 0,0 0 0 0 0,-1 0 0 0 0,1 0 0 0 0,0 1 0 0 0,0-1 0 0 0,-1 0 0 0 0,1 0 0 0 0,-1 1 0 0 0,1 1 1 0 0,8 17 107 0 0,-1 0 0 0 0,-1 0 0 0 0,0 1 0 0 0,3 22 0 0 0,-7-23 83 0 0,2-1 0 0 0,1-1 0 0 0,0 1 0 0 0,1-1-1 0 0,14 26 1 0 0,-18-39-148 0 0,20 30 51 0 0,-21-34-61 0 0,-1 1 0 0 0,0 0 0 0 0,1-1 0 0 0,-1 0 0 0 0,1 1 0 0 0,-1-1 0 0 0,1 0 0 0 0,0 0 1 0 0,-1 1-1 0 0,1-1 0 0 0,0-1 0 0 0,0 1 0 0 0,0 0 0 0 0,0 0 0 0 0,0-1 0 0 0,0 1 0 0 0,2 0 0 0 0,-3-2 6 0 0,0 1-1 0 0,0 0 1 0 0,1-1-1 0 0,-1 1 1 0 0,0-1-1 0 0,0 1 1 0 0,0-1-1 0 0,0 0 1 0 0,0 1-1 0 0,0-1 0 0 0,0 0 1 0 0,0 0-1 0 0,0 0 1 0 0,0 0-1 0 0,0 0 1 0 0,0 0-1 0 0,-1 0 1 0 0,1 0-1 0 0,0 0 1 0 0,-1 0-1 0 0,1-1 1 0 0,13-31 59 0 0,-11 25-57 0 0,23-73-911 0 0,-21 62 346 0 0,0 0 0 0 0,2 1-1 0 0,0-1 1 0 0,0 2 0 0 0,2-1-1 0 0,18-27 1 0 0,-26 43 520 0 0,1-1 0 0 0,0 1-1 0 0,-1 0 1 0 0,1 0 0 0 0,0 0 0 0 0,0 0 0 0 0,1 0 0 0 0,-1 1-1 0 0,0-1 1 0 0,1 1 0 0 0,-1-1 0 0 0,1 1 0 0 0,-1 0-1 0 0,1 0 1 0 0,0 0 0 0 0,-1 0 0 0 0,1 1 0 0 0,0-1 0 0 0,0 1-1 0 0,-1-1 1 0 0,1 1 0 0 0,4 0 0 0 0,-4 1 109 0 0,-1 0-1 0 0,1 0 1 0 0,0 0 0 0 0,-1 0 0 0 0,1 0-1 0 0,0 0 1 0 0,-1 1 0 0 0,0 0 0 0 0,1-1-1 0 0,-1 1 1 0 0,0 0 0 0 0,0 0-1 0 0,0 0 1 0 0,0 0 0 0 0,0 1 0 0 0,0-1-1 0 0,-1 0 1 0 0,1 1 0 0 0,-1 0 0 0 0,1-1-1 0 0,0 5 1 0 0,6 12 552 0 0,-1 1-1 0 0,-1 0 0 0 0,7 41 0 0 0,-6 21-4510 0 0,-7-70-1230 0 0</inkml:trace>
</inkml:ink>
</file>

<file path=ppt/ink/ink2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0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91 5985 0 0,'-1'1'76'0'0,"-31"14"228"0"0,30-14-433 0 0,1 0 0 0 0,-1 0 1 0 0,1 0-1 0 0,-1 0 0 0 0,1 0 1 0 0,0 1-1 0 0,-1-1 0 0 0,1 1 1 0 0,0-1-1 0 0,0 1 0 0 0,0-1 0 0 0,0 1 1 0 0,0-1-1 0 0,0 1 0 0 0,0 0 1 0 0,0 2-1 0 0,1-3 112 0 0,1-1 0 0 0,-1 1 1 0 0,0-1-1 0 0,1 1 0 0 0,-1-1 1 0 0,1 1-1 0 0,-1-1 0 0 0,1 1 0 0 0,-1-1 1 0 0,1 1-1 0 0,-1-1 0 0 0,1 1 1 0 0,-1-1-1 0 0,1 0 0 0 0,-1 1 0 0 0,1-1 1 0 0,0 0-1 0 0,-1 0 0 0 0,1 1 1 0 0,0-1-1 0 0,-1 0 0 0 0,1 0 0 0 0,0 0 1 0 0,-1 0-1 0 0,1 0 0 0 0,0 0 1 0 0,-1 0-1 0 0,2 0 0 0 0,23 1 1194 0 0,-25-1-1132 0 0,39-1 3482 0 0,47-8 0 0 0,40-12-217 0 0,2-1-1880 0 0,282-7-91 0 0,-120 14-766 0 0,-88 3 119 0 0,85-9-1224 0 0,-237 12-4965 0 0,-28 6-224 0 0</inkml:trace>
</inkml:ink>
</file>

<file path=ppt/ink/ink2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1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6913 0 0,'0'0'529'0'0,"31"-2"4074"0"0,-26 2-4473 0 0,-1-1 0 0 0,1 1 0 0 0,0 0 0 0 0,0 0 0 0 0,-1 0 0 0 0,1 1 0 0 0,0-1 0 0 0,-1 1 0 0 0,1 0 0 0 0,-1 1 0 0 0,1-1 0 0 0,-1 1 0 0 0,0 0 0 0 0,1 0 0 0 0,-1 0 0 0 0,0 1 0 0 0,0-1 0 0 0,-1 1 0 0 0,1 0 0 0 0,0 0 0 0 0,-1 0 0 0 0,0 1 0 0 0,0-1 0 0 0,0 1 0 0 0,0 0 0 0 0,0 0 0 0 0,-1 0 0 0 0,1 0 0 0 0,-1 0 0 0 0,-1 0 0 0 0,1 1 0 0 0,0-1 0 0 0,-1 1 0 0 0,0-1 0 0 0,1 6 0 0 0,2 60 1043 0 0,-6 98 0 0 0,0-17-992 0 0,3 16-173 0 0,3 88-27 0 0,1-180 89 0 0,20 104-1 0 0,-15-132-28 0 0,-2-1 0 0 0,-2 2 0 0 0,-2-1 0 0 0,-2 1 0 0 0,-5 50 0 0 0,0-47-434 0 0,1 0 1 0 0,3 0-1 0 0,9 61 1 0 0,-10-111 321 0 0,0-1 0 0 0,0 1 1 0 0,0 0-1 0 0,0 0 0 0 0,0 0 0 0 0,1 0 1 0 0,-1-1-1 0 0,0 1 0 0 0,0 0 1 0 0,1 0-1 0 0,-1 0 0 0 0,1-1 0 0 0,-1 1 1 0 0,1 0-1 0 0,-1-1 0 0 0,1 1 0 0 0,-1 0 1 0 0,1-1-1 0 0,0 1 0 0 0,-1-1 1 0 0,1 1-1 0 0,0-1 0 0 0,-1 1 0 0 0,1-1 1 0 0,0 1-1 0 0,0-1 0 0 0,-1 0 0 0 0,2 1 1 0 0,3-2-740 0 0</inkml:trace>
</inkml:ink>
</file>

<file path=ppt/ink/ink2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7370 0 0,'4'-1'373'0'0,"0"0"-1"0"0,0 0 1 0 0,1 1 0 0 0,-1-1 0 0 0,0 1 0 0 0,1 0 0 0 0,-1 0 0 0 0,5 1 0 0 0,3-1-437 0 0,26-1-1359 0 0,-1 1 0 0 0,40 5 0 0 0,-15 7 3153 0 0,-61-12-1670 0 0,1 0-1 0 0,0 0 1 0 0,-1 0 0 0 0,1 1-1 0 0,0-1 1 0 0,-1 1 0 0 0,1-1-1 0 0,-1 1 1 0 0,1 0-1 0 0,-1 0 1 0 0,1 0 0 0 0,-1-1-1 0 0,0 1 1 0 0,1 1 0 0 0,-1-1-1 0 0,0 0 1 0 0,0 0-1 0 0,0 0 1 0 0,1 1 0 0 0,-2-1-1 0 0,1 0 1 0 0,0 1 0 0 0,0-1-1 0 0,0 1 1 0 0,0-1 0 0 0,-1 1-1 0 0,1 0 1 0 0,-1-1-1 0 0,1 1 1 0 0,-1-1 0 0 0,0 4-1 0 0,0-1-97 0 0,-1 0 0 0 0,0-1 1 0 0,-1 1-1 0 0,1 0 0 0 0,-1 0 0 0 0,1-1 0 0 0,-1 1 0 0 0,0-1 0 0 0,0 1 0 0 0,-1-1 0 0 0,1 0 0 0 0,-5 5 0 0 0,-28 28-531 0 0,-43 35 1 0 0,-3 3 2097 0 0,79-72-1425 0 0,0 0 0 0 0,0 0-1 0 0,0 0 1 0 0,1 0 0 0 0,-1 0 0 0 0,1 0 0 0 0,0 1-1 0 0,-2 4 1 0 0,2-7-61 0 0,1 1 1 0 0,0 0-1 0 0,0 0 0 0 0,0-1 1 0 0,0 1-1 0 0,-1 0 0 0 0,1 0 1 0 0,1 0-1 0 0,-1-1 0 0 0,0 1 0 0 0,0 0 1 0 0,0 0-1 0 0,0-1 0 0 0,0 1 1 0 0,1 0-1 0 0,-1 0 0 0 0,0-1 1 0 0,1 1-1 0 0,-1 0 0 0 0,1 1 1 0 0,1-1-9 0 0,0 1 1 0 0,0 0-1 0 0,1-1 1 0 0,-1 0-1 0 0,0 1 0 0 0,1-1 1 0 0,-1 0-1 0 0,1 0 1 0 0,-1 0-1 0 0,1-1 1 0 0,0 1-1 0 0,-1-1 1 0 0,1 1-1 0 0,-1-1 1 0 0,6 0-1 0 0,13 0 641 0 0,38-4 0 0 0,-40 1-82 0 0,-1 2 0 0 0,35 1 0 0 0,-52 0-579 0 0,0 0-1 0 0,0 0 0 0 0,0 0 1 0 0,0 0-1 0 0,0 0 0 0 0,1 0 1 0 0,-1 1-1 0 0,0-1 1 0 0,0 0-1 0 0,0 1 0 0 0,0-1 1 0 0,0 1-1 0 0,0-1 0 0 0,0 1 1 0 0,0-1-1 0 0,0 1 0 0 0,0 0 1 0 0,0 0-1 0 0,-1-1 1 0 0,1 1-1 0 0,0 0 0 0 0,1 2 1 0 0,-2-2-22 0 0,0 0 0 0 0,0 0 0 0 0,0 0 0 0 0,0 0 0 0 0,0 0 1 0 0,0 0-1 0 0,0 0 0 0 0,0 0 0 0 0,0 0 0 0 0,-1 1 0 0 0,1-1 0 0 0,0 0 1 0 0,-1 0-1 0 0,1 0 0 0 0,-1 0 0 0 0,1 0 0 0 0,-1 0 0 0 0,-1 1 0 0 0,-5 7-44 0 0,0 0-1 0 0,-1-1 1 0 0,-14 12-1 0 0,14-13 270 0 0,-1 1-138 0 0,-1 0 188 0 0,1 1-1 0 0,0 1 1 0 0,-14 17 0 0 0,22-25-242 0 0,-1 0 0 0 0,1 0 1 0 0,0-1-1 0 0,0 1 0 0 0,0 0 1 0 0,0 0-1 0 0,0 0 0 0 0,0 0 1 0 0,1 0-1 0 0,-1 1 0 0 0,1-1 1 0 0,-1 0-1 0 0,1 0 0 0 0,0 0 1 0 0,0 0-1 0 0,0 1 0 0 0,0-1 1 0 0,0 0-1 0 0,0 0 0 0 0,0 0 1 0 0,1 0-1 0 0,0 1 0 0 0,-1-1 1 0 0,1 0-1 0 0,0 0 0 0 0,0 0 1 0 0,0 0-1 0 0,0 0 0 0 0,2 2 1 0 0,1 0-43 0 0,0 0 0 0 0,1-1 0 0 0,0 0 0 0 0,-1 0 0 0 0,1 0 0 0 0,0-1 0 0 0,1 1 0 0 0,-1-1 0 0 0,0 0 0 0 0,1-1 0 0 0,-1 1 0 0 0,1-1 0 0 0,-1 0 0 0 0,1-1-1 0 0,-1 1 1 0 0,8-1 0 0 0,-6 0 0 0 0,0 1 1 0 0,0 0-1 0 0,1 0 0 0 0,-1 0 0 0 0,0 1 0 0 0,0 0 0 0 0,0 1 0 0 0,12 6 0 0 0,-18-9 10 0 0,-1 1-1 0 0,0-1 1 0 0,0 1 0 0 0,0-1 0 0 0,1 1 0 0 0,-1-1 0 0 0,0 1 0 0 0,0-1-1 0 0,0 1 1 0 0,0-1 0 0 0,0 1 0 0 0,0-1 0 0 0,0 1 0 0 0,0-1-1 0 0,0 1 1 0 0,0-1 0 0 0,0 1 0 0 0,-1-1 0 0 0,1 1 0 0 0,0-1 0 0 0,0 0-1 0 0,0 1 1 0 0,-1-1 0 0 0,1 1 0 0 0,0-1 0 0 0,0 1 0 0 0,-1-1 0 0 0,1 0-1 0 0,0 1 1 0 0,-1-1 0 0 0,1 0 0 0 0,-1 1 0 0 0,1-1 0 0 0,0 0 0 0 0,-1 1-1 0 0,1-1 1 0 0,-1 0 0 0 0,1 0 0 0 0,-1 1 0 0 0,-25 18-444 0 0,17-13 353 0 0,8-5 60 0 0,0 0-1 0 0,0-1 0 0 0,0 1 0 0 0,0 0 0 0 0,0 1 0 0 0,0-1 0 0 0,0 0 1 0 0,0 0-1 0 0,0 0 0 0 0,0 0 0 0 0,1 1 0 0 0,-1-1 0 0 0,1 0 0 0 0,-1 1 0 0 0,0 1 1 0 0,1-2-20 0 0,0 0 0 0 0,0-1 0 0 0,0 1 1 0 0,0 0-1 0 0,1-1 0 0 0,-1 1 1 0 0,0-1-1 0 0,0 1 0 0 0,1 0 0 0 0,-1-1 1 0 0,0 1-1 0 0,1-1 0 0 0,-1 1 0 0 0,0-1 1 0 0,1 1-1 0 0,-1-1 0 0 0,1 1 1 0 0,-1-1-1 0 0,1 1 0 0 0,-1-1 0 0 0,1 1 1 0 0,-1-1-1 0 0,2 1 0 0 0,4 2-318 0 0,0-1 0 0 0,0 0-1 0 0,0 0 1 0 0,0 0 0 0 0,10 1-1 0 0,-12-2 347 0 0,16 3 340 0 0,-13-2 265 0 0,1 0-1 0 0,0 0 1 0 0,0-1 0 0 0,-1 0 0 0 0,1-1-1 0 0,0 0 1 0 0,0 0 0 0 0,13-2 0 0 0,-11-4-40 0 0</inkml:trace>
</inkml:ink>
</file>

<file path=ppt/ink/ink2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 11522 0 0,'-1'0'382'0'0,"0"0"-1"0"0,0 0 1 0 0,0 1-1 0 0,0-1 1 0 0,0 0-1 0 0,-7 5 3053 0 0,7-3-3053 0 0,-21 28-3063 0 0,12-16 997 0 0,0 2 2825 0 0,0 0 0 0 0,1 0 0 0 0,1 1 0 0 0,0 0 0 0 0,-6 24 1 0 0,4-14-1149 0 0,4-10 56 0 0,1-1 0 0 0,1 1 0 0 0,1 0 0 0 0,-2 32 0 0 0,4 74 720 0 0,2-68-519 0 0,20 266-223 0 0,26-2 180 0 0,-29-207-158 0 0,-10-39 4 0 0,-4 143 0 0 0,1 11 4 0 0,0-177-897 0 0,4 50-4996 0 0</inkml:trace>
</inkml:ink>
</file>

<file path=ppt/ink/ink2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6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951 1006 3225 0 0,'3'-19'1347'0'0,"-2"18"-1196"0"0,-1-1 1 0 0,1 1 0 0 0,-1-1-1 0 0,0 1 1 0 0,1 0-1 0 0,-1-1 1 0 0,0 1 0 0 0,0-1-1 0 0,0 1 1 0 0,0-1 0 0 0,0 1-1 0 0,-1-3 1 0 0,0 3-41 0 0,0 1 0 0 0,0-1 1 0 0,1 0-1 0 0,-1 1 0 0 0,0-1 0 0 0,0 1 0 0 0,0 0 1 0 0,0-1-1 0 0,0 1 0 0 0,0 0 0 0 0,0-1 0 0 0,0 1 1 0 0,0 0-1 0 0,0 0 0 0 0,0 0 0 0 0,0 0 0 0 0,0 0 0 0 0,0 0 1 0 0,0 0-1 0 0,0 0 0 0 0,0 0 0 0 0,0 1 0 0 0,0-1 1 0 0,1 0-1 0 0,-3 1 0 0 0,0 0 200 0 0,1-1 0 0 0,-1 1 0 0 0,1-1 0 0 0,-1 0 0 0 0,0 0 0 0 0,1 0 0 0 0,-1-1 0 0 0,1 1 0 0 0,-1-1 0 0 0,1 1 0 0 0,-1-1 0 0 0,1 0 0 0 0,-1 0 0 0 0,1 0 0 0 0,0 0 0 0 0,-1 0 1 0 0,1-1-1 0 0,-3-1 0 0 0,-2-4 521 0 0,0 1 1 0 0,1-1 0 0 0,-11-14 0 0 0,12 14-689 0 0,-1 0 0 0 0,1 0 1 0 0,-1 1-1 0 0,0 0 0 0 0,-9-6 0 0 0,-26-18 86 0 0,0-2 0 0 0,2-2 1 0 0,2-1-1 0 0,1-3 0 0 0,2 0 0 0 0,-48-70 0 0 0,5 0 138 0 0,-5 4-1 0 0,-4 4 0 0 0,-122-111 1 0 0,172 185-3177 0 0</inkml:trace>
</inkml:ink>
</file>

<file path=ppt/ink/ink2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7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1845 10 10594 0 0,'0'-1'17'0'0,"0"1"0"0"0,-1-1 0 0 0,1 1 0 0 0,0-1 0 0 0,0 1 1 0 0,0-1-1 0 0,-1 1 0 0 0,1-1 0 0 0,0 1 0 0 0,-1 0 0 0 0,1-1 0 0 0,-1 1 0 0 0,1-1 0 0 0,0 1 0 0 0,-1 0 0 0 0,1-1 0 0 0,-1 1 0 0 0,1 0 0 0 0,-1-1 0 0 0,1 1 0 0 0,-1 0 0 0 0,1 0 0 0 0,-1 0 0 0 0,1 0 0 0 0,-1-1 0 0 0,1 1 0 0 0,-1 0 0 0 0,0 0 0 0 0,1 0 0 0 0,-1 0 1 0 0,1 0-1 0 0,-1 0 0 0 0,1 0 0 0 0,-1 0 0 0 0,1 0 0 0 0,-1 1 0 0 0,1-1 0 0 0,-2 0 0 0 0,-20 6-95 0 0,7 1 71 0 0,1 1 0 0 0,0 1 0 0 0,0 0-1 0 0,1 1 1 0 0,0 0 0 0 0,1 1 0 0 0,-15 17 0 0 0,-72 95 1525 0 0,77-93-1373 0 0,-512 604 1572 0 0,498-593-1714 0 0,-344 342 313 0 0,212-222 348 0 0,-36 22 454 0 0,159-147-1210 0 0,-2-3 0 0 0,-89 47 0 0 0,125-74-1232 0 0</inkml:trace>
</inkml:ink>
</file>

<file path=ppt/ink/ink2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77 210 920 0 0,'1'-1'26'0'0,"0"1"0"0"0,-1 0 0 0 0,1-1-1 0 0,0 1 1 0 0,0 0 0 0 0,0-1 0 0 0,-1 1 0 0 0,1-1-1 0 0,0 1 1 0 0,-1-1 0 0 0,1 1 0 0 0,0-1 0 0 0,-1 0-1 0 0,1 1 1 0 0,-1-1 0 0 0,1 0 0 0 0,-1 1-1 0 0,1-1 1 0 0,-1 0 0 0 0,1 0 0 0 0,-1 0 0 0 0,0 1-1 0 0,1-2 1 0 0,-1 1 46 0 0,-1 0-1 0 0,1 0 0 0 0,0 1 1 0 0,-1-1-1 0 0,1 0 1 0 0,0 1-1 0 0,-1-1 0 0 0,1 1 1 0 0,-1-1-1 0 0,1 1 0 0 0,-1-1 1 0 0,1 1-1 0 0,-1-1 1 0 0,0 1-1 0 0,1-1 0 0 0,-1 1 1 0 0,1-1-1 0 0,-1 1 1 0 0,0 0-1 0 0,-1-1 0 0 0,-2-1 252 0 0,0 1 1 0 0,-1 0-1 0 0,1 0 0 0 0,0 0 0 0 0,-1 0 0 0 0,1 0 1 0 0,-9 1-1 0 0,11 0-305 0 0,0 1 0 0 0,0-1 0 0 0,1 0 0 0 0,-1 0 0 0 0,0 0 0 0 0,0 0 0 0 0,1 0 0 0 0,-1 0 0 0 0,0-1 0 0 0,0 1 0 0 0,1-1 0 0 0,-1 1 0 0 0,0-1 0 0 0,1 0 0 0 0,-3 0 0 0 0,3 0 16 0 0,1 1 1 0 0,-1-1-1 0 0,1 1 0 0 0,-1-1 1 0 0,1 0-1 0 0,-1 1 1 0 0,1-1-1 0 0,0 0 0 0 0,-1 1 1 0 0,1-1-1 0 0,0 0 1 0 0,-1 0-1 0 0,1 1 0 0 0,0-1 1 0 0,0 0-1 0 0,0 0 1 0 0,0 0-1 0 0,0 1 0 0 0,0-1 1 0 0,0 0-1 0 0,0 0 1 0 0,0 1-1 0 0,0-3 0 0 0,1 0 165 0 0,0-1-1 0 0,1 1 0 0 0,-1-1 0 0 0,1 1 0 0 0,0-1 1 0 0,0 1-1 0 0,0 0 0 0 0,0 0 0 0 0,0 0 0 0 0,1 0 1 0 0,-1 0-1 0 0,5-3 0 0 0,7-5 74 0 0,0 2 1 0 0,0 0-1 0 0,1 0 1 0 0,0 1-1 0 0,0 1 1 0 0,1 1-1 0 0,18-6 1 0 0,3 2-111 0 0,0 2 1 0 0,42-5-1 0 0,-63 11-18 0 0,0 0-1 0 0,0 2 0 0 0,0-1 0 0 0,0 2 1 0 0,23 3-1 0 0,-35-3-110 0 0,-1 0 1 0 0,1-1-1 0 0,-1 1 0 0 0,1 1 1 0 0,-1-1-1 0 0,0 0 0 0 0,0 1 0 0 0,0-1 1 0 0,0 1-1 0 0,0 0 0 0 0,0 0 1 0 0,0 0-1 0 0,-1 1 0 0 0,1-1 1 0 0,-1 1-1 0 0,1-1 0 0 0,-1 1 1 0 0,0 0-1 0 0,0 0 0 0 0,0 0 1 0 0,0 0-1 0 0,-1 0 0 0 0,1 0 0 0 0,-1 0 1 0 0,0 1-1 0 0,0-1 0 0 0,0 1 1 0 0,0-1-1 0 0,-1 1 0 0 0,0-1 1 0 0,1 5-1 0 0,-2 9 23 0 0,0 0 0 0 0,-1 0-1 0 0,0 0 1 0 0,-2 0 0 0 0,0 0 0 0 0,-1-1 0 0 0,0 1 0 0 0,-1-1-1 0 0,-1-1 1 0 0,-17 30 0 0 0,8-21 35 0 0,0 0 0 0 0,-2-1 0 0 0,0 0 0 0 0,-2-2 0 0 0,-36 33 0 0 0,38-42-88 0 0,16-12-6 0 0,11-8-9 0 0,3-2-216 0 0,1 1 0 0 0,0 1 0 0 0,1 0 1 0 0,0 1-1 0 0,0 0 0 0 0,0 2 0 0 0,1-1 0 0 0,0 2 0 0 0,0 0 0 0 0,27-4 0 0 0,-16 5 183 0 0,1 0-1 0 0,-1 2 1 0 0,1 2 0 0 0,-1 0-1 0 0,42 7 1 0 0,-44-3 231 0 0,1 1 1 0 0,41 16-1 0 0,-60-20-114 0 0,0 0 0 0 0,0 1-1 0 0,0 0 1 0 0,0 1 0 0 0,0-1-1 0 0,-1 1 1 0 0,1 0-1 0 0,-1 0 1 0 0,0 1 0 0 0,0 0-1 0 0,-1-1 1 0 0,1 2 0 0 0,-1-1-1 0 0,0 0 1 0 0,5 11 0 0 0,-8-12 1 0 0,0-1 1 0 0,0 1 0 0 0,0-1-1 0 0,0 1 1 0 0,-1-1 0 0 0,1 1 0 0 0,-1 0-1 0 0,0-1 1 0 0,0 1 0 0 0,-1 0-1 0 0,1-1 1 0 0,-1 1 0 0 0,0-1-1 0 0,-1 7 1 0 0,-1-3 52 0 0,-1 0 0 0 0,1 0-1 0 0,-1 0 1 0 0,0-1 0 0 0,0 1 0 0 0,-9 8 0 0 0,-3 2 33 0 0,-1-1 1 0 0,-1-1 0 0 0,-31 21-1 0 0,-12 2-920 0 0,18-22-2907 0 0</inkml:trace>
</inkml:ink>
</file>

<file path=ppt/ink/ink2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2 13827 0 0,'-1'0'9'0'0,"1"-1"1"0"0,-1 1-1 0 0,0 0 0 0 0,0 0 1 0 0,1 0-1 0 0,-1 0 0 0 0,0 0 1 0 0,0 0-1 0 0,1 0 0 0 0,-1 0 1 0 0,0 0-1 0 0,0 0 0 0 0,1 0 1 0 0,-1 1-1 0 0,0-1 0 0 0,0 0 1 0 0,1 0-1 0 0,-1 1 0 0 0,0-1 1 0 0,1 0-1 0 0,-1 1 0 0 0,0-1 1 0 0,1 1-1 0 0,-1-1 0 0 0,1 1 1 0 0,-1-1-1 0 0,1 1 0 0 0,-1-1 1 0 0,1 1-1 0 0,-1 0 0 0 0,1-1 1 0 0,-1 1-1 0 0,1 0 0 0 0,-1 0 1 0 0,-23 33-313 0 0,15-21 815 0 0,4-6-643 0 0,-20 28-1498 0 0,24-35 1546 0 0,1 1 1 0 0,-1 0-1 0 0,0-1 0 0 0,1 1 0 0 0,0 0 1 0 0,-1-1-1 0 0,1 1 0 0 0,-1 0 0 0 0,1 0 1 0 0,0-1-1 0 0,-1 1 0 0 0,1 0 1 0 0,0 0-1 0 0,0 0 0 0 0,0 0 0 0 0,0-1 1 0 0,0 1-1 0 0,0 0 0 0 0,0 0 0 0 0,0 0 1 0 0,0 0-1 0 0,0-1 0 0 0,0 1 1 0 0,0 0-1 0 0,1 0 0 0 0,-1 0 0 0 0,0 0 1 0 0,0-1-1 0 0,1 1 0 0 0,-1 0 0 0 0,1 0 1 0 0,-1-1-1 0 0,1 1 0 0 0,-1 0 0 0 0,1-1 1 0 0,0 2-1 0 0,5-3 74 0 0,-1-6 62 0 0</inkml:trace>
</inkml:ink>
</file>

<file path=ppt/ink/ink2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22 163 2761 0 0,'-2'-1'182'0'0,"1"0"1"0"0,-1 0-1 0 0,1 0 0 0 0,-1 1 1 0 0,0-1-1 0 0,1-1 1 0 0,0 1-1 0 0,-1 0 1 0 0,1 0-1 0 0,0 0 1 0 0,-1-1-1 0 0,0-1 1 0 0,1 2-155 0 0,1-1 1 0 0,0 1 0 0 0,0 0 0 0 0,0 0-1 0 0,0-1 1 0 0,0 1 0 0 0,0 0-1 0 0,0 0 1 0 0,0-1 0 0 0,0 1 0 0 0,0 0-1 0 0,1 0 1 0 0,-1-1 0 0 0,0 1 0 0 0,1 0-1 0 0,-1 0 1 0 0,1 0 0 0 0,-1 0-1 0 0,1 0 1 0 0,1-2 0 0 0,2-2 91 0 0,0-1 0 0 0,0 0 1 0 0,1 1-1 0 0,0 0 0 0 0,0 0 0 0 0,1 1 1 0 0,-1 0-1 0 0,1-1 0 0 0,12-5 0 0 0,1 0 893 0 0,40-15-1 0 0,-36 17-51 0 0,36-8-1 0 0,-52 14-852 0 0,1 1-1 0 0,0 0 1 0 0,0 0-1 0 0,-1 1 1 0 0,1 0-1 0 0,0 0 1 0 0,0 1-1 0 0,15 3 1 0 0,-22-4-94 0 0,1 1 0 0 0,-1 0 0 0 0,0-1-1 0 0,1 1 1 0 0,-1 0 0 0 0,1 0 0 0 0,-1-1 0 0 0,0 1 0 0 0,0 0 0 0 0,0 0 0 0 0,1 1 0 0 0,-1-1 0 0 0,0 0-1 0 0,0 0 1 0 0,0 0 0 0 0,-1 1 0 0 0,1-1 0 0 0,0 1 0 0 0,0-1 0 0 0,0 2 0 0 0,0 1 7 0 0,0 0 1 0 0,0 0 0 0 0,-1 0 0 0 0,1 0-1 0 0,-1 0 1 0 0,0 0 0 0 0,0-1-1 0 0,-1 6 1 0 0,-2 6 49 0 0,0 0 0 0 0,-1 0 1 0 0,-6 15-1 0 0,10-29-66 0 0,-33 70 479 0 0,25-57-426 0 0,1 1-1 0 0,0 1 1 0 0,1-1 0 0 0,0 1-1 0 0,-4 22 1 0 0,10-38-63 0 0,0 1 0 0 0,0-1 0 0 0,1 1 0 0 0,-1-1 1 0 0,0 1-1 0 0,0-1 0 0 0,0 1 0 0 0,0-1 0 0 0,1 1 0 0 0,-1-1 0 0 0,0 0 1 0 0,0 1-1 0 0,1-1 0 0 0,-1 1 0 0 0,0-1 0 0 0,0 0 0 0 0,1 1 0 0 0,-1-1 0 0 0,1 0 1 0 0,-1 1-1 0 0,0-1 0 0 0,1 0 0 0 0,-1 0 0 0 0,1 1 0 0 0,-1-1 0 0 0,0 0 1 0 0,1 0-1 0 0,-1 0 0 0 0,1 0 0 0 0,-1 0 0 0 0,1 0 0 0 0,-1 1 0 0 0,1-1 1 0 0,-1 0-1 0 0,1 0 0 0 0,-1 0 0 0 0,1 0 0 0 0,-1-1 0 0 0,1 1 0 0 0,-1 0 0 0 0,1 0 1 0 0,0 0-1 0 0,27-5-551 0 0,-23 3 393 0 0,1 1 95 0 0,0 0 1 0 0,0 0-1 0 0,0 1 1 0 0,0-1-1 0 0,0 1 1 0 0,0 0-1 0 0,0 1 1 0 0,0-1-1 0 0,0 1 1 0 0,0 1-1 0 0,7 2 1 0 0,-11-3 75 0 0,1 0-1 0 0,-1 0 1 0 0,0 1 0 0 0,0-1 0 0 0,0 1 0 0 0,0 0-1 0 0,0-1 1 0 0,0 1 0 0 0,0 0 0 0 0,-1 0-1 0 0,1 0 1 0 0,-1 1 0 0 0,1-1 0 0 0,-1 0 0 0 0,0 1-1 0 0,0-1 1 0 0,0 0 0 0 0,0 1 0 0 0,0-1 0 0 0,0 1-1 0 0,-1-1 1 0 0,1 1 0 0 0,-1 0 0 0 0,0-1-1 0 0,0 1 1 0 0,0 0 0 0 0,0-1 0 0 0,-1 4 0 0 0,0 5 87 0 0,-1-1 0 0 0,0 1 0 0 0,0-1 1 0 0,-1 0-1 0 0,-1 0 0 0 0,0 0 1 0 0,0 0-1 0 0,-1 0 0 0 0,0-1 0 0 0,0 0 1 0 0,-1 0-1 0 0,-1 0 0 0 0,1-1 0 0 0,-1 0 1 0 0,-1 0-1 0 0,0 0 0 0 0,-14 10 1 0 0,7-10-2142 0 0</inkml:trace>
</inkml:ink>
</file>

<file path=ppt/ink/ink2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0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0 395 10138 0 0,'37'13'399'0'0,"19"21"-486"0"0,-10-4 1100 0 0,1-3 0 0 0,2-1 0 0 0,1-2 0 0 0,65 21 0 0 0,-113-44-980 0 0,0-1-1 0 0,0 1 0 0 0,0 0 1 0 0,1-1-1 0 0,-1 1 0 0 0,0-1 1 0 0,0 0-1 0 0,1 0 1 0 0,-1 0-1 0 0,0 0 0 0 0,1 0 1 0 0,-1 0-1 0 0,0 0 0 0 0,0-1 1 0 0,1 1-1 0 0,-1-1 0 0 0,0 0 1 0 0,0 0-1 0 0,0 0 1 0 0,0 0-1 0 0,0 0 0 0 0,0 0 1 0 0,0 0-1 0 0,0-1 0 0 0,0 1 1 0 0,0-1-1 0 0,-1 1 0 0 0,1-1 1 0 0,-1 0-1 0 0,1 0 0 0 0,-1 1 1 0 0,1-1-1 0 0,-1 0 1 0 0,0 0-1 0 0,0 0 0 0 0,0-1 1 0 0,0 1-1 0 0,-1 0 0 0 0,1 0 1 0 0,-1 0-1 0 0,1-4 0 0 0,2-11 182 0 0,-1 1 0 0 0,-1-1 0 0 0,-1 0 0 0 0,-3-29-1 0 0,2 25 104 0 0,-26-187 1503 0 0,22 181-1677 0 0,2 12-313 0 0,1 0 1 0 0,0 0-1 0 0,1 1 1 0 0,0-2-1 0 0,2 1 1 0 0,-1 0-1 0 0,2 1 1 0 0,5-24-1 0 0,0 23-669 0 0,3 5-7 0 0</inkml:trace>
</inkml:ink>
</file>

<file path=ppt/ink/ink2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17972 0 0,'0'1'18'0'0,"0"-1"1"0"0,0 1-1 0 0,0-1 1 0 0,0 1 0 0 0,0-1-1 0 0,0 1 1 0 0,0-1-1 0 0,0 0 1 0 0,0 1-1 0 0,0-1 1 0 0,0 1-1 0 0,0-1 1 0 0,0 1-1 0 0,1-1 1 0 0,-1 1 0 0 0,0-1-1 0 0,0 1 1 0 0,1-1-1 0 0,-1 0 1 0 0,0 1-1 0 0,1-1 1 0 0,-1 1-1 0 0,0-1 1 0 0,1 0-1 0 0,-1 1 1 0 0,0-1 0 0 0,1 0-1 0 0,-1 0 1 0 0,1 1-1 0 0,-1-1 1 0 0,1 0-1 0 0,-1 0 1 0 0,0 0-1 0 0,1 1 1 0 0,0-1-1 0 0,19 10-1319 0 0,6 0 729 0 0,1-2-1 0 0,52 10 0 0 0,12 3 364 0 0,173 70 2850 0 0,-209-67-1713 0 0,-1 2 0 0 0,84 54 0 0 0,92 94 29 0 0,3 1-1087 0 0,-192-148-116 0 0,1-2 0 0 0,75 32 0 0 0,-90-46 62 0 0,1-2-1 0 0,0 0 1 0 0,0-2 0 0 0,0-1-1 0 0,54 4 1 0 0,-64-10-1538 0 0</inkml:trace>
</inkml:ink>
</file>

<file path=ppt/ink/ink2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879 0 11979 0 0,'-2'1'118'0'0,"0"-1"0"0"0,1 1 0 0 0,-1-1 0 0 0,0 1 0 0 0,1 0 0 0 0,-1 0 0 0 0,0 0 0 0 0,1 0 0 0 0,-1 0 0 0 0,1 0 0 0 0,0 0 0 0 0,-1 0 0 0 0,1 0 0 0 0,0 1 0 0 0,0-1 0 0 0,0 1 0 0 0,0-1 0 0 0,-2 3 0 0 0,-20 36-957 0 0,15-24 864 0 0,-152 227-993 0 0,55-90 1783 0 0,-166 280 2870 0 0,13 8-4549 0 0,250-425 868 0 0,-9 12-666 0 0</inkml:trace>
</inkml:ink>
</file>

<file path=ppt/ink/ink2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2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524 25 2761 0 0,'-42'-18'249'0'0,"30"12"-221"0"0,11 6-60 0 0,15 28 4974 0 0,29 57 701 0 0,-28-52-5269 0 0,2-2 0 0 0,1 1 0 0 0,1-2 0 0 0,30 35 0 0 0,-11-27-162 0 0,2-1 1 0 0,2-2 0 0 0,1-2-1 0 0,1-2 1 0 0,88 46 0 0 0,-113-71-569 0 0,-15-6 347 0 0,-13-4 10 0 0,4 2-71 0 0,-1 1 0 0 0,0 0 1 0 0,1 0-1 0 0,-1 1 0 0 0,0-1 1 0 0,0 1-1 0 0,1 0 0 0 0,-1 1 0 0 0,0-1 1 0 0,1 1-1 0 0,-10 3 0 0 0,-64 23-923 0 0,62-21 933 0 0,-550 226 4422 0 0,494-202-3668 0 0,-27 11-1342 0 0,35-7-3349 0 0,46-23-1559 0 0</inkml:trace>
</inkml:ink>
</file>

<file path=ppt/ink/ink2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3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448 73 2761 0 0,'-8'-32'2167'0'0,"8"29"-2020"0"0,0 0-1 0 0,0 0 1 0 0,-1 0-1 0 0,1 0 1 0 0,-1 0 0 0 0,0 0-1 0 0,0 0 1 0 0,0 0-1 0 0,-1 0 1 0 0,1 0-1 0 0,-3-4 1 0 0,3 7-73 0 0,0 0 0 0 0,-1 0 0 0 0,1-1 1 0 0,0 1-1 0 0,0 0 0 0 0,-1 0 0 0 0,1 0 0 0 0,0 0 0 0 0,-1 0 1 0 0,1 0-1 0 0,0 1 0 0 0,0-1 0 0 0,0 0 0 0 0,-1 1 1 0 0,1-1-1 0 0,0 1 0 0 0,0-1 0 0 0,-2 2 0 0 0,-26 13 2054 0 0,27-14-1883 0 0,-12 8 42 0 0,-1 1 1 0 0,2 0-1 0 0,-1 1 0 0 0,2 1 1 0 0,-1 0-1 0 0,2 1 1 0 0,-14 17-1 0 0,-64 106 303 0 0,77-115-272 0 0,-7 9-49 0 0,-11 19 621 0 0,-44 95 0 0 0,68-130-766 0 0,1 0 0 0 0,0 0 1 0 0,1 0-1 0 0,1 1 0 0 0,0-1 0 0 0,1 1 0 0 0,0 0 0 0 0,2 0 0 0 0,-1-1 0 0 0,2 1 0 0 0,0 0 0 0 0,4 20 0 0 0,-2-26-108 0 0,0 0-1 0 0,0 0 1 0 0,1 0-1 0 0,1-1 1 0 0,0 1-1 0 0,0-1 0 0 0,0 0 1 0 0,1-1-1 0 0,0 1 1 0 0,0-1-1 0 0,1 0 1 0 0,0-1-1 0 0,0 1 0 0 0,1-1 1 0 0,0-1-1 0 0,0 0 1 0 0,0 0-1 0 0,1 0 1 0 0,10 3-1 0 0,-11-4-31 0 0,1-1 0 0 0,0 0 0 0 0,1 0 0 0 0,-1-1 0 0 0,0 0-1 0 0,1-1 1 0 0,-1 0 0 0 0,1-1 0 0 0,-1 0 0 0 0,1 0 0 0 0,-1-1 0 0 0,1 0 0 0 0,-1-1 0 0 0,1 0 0 0 0,-1 0-1 0 0,0-1 1 0 0,0 0 0 0 0,0 0 0 0 0,11-8 0 0 0,-13 7-252 0 0,-1-1-1 0 0,0 0 1 0 0,0 0-1 0 0,0-1 1 0 0,-1 1-1 0 0,1-1 1 0 0,-2-1 0 0 0,1 1-1 0 0,-1-1 1 0 0,0 1-1 0 0,0-1 1 0 0,0-1-1 0 0,-1 1 1 0 0,0 0-1 0 0,-1-1 1 0 0,0 1 0 0 0,2-11-1 0 0,-3 13 86 0 0,0-1-1 0 0,-1 1 1 0 0,0 0 0 0 0,1 0-1 0 0,-2 0 1 0 0,1 0 0 0 0,-1 0-1 0 0,1 0 1 0 0,-1 0 0 0 0,-1 0-1 0 0,1 0 1 0 0,-1 0-1 0 0,0 0 1 0 0,0 1 0 0 0,0-1-1 0 0,-1 1 1 0 0,1-1 0 0 0,-1 1-1 0 0,0 0 1 0 0,0 0-1 0 0,-1 0 1 0 0,1 0 0 0 0,-1 1-1 0 0,0-1 1 0 0,0 1 0 0 0,0 0-1 0 0,-7-3 1 0 0,7 3 161 0 0,-1 1 0 0 0,1 0 0 0 0,0-1 1 0 0,0 0-1 0 0,0 0 0 0 0,0 0 0 0 0,-5-6 0 0 0,9 8 23 0 0,-1 0-1 0 0,1 1 0 0 0,-1-1 1 0 0,1 0-1 0 0,0 0 1 0 0,-1 0-1 0 0,1 1 0 0 0,0-1 1 0 0,0 0-1 0 0,-1 0 1 0 0,1 0-1 0 0,0 0 0 0 0,0 0 1 0 0,0 1-1 0 0,0-1 1 0 0,0 0-1 0 0,0 0 0 0 0,0 0 1 0 0,1-1-1 0 0,-1 1-2 0 0,1-1 0 0 0,0 0-1 0 0,0 1 1 0 0,0-1 0 0 0,0 1-1 0 0,0 0 1 0 0,0-1 0 0 0,0 1 0 0 0,1 0-1 0 0,-1 0 1 0 0,0-1 0 0 0,1 1-1 0 0,1-1 1 0 0,10-6-202 0 0,0 1 1 0 0,1 0-1 0 0,-1 1 0 0 0,2 0 1 0 0,-1 1-1 0 0,1 1 0 0 0,-1 0 1 0 0,22-2-1 0 0,-15 3 272 0 0,0 1 1 0 0,0 1-1 0 0,0 1 0 0 0,1 1 1 0 0,30 6-1 0 0,-48-7 165 0 0,0 1 0 0 0,-1 0 0 0 0,1 1-1 0 0,0-1 1 0 0,-1 1 0 0 0,1-1 0 0 0,-1 1 0 0 0,1 0-1 0 0,-1 1 1 0 0,0-1 0 0 0,0 0 0 0 0,0 1-1 0 0,0 0 1 0 0,0 0 0 0 0,-1-1 0 0 0,1 2 0 0 0,-1-1-1 0 0,0 0 1 0 0,0 0 0 0 0,0 1 0 0 0,0-1 0 0 0,-1 1-1 0 0,1 0 1 0 0,-1-1 0 0 0,0 1 0 0 0,1 6 0 0 0,1 9 584 0 0,-1 1 0 0 0,0-1 1 0 0,-2 1-1 0 0,-2 24 1 0 0,1-2-496 0 0,1-38-299 0 0,0 29 405 0 0,4 34 0 0 0,-2-57-439 0 0,-1-1 0 0 0,1 1 0 0 0,1-1-1 0 0,-1 0 1 0 0,2 1 0 0 0,-1-2 0 0 0,1 1 0 0 0,7 11-1 0 0,-10-19-110 0 0,-1 0 0 0 0,1-1 1 0 0,-1 1-1 0 0,0-1 0 0 0,1 1 0 0 0,-1-1 0 0 0,1 1 0 0 0,-1-1 0 0 0,1 1 0 0 0,-1-1 0 0 0,1 1 0 0 0,0-1 0 0 0,-1 0 0 0 0,1 1 0 0 0,0-1 0 0 0,-1 0 1 0 0,1 1-1 0 0,0-1 0 0 0,-1 0 0 0 0,1 0 0 0 0,0 0 0 0 0,-1 0 0 0 0,1 0 0 0 0,0 0 0 0 0,-1 0 0 0 0,1 0 0 0 0,1 0 0 0 0</inkml:trace>
</inkml:ink>
</file>

<file path=ppt/ink/ink2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0 16067 0 0,'-1'1'15'0'0,"-1"-1"1"0"0,1 1-1 0 0,0 0 0 0 0,-1 0 0 0 0,1-1 0 0 0,0 1 0 0 0,-1 0 0 0 0,1 0 0 0 0,0 0 0 0 0,0 0 0 0 0,0 0 0 0 0,0 1 0 0 0,0-1 0 0 0,0 0 0 0 0,0 0 0 0 0,0 1 0 0 0,1-1 0 0 0,-1 1 0 0 0,0-1 0 0 0,1 0 0 0 0,-1 1 0 0 0,1-1 0 0 0,0 1 0 0 0,-1 0 0 0 0,1 1 0 0 0,-10 49-2944 0 0,9-45 3028 0 0,-4 40-328 0 0,1 59 0 0 0,7-34 2605 0 0,3 0 1 0 0,30 139-1 0 0,-35-207-2518 0 0,-1 0-189 0 0,1 1-1 0 0,0-1 1 0 0,0 1 0 0 0,1-1-1 0 0,-1 0 1 0 0,1 0 0 0 0,0 1-1 0 0,0-1 1 0 0,5 7 0 0 0,-3-10-1118 0 0</inkml:trace>
</inkml:ink>
</file>

<file path=ppt/ink/ink2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1 165 17972 0 0,'3'3'1185'0'0,"12"8"-4914"0"0,1 0 222 0 0,-6-1 2600 0 0,-1 1-1 0 0,0 0 0 0 0,0 1 1 0 0,-1 0-1 0 0,12 23 1 0 0,22 31 1184 0 0,-20-41 672 0 0,1 0 0 0 0,2-2-1 0 0,0-1 1 0 0,2 0-1 0 0,0-2 1 0 0,1-1-1 0 0,1-2 1 0 0,1 0 0 0 0,0-2-1 0 0,35 11 1 0 0,-57-23-936 0 0,-1-1 0 0 0,1 0 0 0 0,0-1 0 0 0,-1 0 0 0 0,1 0 1 0 0,0 0-1 0 0,0-1 0 0 0,0 0 0 0 0,-1-1 0 0 0,1 0 0 0 0,0 0 1 0 0,0-1-1 0 0,-1 0 0 0 0,1 0 0 0 0,-1 0 0 0 0,0-1 0 0 0,0-1 0 0 0,0 1 1 0 0,0-1-1 0 0,12-9 0 0 0,-11 7-50 0 0,-1 0 1 0 0,0-1-1 0 0,0 0 1 0 0,0-1-1 0 0,-1 1 1 0 0,-1-1-1 0 0,1-1 0 0 0,-1 1 1 0 0,0-1-1 0 0,-1 0 1 0 0,0 0-1 0 0,0 0 1 0 0,-1 0-1 0 0,0-1 0 0 0,-1 1 1 0 0,1-11-1 0 0,1-15 23 0 0,-3 0 0 0 0,-1 0 0 0 0,-1 0 1 0 0,-2 0-1 0 0,-13-61 0 0 0,8 65-2603 0 0,-18-47 0 0 0,18 58-2347 0 0</inkml:trace>
</inkml:ink>
</file>

<file path=ppt/ink/ink2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 6449 0 0,'-2'0'31'0'0,"0"0"-1"0"0,0 0 0 0 0,0 0 0 0 0,0 0 0 0 0,0 0 0 0 0,0 0 1 0 0,0 0-1 0 0,0 1 0 0 0,0-1 0 0 0,0 1 0 0 0,1 0 0 0 0,-1-1 1 0 0,0 1-1 0 0,0 0 0 0 0,1 0 0 0 0,-1 0 0 0 0,0 0 0 0 0,1 1 1 0 0,-1-1-1 0 0,1 0 0 0 0,-1 1 0 0 0,1-1 0 0 0,0 1 1 0 0,0-1-1 0 0,-1 1 0 0 0,1-1 0 0 0,0 1 0 0 0,1 0 0 0 0,-1 0 1 0 0,0 0-1 0 0,-1 3 0 0 0,7 135 4545 0 0,0-74-3456 0 0,3 0-1 0 0,32 124 1 0 0,-31-154-1315 0 0,-6-21-569 0 0,1-1-1 0 0,0 0 0 0 0,1 0 0 0 0,7 15 0 0 0,-7-22-409 0 0</inkml:trace>
</inkml:ink>
</file>

<file path=ppt/ink/ink2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5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32 1840 0 0,'0'-1'54'0'0,"-1"-1"-1"0"0,0 1 1 0 0,1 0-1 0 0,-1-1 1 0 0,1 1-1 0 0,-1-1 1 0 0,1 1-1 0 0,0-1 1 0 0,-1 1-1 0 0,1-1 1 0 0,0 1-1 0 0,0-3 1 0 0,0 3 3 0 0,1 1 0 0 0,-1-1 0 0 0,0 1 0 0 0,0-1 0 0 0,0 1 0 0 0,1-1 0 0 0,-1 1 0 0 0,0-1 0 0 0,0 1 0 0 0,1 0 0 0 0,-1-1 0 0 0,1 1 0 0 0,-1-1 0 0 0,0 1 0 0 0,1 0 0 0 0,-1-1 0 0 0,1 1 0 0 0,-1 0 0 0 0,0 0 0 0 0,1-1 0 0 0,-1 1 0 0 0,1 0 0 0 0,-1 0 0 0 0,2-1 0 0 0,1 1 128 0 0,0 0 1 0 0,0 0-1 0 0,1 0 1 0 0,-1 0-1 0 0,0 0 1 0 0,0 1-1 0 0,1-1 1 0 0,-1 1-1 0 0,0 0 1 0 0,5 2-1 0 0,15 5 444 0 0,0 2 0 0 0,0 0-1 0 0,-1 1 1 0 0,-1 2 0 0 0,0 0-1 0 0,0 1 1 0 0,-1 1 0 0 0,-1 1 0 0 0,20 22-1 0 0,-29-28-278 0 0,-1 1 0 0 0,-1 0-1 0 0,0 1 1 0 0,0 0-1 0 0,-1 0 1 0 0,-1 0 0 0 0,0 1-1 0 0,0 0 1 0 0,-1 0-1 0 0,-1 0 1 0 0,-1 1 0 0 0,0-1-1 0 0,0 1 1 0 0,-1 0-1 0 0,-1 0 1 0 0,0 0 0 0 0,-3 27-1 0 0,-1-26-418 0 0,0 0-1 0 0,0 0 0 0 0,-2 0 0 0 0,0-1 0 0 0,-1 1 0 0 0,0-1 1 0 0,-1-1-1 0 0,0 1 0 0 0,-1-1 0 0 0,-17 20 0 0 0,-31 29-5035 0 0,28-36-353 0 0</inkml:trace>
</inkml:ink>
</file>

<file path=ppt/ink/ink2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1.6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35 63 10594 0 0,'-1'-2'88'0'0,"-1"0"0"0"0,0-1 1 0 0,1 1-1 0 0,-1-1 0 0 0,1 0 0 0 0,0 0 0 0 0,0 1 0 0 0,0-1 0 0 0,-1-5 0 0 0,2 5 226 0 0,-1 0 1 0 0,0 0-1 0 0,0 1 0 0 0,0-1 0 0 0,0 0 0 0 0,0 0 0 0 0,-1 1 0 0 0,1-1 0 0 0,-4-3 0 0 0,4 9-185 0 0,0 0 0 0 0,0-1 0 0 0,0 1 0 0 0,0 0-1 0 0,1 0 1 0 0,-1 0 0 0 0,1 0 0 0 0,-1 4-1 0 0,1-1-87 0 0,0 188 1341 0 0,27 202 0 0 0,-20-328-1400 0 0,-5-40-376 0 0,1 0 1 0 0,1 0-1 0 0,1-1 1 0 0,10 28-1 0 0,-10-46-1195 0 0</inkml:trace>
</inkml:ink>
</file>

<file path=ppt/ink/ink2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2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83 192 3225 0 0,'-9'-5'-128'0'0,"-36"-19"626"0"0,43 23-312 0 0,0-1-1 0 0,-1 1 1 0 0,1-1-1 0 0,1 1 1 0 0,-1-1-1 0 0,0 0 1 0 0,0 1-1 0 0,1-1 0 0 0,-1 0 1 0 0,0 0-1 0 0,1 0 1 0 0,0 0-1 0 0,0-1 1 0 0,0 1-1 0 0,0 0 1 0 0,-1-3-1 0 0,2 3-126 0 0,0 0 0 0 0,0 0 0 0 0,1 1 0 0 0,-1-1 0 0 0,0 0 0 0 0,1 0 0 0 0,0 1 0 0 0,-1-1 0 0 0,1 0 1 0 0,0 1-1 0 0,0-1 0 0 0,0 0 0 0 0,0 1 0 0 0,0 0 0 0 0,0-1 0 0 0,0 1 0 0 0,1-1 0 0 0,-1 1 0 0 0,0 0 0 0 0,1 0 0 0 0,-1 0 0 0 0,1 0 0 0 0,2-1 0 0 0,43-21 100 0 0,-40 20 96 0 0,36-13 179 0 0,1 3 0 0 0,0 1-1 0 0,68-9 1 0 0,-107 20-467 0 0,0 0 0 0 0,0 0 0 0 0,0 1 1 0 0,0 0-1 0 0,0 0 0 0 0,0 0 0 0 0,1 1 0 0 0,-1 0 0 0 0,0 0 0 0 0,0 0 0 0 0,-1 1 0 0 0,9 2 0 0 0,-11-2-28 0 0,1 0-1 0 0,-1-1 1 0 0,0 1 0 0 0,1 0-1 0 0,-1 0 1 0 0,0 0-1 0 0,0 1 1 0 0,-1-1 0 0 0,1 0-1 0 0,0 1 1 0 0,-1-1-1 0 0,1 1 1 0 0,-1 0-1 0 0,0-1 1 0 0,0 1 0 0 0,0 0-1 0 0,0 0 1 0 0,0 0-1 0 0,-1-1 1 0 0,1 1 0 0 0,-1 0-1 0 0,0 6 1 0 0,1 9 194 0 0,-2 0 1 0 0,0 1 0 0 0,-1-1-1 0 0,0 0 1 0 0,-2 0-1 0 0,0-1 1 0 0,-1 1 0 0 0,0-1-1 0 0,-2 0 1 0 0,0 0-1 0 0,-1 0 1 0 0,-1-1 0 0 0,0-1-1 0 0,-1 1 1 0 0,-1-2-1 0 0,0 1 1 0 0,-1-1-1 0 0,0-1 1 0 0,-2 0 0 0 0,1-1-1 0 0,-1-1 1 0 0,-17 11-1 0 0,15-8 287 0 0,16-14-388 0 0,0 1 0 0 0,0-1-1 0 0,0 0 1 0 0,0 0-1 0 0,0 1 1 0 0,0-1 0 0 0,0 0-1 0 0,0 0 1 0 0,1 1-1 0 0,-1-1 1 0 0,0 0-1 0 0,0 0 1 0 0,0 0 0 0 0,0 0-1 0 0,0 1 1 0 0,1-1-1 0 0,-1 0 1 0 0,0 0-1 0 0,0 0 1 0 0,0 0 0 0 0,1 1-1 0 0,-1-1 1 0 0,0 0-1 0 0,0 0 1 0 0,1 0-1 0 0,-1 0 1 0 0,0 0 0 0 0,0 0-1 0 0,1 0 1 0 0,-1 0-1 0 0,0 0 1 0 0,0 0 0 0 0,0 0-1 0 0,1 0 1 0 0,-1 0-1 0 0,0 0 1 0 0,0 0-1 0 0,1 0 1 0 0,-1 0 0 0 0,44-5 2231 0 0,-34 4-2286 0 0,54-8 205 0 0,0 4 1 0 0,1 2-1 0 0,-1 3 1 0 0,121 15-1 0 0,-133-6-3132 0 0,-36-6-2008 0 0</inkml:trace>
</inkml:ink>
</file>

<file path=ppt/ink/ink2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6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3 6273 0 0,'-3'-2'723'0'0,"-6"9"284"0"0,5 3-552 0 0,1-1 0 0 0,0 1 0 0 0,0 0 0 0 0,1 0 0 0 0,1 0 0 0 0,-1 0 0 0 0,1 18 0 0 0,6 72 3171 0 0,24 80-1129 0 0,-19-132-6843 0 0,-5-19-1408 0 0</inkml:trace>
</inkml:ink>
</file>

<file path=ppt/ink/ink2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4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27 12267 0 0,'-13'-12'975'0'0,"13"12"-954"0"0,0-1 0 0 0,0 0 0 0 0,0 1 0 0 0,0-1 0 0 0,0 0 0 0 0,0 1 0 0 0,0-1 0 0 0,0 0 0 0 0,0 1 0 0 0,0-1 0 0 0,0 0 0 0 0,0 1 0 0 0,1-1 0 0 0,-1 1 0 0 0,0-1 0 0 0,0 0 0 0 0,1 1 0 0 0,-1-1 0 0 0,0 1 0 0 0,1-1 0 0 0,0 0 0 0 0,3 1 45 0 0,-1 8-25 0 0,-1 10 11 0 0,-2 47 252 0 0,7 236 3790 0 0,14-112-3338 0 0,5-65-3341 0 0,-19-110-2655 0 0</inkml:trace>
</inkml:ink>
</file>

<file path=ppt/ink/ink2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9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1 178 2304 0 0,'1'-5'53'0'0,"1"0"0"0"0,1 0 0 0 0,-1 0 0 0 0,1 0 0 0 0,0 0 0 0 0,0 1 0 0 0,0-1 0 0 0,1 1 0 0 0,-1 0 0 0 0,1 0 0 0 0,0 1 0 0 0,0-1 0 0 0,1 1 0 0 0,6-5 0 0 0,8-4 637 0 0,1 0 1 0 0,22-9-1 0 0,-17 9 48 0 0,1 1-1 0 0,0 1 0 0 0,0 1 1 0 0,1 1-1 0 0,29-4 0 0 0,-55 12-701 0 0,1-1 1 0 0,-1 1-1 0 0,1 0 1 0 0,-1 0-1 0 0,1 0 1 0 0,-1 0-1 0 0,1 0 0 0 0,-1 0 1 0 0,1 0-1 0 0,-1 1 1 0 0,1-1-1 0 0,-1 1 0 0 0,1-1 1 0 0,-1 1-1 0 0,0-1 1 0 0,1 1-1 0 0,-1 0 0 0 0,0-1 1 0 0,1 1-1 0 0,-1 0 1 0 0,0 0-1 0 0,0 0 0 0 0,2 2 1 0 0,-2-1-40 0 0,0 0 0 0 0,0 0 0 0 0,0 0 0 0 0,-1 0 0 0 0,1 0 0 0 0,0 1 0 0 0,-1-1 0 0 0,0 0 1 0 0,1 0-1 0 0,-1 1 0 0 0,0-1 0 0 0,0 0 0 0 0,-1 0 0 0 0,1 3 0 0 0,-2 7-105 0 0,-1 1-1 0 0,-1-1 1 0 0,0 1-1 0 0,-6 13 1 0 0,-12 19 438 0 0,-2-1-1 0 0,-1-2 0 0 0,-3 0 1 0 0,-59 69-1 0 0,81-104-246 0 0,-19 26 343 0 0,24-31-327 0 0,-1 0 1 0 0,1-1 0 0 0,0 1 0 0 0,0 0 0 0 0,1 0 0 0 0,-1 0-1 0 0,0 0 1 0 0,1 0 0 0 0,-1 1 0 0 0,1-1 0 0 0,-1 0 0 0 0,1 0-1 0 0,0 0 1 0 0,0 0 0 0 0,0 3 0 0 0,1-4-62 0 0,-1 0-1 0 0,1 0 1 0 0,-1 0 0 0 0,1-1-1 0 0,-1 1 1 0 0,1 0 0 0 0,0-1-1 0 0,-1 1 1 0 0,1-1 0 0 0,0 1-1 0 0,0-1 1 0 0,-1 1 0 0 0,1-1-1 0 0,0 1 1 0 0,0-1-1 0 0,0 0 1 0 0,0 1 0 0 0,-1-1-1 0 0,1 0 1 0 0,0 0 0 0 0,0 1-1 0 0,0-1 1 0 0,0 0 0 0 0,0 0-1 0 0,0 0 1 0 0,0 0 0 0 0,-1 0-1 0 0,1-1 1 0 0,1 1 0 0 0,32-5 702 0 0,-27 3-514 0 0,59-12 1079 0 0,26-5-97 0 0,-32 14-4141 0 0,-44 5-2688 0 0</inkml:trace>
</inkml:ink>
</file>

<file path=ppt/ink/ink2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4.4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32 11522 0 0,'4'-6'1250'0'0,"17"-7"-939"0"0,-18 11-359 0 0,0 1 0 0 0,0-1 0 0 0,0 1 0 0 0,0-1 0 0 0,0 1 0 0 0,0 0 0 0 0,1 1 0 0 0,-1-1 0 0 0,0 0 0 0 0,0 1 0 0 0,1 0 0 0 0,-1-1 0 0 0,7 2 0 0 0,-9 0 38 0 0,0-1 1 0 0,0 1 0 0 0,0 0 0 0 0,-1 0 0 0 0,1-1 0 0 0,0 1 0 0 0,0 0-1 0 0,-1 0 1 0 0,1 0 0 0 0,-1 0 0 0 0,1 0 0 0 0,-1 0 0 0 0,1 0 0 0 0,-1 0-1 0 0,0 0 1 0 0,1 0 0 0 0,-1 0 0 0 0,0 1 0 0 0,0 1 0 0 0,3 28 374 0 0,-3-18 15 0 0,6 163 4191 0 0,-6-133-3206 0 0,-1-42-1252 0 0,1 0 0 0 0,0 0 0 0 0,0 0 0 0 0,0 1 0 0 0,0-1 0 0 0,1 0-1 0 0,-1 0 1 0 0,0 0 0 0 0,0 0 0 0 0,1 0 0 0 0,-1 0 0 0 0,0-1 0 0 0,1 1-1 0 0,-1 0 1 0 0,1 0 0 0 0,-1 0 0 0 0,1 0 0 0 0,0 0 0 0 0,0 0 0 0 0,0 0-66 0 0,-1-1 1 0 0,1 0 0 0 0,0 1-1 0 0,-1-1 1 0 0,1 0 0 0 0,0 0 0 0 0,0 0-1 0 0,-1 0 1 0 0,1 0 0 0 0,0 0-1 0 0,0 0 1 0 0,-1 0 0 0 0,1 0 0 0 0,0 0-1 0 0,0 0 1 0 0,-1 0 0 0 0,1 0 0 0 0,0 0-1 0 0,0-1 1 0 0,0 0 0 0 0,7-3-68 0 0,0 0 1 0 0,-1-1-1 0 0,0 0 1 0 0,7-6 0 0 0,9-5-267 0 0,-6 8-347 0 0,2 1-180 0 0</inkml:trace>
</inkml:ink>
</file>

<file path=ppt/ink/ink2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2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30 11979 0 0,'0'-3'201'0'0,"-1"1"1"0"0,1-1 0 0 0,0 0 0 0 0,-1 1 0 0 0,1-1 0 0 0,1 1 0 0 0,-1-1 0 0 0,1-5-1 0 0,1 8 244 0 0,-4 15-185 0 0,-7 35 107 0 0,3 0 0 0 0,1 0 0 0 0,3 0-1 0 0,2 1 1 0 0,2-1 0 0 0,2 1 0 0 0,16 68-1 0 0,16 34-4783 0 0,-31-135-446 0 0</inkml:trace>
</inkml:ink>
</file>

<file path=ppt/ink/ink2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5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1 151 1872 0 0,'0'-3'56'0'0,"1"0"-1"0"0,-1 0 1 0 0,1 0-1 0 0,0 0 1 0 0,0 0-1 0 0,1 0 1 0 0,-1 0-1 0 0,1 1 1 0 0,-1-1-1 0 0,1 1 1 0 0,0-1-1 0 0,3-3 1 0 0,28-28 495 0 0,-30 31-482 0 0,7-5 221 0 0,1 0 1 0 0,-1 1-1 0 0,1 0 1 0 0,0 0-1 0 0,1 1 0 0 0,-1 1 1 0 0,1 0-1 0 0,0 0 0 0 0,0 2 1 0 0,1-1-1 0 0,0 1 0 0 0,-1 1 1 0 0,1 1-1 0 0,25-1 1 0 0,-36 2-251 0 0,0 0 1 0 0,0 0-1 0 0,0 1 0 0 0,-1-1 1 0 0,1 1-1 0 0,0-1 1 0 0,0 1-1 0 0,0 0 1 0 0,0 0-1 0 0,-1 0 1 0 0,1 0-1 0 0,0 0 1 0 0,-1 0-1 0 0,1 0 1 0 0,-1 0-1 0 0,1 1 1 0 0,-1-1-1 0 0,0 1 0 0 0,1-1 1 0 0,0 3-1 0 0,0 0 8 0 0,0 0-1 0 0,0-1 0 0 0,-1 1 1 0 0,1 0-1 0 0,-1 0 0 0 0,0 1 0 0 0,0-1 1 0 0,-1 0-1 0 0,1 5 0 0 0,-1 2 105 0 0,0 0 0 0 0,-1 0-1 0 0,0-1 1 0 0,0 1 0 0 0,-2 0-1 0 0,-5 18 1 0 0,-4-4 232 0 0,-1 0-1 0 0,-1-1 1 0 0,0-1-1 0 0,-2-1 1 0 0,-1 0 0 0 0,-32 32-1 0 0,7-6 1565 0 0,34-37 192 0 0,21-17-562 0 0,4-2-1618 0 0,232-68-428 0 0,-173 55-4051 0 0,-57 16-1181 0 0</inkml:trace>
</inkml:ink>
</file>

<file path=ppt/ink/ink2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7.5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0 105 456 0 0,'7'-25'720'0'0,"-6"24"-632"0"0,-1 0 0 0 0,1 0 0 0 0,0-1-1 0 0,-1 1 1 0 0,1 0 0 0 0,-1 0-1 0 0,1-1 1 0 0,-1 1 0 0 0,0 0 0 0 0,0-1-1 0 0,1 1 1 0 0,-1 0 0 0 0,0-1-1 0 0,0 1 1 0 0,0 0 0 0 0,0-1 0 0 0,-1 1-1 0 0,1 0 1 0 0,0-1 0 0 0,-1 1-1 0 0,1 0 1 0 0,0 0 0 0 0,-1-1 0 0 0,0 1-1 0 0,1 0 1 0 0,-1 0 0 0 0,0 0-1 0 0,1-1 1 0 0,-1 1 0 0 0,-2-1 0 0 0,4 1 57 0 0,-1 0 1 0 0,0 0-1 0 0,1 1 1 0 0,-1-1-1 0 0,0 0 1 0 0,1 0 0 0 0,-1 1-1 0 0,1-1 1 0 0,-1 0-1 0 0,1 1 1 0 0,0-1-1 0 0,-1 1 1 0 0,1-1 0 0 0,-1 0-1 0 0,1 1 1 0 0,0 0-1 0 0,0-1 1 0 0,-1 1-1 0 0,1-1 1 0 0,0 1 0 0 0,0 0-1 0 0,-1-1 1 0 0,1 1-1 0 0,1 0 1 0 0,19-9-70 0 0,-14 6 30 0 0,1 0 0 0 0,0 0 0 0 0,0 1 0 0 0,0 0 0 0 0,0 1 0 0 0,0 0 0 0 0,0 0 0 0 0,0 1 0 0 0,0 0 0 0 0,0 0 1 0 0,12 2-1 0 0,-18-2-88 0 0,1 1 1 0 0,-1-1 0 0 0,1 1 0 0 0,-1 0 0 0 0,1 0 0 0 0,-1 0-1 0 0,0 0 1 0 0,1 0 0 0 0,-1 0 0 0 0,0 0 0 0 0,0 1 0 0 0,0-1-1 0 0,0 1 1 0 0,0 0 0 0 0,0-1 0 0 0,0 1 0 0 0,-1 0 0 0 0,1 0-1 0 0,-1 0 1 0 0,1 0 0 0 0,-1 0 0 0 0,0 1 0 0 0,0-1 0 0 0,0 0-1 0 0,0 1 1 0 0,0-1 0 0 0,0 1 0 0 0,-1-1 0 0 0,1 1 0 0 0,-1-1-1 0 0,0 1 1 0 0,0-1 0 0 0,0 1 0 0 0,0-1 0 0 0,0 1 0 0 0,0-1-1 0 0,-1 1 1 0 0,0 2 0 0 0,-2 8 159 0 0,-1 0-1 0 0,-1-1 1 0 0,0 0-1 0 0,-1 1 1 0 0,0-2-1 0 0,-1 1 0 0 0,0-1 1 0 0,-1 0-1 0 0,-9 10 1 0 0,-13 21 448 0 0,29-42-620 0 0,1 0 0 0 0,-1 0-1 0 0,1 1 1 0 0,0-1 0 0 0,-1 0 0 0 0,1 1 0 0 0,0-1 0 0 0,-1 1 0 0 0,1-1 0 0 0,0 0 0 0 0,-1 1 0 0 0,1-1 0 0 0,0 1 0 0 0,0-1 0 0 0,0 1 0 0 0,-1-1 0 0 0,1 1 0 0 0,0-1 0 0 0,0 1 0 0 0,0-1 0 0 0,0 1 0 0 0,0-1 0 0 0,0 1 0 0 0,0-1 0 0 0,0 1 0 0 0,0-1 0 0 0,0 1 0 0 0,0-1 0 0 0,0 1-1 0 0,0-1 1 0 0,0 0 0 0 0,1 1 0 0 0,-1-1 0 0 0,0 1 0 0 0,0-1 0 0 0,1 1 0 0 0,-1-1 0 0 0,0 1 0 0 0,1-1 0 0 0,-1 0 0 0 0,0 1 0 0 0,1-1 0 0 0,-1 0 0 0 0,0 1 0 0 0,1-1 0 0 0,-1 0 0 0 0,1 1 0 0 0,-1-1 0 0 0,0 0 0 0 0,1 0 0 0 0,-1 0 0 0 0,1 1 0 0 0,-1-1 0 0 0,1 0 0 0 0,-1 0 0 0 0,1 0 0 0 0,-1 0-1 0 0,1 0 1 0 0,-1 0 0 0 0,1 0 0 0 0,-1 0 0 0 0,1 0 0 0 0,-1 0 0 0 0,1 0 0 0 0,-1 0 0 0 0,1 0 0 0 0,-1-1 0 0 0,1 1 0 0 0,45-9 458 0 0,-36 7-419 0 0,-6 1-46 0 0,22-5-123 0 0,48-3-1 0 0,-68 8 115 0 0,0 1 0 0 0,1 0 0 0 0,-1 0 0 0 0,0 1 0 0 0,0-1 0 0 0,0 1 0 0 0,0 1 0 0 0,0-1 0 0 0,0 1 0 0 0,-1 0 0 0 0,1 1 0 0 0,0-1 0 0 0,-1 1 0 0 0,6 4 0 0 0,-9-6 83 0 0,0 1-1 0 0,0-1 1 0 0,0 1 0 0 0,0 0 0 0 0,-1-1 0 0 0,1 1 0 0 0,-1 0 0 0 0,1 0 0 0 0,-1 0 0 0 0,0 1 0 0 0,1-1-1 0 0,-1 0 1 0 0,0 0 0 0 0,-1 1 0 0 0,1-1 0 0 0,0 1 0 0 0,-1-1 0 0 0,1 1 0 0 0,-1-1 0 0 0,1 4 0 0 0,-2-2 87 0 0,1-1 0 0 0,-1 1 0 0 0,0-1 0 0 0,0 1 0 0 0,0-1 0 0 0,-1 0 1 0 0,1 1-1 0 0,-1-1 0 0 0,0 0 0 0 0,0 0 0 0 0,0 0 0 0 0,-4 4 0 0 0,-6 6-97 0 0,-1 0-1 0 0,-1-1 0 0 0,0-1 0 0 0,-22 14 1 0 0,32-23-360 0 0,-9 6-3658 0 0,0 0-1295 0 0</inkml:trace>
</inkml:ink>
</file>

<file path=ppt/ink/ink2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3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4 10594 0 0,'-2'-4'794'0'0,"2"5"-793"0"0,0-1 1 0 0,0 0-1 0 0,0 0 1 0 0,0 0-1 0 0,0 0 0 0 0,-1 0 1 0 0,1 0-1 0 0,0 0 1 0 0,0 0-1 0 0,0 1 0 0 0,0-1 1 0 0,0 0-1 0 0,0 0 0 0 0,0 0 1 0 0,0 0-1 0 0,0 0 1 0 0,-1 0-1 0 0,1 0 0 0 0,0 0 1 0 0,0 0-1 0 0,0 0 1 0 0,0 0-1 0 0,0 0 0 0 0,0 0 1 0 0,0 0-1 0 0,-1 0 0 0 0,1 0 1 0 0,0 0-1 0 0,0 0 1 0 0,0 0-1 0 0,0 0 0 0 0,0 0 1 0 0,0 0-1 0 0,-1 0 1 0 0,1 0-1 0 0,0 0 0 0 0,0 0 1 0 0,0 0-1 0 0,0 0 0 0 0,0 0 1 0 0,0 0-1 0 0,0 0 1 0 0,0 0-1 0 0,-1 0 0 0 0,1-1 1 0 0,0 1-1 0 0,-7 181 2894 0 0,16 184-1 0 0,-7-346-3376 0 0,-1 0 1 0 0,2 0-1 0 0,1-1 0 0 0,0 1 0 0 0,12 30 0 0 0,-13-44-1300 0 0</inkml:trace>
</inkml:ink>
</file>

<file path=ppt/ink/ink2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8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6 160 2761 0 0,'0'-2'-13'0'0,"-1"1"-1"0"0,1-1 1 0 0,0 0 0 0 0,-1 1 0 0 0,1-1 0 0 0,0 0 0 0 0,0 0 0 0 0,0 0 0 0 0,0 1 0 0 0,1-1 0 0 0,-1 0 0 0 0,0 1 0 0 0,1-1 0 0 0,-1 0 0 0 0,1 1 0 0 0,0-1 0 0 0,0 0-1 0 0,-1 1 1 0 0,1-1 0 0 0,0 1 0 0 0,0-1 0 0 0,0 1 0 0 0,0 0 0 0 0,1-1 0 0 0,-1 1 0 0 0,0 0 0 0 0,2-1 0 0 0,45-35-1347 0 0,-36 29 1383 0 0,3-2 336 0 0,0 0 1 0 0,1 2-1 0 0,0 0 1 0 0,0 0-1 0 0,1 2 1 0 0,17-5-1 0 0,-28 9 103 0 0,1 0-1 0 0,0 0 0 0 0,-1 1 1 0 0,1 0-1 0 0,0 0 0 0 0,-1 1 1 0 0,1 0-1 0 0,0 0 0 0 0,0 1 1 0 0,-1 0-1 0 0,1 0 1 0 0,0 0-1 0 0,-1 1 0 0 0,1 0 1 0 0,-1 0-1 0 0,0 1 0 0 0,0-1 1 0 0,11 8-1 0 0,-15-9-440 0 0,0 1 1 0 0,1 0-1 0 0,-1 1 1 0 0,0-1-1 0 0,0 0 1 0 0,0 1-1 0 0,-1-1 1 0 0,1 1-1 0 0,-1 0 1 0 0,1-1-1 0 0,-1 1 1 0 0,0 0-1 0 0,0 0 1 0 0,0 0-1 0 0,0 0 0 0 0,0 5 1 0 0,-1-1-97 0 0,1-1 1 0 0,-2 0-1 0 0,1 0 1 0 0,-1 0-1 0 0,0 1 1 0 0,0-1-1 0 0,-4 11 0 0 0,-2 1-314 0 0,-1-1-1 0 0,0 1 1 0 0,-2-2-1 0 0,-15 23 1 0 0,9-18 405 0 0,-1 0 1 0 0,-1-1-1 0 0,-38 32 1 0 0,-69 43 2722 0 0,56-45-2502 0 0,64-45-116 0 0,7-3 113 0 0,14-5 405 0 0,22-9 183 0 0,-11 3-819 0 0,1 0 1 0 0,0 2-1 0 0,0 1 0 0 0,1 1 0 0 0,0 1 0 0 0,0 2 0 0 0,0 1 0 0 0,0 1 1 0 0,0 1-1 0 0,42 8 0 0 0,-40-3-3707 0 0,-1 1-1181 0 0</inkml:trace>
</inkml:ink>
</file>

<file path=ppt/ink/ink2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2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7370 0 0,'0'0'666'0'0,"16"18"-4"0"0,-13-13-639 0 0,0 1 0 0 0,0 0 0 0 0,-1 0 0 0 0,0-1 0 0 0,0 2 0 0 0,-1-1 0 0 0,1 0 0 0 0,-1 0 0 0 0,0 0 0 0 0,-1 1 0 0 0,0-1 0 0 0,0 11 0 0 0,-3 9 58 0 0,-10 45 1 0 0,5-35 152 0 0,3-12 46 0 0,1-11 34 0 0,2 0 0 0 0,-2 24 0 0 0,4-34-106 0 0,-1 0-1 0 0,2 1 0 0 0,-1-1 0 0 0,0 0 0 0 0,1 0 1 0 0,-1 0-1 0 0,1 0 0 0 0,0 0 0 0 0,0 0 1 0 0,0 0-1 0 0,1 0 0 0 0,-1 0 0 0 0,1 0 0 0 0,-1-1 1 0 0,1 1-1 0 0,4 4 0 0 0,-5-6-130 0 0,0 0 0 0 0,1-1 0 0 0,-1 1 1 0 0,0 0-1 0 0,1-1 0 0 0,-1 1 0 0 0,1-1 0 0 0,-1 1 0 0 0,1-1 1 0 0,-1 1-1 0 0,1-1 0 0 0,-1 0 0 0 0,1 0 0 0 0,-1 0 0 0 0,1 0 1 0 0,-1 0-1 0 0,1 0 0 0 0,-1 0 0 0 0,1-1 0 0 0,2 0 0 0 0,34-12-328 0 0,-24 7-23 0 0,86-30-3990 0 0,-91 32 3408 0 0</inkml:trace>
</inkml:ink>
</file>

<file path=ppt/ink/ink2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6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 10138 0 0,'-1'3'182'0'0,"0"0"-1"0"0,0 1 0 0 0,1-1 1 0 0,-1 1-1 0 0,1 0 1 0 0,0-1-1 0 0,0 1 0 0 0,0-1 1 0 0,0 1-1 0 0,2 6 0 0 0,-1 3-165 0 0,-1-10 6 0 0,-5 156 1645 0 0,2-122-672 0 0,3 47 1 0 0,4-32-5159 0 0,0-24-838 0 0</inkml:trace>
</inkml:ink>
</file>

<file path=ppt/ink/ink2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0.5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 8754 0 0,'0'0'9'0'0,"0"0"0"0"0,0-1-1 0 0,0 1 1 0 0,0 0 0 0 0,0 0 0 0 0,0 0 0 0 0,0-1 0 0 0,0 1-1 0 0,1 0 1 0 0,-1 0 0 0 0,0 0 0 0 0,0-1 0 0 0,0 1 0 0 0,0 0-1 0 0,0 0 1 0 0,0 0 0 0 0,0-1 0 0 0,0 1 0 0 0,0 0 0 0 0,1 0-1 0 0,-1 0 1 0 0,0 0 0 0 0,0-1 0 0 0,0 1 0 0 0,0 0 0 0 0,1 0-1 0 0,-1 0 1 0 0,0 0 0 0 0,0 0 0 0 0,0 0 0 0 0,1-1 0 0 0,-1 1-1 0 0,0 0 1 0 0,0 0 0 0 0,0 0 0 0 0,1 0 0 0 0,-1 0 0 0 0,0 0-1 0 0,1 0 1 0 0,10 4 264 0 0,9 12-35 0 0,-14-1 93 0 0,-1 0-1 0 0,-1 0 1 0 0,0 0 0 0 0,-1 0-1 0 0,-1 1 1 0 0,0-1 0 0 0,-1 21-1 0 0,2 3 260 0 0,24 198 2663 0 0,-2-79-5221 0 0,-24-155 1835 0 0,-1 1-242 0 0,1 1 0 0 0,-1-1 0 0 0,1 0-1 0 0,0 0 1 0 0,1 0 0 0 0,-1 0 0 0 0,1 0 0 0 0,-1 0 0 0 0,1 0 0 0 0,1-1 0 0 0,-1 1 0 0 0,0-1 0 0 0,4 4 0 0 0,-3-5-811 0 0</inkml:trace>
</inkml:ink>
</file>

<file path=ppt/ink/ink2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0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86 6913 0 0,'8'-6'10'0'0,"0"0"-1"0"0,1 1 1 0 0,0 0-1 0 0,0 1 0 0 0,0-1 1 0 0,13-3-1 0 0,7-3-99 0 0,-18 5-23 0 0,47-18-52 0 0,-56 22 70 0 0,1 1 0 0 0,0 1 0 0 0,0-1 1 0 0,-1 0-1 0 0,1 1 0 0 0,0-1 0 0 0,0 1 1 0 0,0 0-1 0 0,-1 0 0 0 0,1 0 0 0 0,0 1 1 0 0,0-1-1 0 0,0 0 0 0 0,-1 1 0 0 0,1 0 1 0 0,0 0-1 0 0,4 2 0 0 0,-5-1 66 0 0,0 0-1 0 0,0 0 1 0 0,-1 0-1 0 0,1 0 1 0 0,-1 0-1 0 0,0 0 1 0 0,1 1-1 0 0,-1-1 1 0 0,0 1 0 0 0,0-1-1 0 0,-1 1 1 0 0,1-1-1 0 0,0 1 1 0 0,-1-1-1 0 0,1 1 1 0 0,-1-1-1 0 0,0 1 1 0 0,0 0 0 0 0,0-1-1 0 0,0 1 1 0 0,-2 4-1 0 0,0 9 435 0 0,-1 0-1 0 0,-6 19 1 0 0,6-26-145 0 0,-3 11 21 0 0,-1 0 1 0 0,-1 0 0 0 0,-1-1-1 0 0,-1 0 1 0 0,0 0 0 0 0,-2-1-1 0 0,-14 17 1 0 0,-13 12 631 0 0,-51 46 1 0 0,55-59 844 0 0,35-34-1729 0 0,0 0 0 0 0,-1 0 0 0 0,1 0 0 0 0,0 0 0 0 0,0 1 0 0 0,0-1 0 0 0,0 0 0 0 0,0 0-1 0 0,0 0 1 0 0,-1 0 0 0 0,1 0 0 0 0,0 0 0 0 0,0 0 0 0 0,0 1 0 0 0,0-1 0 0 0,0 0 0 0 0,0 0 0 0 0,0 0 0 0 0,0 0 0 0 0,0 0 0 0 0,0 0-1 0 0,0 1 1 0 0,0-1 0 0 0,0 0 0 0 0,0 0 0 0 0,0 0 0 0 0,0 0 0 0 0,0 1 0 0 0,0-1 0 0 0,0 0 0 0 0,0 0 0 0 0,0 0 0 0 0,0 0 0 0 0,0 0-1 0 0,0 1 1 0 0,0-1 0 0 0,0 0 0 0 0,0 0 0 0 0,0 0 0 0 0,0 0 0 0 0,0 0 0 0 0,0 1 0 0 0,0-1 0 0 0,0 0 0 0 0,0 0 0 0 0,1 0 0 0 0,-1 0-1 0 0,0 0 1 0 0,0 0 0 0 0,0 0 0 0 0,0 0 0 0 0,0 0 0 0 0,0 1 0 0 0,1-1 0 0 0,-1 0 0 0 0,15 1 580 0 0,30-5-624 0 0,-27 3 355 0 0,3 0 173 0 0,1 2 0 0 0,40 7-1 0 0,3 1-2302 0 0,-53-8-3231 0 0</inkml:trace>
</inkml:ink>
</file>

<file path=ppt/ink/ink2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5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1 121 6913 0 0,'2'-2'201'0'0,"0"0"0"0"0,1 0-1 0 0,-1 0 1 0 0,1 1-1 0 0,-1-1 1 0 0,1 1-1 0 0,0-1 1 0 0,0 1-1 0 0,-1 0 1 0 0,1 0-1 0 0,5-1 1 0 0,3-2 398 0 0,38-18 1601 0 0,82-27 0 0 0,-103 42-3578 0 0,0 0 0 0 0,42-4 0 0 0,-51 10 299 0 0</inkml:trace>
</inkml:ink>
</file>

<file path=ppt/ink/ink2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2.0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37 1 6913 0 0,'-12'22'3288'0'0,"0"24"-4128"0"0,5-17-151 0 0,6-27 1099 0 0,0 1 1 0 0,0-1-1 0 0,0 1 0 0 0,1-1 1 0 0,-1 0-1 0 0,1 1 0 0 0,0-1 1 0 0,0 1-1 0 0,0-1 0 0 0,0 1 1 0 0,0-1-1 0 0,0 1 1 0 0,0-1-1 0 0,1 1 0 0 0,0-1 1 0 0,-1 1-1 0 0,2 2 0 0 0,0-3 72 0 0,-1-1 0 0 0,1 0 0 0 0,-1 0 0 0 0,1 0-1 0 0,-1 0 1 0 0,1 0 0 0 0,-1 0 0 0 0,1 0-1 0 0,0-1 1 0 0,0 1 0 0 0,-1 0 0 0 0,1-1 0 0 0,0 1-1 0 0,0-1 1 0 0,0 0 0 0 0,0 0 0 0 0,0 0-1 0 0,-1 0 1 0 0,1 0 0 0 0,0 0 0 0 0,0 0 0 0 0,0-1-1 0 0,3 0 1 0 0,13-2-173 0 0,-11 2-97 0 0,1-1 1 0 0,-1 1-1 0 0,1 1 0 0 0,-1-1 1 0 0,1 1-1 0 0,14 2 1 0 0,-20-1 71 0 0,0-1 0 0 0,0 1 0 0 0,0 0 0 0 0,0 0 0 0 0,-1 0 0 0 0,1 0 0 0 0,0 0 0 0 0,0 1 0 0 0,-1-1 0 0 0,1 0 0 0 0,-1 1 0 0 0,1-1 0 0 0,-1 1 0 0 0,1 0 0 0 0,-1-1 0 0 0,0 1 0 0 0,0 0 0 0 0,0 0 0 0 0,0 0 0 0 0,0 0 0 0 0,0 0 0 0 0,-1 0 0 0 0,1 0 0 0 0,-1 0 0 0 0,1 0 0 0 0,-1 0 0 0 0,0 0 0 0 0,0 0 0 0 0,0 4 0 0 0,0 4 100 0 0,-1 0-1 0 0,0-1 1 0 0,0 1 0 0 0,-1-1-1 0 0,0 0 1 0 0,-1 1 0 0 0,0-1-1 0 0,0 0 1 0 0,-1-1 0 0 0,0 1 0 0 0,-1-1-1 0 0,0 1 1 0 0,0-2 0 0 0,-1 1-1 0 0,0 0 1 0 0,0-1 0 0 0,-1 0-1 0 0,0-1 1 0 0,0 1 0 0 0,0-1-1 0 0,-1 0 1 0 0,0-1 0 0 0,0 0 0 0 0,-1-1-1 0 0,1 1 1 0 0,-13 3 0 0 0,21-8-124 0 0,-1 1-69 0 0,0-1-1 0 0,1 0 1 0 0,-1 0 0 0 0,0 1 0 0 0,1-1 0 0 0,-1 0 0 0 0,0 0 0 0 0,0 0-1 0 0,1 0 1 0 0,-1 0 0 0 0,0 0 0 0 0,0 0 0 0 0,1 0 0 0 0,-1 0 0 0 0,0 0-1 0 0,1 0 1 0 0,-1-1 0 0 0,0 1 0 0 0,1 0 0 0 0,-1 0 0 0 0,-1-1-1 0 0,0-4-846 0 0</inkml:trace>
</inkml:ink>
</file>

<file path=ppt/ink/ink2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3.5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 3681 0 0,'0'0'753'0'0,"4"-7"1052"0"0,0 27 4296 0 0,-2-15-6173 0 0,-2-5-19 0 0</inkml:trace>
</inkml:ink>
</file>

<file path=ppt/ink/ink2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5.8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0 1 3321 0 0</inkml:trace>
</inkml:ink>
</file>

<file path=ppt/ink/ink2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1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6449 0 0,'-3'4'4267'0'0,"4"3"-2663"0"0,5 30-658 0 0,2-1 1 0 0,2 0-1 0 0,1 0 0 0 0,2-1 0 0 0,21 39 1 0 0,34 48-223 0 0,11-12-5188 0 0</inkml:trace>
</inkml:ink>
</file>

<file path=ppt/ink/ink2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6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8 181 1928 0 0,'-2'-2'56'0'0,"1"-1"-1"0"0,0 0 1 0 0,0 0-1 0 0,0 1 1 0 0,1-1-1 0 0,-1 0 1 0 0,1 0-1 0 0,-1 0 1 0 0,1 0-1 0 0,0 0 1 0 0,0 0-1 0 0,0 0 1 0 0,1 0-1 0 0,-1 0 1 0 0,1 0-1 0 0,-1 0 1 0 0,2-3-1 0 0,1 0 356 0 0,0 0-1 0 0,0 0 1 0 0,1 0 0 0 0,-1 1-1 0 0,1-1 1 0 0,8-8-1 0 0,-4 6-158 0 0,0 1-1 0 0,0 0 0 0 0,1 1 0 0 0,0-1 1 0 0,0 2-1 0 0,1-1 0 0 0,-1 1 1 0 0,1 1-1 0 0,0 0 0 0 0,15-4 0 0 0,-18 5-175 0 0,0 1 0 0 0,0 1-1 0 0,1 0 1 0 0,-1 0-1 0 0,0 0 1 0 0,0 1-1 0 0,0 0 1 0 0,1 0 0 0 0,-1 0-1 0 0,0 1 1 0 0,0 1-1 0 0,0-1 1 0 0,0 1-1 0 0,0 0 1 0 0,0 1 0 0 0,10 4-1 0 0,-14-5-49 0 0,0 1 0 0 0,0 0 0 0 0,0 0 0 0 0,-1 0 0 0 0,1 0 0 0 0,-1 0 0 0 0,1 0 0 0 0,-1 1-1 0 0,0-1 1 0 0,0 1 0 0 0,-1-1 0 0 0,1 1 0 0 0,-1 0 0 0 0,0 0 0 0 0,0 0 0 0 0,0 0 0 0 0,0 0 0 0 0,0 0 0 0 0,-1 0 0 0 0,0 0 0 0 0,0 0 0 0 0,0 0-1 0 0,-1 0 1 0 0,1 0 0 0 0,-2 7 0 0 0,-2 6 172 0 0,0 0 0 0 0,-1 0 0 0 0,-1 0 0 0 0,-11 22 0 0 0,5-17 175 0 0,-8 20 630 0 0,19-40-917 0 0,0 1-1 0 0,0 0 0 0 0,0-1 0 0 0,1 1 1 0 0,-1 0-1 0 0,1 0 0 0 0,0-1 1 0 0,0 1-1 0 0,0 0 0 0 0,0 0 0 0 0,0-1 1 0 0,0 1-1 0 0,2 3 0 0 0,-2-5-22 0 0,1-1-1 0 0,-1 1 1 0 0,1-1 0 0 0,0 0-1 0 0,-1 1 1 0 0,1-1-1 0 0,0 1 1 0 0,-1-1 0 0 0,1 0-1 0 0,0 0 1 0 0,-1 1-1 0 0,1-1 1 0 0,0 0-1 0 0,0 0 1 0 0,-1 0 0 0 0,1 0-1 0 0,0 0 1 0 0,-1 0-1 0 0,1 0 1 0 0,0 0-1 0 0,0 0 1 0 0,-1 0 0 0 0,1-1-1 0 0,0 1 1 0 0,-1 0-1 0 0,2-1 1 0 0,23-6 983 0 0,-21 6-814 0 0,8-3 294 0 0,24-8-262 0 0,1 1 0 0 0,0 2 0 0 0,1 2 1 0 0,65-5-1 0 0,-95 12-764 0 0,1 1 0 0 0,-1 0 0 0 0,0 1 0 0 0,0-1 1 0 0,0 1-1 0 0,0 1 0 0 0,0 0 0 0 0,0 0 0 0 0,-1 0 0 0 0,1 1 0 0 0,-1 0 1 0 0,0 1-1 0 0,0 0 0 0 0,8 7 0 0 0,-4 0-971 0 0</inkml:trace>
</inkml:ink>
</file>

<file path=ppt/ink/ink2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1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174 3 5529 0 0,'-2'-1'0'0'0,"1"1"1"0"0,-1-1-1 0 0,0 1 0 0 0,0 0 1 0 0,0 0-1 0 0,0 0 0 0 0,0 0 1 0 0,0 0-1 0 0,1 0 0 0 0,-1 1 0 0 0,0-1 1 0 0,0 1-1 0 0,0-1 0 0 0,1 1 1 0 0,-1 0-1 0 0,0-1 0 0 0,0 1 1 0 0,1 0-1 0 0,-1 0 0 0 0,1 0 0 0 0,-1 1 1 0 0,1-1-1 0 0,-1 0 0 0 0,1 0 1 0 0,0 1-1 0 0,0-1 0 0 0,-2 3 1 0 0,-7 7 27 0 0,2 1 0 0 0,-12 18 0 0 0,17-26 121 0 0,-11 20 928 0 0,1 1 0 0 0,0 1 0 0 0,-16 52 0 0 0,25-66-747 0 0,1 0 0 0 0,0 0 0 0 0,1 0 1 0 0,0 1-1 0 0,1-1 0 0 0,0 1 0 0 0,1-1 1 0 0,0 1-1 0 0,2-1 0 0 0,-1 1 0 0 0,5 15 1 0 0,-5-23-334 0 0,1-1 1 0 0,0 1 0 0 0,0-1 0 0 0,0 0 0 0 0,1 0 0 0 0,-1 0-1 0 0,1 0 1 0 0,0-1 0 0 0,0 1 0 0 0,1-1 0 0 0,-1 0-1 0 0,0 1 1 0 0,1-2 0 0 0,0 1 0 0 0,0 0 0 0 0,0-1 0 0 0,0 1-1 0 0,0-1 1 0 0,1 0 0 0 0,-1-1 0 0 0,0 1 0 0 0,1-1-1 0 0,-1 0 1 0 0,1 0 0 0 0,0 0 0 0 0,-1-1 0 0 0,1 1 0 0 0,0-1-1 0 0,0 0 1 0 0,-1-1 0 0 0,1 1 0 0 0,0-1 0 0 0,-1 0-1 0 0,1 0 1 0 0,-1 0 0 0 0,1-1 0 0 0,-1 0 0 0 0,0 1-1 0 0,1-1 1 0 0,-1-1 0 0 0,0 1 0 0 0,0-1 0 0 0,-1 0 0 0 0,1 0-1 0 0,0 0 1 0 0,2-3 0 0 0,4-3-35 0 0,-1-1 1 0 0,-1 1-1 0 0,0-2 1 0 0,0 1-1 0 0,-1-1 0 0 0,0 0 1 0 0,-1 0-1 0 0,-1-1 0 0 0,1 0 1 0 0,6-23-1 0 0,-12 34 10 0 0,0 0-1 0 0,1-1 0 0 0,-1 1 0 0 0,0 0 1 0 0,0 0-1 0 0,0 0 0 0 0,0 0 0 0 0,0 0 1 0 0,0 0-1 0 0,0 0 0 0 0,0-1 1 0 0,0 1-1 0 0,0 0 0 0 0,-1 0 0 0 0,1 0 1 0 0,0 0-1 0 0,-1 0 0 0 0,1 0 1 0 0,-1 0-1 0 0,1 0 0 0 0,-1 0 0 0 0,0 0 1 0 0,1 0-1 0 0,-1 1 0 0 0,0-1 1 0 0,-1-1-1 0 0,1 1 4 0 0,-1 1 1 0 0,1 0 0 0 0,-1-1-1 0 0,1 1 1 0 0,-1 0 0 0 0,0 0-1 0 0,1 0 1 0 0,-1 0-1 0 0,1 0 1 0 0,-1 0 0 0 0,1 0-1 0 0,-1 0 1 0 0,1 1-1 0 0,-1-1 1 0 0,1 0 0 0 0,-3 2-1 0 0,-4 1-102 0 0,0 1 0 0 0,0 0 0 0 0,0 0 0 0 0,0 1-1 0 0,-9 7 1 0 0,-24 28-3372 0 0,20-17-12 0 0</inkml:trace>
</inkml:ink>
</file>

<file path=ppt/ink/ink2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9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4 7858 0 0,'-1'-1'88'0'0,"0"1"1"0"0,0-1 0 0 0,0 1 0 0 0,0-1 0 0 0,0 1 0 0 0,-1 0-1 0 0,1-1 1 0 0,0 1 0 0 0,0 0 0 0 0,0 0 0 0 0,0 0-1 0 0,0 0 1 0 0,0 0 0 0 0,0 0 0 0 0,0 0 0 0 0,0 1-1 0 0,-1-1 1 0 0,1 0 0 0 0,0 0 0 0 0,0 1 0 0 0,0-1-1 0 0,0 1 1 0 0,0-1 0 0 0,0 1 0 0 0,0-1 0 0 0,1 1 0 0 0,-1 0-1 0 0,0-1 1 0 0,0 1 0 0 0,0 0 0 0 0,0 0 0 0 0,1 0-1 0 0,-1 0 1 0 0,0-1 0 0 0,1 1 0 0 0,-1 0 0 0 0,1 0-1 0 0,-1 0 1 0 0,1 0 0 0 0,0 0 0 0 0,-1 0 0 0 0,1 1 0 0 0,0-1-1 0 0,0 0 1 0 0,-1 0 0 0 0,1 0 0 0 0,0 0 0 0 0,0 1-1 0 0,0 9 153 0 0,0 0-1 0 0,1 0 1 0 0,0 0-1 0 0,3 12 1 0 0,-1-3-90 0 0,6 42 14 0 0,3 0 0 0 0,26 81 1 0 0,-1-32-4903 0 0,-30-91 720 0 0</inkml:trace>
</inkml:ink>
</file>

<file path=ppt/ink/ink2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4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7 155 5985 0 0,'-1'-1'20'0'0,"0"0"0"0"0,1 0 1 0 0,-1-1-1 0 0,0 1 0 0 0,1 0 0 0 0,-1-1 0 0 0,1 1 0 0 0,0-1 0 0 0,-1 1 0 0 0,1-1 0 0 0,0 1 0 0 0,0 0 0 0 0,0-1 0 0 0,0 1 1 0 0,0-1-1 0 0,0 1 0 0 0,0-1 0 0 0,0 1 0 0 0,1-1 0 0 0,0-1 0 0 0,1-1-103 0 0,-1-1 1 0 0,1 1-1 0 0,1 0 1 0 0,-1 0-1 0 0,1 0 1 0 0,4-6-1 0 0,3-1-286 0 0,1-1 0 0 0,1 2 0 0 0,13-11 0 0 0,-18 17 492 0 0,0-1 1 0 0,0 1-1 0 0,1 0 1 0 0,0 1-1 0 0,0 0 1 0 0,0 0-1 0 0,0 1 1 0 0,0 0-1 0 0,0 0 1 0 0,1 1-1 0 0,15 0 1 0 0,-17 0 162 0 0,0 1 1 0 0,1 1 0 0 0,-1-1 0 0 0,0 1-1 0 0,0 1 1 0 0,0-1 0 0 0,0 1-1 0 0,0 0 1 0 0,0 1 0 0 0,0 0 0 0 0,0 0-1 0 0,-1 0 1 0 0,0 1 0 0 0,7 4-1 0 0,-10-4-240 0 0,0-1 0 0 0,-1 1-1 0 0,1 0 1 0 0,0 0 0 0 0,-1 0-1 0 0,0 0 1 0 0,0 0-1 0 0,0 1 1 0 0,-1-1 0 0 0,1 1-1 0 0,-1-1 1 0 0,0 1-1 0 0,0 0 1 0 0,-1-1 0 0 0,1 1-1 0 0,-1 0 1 0 0,0-1 0 0 0,0 1-1 0 0,-2 7 1 0 0,0 7-128 0 0,-2 0 0 0 0,0 0 1 0 0,-9 25-1 0 0,6-26 462 0 0,-1-1 0 0 0,-1 0 0 0 0,0 0 0 0 0,-1-1 0 0 0,-17 21 0 0 0,11-17-208 0 0,2 1 1 0 0,-12 23-1 0 0,25-43-144 0 0,1-1 0 0 0,-1 1 0 0 0,1 0 0 0 0,0 0 0 0 0,-1-1 0 0 0,1 1 1 0 0,0 0-1 0 0,-1 0 0 0 0,1 0 0 0 0,0-1 0 0 0,0 1 0 0 0,0 0 1 0 0,0 0-1 0 0,0 0 0 0 0,0 0 0 0 0,0 0 0 0 0,0-1 0 0 0,0 1 0 0 0,0 0 1 0 0,0 0-1 0 0,1 0 0 0 0,-1 0 0 0 0,0-1 0 0 0,1 1 0 0 0,-1 0 0 0 0,0 0 1 0 0,1-1-1 0 0,-1 1 0 0 0,1 0 0 0 0,-1 0 0 0 0,1-1 0 0 0,0 1 1 0 0,-1-1-1 0 0,1 1 0 0 0,-1-1 0 0 0,1 1 0 0 0,0-1 0 0 0,0 1 0 0 0,-1-1 1 0 0,1 1-1 0 0,0-1 0 0 0,0 0 0 0 0,0 1 0 0 0,-1-1 0 0 0,1 0 0 0 0,0 0 1 0 0,0 0-1 0 0,0 0 0 0 0,0 1 0 0 0,-1-1 0 0 0,1 0 0 0 0,0-1 1 0 0,1 1-1 0 0,8 1 263 0 0,0-1 1 0 0,-1-1 0 0 0,16-2 0 0 0,-22 3-280 0 0,78-14 1 0 0,19-3-1344 0 0,-31 13-3994 0 0,-53 4 1192 0 0</inkml:trace>
</inkml:ink>
</file>

<file path=ppt/ink/ink2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8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0 151 1696 0 0,'2'-5'62'0'0,"0"0"0"0"0,1 0 0 0 0,-1 0 0 0 0,1 0 0 0 0,0 0-1 0 0,1 1 1 0 0,-1-1 0 0 0,1 1 0 0 0,0 0 0 0 0,4-4 0 0 0,-3 3 11 0 0,6-6 655 0 0,1 0 1 0 0,0 1-1 0 0,1 0 0 0 0,0 0 1 0 0,28-14-1 0 0,-36 22-335 0 0,1-1 0 0 0,0 1 1 0 0,-1 0-1 0 0,1 1 0 0 0,0-1 0 0 0,0 1 1 0 0,0 0-1 0 0,10 0 0 0 0,-13 1-291 0 0,0 1 0 0 0,0-1 0 0 0,0 1 0 0 0,0-1 0 0 0,0 1 0 0 0,0 0 0 0 0,0 0 0 0 0,0 0 0 0 0,0 0 0 0 0,0 1 0 0 0,0 0 0 0 0,-1-1 0 0 0,1 1 0 0 0,0 0 0 0 0,-1 0 0 0 0,0 0 0 0 0,3 3 0 0 0,-1 0-76 0 0,-1-1 0 0 0,0 1 0 0 0,0 0 1 0 0,0 0-1 0 0,-1 0 0 0 0,0 0 1 0 0,0 0-1 0 0,2 11 0 0 0,7 49 277 0 0,-2-10 310 0 0,25 53 1006 0 0,-24-80-1576 0 0,-1-1-1 0 0,-1 1 0 0 0,-1 1 1 0 0,-1-1-1 0 0,2 48 1 0 0,-6-58-2767 0 0</inkml:trace>
</inkml:ink>
</file>

<file path=ppt/ink/ink2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9.1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16 184 12499 0 0,'-1'0'43'0'0,"1"0"0"0"0,-1 0 0 0 0,0 0 1 0 0,1 0-1 0 0,-1 0 0 0 0,0-1 0 0 0,0 1 0 0 0,1 0 1 0 0,-1-1-1 0 0,0 1 0 0 0,1 0 0 0 0,-1-1 1 0 0,1 1-1 0 0,-1-1 0 0 0,1 1 0 0 0,-1-1 0 0 0,0 1 1 0 0,1-1-1 0 0,0 1 0 0 0,-1-1 0 0 0,1 0 0 0 0,-1 1 1 0 0,1-1-1 0 0,0 0 0 0 0,-1 1 0 0 0,1-1 1 0 0,0 0-1 0 0,0 1 0 0 0,-1-1 0 0 0,1-1 0 0 0,0 1 25 0 0,1-1 0 0 0,-1 0 0 0 0,0 0-1 0 0,1 1 1 0 0,0-1 0 0 0,-1 0-1 0 0,1 1 1 0 0,0-1 0 0 0,0 1 0 0 0,0-1-1 0 0,0 1 1 0 0,1-3 0 0 0,5-3 54 0 0,-1 0 0 0 0,1 0 0 0 0,0 1 0 0 0,10-7 0 0 0,5-1-407 0 0,1 0 1 0 0,1 2 0 0 0,42-15-1 0 0,-4 5-3436 0 0,-57 20 3128 0 0,35-12-3667 0 0</inkml:trace>
</inkml:ink>
</file>

<file path=ppt/ink/ink2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3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72 920 0 0,'6'-44'-183'0'0,"-6"42"333"0"0,1-1 0 0 0,-1 1 0 0 0,1 0 0 0 0,0 0 0 0 0,0 0 0 0 0,0-1 0 0 0,0 1 0 0 0,1 0-1 0 0,-1 0 1 0 0,0 1 0 0 0,1-1 0 0 0,0 0 0 0 0,14 6 6390 0 0,-12 24-5115 0 0,-4-28-1427 0 0,3 25 916 0 0,-2 0-1 0 0,-4 47 1 0 0,1-45-555 0 0,3 43-1 0 0,7-14-186 0 0,2-1 0 0 0,3 0 0 0 0,38 102 0 0 0,-27-84-90 0 0,-8-18-1712 0 0,-12-42-3159 0 0</inkml:trace>
</inkml:ink>
</file>

<file path=ppt/ink/ink2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7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65 8290 0 0,'4'-4'-108'0'0,"1"0"1"0"0,0 0-1 0 0,-1 1 1 0 0,1 0-1 0 0,1 0 1 0 0,-1 0-1 0 0,0 0 1 0 0,1 1-1 0 0,9-3 1 0 0,-8 2 190 0 0,9-3-309 0 0,1 1 1 0 0,0 0-1 0 0,1 1 0 0 0,30-2 1 0 0,-40 5 546 0 0,0 1-1 0 0,0 0 1 0 0,0 0-1 0 0,0 0 1 0 0,0 1 0 0 0,0 1-1 0 0,0-1 1 0 0,0 1 0 0 0,-1 1-1 0 0,1-1 1 0 0,-1 1 0 0 0,13 7-1 0 0,-17-7-287 0 0,1 0 0 0 0,-1 0 0 0 0,0 1-1 0 0,0-1 1 0 0,0 1 0 0 0,0 0 0 0 0,-1 0 0 0 0,0-1 0 0 0,1 2-1 0 0,-1-1 1 0 0,-1 0 0 0 0,1 0 0 0 0,-1 1 0 0 0,1-1-1 0 0,-1 0 1 0 0,-1 1 0 0 0,1 0 0 0 0,0-1 0 0 0,-1 1 0 0 0,0-1-1 0 0,0 1 1 0 0,-1-1 0 0 0,0 7 0 0 0,-2 6 21 0 0,0-1 1 0 0,-1 1-1 0 0,0-1 1 0 0,-2 0 0 0 0,-7 16-1 0 0,-5 2 454 0 0,-1 0-1 0 0,-2-1 1 0 0,-1-1 0 0 0,-2-1-1 0 0,-41 41 1 0 0,64-71-415 0 0,0 0 0 0 0,0 0 0 0 0,0 0-1 0 0,0 0 1 0 0,0 1 0 0 0,0-1 0 0 0,0 0 0 0 0,0 1-1 0 0,0-1 1 0 0,1 0 0 0 0,-1 1 0 0 0,1-1 0 0 0,-1 1-1 0 0,1-1 1 0 0,-1 1 0 0 0,1 1 0 0 0,0-2-53 0 0,0-1 0 0 0,1 1 0 0 0,-1-1-1 0 0,0 1 1 0 0,1-1 0 0 0,-1 1 0 0 0,0-1 0 0 0,1 0 0 0 0,-1 1 0 0 0,1-1 0 0 0,-1 0 0 0 0,0 1 0 0 0,1-1 0 0 0,-1 0 0 0 0,1 1-1 0 0,-1-1 1 0 0,1 0 0 0 0,0 0 0 0 0,-1 0 0 0 0,1 0 0 0 0,-1 1 0 0 0,1-1 0 0 0,-1 0 0 0 0,1 0 0 0 0,-1 0 0 0 0,1 0 0 0 0,0 0-1 0 0,0-1 1 0 0,10 1 265 0 0,0-2 0 0 0,0 1-1 0 0,14-6 1 0 0,-15 5-203 0 0,68-19 564 0 0,61-12 82 0 0,-123 31-971 0 0,0 0 0 0 0,0 0 0 0 0,0 2 0 0 0,0 0 0 0 0,1 1 0 0 0,23 4 0 0 0,-13 6-1781 0 0,-13 1-2986 0 0</inkml:trace>
</inkml:ink>
</file>

<file path=ppt/ink/ink2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2.3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160 231 2761 0 0,'-3'-1'53'0'0,"0"-1"1"0"0,1 1-1 0 0,-1 0 0 0 0,0 0 1 0 0,0 0-1 0 0,0 0 1 0 0,0 1-1 0 0,0-1 1 0 0,0 1-1 0 0,0 0 1 0 0,-6 0-1 0 0,-1-1 7 0 0,2 0 68 0 0,-1-1 0 0 0,1 1 0 0 0,0-1 0 0 0,0-1-1 0 0,0 0 1 0 0,0 0 0 0 0,0 0 0 0 0,-7-6 0 0 0,13 8 31 0 0,0 0 0 0 0,0-1 0 0 0,0 1 0 0 0,0-1 0 0 0,0 0 0 0 0,1 0 0 0 0,-1 0 0 0 0,0 1-1 0 0,1-2 1 0 0,0 1 0 0 0,-1 0 0 0 0,1 0 0 0 0,0 0 0 0 0,0-1 0 0 0,0 1 0 0 0,0 0 0 0 0,1-1 0 0 0,-1 1 0 0 0,1-1 0 0 0,-1 1 0 0 0,1-1 0 0 0,0 1 0 0 0,0-1 0 0 0,0 1 0 0 0,0-1 0 0 0,0 1 0 0 0,1-1 0 0 0,-1 1 0 0 0,1 0 0 0 0,0-1-1 0 0,1-3 1 0 0,1-1-152 0 0,0 1-1 0 0,1-1 1 0 0,0 0-1 0 0,0 1 1 0 0,0 0-1 0 0,1 0 0 0 0,0 0 1 0 0,0 1-1 0 0,0-1 1 0 0,1 1-1 0 0,0 1 0 0 0,0-1 1 0 0,0 1-1 0 0,1 0 1 0 0,-1 0-1 0 0,9-3 1 0 0,-4 2-154 0 0,0 1-1 0 0,1 0 1 0 0,-1 1 0 0 0,1 0 0 0 0,0 1 0 0 0,0 0 0 0 0,0 1 0 0 0,0 0 0 0 0,18 1 0 0 0,-28 0 135 0 0,1 0 0 0 0,0 0 1 0 0,0 1-1 0 0,-1-1 1 0 0,1 1-1 0 0,0-1 0 0 0,-1 1 1 0 0,1 0-1 0 0,0 0 0 0 0,-1 0 1 0 0,1 0-1 0 0,-1 1 0 0 0,0-1 1 0 0,1 1-1 0 0,-1-1 0 0 0,0 1 1 0 0,0 0-1 0 0,0 0 1 0 0,0 0-1 0 0,0 0 0 0 0,-1 0 1 0 0,1 0-1 0 0,-1 1 0 0 0,1-1 1 0 0,-1 0-1 0 0,0 1 0 0 0,1-1 1 0 0,-1 1-1 0 0,-1-1 0 0 0,1 1 1 0 0,0 0-1 0 0,-1 0 1 0 0,1-1-1 0 0,-1 1 0 0 0,0 0 1 0 0,0-1-1 0 0,0 6 0 0 0,-2 9-64 0 0,0 0 0 0 0,-1 1 0 0 0,-1-1-1 0 0,-12 31 1 0 0,8-21 202 0 0,1-7 215 0 0,2 1-1 0 0,0-1 0 0 0,1 1 1 0 0,1 0-1 0 0,0 26 1 0 0,4-42-303 0 0,-1-1 0 0 0,0 1 0 0 0,1 0 0 0 0,0 0 0 0 0,0-1 0 0 0,1 1 0 0 0,-1 0 0 0 0,1-1 0 0 0,0 1 0 0 0,0-1 0 0 0,0 0 0 0 0,5 7 1 0 0,-4-9-41 0 0,-1 1 0 0 0,1 0 0 0 0,0-1 1 0 0,1 1-1 0 0,-1-1 0 0 0,0 0 0 0 0,1 0 1 0 0,-1 0-1 0 0,1-1 0 0 0,-1 1 0 0 0,1-1 1 0 0,0 0-1 0 0,0 0 0 0 0,-1 0 0 0 0,1 0 1 0 0,0-1-1 0 0,7 1 0 0 0,2-2 234 0 0,0 0 1 0 0,0-1-1 0 0,0 0 0 0 0,0-1 0 0 0,-1 0 1 0 0,1-1-1 0 0,-1 0 0 0 0,0-1 0 0 0,0-1 1 0 0,-1 0-1 0 0,1 0 0 0 0,17-14 0 0 0,-27 18-181 0 0,0 1-1 0 0,0-1 0 0 0,0 0 0 0 0,0 1 0 0 0,-1-1 0 0 0,1 0 0 0 0,0 0 0 0 0,-1 0 0 0 0,1 0 0 0 0,-1 0 0 0 0,0-1 0 0 0,0 1 0 0 0,0 0 0 0 0,0-1 1 0 0,0 1-1 0 0,0-1 0 0 0,-1 1 0 0 0,1-1 0 0 0,-1 1 0 0 0,1-1 0 0 0,-1 1 0 0 0,0-1 0 0 0,0 1 0 0 0,0-1 0 0 0,-1 0 0 0 0,1 1 0 0 0,-1-1 1 0 0,1 1-1 0 0,-2-5 0 0 0,-1 3 61 0 0,0-1-1 0 0,0 1 1 0 0,0-1 0 0 0,0 1 0 0 0,-1 0 0 0 0,0 0 0 0 0,1 1-1 0 0,-1-1 1 0 0,-1 1 0 0 0,1 0 0 0 0,0 0 0 0 0,-1 0 0 0 0,-7-3-1 0 0,-7-3 66 0 0,-1 1 0 0 0,1 1 0 0 0,-2 1 0 0 0,1 0-1 0 0,-31-3 1 0 0,31 7-885 0 0,1 0-1 0 0,0 2 1 0 0,-27 2-1 0 0,13 3-4596 0 0</inkml:trace>
</inkml:ink>
</file>

<file path=ppt/ink/ink2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0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139 37 4609 0 0,'-2'-2'421'0'0,"1"-1"0"0"0,0 1 0 0 0,0-1 0 0 0,-1 1 0 0 0,0 0 0 0 0,1 0 0 0 0,-1-1 0 0 0,0 1 1 0 0,0 0-1 0 0,0 1 0 0 0,0-1 0 0 0,-1 0 0 0 0,1 0 0 0 0,0 1 0 0 0,-1 0 0 0 0,1-1 0 0 0,-4 0 0 0 0,4 1-177 0 0,0 1 0 0 0,0 0-1 0 0,1 0 1 0 0,-1 0 0 0 0,0 1-1 0 0,1-1 1 0 0,-1 0 0 0 0,0 1 0 0 0,0-1-1 0 0,1 1 1 0 0,-1-1 0 0 0,1 1 0 0 0,-1 0-1 0 0,0 0 1 0 0,1 0 0 0 0,-1 0-1 0 0,1 0 1 0 0,0 0 0 0 0,-1 0 0 0 0,1 0-1 0 0,0 0 1 0 0,0 1 0 0 0,0-1-1 0 0,0 0 1 0 0,0 1 0 0 0,0-1 0 0 0,0 1-1 0 0,-1 2 1 0 0,-7 12-126 0 0,1 1 0 0 0,0 1 0 0 0,1 0 0 0 0,1 0 0 0 0,1 0 0 0 0,1 0 0 0 0,0 1 0 0 0,1 0 0 0 0,1 0-1 0 0,1 26 1 0 0,1-22-7 0 0,1-1 0 0 0,1 1-1 0 0,2-1 1 0 0,0 0-1 0 0,1 0 1 0 0,1 0-1 0 0,1-1 1 0 0,14 30 0 0 0,-16-42-1365 0 0,0 1 0 0 0,1-1 0 0 0,0 0 0 0 0,0-1 0 0 0,13 14 1 0 0</inkml:trace>
</inkml:ink>
</file>

<file path=ppt/ink/ink2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5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21 220 6913 0 0,'-3'-3'3'0'0,"1"-1"-1"0"0,0 1 0 0 0,0-1 0 0 0,0 0 1 0 0,0 0-1 0 0,1 1 0 0 0,-1-1 0 0 0,1 0 1 0 0,0 0-1 0 0,0 0 0 0 0,0-1 0 0 0,1 1 1 0 0,0 0-1 0 0,0 0 0 0 0,0 0 0 0 0,0 0 0 0 0,0-1 1 0 0,1 1-1 0 0,0 0 0 0 0,0 0 0 0 0,0 0 1 0 0,0 0-1 0 0,1 0 0 0 0,1-4 0 0 0,0 2 37 0 0,0 1 1 0 0,1-1-1 0 0,-1 1 0 0 0,1-1 0 0 0,0 1 0 0 0,1 0 0 0 0,-1 0 0 0 0,1 1 1 0 0,0-1-1 0 0,0 1 0 0 0,0 0 0 0 0,1 1 0 0 0,-1-1 0 0 0,12-4 0 0 0,9-1 572 0 0,-1 1 1 0 0,1 1-1 0 0,0 1 0 0 0,0 1 0 0 0,1 2 0 0 0,36-1 1 0 0,-61 4-614 0 0,-1 0 0 0 0,1 0 0 0 0,-1 0 0 0 0,1 0 0 0 0,-1 0 0 0 0,0 0 0 0 0,1 1 0 0 0,-1-1 0 0 0,1 0 0 0 0,-1 1 0 0 0,0-1 0 0 0,1 1 0 0 0,-1-1 0 0 0,0 1 0 0 0,0 0 0 0 0,1 0 0 0 0,-1-1 0 0 0,0 1 0 0 0,0 0 0 0 0,0 0 0 0 0,0 0 0 0 0,0 0 0 0 0,0 0 0 0 0,0 0 0 0 0,1 2 0 0 0,-2-1 0 0 0,1 1 0 0 0,-1-1 0 0 0,1 0 0 0 0,-1 0 0 0 0,0 1 0 0 0,1-1 0 0 0,-1 0 0 0 0,0 1 0 0 0,-1-1 0 0 0,1 0 0 0 0,0 1 0 0 0,-1-1 0 0 0,-1 5 0 0 0,-2 4-161 0 0,0 0 0 0 0,-2 0 0 0 0,1 0 0 0 0,-14 18 0 0 0,5-10 428 0 0,-1-1 0 0 0,-1 0 0 0 0,-1-1 0 0 0,0-1 0 0 0,-1-1 0 0 0,-1 0 0 0 0,0-1 0 0 0,-25 13 1 0 0,68-31 689 0 0,41-1 1 0 0,-46 4-535 0 0,0 2 1 0 0,0 0 0 0 0,-1 0 0 0 0,1 2 0 0 0,27 7-1 0 0,-34-6-699 0 0,0 0 0 0 0,-1 1 0 0 0,0 0 0 0 0,0 0 0 0 0,0 1 0 0 0,-1 1-1 0 0,1 0 1 0 0,-2 0 0 0 0,15 13 0 0 0,-14-9-857 0 0</inkml:trace>
</inkml:ink>
</file>

<file path=ppt/ink/ink2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8.1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384 23 11058 0 0,'-3'3'-325'0'0,"1"0"-1"0"0,-1 0 1 0 0,1 0-1 0 0,0 1 1 0 0,0-1-1 0 0,1 1 1 0 0,-3 5-1 0 0,-6 12-1241 0 0,0-7 978 0 0,0 0 1 0 0,-1-1 0 0 0,0 0 0 0 0,-1-1-1 0 0,-1 0 1 0 0,-16 12 0 0 0,10-11 1618 0 0,0 0 1 0 0,-1-1 0 0 0,0-2-1 0 0,0 0 1 0 0,-1-1 0 0 0,-1-1 0 0 0,-30 8-1 0 0,50-16-1031 0 0,0 1 0 0 0,0-1 0 0 0,0 1 0 0 0,0-1 1 0 0,0 0-1 0 0,0 0 0 0 0,0 0 0 0 0,0 0 0 0 0,0 0 0 0 0,0 0 0 0 0,0 0 0 0 0,0-1 0 0 0,0 1 0 0 0,0-1 0 0 0,0 0 0 0 0,0 1 0 0 0,0-1 0 0 0,0 0 0 0 0,1 0 0 0 0,-1 0 0 0 0,0 0 0 0 0,0-1 0 0 0,-1-1 0 0 0,1 0-104 0 0,0 0 0 0 0,0 1-1 0 0,0-1 1 0 0,1-1 0 0 0,-1 1 0 0 0,1 0-1 0 0,0 0 1 0 0,0 0 0 0 0,0-1 0 0 0,0 1 0 0 0,0 0-1 0 0,1-7 1 0 0,-1-1-33 0 0,1 0-1 0 0,1 1 1 0 0,0-1 0 0 0,0 1-1 0 0,1-1 1 0 0,1 1 0 0 0,-1-1-1 0 0,7-12 1 0 0,-5 16 116 0 0,0 0 0 0 0,1 1 0 0 0,-1-1 0 0 0,1 1-1 0 0,1 0 1 0 0,-1 1 0 0 0,1-1 0 0 0,0 1 0 0 0,1 0 0 0 0,-1 0 0 0 0,1 1 0 0 0,0 0 0 0 0,0 0 0 0 0,0 1 0 0 0,0 0 0 0 0,10-3 0 0 0,-7 3 37 0 0,1 0-1 0 0,-1 0 1 0 0,0 2 0 0 0,1-1 0 0 0,-1 1 0 0 0,1 1 0 0 0,0-1 0 0 0,-1 2 0 0 0,1 0 0 0 0,-1 0 0 0 0,21 6 0 0 0,-25-6 186 0 0,0 2 0 0 0,0-1 0 0 0,0 1 0 0 0,0 0 1 0 0,-1 0-1 0 0,1 0 0 0 0,-1 1 0 0 0,0 0 0 0 0,0 0 0 0 0,0 1 1 0 0,0-1-1 0 0,-1 1 0 0 0,0 0 0 0 0,0 0 0 0 0,0 0 0 0 0,0 1 0 0 0,-1-1 1 0 0,0 1-1 0 0,4 10 0 0 0,-5-9 58 0 0,0 1 1 0 0,-1-1-1 0 0,1 1 0 0 0,-1-1 1 0 0,-1 1-1 0 0,1 0 1 0 0,-2-1-1 0 0,1 1 0 0 0,-1-1 1 0 0,0 1-1 0 0,0-1 0 0 0,-1 1 1 0 0,0-1-1 0 0,0 0 0 0 0,-1 1 1 0 0,-4 8-1 0 0,-26 54 212 0 0,29-56-1056 0 0</inkml:trace>
</inkml:ink>
</file>

<file path=ppt/ink/ink2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9.4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 8290 0 0,'2'0'1853'0'0,"-2"-1"-1756"0"0,1 1-1 0 0,0 0 1 0 0,-1-1 0 0 0,1 1-1 0 0,0 0 1 0 0,-1 0 0 0 0,1-1-1 0 0,0 1 1 0 0,-1 0 0 0 0,1 0-1 0 0,0 0 1 0 0,0 0 0 0 0,-1 0-1 0 0,1 0 1 0 0,0 0 0 0 0,0 0-1 0 0,-1 0 1 0 0,1 1 0 0 0,0-1-1 0 0,-1 0 1 0 0,1 0 0 0 0,0 1-1 0 0,-1-1 1 0 0,1 0-1 0 0,0 1 1 0 0,-1-1 0 0 0,1 1-1 0 0,-1-1 1 0 0,2 1 0 0 0,2 5 140 0 0,1-1 1 0 0,-1 1-1 0 0,-1 0 1 0 0,1 1-1 0 0,-1-1 1 0 0,0 1-1 0 0,0-1 1 0 0,-1 1-1 0 0,0 0 1 0 0,0 0-1 0 0,1 13 1 0 0,6 30 961 0 0,-4-14-1053 0 0,2 0-1 0 0,1 0 1 0 0,2 0-1 0 0,26 60 1 0 0,-19-60-3731 0 0</inkml:trace>
</inkml:ink>
</file>

<file path=ppt/ink/ink2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2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115 215 2761 0 0,'-15'-9'-722'0'0,"2"0"669"0"0,-1 1-1 0 0,1-2 0 0 0,1 0 1 0 0,-14-13-1 0 0,24 21 242 0 0,0 0 0 0 0,1 0 1 0 0,-1 0-1 0 0,0 0 0 0 0,1 0 0 0 0,-1 0 0 0 0,1 0 0 0 0,-1 0 0 0 0,1-1 0 0 0,0 1 0 0 0,0-1 0 0 0,0 1 0 0 0,1-1 0 0 0,-1 1 0 0 0,0-1 0 0 0,1 1 1 0 0,0-1-1 0 0,0 0 0 0 0,-1 1 0 0 0,1-1 0 0 0,1 1 0 0 0,-1-1 0 0 0,0 0 0 0 0,1 1 0 0 0,-1-1 0 0 0,1 1 0 0 0,0-1 0 0 0,0 1 0 0 0,0-1 0 0 0,0 1 1 0 0,0 0-1 0 0,3-5 0 0 0,1 3-74 0 0,0-1 0 0 0,0 1 0 0 0,0 0 1 0 0,0 0-1 0 0,0 0 0 0 0,1 1 0 0 0,0 0 0 0 0,0 0 1 0 0,0 0-1 0 0,0 1 0 0 0,0 0 0 0 0,7-2 1 0 0,8-1-336 0 0,0 1 1 0 0,29-3 0 0 0,-41 6 174 0 0,-1 1 0 0 0,0 0 0 0 0,1 0 0 0 0,-1 0 0 0 0,1 1 0 0 0,-1 0 0 0 0,15 5 0 0 0,-21-5 32 0 0,1 0 1 0 0,0 1 0 0 0,-1-1 0 0 0,1 1 0 0 0,-1-1 0 0 0,1 1 0 0 0,-1 0 0 0 0,0 0-1 0 0,1 0 1 0 0,-1 0 0 0 0,0 0 0 0 0,-1 1 0 0 0,1-1 0 0 0,0 1 0 0 0,-1-1 0 0 0,1 1-1 0 0,-1-1 1 0 0,0 1 0 0 0,0 0 0 0 0,0 0 0 0 0,0 0 0 0 0,0 0 0 0 0,-1-1 0 0 0,1 1 0 0 0,-1 4-1 0 0,1 0 79 0 0,-1 0-1 0 0,-1-1 1 0 0,1 1-1 0 0,-1 0 0 0 0,0 0 1 0 0,-1-1-1 0 0,1 1 0 0 0,-2 0 1 0 0,1-1-1 0 0,0 0 1 0 0,-1 0-1 0 0,-1 0 0 0 0,1 0 1 0 0,-1 0-1 0 0,1 0 0 0 0,-2-1 1 0 0,1 0-1 0 0,-1 0 1 0 0,-8 8-1 0 0,5-6 109 0 0,0 0 0 0 0,-1-1 1 0 0,0 0-1 0 0,0-1 0 0 0,0 0 0 0 0,0 0 0 0 0,-1-1 1 0 0,0 0-1 0 0,1-1 0 0 0,-2 0 0 0 0,1 0 1 0 0,-14 1-1 0 0,22-4-180 0 0,1 1 0 0 0,-1-1 0 0 0,1 0 1 0 0,0 0-1 0 0,-1 1 0 0 0,1-1 0 0 0,-1 0 0 0 0,1 0 0 0 0,-1-1 1 0 0,1 1-1 0 0,-1 0 0 0 0,1 0 0 0 0,0-1 0 0 0,-1 1 1 0 0,-1-2-1 0 0,17-7-680 0 0,39-11-128 0 0,-10 9-76 0 0,-20 6-2398 0 0</inkml:trace>
</inkml:ink>
</file>

<file path=ppt/ink/ink2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8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30 6913 0 0,'4'-3'239'0'0,"0"-1"-1"0"0,0 1 1 0 0,1 1-1 0 0,-1-1 1 0 0,1 1-1 0 0,-1 0 0 0 0,1 0 1 0 0,0 0-1 0 0,0 0 1 0 0,0 1-1 0 0,0 0 1 0 0,0 0-1 0 0,0 0 0 0 0,0 1 1 0 0,0 0-1 0 0,7 0 1 0 0,-2 0 47 0 0,-1 1-1 0 0,1 1 1 0 0,0-1 0 0 0,-1 1 0 0 0,1 1 0 0 0,-1 0 0 0 0,15 7 0 0 0,191 89 1272 0 0,-68-42-7555 0 0,-129-51 2183 0 0</inkml:trace>
</inkml:ink>
</file>

<file path=ppt/ink/ink2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4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 11979 0 0,'0'0'18'0'0,"0"0"1"0"0,0 0 0 0 0,0 0 0 0 0,0 0 0 0 0,0 0 0 0 0,1 0 0 0 0,-1-1 0 0 0,0 1-1 0 0,0 0 1 0 0,0 0 0 0 0,0 0 0 0 0,0 0 0 0 0,0 0 0 0 0,0 0 0 0 0,0 0 0 0 0,1-1-1 0 0,-1 1 1 0 0,0 0 0 0 0,0 0 0 0 0,0 0 0 0 0,0 0 0 0 0,0 0 0 0 0,0 0 0 0 0,1 0-1 0 0,-1 0 1 0 0,0 0 0 0 0,0 0 0 0 0,0 0 0 0 0,0 0 0 0 0,0 0 0 0 0,1 0 0 0 0,-1 0-1 0 0,0 0 1 0 0,0 0 0 0 0,0 0 0 0 0,0 0 0 0 0,0 0 0 0 0,1 0 0 0 0,-1 0 0 0 0,0 0-1 0 0,0 0 1 0 0,0 0 0 0 0,0 0 0 0 0,0 0 0 0 0,1 1 0 0 0,-1-1 0 0 0,0 0 0 0 0,0 0 0 0 0,0 0-1 0 0,0 0 1 0 0,0 0 0 0 0,0 0 0 0 0,0 0 0 0 0,0 0 0 0 0,0 1 0 0 0,1-1 0 0 0,-1 0-1 0 0,0 0 1 0 0,0 0 0 0 0,0 0 0 0 0,0 0 0 0 0,0 1 0 0 0,0-1 0 0 0,0 0 0 0 0,0 0-1 0 0,7 9-567 0 0,-4 1 456 0 0,-1 0 1 0 0,0 1-1 0 0,0-1 1 0 0,-1 1-1 0 0,0-1 1 0 0,-1 1-1 0 0,-2 12 1 0 0,2 15 617 0 0,2-9-455 0 0,1 0 0 0 0,2 0 0 0 0,1 0-1 0 0,1 0 1 0 0,1-1 0 0 0,2 0 0 0 0,13 28 0 0 0,-18-47-70 0 0,-1-5 0 0 0</inkml:trace>
</inkml:ink>
</file>

<file path=ppt/ink/ink2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7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42 130 9674 0 0,'-1'1'-93'0'0,"-1"-1"0"0"0,0 1 0 0 0,1-1 0 0 0,-1 1 0 0 0,1 0 0 0 0,-1-1-1 0 0,1 1 1 0 0,-1 0 0 0 0,1 0 0 0 0,0 0 0 0 0,-1 0 0 0 0,1 1 0 0 0,0-1 0 0 0,0 0 0 0 0,0 0 0 0 0,0 1 0 0 0,0-1 0 0 0,0 1-1 0 0,0-1 1 0 0,0 1 0 0 0,1-1 0 0 0,-1 1 0 0 0,1-1 0 0 0,-1 3 0 0 0,-2 6-532 0 0,0-1 0 0 0,1 1 0 0 0,0-1 0 0 0,0 19 0 0 0,2-20 911 0 0,0 0 0 0 0,1 0 1 0 0,0 0-1 0 0,0 0 0 0 0,1 0 0 0 0,0 0 0 0 0,0 0 0 0 0,1-1 1 0 0,5 13-1 0 0,-4-14-12 0 0,0 0 0 0 0,-1 0 0 0 0,2-1 0 0 0,-1 0-1 0 0,1 1 1 0 0,0-1 0 0 0,0-1 0 0 0,0 1 0 0 0,1-1 0 0 0,-1 0 0 0 0,1 0 0 0 0,0 0 0 0 0,0-1 0 0 0,1 0 0 0 0,-1 0 0 0 0,1-1 0 0 0,-1 0 0 0 0,1 0 0 0 0,0 0 0 0 0,0-1 0 0 0,7 1 0 0 0,-4-2-281 0 0,1 0 0 0 0,-1 0-1 0 0,0-1 1 0 0,0 0 0 0 0,1-1 0 0 0,-1 0 0 0 0,0-1 0 0 0,0 0 0 0 0,-1 0 0 0 0,1-1-1 0 0,-1-1 1 0 0,0 1 0 0 0,0-1 0 0 0,0-1 0 0 0,-1 0 0 0 0,10-8 0 0 0,-13 10-12 0 0,0 0 1 0 0,-1 0-1 0 0,0-1 1 0 0,0 1 0 0 0,0-1-1 0 0,0 0 1 0 0,-1-1-1 0 0,0 1 1 0 0,0 0 0 0 0,0-1-1 0 0,-1 0 1 0 0,0 1-1 0 0,0-1 1 0 0,0 0 0 0 0,-1 0-1 0 0,1 0 1 0 0,-1-1-1 0 0,-1 1 1 0 0,0 0 0 0 0,1 0-1 0 0,-2 0 1 0 0,1 0-1 0 0,-1-1 1 0 0,0 1 0 0 0,0 0-1 0 0,-1 0 1 0 0,1 0-1 0 0,-4-7 1 0 0,0 3-106 0 0,0 0 0 0 0,-1 1 0 0 0,0 0 0 0 0,0 0 1 0 0,-1 0-1 0 0,0 0 0 0 0,0 1 0 0 0,-1 0 0 0 0,0 1 0 0 0,0 0 0 0 0,-12-8 0 0 0,6 7-282 0 0,0 0 0 0 0,-1 0 0 0 0,1 1 0 0 0,-2 1 1 0 0,1 1-1 0 0,-1 0 0 0 0,-16-3 0 0 0,-13 1-683 0 0</inkml:trace>
</inkml:ink>
</file>

<file path=ppt/ink/ink2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2.9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10570 0 0,'12'30'481'0'0,"-1"0"0"0"0,-1 1 1 0 0,-2 0-1 0 0,-2 1 0 0 0,5 46 0 0 0,-5-30-312 0 0,17 59 0 0 0,-13-72 7 0 0,24 53 0 0 0,-27-73-593 0 0,1-1 0 0 0,0 1-1 0 0,1-1 1 0 0,1-1 0 0 0,20 23 0 0 0,-20-26-3849 0 0</inkml:trace>
</inkml:ink>
</file>

<file path=ppt/ink/ink2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5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1 135 3681 0 0,'0'-3'135'0'0,"0"0"0"0"0,-1 0 0 0 0,1-1 1 0 0,1 1-1 0 0,-1 0 0 0 0,0 0 0 0 0,1-1 0 0 0,0 1 1 0 0,0 0-1 0 0,0 0 0 0 0,0 0 0 0 0,0 0 0 0 0,0 0 1 0 0,1 0-1 0 0,0 0 0 0 0,2-3 0 0 0,0 0 146 0 0,0 0 0 0 0,0 1 1 0 0,0-1-1 0 0,1 1 0 0 0,0 0 0 0 0,11-9 0 0 0,-8 10-45 0 0,1-1 0 0 0,0 1 0 0 0,0 0 0 0 0,0 1 0 0 0,1 0 0 0 0,-1 0 0 0 0,1 1 0 0 0,0 1 0 0 0,0 0 0 0 0,-1 0 0 0 0,1 0 0 0 0,0 1 0 0 0,0 1 0 0 0,0 0 0 0 0,15 3 0 0 0,-24-3-240 0 0,0-1 1 0 0,0 0 0 0 0,1 1-1 0 0,-1 0 1 0 0,0-1 0 0 0,0 1 0 0 0,0 0-1 0 0,0-1 1 0 0,0 1 0 0 0,0 0-1 0 0,0 0 1 0 0,0 0 0 0 0,0 0 0 0 0,0 0-1 0 0,0 0 1 0 0,-1 0 0 0 0,1 0 0 0 0,0 0-1 0 0,-1 0 1 0 0,1 1 0 0 0,0 1-1 0 0,0 0-26 0 0,-1 0 0 0 0,0-1 0 0 0,0 1 0 0 0,0 0 0 0 0,0 0 0 0 0,0-1 0 0 0,0 1 0 0 0,-1 0 0 0 0,1-1 0 0 0,-2 4 0 0 0,-3 7-101 0 0,0 0 0 0 0,-1-1 1 0 0,-11 17-1 0 0,13-22 154 0 0,-17 29 909 0 0,-2-1-1 0 0,-1-1 1 0 0,-47 51 0 0 0,71-85-899 0 0,0 0 0 0 0,0 0 1 0 0,0 0-1 0 0,0 0 0 0 0,0 0 0 0 0,1-1 0 0 0,-1 1 1 0 0,0 0-1 0 0,0 0 0 0 0,0 0 0 0 0,0 0 0 0 0,0 0 0 0 0,0 0 1 0 0,0 0-1 0 0,1 0 0 0 0,-1 0 0 0 0,0 0 0 0 0,0 0 0 0 0,0 0 1 0 0,0 0-1 0 0,0 1 0 0 0,0-1 0 0 0,0 0 0 0 0,1 0 1 0 0,-1 0-1 0 0,0 0 0 0 0,0 0 0 0 0,0 0 0 0 0,0 0 0 0 0,0 0 1 0 0,0 0-1 0 0,0 0 0 0 0,0 0 0 0 0,0 0 0 0 0,1 1 1 0 0,-1-1-1 0 0,0 0 0 0 0,0 0 0 0 0,0 0 0 0 0,0 0 0 0 0,0 0 1 0 0,0 0-1 0 0,0 0 0 0 0,0 0 0 0 0,0 1 0 0 0,0-1 0 0 0,0 0 1 0 0,0 0-1 0 0,0 0 0 0 0,0 0 0 0 0,0 0 0 0 0,0 0 1 0 0,0 1-1 0 0,0-1 0 0 0,0 0 0 0 0,0 0 0 0 0,0 0 0 0 0,0 0 1 0 0,0 0-1 0 0,0 0 0 0 0,0 0 0 0 0,0 0 0 0 0,0 1 0 0 0,-1-1 1 0 0,1 0-1 0 0,0 0 0 0 0,19-2 917 0 0,22-7-106 0 0,-6 0-316 0 0,117-26 830 0 0,-123 30-2287 0 0,0 2-1 0 0,0 0 1 0 0,38 3 0 0 0,-39 3-2609 0 0,-15 0-1463 0 0</inkml:trace>
</inkml:ink>
</file>

<file path=ppt/ink/ink2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9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56 1 4609 0 0,'0'0'87'0'0,"-1"0"1"0"0,0 0-1 0 0,1 0 1 0 0,-1 0-1 0 0,0 0 1 0 0,1 0-1 0 0,-1 0 0 0 0,0 0 1 0 0,1 0-1 0 0,-1 0 1 0 0,1 0-1 0 0,-1 0 1 0 0,0 1-1 0 0,1-1 1 0 0,-1 0-1 0 0,0 0 0 0 0,1 1 1 0 0,-1-1-1 0 0,1 0 1 0 0,-1 1-1 0 0,1-1 1 0 0,-1 1-1 0 0,1-1 1 0 0,-1 0-1 0 0,1 1 0 0 0,-1 0 1 0 0,-12 23 535 0 0,-2 35-346 0 0,12-48 424 0 0,0 4-274 0 0,1 0 0 0 0,0-1 1 0 0,1 1-1 0 0,1 1 0 0 0,0-1 0 0 0,1 0 0 0 0,0 0 0 0 0,5 15 1 0 0,-4-20-639 0 0,1 0 0 0 0,0 0 0 0 0,1 0 0 0 0,0 0 0 0 0,1-1 0 0 0,0 0 0 0 0,9 13 0 0 0,-7-12-3732 0 0</inkml:trace>
</inkml:ink>
</file>

<file path=ppt/ink/ink2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2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14627 0 0,'2'3'201'0'0,"-1"0"0"0"0,1 0 0 0 0,-1 0-1 0 0,0 1 1 0 0,1-1 0 0 0,-1 1 0 0 0,-1-1 0 0 0,1 1 0 0 0,0-1-1 0 0,-1 1 1 0 0,0 6 0 0 0,0 51 40 0 0,0-52-313 0 0,-2 121-2264 0 0,8-43-2969 0 0,-1-47 1165 0 0</inkml:trace>
</inkml:ink>
</file>

<file path=ppt/ink/ink2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9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84 8754 0 0,'0'-17'530'0'0,"1"1"1"0"0,1-1-1 0 0,4-16 1 0 0,3 64 1821 0 0,-7 17-1058 0 0,-4 76-1 0 0,-1-75-174 0 0,6 73-1 0 0,0-88-2398 0 0,12 50 1 0 0,-12-75 900 0 0,-1-1 0 0 0,1 1 0 0 0,0 0 0 0 0,1-1 0 0 0,0 1 0 0 0,0-1 1 0 0,1 0-1 0 0,0-1 0 0 0,1 1 0 0 0,10 11 0 0 0,-4-8-3969 0 0</inkml:trace>
</inkml:ink>
</file>

<file path=ppt/ink/ink2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5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17 146 8754 0 0,'-2'-3'-16'0'0,"0"0"0"0"0,0 0 1 0 0,0 0-1 0 0,1 0 0 0 0,-1 0 0 0 0,1 0 0 0 0,0-1 1 0 0,0 1-1 0 0,0 0 0 0 0,0-1 0 0 0,1 1 1 0 0,-1-1-1 0 0,1 1 0 0 0,0-1 0 0 0,0 1 0 0 0,1-1 1 0 0,-1 1-1 0 0,0-1 0 0 0,1 1 0 0 0,0-1 1 0 0,0 1-1 0 0,0 0 0 0 0,0-1 0 0 0,1 1 0 0 0,-1 0 1 0 0,1 0-1 0 0,0 0 0 0 0,0 0 0 0 0,0 0 1 0 0,0 1-1 0 0,1-1 0 0 0,-1 0 0 0 0,1 1 1 0 0,3-3-1 0 0,-1 1-33 0 0,0 1 0 0 0,0-1-1 0 0,0 1 1 0 0,1 0 0 0 0,0 0 0 0 0,-1 1 0 0 0,1 0 0 0 0,0 0 0 0 0,0 0 0 0 0,0 1 0 0 0,0 0 0 0 0,8-1-1 0 0,-12 2 123 0 0,1 0 0 0 0,-1 0 1 0 0,0 0-1 0 0,0 0 0 0 0,0 1 0 0 0,0-1 0 0 0,0 1 0 0 0,1-1 0 0 0,-1 1 0 0 0,0 0 0 0 0,0-1 0 0 0,0 1 0 0 0,-1 0 0 0 0,1 1 0 0 0,0-1 0 0 0,0 0 0 0 0,0 0 0 0 0,-1 1 0 0 0,1-1 0 0 0,-1 1 0 0 0,1 0 0 0 0,-1-1 0 0 0,0 1 0 0 0,1 0 0 0 0,-1 0 0 0 0,0 0 0 0 0,0 0 0 0 0,0-1 0 0 0,-1 2 0 0 0,1-1 0 0 0,0 0 0 0 0,-1 0 0 0 0,1 0 0 0 0,-1 0 0 0 0,0 0 0 0 0,0 0 0 0 0,0 4 0 0 0,0 5-103 0 0,0 0-1 0 0,-1-1 1 0 0,-1 1-1 0 0,0 0 1 0 0,0-1-1 0 0,-1 1 1 0 0,0-1-1 0 0,-1 0 1 0 0,-5 10-1 0 0,-3 5 566 0 0,-1-1 0 0 0,-23 30 0 0 0,22-37 482 0 0,11-14-628 0 0,0 0 1 0 0,-1 1-1 0 0,1-1 1 0 0,1 1-1 0 0,-1 0 1 0 0,0 0-1 0 0,1 0 1 0 0,0 0 0 0 0,0 0-1 0 0,-2 8 1 0 0,4-11-302 0 0,1-1 0 0 0,-1 1 1 0 0,1 0-1 0 0,0-1 0 0 0,-1 1 1 0 0,1-1-1 0 0,0 1 1 0 0,0-1-1 0 0,-1 1 0 0 0,1-1 1 0 0,0 0-1 0 0,0 1 0 0 0,-1-1 1 0 0,1 0-1 0 0,0 0 1 0 0,0 0-1 0 0,0 1 0 0 0,0-1 1 0 0,-1 0-1 0 0,1 0 0 0 0,0 0 1 0 0,0 0-1 0 0,0 0 0 0 0,0-1 1 0 0,0 1-1 0 0,-1 0 1 0 0,1 0-1 0 0,0-1 0 0 0,1 1 1 0 0,33-7 517 0 0,-32 7-457 0 0,69-18 190 0 0,61-12-750 0 0,-115 27-1354 0 0,1 2 0 0 0,33 1 0 0 0</inkml:trace>
</inkml:ink>
</file>

<file path=ppt/ink/ink2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8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 7834 0 0,'-1'1'48'0'0,"1"-1"0"0"0,-1 1 0 0 0,1 0 1 0 0,-1 0-1 0 0,1 0 0 0 0,0-1 0 0 0,-1 1 0 0 0,1 0 1 0 0,0 0-1 0 0,0 0 0 0 0,-1 0 0 0 0,1 0 1 0 0,0 0-1 0 0,0-1 0 0 0,0 1 0 0 0,0 0 0 0 0,0 0 1 0 0,0 0-1 0 0,0 0 0 0 0,1 0 0 0 0,-1 0 0 0 0,0 1 1 0 0,7 28 249 0 0,-5-21-9 0 0,-1-6-266 0 0,27 120 2612 0 0,-1-43-5917 0 0,-18-58-543 0 0</inkml:trace>
</inkml:ink>
</file>

<file path=ppt/ink/ink2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6.3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0 140 6913 0 0,'1'-3'66'0'0,"-1"1"-1"0"0,1-1 1 0 0,-1 0-1 0 0,1 1 1 0 0,0-1-1 0 0,1 1 0 0 0,-1-1 1 0 0,0 1-1 0 0,1 0 1 0 0,-1-1-1 0 0,1 1 1 0 0,1-2-1 0 0,29-30-1241 0 0,-19 20 432 0 0,7-7-408 0 0,9-1 3565 0 0,-25 19-1961 0 0,1 1 1 0 0,0 0-1 0 0,0 0 1 0 0,0 1-1 0 0,1-1 1 0 0,-1 1-1 0 0,0 0 1 0 0,1 1 0 0 0,-1-1-1 0 0,7 1 1 0 0,-4 0-186 0 0,-1 0 0 0 0,1 1 0 0 0,-1-1 0 0 0,0 1 0 0 0,1 1 0 0 0,10 3 0 0 0,-15-4-230 0 0,-1 0 0 0 0,0 0-1 0 0,0 0 1 0 0,0 1 0 0 0,1-1-1 0 0,-1 1 1 0 0,0-1 0 0 0,-1 1-1 0 0,1 0 1 0 0,0 0-1 0 0,-1 0 1 0 0,1 0 0 0 0,-1 0-1 0 0,1 0 1 0 0,-1 0 0 0 0,0 1-1 0 0,0-1 1 0 0,0 0 0 0 0,0 1-1 0 0,0-1 1 0 0,-1 1 0 0 0,2 4-1 0 0,-1 0 156 0 0,0 1-1 0 0,0-1 1 0 0,0 1-1 0 0,-1 0 1 0 0,0-1-1 0 0,-1 1 1 0 0,0-1-1 0 0,0 1 1 0 0,0-1-1 0 0,-1 1 1 0 0,0-1-1 0 0,0 0 1 0 0,-1 1-1 0 0,0-1 1 0 0,-1 0-1 0 0,1-1 1 0 0,-1 1-1 0 0,0-1 1 0 0,-1 0-1 0 0,0 0 1 0 0,-7 8-1 0 0,68-33 2854 0 0,-23 8-3312 0 0,2 2 0 0 0,38-5 0 0 0,-10 4-3065 0 0,-34 6 96 0 0,21-3-3086 0 0</inkml:trace>
</inkml:ink>
</file>

<file path=ppt/ink/ink2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6.3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0 0 2417 0 0</inkml:trace>
</inkml:ink>
</file>

<file path=ppt/ink/ink2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7.6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442 107 2761 0 0,'-5'1'17'0'0,"0"0"-1"0"0,0 0 1 0 0,0 1 0 0 0,0-1 0 0 0,0 1 0 0 0,1 0 0 0 0,-1 1 0 0 0,1-1 0 0 0,0 1 0 0 0,-1-1 0 0 0,1 1 0 0 0,1 1 0 0 0,-5 2 0 0 0,-14 11 31 0 0,-14 9 111 0 0,1 2 0 0 0,2 1 0 0 0,1 1-1 0 0,1 2 1 0 0,2 1 0 0 0,1 1 0 0 0,2 2 0 0 0,-43 77 0 0 0,63-102 104 0 0,1 1 1 0 0,0 0-1 0 0,1 0 1 0 0,1 0-1 0 0,0 1 1 0 0,0-1-1 0 0,1 1 1 0 0,0 13 0 0 0,2-19-132 0 0,-1 0 0 0 0,2 0 0 0 0,-1 0 0 0 0,1 0 0 0 0,-1 0-1 0 0,2 0 1 0 0,-1-1 0 0 0,1 1 0 0 0,0-1 0 0 0,1 1 0 0 0,-1-1 0 0 0,1 1 0 0 0,1-1 0 0 0,-1 0 0 0 0,1-1 0 0 0,6 9 0 0 0,-8-12-114 0 0,0 0 0 0 0,0-1 0 0 0,-1 1-1 0 0,1-1 1 0 0,0 0 0 0 0,0 1 0 0 0,0-1-1 0 0,1 0 1 0 0,-1 0 0 0 0,0 0 0 0 0,0 0-1 0 0,0-1 1 0 0,1 1 0 0 0,-1-1 0 0 0,1 1-1 0 0,-1-1 1 0 0,0 0 0 0 0,1 0 0 0 0,3 0-1 0 0,-2-1 33 0 0,1 0-1 0 0,-1 0 1 0 0,0-1-1 0 0,1 1 0 0 0,-1-1 1 0 0,0 0-1 0 0,0 0 1 0 0,0-1-1 0 0,6-4 1 0 0,2-3 237 0 0,0-1 0 0 0,0 0 1 0 0,-1-1-1 0 0,16-24 0 0 0,-17 20-329 0 0,-1 0 1 0 0,0-1-1 0 0,-1 0 0 0 0,-1 0 1 0 0,-1-1-1 0 0,0 0 0 0 0,-2 0 1 0 0,0-1-1 0 0,-1 1 0 0 0,0-1 1 0 0,-2 0-1 0 0,0 0 0 0 0,-1 1 1 0 0,-1-1-1 0 0,-1 0 0 0 0,-1 0 1 0 0,0 1-1 0 0,-1 0 0 0 0,-1 0 1 0 0,-1 0-1 0 0,-1 0 0 0 0,0 1 1 0 0,-12-20-1 0 0,18 35 28 0 0,0 0 0 0 0,0 0 0 0 0,0 0-1 0 0,-1 0 1 0 0,1 0 0 0 0,-1 0 0 0 0,0 1 0 0 0,1-1 0 0 0,-1 0 0 0 0,0 1 0 0 0,0-1-1 0 0,0 1 1 0 0,0 0 0 0 0,0 0 0 0 0,0 0 0 0 0,0 0 0 0 0,-1 0 0 0 0,1 0 0 0 0,-4-1 0 0 0,4 2 9 0 0,0 1-1 0 0,0-1 1 0 0,0 0 0 0 0,1 1 0 0 0,-1-1 0 0 0,0 1 0 0 0,0-1 0 0 0,1 1 0 0 0,-1 0 0 0 0,0 0 0 0 0,1 0 0 0 0,-1 0 0 0 0,1 0 0 0 0,-1 0 0 0 0,1 0 0 0 0,0 0 0 0 0,-1 1 0 0 0,1-1 0 0 0,0 0-1 0 0,0 1 1 0 0,0-1 0 0 0,0 1 0 0 0,0 0 0 0 0,0-1 0 0 0,0 1 0 0 0,0 2 0 0 0,-8 16 65 0 0,1-1 0 0 0,1 1 0 0 0,1 1 0 0 0,1-1 0 0 0,1 1 0 0 0,1 0 0 0 0,0 0 0 0 0,1 24 0 0 0,2-31 59 0 0,1 1 0 0 0,0 0 0 0 0,1-1 1 0 0,1 1-1 0 0,0-1 0 0 0,1 0 0 0 0,0 0 1 0 0,1 0-1 0 0,1 0 0 0 0,0-1 0 0 0,1 0 1 0 0,12 18-1 0 0,-13-23-60 0 0,1-1-1 0 0,0 0 1 0 0,0 0 0 0 0,1-1 0 0 0,0 1 0 0 0,0-2-1 0 0,0 1 1 0 0,1-1 0 0 0,14 7 0 0 0,-20-11-9 0 0,0 0 1 0 0,0 1-1 0 0,0-1 0 0 0,0 0 1 0 0,0 0-1 0 0,0 0 1 0 0,0-1-1 0 0,1 1 0 0 0,-1-1 1 0 0,0 0-1 0 0,0 0 1 0 0,0 0-1 0 0,1 0 0 0 0,-1-1 1 0 0,0 1-1 0 0,0-1 1 0 0,0 1-1 0 0,1-1 0 0 0,-1 0 1 0 0,0-1-1 0 0,0 1 1 0 0,-1 0-1 0 0,1-1 0 0 0,0 0 1 0 0,0 0-1 0 0,-1 0 1 0 0,1 0-1 0 0,-1 0 0 0 0,1 0 1 0 0,-1 0-1 0 0,0-1 1 0 0,3-4-1 0 0,1-2-43 0 0,-2 0 1 0 0,1 0-1 0 0,-1-1 0 0 0,0 0 1 0 0,-1 0-1 0 0,0 0 0 0 0,-1 0 1 0 0,0 0-1 0 0,-1 0 0 0 0,1 0 1 0 0,-2-1-1 0 0,0 1 0 0 0,0 0 1 0 0,-2-12-1 0 0,1 14-169 0 0,-1 0 1 0 0,0 0 0 0 0,0 0-1 0 0,-1 0 1 0 0,0 0-1 0 0,-1 1 1 0 0,1-1-1 0 0,-1 1 1 0 0,-1 0-1 0 0,1 0 1 0 0,-1 1-1 0 0,0-1 1 0 0,-1 1-1 0 0,0 0 1 0 0,0 0-1 0 0,0 1 1 0 0,0 0 0 0 0,-9-6-1 0 0,11 9 74 0 0,0 0 0 0 0,0 0 0 0 0,-1 0-1 0 0,1 0 1 0 0,0 1 0 0 0,-1 0 0 0 0,1-1 0 0 0,-1 2-1 0 0,1-1 1 0 0,-1 0 0 0 0,0 1 0 0 0,1 0 0 0 0,-1 0-1 0 0,0 0 1 0 0,-4 2 0 0 0,1 0 43 0 0,1 0 0 0 0,-1 0 1 0 0,1 1-1 0 0,0 0 0 0 0,0 0 0 0 0,0 0 0 0 0,1 1 0 0 0,-10 7 1 0 0,4-2 78 0 0,1 1 1 0 0,0 0 0 0 0,1 1 0 0 0,1 0-1 0 0,-1 0 1 0 0,2 1 0 0 0,-1 0 0 0 0,2 0-1 0 0,-8 15 1 0 0,14-24 28 0 0,-1 1 0 0 0,1-1 0 0 0,-1 0 0 0 0,1 1 1 0 0,0-1-1 0 0,1 1 0 0 0,-1-1 0 0 0,0 1 0 0 0,1-1 0 0 0,0 1 0 0 0,0 0 0 0 0,0-1 0 0 0,0 1 0 0 0,1-1 0 0 0,-1 1 1 0 0,1-1-1 0 0,0 1 0 0 0,0-1 0 0 0,0 1 0 0 0,0-1 0 0 0,1 0 0 0 0,-1 1 0 0 0,4 3 0 0 0,-2-3 4 0 0,0-1 0 0 0,1 0 0 0 0,-1-1 0 0 0,1 1 0 0 0,-1 0 0 0 0,1-1 0 0 0,0 0 0 0 0,0 0 0 0 0,0 0 0 0 0,0-1 0 0 0,0 1 0 0 0,1-1 0 0 0,-1 0 0 0 0,0 0 0 0 0,1 0 0 0 0,-1-1 0 0 0,1 1 0 0 0,7-1 0 0 0,1-1 82 0 0,0 0 0 0 0,0-1-1 0 0,0-1 1 0 0,0 0-1 0 0,0 0 1 0 0,-1-1 0 0 0,0-1-1 0 0,1 0 1 0 0,-2-1 0 0 0,1 0-1 0 0,11-9 1 0 0,-9 6-108 0 0,0-1 0 0 0,-1-1 1 0 0,-1 0-1 0 0,0-1 0 0 0,0 0 1 0 0,-1-1-1 0 0,-1 0 0 0 0,12-18 1 0 0,-3-10-619 0 0,-18 39 480 0 0,-1 0 0 0 0,1-1 0 0 0,0 1 0 0 0,-1 0-1 0 0,1-1 1 0 0,-1 1 0 0 0,0 0 0 0 0,0-1 0 0 0,0 1 0 0 0,0-1 0 0 0,0 1 0 0 0,0 0 0 0 0,-1-1 0 0 0,1 1 0 0 0,-1-1-1 0 0,-1-1 1 0 0,2 3 51 0 0,-1 1-1 0 0,1-1 1 0 0,0 1-1 0 0,-1-1 0 0 0,0 1 1 0 0,1 0-1 0 0,-1-1 1 0 0,1 1-1 0 0,-1 0 0 0 0,1-1 1 0 0,-1 1-1 0 0,0 0 1 0 0,1 0-1 0 0,-1 0 0 0 0,1-1 1 0 0,-1 1-1 0 0,0 0 1 0 0,1 0-1 0 0,-1 0 0 0 0,0 0 1 0 0,1 0-1 0 0,-1 0 1 0 0,0 0-1 0 0,1 0 0 0 0,-1 1 1 0 0,0-1-1 0 0,1 0 1 0 0,-1 0-1 0 0,1 0 0 0 0,-1 1 1 0 0,0-1-1 0 0,1 0 0 0 0,-1 1 1 0 0,1-1-1 0 0,-1 1 1 0 0,1-1-1 0 0,-1 0 0 0 0,1 1 1 0 0,-1-1-1 0 0,1 1 1 0 0,0-1-1 0 0,-2 2 0 0 0,-18 22-519 0 0,14-15 492 0 0,1 1-1 0 0,0 0 0 0 0,0 0 0 0 0,1 0 0 0 0,1 1 0 0 0,0-1 0 0 0,0 1 0 0 0,-1 14 0 0 0,3-21 92 0 0,1-1-1 0 0,0 1 1 0 0,0-1-1 0 0,0 1 1 0 0,0-1 0 0 0,1 1-1 0 0,0-1 1 0 0,-1 1-1 0 0,1-1 1 0 0,0 0 0 0 0,1 1-1 0 0,-1-1 1 0 0,3 4-1 0 0,-3-5 8 0 0,1 0 1 0 0,0 0-1 0 0,0-1 0 0 0,-1 1 0 0 0,1 0 0 0 0,1 0 0 0 0,-1-1 0 0 0,0 0 0 0 0,0 1 0 0 0,0-1 0 0 0,1 0 0 0 0,-1 0 0 0 0,1 0 0 0 0,-1 0 0 0 0,1-1 0 0 0,-1 1 0 0 0,1-1 0 0 0,-1 1 0 0 0,1-1 0 0 0,2 0 0 0 0,3 0 117 0 0,0-1 0 0 0,0 0 1 0 0,0 0-1 0 0,-1-1 0 0 0,1 0 0 0 0,0 0 0 0 0,-1 0 0 0 0,0-1 0 0 0,1-1 0 0 0,-1 1 0 0 0,-1-1 1 0 0,1 0-1 0 0,0-1 0 0 0,-1 1 0 0 0,0-1 0 0 0,0-1 0 0 0,0 1 0 0 0,5-8 0 0 0,3-3-74 0 0,-1-1 0 0 0,0 0-1 0 0,-2-1 1 0 0,0 0-1 0 0,14-31 1 0 0,-19 33-388 0 0,-1-1 0 0 0,0 1 0 0 0,-1-1 0 0 0,-1 1 0 0 0,0-1 0 0 0,-2 0 0 0 0,0 0 0 0 0,0 0 0 0 0,-2 0 0 0 0,0 0 0 0 0,-1 0 0 0 0,-1 0 0 0 0,0 0 0 0 0,-1 1 0 0 0,-1-1 0 0 0,-13-28 0 0 0,17 42 301 0 0,0 0 1 0 0,0 1 0 0 0,-1 0-1 0 0,1-1 1 0 0,-1 1 0 0 0,1 0-1 0 0,-1-1 1 0 0,0 1 0 0 0,0 0-1 0 0,0 0 1 0 0,0 1 0 0 0,0-1-1 0 0,0 0 1 0 0,0 1 0 0 0,-1-1-1 0 0,1 1 1 0 0,-1 0 0 0 0,1-1-1 0 0,-1 1 1 0 0,1 0 0 0 0,-1 1 0 0 0,0-1-1 0 0,1 0 1 0 0,-1 1 0 0 0,0 0-1 0 0,0-1 1 0 0,1 1 0 0 0,-1 0-1 0 0,0 1 1 0 0,0-1 0 0 0,1 0-1 0 0,-1 1 1 0 0,0-1 0 0 0,1 1-1 0 0,-1 0 1 0 0,0 0 0 0 0,1 0-1 0 0,-1 0 1 0 0,1 1 0 0 0,-4 1-1 0 0,-4 4 110 0 0,0 0-1 0 0,1 1 0 0 0,0 0 0 0 0,0 0 0 0 0,1 1 1 0 0,0 0-1 0 0,-13 20 0 0 0,1 2 155 0 0,1 0 0 0 0,2 2-1 0 0,-17 44 1 0 0,28-62-95 0 0,1 0-1 0 0,0 1 0 0 0,2-1 1 0 0,0 1-1 0 0,0-1 0 0 0,1 1 1 0 0,2 0-1 0 0,-1 0 0 0 0,2 0 1 0 0,2 19-1 0 0,-1-27-26 0 0,0 0-1 0 0,1 0 1 0 0,0 0-1 0 0,0-1 1 0 0,0 1-1 0 0,1-1 1 0 0,0 0-1 0 0,1 0 1 0 0,0 0-1 0 0,5 6 1 0 0,-8-11-78 0 0,0 1 1 0 0,1-1 0 0 0,-1 0 0 0 0,0 0-1 0 0,1 0 1 0 0,0 0 0 0 0,-1 0-1 0 0,1 0 1 0 0,0-1 0 0 0,0 1 0 0 0,0-1-1 0 0,0 0 1 0 0,0 0 0 0 0,0 0-1 0 0,0 0 1 0 0,0 0 0 0 0,1-1 0 0 0,-1 1-1 0 0,0-1 1 0 0,0 0 0 0 0,1 0-1 0 0,-1 0 1 0 0,0-1 0 0 0,0 1 0 0 0,0-1-1 0 0,1 0 1 0 0,4-1 0 0 0,5-5 25 0 0,0 0 0 0 0,0-1 0 0 0,-1 0 0 0 0,-1-1 0 0 0,1 0 0 0 0,-1-1 0 0 0,-1 0 0 0 0,17-20 0 0 0,-6 2-98 0 0,-1-1 1 0 0,25-46 0 0 0,-35 55-219 0 0,-1-1-1 0 0,0 0 1 0 0,-2 0 0 0 0,0 0-1 0 0,-2-1 1 0 0,0 0-1 0 0,-1-1 1 0 0,-1 1 0 0 0,-2-1-1 0 0,0 1 1 0 0,-1-1 0 0 0,-1 1-1 0 0,-6-29 1 0 0,7 48 157 0 0,0 0 0 0 0,-1 1 0 0 0,0-1 1 0 0,0 1-1 0 0,0-1 0 0 0,0 1 0 0 0,0-1 0 0 0,0 1 0 0 0,0-1 0 0 0,-1 1 0 0 0,0 0 1 0 0,1 0-1 0 0,-1 0 0 0 0,0 0 0 0 0,0 0 0 0 0,-3-3 0 0 0,3 4 44 0 0,0 1-1 0 0,0-1 1 0 0,0 1-1 0 0,0 0 1 0 0,0-1-1 0 0,0 1 1 0 0,0 0-1 0 0,1 0 1 0 0,-1 0-1 0 0,0 0 1 0 0,0 1-1 0 0,0-1 1 0 0,0 0-1 0 0,0 1 1 0 0,0-1-1 0 0,0 1 1 0 0,1 0-1 0 0,-1 0 1 0 0,0-1-1 0 0,0 1 1 0 0,1 0-1 0 0,-1 0 1 0 0,1 1-1 0 0,-2 0 1 0 0,-16 14 82 0 0,1 0 0 0 0,0 0 0 0 0,2 2 0 0 0,0 0 0 0 0,1 1 0 0 0,1 0 0 0 0,0 1 0 0 0,2 1 0 0 0,0 0 0 0 0,2 1 0 0 0,0 0 0 0 0,-10 37 0 0 0,17-47 227 0 0,0 0 0 0 0,1 0 0 0 0,1 0-1 0 0,0 0 1 0 0,0 0 0 0 0,3 24 0 0 0,-2-31-99 0 0,1 1-1 0 0,0-1 0 0 0,0 0 1 0 0,0 0-1 0 0,1 0 1 0 0,0 0-1 0 0,-1 0 1 0 0,2-1-1 0 0,-1 1 1 0 0,1 0-1 0 0,-1-1 1 0 0,1 0-1 0 0,0 1 0 0 0,1-1 1 0 0,-1 0-1 0 0,1-1 1 0 0,0 1-1 0 0,6 4 1 0 0,-7-7-107 0 0,0 1 0 0 0,0-1 0 0 0,0 0 1 0 0,0 0-1 0 0,0-1 0 0 0,0 1 0 0 0,0-1 0 0 0,1 1 1 0 0,-1-1-1 0 0,0 0 0 0 0,0 0 0 0 0,0 0 1 0 0,0-1-1 0 0,1 1 0 0 0,-1-1 0 0 0,0 0 0 0 0,0 0 1 0 0,0 0-1 0 0,0 0 0 0 0,0 0 0 0 0,0-1 1 0 0,-1 1-1 0 0,1-1 0 0 0,0 0 0 0 0,-1 0 0 0 0,1 0 1 0 0,3-4-1 0 0,4-3 130 0 0,0-1-1 0 0,-1 0 1 0 0,0 0 0 0 0,0-1 0 0 0,7-14-1 0 0,-10 14-130 0 0,1-1-1 0 0,-2 0 1 0 0,0 0-1 0 0,0 0 1 0 0,-1-1-1 0 0,-1 1 1 0 0,4-26-1 0 0,-6 29-111 0 0,-1-1 0 0 0,1 1 0 0 0,-1 0 0 0 0,-1-1 0 0 0,0 1 0 0 0,0 0 0 0 0,-1 0 0 0 0,0-1 0 0 0,-1 1 0 0 0,0 1 0 0 0,-8-17 0 0 0,10 21 41 0 0,-1 1-1 0 0,0 0 0 0 0,0 1 1 0 0,0-1-1 0 0,0 0 0 0 0,-1 0 1 0 0,1 1-1 0 0,-1-1 0 0 0,1 1 1 0 0,-1 0-1 0 0,0 0 1 0 0,0 0-1 0 0,0 0 0 0 0,0 1 1 0 0,0-1-1 0 0,0 1 0 0 0,-1-1 1 0 0,1 1-1 0 0,0 0 0 0 0,-1 1 1 0 0,1-1-1 0 0,-1 0 0 0 0,1 1 1 0 0,-1 0-1 0 0,1 0 0 0 0,-1 0 1 0 0,1 0-1 0 0,-1 1 1 0 0,1-1-1 0 0,-1 1 0 0 0,1 0 1 0 0,0 0-1 0 0,-1 0 0 0 0,1 0 1 0 0,-4 3-1 0 0,-4 1 59 0 0,1 0-1 0 0,-1 1 1 0 0,2 1 0 0 0,-1-1-1 0 0,0 1 1 0 0,1 1 0 0 0,1 0-1 0 0,-1 0 1 0 0,-8 13 0 0 0,8-10-39 0 0,0 1 1 0 0,1 0 0 0 0,1 0 0 0 0,0 1 0 0 0,1 0 0 0 0,0 0 0 0 0,1 0-1 0 0,0 1 1 0 0,1-1 0 0 0,1 1 0 0 0,0 0 0 0 0,-1 17 0 0 0,4-2-5441 0 0</inkml:trace>
</inkml:ink>
</file>

<file path=ppt/ink/ink2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0.0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185 1 6913 0 0,'-6'3'31'0'0,"0"-1"0"0"0,1 2 0 0 0,-1-1 0 0 0,1 1 0 0 0,0-1 0 0 0,0 1 0 0 0,0 1 0 0 0,1-1 0 0 0,0 1 0 0 0,-7 8 0 0 0,-36 58-159 0 0,37-56 357 0 0,3-2-115 0 0,-1-1 0 0 0,2 1 0 0 0,0 1-1 0 0,0-1 1 0 0,1 1 0 0 0,1 0 0 0 0,-4 21 0 0 0,7-26 45 0 0,0-1 1 0 0,1 1-1 0 0,0-1 0 0 0,0 1 1 0 0,1-1-1 0 0,0 0 0 0 0,1 1 0 0 0,0-1 1 0 0,0 0-1 0 0,0 0 0 0 0,1 0 1 0 0,1 0-1 0 0,-1 0 0 0 0,6 8 1 0 0,-6-11 42 0 0,0 0 1 0 0,0-1-1 0 0,1 1 1 0 0,-1-1-1 0 0,1 0 1 0 0,0 0-1 0 0,0 0 1 0 0,1-1-1 0 0,-1 1 1 0 0,1-1-1 0 0,-1 0 1 0 0,9 4-1 0 0,-11-7-158 0 0,1 1 0 0 0,-1 0 0 0 0,1-1 0 0 0,-1 1 0 0 0,1-1 0 0 0,0 0 0 0 0,-1 0 0 0 0,1 0 0 0 0,0 0 0 0 0,-1 0-1 0 0,1-1 1 0 0,-1 1 0 0 0,1-1 0 0 0,0 0 0 0 0,-1 1 0 0 0,1-1 0 0 0,-1 0 0 0 0,0-1 0 0 0,1 1 0 0 0,-1 0 0 0 0,0-1-1 0 0,0 1 1 0 0,0-1 0 0 0,0 0 0 0 0,0 1 0 0 0,0-1 0 0 0,0 0 0 0 0,2-3 0 0 0,3-6 62 0 0,0 1 0 0 0,0-1 0 0 0,-1 0 0 0 0,0 0 0 0 0,-1-1 0 0 0,0 0 0 0 0,-1 1 0 0 0,-1-2 0 0 0,3-13 0 0 0,0-4-342 0 0,-2 0-1 0 0,0-53 1 0 0,-4 79 60 0 0,0 0 0 0 0,0 0 1 0 0,0-1-1 0 0,-1 1 1 0 0,0 0-1 0 0,0 0 1 0 0,0 0-1 0 0,0 0 0 0 0,-3-4 1 0 0,4 7 120 0 0,0 0 1 0 0,0 1-1 0 0,-1 0 1 0 0,1-1-1 0 0,-1 1 0 0 0,1-1 1 0 0,0 1-1 0 0,-1-1 1 0 0,1 1-1 0 0,-1 0 1 0 0,1-1-1 0 0,-1 1 0 0 0,1 0 1 0 0,-1-1-1 0 0,1 1 1 0 0,-1 0-1 0 0,1 0 0 0 0,-1-1 1 0 0,1 1-1 0 0,-1 0 1 0 0,0 0-1 0 0,1 0 1 0 0,-1 0-1 0 0,1 0 0 0 0,-2 0 1 0 0,0 0-14 0 0,1 1 0 0 0,-1 0 0 0 0,1-1 0 0 0,-1 1 0 0 0,1 0 0 0 0,-1 0 0 0 0,1 0 0 0 0,-1 0 0 0 0,1 0 0 0 0,0 0 0 0 0,0 0 0 0 0,0 1 0 0 0,-2 1 0 0 0,-6 9-4 0 0,2-1 0 0 0,-1 1 0 0 0,2 0 0 0 0,-1 1 0 0 0,2 0 0 0 0,0 0 0 0 0,0 0 0 0 0,-4 24 0 0 0,4-13 536 0 0,1 0 0 0 0,1 1 0 0 0,2 0 1 0 0,0 27-1 0 0,2-49-333 0 0,-1 1 1 0 0,0-1 0 0 0,1 0-1 0 0,0 1 1 0 0,0-1-1 0 0,0 0 1 0 0,0 0 0 0 0,0 0-1 0 0,1 0 1 0 0,-1 0 0 0 0,1 0-1 0 0,0 0 1 0 0,0 0-1 0 0,3 3 1 0 0,-4-5-81 0 0,-1-1-1 0 0,1 1 1 0 0,0 0 0 0 0,0-1-1 0 0,0 1 1 0 0,-1-1 0 0 0,1 1-1 0 0,0-1 1 0 0,0 0 0 0 0,0 1-1 0 0,0-1 1 0 0,0 0 0 0 0,0 0-1 0 0,0 1 1 0 0,0-1-1 0 0,0 0 1 0 0,0 0 0 0 0,0 0-1 0 0,2-1 1 0 0,-1 1-18 0 0,-1-1 1 0 0,1 1-1 0 0,0-1 1 0 0,0 0-1 0 0,-1 0 1 0 0,1 0-1 0 0,-1 0 0 0 0,1 0 1 0 0,-1 0-1 0 0,0-1 1 0 0,1 1-1 0 0,-1 0 1 0 0,0-1-1 0 0,2-2 0 0 0,2-4-137 0 0,-1 1 0 0 0,0-1-1 0 0,-1 0 1 0 0,0-1-1 0 0,0 1 1 0 0,-1-1 0 0 0,0 1-1 0 0,0-1 1 0 0,-1 0-1 0 0,0 1 1 0 0,0-17 0 0 0,-2-1-780 0 0,0 1 0 0 0,-10-47 0 0 0,8 59 417 0 0,0 0 1 0 0,-1 1 0 0 0,-1-1 0 0 0,0 1 0 0 0,-10-18-1 0 0,13 27 344 0 0,1 0 0 0 0,-1 1-1 0 0,0-1 1 0 0,0 1-1 0 0,0-1 1 0 0,-1 1 0 0 0,1 0-1 0 0,0 0 1 0 0,-1 0 0 0 0,0 0-1 0 0,1 0 1 0 0,-6-2 0 0 0,6 4 75 0 0,1-1 0 0 0,-1 1 0 0 0,0 0 0 0 0,0 0 0 0 0,0-1 0 0 0,0 1-1 0 0,0 1 1 0 0,1-1 0 0 0,-1 0 0 0 0,0 0 0 0 0,0 1 0 0 0,0-1 0 0 0,1 1 0 0 0,-1-1 0 0 0,0 1 0 0 0,0 0 0 0 0,1 0 0 0 0,-1-1 0 0 0,1 1 0 0 0,-1 1 0 0 0,1-1 0 0 0,-1 0 0 0 0,-2 2 0 0 0,-5 6 268 0 0,0 1 0 0 0,1 0 0 0 0,0 0-1 0 0,0 0 1 0 0,1 1 0 0 0,1 0-1 0 0,0 0 1 0 0,-8 20 0 0 0,10-21 41 0 0,0 0 1 0 0,1 1-1 0 0,1-1 0 0 0,-1 1 1 0 0,2 0-1 0 0,-1-1 1 0 0,2 1-1 0 0,-1 0 1 0 0,1 0-1 0 0,3 18 0 0 0,-3-28-211 0 0,1 1 0 0 0,-1-1 0 0 0,0 0-1 0 0,1 1 1 0 0,-1-1 0 0 0,1 1 0 0 0,-1-1-1 0 0,1 0 1 0 0,0 1 0 0 0,0-1 0 0 0,-1 0-1 0 0,1 0 1 0 0,0 1 0 0 0,0-1-1 0 0,0 0 1 0 0,0 0 0 0 0,0 0 0 0 0,1 0-1 0 0,-1 0 1 0 0,0-1 0 0 0,0 1 0 0 0,1 0-1 0 0,2 1 1 0 0,-2-2-2 0 0,1 1 1 0 0,0-1-1 0 0,0 0 0 0 0,0 0 1 0 0,-1 0-1 0 0,1 0 0 0 0,0 0 1 0 0,0 0-1 0 0,0-1 1 0 0,-1 0-1 0 0,1 1 0 0 0,2-2 1 0 0,5-2-12 0 0,-1 0 1 0 0,0 0-1 0 0,-1-1 0 0 0,1 0 1 0 0,-1-1-1 0 0,10-8 1 0 0,-8 5-242 0 0,-1 0 0 0 0,0-1 0 0 0,-1 0 0 0 0,0-1 1 0 0,0 0-1 0 0,-2 0 0 0 0,1 0 0 0 0,-1-1 0 0 0,-1 0 0 0 0,0 0 0 0 0,0 0 1 0 0,-2-1-1 0 0,1 0 0 0 0,-2 0 0 0 0,0 1 0 0 0,0-1 0 0 0,-1-1 1 0 0,0 1-1 0 0,-2 0 0 0 0,-1-15 0 0 0,2 26 151 0 0,-1-1 0 0 0,1 1 1 0 0,-1-1-1 0 0,0 1 0 0 0,1 0 0 0 0,-1-1 0 0 0,0 1 0 0 0,-1 0 1 0 0,1-1-1 0 0,0 1 0 0 0,-1 0 0 0 0,1 0 0 0 0,-1 0 1 0 0,0 1-1 0 0,1-1 0 0 0,-1 0 0 0 0,-4-2 0 0 0,5 3 44 0 0,-1 1-1 0 0,1-1 1 0 0,0 1 0 0 0,-1 0-1 0 0,1 0 1 0 0,-1 0-1 0 0,1 0 1 0 0,0 0-1 0 0,-1 0 1 0 0,1 0 0 0 0,0 0-1 0 0,-1 1 1 0 0,1-1-1 0 0,-1 0 1 0 0,1 1 0 0 0,0-1-1 0 0,0 1 1 0 0,-1 0-1 0 0,1-1 1 0 0,0 1-1 0 0,0 0 1 0 0,0 0 0 0 0,0 0-1 0 0,0-1 1 0 0,0 1-1 0 0,0 0 1 0 0,0 1 0 0 0,0-1-1 0 0,0 0 1 0 0,0 0-1 0 0,1 0 1 0 0,-1 0 0 0 0,0 1-1 0 0,0 0 1 0 0,-9 17 340 0 0,0 1 1 0 0,1 0 0 0 0,1 0 0 0 0,1 1-1 0 0,1 0 1 0 0,1 0 0 0 0,0 0-1 0 0,2 1 1 0 0,0-1 0 0 0,1 37-1 0 0,2-56-301 0 0,0 0 0 0 0,0 0-1 0 0,0 0 1 0 0,0 0-1 0 0,0 0 1 0 0,0 0-1 0 0,1 0 1 0 0,-1 0 0 0 0,1 0-1 0 0,-1 0 1 0 0,1-1-1 0 0,0 1 1 0 0,0 0-1 0 0,-1 0 1 0 0,1-1 0 0 0,1 1-1 0 0,-1 0 1 0 0,0-1-1 0 0,0 1 1 0 0,1-1-1 0 0,-1 1 1 0 0,0-1 0 0 0,1 0-1 0 0,0 0 1 0 0,-1 1-1 0 0,1-1 1 0 0,0 0-1 0 0,-1 0 1 0 0,1-1-1 0 0,0 1 1 0 0,0 0 0 0 0,0-1-1 0 0,0 1 1 0 0,0-1-1 0 0,0 1 1 0 0,-1-1-1 0 0,1 0 1 0 0,0 0 0 0 0,0 0-1 0 0,0 0 1 0 0,0 0-1 0 0,0 0 1 0 0,0-1-1 0 0,3 0 1 0 0,5-1 53 0 0,-1-1 0 0 0,1-1 0 0 0,-1 1 0 0 0,1-2 0 0 0,-1 1-1 0 0,0-1 1 0 0,12-9 0 0 0,11-12-213 0 0,-1-1-1 0 0,-2-2 1 0 0,0 0-1 0 0,-2-3 1 0 0,-1 0-1 0 0,25-43 1 0 0,-55 135-2247 0 0,2-54 2377 0 0</inkml:trace>
</inkml:ink>
</file>

<file path=ppt/ink/ink2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8.6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618 279 6449 0 0,'-22'-11'163'0'0,"1"-1"-1"0"0,-23-15 0 0 0,25 13-4 0 0,-1 2 0 0 0,-22-10 0 0 0,34 19-136 0 0,-1 0-1 0 0,1 0 1 0 0,0 1-1 0 0,0 0 1 0 0,-1 0-1 0 0,0 1 1 0 0,1 0 0 0 0,-1 1-1 0 0,-11 0 1 0 0,7 1 37 0 0,1 0 1 0 0,-1 1-1 0 0,1 1 1 0 0,0 0-1 0 0,-1 0 1 0 0,1 2-1 0 0,1-1 1 0 0,-1 1-1 0 0,1 1 1 0 0,0 0-1 0 0,0 1 1 0 0,0 0 0 0 0,1 0-1 0 0,0 1 1 0 0,1 1-1 0 0,0-1 1 0 0,0 2-1 0 0,1-1 1 0 0,0 1-1 0 0,0 0 1 0 0,1 1-1 0 0,1 0 1 0 0,0 0-1 0 0,-8 21 1 0 0,-5 12 345 0 0,1 2 0 0 0,3 0 1 0 0,2 1-1 0 0,2 1 0 0 0,-8 81 0 0 0,18-118-314 0 0,2-1 0 0 0,-1 1-1 0 0,2 0 1 0 0,-1 0 0 0 0,1-1 0 0 0,1 1-1 0 0,0-1 1 0 0,1 1 0 0 0,-1-1 0 0 0,2 0 0 0 0,0-1-1 0 0,0 1 1 0 0,1-1 0 0 0,0 0 0 0 0,0 0-1 0 0,1 0 1 0 0,0-1 0 0 0,1 0 0 0 0,-1-1-1 0 0,18 13 1 0 0,-17-14-67 0 0,0-1-1 0 0,1 0 0 0 0,-1 0 1 0 0,1 0-1 0 0,0-1 0 0 0,0-1 1 0 0,0 0-1 0 0,0 0 1 0 0,1 0-1 0 0,-1-2 0 0 0,1 1 1 0 0,0-1-1 0 0,0 0 1 0 0,-1-1-1 0 0,1 0 0 0 0,0-1 1 0 0,-1 0-1 0 0,1 0 0 0 0,0-1 1 0 0,-1 0-1 0 0,1-1 1 0 0,-1 0-1 0 0,12-6 0 0 0,-5 0 92 0 0,0-1 0 0 0,-1-1 0 0 0,0 0 0 0 0,-1-1 0 0 0,0-1 0 0 0,-1 0-1 0 0,0-1 1 0 0,-1-1 0 0 0,-1 1 0 0 0,16-29 0 0 0,-3 1 215 0 0,-2-2 1 0 0,30-86-1 0 0,-42 100-208 0 0,-2-1-1 0 0,0 1 0 0 0,-3-1 0 0 0,0 0 0 0 0,-2-1 0 0 0,-1 1 0 0 0,-3-40 0 0 0,0 55-167 0 0,-1 0 1 0 0,0 0-1 0 0,-1 0 0 0 0,-1 1 1 0 0,0-1-1 0 0,-2 1 0 0 0,1 0 1 0 0,-2 0-1 0 0,0 1 0 0 0,-1 0 1 0 0,0 0-1 0 0,-1 0 0 0 0,0 1 1 0 0,-1 1-1 0 0,-1 0 0 0 0,-12-11 1 0 0,20 20-73 0 0,-1 0 0 0 0,1 0 0 0 0,-1 1 0 0 0,0-1 1 0 0,0 1-1 0 0,0 0 0 0 0,0 0 0 0 0,0 1 0 0 0,-1-1 1 0 0,1 1-1 0 0,0 0 0 0 0,-1 0 0 0 0,1 1 1 0 0,-1-1-1 0 0,1 1 0 0 0,-1 0 0 0 0,1 0 0 0 0,-1 0 1 0 0,1 1-1 0 0,-1-1 0 0 0,1 1 0 0 0,-1 0 0 0 0,1 1 1 0 0,0-1-1 0 0,-1 1 0 0 0,1 0 0 0 0,-6 3 0 0 0,-24 15-760 0 0</inkml:trace>
</inkml:ink>
</file>

<file path=ppt/ink/ink2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1.0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 32 9850 0 0,'0'-1'43'0'0,"1"0"1"0"0,-1 0-1 0 0,1 0 0 0 0,-1 0 0 0 0,1 0 0 0 0,0 0 1 0 0,0 0-1 0 0,-1 1 0 0 0,1-1 0 0 0,0 0 0 0 0,0 1 1 0 0,0-1-1 0 0,0 0 0 0 0,0 1 0 0 0,0-1 1 0 0,0 1-1 0 0,0 0 0 0 0,0-1 0 0 0,0 1 0 0 0,0 0 1 0 0,0-1-1 0 0,0 1 0 0 0,0 0 0 0 0,0 0 0 0 0,0 0 1 0 0,1 0-1 0 0,-1 0 0 0 0,0 0 0 0 0,0 0 1 0 0,0 1-1 0 0,0-1 0 0 0,0 0 0 0 0,0 1 0 0 0,2 0 1 0 0,-1 0 5 0 0,0 0 0 0 0,0 0 1 0 0,1 0-1 0 0,-1 0 0 0 0,0 1 1 0 0,0-1-1 0 0,0 1 0 0 0,0-1 1 0 0,0 1-1 0 0,-1 0 0 0 0,1 0 1 0 0,-1 0-1 0 0,1 0 0 0 0,1 3 1 0 0,3 10-126 0 0,-2 0 0 0 0,0 1 0 0 0,0-1 0 0 0,-1 0 0 0 0,-1 1 0 0 0,-1 0 1 0 0,-1 31-1 0 0,0-28 60 0 0,0 0 1 0 0,2 0-1 0 0,0 0 1 0 0,7 29-1 0 0,-9-47 38 0 0,0 0-1 0 0,0-1 0 0 0,0 1 0 0 0,0-1 0 0 0,0 1 0 0 0,0-1 0 0 0,1 1 0 0 0,-1 0 0 0 0,0-1 1 0 0,0 1-1 0 0,1-1 0 0 0,-1 1 0 0 0,0-1 0 0 0,1 1 0 0 0,-1-1 0 0 0,0 1 0 0 0,1-1 0 0 0,-1 1 1 0 0,1-1-1 0 0,-1 0 0 0 0,0 1 0 0 0,1-1 0 0 0,-1 0 0 0 0,1 1 0 0 0,-1-1 0 0 0,1 0 0 0 0,0 1 1 0 0,-1-1-1 0 0,1 0 0 0 0,-1 0 0 0 0,2 0 0 0 0,-1 0 19 0 0,-1-1-1 0 0,1 1 1 0 0,0-1 0 0 0,0 0 0 0 0,0 1-1 0 0,0-1 1 0 0,0 0 0 0 0,-1 0-1 0 0,1 0 1 0 0,0 1 0 0 0,0-1 0 0 0,-1 0-1 0 0,1 0 1 0 0,-1 0 0 0 0,1-1-1 0 0,19-48 995 0 0,-18 44-885 0 0,25-64 1115 0 0,-15 40-1802 0 0,-1-1 1 0 0,-1 0-1 0 0,9-50 0 0 0,-19 71-1348 0 0,-14 25-1070 0 0,-8 28 1936 0 0,15-28 821 0 0,2-4 250 0 0,0 0 0 0 0,0 0 0 0 0,1 0 0 0 0,1 0 0 0 0,0 0 0 0 0,0 1 0 0 0,1-1 0 0 0,1 1 0 0 0,-1 18 0 0 0,2-29-8 0 0,0-1 1 0 0,0 1 0 0 0,0-1 0 0 0,1 0 0 0 0,-1 1 0 0 0,0-1-1 0 0,0 1 1 0 0,0-1 0 0 0,0 1 0 0 0,1-1 0 0 0,-1 0 0 0 0,0 1-1 0 0,0-1 1 0 0,1 1 0 0 0,-1-1 0 0 0,0 0 0 0 0,1 1 0 0 0,-1-1-1 0 0,0 0 1 0 0,1 0 0 0 0,-1 1 0 0 0,0-1 0 0 0,1 0-1 0 0,-1 0 1 0 0,1 1 0 0 0,-1-1 0 0 0,1 0 0 0 0,-1 0 0 0 0,0 0-1 0 0,1 0 1 0 0,-1 0 0 0 0,1 0 0 0 0,-1 0 0 0 0,1 0 0 0 0,-1 0-1 0 0,1 0 1 0 0,-1 0 0 0 0,1 0 0 0 0,-1 0 0 0 0,0 0 0 0 0,1 0-1 0 0,-1 0 1 0 0,1 0 0 0 0,-1-1 0 0 0,1 1 0 0 0,-1 0 0 0 0,0 0-1 0 0,1-1 1 0 0,-1 1 0 0 0,1 0 0 0 0,-1 0 0 0 0,0-1 0 0 0,1 1-1 0 0,-1 0 1 0 0,0-1 0 0 0,0 1 0 0 0,1-1 0 0 0,21-20 1398 0 0,-11 8-1580 0 0,-1-1 0 0 0,-1 0 0 0 0,0 0 0 0 0,-1-1-1 0 0,0-1 1 0 0,-1 1 0 0 0,-1-1 0 0 0,0 0 0 0 0,-1-1-1 0 0,3-20 1 0 0,-8 36 100 0 0,0 1 0 0 0,0-1 0 0 0,1 0 0 0 0,-1 0 0 0 0,0 1 0 0 0,0-1 0 0 0,0 0 0 0 0,0 0 0 0 0,0 0 0 0 0,-1 1 0 0 0,1-1 0 0 0,0 0 0 0 0,0 0 0 0 0,0 1 0 0 0,-1-1 0 0 0,1 0 0 0 0,0 0-1 0 0,-1 1 1 0 0,1-1 0 0 0,-1 0 0 0 0,0 0 0 0 0,1 1 16 0 0,-1 0 0 0 0,1 0 0 0 0,-1 0 1 0 0,1 0-1 0 0,-1 0 0 0 0,1 0 0 0 0,-1 0 0 0 0,1 0 0 0 0,-1 0 0 0 0,1 0 0 0 0,-1 0 0 0 0,1 0 0 0 0,-1 1 0 0 0,1-1 0 0 0,-1 0 0 0 0,1 0 0 0 0,0 0 0 0 0,-1 1 0 0 0,1-1 0 0 0,-1 0 0 0 0,1 1 0 0 0,0-1 0 0 0,-1 1 0 0 0,-22 26-542 0 0,17-16 708 0 0,1-1 0 0 0,1 1 0 0 0,0 1 0 0 0,0-1 0 0 0,1 0 0 0 0,0 1 0 0 0,1 0 0 0 0,1-1 0 0 0,0 1 0 0 0,0 0 0 0 0,1 0 0 0 0,1 0 0 0 0,2 16 0 0 0,-3-26-70 0 0,1-1 1 0 0,-1 0-1 0 0,0 0 0 0 0,1 0 0 0 0,-1 0 0 0 0,0 0 1 0 0,1 0-1 0 0,-1 0 0 0 0,1 0 0 0 0,0 0 1 0 0,-1 0-1 0 0,1 0 0 0 0,0-1 0 0 0,-1 1 0 0 0,1 0 1 0 0,0 0-1 0 0,0-1 0 0 0,0 1 0 0 0,1 1 0 0 0,-1-2-28 0 0,0 0 0 0 0,0 0-1 0 0,-1 0 1 0 0,1 0 0 0 0,0 0-1 0 0,0 0 1 0 0,-1 0 0 0 0,1 0-1 0 0,0 0 1 0 0,0 0 0 0 0,-1-1-1 0 0,1 1 1 0 0,0 0-1 0 0,0 0 1 0 0,-1-1 0 0 0,1 1-1 0 0,0 0 1 0 0,-1-1 0 0 0,1 1-1 0 0,-1-1 1 0 0,2 0 0 0 0,0-1 42 0 0,0 0 1 0 0,-1 0-1 0 0,1 0 0 0 0,0 0 1 0 0,-1 0-1 0 0,1 0 1 0 0,-1 0-1 0 0,0-1 1 0 0,0 1-1 0 0,0 0 0 0 0,0-1 1 0 0,0 1-1 0 0,0-1 1 0 0,-1 1-1 0 0,1-6 1 0 0,-1 5-77 0 0,0-1 1 0 0,-1 0-1 0 0,1 1 1 0 0,-1-1-1 0 0,0 1 1 0 0,0-1-1 0 0,0 1 1 0 0,0 0-1 0 0,-1-1 1 0 0,0 1 0 0 0,1 0-1 0 0,-1 0 1 0 0,0 0-1 0 0,0 0 1 0 0,-1 0-1 0 0,1 0 1 0 0,-1 1-1 0 0,1-1 1 0 0,-1 1-1 0 0,0 0 1 0 0,0 0-1 0 0,0 0 1 0 0,0 0 0 0 0,0 0-1 0 0,0 0 1 0 0,-1 1-1 0 0,1 0 1 0 0,-7-2-1 0 0,3 1-224 0 0,0 0 0 0 0,0 1 0 0 0,0 0 0 0 0,-1 0 0 0 0,1 1 0 0 0,0 0 0 0 0,0 0 0 0 0,-1 0 0 0 0,1 1 0 0 0,0 0 0 0 0,0 1 0 0 0,-1 0 0 0 0,-8 3 0 0 0,6 0-88 0 0,0 0 0 0 0,0 1-1 0 0,1 0 1 0 0,0 0 0 0 0,1 1-1 0 0,-1 0 1 0 0,1 1 0 0 0,1-1 0 0 0,-1 2-1 0 0,1-1 1 0 0,-10 18 0 0 0,6-8-2549 0 0</inkml:trace>
</inkml:ink>
</file>

<file path=ppt/ink/ink2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2.2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257 41 6449 0 0,'-5'-2'118'0'0,"-1"0"-1"0"0,1 1 1 0 0,0-1-1 0 0,-1 1 1 0 0,1 0-1 0 0,0 1 1 0 0,-1-1 0 0 0,1 1-1 0 0,-1 0 1 0 0,1 1-1 0 0,-1-1 1 0 0,1 1-1 0 0,-1 0 1 0 0,1 0-1 0 0,0 1 1 0 0,-9 3-1 0 0,7-1 23 0 0,0 0-1 0 0,0 1 1 0 0,0-1-1 0 0,0 2 1 0 0,1-1-1 0 0,0 0 1 0 0,1 1-1 0 0,-1 0 1 0 0,1 1-1 0 0,-6 7 1 0 0,0 6 10 0 0,0 0 1 0 0,1 0 0 0 0,0 1 0 0 0,2 0 0 0 0,1 0 0 0 0,1 1 0 0 0,-5 26 0 0 0,7-26-186 0 0,2 0 0 0 0,0 0-1 0 0,1 0 1 0 0,2 0 0 0 0,0 0 0 0 0,5 25-1 0 0,-5-38 89 0 0,1 0 0 0 0,0 0-1 0 0,1 0 1 0 0,0 0-1 0 0,0 0 1 0 0,1-1 0 0 0,0 0-1 0 0,1 0 1 0 0,-1 0-1 0 0,2 0 1 0 0,-1-1 0 0 0,1 1-1 0 0,0-1 1 0 0,1-1-1 0 0,-1 1 1 0 0,1-1 0 0 0,11 7-1 0 0,-15-11 32 0 0,0 0-1 0 0,1-1 1 0 0,-1 1-1 0 0,1-1 1 0 0,-1 1-1 0 0,1-1 1 0 0,0 0-1 0 0,-1-1 1 0 0,1 1 0 0 0,0-1-1 0 0,0 1 1 0 0,0-1-1 0 0,0 0 1 0 0,-1 0-1 0 0,1-1 1 0 0,4 0-1 0 0,-2-1 5 0 0,0 0 0 0 0,0 0 0 0 0,0 0 0 0 0,-1-1 0 0 0,1 0 0 0 0,-1 0 0 0 0,0-1 0 0 0,0 1 0 0 0,5-6 0 0 0,6-6 121 0 0,-1 0 0 0 0,-1-2 0 0 0,-1 0 0 0 0,19-29 0 0 0,-16 20-630 0 0,-2-1 1 0 0,0 0-1 0 0,19-56 0 0 0,-27 63 10 0 0,-1 1-1 0 0,-1-2 1 0 0,0 1-1 0 0,-2 0 0 0 0,0-1 1 0 0,-2-35-1 0 0,0 53 353 0 0,0 1 0 0 0,-1-1 0 0 0,1 0-1 0 0,-1 1 1 0 0,1-1 0 0 0,-1 1 0 0 0,0-1 0 0 0,0 1-1 0 0,0-1 1 0 0,0 1 0 0 0,0 0 0 0 0,0 0 0 0 0,-1-1 0 0 0,1 1-1 0 0,-1 0 1 0 0,1 0 0 0 0,-1 0 0 0 0,-2-2 0 0 0,2 4 44 0 0,0-1 0 0 0,0 0 0 0 0,1 0 1 0 0,-1 1-1 0 0,0-1 0 0 0,0 1 0 0 0,0 0 0 0 0,0-1 1 0 0,0 1-1 0 0,1 0 0 0 0,-1 0 0 0 0,0 0 1 0 0,0 0-1 0 0,0 1 0 0 0,0-1 0 0 0,0 0 1 0 0,0 1-1 0 0,1-1 0 0 0,-1 1 0 0 0,0 0 1 0 0,0 0-1 0 0,1-1 0 0 0,-1 1 0 0 0,0 0 1 0 0,-1 2-1 0 0,-11 7 95 0 0,0 1 1 0 0,1 0 0 0 0,0 0-1 0 0,1 1 1 0 0,1 1-1 0 0,0 0 1 0 0,-9 15-1 0 0,-8 14 210 0 0,-22 49 0 0 0,42-78-140 0 0,2 0-1 0 0,0 1 1 0 0,0 0-1 0 0,1 0 1 0 0,1 0-1 0 0,-3 18 1 0 0,7-29-91 0 0,-1 0 0 0 0,1 0 0 0 0,0 0 1 0 0,0 0-1 0 0,0 1 0 0 0,0-1 0 0 0,1 0 0 0 0,-1 0 1 0 0,1 0-1 0 0,0 0 0 0 0,0 0 0 0 0,0 0 0 0 0,0 0 1 0 0,0 0-1 0 0,1-1 0 0 0,-1 1 0 0 0,1 0 0 0 0,0-1 1 0 0,0 1-1 0 0,0-1 0 0 0,0 1 0 0 0,0-1 0 0 0,1 0 1 0 0,-1 0-1 0 0,0 0 0 0 0,1 0 0 0 0,0-1 1 0 0,-1 1-1 0 0,1-1 0 0 0,0 1 0 0 0,0-1 0 0 0,0 0 1 0 0,0 0-1 0 0,0 0 0 0 0,5 0 0 0 0,-2 0 20 0 0,-1 0 1 0 0,1 0-1 0 0,-1-1 0 0 0,1 0 0 0 0,-1 0 0 0 0,1 0 1 0 0,-1-1-1 0 0,1 1 0 0 0,-1-2 0 0 0,0 1 0 0 0,1 0 1 0 0,8-5-1 0 0,-5 2 21 0 0,0-1 1 0 0,0 0-1 0 0,-1-1 1 0 0,0 0-1 0 0,0 0 1 0 0,12-12-1 0 0,-7 4-86 0 0,-1 0-1 0 0,0-1 0 0 0,-1-1 1 0 0,0 0-1 0 0,-1-1 1 0 0,14-34-1 0 0,-20 40-246 0 0,-1 0-1 0 0,0 0 0 0 0,-1-1 0 0 0,0 1 1 0 0,-1-1-1 0 0,-1 1 0 0 0,1-1 0 0 0,-2 1 1 0 0,0-1-1 0 0,0 0 0 0 0,-4-15 1 0 0,3 18-93 0 0,-1-1 1 0 0,0 1 0 0 0,0 0-1 0 0,-1 0 1 0 0,0 0 0 0 0,0 1-1 0 0,-1-1 1 0 0,0 1 0 0 0,-1 0-1 0 0,1 1 1 0 0,-2-1 0 0 0,1 1 0 0 0,-1 0-1 0 0,-9-6 1 0 0,14 11 249 0 0,-1 0 0 0 0,0 0 1 0 0,0 1-1 0 0,0-1 0 0 0,1 1 0 0 0,-1 0 0 0 0,-1 0 0 0 0,1 0 1 0 0,0 0-1 0 0,0 0 0 0 0,0 1 0 0 0,0-1 0 0 0,-1 1 1 0 0,1 0-1 0 0,0 0 0 0 0,0 0 0 0 0,-5 1 0 0 0,3 1 158 0 0,0-1-1 0 0,0 1 1 0 0,0 0-1 0 0,1 0 1 0 0,-1 0-1 0 0,1 1 0 0 0,-1 0 1 0 0,1-1-1 0 0,0 2 1 0 0,-5 3-1 0 0,1 1 187 0 0,1 0-1 0 0,-1 1 1 0 0,2 0 0 0 0,-1 0-1 0 0,1 0 1 0 0,0 1-1 0 0,1 0 1 0 0,0 0 0 0 0,-5 16-1 0 0,7-14-48 0 0,1 0 0 0 0,0 1 0 0 0,1-1 0 0 0,0 0 0 0 0,1 1-1 0 0,0-1 1 0 0,1 0 0 0 0,1 0 0 0 0,0 1 0 0 0,0-1 0 0 0,1 0 0 0 0,1-1 0 0 0,7 19-1 0 0,-8-24-150 0 0,-1 0-1 0 0,2 0 1 0 0,-1 0-1 0 0,0-1 1 0 0,1 1-1 0 0,0-1 0 0 0,0 1 1 0 0,1-1-1 0 0,-1-1 1 0 0,1 1-1 0 0,0-1 1 0 0,1 1-1 0 0,-1-2 0 0 0,1 1 1 0 0,-1 0-1 0 0,1-1 1 0 0,0 0-1 0 0,0-1 1 0 0,1 1-1 0 0,-1-1 1 0 0,1 0-1 0 0,-1-1 0 0 0,1 1 1 0 0,-1-1-1 0 0,1-1 1 0 0,9 1-1 0 0,-10-2-121 0 0,0 1 0 0 0,0-1 0 0 0,0-1 0 0 0,0 1 0 0 0,0-1 0 0 0,-1 0 0 0 0,1 0 0 0 0,-1 0 0 0 0,1-1 0 0 0,-1 0 0 0 0,0 0 0 0 0,7-6 0 0 0,-4 3 67 0 0,0-2 1 0 0,-1 1 0 0 0,0-1-1 0 0,0 0 1 0 0,-1 0 0 0 0,9-15-1 0 0,-3-2 49 0 0,0 1-1 0 0,-2-1 0 0 0,-1-1 1 0 0,10-44-1 0 0,-19 70-60 0 0,6-25-58 0 0,4-45-1 0 0,-9 64 43 0 0,-1-1 0 0 0,0 0 0 0 0,0 0 0 0 0,-1 1-1 0 0,1-1 1 0 0,-2 0 0 0 0,1 1 0 0 0,-1-1 0 0 0,0 1-1 0 0,0-1 1 0 0,-7-11 0 0 0,8 16 7 0 0,0 0-1 0 0,0 0 1 0 0,-1 0-1 0 0,1 1 1 0 0,-1-1-1 0 0,0 0 1 0 0,0 1-1 0 0,1-1 1 0 0,-1 1-1 0 0,0-1 1 0 0,0 1-1 0 0,0 0 1 0 0,0 0-1 0 0,-1 0 1 0 0,1 0-1 0 0,0 0 1 0 0,0 1-1 0 0,-1-1 1 0 0,1 1-1 0 0,0-1 1 0 0,-1 1-1 0 0,1 0 1 0 0,0 0-1 0 0,-1 0 1 0 0,1 0-1 0 0,0 0 1 0 0,-1 0-1 0 0,1 1 1 0 0,0-1-1 0 0,-1 1 1 0 0,1 0-1 0 0,0 0 1 0 0,0 0-1 0 0,0 0 1 0 0,-3 1-1 0 0,-3 3-88 0 0,0-1 0 0 0,0 1 0 0 0,0 1 0 0 0,1 0 0 0 0,0 0 0 0 0,0 0 0 0 0,-10 12 0 0 0,7-5-875 0 0,1 1 0 0 0,0-1 0 0 0,-8 18 0 0 0,-1 12-3012 0 0</inkml:trace>
</inkml:ink>
</file>

<file path=ppt/ink/ink2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3.6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41 145 9218 0 0,'-2'4'81'0'0,"1"0"0"0"0,0-1 1 0 0,0 1-1 0 0,0 0 0 0 0,0 1 0 0 0,0-1 1 0 0,1 8-1 0 0,-1-5-19 0 0,-11 68-656 0 0,4-35-250 0 0,-3 60 0 0 0,10-89 1054 0 0,1 0 1 0 0,1 1-1 0 0,0-1 0 0 0,0 0 1 0 0,1 0-1 0 0,1 0 1 0 0,-1 0-1 0 0,2-1 0 0 0,0 1 1 0 0,5 11-1 0 0,-7-18-75 0 0,0 0 1 0 0,0-1-1 0 0,1 1 1 0 0,-1-1-1 0 0,1 1 0 0 0,-1-1 1 0 0,1 0-1 0 0,0 0 0 0 0,0 0 1 0 0,1 0-1 0 0,-1 0 0 0 0,0-1 1 0 0,1 0-1 0 0,0 0 0 0 0,-1 0 1 0 0,1 0-1 0 0,0 0 0 0 0,0-1 1 0 0,0 1-1 0 0,0-1 1 0 0,1 0-1 0 0,-1 0 0 0 0,0-1 1 0 0,0 0-1 0 0,0 1 0 0 0,6-2 1 0 0,-2 0 11 0 0,0 0 1 0 0,-1-1 0 0 0,1-1-1 0 0,-1 1 1 0 0,0-1-1 0 0,0 0 1 0 0,0-1 0 0 0,0 0-1 0 0,0 0 1 0 0,-1 0-1 0 0,0-1 1 0 0,0 0 0 0 0,9-9-1 0 0,20-21-39 0 0,-2-2-1 0 0,42-62 1 0 0,-61 78-811 0 0,-2 0 1 0 0,0-1-1 0 0,-1 0 1 0 0,-1-1 0 0 0,-1 0-1 0 0,12-48 1 0 0,-20 67 412 0 0,-1 0 1 0 0,1 1-1 0 0,-1-1 0 0 0,0 0 0 0 0,0 0 1 0 0,0 0-1 0 0,-1 0 0 0 0,1 0 1 0 0,-3-7-1 0 0,3 11 225 0 0,0-1 1 0 0,0 0-1 0 0,-1 1 1 0 0,1-1-1 0 0,0 1 1 0 0,-1-1-1 0 0,1 1 1 0 0,0-1-1 0 0,-1 1 1 0 0,1-1-1 0 0,-1 1 1 0 0,1-1-1 0 0,-1 1 1 0 0,1 0-1 0 0,-1-1 1 0 0,1 1-1 0 0,-1 0 1 0 0,1-1-1 0 0,-1 1 1 0 0,0 0 0 0 0,1 0-1 0 0,-1-1 1 0 0,1 1-1 0 0,-2 0 1 0 0,0 0 16 0 0,1 0 0 0 0,-1 1 0 0 0,1-1 0 0 0,-1 0 0 0 0,1 1 0 0 0,-1-1 0 0 0,1 1 0 0 0,-1 0 1 0 0,1 0-1 0 0,-1-1 0 0 0,1 1 0 0 0,0 0 0 0 0,-1 0 0 0 0,-1 2 0 0 0,-13 11 52 0 0,0 2-1 0 0,1 0 1 0 0,0 1-1 0 0,-23 35 1 0 0,-38 82 1867 0 0,73-128-1667 0 0,0 0 1 0 0,1 0-1 0 0,0 0 1 0 0,0 0-1 0 0,0 1 1 0 0,1-1-1 0 0,0 1 1 0 0,0-1-1 0 0,1 1 1 0 0,0-1-1 0 0,0 7 1 0 0,1-10-87 0 0,-1-1 1 0 0,0 0 0 0 0,1 0-1 0 0,0 0 1 0 0,-1 0 0 0 0,1 0-1 0 0,0 0 1 0 0,0 0 0 0 0,0 0 0 0 0,0-1-1 0 0,0 1 1 0 0,1 0 0 0 0,-1 0-1 0 0,0-1 1 0 0,1 1 0 0 0,0-1-1 0 0,-1 1 1 0 0,1-1 0 0 0,0 0-1 0 0,-1 0 1 0 0,1 0 0 0 0,0 0 0 0 0,0 0-1 0 0,0 0 1 0 0,0 0 0 0 0,0 0-1 0 0,0-1 1 0 0,0 1 0 0 0,0-1-1 0 0,1 0 1 0 0,-1 0 0 0 0,0 1-1 0 0,0-1 1 0 0,0 0 0 0 0,0-1-1 0 0,4 0 1 0 0,2 0-162 0 0,0 0-1 0 0,-1-1 1 0 0,1 0 0 0 0,0-1-1 0 0,-1 0 1 0 0,0 0 0 0 0,0 0-1 0 0,0-1 1 0 0,0 0-1 0 0,0 0 1 0 0,-1-1 0 0 0,0 0-1 0 0,0 0 1 0 0,0 0 0 0 0,0-1-1 0 0,-1 0 1 0 0,0 0-1 0 0,-1 0 1 0 0,1-1 0 0 0,-1 0-1 0 0,0 0 1 0 0,-1 0 0 0 0,4-9-1 0 0,-2 6-336 0 0,-2 0-1 0 0,1 0 1 0 0,-1 0-1 0 0,-1 0 0 0 0,0 0 1 0 0,0-1-1 0 0,-1 1 1 0 0,0-1-1 0 0,-1 1 1 0 0,0-1-1 0 0,-1 1 0 0 0,0-1 1 0 0,-1 1-1 0 0,0 0 1 0 0,0 0-1 0 0,-1-1 1 0 0,-6-11-1 0 0,8 20 394 0 0,0-1-1 0 0,0 1 1 0 0,0-1 0 0 0,-1 1-1 0 0,1 0 1 0 0,-1 0-1 0 0,0 0 1 0 0,0 0 0 0 0,1 0-1 0 0,-1 0 1 0 0,-1 0-1 0 0,1 1 1 0 0,0-1 0 0 0,0 1-1 0 0,0-1 1 0 0,-1 1-1 0 0,-2-1 1 0 0,3 1 37 0 0,0 1 0 0 0,0 0 0 0 0,-1 0 0 0 0,1 0 0 0 0,0 0 0 0 0,0 0 1 0 0,0 0-1 0 0,0 0 0 0 0,0 1 0 0 0,0-1 0 0 0,0 1 0 0 0,0-1 0 0 0,0 1 0 0 0,1 0 0 0 0,-1 0 0 0 0,0 0 0 0 0,-3 2 0 0 0,0 0 33 0 0,1 1 0 0 0,-1 0-1 0 0,1 1 1 0 0,0-1 0 0 0,0 1-1 0 0,1-1 1 0 0,-1 1 0 0 0,1 0-1 0 0,0 0 1 0 0,0 1 0 0 0,0-1 0 0 0,1 1-1 0 0,-3 10 1 0 0,2 0 26 0 0,0 0-1 0 0,1 0 1 0 0,1 0 0 0 0,1 0-1 0 0,0 1 1 0 0,3 19 0 0 0,-2-29 0 0 0,0 1 0 0 0,1-1 0 0 0,-1 1 0 0 0,2-1 0 0 0,-1 0 0 0 0,1 0 0 0 0,0 0 0 0 0,0 0 0 0 0,1 0 0 0 0,0-1 0 0 0,0 1 0 0 0,1-1 1 0 0,0 0-1 0 0,0-1 0 0 0,7 7 0 0 0,-10-9-37 0 0,1-1 1 0 0,0 0-1 0 0,0 0 1 0 0,0-1-1 0 0,0 1 1 0 0,0 0-1 0 0,0-1 1 0 0,1 0-1 0 0,-1 0 1 0 0,0 0-1 0 0,1 0 1 0 0,-1 0-1 0 0,1-1 1 0 0,-1 0-1 0 0,1 1 1 0 0,-1-1-1 0 0,1-1 1 0 0,-1 1-1 0 0,1 0 1 0 0,-1-1-1 0 0,1 0 1 0 0,-1 0-1 0 0,0 0 1 0 0,1 0-1 0 0,-1 0 1 0 0,0-1-1 0 0,6-3 1 0 0,-4 2 46 0 0,0-1 0 0 0,-1 0 1 0 0,1 0-1 0 0,-1 0 0 0 0,0 0 1 0 0,0-1-1 0 0,0 0 0 0 0,-1 0 1 0 0,0 0-1 0 0,0 0 1 0 0,0 0-1 0 0,0-1 0 0 0,-1 1 1 0 0,0-1-1 0 0,2-7 0 0 0,-1-3-252 0 0,0 0 0 0 0,-1-1-1 0 0,-1 1 1 0 0,-1-1-1 0 0,0 1 1 0 0,-4-26 0 0 0,3 35 62 0 0,0-1 1 0 0,-1 1 0 0 0,0-1-1 0 0,0 1 1 0 0,0-1 0 0 0,-1 1-1 0 0,0 0 1 0 0,-1 0 0 0 0,1 1-1 0 0,-1-1 1 0 0,-1 1 0 0 0,1-1-1 0 0,-1 1 1 0 0,0 1 0 0 0,-12-11-1 0 0,14 14-46 0 0,-1 0-1 0 0,1 0 1 0 0,-1 1-1 0 0,0 0 1 0 0,1-1-1 0 0,-1 1 1 0 0,0 1 0 0 0,0-1-1 0 0,0 1 1 0 0,0-1-1 0 0,0 1 1 0 0,0 0-1 0 0,0 0 1 0 0,0 1-1 0 0,1-1 1 0 0,-1 1-1 0 0,0 0 1 0 0,0 0-1 0 0,0 0 1 0 0,1 1 0 0 0,-1-1-1 0 0,0 1 1 0 0,1 0-1 0 0,0 0 1 0 0,-1 0-1 0 0,-3 3 1 0 0,-7 5-98 0 0,0 1-1 0 0,1 1 1 0 0,0 0 0 0 0,-17 20 0 0 0,19-19 270 0 0,1-1 0 0 0,1 2 0 0 0,0-1 0 0 0,1 1 0 0 0,0 1 0 0 0,1-1 1 0 0,-9 30-1 0 0,14-40 42 0 0,1 1 0 0 0,0-1 0 0 0,0 1 0 0 0,0-1 0 0 0,1 1 0 0 0,0-1 0 0 0,0 1 0 0 0,0-1 0 0 0,0 1 0 0 0,1-1 0 0 0,-1 1 0 0 0,1-1 0 0 0,0 1 0 0 0,1-1 0 0 0,-1 1 0 0 0,1-1 0 0 0,0 0 0 0 0,0 0 0 0 0,0 0 0 0 0,0 0 0 0 0,1 0 0 0 0,0-1 0 0 0,0 1 0 0 0,0-1 0 0 0,0 1 0 0 0,0-1 0 0 0,1 0 0 0 0,-1 0 0 0 0,1-1 0 0 0,0 1 0 0 0,0-1 0 0 0,6 3 0 0 0,-3-1 8 0 0,0-1 1 0 0,1 0-1 0 0,-1 0 1 0 0,1-1-1 0 0,-1 1 1 0 0,1-2-1 0 0,0 1 1 0 0,0-1-1 0 0,0-1 1 0 0,0 1-1 0 0,0-1 1 0 0,-1-1-1 0 0,1 0 1 0 0,0 0-1 0 0,10-2 1 0 0,-8-1 45 0 0,-1 1 1 0 0,0-1-1 0 0,-1 0 1 0 0,1-1-1 0 0,-1 0 1 0 0,0 0-1 0 0,0-1 1 0 0,0 0-1 0 0,-1 0 1 0 0,0-1-1 0 0,8-9 1 0 0,-3 2-117 0 0,-2-1 1 0 0,0 0-1 0 0,0-1 1 0 0,-1 0-1 0 0,-1 0 1 0 0,-1-1-1 0 0,0 0 1 0 0,-1 0-1 0 0,-1-1 1 0 0,-1 0-1 0 0,0 0 1 0 0,2-35-1 0 0,-6 31-248 0 0,-1 0-1 0 0,-4-33 0 0 0,4 49 137 0 0,0 0 0 0 0,0 0 0 0 0,-1 0 0 0 0,0 0 0 0 0,0 0 0 0 0,0 1 0 0 0,-1-1 0 0 0,1 0 0 0 0,-1 1 0 0 0,-1 0 0 0 0,1 0 0 0 0,-1 0 0 0 0,-7-8 0 0 0,9 12 27 0 0,0 0-1 0 0,1 0 1 0 0,-1 0-1 0 0,0 0 1 0 0,0 0-1 0 0,1 0 1 0 0,-1 1-1 0 0,0-1 1 0 0,0 1-1 0 0,0-1 1 0 0,0 1-1 0 0,0 0 1 0 0,0 0-1 0 0,0 0 1 0 0,0 0-1 0 0,1 0 1 0 0,-1 0-1 0 0,0 0 1 0 0,0 1-1 0 0,0-1 1 0 0,0 1-1 0 0,0 0 1 0 0,0-1-1 0 0,-3 3 1 0 0,-2 1-373 0 0,0 0 0 0 0,1 0 1 0 0,-1 1-1 0 0,-9 9 1 0 0,-12 13-3876 0 0</inkml:trace>
</inkml:ink>
</file>

<file path=ppt/ink/ink2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4.9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122 356 10594 0 0,'-4'-41'-408'0'0,"-2"-16"615"0"0,6 55-129 0 0,0 0 0 0 0,-1 0 0 0 0,0-1 1 0 0,1 1-1 0 0,-1 0 0 0 0,0 0 0 0 0,0 1 0 0 0,0-1 0 0 0,0 0 1 0 0,-1 0-1 0 0,1 0 0 0 0,0 1 0 0 0,-1-1 0 0 0,1 1 0 0 0,-1-1 1 0 0,0 1-1 0 0,1 0 0 0 0,-1-1 0 0 0,0 1 0 0 0,-4-2 1 0 0,5 3-26 0 0,-1 0 0 0 0,0-1 1 0 0,0 1-1 0 0,0 0 1 0 0,1 0-1 0 0,-1 0 1 0 0,0 0-1 0 0,0 0 0 0 0,0 1 1 0 0,1-1-1 0 0,-1 1 1 0 0,0-1-1 0 0,0 1 1 0 0,1-1-1 0 0,-1 1 0 0 0,0 0 1 0 0,1 0-1 0 0,-1 0 1 0 0,1 0-1 0 0,-1 0 1 0 0,1 0-1 0 0,-1 0 0 0 0,1 1 1 0 0,0-1-1 0 0,0 0 1 0 0,0 1-1 0 0,0-1 0 0 0,0 1 1 0 0,0-1-1 0 0,0 1 1 0 0,0-1-1 0 0,-1 4 1 0 0,-3 5 178 0 0,1 0 0 0 0,0 0 1 0 0,0 0-1 0 0,-1 11 0 0 0,2-8 6 0 0,0 0 1 0 0,1 1-1 0 0,1-1 0 0 0,0 0 1 0 0,1 0-1 0 0,0 1 0 0 0,1-1 1 0 0,5 26-1 0 0,-5-33-173 0 0,1-1-1 0 0,0 1 1 0 0,0-1-1 0 0,0 1 1 0 0,1-1 0 0 0,0 0-1 0 0,0 0 1 0 0,0 0 0 0 0,0-1-1 0 0,1 1 1 0 0,0-1 0 0 0,0 1-1 0 0,0-1 1 0 0,0 0 0 0 0,1-1-1 0 0,0 1 1 0 0,0-1-1 0 0,0 0 1 0 0,0 0 0 0 0,0-1-1 0 0,0 1 1 0 0,9 2 0 0 0,-5-2-79 0 0,1-1 0 0 0,-1 0 0 0 0,1 0 0 0 0,0-1 0 0 0,0 0 0 0 0,-1 0 0 0 0,1-1 0 0 0,0-1 0 0 0,0 0 1 0 0,0 0-1 0 0,-1-1 0 0 0,1 0 0 0 0,0 0 0 0 0,-1-1 0 0 0,0-1 0 0 0,0 0 0 0 0,0 0 0 0 0,0 0 0 0 0,-1-1 0 0 0,1-1 1 0 0,-1 1-1 0 0,0-1 0 0 0,-1 0 0 0 0,0-1 0 0 0,0 0 0 0 0,0 0 0 0 0,8-12 0 0 0,-2 1-253 0 0,-1 0 0 0 0,0-1 0 0 0,-1-1 0 0 0,11-26 0 0 0,-19 39 175 0 0,-1 0 0 0 0,0 0 0 0 0,0 0 1 0 0,0 0-1 0 0,-1 0 0 0 0,0 0 0 0 0,0 0 1 0 0,0-1-1 0 0,-1 1 0 0 0,-1 0 0 0 0,1 0 0 0 0,-1-1 1 0 0,0 1-1 0 0,-1 0 0 0 0,1 0 0 0 0,-2 0 1 0 0,-2-7-1 0 0,4 12 17 0 0,1 0 0 0 0,-1 1 0 0 0,0-1 0 0 0,0 1 0 0 0,0-1 0 0 0,0 1 0 0 0,-1-1 0 0 0,1 1 0 0 0,0 0-1 0 0,0 0 1 0 0,-1 0 0 0 0,1-1 0 0 0,-1 1 0 0 0,1 0 0 0 0,-1 1 0 0 0,0-1 0 0 0,1 0 0 0 0,-1 0 0 0 0,0 1 0 0 0,1-1 0 0 0,-1 1 0 0 0,0-1 0 0 0,-3 1 0 0 0,1 0-50 0 0,0 0 0 0 0,0 1 1 0 0,0 0-1 0 0,0-1 0 0 0,0 2 0 0 0,0-1 1 0 0,0 0-1 0 0,1 1 0 0 0,-1-1 0 0 0,-5 4 0 0 0,-5 5-268 0 0,0 0-1 0 0,1 0 0 0 0,0 1 0 0 0,-13 14 0 0 0,-3 6-150 0 0,-38 52 0 0 0,56-67 585 0 0,1-1 0 0 0,1 2 1 0 0,0 0-1 0 0,1 0 0 0 0,-11 34 0 0 0,18-49 36 0 0,1 0 1 0 0,-1 0-1 0 0,1 1 1 0 0,-1-1-1 0 0,1 0 0 0 0,0 1 1 0 0,0-1-1 0 0,0 1 1 0 0,0-1-1 0 0,0 0 1 0 0,0 1-1 0 0,1-1 0 0 0,-1 0 1 0 0,1 1-1 0 0,0-1 1 0 0,-1 0-1 0 0,1 0 0 0 0,0 0 1 0 0,0 1-1 0 0,1-1 1 0 0,-1 0-1 0 0,0 0 1 0 0,1-1-1 0 0,2 4 0 0 0,-2-3-18 0 0,0-1 0 0 0,0 0 0 0 0,0 0-1 0 0,0-1 1 0 0,0 1 0 0 0,0 0 0 0 0,0-1-1 0 0,0 1 1 0 0,0-1 0 0 0,0 0 0 0 0,0 1 0 0 0,0-1-1 0 0,0 0 1 0 0,1 0 0 0 0,-1 0 0 0 0,0-1-1 0 0,0 1 1 0 0,0 0 0 0 0,0-1 0 0 0,0 0-1 0 0,0 1 1 0 0,0-1 0 0 0,0 0 0 0 0,0 0-1 0 0,0 0 1 0 0,0 0 0 0 0,1-2 0 0 0,10-6-154 0 0,0-1 0 0 0,-1-1 0 0 0,0 0 1 0 0,0-1-1 0 0,-2 0 0 0 0,1 0 0 0 0,14-25 1 0 0,-9 11-135 0 0,-1-1 0 0 0,-1-1 1 0 0,11-34-1 0 0,-20 47-129 0 0,0-1-1 0 0,-2 1 0 0 0,1-1 0 0 0,-2 0 0 0 0,1-20 1 0 0,-3 29 119 0 0,0 0 1 0 0,0 0-1 0 0,-1 0 1 0 0,0 0-1 0 0,0 0 1 0 0,0 0 0 0 0,-1 0-1 0 0,0 0 1 0 0,-1 1-1 0 0,1-1 1 0 0,-1 1-1 0 0,-1 0 1 0 0,1-1 0 0 0,-6-6-1 0 0,8 11 186 0 0,-1 1 0 0 0,1 0 0 0 0,0 0-1 0 0,0 0 1 0 0,-1 0 0 0 0,1 0 0 0 0,0 0 0 0 0,-1 0 0 0 0,1 0-1 0 0,-1 1 1 0 0,0-1 0 0 0,1 0 0 0 0,-1 1 0 0 0,1 0 0 0 0,-1-1-1 0 0,0 1 1 0 0,1 0 0 0 0,-1 0 0 0 0,0 0 0 0 0,-1 0 0 0 0,-1 0-4 0 0,0 1 1 0 0,0 0-1 0 0,0 0 1 0 0,0 0-1 0 0,0 0 1 0 0,0 1-1 0 0,0-1 1 0 0,-3 3-1 0 0,-5 4 67 0 0,0 0-1 0 0,0 1 1 0 0,-16 16-1 0 0,8-5 265 0 0,1 0 1 0 0,0 2-1 0 0,2 0 0 0 0,1 1 0 0 0,1 1 0 0 0,0 0 0 0 0,2 1 1 0 0,1 0-1 0 0,-13 42 0 0 0,24-64-165 0 0,1 1 0 0 0,-1-1 0 0 0,1 0 0 0 0,0 1 0 0 0,0-1 0 0 0,0 0 0 0 0,1 1 0 0 0,-1-1 0 0 0,1 0 1 0 0,0 1-1 0 0,0-1 0 0 0,0 0 0 0 0,2 3 0 0 0,-3-5-69 0 0,0 0 1 0 0,1 0 0 0 0,-1-1-1 0 0,0 1 1 0 0,1-1 0 0 0,-1 1-1 0 0,1 0 1 0 0,-1-1 0 0 0,1 1-1 0 0,0-1 1 0 0,-1 1-1 0 0,1-1 1 0 0,-1 1 0 0 0,1-1-1 0 0,0 0 1 0 0,-1 1 0 0 0,1-1-1 0 0,0 0 1 0 0,0 1 0 0 0,-1-1-1 0 0,1 0 1 0 0,1 0 0 0 0,0 0-29 0 0,-1 0 0 0 0,0-1 0 0 0,0 1 0 0 0,1 0 0 0 0,-1-1 0 0 0,0 0 0 0 0,0 1 0 0 0,0-1 0 0 0,0 0 0 0 0,1 1 0 0 0,-1-1 0 0 0,0 0 0 0 0,0 0 0 0 0,-1 0 0 0 0,1 0 0 0 0,0 0 0 0 0,0 0 0 0 0,1-2 0 0 0,7-11-239 0 0,0-1 1 0 0,-1 0-1 0 0,0 0 1 0 0,-1 0-1 0 0,-1-1 1 0 0,-1 0-1 0 0,0-1 1 0 0,4-26-1 0 0,-5 17-184 0 0,-1 0-1 0 0,-2 0 0 0 0,0-1 1 0 0,-7-49-1 0 0,6 71 385 0 0,-12-56-196 0 0,11 59 223 0 0,0-1 0 0 0,1 1 0 0 0,-1-1-1 0 0,0 1 1 0 0,0-1 0 0 0,0 1 0 0 0,-1 0-1 0 0,1-1 1 0 0,0 1 0 0 0,-1 0 0 0 0,0 0-1 0 0,1 0 1 0 0,-1 0 0 0 0,0 0 0 0 0,0 1-1 0 0,0-1 1 0 0,0 0 0 0 0,-1 1 0 0 0,-2-2-1 0 0,3 3 56 0 0,0 0 0 0 0,1 0-1 0 0,-1 0 1 0 0,0 0 0 0 0,0 0-1 0 0,0 1 1 0 0,1-1-1 0 0,-1 0 1 0 0,0 1 0 0 0,0 0-1 0 0,1-1 1 0 0,-1 1 0 0 0,1 0-1 0 0,-1 0 1 0 0,1 0-1 0 0,-1 0 1 0 0,1 0 0 0 0,-1 0-1 0 0,1 0 1 0 0,0 1 0 0 0,-1-1-1 0 0,1 0 1 0 0,0 1-1 0 0,0-1 1 0 0,0 1 0 0 0,0-1-1 0 0,1 1 1 0 0,-2 2 0 0 0,-2 4 254 0 0,0 0 0 0 0,0 0 1 0 0,1 0-1 0 0,-3 13 1 0 0,2-6 13 0 0,1 0 1 0 0,1 0-1 0 0,0 0 1 0 0,1 0 0 0 0,1 0-1 0 0,0 0 1 0 0,1 0-1 0 0,0 0 1 0 0,2 0-1 0 0,0 0 1 0 0,0 0-1 0 0,1 0 1 0 0,1-1 0 0 0,1 0-1 0 0,0 0 1 0 0,1 0-1 0 0,0-1 1 0 0,1 0-1 0 0,0 0 1 0 0,15 16 0 0 0,-9-12-61 0 0,2-1 0 0 0,-1 0 0 0 0,33 23 0 0 0,-23-22-485 0 0</inkml:trace>
</inkml:ink>
</file>

<file path=ppt/ink/ink2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6.1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298 10 7834 0 0,'3'-9'1223'0'0,"-14"20"1082"0"0,-38 72-1361 0 0,-34 60-1029 0 0,70-115 70 0 0,0 0 1 0 0,1 0-1 0 0,-9 39 1 0 0,18-51 168 0 0,0 0 0 0 0,0 0 0 0 0,2 1 0 0 0,0-1 0 0 0,2 26 0 0 0,0-32 22 0 0,0-1 1 0 0,1 1-1 0 0,0-1 1 0 0,0 0-1 0 0,1 1 0 0 0,1-1 1 0 0,-1 0-1 0 0,1-1 0 0 0,1 1 1 0 0,9 14-1 0 0,-13-21-124 0 0,1 0-1 0 0,0 0 1 0 0,-1-1-1 0 0,1 1 1 0 0,0-1-1 0 0,0 1 1 0 0,0-1-1 0 0,0 1 1 0 0,0-1-1 0 0,0 0 1 0 0,0 0-1 0 0,0 0 1 0 0,1 0-1 0 0,-1-1 1 0 0,0 1-1 0 0,1 0 1 0 0,-1-1-1 0 0,3 1 1 0 0,0-1 12 0 0,-1 0 1 0 0,1-1-1 0 0,-1 1 1 0 0,1-1-1 0 0,-1 0 1 0 0,0 0-1 0 0,1-1 1 0 0,-1 1-1 0 0,4-3 1 0 0,6-3 66 0 0,0-1 1 0 0,-1 0-1 0 0,0-1 0 0 0,17-16 1 0 0,-11 9-244 0 0,-2-2-1 0 0,0 0 1 0 0,17-23 0 0 0,-29 34-145 0 0,0 0 0 0 0,0 0 0 0 0,-1 0 0 0 0,0 0 0 0 0,-1-1 0 0 0,1 0 0 0 0,-1 1 0 0 0,-1-1-1 0 0,0 0 1 0 0,0-1 0 0 0,0 1 0 0 0,-1 0 0 0 0,0-11 0 0 0,-1 18 182 0 0,0-1 0 0 0,0 1 0 0 0,0-1 0 0 0,0 1 0 0 0,0-1 0 0 0,0 1 0 0 0,0 0 0 0 0,-1-1 0 0 0,1 1 0 0 0,-1-1 0 0 0,1 1 0 0 0,-1-1 0 0 0,0 1 0 0 0,1 0 0 0 0,-1 0 0 0 0,0-1 0 0 0,0 1 0 0 0,0 0 0 0 0,0 0 0 0 0,0 0-1 0 0,0 0 1 0 0,0 0 0 0 0,0 0 0 0 0,0 0 0 0 0,-1 0 0 0 0,1 0 0 0 0,0 1 0 0 0,-1-1 0 0 0,1 0 0 0 0,0 1 0 0 0,-1-1 0 0 0,1 1 0 0 0,-1 0 0 0 0,1-1 0 0 0,-1 1 0 0 0,1 0 0 0 0,-1 0 0 0 0,1 0 0 0 0,-1 0 0 0 0,1 0 0 0 0,-1 0 0 0 0,1 0 0 0 0,-1 1 0 0 0,1-1 0 0 0,0 0 0 0 0,-3 2 0 0 0,-5 1-88 0 0,1 0 0 0 0,-1 0 1 0 0,1 1-1 0 0,1 1 0 0 0,-1-1 1 0 0,-11 10-1 0 0,0 1 166 0 0,0 2-1 0 0,2 0 0 0 0,0 1 1 0 0,-17 26-1 0 0,24-31 115 0 0,1 1 1 0 0,0 0-1 0 0,1 1 0 0 0,1 0 1 0 0,0 0-1 0 0,1 1 1 0 0,-4 19-1 0 0,8-28-34 0 0,2 0 0 0 0,-1-1 0 0 0,1 1-1 0 0,0-1 1 0 0,0 1 0 0 0,1 0 0 0 0,0-1 0 0 0,0 1 0 0 0,0-1-1 0 0,1 1 1 0 0,0-1 0 0 0,4 10 0 0 0,-4-13 12 0 0,0 1-1 0 0,-1-1 1 0 0,1 0-1 0 0,1 1 1 0 0,-1-1 0 0 0,0 0-1 0 0,1 0 1 0 0,-1-1-1 0 0,1 1 1 0 0,0 0 0 0 0,0-1-1 0 0,0 0 1 0 0,0 1-1 0 0,1-1 1 0 0,-1-1 0 0 0,1 1-1 0 0,-1 0 1 0 0,1-1-1 0 0,-1 0 1 0 0,1 0 0 0 0,0 0-1 0 0,7 1 1 0 0,-8-2-36 0 0,1-1 0 0 0,0 1 1 0 0,0-1-1 0 0,0 0 0 0 0,-1 0 1 0 0,1 0-1 0 0,-1 0 0 0 0,1-1 1 0 0,-1 0-1 0 0,1 1 0 0 0,-1-1 1 0 0,0-1-1 0 0,0 1 0 0 0,0 0 1 0 0,0-1-1 0 0,0 1 1 0 0,0-1-1 0 0,2-3 0 0 0,7-8 59 0 0,-1-1-1 0 0,13-20 1 0 0,-22 31-113 0 0,7-10-183 0 0,-1-2-1 0 0,-1 1 0 0 0,0-1 0 0 0,-1-1 0 0 0,-1 1 0 0 0,4-19 0 0 0,-6 22-90 0 0,-1 1-1 0 0,-1-1 0 0 0,0 0 0 0 0,0 0 0 0 0,-1 0 0 0 0,-1 0 0 0 0,0 0 0 0 0,-6-23 1 0 0,6 33 242 0 0,0 0 1 0 0,0 0 0 0 0,0 0-1 0 0,0 0 1 0 0,0 1 0 0 0,-1-1-1 0 0,1 0 1 0 0,-1 0 0 0 0,0 1-1 0 0,0-1 1 0 0,0 1 0 0 0,0 0 0 0 0,0-1-1 0 0,0 1 1 0 0,-6-3 0 0 0,6 4 5 0 0,0 0 0 0 0,-1 0 1 0 0,1 0-1 0 0,-1 0 1 0 0,1 1-1 0 0,0-1 1 0 0,-1 1-1 0 0,0-1 1 0 0,1 1-1 0 0,-1 0 0 0 0,1 0 1 0 0,-1 0-1 0 0,1 1 1 0 0,-1-1-1 0 0,-4 2 1 0 0,0 0-51 0 0,0 1 1 0 0,-1 0 0 0 0,1 1-1 0 0,1-1 1 0 0,-1 2 0 0 0,1-1-1 0 0,-1 1 1 0 0,1-1 0 0 0,0 2 0 0 0,1-1-1 0 0,-8 10 1 0 0,0 1 10 0 0,1 1 0 0 0,1 1 0 0 0,1 0 0 0 0,1 0 0 0 0,0 1 0 0 0,-12 38 1 0 0,18-46 213 0 0,0 0 1 0 0,0 0 0 0 0,1 0 0 0 0,1 1 0 0 0,0-1 0 0 0,0 0 0 0 0,1 1 0 0 0,1-1 0 0 0,0 0 0 0 0,0 0 0 0 0,1 1 0 0 0,1-1-1 0 0,0 0 1 0 0,5 13 0 0 0,-6-20-86 0 0,-1-1 0 0 0,1 1 0 0 0,0-1 0 0 0,0 0 0 0 0,0 1 0 0 0,1-1-1 0 0,-1 0 1 0 0,1-1 0 0 0,0 1 0 0 0,0 0 0 0 0,0-1 0 0 0,0 1 0 0 0,0-1 0 0 0,0 0-1 0 0,1 0 1 0 0,-1-1 0 0 0,1 1 0 0 0,-1-1 0 0 0,1 1 0 0 0,6 0 0 0 0,-7-1-29 0 0,1-1 0 0 0,0 0 0 0 0,-1 0 1 0 0,1-1-1 0 0,-1 1 0 0 0,1-1 1 0 0,0 0-1 0 0,-1 0 0 0 0,1 0 0 0 0,-1 0 1 0 0,1 0-1 0 0,-1-1 0 0 0,0 0 1 0 0,0 0-1 0 0,0 0 0 0 0,0 0 0 0 0,0 0 1 0 0,0 0-1 0 0,0-1 0 0 0,-1 1 1 0 0,5-7-1 0 0,4-4-123 0 0,-2-1-1 0 0,0 0 1 0 0,0-1 0 0 0,-2 0 0 0 0,1 0 0 0 0,-2-1-1 0 0,0 0 1 0 0,-1 0 0 0 0,-1 0 0 0 0,0-1 0 0 0,-1 1-1 0 0,-1-1 1 0 0,0-30 0 0 0,-3 19-51 0 0,0 0 0 0 0,-2 1 0 0 0,-1-1 0 0 0,-1 1-1 0 0,-2 0 1 0 0,0 0 0 0 0,-19-42 0 0 0,24 63 254 0 0,-1 0 0 0 0,1 1-1 0 0,-2-1 1 0 0,1 1 0 0 0,-1 0 0 0 0,1 0-1 0 0,-1 0 1 0 0,-1 0 0 0 0,1 0 0 0 0,-1 1 0 0 0,0 0-1 0 0,0 0 1 0 0,-9-5 0 0 0,10 7-32 0 0,-1 0 1 0 0,1 0-1 0 0,-1 1 0 0 0,0 0 1 0 0,0 0-1 0 0,0 0 0 0 0,0 0 1 0 0,0 1-1 0 0,1 0 0 0 0,-1 0 1 0 0,0 0-1 0 0,0 1 0 0 0,0-1 1 0 0,0 1-1 0 0,0 0 0 0 0,0 1 1 0 0,1-1-1 0 0,-6 4 0 0 0,-7 2-189 0 0,0 1 0 0 0,1 1 0 0 0,-18 14 0 0 0,-17 17-3784 0 0,19-10-453 0 0</inkml:trace>
</inkml:ink>
</file>

<file path=ppt/ink/ink2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7.1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268 7 5065 0 0,'-9'5'142'0'0,"1"1"-1"0"0,0-1 1 0 0,0 1 0 0 0,1 1-1 0 0,-1-1 1 0 0,2 1-1 0 0,-1 0 1 0 0,-10 16 0 0 0,-4 2 73 0 0,9-12-41 0 0,-75 91 1234 0 0,76-88-1094 0 0,1-1-1 0 0,0 1 0 0 0,1 1 0 0 0,1-1 1 0 0,-8 23-1 0 0,15-36-261 0 0,0-1 1 0 0,0 1 0 0 0,0-1-1 0 0,1 1 1 0 0,-1 0 0 0 0,1-1-1 0 0,0 1 1 0 0,0-1 0 0 0,0 1-1 0 0,0 0 1 0 0,0-1-1 0 0,0 1 1 0 0,1 0 0 0 0,-1-1-1 0 0,1 1 1 0 0,0-1 0 0 0,0 1-1 0 0,0-1 1 0 0,0 1 0 0 0,0-1-1 0 0,0 0 1 0 0,1 0 0 0 0,-1 1-1 0 0,3 1 1 0 0,-2-2-3 0 0,0-1 1 0 0,0 0 0 0 0,0 1-1 0 0,1-1 1 0 0,-1 0-1 0 0,0-1 1 0 0,0 1 0 0 0,0 0-1 0 0,1-1 1 0 0,-1 1-1 0 0,0-1 1 0 0,1 0-1 0 0,-1 1 1 0 0,1-1 0 0 0,-1 0-1 0 0,0-1 1 0 0,1 1-1 0 0,-1 0 1 0 0,0-1 0 0 0,1 1-1 0 0,-1-1 1 0 0,0 0-1 0 0,0 0 1 0 0,1 0 0 0 0,-1 0-1 0 0,4-2 1 0 0,5-4 234 0 0,0-1 1 0 0,0 0 0 0 0,0-1-1 0 0,-1 0 1 0 0,0 0-1 0 0,-1-1 1 0 0,9-13-1 0 0,53-80-98 0 0,-71 102-190 0 0,7-9-325 0 0,-1 1 1 0 0,-1-2-1 0 0,1 1 0 0 0,-2-1 0 0 0,1 0 0 0 0,-2 0 0 0 0,1 0 0 0 0,-1 0 1 0 0,-1-1-1 0 0,0 1 0 0 0,0-17 0 0 0,-2 28 273 0 0,0-1 0 0 0,0 1 0 0 0,0-1 0 0 0,0 1 0 0 0,0-1 0 0 0,0 0 0 0 0,0 1 0 0 0,0-1 0 0 0,0 1 0 0 0,0-1 0 0 0,0 1 0 0 0,-1-1 0 0 0,1 1 0 0 0,0-1 0 0 0,0 1 1 0 0,-1-1-1 0 0,1 1 0 0 0,0-1 0 0 0,-1 1 0 0 0,1-1 0 0 0,0 1 0 0 0,-1 0 0 0 0,1-1 0 0 0,-1 1 0 0 0,1 0 0 0 0,0-1 0 0 0,-1 1 0 0 0,1 0 0 0 0,-2-1 0 0 0,-13 7-797 0 0,-11 23 693 0 0,4 7 956 0 0,2 1 0 0 0,2 1 0 0 0,1 1 0 0 0,2 0 0 0 0,-10 43 0 0 0,24-75-652 0 0,-1-1-1 0 0,1 0 1 0 0,0 1-1 0 0,0-1 1 0 0,0 1 0 0 0,1 0-1 0 0,0-1 1 0 0,1 1 0 0 0,-1-1-1 0 0,1 1 1 0 0,2 7 0 0 0,-2-12-66 0 0,0 1 1 0 0,1-1-1 0 0,-1 1 1 0 0,0-1-1 0 0,1 0 1 0 0,-1 1-1 0 0,1-1 1 0 0,0 0-1 0 0,0 0 1 0 0,0 0-1 0 0,0 0 0 0 0,0 0 1 0 0,0-1-1 0 0,0 1 1 0 0,1-1-1 0 0,-1 1 1 0 0,1-1-1 0 0,-1 0 1 0 0,1 0-1 0 0,-1 0 1 0 0,1 0-1 0 0,0 0 1 0 0,-1-1-1 0 0,1 1 1 0 0,0-1-1 0 0,0 0 1 0 0,-1 0-1 0 0,7 0 1 0 0,-2-1 46 0 0,1 0 0 0 0,-1 0 0 0 0,0-1 0 0 0,1 0 0 0 0,-1 0 0 0 0,0-1 0 0 0,0 0 0 0 0,0 0 0 0 0,-1-1 0 0 0,1 0 0 0 0,-1 0 0 0 0,0 0 0 0 0,0-1 0 0 0,0 0 0 0 0,-1 0 0 0 0,0-1-1 0 0,0 1 1 0 0,0-1 0 0 0,5-8 0 0 0,4-7-201 0 0,0-1 0 0 0,-2 0 0 0 0,0 0 0 0 0,12-36 0 0 0,-15 35-147 0 0,-2 0 0 0 0,7-36 0 0 0,-13 51 109 0 0,0 0 1 0 0,0 0-1 0 0,0 0 0 0 0,-1 0 1 0 0,0 0-1 0 0,-1 0 1 0 0,0-1-1 0 0,0 1 0 0 0,-1 0 1 0 0,0 1-1 0 0,-3-11 0 0 0,4 17 58 0 0,0-1 0 0 0,0 1 0 0 0,0-1 0 0 0,0 1-1 0 0,0-1 1 0 0,0 1 0 0 0,0 0 0 0 0,0 0 0 0 0,-1-1-1 0 0,1 1 1 0 0,0 0 0 0 0,-1 0 0 0 0,1 0-1 0 0,-1 0 1 0 0,1 1 0 0 0,-1-1 0 0 0,0 0 0 0 0,1 1-1 0 0,-1-1 1 0 0,0 1 0 0 0,1-1 0 0 0,-1 1 0 0 0,0 0-1 0 0,0 0 1 0 0,1 0 0 0 0,-1 0 0 0 0,0 0 0 0 0,0 0-1 0 0,1 0 1 0 0,-1 1 0 0 0,0-1 0 0 0,1 0 0 0 0,-1 1-1 0 0,0 0 1 0 0,1-1 0 0 0,-1 1 0 0 0,-1 1-1 0 0,-4 1-86 0 0,0 1-1 0 0,0 0 0 0 0,0 0 0 0 0,0 1 0 0 0,1 0 0 0 0,-11 10 0 0 0,8-4 126 0 0,0 0 0 0 0,0 0 0 0 0,1 0 0 0 0,1 1-1 0 0,0 1 1 0 0,0-1 0 0 0,2 1 0 0 0,-1 0 0 0 0,1 0-1 0 0,1 1 1 0 0,1-1 0 0 0,0 1 0 0 0,1 0 0 0 0,0 0-1 0 0,1 0 1 0 0,0 0 0 0 0,1 0 0 0 0,4 26 0 0 0,-2-28 45 0 0,0 0 0 0 0,1-1 0 0 0,1 1 0 0 0,0-1 1 0 0,0 0-1 0 0,1 0 0 0 0,0 0 0 0 0,1 0 0 0 0,0-1 0 0 0,1 0 1 0 0,0-1-1 0 0,1 1 0 0 0,0-1 0 0 0,0-1 0 0 0,1 1 1 0 0,0-2-1 0 0,1 1 0 0 0,-1-1 0 0 0,1 0 0 0 0,1-1 0 0 0,-1-1 1 0 0,16 7-1 0 0,-18-9 57 0 0,0 0 1 0 0,0-1 0 0 0,0-1-1 0 0,0 1 1 0 0,0-1-1 0 0,0 0 1 0 0,1-1-1 0 0,-1 0 1 0 0,0 0-1 0 0,0-1 1 0 0,0 0 0 0 0,1 0-1 0 0,-1-1 1 0 0,0 0-1 0 0,-1-1 1 0 0,1 0-1 0 0,0 0 1 0 0,-1 0-1 0 0,0-1 1 0 0,1 0 0 0 0,-1-1-1 0 0,-1 1 1 0 0,1-1-1 0 0,8-9 1 0 0,-5 4 52 0 0,0 0 0 0 0,0-1 1 0 0,-1 0-1 0 0,-1-1 0 0 0,0 0 0 0 0,-1-1 0 0 0,0 1 1 0 0,0-1-1 0 0,-2 0 0 0 0,1-1 0 0 0,-2 0 1 0 0,0 1-1 0 0,3-19 0 0 0,-4 5-51 0 0,0 0 0 0 0,-2-1 0 0 0,-4-49 1 0 0,2 65-117 0 0,-1 0 1 0 0,0 1-1 0 0,-1-1 1 0 0,0 1-1 0 0,0 0 1 0 0,-1 0-1 0 0,-1 0 1 0 0,0 0-1 0 0,0 1 1 0 0,-1-1-1 0 0,-10-11 1 0 0,13 18-15 0 0,-1 1 1 0 0,0 0-1 0 0,0 0 1 0 0,0 0-1 0 0,-1 0 1 0 0,1 1-1 0 0,-1-1 1 0 0,1 1-1 0 0,-1 0 0 0 0,0 1 1 0 0,0-1-1 0 0,0 1 1 0 0,0 0-1 0 0,0 0 1 0 0,0 1-1 0 0,0-1 1 0 0,0 1-1 0 0,0 0 1 0 0,0 1-1 0 0,-1-1 1 0 0,1 1-1 0 0,0 0 1 0 0,-7 2-1 0 0,-1 1-15 0 0,0 0 0 0 0,0 1-1 0 0,1 0 1 0 0,0 1 0 0 0,0 0-1 0 0,0 1 1 0 0,-19 14 0 0 0,24-15-110 0 0,1 0 1 0 0,0 0-1 0 0,0 1 1 0 0,0 0-1 0 0,1 0 1 0 0,0 1-1 0 0,0-1 1 0 0,1 1-1 0 0,0 0 1 0 0,0 0-1 0 0,1 0 1 0 0,0 1-1 0 0,1-1 1 0 0,-2 11-1 0 0,-2 12-5217 0 0</inkml:trace>
</inkml:ink>
</file>

<file path=ppt/ink/ink2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8.3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173 141 6913 0 0,'-6'-25'544'0'0,"4"14"-418"0"0,0 1 0 0 0,0 0 0 0 0,-1 0 0 0 0,0 1-1 0 0,-1-1 1 0 0,0 0 0 0 0,-1 1 0 0 0,0 0-1 0 0,-7-10 1 0 0,12 19-75 0 0,-1-1-1 0 0,0 0 1 0 0,0 0-1 0 0,0 1 1 0 0,0-1 0 0 0,0 0-1 0 0,0 1 1 0 0,0-1-1 0 0,0 1 1 0 0,0 0-1 0 0,0-1 1 0 0,0 1 0 0 0,0 0-1 0 0,0-1 1 0 0,0 1-1 0 0,0 0 1 0 0,-1 0-1 0 0,1 0 1 0 0,0 0 0 0 0,0 0-1 0 0,0 0 1 0 0,0 0-1 0 0,0 1 1 0 0,0-1-1 0 0,-1 0 1 0 0,1 1-1 0 0,0-1 1 0 0,0 0 0 0 0,0 1-1 0 0,0-1 1 0 0,0 1-1 0 0,0 0 1 0 0,0-1-1 0 0,1 1 1 0 0,-1 0 0 0 0,0 0-1 0 0,0-1 1 0 0,0 1-1 0 0,1 0 1 0 0,-1 0-1 0 0,0 0 1 0 0,0 1 0 0 0,-5 6 266 0 0,0-1 1 0 0,1 2-1 0 0,-7 13 1 0 0,10-19-237 0 0,-6 12 117 0 0,1 0 0 0 0,0 0 0 0 0,1 1-1 0 0,0-1 1 0 0,2 2 0 0 0,0-1 0 0 0,0 0-1 0 0,2 1 1 0 0,-1 22 0 0 0,3-34-178 0 0,1 0 1 0 0,0 0-1 0 0,0-1 1 0 0,0 1-1 0 0,1 0 1 0 0,0-1-1 0 0,0 0 0 0 0,0 1 1 0 0,0-1-1 0 0,1 0 1 0 0,0 0-1 0 0,0 0 1 0 0,0 0-1 0 0,0-1 0 0 0,0 1 1 0 0,1-1-1 0 0,0 0 1 0 0,-1 0-1 0 0,1 0 1 0 0,0 0-1 0 0,1-1 1 0 0,-1 1-1 0 0,0-1 0 0 0,8 2 1 0 0,-7-1 71 0 0,1-1 0 0 0,-1-1 0 0 0,1 1 0 0 0,0-1 0 0 0,0 0 0 0 0,0 0 0 0 0,0-1 0 0 0,-1 1 1 0 0,1-1-1 0 0,0-1 0 0 0,0 1 0 0 0,0-1 0 0 0,0 0 0 0 0,0 0 0 0 0,-1-1 0 0 0,1 0 0 0 0,0 0 0 0 0,-1 0 0 0 0,10-5 1 0 0,-4-2-144 0 0,0 0 0 0 0,0-1 0 0 0,0 0 1 0 0,-1-1-1 0 0,-1 0 0 0 0,0 0 0 0 0,13-23 1 0 0,-15 22-383 0 0,0 0 1 0 0,-2 0 0 0 0,1-1-1 0 0,-2 0 1 0 0,1 0 0 0 0,-2 0-1 0 0,0-1 1 0 0,2-18 0 0 0,-5 31 371 0 0,0-1 0 0 0,1 0 0 0 0,-1 1 0 0 0,0-1 0 0 0,0 1 1 0 0,0-1-1 0 0,-1 0 0 0 0,1 1 0 0 0,0-1 0 0 0,-1 1 0 0 0,1-1 1 0 0,-1 1-1 0 0,0-3 0 0 0,1 4 50 0 0,-1 0 1 0 0,1 0-1 0 0,0-1 0 0 0,0 1 1 0 0,-1 0-1 0 0,1 0 0 0 0,0 0 1 0 0,-1 0-1 0 0,1 0 1 0 0,0 0-1 0 0,-1 0 0 0 0,1 0 1 0 0,0-1-1 0 0,-1 1 0 0 0,1 0 1 0 0,0 0-1 0 0,-1 1 1 0 0,1-1-1 0 0,0 0 0 0 0,-1 0 1 0 0,1 0-1 0 0,0 0 0 0 0,-1 0 1 0 0,1 0-1 0 0,0 0 0 0 0,-1 0 1 0 0,1 1-1 0 0,0-1 1 0 0,-1 0-1 0 0,1 0 0 0 0,0 0 1 0 0,0 1-1 0 0,-1-1 0 0 0,1 0 1 0 0,0 1-1 0 0,-4 2 32 0 0,0 1-1 0 0,1 0 1 0 0,0 0-1 0 0,0 0 1 0 0,0 0-1 0 0,-3 7 1 0 0,-10 22 518 0 0,-16 49 1 0 0,28-69-412 0 0,0 0-1 0 0,1 0 1 0 0,0 0-1 0 0,1 1 0 0 0,1-1 1 0 0,0 1-1 0 0,1 15 1 0 0,1-25-75 0 0,-1 0 1 0 0,1-1-1 0 0,0 1 1 0 0,1 0-1 0 0,-1-1 1 0 0,0 1 0 0 0,1-1-1 0 0,0 1 1 0 0,0-1-1 0 0,0 0 1 0 0,0 0-1 0 0,0 1 1 0 0,1-2-1 0 0,-1 1 1 0 0,1 0-1 0 0,0 0 1 0 0,0-1-1 0 0,0 0 1 0 0,0 1-1 0 0,0-1 1 0 0,1 0-1 0 0,-1-1 1 0 0,1 1-1 0 0,-1-1 1 0 0,1 1-1 0 0,0-1 1 0 0,-1 0 0 0 0,1 0-1 0 0,0-1 1 0 0,0 1-1 0 0,-1-1 1 0 0,1 0-1 0 0,0 0 1 0 0,0 0-1 0 0,0 0 1 0 0,0-1-1 0 0,-1 0 1 0 0,1 1-1 0 0,0-1 1 0 0,-1-1-1 0 0,1 1 1 0 0,0 0-1 0 0,-1-1 1 0 0,1 0-1 0 0,-1 0 1 0 0,0 0-1 0 0,0 0 1 0 0,0 0 0 0 0,0-1-1 0 0,0 1 1 0 0,3-5-1 0 0,5-7-87 0 0,0-1-1 0 0,-1 1 1 0 0,-1-2 0 0 0,0 1-1 0 0,-1-2 1 0 0,-1 1-1 0 0,0-1 1 0 0,7-29 0 0 0,-12 35-159 0 0,0 0 1 0 0,0 1 0 0 0,-2-1 0 0 0,1 0 0 0 0,-1 0-1 0 0,-3-21 1 0 0,2 26-9 0 0,0 0 0 0 0,-1-1 0 0 0,0 1 0 0 0,0 0 0 0 0,-1 0 0 0 0,0 0 0 0 0,0 0 0 0 0,0 1-1 0 0,-1-1 1 0 0,1 1 0 0 0,-1 0 0 0 0,-6-7 0 0 0,8 10 162 0 0,-1 0 0 0 0,1 0-1 0 0,-1 0 1 0 0,1 0 0 0 0,-1 0-1 0 0,0 1 1 0 0,0-1 0 0 0,0 1-1 0 0,1 0 1 0 0,-1-1 0 0 0,-1 1-1 0 0,1 1 1 0 0,0-1 0 0 0,0 0-1 0 0,0 1 1 0 0,0 0 0 0 0,-6-1-1 0 0,4 2 48 0 0,-1 0 1 0 0,1 0-1 0 0,-1 0 0 0 0,0 1 0 0 0,1 0 0 0 0,0 0 0 0 0,-1 0 1 0 0,1 0-1 0 0,-6 5 0 0 0,-4 3 42 0 0,0 1 0 0 0,0 1 0 0 0,1 0 1 0 0,1 1-1 0 0,-12 15 0 0 0,9-10-11 0 0,2 0 0 0 0,-17 30 1 0 0,27-43 65 0 0,1 0 1 0 0,0 1 0 0 0,1-1 0 0 0,-1 1 0 0 0,1 0 0 0 0,0 0 0 0 0,1-1-1 0 0,-1 1 1 0 0,1 0 0 0 0,1 1 0 0 0,-1-1 0 0 0,1 0 0 0 0,0 0 0 0 0,1 10-1 0 0,0-13-41 0 0,0 0 0 0 0,0 0 0 0 0,0 0 0 0 0,1 0 0 0 0,-1 0 0 0 0,1 0 0 0 0,0 0-1 0 0,0 0 1 0 0,0-1 0 0 0,0 1 0 0 0,0-1 0 0 0,1 1 0 0 0,-1-1 0 0 0,1 0-1 0 0,-1 0 1 0 0,1 0 0 0 0,0 0 0 0 0,0-1 0 0 0,0 1 0 0 0,0-1 0 0 0,0 0-1 0 0,0 0 1 0 0,0 0 0 0 0,1 0 0 0 0,-1 0 0 0 0,0 0 0 0 0,6-1 0 0 0,0 1-114 0 0,0-1 1 0 0,0 0 0 0 0,0 0-1 0 0,-1-1 1 0 0,1-1 0 0 0,0 1-1 0 0,-1-1 1 0 0,1-1 0 0 0,9-3-1 0 0,-7 0 75 0 0,0 0-1 0 0,-1 0 0 0 0,1-1 0 0 0,-1 0 0 0 0,-1-1 1 0 0,0 0-1 0 0,0-1 0 0 0,0 0 0 0 0,9-13 0 0 0,-13 15-20 0 0,0 0-1 0 0,0 0 0 0 0,0 0 0 0 0,-1-1 1 0 0,0 0-1 0 0,-1 0 0 0 0,0 0 0 0 0,0 0 1 0 0,0 0-1 0 0,-1-1 0 0 0,-1 1 0 0 0,1-1 1 0 0,-2 0-1 0 0,1-8 0 0 0,-1 15 0 0 0,0 0-1 0 0,0 1 1 0 0,0-1 0 0 0,0 1-1 0 0,0-1 1 0 0,0 0 0 0 0,-1 1-1 0 0,1-1 1 0 0,-1 1-1 0 0,1-1 1 0 0,-1 1 0 0 0,0-1-1 0 0,0 1 1 0 0,1 0 0 0 0,-1-1-1 0 0,0 1 1 0 0,0 0-1 0 0,0-1 1 0 0,0 1 0 0 0,-1 0-1 0 0,1 0 1 0 0,0 0 0 0 0,0 0-1 0 0,-1 0 1 0 0,1 0-1 0 0,0 1 1 0 0,-1-1 0 0 0,1 0-1 0 0,-1 1 1 0 0,1-1 0 0 0,-1 1-1 0 0,-2-1 1 0 0,2 1-2 0 0,0 0 1 0 0,0 0 0 0 0,0 1-1 0 0,0-1 1 0 0,0 0-1 0 0,0 1 1 0 0,0 0-1 0 0,0-1 1 0 0,0 1 0 0 0,1 0-1 0 0,-1 0 1 0 0,0 0-1 0 0,0 0 1 0 0,1 1 0 0 0,-1-1-1 0 0,1 0 1 0 0,-1 1-1 0 0,1-1 1 0 0,0 1 0 0 0,-1-1-1 0 0,1 1 1 0 0,0-1-1 0 0,0 1 1 0 0,0 0 0 0 0,-1 2-1 0 0,-3 9-155 0 0,0 0 0 0 0,1 1-1 0 0,1-1 1 0 0,0 0 0 0 0,1 1-1 0 0,-1 15 1 0 0,1-2-198 0 0</inkml:trace>
</inkml:ink>
</file>

<file path=ppt/ink/ink2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2.7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76 2328 0 0,'6'-7'209'0'0,"-3"2"-209"0"0,1 0 0 0 0,-3 1 0 0 0,1 2 0 0 0,0 1 0 0 0,0-1 0 0 0,1-2 0 0 0,2-3 0 0 0,2 0 0 0 0,0 0 0 0 0,0 0 0 0 0,-1 2 0 0 0,-3 2 0 0 0,1-3 0 0 0,-3 3 0 0 0</inkml:trace>
</inkml:ink>
</file>

<file path=ppt/ink/ink2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3.1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438 26 6913 0 0,'-1'-2'141'0'0,"1"1"0"0"0,-1 0 0 0 0,1-1 0 0 0,-1 1-1 0 0,0 0 1 0 0,1-1 0 0 0,-1 1 0 0 0,0 0 0 0 0,0 0-1 0 0,0 0 1 0 0,0 0 0 0 0,0 0 0 0 0,0 0-1 0 0,0 0 1 0 0,-1 0 0 0 0,1 0 0 0 0,0 0 0 0 0,0 0-1 0 0,-1 1 1 0 0,1-1 0 0 0,0 1 0 0 0,-1-1-1 0 0,1 1 1 0 0,-1-1 0 0 0,-1 1 0 0 0,-1 1-3 0 0,1-1 1 0 0,0 2-1 0 0,-1-1 0 0 0,1 0 1 0 0,0 1-1 0 0,0-1 0 0 0,0 1 1 0 0,0 0-1 0 0,0 0 1 0 0,-3 2-1 0 0,-27 23 128 0 0,1 1-1 0 0,2 1 1 0 0,-35 43 0 0 0,-1 0 259 0 0,-61 57 1010 0 0,125-128-1522 0 0,1 0-1 0 0,0 0 1 0 0,-1 0 0 0 0,1 1-1 0 0,0-1 1 0 0,0 0-1 0 0,0 0 1 0 0,0 1 0 0 0,0-1-1 0 0,0 1 1 0 0,0-1-1 0 0,1 1 1 0 0,-1-1 0 0 0,1 1-1 0 0,-1 0 1 0 0,1-1-1 0 0,-1 1 1 0 0,1 0 0 0 0,0-1-1 0 0,0 1 1 0 0,0 0-1 0 0,0-1 1 0 0,0 1 0 0 0,0 0-1 0 0,1 2 1 0 0,0-2-89 0 0,0-1 0 0 0,0 1 1 0 0,0-1-1 0 0,1 1 0 0 0,-1-1 1 0 0,1 0-1 0 0,-1 0 0 0 0,1 0 1 0 0,-1 0-1 0 0,1 0 0 0 0,0 0 0 0 0,0 0 1 0 0,-1-1-1 0 0,1 1 0 0 0,0 0 1 0 0,0-1-1 0 0,0 1 0 0 0,0-1 0 0 0,-1 0 1 0 0,1 0-1 0 0,0 0 0 0 0,2 0 1 0 0,54 2-1704 0 0,-42-3 1694 0 0,0 1 0 0 0,-1 1-1 0 0,1 0 1 0 0,-1 1 0 0 0,0 1 0 0 0,1 1-1 0 0,26 9 1 0 0,-28-7 244 0 0,-1 0 0 0 0,0 2-1 0 0,-1-1 1 0 0,0 1 0 0 0,0 1 0 0 0,0 0 0 0 0,18 20-1 0 0,-28-27-103 0 0,1 1-1 0 0,-1 0 0 0 0,0 0 0 0 0,0 1 0 0 0,0-1 1 0 0,-1 0-1 0 0,1 1 0 0 0,-1-1 0 0 0,0 1 0 0 0,0-1 0 0 0,0 1 1 0 0,0 0-1 0 0,0 0 0 0 0,-1 6 0 0 0,0-6-16 0 0,-1-1-1 0 0,0 1 1 0 0,0 0 0 0 0,0-1 0 0 0,0 1-1 0 0,0-1 1 0 0,-1 1 0 0 0,0-1 0 0 0,0 0-1 0 0,0 1 1 0 0,0-1 0 0 0,0 0-1 0 0,0-1 1 0 0,-1 1 0 0 0,0 0 0 0 0,1-1-1 0 0,-6 5 1 0 0,-124 89 1315 0 0,41-32-2614 0 0,85-59-183 0 0</inkml:trace>
</inkml:ink>
</file>

<file path=ppt/ink/ink2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3.5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 57 6913 0 0,'1'-8'282'0'0,"-1"4"-147"0"0,0 0 1 0 0,0 1 0 0 0,1-1 0 0 0,-1 1-1 0 0,1-1 1 0 0,0 0 0 0 0,0 1 0 0 0,1 0-1 0 0,-1-1 1 0 0,1 1 0 0 0,-1 0 0 0 0,3-4-1 0 0,-6 37 2946 0 0,-18 59-637 0 0,9-45-940 0 0,-6 58 0 0 0,-3 159 601 0 0,17-149-7676 0 0,3-62-453 0 0</inkml:trace>
</inkml:ink>
</file>

<file path=ppt/ink/ink2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4.4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362 155 2761 0 0,'-4'-12'629'0'0,"0"-3"227"0"0,-1 0 1 0 0,-1 1 0 0 0,0-1-1 0 0,-1 1 1 0 0,-13-20 0 0 0,18 32-794 0 0,-1-1-1 0 0,1 0 1 0 0,0 0 0 0 0,-1 1 0 0 0,0-1-1 0 0,1 1 1 0 0,-1 0 0 0 0,0 0-1 0 0,0 0 1 0 0,-1 0 0 0 0,1 0 0 0 0,0 1-1 0 0,0 0 1 0 0,-1-1 0 0 0,1 1-1 0 0,-1 0 1 0 0,1 1 0 0 0,-1-1 0 0 0,1 1-1 0 0,-1-1 1 0 0,0 1 0 0 0,1 0-1 0 0,-1 0 1 0 0,1 1 0 0 0,-1-1 0 0 0,0 1-1 0 0,1 0 1 0 0,-1 0 0 0 0,1 0 0 0 0,-5 2-1 0 0,-3 2 70 0 0,-1 1 0 0 0,1 1 0 0 0,0-1 1 0 0,0 2-1 0 0,1 0 0 0 0,-1 0 0 0 0,2 1 0 0 0,0 0 0 0 0,0 0 0 0 0,-15 22 0 0 0,11-14 243 0 0,2 1-1 0 0,0 1 0 0 0,1 0 1 0 0,1 0-1 0 0,-13 40 1 0 0,22-57-359 0 0,-1 1 0 0 0,1 0 0 0 0,0-1 0 0 0,0 1 0 0 0,0-1 0 0 0,0 1 0 0 0,0 0-1 0 0,0-1 1 0 0,1 1 0 0 0,-1-1 0 0 0,1 1 0 0 0,0-1 0 0 0,-1 1 0 0 0,1-1 0 0 0,1 1 0 0 0,-1-1 0 0 0,0 0 0 0 0,0 0 0 0 0,1 0 0 0 0,-1 1 0 0 0,1-1 0 0 0,0-1 0 0 0,0 1 0 0 0,0 0 0 0 0,0 0 0 0 0,0-1 0 0 0,3 3 0 0 0,8 4 108 0 0,0 0 1 0 0,1-1-1 0 0,24 10 0 0 0,-14-7-71 0 0,1 1-97 0 0,0 1-1 0 0,-1 2 1 0 0,0 0-1 0 0,-1 2 0 0 0,22 19 1 0 0,-39-30 25 0 0,0 1 0 0 0,-1 0 0 0 0,1 1 0 0 0,-1-1 0 0 0,-1 1 0 0 0,1 0 0 0 0,-1 0 0 0 0,-1 0 0 0 0,5 12 0 0 0,-6-13 13 0 0,-1-1-1 0 0,0 1 1 0 0,0 0-1 0 0,0 0 1 0 0,-1 0-1 0 0,0 0 1 0 0,0 0-1 0 0,0 0 1 0 0,-1-1-1 0 0,0 1 1 0 0,0 0-1 0 0,0 0 1 0 0,-1-1-1 0 0,-4 10 0 0 0,3-8 64 0 0,-1 0-1 0 0,1-1 1 0 0,-2 1-1 0 0,1-1 1 0 0,-1 0-1 0 0,1 0 0 0 0,-2-1 1 0 0,1 1-1 0 0,-1-1 1 0 0,1-1-1 0 0,-1 1 1 0 0,-1-1-1 0 0,-10 7 0 0 0,-7 0-226 0 0,0-1 0 0 0,-41 12 0 0 0,16-6-3228 0 0,37-13-930 0 0</inkml:trace>
</inkml:ink>
</file>

<file path=ppt/ink/ink2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5.2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24 112 3225 0 0,'50'-46'-805'0'0,"3"-3"6512"0"0,-52 47-5603 0 0,0 1-1 0 0,1 0 0 0 0,-1-1 1 0 0,0 1-1 0 0,1 0 1 0 0,-1 0-1 0 0,1 0 1 0 0,-1 0-1 0 0,1 0 1 0 0,-1 0-1 0 0,1 0 0 0 0,0 1 1 0 0,-1-1-1 0 0,1 1 1 0 0,0-1-1 0 0,-1 1 1 0 0,1-1-1 0 0,0 1 1 0 0,0 0-1 0 0,0 0 0 0 0,2 0 1 0 0,-3 1-37 0 0,0 0 0 0 0,0-1 0 0 0,0 1 0 0 0,0 0 1 0 0,0 0-1 0 0,0 0 0 0 0,0 0 0 0 0,0 0 0 0 0,0 0 0 0 0,0 0 0 0 0,-1 0 0 0 0,1 0 1 0 0,0 0-1 0 0,-1 1 0 0 0,1-1 0 0 0,-1 0 0 0 0,1 0 0 0 0,-1 1 0 0 0,1-1 1 0 0,-1 0-1 0 0,0 1 0 0 0,0-1 0 0 0,0 0 0 0 0,0 1 0 0 0,0-1 0 0 0,0 0 0 0 0,0 3 1 0 0,-1 10-87 0 0,-1 1 0 0 0,0-1 0 0 0,0 0 0 0 0,-1 0 0 0 0,-1 0 0 0 0,-8 18 0 0 0,-40 79-137 0 0,37-81 159 0 0,-60 120 2764 0 0,64-136 617 0 0,29-17-2057 0 0,34-9-1088 0 0,126-22-1437 0 0,-151 31-5443 0 0</inkml:trace>
</inkml:ink>
</file>

<file path=ppt/ink/ink2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6.3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292 70 10138 0 0,'-2'-17'1069'0'0,"1"10"-978"0"0,1 2-1 0 0,-1-1 1 0 0,0 0 0 0 0,0 0-1 0 0,-3-7 1 0 0,4 12-96 0 0,-1 1 0 0 0,1-1 1 0 0,0 1-1 0 0,0-1 0 0 0,-1 1 1 0 0,1-1-1 0 0,-1 1 0 0 0,1-1 1 0 0,0 1-1 0 0,-1-1 0 0 0,1 1 0 0 0,-1-1 1 0 0,1 1-1 0 0,-1 0 0 0 0,1-1 1 0 0,-1 1-1 0 0,1 0 0 0 0,-1-1 0 0 0,0 1 1 0 0,1 0-1 0 0,-1 0 0 0 0,0-1 1 0 0,0 2-8 0 0,-1-1 1 0 0,1 0 0 0 0,0 0-1 0 0,0 0 1 0 0,0 1 0 0 0,0-1-1 0 0,-1 1 1 0 0,1-1 0 0 0,0 1 0 0 0,0-1-1 0 0,0 1 1 0 0,0 0 0 0 0,0-1-1 0 0,0 1 1 0 0,0 0 0 0 0,0 1-1 0 0,-32 29-777 0 0,2 2 0 0 0,-28 38 0 0 0,31-33 2217 0 0,-43 78 0 0 0,66-106-1083 0 0,1-1 1 0 0,-1 1-1 0 0,2 0 1 0 0,-1 0 0 0 0,1 0-1 0 0,-2 15 1 0 0,5-21-297 0 0,-1-1 0 0 0,1 1 0 0 0,0-1 0 0 0,0 0 0 0 0,1 1 0 0 0,-1-1 0 0 0,1 0 1 0 0,-1 1-1 0 0,1-1 0 0 0,0 0 0 0 0,0 0 0 0 0,1 0 0 0 0,-1 1 0 0 0,1-1 0 0 0,-1 0 0 0 0,1-1 0 0 0,0 1 0 0 0,0 0 0 0 0,0-1 0 0 0,0 1 0 0 0,1-1 0 0 0,-1 1 0 0 0,6 3 0 0 0,19 11-223 0 0,53 25 1 0 0,-51-29 58 0 0,-1 2 0 0 0,26 18 0 0 0,-23-10 193 0 0,0 1-1 0 0,27 28 0 0 0,-50-45-52 0 0,-1 1-1 0 0,-1 0 1 0 0,1 0 0 0 0,-1 0-1 0 0,0 0 1 0 0,-1 1-1 0 0,0 0 1 0 0,0 0-1 0 0,-1 1 1 0 0,-1-1 0 0 0,1 1-1 0 0,-1 0 1 0 0,1 10-1 0 0,-3-15 81 0 0,-1 1 0 0 0,0-1 0 0 0,-1 0-1 0 0,1 0 1 0 0,-1 1 0 0 0,0-1 0 0 0,0 0-1 0 0,0 0 1 0 0,-1 0 0 0 0,0 0 0 0 0,0 0-1 0 0,0-1 1 0 0,-4 6 0 0 0,1-2 78 0 0,-1 0-1 0 0,0 0 1 0 0,0-1 0 0 0,-1 0-1 0 0,0 0 1 0 0,-12 9 0 0 0,-4 0-371 0 0,-1-2 0 0 0,-1 0 0 0 0,-48 20 0 0 0,-6-4-4326 0 0,53-21-367 0 0</inkml:trace>
</inkml:ink>
</file>

<file path=ppt/ink/ink2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6.6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18 4289 0 0,'0'0'0'0'0,"0"1"0"0"0,-1-1 0 0 0,1-1 0 0 0,-2-1 0 0 0,5-3-80 0 0,3-6 80 0 0</inkml:trace>
</inkml:ink>
</file>

<file path=ppt/ink/ink2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7.3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111 115 6913 0 0,'-3'1'-95'0'0,"1"1"-1"0"0,0-1 0 0 0,0 0 0 0 0,-1 0 0 0 0,1 0 0 0 0,-1 0 0 0 0,1 0 0 0 0,-1 0 0 0 0,1-1 0 0 0,-1 1 1 0 0,1-1-1 0 0,-1 1 0 0 0,1-1 0 0 0,-1 0 0 0 0,0 0 0 0 0,1-1 0 0 0,-1 1 0 0 0,1 0 0 0 0,-1-1 0 0 0,0 1 0 0 0,1-1 1 0 0,-3-1-1 0 0,3 2 39 0 0,0-1 0 0 0,1 1 0 0 0,-1 0 0 0 0,0 0 0 0 0,1 0 0 0 0,-1 1 0 0 0,0-1 0 0 0,1 0 0 0 0,-1 0 0 0 0,0 1 0 0 0,1-1 1 0 0,-1 1-1 0 0,1 0 0 0 0,-3 1 0 0 0,-19 13 4371 0 0,32-22-3440 0 0,0 0 0 0 0,0 1 0 0 0,1 0-1 0 0,16-8 1 0 0,12-7-167 0 0,-16 8-286 0 0,1 0 1 0 0,0 1-1 0 0,1 1 0 0 0,0 1 0 0 0,34-9 0 0 0,-55 19-413 0 0,0-1-1 0 0,-1 0 1 0 0,1 1-1 0 0,-1 0 1 0 0,1 0-1 0 0,0-1 0 0 0,-1 2 1 0 0,1-1-1 0 0,0 0 1 0 0,-1 0-1 0 0,1 1 1 0 0,-1-1-1 0 0,1 1 1 0 0,-1 0-1 0 0,1 0 0 0 0,-1 0 1 0 0,1 0-1 0 0,-1 0 1 0 0,0 1-1 0 0,0-1 1 0 0,4 4-1 0 0,-3-2-35 0 0,0 0 0 0 0,-1 1-1 0 0,1 0 1 0 0,-1-1 0 0 0,0 1 0 0 0,-1 0-1 0 0,1 0 1 0 0,0 0 0 0 0,-1 0 0 0 0,0 0-1 0 0,0 0 1 0 0,1 6 0 0 0,-1 7-139 0 0,0 0 1 0 0,-1 0-1 0 0,-1-1 1 0 0,0 1-1 0 0,-8 32 0 0 0,2-19 131 0 0,-2 1-1 0 0,-2-1 1 0 0,0-1-1 0 0,-21 39 1 0 0,30-65 47 0 0,-1 1 46 0 0,1 0 0 0 0,0 0 1 0 0,0 1-1 0 0,0-1 0 0 0,0 1 1 0 0,-2 9-1 0 0,7-15-34 0 0,0 0-1 0 0,0 0 1 0 0,-1 0 0 0 0,1 0 0 0 0,-1 0 0 0 0,1-1 0 0 0,-1 1 0 0 0,4-4-1 0 0,-5 5-27 0 0,2-2-8 0 0,0 0-1 0 0,1 0 1 0 0,-1 1 0 0 0,0 0 0 0 0,0-1-1 0 0,1 1 1 0 0,-1 0 0 0 0,1 1 0 0 0,-1-1-1 0 0,1 1 1 0 0,-1-1 0 0 0,1 1 0 0 0,-1 0-1 0 0,1 0 1 0 0,-1 1 0 0 0,1-1 0 0 0,-1 1-1 0 0,5 1 1 0 0,-2 0 2 0 0,-1 0-1 0 0,1 1 1 0 0,-1 0-1 0 0,0 0 1 0 0,0 0-1 0 0,0 0 1 0 0,0 1-1 0 0,-1 0 1 0 0,1 0-1 0 0,4 6 1 0 0,-3-2 8 0 0,0-1 0 0 0,0 1 0 0 0,-1 0 0 0 0,0 0 0 0 0,-1 0 0 0 0,1 1 1 0 0,-2-1-1 0 0,1 1 0 0 0,-1 0 0 0 0,-1 0 0 0 0,1 0 0 0 0,-2 1 0 0 0,2 16 0 0 0,-4-16 70 0 0,-1 0 0 0 0,0 0-1 0 0,0 0 1 0 0,-1-1 0 0 0,0 1 0 0 0,-1-1 0 0 0,0 0-1 0 0,-1 0 1 0 0,0 0 0 0 0,0-1 0 0 0,0 1-1 0 0,-9 8 1 0 0,-8 9 360 0 0,-2-1-1 0 0,-32 26 0 0 0,14-19-1735 0 0,22-17-4226 0 0</inkml:trace>
</inkml:ink>
</file>

<file path=ppt/ink/ink2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1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364 14 5065 0 0,'-2'-1'158'0'0,"1"-1"1"0"0,-1 1-1 0 0,1 0 0 0 0,-1 0 1 0 0,0 0-1 0 0,1 0 0 0 0,-1 0 1 0 0,0 0-1 0 0,0 0 0 0 0,0 1 1 0 0,1-1-1 0 0,-1 1 0 0 0,0-1 1 0 0,0 1-1 0 0,0 0 1 0 0,0 0-1 0 0,0-1 0 0 0,-3 2 1 0 0,0-1 44 0 0,1 1 1 0 0,-1 0 0 0 0,1 0-1 0 0,0 1 1 0 0,0-1 0 0 0,-1 1-1 0 0,-6 4 1 0 0,-3 3 7 0 0,1 0 0 0 0,0 1-1 0 0,-15 15 1 0 0,12-7 156 0 0,0 1-1 0 0,1 0 1 0 0,2 1-1 0 0,0 1 1 0 0,0 0-1 0 0,2 0 1 0 0,1 1-1 0 0,1 1 1 0 0,-9 32-1 0 0,17-53-319 0 0,0 0-1 0 0,1 0 1 0 0,-1 0 0 0 0,1 0-1 0 0,-1 0 1 0 0,1 0 0 0 0,0 1-1 0 0,0-1 1 0 0,0 0 0 0 0,0 0-1 0 0,0 0 1 0 0,1 0 0 0 0,-1 0 0 0 0,0 0-1 0 0,1 0 1 0 0,0 1 0 0 0,-1-1-1 0 0,1 0 1 0 0,0-1 0 0 0,0 1-1 0 0,0 0 1 0 0,1 0 0 0 0,-1 0-1 0 0,0-1 1 0 0,1 1 0 0 0,-1 0-1 0 0,1-1 1 0 0,-1 1 0 0 0,1-1-1 0 0,0 0 1 0 0,-1 0 0 0 0,1 0-1 0 0,0 1 1 0 0,0-1 0 0 0,0-1-1 0 0,0 1 1 0 0,2 1 0 0 0,9 1-39 0 0,-1 0 0 0 0,1-1 0 0 0,1 0 0 0 0,-1 0 0 0 0,14-2 0 0 0,4 2 34 0 0,-14 0-65 0 0,0 0-1 0 0,0 2 1 0 0,0 0-1 0 0,-1 1 1 0 0,0 0-1 0 0,21 11 1 0 0,-31-13 19 0 0,0 0 1 0 0,0 0 0 0 0,0 1-1 0 0,-1 0 1 0 0,1 0 0 0 0,-1 0-1 0 0,0 1 1 0 0,0 0-1 0 0,-1 0 1 0 0,0 0 0 0 0,1 0-1 0 0,-2 1 1 0 0,1 0 0 0 0,-1 0-1 0 0,0 0 1 0 0,0 0-1 0 0,0 0 1 0 0,-1 0 0 0 0,2 8-1 0 0,-4-9 6 0 0,1-1 0 0 0,-1 0-1 0 0,-1 0 1 0 0,1 0-1 0 0,-1 0 1 0 0,1 0 0 0 0,-1 0-1 0 0,0 0 1 0 0,0-1-1 0 0,-1 1 1 0 0,1 0 0 0 0,-1 0-1 0 0,0-1 1 0 0,0 1-1 0 0,0-1 1 0 0,0 1 0 0 0,-1-1-1 0 0,1 0 1 0 0,-1 0 0 0 0,-5 4-1 0 0,-7 7 48 0 0,0-2 0 0 0,-32 21 0 0 0,40-29-34 0 0,-12 9 51 0 0,-1-1 0 0 0,0 0-1 0 0,-1-2 1 0 0,-1-1 0 0 0,1 0 0 0 0,-1-2-1 0 0,0 0 1 0 0,-1-2 0 0 0,0 0-1 0 0,0-2 1 0 0,-28 2 0 0 0,30-3-39 0 0,18-1-330 0 0,0 0 0 0 0,0-1-1 0 0,0 1 1 0 0,-1-1 0 0 0,1 0-1 0 0,0 0 1 0 0,0 0-1 0 0,0 0 1 0 0,-6-2 0 0 0</inkml:trace>
</inkml:ink>
</file>

<file path=ppt/ink/ink2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5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153 1 10594 0 0,'-1'0'157'0'0,"0"0"-1"0"0,0 0 1 0 0,0 0-1 0 0,0 0 0 0 0,-1 0 1 0 0,1 0-1 0 0,0 0 1 0 0,0 0-1 0 0,0 1 0 0 0,0-1 1 0 0,0 0-1 0 0,0 1 1 0 0,-1-1-1 0 0,1 1 0 0 0,0-1 1 0 0,0 1-1 0 0,0 0 1 0 0,0-1-1 0 0,-1 3 1 0 0,-21 24 921 0 0,-11 41-840 0 0,31-61 0 0 0,-18 35 237 0 0,14-29-495 0 0,0 0 1 0 0,0 0-1 0 0,1 1 1 0 0,1 0-1 0 0,1 0 1 0 0,0 0 0 0 0,0 1-1 0 0,-1 14 1 0 0,5-26 29 0 0,0 0 0 0 0,1 0 1 0 0,-1-1-1 0 0,0 1 1 0 0,1 0-1 0 0,0 0 0 0 0,-1-1 1 0 0,1 1-1 0 0,0-1 1 0 0,0 1-1 0 0,1-1 1 0 0,-1 1-1 0 0,0-1 0 0 0,1 1 1 0 0,0-1-1 0 0,-1 0 1 0 0,1 0-1 0 0,2 2 0 0 0,0-1 80 0 0,0-1-1 0 0,0 1 0 0 0,0-1 0 0 0,0 1 1 0 0,0-2-1 0 0,0 1 0 0 0,0 0 0 0 0,1-1 1 0 0,-1 1-1 0 0,6 0 0 0 0,1-1 235 0 0,1 0-1 0 0,-1 0 1 0 0,1-1-1 0 0,0 0 1 0 0,-1-1-1 0 0,1 0 1 0 0,20-6-1 0 0,-3-1-1325 0 0,34-16 0 0 0,-47 16-167 0 0</inkml:trace>
</inkml:ink>
</file>

<file path=ppt/ink/ink2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9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114 1 1840 0 0,'-18'13'14839'0'0,"18"-5"-17127"0"0,-1 23 2895 0 0,-1 0 1 0 0,-2 0-1 0 0,-1-1 1 0 0,-2 1-1 0 0,-11 33 1 0 0,-6 27-467 0 0,-5 92-2748 0 0,23-134-3073 0 0</inkml:trace>
</inkml:ink>
</file>

<file path=ppt/ink/ink2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0.6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1 0 4145 0 0</inkml:trace>
</inkml:ink>
</file>

<file path=ppt/ink/ink2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1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314 56 4577 0 0,'0'-3'83'0'0,"0"1"0"0"0,0-1 0 0 0,0 1 0 0 0,-1-1 0 0 0,1 1 0 0 0,-1-1 0 0 0,0 1 0 0 0,1 0 1 0 0,-1-1-1 0 0,0 1 0 0 0,-1 0 0 0 0,1-1 0 0 0,0 1 0 0 0,-1 0 0 0 0,1 0 0 0 0,-1 0 0 0 0,1 0 0 0 0,-1 1 0 0 0,0-1 0 0 0,-2-1 0 0 0,2 2-15 0 0,1 0 0 0 0,-1 0 0 0 0,0 0 0 0 0,0 0 0 0 0,0 0 0 0 0,1 1-1 0 0,-1-1 1 0 0,0 1 0 0 0,0 0 0 0 0,0-1 0 0 0,0 1 0 0 0,0 0 0 0 0,0 0-1 0 0,0 0 1 0 0,0 1 0 0 0,0-1 0 0 0,0 0 0 0 0,0 1 0 0 0,0-1 0 0 0,1 1 0 0 0,-1 0-1 0 0,0-1 1 0 0,0 1 0 0 0,0 0 0 0 0,1 0 0 0 0,-3 2 0 0 0,-14 10 143 0 0,1 1 0 0 0,1 0-1 0 0,0 2 1 0 0,-25 32 0 0 0,-46 76 1703 0 0,85-122-1833 0 0,0 1 0 0 0,0 0 0 0 0,1-1 0 0 0,-1 1 0 0 0,1 0-1 0 0,0 0 1 0 0,-1 0 0 0 0,2 0 0 0 0,-1 1 0 0 0,0-1 0 0 0,0 0 0 0 0,1 0-1 0 0,0 0 1 0 0,0 1 0 0 0,0-1 0 0 0,0 0 0 0 0,0 0 0 0 0,1 1 0 0 0,-1-1-1 0 0,1 0 1 0 0,0 0 0 0 0,0 0 0 0 0,1 3 0 0 0,1-1-80 0 0,0 0 0 0 0,1-1 0 0 0,-1 1 0 0 0,1-1 0 0 0,0 0 1 0 0,0 0-1 0 0,0-1 0 0 0,1 1 0 0 0,-1-1 0 0 0,1 0 0 0 0,0 0 0 0 0,8 4 0 0 0,-3-2 158 0 0,112 62 194 0 0,-110-59-373 0 0,0 1-1 0 0,0 0 1 0 0,-1 0-1 0 0,-1 1 1 0 0,1 1-1 0 0,-2 0 1 0 0,13 17 0 0 0,-20-26 19 0 0,-1 0 1 0 0,0 0 0 0 0,1 0 0 0 0,-1 0 0 0 0,0 1 0 0 0,0-1 0 0 0,0 0 0 0 0,0 1 0 0 0,-1-1 0 0 0,1 0-1 0 0,-1 1 1 0 0,1-1 0 0 0,-1 1 0 0 0,0-1 0 0 0,0 1 0 0 0,0-1 0 0 0,0 0 0 0 0,0 1 0 0 0,-1-1-1 0 0,1 1 1 0 0,-1-1 0 0 0,1 1 0 0 0,-1-1 0 0 0,-1 3 0 0 0,-1-1 19 0 0,-1 1 1 0 0,1-1-1 0 0,-1 0 1 0 0,0-1 0 0 0,0 1-1 0 0,0-1 1 0 0,0 1-1 0 0,0-1 1 0 0,-1 0-1 0 0,-6 3 1 0 0,-10 5 209 0 0,-1 0 0 0 0,0-2 1 0 0,0 0-1 0 0,-25 6 1 0 0,37-13-517 0 0,0 1 1 0 0,0-1 0 0 0,0-1-1 0 0,0 0 1 0 0,-1-1 0 0 0,1 0-1 0 0,0 0 1 0 0,0-1 0 0 0,0 0-1 0 0,0-1 1 0 0,0 0 0 0 0,-12-4-1 0 0,15 2-1193 0 0</inkml:trace>
</inkml:ink>
</file>

<file path=ppt/ink/ink2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5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83 2761 0 0,'-30'-10'1860'0'0,"30"10"-1794"0"0,0 0 0 0 0,0 0 0 0 0,0 0 0 0 0,-1 0 0 0 0,1-1 66 0 0,0 1-66 0 0,0 0 0 0 0,0 0 0 0 0,0 0 0 0 0,-1 0 0 0 0,1-1 0 0 0,0 1 0 0 0,0 0 0 0 0,0 0 0 0 0,0 0 0 0 0,0-1 0 0 0,0 1 0 0 0,0 0 0 0 0,0 0 0 0 0,0 0 0 0 0,0-1 0 0 0,0 1 0 0 0,0 0 0 0 0,0 0 0 0 0,0 0 0 0 0,0-1 0 0 0,0 1 0 0 0,0 0 0 0 0,0 0 0 0 0,0 0 0 0 0,0-1 0 0 0,0 1 0 0 0,0 0 0 0 0,0 0 0 0 0,0 0 0 0 0,0-1 0 0 0,1 1 0 0 0,15-10 1565 0 0,18-1-990 0 0,0 2-1 0 0,1 0 1 0 0,54-4 0 0 0,-14 2-3425 0 0,-61 9-916 0 0</inkml:trace>
</inkml:ink>
</file>

<file path=ppt/ink/ink2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9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88 18 1840 0 0,'-3'0'-263'0'0,"2"0"345"0"0,1 0 1 0 0,-1 0-1 0 0,0 0 0 0 0,1 0 1 0 0,-1 0-1 0 0,1-1 0 0 0,-1 1 1 0 0,1 0-1 0 0,-1 0 0 0 0,1 0 0 0 0,-1 0 1 0 0,1-1-1 0 0,-1 1 0 0 0,1 0 1 0 0,-1-1-1 0 0,1 1 0 0 0,0 0 1 0 0,-1-1-1 0 0,1 1 0 0 0,-1 0 1 0 0,1-1-1 0 0,0 1 0 0 0,-1-1 0 0 0,1 1 1 0 0,0-1-1 0 0,0 1 0 0 0,-1-1 1 0 0,1 1-1 0 0,0-1 0 0 0,0 1 1 0 0,0-1-1 0 0,-1 1 0 0 0,1-1 0 0 0,0 1 1 0 0,0-1-1 0 0,0 1 0 0 0,0-1 1 0 0,0 1-1 0 0,0-1 0 0 0,0 1 1 0 0,0-1-1 0 0,1 0 0 0 0,-1 0 226 0 0,-1 7-213 0 0,-3 12 20 0 0,0-1 0 0 0,-2-1 0 0 0,0 1 1 0 0,-9 18-1 0 0,4-10 1457 0 0,-12 37 0 0 0,23-61-1467 0 0,0 0-1 0 0,-1 0 0 0 0,1 0 0 0 0,0 0 0 0 0,0 0 0 0 0,0 0 1 0 0,-1 0-1 0 0,1 0 0 0 0,0 0 0 0 0,1 0 0 0 0,-1 0 1 0 0,0 0-1 0 0,0 0 0 0 0,0 0 0 0 0,1 0 0 0 0,-1 0 1 0 0,0 0-1 0 0,1 0 0 0 0,-1 0 0 0 0,1 0 0 0 0,-1 0 1 0 0,1 0-1 0 0,-1 0 0 0 0,1-1 0 0 0,1 3 0 0 0,0-2 1 0 0,0 0-1 0 0,0 0 1 0 0,-1 0-1 0 0,1 0 1 0 0,0 0-1 0 0,0-1 1 0 0,1 1-1 0 0,-1-1 0 0 0,0 1 1 0 0,0-1-1 0 0,4 1 1 0 0,8-1-27 0 0,-1-1 1 0 0,0 0-1 0 0,17-4 1 0 0,-22 4-76 0 0,5-2-93 0 0,0 1 0 0 0,0 1 0 0 0,1 0 0 0 0,-1 1 0 0 0,0 1 1 0 0,1 0-1 0 0,23 5 0 0 0,-33-5 66 0 0,1 0 1 0 0,-1 1 0 0 0,0 0-1 0 0,0-1 1 0 0,-1 1 0 0 0,1 1-1 0 0,0-1 1 0 0,-1 0 0 0 0,1 1-1 0 0,-1 0 1 0 0,0 0 0 0 0,0 0-1 0 0,0 0 1 0 0,0 0-1 0 0,-1 1 1 0 0,1-1 0 0 0,-1 1-1 0 0,0-1 1 0 0,0 1 0 0 0,0 0-1 0 0,0 0 1 0 0,-1 0 0 0 0,1 0-1 0 0,-1 0 1 0 0,0 1 0 0 0,-1-1-1 0 0,1 0 1 0 0,0 6 0 0 0,-1-7 72 0 0,-1 0 0 0 0,1 1 0 0 0,-1-1 0 0 0,1 0 0 0 0,-1 0 1 0 0,0 0-1 0 0,0 0 0 0 0,0 0 0 0 0,-1 0 0 0 0,1 0 0 0 0,-1 0 0 0 0,1-1 1 0 0,-1 1-1 0 0,0 0 0 0 0,0-1 0 0 0,0 1 0 0 0,0-1 0 0 0,-1 0 0 0 0,1 0 1 0 0,-1 0-1 0 0,1 0 0 0 0,-6 3 0 0 0,-7 4 456 0 0,-1-1 1 0 0,-32 13-1 0 0,31-14-395 0 0,-44 15-1710 0 0,43-15-3205 0 0</inkml:trace>
</inkml:ink>
</file>

<file path=ppt/ink/ink2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3.4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285 49 456 0 0,'5'-8'-41'0'0,"-3"4"373"0"0,0 0-1 0 0,0 0 1 0 0,0 0-1 0 0,-1 0 1 0 0,1 0-1 0 0,-1 0 1 0 0,1-9-1 0 0,-26 32 437 0 0,-69 66 4317 0 0,53-50-3424 0 0,1 1 0 0 0,-47 58 0 0 0,83-92-1584 0 0,1 1 0 0 0,0 0 0 0 0,0-1 0 0 0,1 1 0 0 0,-1 0 0 0 0,0 0 0 0 0,1 0 0 0 0,0 0 0 0 0,0 1 0 0 0,0-1 0 0 0,0 0 0 0 0,0 0 1 0 0,1 1-1 0 0,-1 3 0 0 0,2-6-35 0 0,-1 1 0 0 0,1 0 1 0 0,-1-1-1 0 0,1 1 0 0 0,0-1 1 0 0,-1 1-1 0 0,1-1 0 0 0,0 1 1 0 0,0-1-1 0 0,0 1 0 0 0,0-1 1 0 0,1 0-1 0 0,-1 0 0 0 0,0 1 1 0 0,0-1-1 0 0,1 0 0 0 0,-1 0 1 0 0,1 0-1 0 0,-1-1 0 0 0,1 1 1 0 0,-1 0-1 0 0,1 0 0 0 0,0-1 1 0 0,-1 1-1 0 0,1-1 0 0 0,0 0 1 0 0,-1 1-1 0 0,1-1 0 0 0,2 0 1 0 0,19 4 149 0 0,0-2-1 0 0,42 0 1 0 0,-40-2-40 0 0,0 0 1 0 0,33 7-1 0 0,-44-5-299 0 0,74 18-663 0 0,-80-17 766 0 0,0-1-1 0 0,-1 1 1 0 0,0 0-1 0 0,1 1 1 0 0,-1 0-1 0 0,0 0 1 0 0,-1 0-1 0 0,11 9 0 0 0,-15-11 32 0 0,-1 0 0 0 0,0 0-1 0 0,0 0 1 0 0,-1 0-1 0 0,1-1 1 0 0,0 1-1 0 0,-1 0 1 0 0,1 0-1 0 0,-1 0 1 0 0,1 0-1 0 0,-1 1 1 0 0,0-1 0 0 0,0 0-1 0 0,0 0 1 0 0,0 0-1 0 0,0 0 1 0 0,0 0-1 0 0,-1 0 1 0 0,1 0-1 0 0,-1 0 1 0 0,0 0-1 0 0,1 0 1 0 0,-1 0 0 0 0,0 0-1 0 0,0-1 1 0 0,0 1-1 0 0,0 0 1 0 0,0 0-1 0 0,-3 2 1 0 0,-2 5-28 0 0,0-1 1 0 0,-1 0-1 0 0,0-1 0 0 0,-13 12 1 0 0,-22 12-96 0 0,-1-2 1 0 0,-85 42-1 0 0,-44 28-4220 0 0</inkml:trace>
</inkml:ink>
</file>

<file path=ppt/ink/ink2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4.0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244 48 3225 0 0,'-1'-2'54'0'0,"0"1"0"0"0,1 0 0 0 0,-1 0 0 0 0,1-1 0 0 0,0 1 0 0 0,-1 0 0 0 0,1-1 0 0 0,0 1 0 0 0,0-1 0 0 0,-1 1 0 0 0,1 0 0 0 0,0-1 0 0 0,1 1 0 0 0,-1-3 0 0 0,0 3 78 0 0,1 0 0 0 0,-1 0 0 0 0,0 0 0 0 0,0 0 1 0 0,0 0-1 0 0,0 0 0 0 0,0 0 0 0 0,0 0 0 0 0,0 1 0 0 0,0-1 1 0 0,0 0-1 0 0,0 0 0 0 0,0 0 0 0 0,-1 0 0 0 0,1 0 0 0 0,0 0 0 0 0,-1 0 1 0 0,1 0-1 0 0,-1 1 0 0 0,1-1 0 0 0,-1 0 0 0 0,1 0 0 0 0,-1 1 1 0 0,1-1-1 0 0,-1 0 0 0 0,0 0 0 0 0,-1 2 12 0 0,0 0 0 0 0,0 0-1 0 0,0 0 1 0 0,0 1 0 0 0,1-1 0 0 0,-1 1 0 0 0,0-1 0 0 0,1 1-1 0 0,0 0 1 0 0,-1-1 0 0 0,1 1 0 0 0,0 0 0 0 0,0 0 0 0 0,0 0-1 0 0,0 0 1 0 0,-1 2 0 0 0,-1 2 181 0 0,-15 25 341 0 0,0 0 0 0 0,3 1-1 0 0,0 1 1 0 0,3 1 0 0 0,0 0 0 0 0,-11 62 0 0 0,20-80-448 0 0,2 1-1 0 0,0 25 1 0 0,1-35-238 0 0,0 0 0 0 0,1-1 0 0 0,0 1 0 0 0,0 0 0 0 0,1-1 0 0 0,0 1 0 0 0,0-1 0 0 0,6 12 0 0 0,-7-16-2 0 0,1 0-1 0 0,-1-1 1 0 0,1 1-1 0 0,-1-1 1 0 0,1 0-1 0 0,0 1 1 0 0,0-1-1 0 0,-1 0 1 0 0,1 0-1 0 0,0 0 1 0 0,0 0-1 0 0,0-1 1 0 0,0 1-1 0 0,0 0 1 0 0,0-1-1 0 0,0 1 1 0 0,0-1-1 0 0,1 0 1 0 0,-1 0-1 0 0,0 0 1 0 0,0 0-1 0 0,0 0 1 0 0,0 0-1 0 0,0 0 1 0 0,0-1-1 0 0,0 1 1 0 0,0-1-1 0 0,1 0 1 0 0,-2 1-1 0 0,1-1 1 0 0,3-1 0 0 0,5-2 103 0 0,-1-1 1 0 0,1 0 0 0 0,-1 0 0 0 0,16-13 0 0 0,-3-1-346 0 0,-2 0-1 0 0,0-2 1 0 0,-2 0 0 0 0,19-27 0 0 0,-36 46 178 0 0,1 0 1 0 0,-1 0-1 0 0,0 0 0 0 0,1 0 0 0 0,-1 0 0 0 0,0 0 0 0 0,0 0 0 0 0,-1 0 0 0 0,1 0 0 0 0,0-1 1 0 0,-1 1-1 0 0,1 0 0 0 0,-1 0 0 0 0,0-3 0 0 0,0 4 44 0 0,-1 0-1 0 0,1 0 1 0 0,0 1-1 0 0,-1-1 1 0 0,0 0 0 0 0,1 0-1 0 0,-1 1 1 0 0,1-1-1 0 0,-1 0 1 0 0,0 1-1 0 0,1-1 1 0 0,-1 0 0 0 0,0 1-1 0 0,0-1 1 0 0,0 1-1 0 0,1-1 1 0 0,-1 1 0 0 0,0 0-1 0 0,0-1 1 0 0,0 1-1 0 0,0 0 1 0 0,0 0-1 0 0,0 0 1 0 0,0-1 0 0 0,0 1-1 0 0,0 0 1 0 0,1 0-1 0 0,-1 0 1 0 0,0 1 0 0 0,0-1-1 0 0,0 0 1 0 0,0 0-1 0 0,0 0 1 0 0,0 1-1 0 0,-1-1 1 0 0,-20 4-196 0 0,0 0 0 0 0,1 2 0 0 0,-1 0 0 0 0,-33 16 0 0 0,-78 46-671 0 0,104-50 640 0 0,2 1-150 0 0</inkml:trace>
</inkml:ink>
</file>

<file path=ppt/ink/ink2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5.6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259 101 6449 0 0,'-11'4'718'0'0,"11"-2"-1136"0"0,4-3-978 0 0,45-41 1164 0 0,-38 30 1042 0 0,2 1 0 0 0,-1 1 0 0 0,1 0 0 0 0,20-11 0 0 0,-34 25-398 0 0,0-1 0 0 0,-1 1 0 0 0,1-1 0 0 0,-1 1 0 0 0,1-1 0 0 0,-1 1 0 0 0,-3 3 0 0 0,-278 343 828 0 0,278-345-1140 0 0,1 0 0 0 0,0 1-1 0 0,1-1 1 0 0,-1 1 0 0 0,1 0 0 0 0,-3 9 0 0 0,5-13-71 0 0,1-1-1 0 0,-1 1 1 0 0,1 0 0 0 0,0-1 0 0 0,-1 1 0 0 0,1 0 0 0 0,0 0 0 0 0,1-1 0 0 0,-1 1-1 0 0,0 0 1 0 0,0 0 0 0 0,1-1 0 0 0,-1 1 0 0 0,1 0 0 0 0,-1-1 0 0 0,1 1 0 0 0,0 0 0 0 0,-1-1-1 0 0,1 1 1 0 0,0-1 0 0 0,0 1 0 0 0,0-1 0 0 0,0 0 0 0 0,1 1 0 0 0,-1-1 0 0 0,0 0-1 0 0,0 0 1 0 0,3 2 0 0 0,17 10 121 0 0,-1 0-1 0 0,2-2 0 0 0,30 13 1 0 0,-30-15-205 0 0,0 1 0 0 0,0 1 0 0 0,31 22 0 0 0,-41-24-22 0 0,1 1 0 0 0,-1 1 0 0 0,-1-1 0 0 0,0 2 0 0 0,16 22 0 0 0,-24-30 61 0 0,-1 0 1 0 0,1 0 0 0 0,-1 0-1 0 0,0 0 1 0 0,0 1-1 0 0,-1-1 1 0 0,1 1-1 0 0,-1 0 1 0 0,0-1-1 0 0,0 1 1 0 0,0 0-1 0 0,-1 0 1 0 0,0-1-1 0 0,0 1 1 0 0,0 0-1 0 0,-1 0 1 0 0,1 0-1 0 0,-1-1 1 0 0,0 1-1 0 0,0 0 1 0 0,-1-1-1 0 0,1 1 1 0 0,-4 5-1 0 0,-2 3 57 0 0,-1 0 0 0 0,-1-1 0 0 0,0 0 1 0 0,-1 0-1 0 0,0-1 0 0 0,0 0 0 0 0,-2-1 0 0 0,1 0 0 0 0,-13 8 0 0 0,-22 12 306 0 0,-57 28-1 0 0,19-12-178 0 0,26-14-6246 0 0</inkml:trace>
</inkml:ink>
</file>

<file path=ppt/ink/ink2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6.0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1 109 10594 0 0,'0'0'15'0'0,"0"-1"0"0"0,-1 1 1 0 0,1-1-1 0 0,0 1 0 0 0,0 0 0 0 0,0-1 0 0 0,0 1 0 0 0,0 0 0 0 0,0-1 0 0 0,0 1 0 0 0,0-1 0 0 0,0 1 0 0 0,0 0 0 0 0,0-1 1 0 0,1 1-1 0 0,-1-1 0 0 0,0 1 0 0 0,0 0 0 0 0,0-1 0 0 0,0 1 0 0 0,1 0 0 0 0,-1-1 0 0 0,0 1 0 0 0,0 0 0 0 0,1-1 0 0 0,-1 1 1 0 0,0 0-1 0 0,0 0 0 0 0,1-1 0 0 0,-1 1 0 0 0,0 0 0 0 0,1 0 0 0 0,-1 0 0 0 0,1-1 0 0 0,22-11-215 0 0,31-6 596 0 0,-50 17-17 0 0,41-13 783 0 0,-10 2-1036 0 0,0 1 1 0 0,1 2 0 0 0,0 2-1 0 0,60-5 1 0 0,-94 12-106 0 0,0 0-1 0 0,0 0 1 0 0,1 0 0 0 0,-1 0-1 0 0,0 0 1 0 0,0 0 0 0 0,0 0-1 0 0,0 1 1 0 0,0-1-1 0 0,0 1 1 0 0,0-1 0 0 0,0 1-1 0 0,0 0 1 0 0,0 0-1 0 0,0 0 1 0 0,-1 0 0 0 0,1 0-1 0 0,0 0 1 0 0,0 1 0 0 0,-1-1-1 0 0,1 0 1 0 0,-1 1-1 0 0,1 0 1 0 0,0 1 0 0 0,-1 1 21 0 0,0-1 0 0 0,0 0-1 0 0,0 1 1 0 0,-1-1 0 0 0,0 1 0 0 0,1-1 0 0 0,-1 1 0 0 0,-1-1 0 0 0,1 1 0 0 0,0 0 0 0 0,-1-1 0 0 0,0 0 0 0 0,-1 5 0 0 0,-85 281 4180 0 0,59-203-3519 0 0,10-35-625 0 0,11-36-392 0 0,1 1 0 0 0,1-1 1 0 0,0 1-1 0 0,1 0 1 0 0,1 1-1 0 0,-1 21 0 0 0,5-29-1562 0 0,-1-6 657 0 0</inkml:trace>
</inkml:ink>
</file>

<file path=ppt/ink/ink2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6.4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1 191 17972 0 0,'9'-8'82'0'0,"0"0"1"0"0,0 1 0 0 0,1 0-1 0 0,0 1 1 0 0,0 0-1 0 0,1 1 1 0 0,0 0 0 0 0,0 0-1 0 0,14-3 1 0 0,8-5-170 0 0,230-76-1067 0 0,-230 79-3210 0 0,-4-4-1315 0 0</inkml:trace>
</inkml:ink>
</file>

<file path=ppt/ink/ink2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7.3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334 0 10594 0 0,'-35'39'-1493'0'0,"14"-16"659"0"0,-80 97-2043 0 0,87-101 3428 0 0,2 0-1 0 0,-16 30 1 0 0,27-47-452 0 0,0 0 1 0 0,-1 1 0 0 0,1-1 0 0 0,0 0 0 0 0,1 1 0 0 0,-1-1-1 0 0,0 1 1 0 0,1-1 0 0 0,-1 1 0 0 0,1-1 0 0 0,0 1 0 0 0,0-1 0 0 0,0 1-1 0 0,0-1 1 0 0,0 1 0 0 0,0-1 0 0 0,1 1 0 0 0,-1-1 0 0 0,1 0 0 0 0,0 1-1 0 0,0-1 1 0 0,0 1 0 0 0,1 2 0 0 0,2-2-43 0 0,-1 1-1 0 0,1-1 1 0 0,-1 0 0 0 0,1 0 0 0 0,0 0-1 0 0,0 0 1 0 0,1-1 0 0 0,-1 1 0 0 0,0-1-1 0 0,10 3 1 0 0,17 7-5 0 0,-2-1-202 0 0,0 1-1 0 0,36 21 1 0 0,-58-29 133 0 0,0 1 0 0 0,0 0-1 0 0,0 1 1 0 0,0-1 0 0 0,-1 1 0 0 0,0 0 0 0 0,0 1-1 0 0,-1-1 1 0 0,0 1 0 0 0,0 1 0 0 0,0-1-1 0 0,-1 0 1 0 0,4 11 0 0 0,-7-15 20 0 0,0 1-1 0 0,-1-1 1 0 0,1 0-1 0 0,-1 1 1 0 0,0-1-1 0 0,0 1 1 0 0,0-1 0 0 0,0 0-1 0 0,-1 1 1 0 0,1-1-1 0 0,-1 1 1 0 0,0-1-1 0 0,0 0 1 0 0,0 0 0 0 0,0 0-1 0 0,-1 0 1 0 0,0 1-1 0 0,1-2 1 0 0,-1 1-1 0 0,0 0 1 0 0,0 0 0 0 0,0-1-1 0 0,-1 1 1 0 0,1-1-1 0 0,-6 5 1 0 0,-6 5 270 0 0,0-1 0 0 0,-1-1 0 0 0,-24 13 1 0 0,32-19-59 0 0,-38 19 527 0 0,-1-3-1 0 0,-1-2 1 0 0,-51 13-1 0 0,83-26-845 0 0,-7 1-483 0 0,0-2-218 0 0</inkml:trace>
</inkml:ink>
</file>

<file path=ppt/ink/ink2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8.0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77 343 6913 0 0,'-4'-1'55'0'0,"1"0"-1"0"0,0-1 0 0 0,-1 0 0 0 0,1 1 0 0 0,0-1 0 0 0,0 0 0 0 0,0-1 0 0 0,0 1 0 0 0,0 0 0 0 0,1-1 0 0 0,-1 0 0 0 0,1 1 0 0 0,0-1 0 0 0,0 0 0 0 0,0 0 0 0 0,0 0 0 0 0,-2-5 1 0 0,0 0 111 0 0,0-1 0 0 0,0 0 0 0 0,1 0 0 0 0,0 0 0 0 0,-3-14 0 0 0,5 14-145 0 0,1 1 0 0 0,-1-1 0 0 0,1 0 0 0 0,1 0 0 0 0,0 1 0 0 0,0-1 0 0 0,1 1 0 0 0,0-1 0 0 0,0 1 0 0 0,1-1 0 0 0,0 1 1 0 0,0 0-1 0 0,1 0 0 0 0,0 1 0 0 0,0-1 0 0 0,1 1 0 0 0,0 0 0 0 0,1 0 0 0 0,-1 0 0 0 0,1 1 0 0 0,0 0 0 0 0,1 0 0 0 0,0 1 0 0 0,0-1 0 0 0,0 1 0 0 0,0 1 0 0 0,1 0 0 0 0,0 0 0 0 0,-1 0 0 0 0,2 1 0 0 0,-1 0 0 0 0,0 0 0 0 0,14-1 0 0 0,-17 2 57 0 0,0 1-1 0 0,1 1 1 0 0,-1-1-1 0 0,0 1 1 0 0,1 0-1 0 0,-1 0 1 0 0,0 1-1 0 0,1-1 0 0 0,7 3 1 0 0,-11-2-83 0 0,0-1 0 0 0,-1 1 0 0 0,1 0 1 0 0,-1 0-1 0 0,1 0 0 0 0,-1 0 0 0 0,1 0 0 0 0,-1 1 0 0 0,0-1 1 0 0,0 0-1 0 0,1 1 0 0 0,-1-1 0 0 0,0 0 0 0 0,0 1 0 0 0,0 0 1 0 0,-1-1-1 0 0,1 1 0 0 0,0-1 0 0 0,0 1 0 0 0,-1 0 0 0 0,1 0 1 0 0,-1-1-1 0 0,0 1 0 0 0,1 0 0 0 0,-1 0 0 0 0,0 0 0 0 0,0-1 1 0 0,0 1-1 0 0,0 0 0 0 0,-1 0 0 0 0,0 2 0 0 0,-4 31-233 0 0,-3 0-1 0 0,0-1 1 0 0,-26 63-1 0 0,-10 37 950 0 0,40-117-469 0 0,1 1 0 0 0,0-1 0 0 0,1 1 0 0 0,1-1 0 0 0,2 36-1 0 0,-1-50-162 0 0,1 0-1 0 0,-1 1 0 0 0,1-1 1 0 0,0 0-1 0 0,0 1 0 0 0,0-1 1 0 0,0 0-1 0 0,0 0 0 0 0,1 0 1 0 0,-1 0-1 0 0,1 0 0 0 0,0 0 1 0 0,0 0-1 0 0,0 0 0 0 0,0-1 0 0 0,0 1 1 0 0,1-1-1 0 0,-1 0 0 0 0,1 1 1 0 0,0-1-1 0 0,0 0 0 0 0,-1-1 1 0 0,1 1-1 0 0,4 1 0 0 0,-3-2 14 0 0,0 0 0 0 0,0 0 0 0 0,1 0-1 0 0,-1-1 1 0 0,0 1 0 0 0,0-1 0 0 0,1 0-1 0 0,-1 0 1 0 0,0-1 0 0 0,0 1 0 0 0,0-1-1 0 0,1 0 1 0 0,-1 0 0 0 0,0-1 0 0 0,0 1-1 0 0,0-1 1 0 0,-1 0 0 0 0,1 0 0 0 0,4-3-1 0 0,-2 1 8 0 0,1 0 0 0 0,-2 0 0 0 0,1-1 0 0 0,0 0-1 0 0,-1 0 1 0 0,0 0 0 0 0,0-1 0 0 0,-1 0 0 0 0,1 0 0 0 0,-1 0-1 0 0,0 0 1 0 0,-1-1 0 0 0,0 1 0 0 0,0-1 0 0 0,0 0 0 0 0,2-11-1 0 0,-4 13-41 0 0,-1 0 0 0 0,1 0-1 0 0,-1 0 1 0 0,0 0-1 0 0,0-1 1 0 0,-1 1-1 0 0,1 0 1 0 0,-1 0 0 0 0,0 0-1 0 0,-1 0 1 0 0,1 0-1 0 0,-1 0 1 0 0,0 0-1 0 0,0 0 1 0 0,-1 1 0 0 0,0-1-1 0 0,1 1 1 0 0,-1 0-1 0 0,-1 0 1 0 0,1 0 0 0 0,0 0-1 0 0,-1 0 1 0 0,-8-6-1 0 0,4 4-166 0 0,0 0-1 0 0,-1 1 1 0 0,0 0-1 0 0,1 0 1 0 0,-2 1-1 0 0,1 0 1 0 0,0 1-1 0 0,-18-5 1 0 0,15 6-609 0 0,1 1-1 0 0,-1-1 1 0 0,1 2 0 0 0,-15 0 0 0 0,-2 2-4386 0 0</inkml:trace>
</inkml:ink>
</file>

<file path=ppt/ink/ink2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9.4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181 127 3225 0 0,'16'-43'1913'0'0,"-13"38"-1645"0"0,-1 0 0 0 0,1-1 1 0 0,-1 0-1 0 0,0 1 1 0 0,0-1-1 0 0,-1 0 0 0 0,0 0 1 0 0,0 0-1 0 0,0 0 0 0 0,0-8 1 0 0,-1 14-262 0 0,0-1 1 0 0,-1 0-1 0 0,1 1 0 0 0,0-1 1 0 0,0 1-1 0 0,0-1 1 0 0,0 1-1 0 0,0-1 1 0 0,-1 1-1 0 0,1-1 0 0 0,0 1 1 0 0,0-1-1 0 0,-1 1 1 0 0,1-1-1 0 0,0 1 1 0 0,-1-1-1 0 0,1 1 0 0 0,0 0 1 0 0,-1-1-1 0 0,1 1 1 0 0,-1-1-1 0 0,1 1 1 0 0,-1 0-1 0 0,1 0 0 0 0,-1-1 1 0 0,1 1-1 0 0,-1 0 1 0 0,1 0-1 0 0,-1-1 0 0 0,1 1 1 0 0,-1 0-1 0 0,0 0 1 0 0,-20 7 451 0 0,-18 24 553 0 0,37-29-945 0 0,-15 13 351 0 0,1 1 0 0 0,0 1 0 0 0,1 1 0 0 0,1 0 0 0 0,0 1 0 0 0,2 0 0 0 0,-19 38 0 0 0,30-54-356 0 0,0-1 0 0 0,0 0-1 0 0,0 1 1 0 0,0-1-1 0 0,1 1 1 0 0,-1-1 0 0 0,1 1-1 0 0,0 0 1 0 0,0-1-1 0 0,0 1 1 0 0,0-1 0 0 0,0 1-1 0 0,0 0 1 0 0,1-1-1 0 0,-1 1 1 0 0,1-1 0 0 0,0 1-1 0 0,-1-1 1 0 0,1 0-1 0 0,1 1 1 0 0,-1-1-1 0 0,0 0 1 0 0,0 1 0 0 0,1-1-1 0 0,-1 0 1 0 0,1 0-1 0 0,0 0 1 0 0,0 0 0 0 0,0-1-1 0 0,-1 1 1 0 0,2 0-1 0 0,-1-1 1 0 0,0 0 0 0 0,0 1-1 0 0,0-1 1 0 0,1 0-1 0 0,2 1 1 0 0,11 4-7 0 0,-1-1 1 0 0,0-1-1 0 0,1-1 0 0 0,30 4 1 0 0,-26-5-72 0 0,11 3-23 0 0,0 0 0 0 0,53 18 0 0 0,-76-20-34 0 0,-1-1 1 0 0,0 1-1 0 0,1 1 1 0 0,-1-1-1 0 0,0 1 0 0 0,-1 0 1 0 0,1 1-1 0 0,-1 0 0 0 0,0 0 1 0 0,0 0-1 0 0,0 1 0 0 0,-1-1 1 0 0,0 1-1 0 0,0 1 0 0 0,0-1 1 0 0,6 12-1 0 0,-10-15 78 0 0,-1 0 1 0 0,1 0-1 0 0,0 1 0 0 0,-1-1 0 0 0,0 0 0 0 0,0 0 1 0 0,0 0-1 0 0,0 0 0 0 0,-1 0 0 0 0,1 0 0 0 0,-1 0 1 0 0,1 1-1 0 0,-1-1 0 0 0,0-1 0 0 0,0 1 0 0 0,-1 0 1 0 0,1 0-1 0 0,-1 0 0 0 0,1-1 0 0 0,-1 1 1 0 0,0 0-1 0 0,0-1 0 0 0,0 0 0 0 0,0 1 0 0 0,0-1 1 0 0,-1 0-1 0 0,-4 3 0 0 0,-8 7 155 0 0,0-1-1 0 0,-1-1 1 0 0,-22 12 0 0 0,28-17-49 0 0,-9 5-283 0 0,-1-1-1 0 0,0-1 0 0 0,0-1 0 0 0,-27 6 0 0 0,23-8-2664 0 0,-41 4 0 0 0,53-9 1766 0 0</inkml:trace>
</inkml:ink>
</file>

<file path=ppt/ink/ink2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00.3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408 120 6913 0 0,'1'0'123'0'0,"0"1"-1"0"0,-1-1 0 0 0,1 1 0 0 0,-1-1 0 0 0,0 1 0 0 0,1-1 1 0 0,-1 1-1 0 0,1 0 0 0 0,-1-1 0 0 0,0 1 0 0 0,1 0 0 0 0,-1-1 0 0 0,0 1 1 0 0,0 0-1 0 0,0 0 0 0 0,1-1 0 0 0,-1 1 0 0 0,0 0 0 0 0,0-1 0 0 0,0 1 1 0 0,0 0-1 0 0,0 0 0 0 0,0-1 0 0 0,-1 1 0 0 0,1 0 0 0 0,0 0 0 0 0,0-1 1 0 0,0 1-1 0 0,-1 0 0 0 0,1-1 0 0 0,0 1 0 0 0,-1 1 0 0 0,-8 26-441 0 0,3-17 127 0 0,0 0 1 0 0,0 0-1 0 0,-1 0 0 0 0,0-1 1 0 0,-1 0-1 0 0,0 0 0 0 0,-1-1 1 0 0,1 0-1 0 0,-2 0 0 0 0,0-1 1 0 0,0-1-1 0 0,-21 13 0 0 0,22-15 602 0 0,-1 0-1 0 0,0-1 1 0 0,0 0-1 0 0,0 0 1 0 0,0-1-1 0 0,-1-1 1 0 0,1 0-1 0 0,-1 0 1 0 0,-16 0-1 0 0,14-2-148 0 0,0-1 1 0 0,1 0-1 0 0,0-1 0 0 0,-1 0 1 0 0,1-1-1 0 0,-19-6 0 0 0,28 8-338 0 0,0 0-1 0 0,0-1 0 0 0,0 1 1 0 0,0 0-1 0 0,1-1 0 0 0,-1 1 0 0 0,0-1 1 0 0,1 0-1 0 0,0 0 0 0 0,-1 0 1 0 0,1 0-1 0 0,0-1 0 0 0,0 1 0 0 0,0-1 1 0 0,0 1-1 0 0,0-1 0 0 0,1 1 1 0 0,-1-1-1 0 0,1 0 0 0 0,0 0 0 0 0,0 0 1 0 0,0 0-1 0 0,0 0 0 0 0,0 0 0 0 0,1 0 1 0 0,-1 0-1 0 0,1 0 0 0 0,0 0 1 0 0,0 0-1 0 0,0-1 0 0 0,1-4 0 0 0,1-4-141 0 0,1-1-1 0 0,0 1 0 0 0,1 0 0 0 0,1 0 0 0 0,-1 0 0 0 0,2 0 0 0 0,0 1 0 0 0,0 0 0 0 0,1 0 0 0 0,1 1 0 0 0,-1 0 0 0 0,19-18 0 0 0,-17 20 428 0 0,0 1-1 0 0,0 0 1 0 0,1 0-1 0 0,0 1 1 0 0,0 0-1 0 0,1 1 1 0 0,-1 0-1 0 0,1 0 1 0 0,0 1-1 0 0,0 1 1 0 0,1 0-1 0 0,-1 1 1 0 0,1 0-1 0 0,15-1 1 0 0,-23 3-186 0 0,0 0 0 0 0,0 0 0 0 0,0 0-1 0 0,0 1 1 0 0,0 0 0 0 0,0-1 0 0 0,0 1 0 0 0,0 1 0 0 0,0-1 0 0 0,-1 1 0 0 0,1-1-1 0 0,0 1 1 0 0,-1 0 0 0 0,1 0 0 0 0,-1 1 0 0 0,5 4 0 0 0,-3-2 8 0 0,0 0 1 0 0,0 1-1 0 0,-1 0 1 0 0,0 0-1 0 0,0 0 1 0 0,0 0-1 0 0,-1 1 1 0 0,5 11-1 0 0,-1 6 186 0 0,-1 0-1 0 0,-1 0 1 0 0,0 1 0 0 0,0 33-1 0 0,-2-27 206 0 0,-2-1 0 0 0,-2 1 0 0 0,0 0 0 0 0,-2 0 0 0 0,-8 34 0 0 0,8-53-232 0 0,0-1 0 0 0,-1 0 0 0 0,0 1-1 0 0,-1-1 1 0 0,0-1 0 0 0,-1 1 0 0 0,0-1 0 0 0,0 0 0 0 0,-1 0-1 0 0,-1-1 1 0 0,1 0 0 0 0,-1 0 0 0 0,-1-1 0 0 0,0 0-1 0 0,0 0 1 0 0,-14 8 0 0 0,-17 5-472 0 0,29-19-258 0 0</inkml:trace>
</inkml:ink>
</file>

<file path=ppt/ink/ink2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37.2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1 591 3225 0 0,'0'-17'-164'0'0,"-1"6"417"0"0,1-1 0 0 0,1 1 0 0 0,2-18 0 0 0,-2 26-132 0 0,0 0 0 0 0,-1 0 0 0 0,1 0-1 0 0,0 1 1 0 0,1-1 0 0 0,-1 0 0 0 0,0 1-1 0 0,1-1 1 0 0,-1 1 0 0 0,1-1-1 0 0,0 1 1 0 0,0 0 0 0 0,0-1 0 0 0,0 1-1 0 0,0 0 1 0 0,0 1 0 0 0,1-1 0 0 0,-1 0-1 0 0,3-1 1 0 0,1 2 136 0 0,-1 0 1 0 0,0 0-1 0 0,0 0 1 0 0,0 1-1 0 0,0 0 0 0 0,0 0 1 0 0,1 0-1 0 0,-1 1 1 0 0,0-1-1 0 0,0 1 1 0 0,0 1-1 0 0,0-1 0 0 0,0 1 1 0 0,8 3-1 0 0,20 4 300 0 0,-17-4-492 0 0,-1 0 0 0 0,1 1 0 0 0,-1 0 0 0 0,0 1 0 0 0,19 13-1 0 0,-15-9 162 0 0,0-1 0 0 0,36 13-1 0 0,-49-21-167 0 0,0-1 0 0 0,0 1-1 0 0,0-1 1 0 0,1 0-1 0 0,-1-1 1 0 0,0 1 0 0 0,1-1-1 0 0,-1 0 1 0 0,0-1-1 0 0,1 0 1 0 0,-1 0 0 0 0,0 0-1 0 0,10-4 1 0 0,-15 5-31 0 0,0-1 1 0 0,-1 1-1 0 0,1-1 0 0 0,0 1 1 0 0,0-1-1 0 0,-1 1 1 0 0,1-1-1 0 0,0 1 0 0 0,-1-1 1 0 0,1 0-1 0 0,-1 1 1 0 0,1-1-1 0 0,-1 0 1 0 0,1 0-1 0 0,-1 1 0 0 0,0-1 1 0 0,1 0-1 0 0,-1 0 1 0 0,0 0-1 0 0,1 0 0 0 0,-1 1 1 0 0,0-1-1 0 0,0 0 1 0 0,0 0-1 0 0,0 0 1 0 0,0 0-1 0 0,0 0 0 0 0,0 1 1 0 0,0-1-1 0 0,0 0 1 0 0,0 0-1 0 0,-1 0 0 0 0,1-1 1 0 0,-14-36 372 0 0,5 18-116 0 0,-3-23 190 0 0,2-1-1 0 0,2-1 0 0 0,2 1 1 0 0,-1-66-1 0 0,6 86-313 0 0,-9-45 0 0 0,6 45-515 0 0,-2-44-1 0 0,7 52-4449 0 0</inkml:trace>
</inkml:ink>
</file>

<file path=ppt/ink/ink2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26.09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0 123 2561 0 0,'5'-7'0'0'0,"0"-1"0"0"0,-1 1 0 0 0,0-1 0 0 0,0 1 0 0 0,0-1 0 0 0,2-11 0 0 0,4-6 0 0 0,-9 23 0 0 0,0 1 0 0 0,-1 0 0 0 0,1-1 0 0 0,0 1 0 0 0,-1-1 0 0 0,1 1 0 0 0,-1-1 0 0 0,1 1 0 0 0,-1-1 0 0 0,0 1 0 0 0,1-1 0 0 0,-1 1 0 0 0,0-1 0 0 0,0 1 0 0 0,0-1 0 0 0,0 1 0 0 0,-1-1 0 0 0,1 1 0 0 0,-1-3 0 0 0,0 2 0 0 0</inkml:trace>
</inkml:ink>
</file>

<file path=ppt/ink/ink2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27.05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3225 0 0,'19'9'8272'0'0,"8"5"-7035"0"0,33 24 0 0 0,-11 11-65 0 0,-36-35-788 0 0,0-1 1 0 0,0 0-1 0 0,25 17 1 0 0,-5-5 180 0 0,55 51 0 0 0,-76-65-540 0 0,122 132 532 0 0,-42-53-91 0 0,-61-62-291 0 0,42 49 0 0 0,-43-40-53 0 0,3-1-1 0 0,1-2 1 0 0,1-1-1 0 0,76 53 0 0 0,-49-39-13 0 0,-2 2 0 0 0,69 73 0 0 0,-116-110-94 0 0,-11-10-93 0 0,-1-1-1 0 0,1 0 0 0 0,0 0 0 0 0,-1 1 1 0 0,0-1-1 0 0,1 1 0 0 0,-1-1 0 0 0,0 1 1 0 0,0-1-1 0 0,1 1 0 0 0,-1 0 0 0 0,-1 0 1 0 0,1-1-1 0 0,0 1 0 0 0,0 0 0 0 0,-1 0 1 0 0,1 0-1 0 0,-1 0 0 0 0,1 0 0 0 0,-1 0 1 0 0,0 4-1 0 0</inkml:trace>
</inkml:ink>
</file>

<file path=ppt/ink/ink2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27.95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9 798 5065 0 0,'-8'-8'6294'0'0,"27"9"-4402"0"0,36 11 294 0 0,-12 4-1617 0 0,0-3 1 0 0,76 14-1 0 0,-111-25-518 0 0,53 13 260 0 0,-1 3 0 0 0,0 3 1 0 0,70 34-1 0 0,-91-34-169 0 0,-25-13-133 0 0,-1-1 1 0 0,1-1-1 0 0,25 8 0 0 0,-39-14-10 0 0,1 0 1 0 0,-1 0-1 0 0,1-1 0 0 0,-1 1 0 0 0,0 0 1 0 0,1-1-1 0 0,-1 1 0 0 0,0 0 1 0 0,1-1-1 0 0,-1 1 0 0 0,0-1 0 0 0,1 1 1 0 0,-1 0-1 0 0,0-1 0 0 0,0 1 1 0 0,1-1-1 0 0,-1 1 0 0 0,0-1 1 0 0,0 1-1 0 0,0-1 0 0 0,0 1 0 0 0,0-1 1 0 0,0 1-1 0 0,0-1 0 0 0,0 1 1 0 0,0-1-1 0 0,0 1 0 0 0,0-1 0 0 0,0 1 1 0 0,0-2-1 0 0,0-27-46 0 0,-1 13 65 0 0,2-18-164 0 0,-1 0 0 0 0,-2 0 0 0 0,-8-43 0 0 0,-3-49-587 0 0,22-438-360 0 0,-8 542 1156 0 0,0 11-68 0 0,-1-1 1 0 0,0 0-1 0 0,-3-22 0 0 0,3 34 4 0 0,0-1 0 0 0,0 1 0 0 0,0 0 0 0 0,0 0 0 0 0,0 0 0 0 0,0-1-1 0 0,0 1 1 0 0,0 0 0 0 0,0 0 0 0 0,0-1 0 0 0,0 1 0 0 0,0 0 0 0 0,0 0-1 0 0,0 0 1 0 0,0-1 0 0 0,0 1 0 0 0,0 0 0 0 0,-1 0 0 0 0,1 0-1 0 0,0-1 1 0 0,0 1 0 0 0,0 0 0 0 0,0 0 0 0 0,0 0 0 0 0,-1 0 0 0 0,1-1-1 0 0,0 1 1 0 0,0 0 0 0 0,0 0 0 0 0,-1 0 0 0 0,1 0 0 0 0,0 0-1 0 0,0 0 1 0 0,0 0 0 0 0,-1 0 0 0 0,1-1 0 0 0,0 1 0 0 0,0 0 0 0 0,-1 0-1 0 0,1 0 1 0 0,-7 8-542 0 0,-3 13-515 0 0,8-11 518 0 0,1 1-1 0 0,0-1 1 0 0,0 0 0 0 0,1 0 0 0 0,1 1-1 0 0,1 10 1 0 0</inkml:trace>
</inkml:ink>
</file>

<file path=ppt/ink/ink2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41.1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0 340 3225 0 0,'21'-24'1287'0'0,"-19"23"-1127"0"0,-1-1 1 0 0,1 2-1 0 0,0-1 1 0 0,-1 0-1 0 0,1 0 1 0 0,0 0-1 0 0,0 1 1 0 0,-1-1-1 0 0,1 1 1 0 0,0 0-1 0 0,0-1 1 0 0,0 1-1 0 0,0 0 1 0 0,0 0-1 0 0,-1 0 1 0 0,1 0-1 0 0,0 0 1 0 0,0 1-1 0 0,0-1 1 0 0,0 1 0 0 0,0-1-1 0 0,-1 1 1 0 0,1-1-1 0 0,0 1 1 0 0,-1 0-1 0 0,1 0 1 0 0,0 0-1 0 0,-1 0 1 0 0,1 0-1 0 0,2 3 1 0 0,3 2 418 0 0,-1 0 0 0 0,1 0 0 0 0,-1 1 0 0 0,0 0 1 0 0,6 11-1 0 0,8 10-193 0 0,33 38 1 0 0,-44-55-186 0 0,2-1-1 0 0,-1 0 1 0 0,1-1 0 0 0,1 0-1 0 0,-1-1 1 0 0,16 8 0 0 0,-27-16-172 0 0,0 1 0 0 0,1-1 0 0 0,-1 0 1 0 0,0 0-1 0 0,0 0 0 0 0,1 0 0 0 0,-1 0 1 0 0,0 0-1 0 0,1 1 0 0 0,-1-1 0 0 0,0 0 1 0 0,0 0-1 0 0,1 0 0 0 0,-1 0 1 0 0,0 0-1 0 0,1 0 0 0 0,-1 0 0 0 0,0 0 1 0 0,1 0-1 0 0,-1 0 0 0 0,0 0 0 0 0,0-1 1 0 0,1 1-1 0 0,-1 0 0 0 0,0 0 0 0 0,1 0 1 0 0,-1 0-1 0 0,0 0 0 0 0,0 0 0 0 0,1-1 1 0 0,-1 1-1 0 0,0 0 0 0 0,0 0 1 0 0,0 0-1 0 0,1-1 0 0 0,-1 1 0 0 0,0 0 1 0 0,0 0-1 0 0,0-1 0 0 0,0 1 0 0 0,1 0 1 0 0,-1 0-1 0 0,0-1 0 0 0,0 1 0 0 0,0 0 1 0 0,0-1-1 0 0,0 1 0 0 0,0 0 0 0 0,0-1 1 0 0,0 1-1 0 0,1-25 893 0 0,-2 4-649 0 0,3 6-205 0 0,1 0 0 0 0,0 0 0 0 0,2 0 0 0 0,-1 0 0 0 0,2 1 0 0 0,0-1 0 0 0,0 1 0 0 0,1 1 0 0 0,12-17 0 0 0,13-15-145 0 0,47-51 0 0 0,-14 18-209 0 0,-40 44 135 0 0,-11 15-192 0 0,26-29-1 0 0,-39 48 225 0 0,-1-1 0 0 0,0 1 0 0 0,1-1-1 0 0,-1 1 1 0 0,1 0 0 0 0,-1-1-1 0 0,1 1 1 0 0,-1 0 0 0 0,1 0 0 0 0,-1-1-1 0 0,0 1 1 0 0,1 0 0 0 0,-1 0-1 0 0,1 0 1 0 0,0 0 0 0 0,-1 0 0 0 0,1 0-1 0 0,-1-1 1 0 0,1 1 0 0 0,-1 0 0 0 0,1 0-1 0 0,-1 1 1 0 0,1-1 0 0 0,-1 0-1 0 0,1 0 1 0 0,-1 0 0 0 0,1 0 0 0 0,-1 0-1 0 0,1 0 1 0 0,-1 1 0 0 0,1-1 0 0 0,-1 0-1 0 0,1 1 1 0 0,-1-1 0 0 0,1 0-1 0 0,-1 0 1 0 0,0 1 0 0 0,1-1 0 0 0,-1 1-1 0 0,0-1 1 0 0,1 0 0 0 0,-1 1-1 0 0,0-1 1 0 0,1 1 0 0 0,-1-1 0 0 0,0 1-1 0 0,0-1 1 0 0,0 1 0 0 0,1-1 0 0 0,-1 2-1 0 0,5 4-2563 0 0</inkml:trace>
</inkml:ink>
</file>

<file path=ppt/ink/ink2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41.8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219 101 3889 0 0,'-53'-21'445'0'0,"45"17"-421"0"0,-1 0-1 0 0,1 0 1 0 0,-1 1-1 0 0,0 0 1 0 0,0 1 0 0 0,0 0-1 0 0,0 0 1 0 0,-11 0-1 0 0,13 2 345 0 0,0-1 0 0 0,0 0 0 0 0,1 0 0 0 0,-13-4 0 0 0,17 5-203 0 0,1 0-1 0 0,-1-1 0 0 0,1 1 0 0 0,-1-1 0 0 0,1 1 1 0 0,0-1-1 0 0,-1 0 0 0 0,1 1 0 0 0,0-1 0 0 0,-1 0 1 0 0,1 0-1 0 0,0 0 0 0 0,0 0 0 0 0,0 0 0 0 0,0 0 0 0 0,0 0 1 0 0,0-1-1 0 0,0 1 0 0 0,0 0 0 0 0,0-1 0 0 0,0 1 1 0 0,1 0-1 0 0,-1-1 0 0 0,1 1 0 0 0,-1-1 0 0 0,0-2 1 0 0,1 3-110 0 0,1 1 0 0 0,-1-1 0 0 0,0 0 1 0 0,0 0-1 0 0,1 0 0 0 0,-1 1 1 0 0,1-1-1 0 0,-1 0 0 0 0,0 0 0 0 0,1 1 1 0 0,-1-1-1 0 0,1 0 0 0 0,0 1 0 0 0,-1-1 1 0 0,1 1-1 0 0,-1-1 0 0 0,1 1 0 0 0,0-1 1 0 0,0 1-1 0 0,-1-1 0 0 0,1 1 1 0 0,0 0-1 0 0,0-1 0 0 0,-1 1 0 0 0,1 0 1 0 0,0 0-1 0 0,0-1 0 0 0,0 1 0 0 0,-1 0 1 0 0,2 0-1 0 0,-1 0-37 0 0,1 0 1 0 0,-1-1-1 0 0,0 1 1 0 0,0 0-1 0 0,0 0 1 0 0,1 0 0 0 0,-1 1-1 0 0,0-1 1 0 0,0 0-1 0 0,1 0 1 0 0,-1 1-1 0 0,0-1 1 0 0,0 0-1 0 0,0 1 1 0 0,0-1-1 0 0,0 1 1 0 0,0 0-1 0 0,0-1 1 0 0,0 1-1 0 0,0 0 1 0 0,0 0-1 0 0,1 0 1 0 0,10 18 94 0 0,-2 0 0 0 0,16 38 1 0 0,1 1-212 0 0,-6-18-11 0 0,33 47 0 0 0,-44-74 89 0 0,-1 0-1 0 0,2-1 0 0 0,0-1 1 0 0,0 1-1 0 0,1-2 1 0 0,0 0-1 0 0,16 11 1 0 0,-27-21 31 0 0,0 1 0 0 0,0 0 0 0 0,0-1 0 0 0,0 1 0 0 0,0-1 0 0 0,0 1 0 0 0,1-1 0 0 0,-1 1 0 0 0,0-1 0 0 0,0 0 0 0 0,0 0 0 0 0,0 0 0 0 0,0 1 0 0 0,1-1 0 0 0,-1 0 0 0 0,0 0 0 0 0,0-1 0 0 0,0 1 0 0 0,0 0 0 0 0,0 0 0 0 0,1 0 0 0 0,-1-1 0 0 0,1 0 0 0 0,-1 0-65 0 0</inkml:trace>
</inkml:ink>
</file>

<file path=ppt/ink/ink2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43.2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47 195 3225 0 0,'-6'0'203'0'0,"2"0"-177"0"0,1 1 1 0 0,0-1-1 0 0,-1 0 0 0 0,1-1 1 0 0,0 1-1 0 0,-1 0 1 0 0,1-1-1 0 0,0 0 0 0 0,0 0 1 0 0,-5-1-1 0 0,38-11 1073 0 0,69-11 419 0 0,0 5-1 0 0,149-11 1 0 0,-211 28-1526 0 0,-1-1-1 0 0,1-3 0 0 0,-1 0 1 0 0,-1-3-1 0 0,0-1 1 0 0,0-1-1 0 0,46-22 1 0 0,-71 27 122 0 0,-6 4 4 0 0,1-1-1 0 0,-1 1 0 0 0,1 0 0 0 0,-1 0 1 0 0,1 1-1 0 0,0-1 0 0 0,-1 1 0 0 0,8-1 1 0 0,-61 24-1469 0 0,-133 49-918 0 0,-5-21 3444 0 0,79-20 151 0 0,55-15-1069 0 0,-68 12-1 0 0,202-38-280 0 0,173-27-168 0 0,-280 48-30 0 0,6-1-79 0 0,-37 10 0 0 0,-109 8-187 0 0,164-27 503 0 0,1 0 0 0 0,-1 1 1 0 0,0-1-1 0 0,1 1 0 0 0,-1 0 1 0 0,1-1-1 0 0,-1 1 0 0 0,1 0 1 0 0,0 0-1 0 0,-1 0 0 0 0,1 0 1 0 0,0 0-1 0 0,0 0 0 0 0,-1 1 1 0 0,1-1-1 0 0,0 0 1 0 0,0 1-1 0 0,1-1 0 0 0,-1 0 1 0 0,0 1-1 0 0,0-1 0 0 0,1 1 1 0 0,-1-1-1 0 0,0 1 0 0 0,1 0 1 0 0,0-1-1 0 0,-1 1 0 0 0,1 0 1 0 0,0-1-1 0 0,0 1 0 0 0,0 0 1 0 0,0-1-1 0 0,0 4 0 0 0,1-2 11 0 0,-1-1-1 0 0,0 1 1 0 0,1 0 0 0 0,0 0-1 0 0,0-1 1 0 0,0 1-1 0 0,0-1 1 0 0,0 1 0 0 0,0-1-1 0 0,0 1 1 0 0,1-1-1 0 0,-1 0 1 0 0,1 0 0 0 0,0 1-1 0 0,0-1 1 0 0,0 0-1 0 0,0-1 1 0 0,0 1-1 0 0,0 0 1 0 0,3 1 0 0 0,-4-2-17 0 0,0-1-1 0 0,0 1 1 0 0,0-1 0 0 0,-1 1 0 0 0,1-1 0 0 0,0 0-1 0 0,0 1 1 0 0,0-1 0 0 0,1 0 0 0 0,-1 0 0 0 0,0 0 0 0 0,0 0-1 0 0,0 0 1 0 0,0 0 0 0 0,0 0 0 0 0,0 0 0 0 0,0 0 0 0 0,0 0-1 0 0,0-1 1 0 0,0 1 0 0 0,0 0 0 0 0,0-1 0 0 0,0 1 0 0 0,0-1-1 0 0,0 1 1 0 0,0-1 0 0 0,-1 1 0 0 0,1-1 0 0 0,0 0 0 0 0,1 0-1 0 0,1-3-70 0 0,0 0-1 0 0,-1 0 0 0 0,1 0 0 0 0,-1 0 0 0 0,3-9 0 0 0,-4 10 4 0 0,4-23-611 0 0,-9 23 75 0 0,-3 15 388 0 0,-2 12 301 0 0,1 1 1 0 0,1 0 0 0 0,-5 40-1 0 0,-1 4 304 0 0,11-59-286 0 0,-3 15-239 0 0,5-24 129 0 0,0 0 0 0 0,-1-1-1 0 0,1 1 1 0 0,0 0-1 0 0,0-1 1 0 0,-1 1 0 0 0,1 0-1 0 0,0-1 1 0 0,-1 1 0 0 0,1-1-1 0 0,-1 1 1 0 0,1 0-1 0 0,-1-1 1 0 0,1 1 0 0 0,-1-1-1 0 0,1 0 1 0 0,-1 1-1 0 0,1-1 1 0 0,-1 1 0 0 0,0-1-1 0 0,1 0 1 0 0,-1 1-1 0 0,0-1 1 0 0,1 0 0 0 0,-1 0-1 0 0,0 0 1 0 0,0 1-1 0 0,0-2 27 0 0,1 0 0 0 0,0 1 0 0 0,-1-1 0 0 0,1 1-1 0 0,0-1 1 0 0,0 0 0 0 0,0 1 0 0 0,-1-1 0 0 0,1 0 0 0 0,0 0-1 0 0,0 1 1 0 0,0-1 0 0 0,0 0 0 0 0,0 1 0 0 0,0-1-1 0 0,1 0 1 0 0,-1 1 0 0 0,0-1 0 0 0,0 0 0 0 0,0 0-1 0 0,1 1 1 0 0,-1-2 0 0 0,6-19 94 0 0,83-184-2859 0 0,-88 201 2675 0 0,1 1-1 0 0,0-1 1 0 0,0 0-1 0 0,0 1 1 0 0,0-1-1 0 0,0 1 0 0 0,1-1 1 0 0,-1 1-1 0 0,1 0 1 0 0,4-3-1 0 0,-6 5 106 0 0,0 0-1 0 0,1 1 0 0 0,-1-1 1 0 0,0 0-1 0 0,1 1 0 0 0,-1-1 1 0 0,0 1-1 0 0,1 0 0 0 0,-1-1 1 0 0,1 1-1 0 0,-1 0 0 0 0,1 0 1 0 0,-1 0-1 0 0,1 0 1 0 0,-1 0-1 0 0,1 0 0 0 0,-1 0 1 0 0,1 1-1 0 0,-1-1 0 0 0,0 0 1 0 0,1 1-1 0 0,-1-1 0 0 0,1 1 1 0 0,-1 0-1 0 0,0-1 0 0 0,0 1 1 0 0,1 0-1 0 0,-1 0 0 0 0,0 0 1 0 0,0 0-1 0 0,0 0 1 0 0,1 1-1 0 0,3 3 194 0 0,0 0-1 0 0,-1 0 1 0 0,0 0 0 0 0,0 0-1 0 0,0 1 1 0 0,-1-1 0 0 0,5 12-1 0 0,-6-14-183 0 0,-1 0-1 0 0,0 0 1 0 0,0-1-1 0 0,0 1 1 0 0,-1 0-1 0 0,1 0 1 0 0,0 0-1 0 0,-1 0 1 0 0,0 0-1 0 0,0 0 1 0 0,0 0-1 0 0,0 0 1 0 0,0 0-1 0 0,-1 0 1 0 0,1 0-1 0 0,-1 0 1 0 0,0 0-1 0 0,0 0 1 0 0,-2 3-1 0 0,-7 6 458 0 0,9-12-539 0 0,1-1 0 0 0,0 1 0 0 0,0-1 0 0 0,-1 1-1 0 0,1-1 1 0 0,0 1 0 0 0,0 0 0 0 0,0-1 0 0 0,0 1 0 0 0,0-1-1 0 0,0 1 1 0 0,0-1 0 0 0,0 1 0 0 0,0-1 0 0 0,0 1 0 0 0,0-1-1 0 0,0 1 1 0 0,0-1 0 0 0,0 1 0 0 0,0 0 0 0 0,0-1 0 0 0,1 1-1 0 0,-1-1 1 0 0,0 1 0 0 0,0 0 0 0 0,1-2 0 0 0,0-3-1355 0 0,2-4 1223 0 0,-1 3-38 0 0,0-1 0 0 0,-1 0 0 0 0,1 0-1 0 0,-1 0 1 0 0,0 0 0 0 0,-1 0 0 0 0,0 0-1 0 0,-1-10 1 0 0,0 19 275 0 0,0-1 1 0 0,0 1-1 0 0,0-1 0 0 0,0 1 1 0 0,0-1-1 0 0,0 1 1 0 0,1 0-1 0 0,-1 0 0 0 0,0-1 1 0 0,1 1-1 0 0,0 0 0 0 0,-1 0 1 0 0,1 2-1 0 0,-2 22-2781 0 0</inkml:trace>
</inkml:ink>
</file>

<file path=ppt/ink/ink2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29.71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29 31 5529 0 0,'-6'-10'518'0'0,"-9"-10"256"0"0,10 21-370 0 0,3 14 451 0 0,2-10-613 0 0,0 80 1127 0 0,3 214 1329 0 0,2-207-2531 0 0,22 115 0 0 0,-18-157-139 0 0,-2 1 1 0 0,-2-1 0 0 0,-3 79-1 0 0,-3-117-715 0 0,1 1-1 0 0,1 0 1 0 0,3 19-1 0 0</inkml:trace>
</inkml:ink>
</file>

<file path=ppt/ink/ink2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30.39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21 318 3681 0 0,'-2'-1'111'0'0,"0"-1"1"0"0,0-1 0 0 0,0 1-1 0 0,1 0 1 0 0,-1 0-1 0 0,0-1 1 0 0,1 1-1 0 0,-2-5 1 0 0,3 6-95 0 0,-1 1 0 0 0,1-1 0 0 0,-1 0 0 0 0,1 1 1 0 0,0-1-1 0 0,-1 0 0 0 0,1 0 0 0 0,0 0 0 0 0,0 1 0 0 0,-1-1 0 0 0,1 0 0 0 0,0 0 0 0 0,0 0 0 0 0,0 0 0 0 0,0 1 1 0 0,0-1-1 0 0,0 0 0 0 0,1 0 0 0 0,-1 0 0 0 0,0 0 0 0 0,0 1 0 0 0,0-1 0 0 0,1 0 0 0 0,-1 0 0 0 0,0 1 0 0 0,1-1 1 0 0,-1 0-1 0 0,1 0 0 0 0,-1 1 0 0 0,1-1 0 0 0,-1 0 0 0 0,2 0 0 0 0,17 40 1306 0 0,-5-14-128 0 0,-3-5-666 0 0,0 0 1 0 0,1-1-1 0 0,1-1 1 0 0,1 0-1 0 0,25 25 1 0 0,-26-31-314 0 0,0-1 0 0 0,1 0 1 0 0,0-1-1 0 0,1 0 1 0 0,0-2-1 0 0,32 15 0 0 0,-38-20-98 0 0,0 0 0 0 0,-1-1 0 0 0,1 0 0 0 0,0 0 1 0 0,0-1-1 0 0,1 0 0 0 0,-1 0 0 0 0,0-1 0 0 0,0-1 0 0 0,0 1 0 0 0,0-1 0 0 0,0-1 0 0 0,0 0 0 0 0,0 0 0 0 0,10-4 0 0 0,-12 3-115 0 0,1 1 0 0 0,0-2 0 0 0,-1 1 0 0 0,1-1 0 0 0,-1 0-1 0 0,0-1 1 0 0,0 0 0 0 0,-1 0 0 0 0,0 0 0 0 0,0-1 0 0 0,0 0 0 0 0,0 0 0 0 0,-1 0 0 0 0,0-1-1 0 0,0 0 1 0 0,-1 0 0 0 0,4-8 0 0 0,26-66-160 0 0,-24 55 190 0 0,1-1-1 0 0,18-29 0 0 0,-16 34 61 0 0,66-100-53 0 0,-64 102-80 0 0,0 1 0 0 0,2 0-1 0 0,34-30 1 0 0,-49 47-59 0 0,-1 1 0 0 0,0 0-1 0 0,1 0 1 0 0,0-1 0 0 0,-1 1 0 0 0,1 0 0 0 0,0 0-1 0 0,-1 1 1 0 0,1-1 0 0 0,0 0 0 0 0,0 1 0 0 0,0-1-1 0 0,0 1 1 0 0,-1-1 0 0 0,1 1 0 0 0,0 0 0 0 0,3 0-1 0 0</inkml:trace>
</inkml:ink>
</file>

<file path=ppt/ink/ink2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31.64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66 82 5529 0 0,'-18'-11'1160'0'0,"8"6"-548"0"0,1-1-1 0 0,1-1 1 0 0,-10-7-1 0 0,18 14-608 0 0,0-1-1 0 0,-1 1 1 0 0,1 0-1 0 0,0 0 1 0 0,0 0-1 0 0,0 0 0 0 0,0 0 1 0 0,0 0-1 0 0,0-1 1 0 0,-1 1-1 0 0,1 0 1 0 0,0 0-1 0 0,0 0 1 0 0,0 0-1 0 0,0 0 1 0 0,0-1-1 0 0,0 1 0 0 0,0 0 1 0 0,0 0-1 0 0,0 0 1 0 0,0 0-1 0 0,0-1 1 0 0,0 1-1 0 0,0 0 1 0 0,0 0-1 0 0,0 0 1 0 0,0 0-1 0 0,0-1 0 0 0,0 1 1 0 0,0 0-1 0 0,0 0 1 0 0,0 0-1 0 0,0 0 1 0 0,0-1-1 0 0,0 1 1 0 0,1 0-1 0 0,-1 0 1 0 0,0 0-1 0 0,0 0 0 0 0,0 0 1 0 0,0 0-1 0 0,0-1 1 0 0,0 1-1 0 0,1 0 1 0 0,-1 0-1 0 0,0 0 1 0 0,0 0-1 0 0,0 0 1 0 0,0 0-1 0 0,0 0 0 0 0,1 0 1 0 0,-1 0-1 0 0,15-4 204 0 0,10 3-27 0 0,142-12 448 0 0,40 0 890 0 0,-171 13-1303 0 0,0 1 0 0 0,-1 3 0 0 0,65 13 1 0 0,-88-15-492 0 0,0 0 0 0 0,0 0 0 0 0,1-2 0 0 0,-1 1 0 0 0,1-2 0 0 0,-1 1 0 0 0,24-6 0 0 0,-24 4 138 0 0</inkml:trace>
</inkml:ink>
</file>

<file path=ppt/ink/ink2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32.42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9 9 6913 0 0,'-9'-8'446'0'0,"15"8"-1018"0"0,-4 0 555 0 0,0 1-1 0 0,0 0 0 0 0,0-1 0 0 0,0 1 1 0 0,-1 0-1 0 0,1 0 0 0 0,0 0 0 0 0,0 0 1 0 0,-1 0-1 0 0,3 3 0 0 0,14 19 723 0 0,2 2 71 0 0,0 0 0 0 0,36 31 0 0 0,14 15-665 0 0,-51-50-73 0 0,1-1 0 0 0,42 34 0 0 0,-14-23 253 0 0,-34-23-97 0 0,0 1 1 0 0,-1 0 0 0 0,0 1-1 0 0,-1 0 1 0 0,0 1-1 0 0,0 0 1 0 0,19 26-1 0 0,-31-37-184 0 0,0 0 1 0 0,1 0-1 0 0,-1 0 0 0 0,0 0 0 0 0,0 0 1 0 0,0 0-1 0 0,0 1 0 0 0,0-1 0 0 0,1 0 1 0 0,-1 0-1 0 0,0 0 0 0 0,0 0 0 0 0,0 0 1 0 0,0 1-1 0 0,0-1 0 0 0,0 0 1 0 0,0 0-1 0 0,0 0 0 0 0,0 1 0 0 0,0-1 1 0 0,0 0-1 0 0,0 0 0 0 0,0 0 0 0 0,0 0 1 0 0,0 1-1 0 0,0-1 0 0 0,0 0 0 0 0,0 0 1 0 0,0 0-1 0 0,0 0 0 0 0,0 1 0 0 0,0-1 1 0 0,0 0-1 0 0,0 0 0 0 0,0 0 0 0 0,0 0 1 0 0,0 1-1 0 0,0-1 0 0 0,-1 0 0 0 0,1 0 1 0 0,0 0-1 0 0,0 0 0 0 0,0 0 0 0 0,0 1 1 0 0,0-1-1 0 0,-1 0 0 0 0,1 0 0 0 0,-10-5 673 0 0,5 4-600 0 0,-1 2-70 0 0,-1-1 0 0 0,1 1 1 0 0,0 0-1 0 0,0 0 0 0 0,0 1 1 0 0,0 0-1 0 0,0 0 0 0 0,1 0 1 0 0,-1 1-1 0 0,1 0 0 0 0,-1 0 1 0 0,-8 6-1 0 0,-4 4 38 0 0,1 2 0 0 0,0-1 0 0 0,1 2 0 0 0,1 0 0 0 0,1 1 0 0 0,0 1 0 0 0,-22 35 0 0 0,19-20-16 0 0,1 1-1 0 0,1 0 0 0 0,-18 70 1 0 0,27-83-391 0 0,-1-1 1 0 0,-15 32-1 0 0,-13 4-4612 0 0</inkml:trace>
</inkml:ink>
</file>

<file path=ppt/ink/ink2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39.1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1561 10138 0 0,'-2'-3'161'0'0,"1"-1"0"0"0,0 0 0 0 0,0 1-1 0 0,0-1 1 0 0,0 0 0 0 0,1 0 0 0 0,-1 0-1 0 0,1 0 1 0 0,0 0 0 0 0,0 0 0 0 0,1 0 0 0 0,-1 0-1 0 0,1 0 1 0 0,0 1 0 0 0,0-1 0 0 0,0 0-1 0 0,0 0 1 0 0,1 1 0 0 0,0-1 0 0 0,-1 1 0 0 0,1-1-1 0 0,1 1 1 0 0,-1 0 0 0 0,0 0 0 0 0,1-1 0 0 0,-1 2-1 0 0,4-4 1 0 0,10-9-104 0 0,-1 1-1 0 0,2 0 1 0 0,30-18-1 0 0,-39 26 25 0 0,276-170 413 0 0,-215 140-400 0 0,0 3 0 0 0,100-33 0 0 0,226-74 300 0 0,183-55-244 0 0,404-34-150 0 0,-915 217 0 0 0,776-131 0 0 0,-422 77 0 0 0,265-38 0 0 0,1887-72 513 0 0,-1925 183-513 0 0,754 103 0 0 0,324 240 0 0 0,-841-102 229 0 0,-13 40-269 0 0,-227-31 115 0 0,-547-207-47 0 0,-2 4 0 0 0,137 103 0 0 0,-158-105-2388 0 0,-56-39-3070 0 0</inkml:trace>
</inkml:ink>
</file>

<file path=ppt/ink/ink2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39.9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388 92 6913 0 0,'-9'-5'492'0'0,"0"-1"0"0"0,0 0-1 0 0,0-1 1 0 0,1 0-1 0 0,0 0 1 0 0,0-1-1 0 0,-7-9 1 0 0,-12-12 1847 0 0,27 29-2286 0 0,0 0-1 0 0,0 1 0 0 0,0-1 0 0 0,0 0 0 0 0,0 0 1 0 0,0 1-1 0 0,0-1 0 0 0,0 0 0 0 0,0 0 0 0 0,0 0 1 0 0,0 1-1 0 0,0-1 0 0 0,0 0 0 0 0,0 0 0 0 0,0 0 1 0 0,0 1-1 0 0,-1-1 0 0 0,1 0 0 0 0,0 0 0 0 0,0 0 1 0 0,0 0-1 0 0,0 1 0 0 0,0-1 0 0 0,-1 0 0 0 0,1 0 1 0 0,0 0-1 0 0,0 0 0 0 0,0 0 0 0 0,-1 0 0 0 0,1 0 1 0 0,0 1-1 0 0,0-1 0 0 0,0 0 0 0 0,-1 0 0 0 0,1 0 1 0 0,0 0-1 0 0,0 0 0 0 0,0 0 0 0 0,-1 0 0 0 0,1 0 1 0 0,0 0-1 0 0,0 0 0 0 0,-1 0 0 0 0,1 0 0 0 0,0 0 0 0 0,0 0 1 0 0,0-1-1 0 0,-1 1 0 0 0,1 0 0 0 0,0 0 0 0 0,0 0 1 0 0,-1 0-1 0 0,6 18 838 0 0,-2-11-785 0 0,1 0 67 0 0,0 0 1 0 0,0 0 0 0 0,1-1-1 0 0,-1 1 1 0 0,2-1-1 0 0,-1 0 1 0 0,1-1 0 0 0,-1 1-1 0 0,12 7 1 0 0,4 5 115 0 0,41 33 84 0 0,-48-42-410 0 0,-1 0 1 0 0,0 2-1 0 0,-1-1 1 0 0,0 2 0 0 0,-1-1-1 0 0,0 2 1 0 0,-1 0-1 0 0,13 20 1 0 0,-20-25 7 0 0,0 0 0 0 0,0 0 0 0 0,-1 0 1 0 0,0 0-1 0 0,-1 0 0 0 0,1 1 0 0 0,-2-1 0 0 0,1 1 0 0 0,-1-1 0 0 0,-1 0 0 0 0,1 1 1 0 0,-1-1-1 0 0,-1 0 0 0 0,0 1 0 0 0,0-1 0 0 0,0 0 0 0 0,-1 0 0 0 0,0 0 1 0 0,-1-1-1 0 0,0 1 0 0 0,-7 11 0 0 0,3-8 53 0 0,1-1 0 0 0,-2 1 0 0 0,1-2 0 0 0,-1 1 0 0 0,-1-1 0 0 0,1-1 0 0 0,-2 1 0 0 0,1-2 0 0 0,-1 0 0 0 0,0 0 0 0 0,-1 0 0 0 0,1-2 0 0 0,-18 7 0 0 0,0-5 191 0 0,-1-1-1 0 0,-1-1 0 0 0,1-1 1 0 0,-56-2-1 0 0,42-1-812 0 0,-54 8 1 0 0,71-4-425 0 0</inkml:trace>
</inkml:ink>
</file>

<file path=ppt/ink/ink2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2.4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 10594 0 0,'3'-2'472'0'0,"1"0"96"0"0,1 2-455 0 0,-1 0-113 0 0,-1 0 0 0 0,-1 0 0 0 0,1 2-545 0 0,1 1-135 0 0,3 3-24 0 0,2 1-8 0 0,-1 3 552 0 0</inkml:trace>
</inkml:ink>
</file>

<file path=ppt/ink/ink2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2.1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219 85 6913 0 0,'0'-6'475'0'0,"1"-1"0"0"0,0 0-1 0 0,1 0 1 0 0,4-12-1 0 0,-5 16-364 0 0,0 0 0 0 0,1 0 0 0 0,-1 0-1 0 0,1 0 1 0 0,-1 0 0 0 0,1 0-1 0 0,0 0 1 0 0,0 1 0 0 0,0-1 0 0 0,0 1-1 0 0,0-1 1 0 0,4-2 0 0 0,-20 42-3 0 0,4-14-62 0 0,-140 338 1523 0 0,131-306-1211 0 0,3 1 1 0 0,2 0-1 0 0,3 1 0 0 0,-8 99 0 0 0,18-134-118 0 0,1 1 0 0 0,0-1 0 0 0,2 1 0 0 0,0-1 0 0 0,2 0 0 0 0,0 0 0 0 0,11 33 0 0 0,-14-53-183 0 0,0-1 0 0 0,-1 1 0 0 0,1 0 0 0 0,0-1-1 0 0,0 1 1 0 0,0-1 0 0 0,0 1 0 0 0,0-1-1 0 0,1 1 1 0 0,-1-1 0 0 0,0 0 0 0 0,1 0 0 0 0,-1 0-1 0 0,1 1 1 0 0,-1-1 0 0 0,1-1 0 0 0,-1 1-1 0 0,1 0 1 0 0,0 0 0 0 0,-1 0 0 0 0,1-1 0 0 0,0 1-1 0 0,2-1 1 0 0,0 1 42 0 0,0-1 0 0 0,-1 0 1 0 0,1-1-1 0 0,0 1 0 0 0,0-1 0 0 0,0 0 0 0 0,0 0 0 0 0,-1 0 0 0 0,1 0 1 0 0,5-3-1 0 0,6-4 33 0 0,0-1 0 0 0,0 0 1 0 0,23-20-1 0 0,8-11-1312 0 0,-17 12-3462 0 0,-6 5-1062 0 0</inkml:trace>
</inkml:ink>
</file>

<file path=ppt/ink/ink2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3.5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 0 10138 0 0,'-2'48'602'0'0,"-3"0"0"0"0,-16 71 1 0 0,11-73-227 0 0,2 0 0 0 0,2 0 0 0 0,1 49 1 0 0,6-69 12 0 0,1 1 0 0 0,1-1 1 0 0,9 39-1 0 0,-10-55-219 0 0,1-1-1 0 0,0 0 1 0 0,1 0-1 0 0,-1 0 0 0 0,2-1 1 0 0,-1 1-1 0 0,1-1 1 0 0,1 0-1 0 0,-1 0 1 0 0,1-1-1 0 0,1 1 1 0 0,-1-2-1 0 0,9 8 1 0 0,-9-10-70 0 0,1 0 1 0 0,-1 0-1 0 0,1-1 1 0 0,-1 0-1 0 0,1-1 1 0 0,0 1-1 0 0,0-1 1 0 0,1 0-1 0 0,-1-1 1 0 0,0 0-1 0 0,0 0 1 0 0,1-1-1 0 0,-1 0 1 0 0,0 0-1 0 0,1 0 1 0 0,-1-1-1 0 0,13-3 1 0 0,-7 1-448 0 0,-1-1 0 0 0,0 0 0 0 0,0 0 0 0 0,0-2 0 0 0,-1 1 0 0 0,0-1 0 0 0,0-1 0 0 0,0 0 0 0 0,12-11 0 0 0,-9 5-5434 0 0</inkml:trace>
</inkml:ink>
</file>

<file path=ppt/ink/ink2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3.8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1 179 10138 0 0,'1'-3'165'0'0,"0"1"0"0"0,1-1 0 0 0,0 1 0 0 0,-1-1 0 0 0,1 1 0 0 0,0 0 0 0 0,0 0 0 0 0,0 0 0 0 0,0 0 0 0 0,1 0 0 0 0,-1 0 0 0 0,1 1 0 0 0,-1-1 0 0 0,6-1 0 0 0,3-5 94 0 0,12-7-508 0 0,0 0-1 0 0,0 2 1 0 0,1 0-1 0 0,1 2 1 0 0,45-14 0 0 0,-19 11-1448 0 0,0 2 0 0 0,54-4 0 0 0,-84 13 1685 0 0</inkml:trace>
</inkml:ink>
</file>

<file path=ppt/ink/ink2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4.1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 81 4609 0 0,'-2'0'-55'0'0,"2"-1"139"0"0,-1 1 0 0 0,0 0 0 0 0,1-1 0 0 0,-1 1 0 0 0,0 0 0 0 0,1-1 0 0 0,-1 1 0 0 0,0 0 0 0 0,0 0 0 0 0,1 0 0 0 0,-1 0 0 0 0,0 0 0 0 0,0 0 0 0 0,0 0 0 0 0,1 0 0 0 0,-1 0 0 0 0,0 0 0 0 0,0 0 0 0 0,1 0 0 0 0,-1 0 0 0 0,0 0 0 0 0,0 1 0 0 0,1-1 0 0 0,-1 0 0 0 0,0 1 1 0 0,1-1-1 0 0,-1 1 0 0 0,0-1 0 0 0,1 0 0 0 0,-1 1 0 0 0,1-1 0 0 0,-1 1 0 0 0,1 0 0 0 0,-1-1 0 0 0,1 1 0 0 0,-1-1 0 0 0,1 1 0 0 0,-1 0 0 0 0,1-1 0 0 0,0 1 0 0 0,-1 0 0 0 0,1 0 0 0 0,0-1 0 0 0,-1 3 0 0 0,-2 3 117 0 0,1 0 0 0 0,-1 1 0 0 0,1 0 0 0 0,0 0 1 0 0,0-1-1 0 0,1 1 0 0 0,0 0 0 0 0,0 0 0 0 0,1 0 0 0 0,0 1 0 0 0,0-1 0 0 0,1 0 0 0 0,0 0 0 0 0,0 0 0 0 0,0-1 1 0 0,1 1-1 0 0,0 0 0 0 0,0 0 0 0 0,1-1 0 0 0,0 1 0 0 0,0-1 0 0 0,8 11 0 0 0,-9-13-86 0 0,0 0 0 0 0,1 0 1 0 0,0-1-1 0 0,0 1 0 0 0,0-1 0 0 0,0 1 0 0 0,0-1 1 0 0,1 0-1 0 0,0-1 0 0 0,-1 1 0 0 0,1 0 0 0 0,0-1 0 0 0,0 0 1 0 0,0 0-1 0 0,1 0 0 0 0,-1-1 0 0 0,0 1 0 0 0,1-1 0 0 0,-1 0 1 0 0,1 0-1 0 0,-1-1 0 0 0,1 1 0 0 0,-1-1 0 0 0,1 0 0 0 0,-1 0 1 0 0,1-1-1 0 0,0 1 0 0 0,-1-1 0 0 0,1 0 0 0 0,-1 0 0 0 0,0 0 1 0 0,1-1-1 0 0,-1 0 0 0 0,0 0 0 0 0,6-3 0 0 0,-3 0-233 0 0,0 0-1 0 0,-1 0 0 0 0,0 0 1 0 0,1-1-1 0 0,-2 0 1 0 0,1-1-1 0 0,-1 1 0 0 0,0-1 1 0 0,0 0-1 0 0,-1 0 1 0 0,0-1-1 0 0,0 1 0 0 0,-1-1 1 0 0,0 0-1 0 0,0 0 1 0 0,2-10-1 0 0,-4 11 111 0 0,1 0 1 0 0,-1-1-1 0 0,0 1 0 0 0,-1 0 1 0 0,1-1-1 0 0,-2 1 0 0 0,1-1 1 0 0,-1 1-1 0 0,0 0 0 0 0,0-1 1 0 0,-1 1-1 0 0,0 0 0 0 0,-1 0 1 0 0,1 0-1 0 0,-1 0 0 0 0,-1 0 1 0 0,1 1-1 0 0,-8-11 1 0 0,9 15-58 0 0,-1-1 1 0 0,0 1 0 0 0,0-1 0 0 0,0 1 0 0 0,0 0-1 0 0,0 0 1 0 0,0 0 0 0 0,0 0 0 0 0,-1 1 0 0 0,1-1 0 0 0,-1 1-1 0 0,1 0 1 0 0,-1 0 0 0 0,0 0 0 0 0,1 1 0 0 0,-1-1-1 0 0,0 1 1 0 0,1 0 0 0 0,-1 0 0 0 0,0 0 0 0 0,0 0 0 0 0,1 1-1 0 0,-1-1 1 0 0,-5 3 0 0 0,-9 2-1193 0 0,0 0 1 0 0,1 2-1 0 0,-27 13 1 0 0,35-15 262 0 0,-14 7-2181 0 0</inkml:trace>
</inkml:ink>
</file>

<file path=ppt/ink/ink2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4.5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6449 0 0,'9'98'1218'0'0,"-6"60"1296"0"0,5 87 2690 0 0,-3-191-4747 0 0,3 0 1 0 0,20 80-1 0 0,-9-56-2791 0 0,-17-68 1002 0 0</inkml:trace>
</inkml:ink>
</file>

<file path=ppt/ink/ink2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4.9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92 11979 0 0,'66'-27'4452'0'0,"5"7"-4648"0"0,74-7-5072 0 0,-137 26 5070 0 0,107-13-1636 0 0,-89 12 1781 0 0</inkml:trace>
</inkml:ink>
</file>

<file path=ppt/ink/ink2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5.4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67 8754 0 0,'23'-3'1572'0'0,"41"-12"1"0"0,-11 1-1401 0 0,-16 6-677 0 0,-5 0-12 0 0,0 2 0 0 0,0 1-1 0 0,1 1 1 0 0,42 1-1 0 0,-61 4-2828 0 0</inkml:trace>
</inkml:ink>
</file>

<file path=ppt/ink/ink2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5.8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0 118 8002 0 0,'20'-13'803'0'0,"12"-3"-1145"0"0,0 2 0 0 0,2 1 1 0 0,-1 1-1 0 0,2 2 1 0 0,36-5-1 0 0,2-3-1780 0 0,-50 12 2090 0 0</inkml:trace>
</inkml:ink>
</file>

<file path=ppt/ink/ink2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7.9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82 4145 0 0,'0'-8'615'0'0,"0"1"0"0"0,1 0 0 0 0,-1 0 1 0 0,2-1-1 0 0,-1 1 0 0 0,1 0 0 0 0,0 0 0 0 0,0 0 1 0 0,6-10-1 0 0,-8 17-572 0 0,1 1 0 0 0,-1-1 1 0 0,0 0-1 0 0,1 1 0 0 0,-1-1 0 0 0,1 1 1 0 0,-1-1-1 0 0,1 1 0 0 0,-1-1 0 0 0,0 1 1 0 0,1-1-1 0 0,-1 1 0 0 0,0-1 0 0 0,0 1 1 0 0,1-1-1 0 0,-1 1 0 0 0,0-1 0 0 0,0 1 1 0 0,0 0-1 0 0,0-1 0 0 0,0 1 0 0 0,0-1 1 0 0,0 1-1 0 0,0 0 0 0 0,0 0 0 0 0,4 20 329 0 0,-3 26 935 0 0,-2 1-1 0 0,-12 76 1 0 0,7-82-766 0 0,2 0 1 0 0,2 0-1 0 0,5 81 0 0 0,0-99-216 0 0,2 0-1 0 0,0 0 0 0 0,12 32 0 0 0,-14-47-281 0 0,1 0 0 0 0,0 0 0 0 0,0-1-1 0 0,1 0 1 0 0,0 0 0 0 0,1 0 0 0 0,0 0 0 0 0,0-1 0 0 0,0 0 0 0 0,1 0 0 0 0,13 10 0 0 0,-17-15-25 0 0,0-1 0 0 0,0 1 1 0 0,0-1-1 0 0,1 1 0 0 0,-1-1 1 0 0,0 0-1 0 0,1 0 0 0 0,-1-1 1 0 0,1 1-1 0 0,-1-1 0 0 0,1 0 1 0 0,-1 0-1 0 0,1 0 1 0 0,-1 0-1 0 0,1 0 0 0 0,-1-1 1 0 0,1 1-1 0 0,-1-1 0 0 0,0 0 1 0 0,1 0-1 0 0,-1-1 0 0 0,0 1 1 0 0,0-1-1 0 0,1 1 0 0 0,-1-1 1 0 0,0 0-1 0 0,2-2 0 0 0,9-7-663 0 0,-1 0-1 0 0,0-1 0 0 0,23-26 1 0 0,-36 37 622 0 0,24-28-6365 0 0</inkml:trace>
</inkml:ink>
</file>

<file path=ppt/ink/ink2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8.3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 8290 0 0,'7'-2'951'0'0,"0"0"0"0"0,0 0 0 0 0,0 0 0 0 0,10 0 1 0 0,-17 2-886 0 0,2 0-82 0 0,-1 0 0 0 0,1-1 0 0 0,-1 1 0 0 0,1 0 0 0 0,-1 1 0 0 0,1-1 0 0 0,-1 0 0 0 0,1 0 0 0 0,-1 1 0 0 0,1-1 0 0 0,-1 1 0 0 0,0-1 0 0 0,1 1 0 0 0,-1 0 0 0 0,1-1 0 0 0,1 2 0 0 0</inkml:trace>
</inkml:ink>
</file>

<file path=ppt/ink/ink2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2.0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 10 6913 0 0,'-19'-9'2488'0'0,"19"9"-2436"0"0,-1 0 0 0 0,1 0 0 0 0,-1 0 0 0 0,1 0 0 0 0,0 0 0 0 0,-1 0 0 0 0,1 0 0 0 0,-1 0 0 0 0,1 0 0 0 0,0 0 0 0 0,-1 0 0 0 0,1 1 0 0 0,-1-1 0 0 0,1 0 0 0 0,0 0 0 0 0,-1 0 0 0 0,1 0 0 0 0,0 1 0 0 0,-1-1 0 0 0,1 0 0 0 0,0 0 0 0 0,0 1 0 0 0,-1-1 0 0 0,1 0 0 0 0,-1 1 0 0 0,0 2 48 0 0,0 0-1 0 0,1 0 1 0 0,-1 0 0 0 0,1 0-1 0 0,-1 0 1 0 0,1 0 0 0 0,0 0-1 0 0,0 6 1 0 0,0 9 181 0 0,7 206 4773 0 0,0-91-4881 0 0,-11-2-3437 0 0,2-114-268 0 0,-1-2-941 0 0</inkml:trace>
</inkml:ink>
</file>

<file path=ppt/ink/ink2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2.5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83 4689 0 0,'0'-3'98'0'0,"1"0"0"0"0,-1 0 0 0 0,1 0-1 0 0,0 0 1 0 0,0 0 0 0 0,0 0 0 0 0,1 0 0 0 0,-1 0 0 0 0,1 1 0 0 0,-1-1 0 0 0,1 0-1 0 0,0 1 1 0 0,0-1 0 0 0,0 1 0 0 0,1 0 0 0 0,-1 0 0 0 0,0 0 0 0 0,1 0 0 0 0,3-2-1 0 0,0 0 113 0 0,0 0 0 0 0,-1 1 0 0 0,1 0 0 0 0,0 0 0 0 0,0 1 0 0 0,1 0 0 0 0,-1 0 0 0 0,8-1 0 0 0,-7 2 75 0 0,0 0 0 0 0,0 1 0 0 0,0 0 0 0 0,0 0 0 0 0,0 1 0 0 0,-1-1-1 0 0,1 2 1 0 0,0-1 0 0 0,0 1 0 0 0,12 5 0 0 0,-17-6-226 0 0,1 0 1 0 0,-1 0 0 0 0,0 1 0 0 0,0-1 0 0 0,1 1-1 0 0,-1 0 1 0 0,0 0 0 0 0,0 0 0 0 0,-1 0 0 0 0,1 0-1 0 0,0 0 1 0 0,-1 0 0 0 0,1 1 0 0 0,-1-1-1 0 0,0 0 1 0 0,0 1 0 0 0,1-1 0 0 0,-2 1 0 0 0,1 0-1 0 0,0-1 1 0 0,-1 1 0 0 0,1 0 0 0 0,-1-1-1 0 0,0 1 1 0 0,1 0 0 0 0,-2 0 0 0 0,1-1 0 0 0,0 1-1 0 0,0 0 1 0 0,-2 3 0 0 0,-3 17 50 0 0,-1 0-1 0 0,-1-1 1 0 0,-1 0-1 0 0,-1 0 1 0 0,-1-1 0 0 0,-1 0-1 0 0,0 0 1 0 0,-2-1-1 0 0,-29 34 1 0 0,23-40 1194 0 0,33-16-866 0 0,159 3-68 0 0,-98 7-4670 0 0,-64-6-305 0 0</inkml:trace>
</inkml:ink>
</file>

<file path=ppt/ink/ink2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2.8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8642 0 0,'0'3'164'0'0,"0"0"0"0"0,1 0-1 0 0,-1 0 1 0 0,1 0 0 0 0,0 0 0 0 0,-1 0 0 0 0,2 0 0 0 0,-1 0 0 0 0,0-1-1 0 0,3 6 1 0 0,-1-3 34 0 0,7 25 758 0 0,0 0 0 0 0,-2 1 0 0 0,4 32 0 0 0,7 99 1131 0 0,-11-73-2933 0 0,-4-46-1736 0 0,-4-23-2293 0 0</inkml:trace>
</inkml:ink>
</file>

<file path=ppt/ink/ink2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3.4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95 5529 0 0,'1'-5'2194'0'0,"11"-2"-787"0"0,12-4 289 0 0,23-3-449 0 0,1 3 0 0 0,71-9 0 0 0,101 1-1265 0 0,-158 15 60 0 0,-18 2-742 0 0,-20 1-2918 0 0,-6 0-806 0 0</inkml:trace>
</inkml:ink>
</file>

<file path=ppt/ink/ink2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3.8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6449 0 0,'1'4'225'0'0,"0"0"0"0"0,0 0 0 0 0,0 0 0 0 0,1 0 0 0 0,0 0 0 0 0,-1 0 0 0 0,2 0 0 0 0,1 4 0 0 0,7 11 522 0 0,1 14 358 0 0,0 1 0 0 0,-2 1 1 0 0,9 62-1 0 0,2 112 485 0 0,-15-140-1936 0 0,-5-50-3275 0 0,-1 1-1227 0 0</inkml:trace>
</inkml:ink>
</file>

<file path=ppt/ink/ink2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4.3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 40 5529 0 0,'5'-12'403'0'0,"-5"10"-256"0"0,1 0 1 0 0,0 0-1 0 0,0 0 1 0 0,-1 0-1 0 0,1 0 0 0 0,0 0 1 0 0,0 0-1 0 0,1 1 0 0 0,-1-1 1 0 0,0 0-1 0 0,1 1 0 0 0,-1-1 1 0 0,4-2-1 0 0,-5 4-76 0 0,1 1 0 0 0,-1-1-1 0 0,0 1 1 0 0,1-1 0 0 0,-1 0 0 0 0,0 1 0 0 0,1-1 0 0 0,-1 1-1 0 0,0-1 1 0 0,0 1 0 0 0,1-1 0 0 0,-1 1 0 0 0,0-1-1 0 0,0 1 1 0 0,0-1 0 0 0,0 1 0 0 0,1-1 0 0 0,-1 1-1 0 0,0-1 1 0 0,0 1 0 0 0,0-1 0 0 0,0 1 0 0 0,0-1-1 0 0,-1 1 1 0 0,1 0 0 0 0,0-1 0 0 0,0 1 0 0 0,0-1 0 0 0,-1 1-1 0 0,0 18 367 0 0,1-19-437 0 0,-6 33 1481 0 0,-11 36 0 0 0,10-45-537 0 0,1 1-1 0 0,-5 45 1 0 0,10-48-615 0 0,1 1 0 0 0,0-1 0 0 0,2 1 0 0 0,1-1-1 0 0,1 0 1 0 0,12 43 0 0 0,-13-56-303 0 0,0-1-1 0 0,0 0 1 0 0,1 0-1 0 0,0 0 1 0 0,0 0-1 0 0,1 0 1 0 0,0-1-1 0 0,0 0 1 0 0,1 0-1 0 0,0 0 1 0 0,0-1-1 0 0,1 0 1 0 0,-1 0-1 0 0,1 0 1 0 0,1-1-1 0 0,-1 0 1 0 0,1-1-1 0 0,0 0 1 0 0,0 0-1 0 0,12 4 1 0 0,-17-7-317 0 0,0-1 1 0 0,0 1 0 0 0,0-1 0 0 0,0 0-1 0 0,1 0 1 0 0,-1 0 0 0 0,0 0-1 0 0,6-2 1 0 0</inkml:trace>
</inkml:ink>
</file>

<file path=ppt/ink/ink2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4.6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 10138 0 0,'0'0'38'0'0,"0"0"0"0"0,0-1 1 0 0,0 1-1 0 0,0 0 0 0 0,0-1 0 0 0,0 1 0 0 0,0 0 0 0 0,0-1 0 0 0,0 1 1 0 0,0 0-1 0 0,0-1 0 0 0,1 1 0 0 0,-1 0 0 0 0,0-1 0 0 0,0 1 1 0 0,0 0-1 0 0,0-1 0 0 0,1 1 0 0 0,-1 0 0 0 0,0 0 0 0 0,0-1 0 0 0,1 1 1 0 0,-1 0-1 0 0,0 0 0 0 0,1 0 0 0 0,-1-1 0 0 0,0 1 0 0 0,0 0 0 0 0,1 0 1 0 0,-1 0-1 0 0,0 0 0 0 0,1 0 0 0 0,-1-1 0 0 0,0 1 0 0 0,1 0 0 0 0,-1 0 1 0 0,0 0-1 0 0,1 0 0 0 0,19 5 750 0 0,15 17 162 0 0,-32-17-855 0 0,1-1 1 0 0,0 1-1 0 0,-1 0 0 0 0,0 0 0 0 0,4 9 0 0 0,12 19-2341 0 0,-12-27 1287 0 0</inkml:trace>
</inkml:ink>
</file>

<file path=ppt/ink/ink2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6.7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1 6913 0 0,'-12'51'427'0'0,"9"-31"-28"0"0,1 0 0 0 0,0 1 0 0 0,2-1 0 0 0,3 36 0 0 0,19 81 1455 0 0,-6-48-2217 0 0,-13-72-3518 0 0</inkml:trace>
</inkml:ink>
</file>

<file path=ppt/ink/ink2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7.4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9 137 2761 0 0,'-1'-3'194'0'0,"-1"-1"0"0"0,1 1 0 0 0,0-1 0 0 0,0 0 0 0 0,0 1 0 0 0,1-1 0 0 0,-1 0-1 0 0,1 0 1 0 0,0 0 0 0 0,0 1 0 0 0,0-1 0 0 0,0 0 0 0 0,1 0 0 0 0,0 0 0 0 0,0 1 0 0 0,0-1 0 0 0,0 0 0 0 0,0 1 0 0 0,1-1 0 0 0,-1 1 0 0 0,1-1 0 0 0,0 1 0 0 0,0 0 0 0 0,0 0 0 0 0,6-6 0 0 0,-5 6-86 0 0,0-1-1 0 0,1 1 1 0 0,-1 0-1 0 0,1 0 1 0 0,0 0-1 0 0,0 1 0 0 0,0-1 1 0 0,0 1-1 0 0,0 0 1 0 0,1 0-1 0 0,-1 0 1 0 0,1 1-1 0 0,-1 0 1 0 0,1-1-1 0 0,0 2 1 0 0,-1-1-1 0 0,1 0 0 0 0,0 1 1 0 0,0 0-1 0 0,8 1 1 0 0,-2 0-59 0 0,-1 1 0 0 0,1 1 0 0 0,-1-1 0 0 0,0 1 0 0 0,0 1 0 0 0,10 5 0 0 0,-18-8-43 0 0,0 0 1 0 0,-1 0 0 0 0,1 0 0 0 0,0 1 0 0 0,-1-1 0 0 0,1 1 0 0 0,-1-1 0 0 0,1 1 0 0 0,-1-1-1 0 0,0 1 1 0 0,0 0 0 0 0,0 0 0 0 0,0 0 0 0 0,0 0 0 0 0,0 0 0 0 0,0 0 0 0 0,0 0-1 0 0,-1 0 1 0 0,1 0 0 0 0,-1 0 0 0 0,0 0 0 0 0,1 0 0 0 0,-1 0 0 0 0,0 0 0 0 0,0 0 0 0 0,-1 1-1 0 0,1-1 1 0 0,0 0 0 0 0,-1 0 0 0 0,1 0 0 0 0,-1 0 0 0 0,1 0 0 0 0,-1 0 0 0 0,0 0 0 0 0,0 0-1 0 0,-2 3 1 0 0,-10 19 342 0 0,-2-1-1 0 0,-33 42 0 0 0,43-57-320 0 0,-23 16 601 0 0,24-21-331 0 0,1 0 1 0 0,-1 0-1 0 0,0 0 0 0 0,1 0 1 0 0,0 0-1 0 0,0 1 1 0 0,-5 6-1 0 0,9-9-222 0 0,1-1 0 0 0,-1 1 0 0 0,0-1-1 0 0,0 1 1 0 0,1-1 0 0 0,-1 0 0 0 0,0 1 0 0 0,0-1-1 0 0,1 0 1 0 0,-1 0 0 0 0,0 0 0 0 0,1 0 0 0 0,-1 0-1 0 0,0 0 1 0 0,1 0 0 0 0,-1 0 0 0 0,0 0 0 0 0,3-1-1 0 0,23-2 55 0 0,116-7 924 0 0,-126 10-1499 0 0,-1 1 0 0 0,0 0 0 0 0,0 1 1 0 0,0 1-1 0 0,0 1 0 0 0,-1 0 0 0 0,16 7 0 0 0</inkml:trace>
</inkml:ink>
</file>

<file path=ppt/ink/ink2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8.7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57 6425 0 0,'1'-2'48'0'0,"0"0"-1"0"0,0 0 0 0 0,0 0 1 0 0,1 1-1 0 0,-1-1 0 0 0,1 0 1 0 0,-1 1-1 0 0,1-1 0 0 0,-1 1 1 0 0,1 0-1 0 0,0-1 0 0 0,0 1 1 0 0,-1 0-1 0 0,1 0 0 0 0,0 0 1 0 0,0 0-1 0 0,3-1 0 0 0,7-4 230 0 0,-8 3-127 0 0,-1 0 0 0 0,1 1 0 0 0,0 0 0 0 0,-1 0 0 0 0,1 0 0 0 0,0 0 0 0 0,0 0 0 0 0,0 1 0 0 0,1 0 1 0 0,-1 0-1 0 0,0 0 0 0 0,0 0 0 0 0,1 1 0 0 0,-1-1 0 0 0,0 1 0 0 0,5 0 0 0 0,-6 1-94 0 0,-1-1 0 0 0,1 1 0 0 0,-1 0-1 0 0,1 0 1 0 0,-1 0 0 0 0,0 0 0 0 0,1 0-1 0 0,-1 0 1 0 0,0 1 0 0 0,0-1 0 0 0,0 1 0 0 0,0-1-1 0 0,0 1 1 0 0,0 0 0 0 0,0 0 0 0 0,-1 0-1 0 0,1 0 1 0 0,-1 0 0 0 0,1 0 0 0 0,-1 0 0 0 0,0 1-1 0 0,0-1 1 0 0,0 0 0 0 0,0 1 0 0 0,0-1-1 0 0,-1 1 1 0 0,1-1 0 0 0,-1 1 0 0 0,1 2 0 0 0,0 1-45 0 0,-1-1 1 0 0,1 1-1 0 0,-1 0 1 0 0,-1-1-1 0 0,1 1 1 0 0,-1-1 0 0 0,0 1-1 0 0,0 0 1 0 0,0-1-1 0 0,-1 0 1 0 0,-2 7-1 0 0,-4 3 42 0 0,0-1 0 0 0,-13 20 0 0 0,-10 16 119 0 0,64-52 807 0 0,-2-5-1034 0 0,-14 3-36 0 0,0 1 0 0 0,19-2 0 0 0,-32 5 80 0 0,0 0 0 0 0,0 0 0 0 0,-1 0 0 0 0,1 0 0 0 0,0 1 0 0 0,0 0 0 0 0,0-1 0 0 0,-1 1 0 0 0,1 1 0 0 0,0-1 0 0 0,-1 0 0 0 0,1 1 0 0 0,-1 0 0 0 0,0 0 0 0 0,4 2 0 0 0,-6-2-1 0 0,0 0 1 0 0,0-1-1 0 0,0 1 1 0 0,0 0 0 0 0,0 0-1 0 0,0 0 1 0 0,0 0-1 0 0,-1 0 1 0 0,1 0-1 0 0,-1 0 1 0 0,1 1 0 0 0,-1-1-1 0 0,0 0 1 0 0,0 0-1 0 0,0 0 1 0 0,0 0-1 0 0,0 0 1 0 0,-1 1 0 0 0,1-1-1 0 0,0 0 1 0 0,-1 0-1 0 0,0 0 1 0 0,1 0-1 0 0,-1 0 1 0 0,0 0 0 0 0,0 0-1 0 0,-3 3 1 0 0,0 3-35 0 0,0 0 1 0 0,-1 1 0 0 0,-1-2-1 0 0,1 1 1 0 0,-8 7 0 0 0,-5 1 182 0 0,-1-1 0 0 0,0-1-1 0 0,-1-1 1 0 0,0 0 0 0 0,-1-1 0 0 0,0-2 0 0 0,-1 0 0 0 0,0-1 0 0 0,-36 9 0 0 0,36-12-722 0 0</inkml:trace>
</inkml:ink>
</file>

<file path=ppt/ink/ink2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2.7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119 11 6913 0 0,'-15'-10'9138'0'0,"7"22"-9016"0"0,1 0 0 0 0,0 1 0 0 0,0 0-1 0 0,2 1 1 0 0,-8 22 0 0 0,-18 83 138 0 0,27-100-228 0 0,-3 8 192 0 0,2 1-1 0 0,0 0 1 0 0,2 0-1 0 0,1 56 1 0 0,3-72-96 0 0,0-1 0 0 0,1 0 1 0 0,0 0-1 0 0,1 0 0 0 0,0-1 1 0 0,0 1-1 0 0,1 0 0 0 0,1-1 0 0 0,0 0 1 0 0,0 0-1 0 0,1-1 0 0 0,0 1 0 0 0,1-1 1 0 0,0-1-1 0 0,12 14 0 0 0,-4-9 32 0 0,0 0 1 0 0,1-1-1 0 0,1-1 0 0 0,0 0 0 0 0,0-1 0 0 0,1-1 0 0 0,0 0 0 0 0,0-2 0 0 0,1 0 1 0 0,38 8-1 0 0,-45-13-331 0 0,1 0-1 0 0,0-1 1 0 0,0 0 0 0 0,0-1 0 0 0,0-1 0 0 0,0 0 0 0 0,0-1 0 0 0,0 0 0 0 0,0-1-1 0 0,-1 0 1 0 0,1-1 0 0 0,-1-1 0 0 0,0 0 0 0 0,0 0 0 0 0,-1-1 0 0 0,0-1 0 0 0,18-12-1 0 0,-1-5-2799 0 0,-18 14 1444 0 0</inkml:trace>
</inkml:ink>
</file>

<file path=ppt/ink/ink2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3.0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 78 9674 0 0,'-5'-8'496'0'0,"0"0"1"0"0,1 0-1 0 0,0 0 0 0 0,-3-11 0 0 0,6 18-403 0 0,1 0-1 0 0,0 0 0 0 0,0 0 0 0 0,-1 0 0 0 0,1 0 0 0 0,0 0 0 0 0,0 0 1 0 0,0 0-1 0 0,0 0 0 0 0,0 0 0 0 0,0 0 0 0 0,0 0 0 0 0,1 0 1 0 0,-1 0-1 0 0,0 0 0 0 0,1 0 0 0 0,-1 0 0 0 0,0 0 0 0 0,1 0 0 0 0,0-1 1 0 0,0 2-49 0 0,0-1 1 0 0,0 0 0 0 0,0 1-1 0 0,0-1 1 0 0,0 1 0 0 0,1 0 0 0 0,-1-1-1 0 0,0 1 1 0 0,0 0 0 0 0,1 0 0 0 0,-1-1-1 0 0,0 1 1 0 0,0 0 0 0 0,0 0-1 0 0,1 1 1 0 0,-1-1 0 0 0,0 0 0 0 0,0 0-1 0 0,0 1 1 0 0,1-1 0 0 0,-1 0 0 0 0,1 1-1 0 0,3 1-316 0 0,0 0 0 0 0,0 0 1 0 0,0 0-1 0 0,-1 1 0 0 0,1 0 0 0 0,-1 0 0 0 0,1 0 0 0 0,-1 0 0 0 0,7 7 0 0 0,29 40-506 0 0,-29-36 996 0 0,-3-4-207 0 0</inkml:trace>
</inkml:ink>
</file>

<file path=ppt/ink/ink2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3.5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0 6913 0 0,'5'36'3713'0'0,"-8"79"-1273"0"0,1-89-1887 0 0,1 0-1 0 0,0 0 0 0 0,2 0 0 0 0,7 41 0 0 0,1-26-150 0 0,18 71-139 0 0,-22-98-2017 0 0,0 0 0 0 0,14 26 0 0 0</inkml:trace>
</inkml:ink>
</file>

<file path=ppt/ink/ink2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3.9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40 6449 0 0,'0'0'54'0'0,"-1"0"0"0"0,1 0 0 0 0,0 0 0 0 0,-1 0 0 0 0,1 0 0 0 0,0 0 0 0 0,-1 0 0 0 0,1 0 0 0 0,0-1 0 0 0,0 1-1 0 0,-1 0 1 0 0,1 0 0 0 0,0 0 0 0 0,-1 0 0 0 0,1-1 0 0 0,0 1 0 0 0,0 0 0 0 0,0 0 0 0 0,-1-1 0 0 0,1 1 0 0 0,0 0 0 0 0,0 0-1 0 0,0-1 1 0 0,-1 1 0 0 0,1 0 0 0 0,0 0 0 0 0,0-1 0 0 0,0 1 0 0 0,0 0 0 0 0,0-1 0 0 0,0 1 0 0 0,0 0 0 0 0,0-1 0 0 0,0 1-1 0 0,0 0 1 0 0,0-1 0 0 0,0 1 0 0 0,0 0 0 0 0,0 0 0 0 0,0-1 0 0 0,0 1 0 0 0,0 0 0 0 0,0-1 0 0 0,16-3 3049 0 0,-5 2-3137 0 0,10-3 412 0 0,61-10-1081 0 0,-70 13-128 0 0,1 1 0 0 0,-1 1 0 0 0,0 0 0 0 0,21 2 0 0 0,-23 0-1947 0 0</inkml:trace>
</inkml:ink>
</file>

<file path=ppt/ink/ink2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4.2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53 7370 0 0,'10'-5'4086'0'0,"45"-10"-3047"0"0,137-16-4188 0 0,-173 29 2325 0 0</inkml:trace>
</inkml:ink>
</file>

<file path=ppt/ink/ink2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4.6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 6 10594 0 0,'-8'-6'876'0'0,"11"11"-1532"0"0,-3-4 582 0 0,1 4-45 0 0,-1 21 437 0 0,0-1-1 0 0,-2 1 1 0 0,-1-1 0 0 0,-7 30-1 0 0,5-28 370 0 0,0 1-1 0 0,2 0 0 0 0,1 0 0 0 0,2 30 1 0 0,1-43-323 0 0,2 0 0 0 0,0-1 0 0 0,0 1 0 0 0,2-1 1 0 0,0 0-1 0 0,0 0 0 0 0,14 25 0 0 0,-14-31-243 0 0,-1-1 0 0 0,2 1-1 0 0,-1-1 1 0 0,1 0 0 0 0,0-1-1 0 0,0 1 1 0 0,1-1 0 0 0,-1 0-1 0 0,2-1 1 0 0,-1 0 0 0 0,0 0-1 0 0,1 0 1 0 0,0-1 0 0 0,12 5-1 0 0,-16-9-147 0 0,-1 1 0 0 0,1 0 0 0 0,0-1-1 0 0,-1 1 1 0 0,1-1 0 0 0,0 0 0 0 0,-1 0-1 0 0,1-1 1 0 0,0 1 0 0 0,-1-1 0 0 0,1 0-1 0 0,-1 1 1 0 0,1-2 0 0 0,-1 1 0 0 0,5-2-1 0 0,28-20-3427 0 0</inkml:trace>
</inkml:ink>
</file>

<file path=ppt/ink/ink2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4.9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13 5985 0 0,'-15'-12'4419'0'0,"24"17"-3587"0"0,-8-5-940 0 0,15 10-855 0 0,0 0 0 0 0,-1 0 0 0 0,0 2 0 0 0,26 25 0 0 0,-29-25 963 0 0</inkml:trace>
</inkml:ink>
</file>

<file path=ppt/ink/ink2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8.0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14 148 3225 0 0,'-1'0'107'0'0,"0"-1"1"0"0,0 1 0 0 0,1 0 0 0 0,-1-1 0 0 0,0 1-1 0 0,0-1 1 0 0,1 1 0 0 0,-1-1 0 0 0,1 1-1 0 0,-1-1 1 0 0,0 1 0 0 0,1-1 0 0 0,-1 0 0 0 0,1 1-1 0 0,-1-1 1 0 0,1 0 0 0 0,-1 0 0 0 0,1 1-1 0 0,0-1 1 0 0,-1 0 0 0 0,1 0 0 0 0,0 1 0 0 0,0-1-1 0 0,0 0 1 0 0,0 0 0 0 0,-1 0 0 0 0,1 0-1 0 0,0 1 1 0 0,0-2 0 0 0,1-2 225 0 0,-1 0-1 0 0,1 1 1 0 0,0-1 0 0 0,0 1-1 0 0,0-1 1 0 0,0 1 0 0 0,3-6-1 0 0,-1 3 98 0 0,0 0 0 0 0,0 1 0 0 0,1 0 0 0 0,-1-1 0 0 0,1 1 0 0 0,0 1 0 0 0,1-1 0 0 0,-1 0 0 0 0,7-4 0 0 0,2 2 101 0 0,32-17 91 0 0,-43 23-598 0 0,0 0-1 0 0,1 0 0 0 0,-1 0 1 0 0,1 0-1 0 0,0 1 1 0 0,-1-1-1 0 0,1 1 0 0 0,-1-1 1 0 0,1 1-1 0 0,0 0 1 0 0,-1 0-1 0 0,1 0 0 0 0,0 1 1 0 0,4 0-1 0 0,-6 0 9 0 0,0-1 1 0 0,0 1-1 0 0,0 0 0 0 0,0 0 1 0 0,0 0-1 0 0,0 0 0 0 0,-1 0 0 0 0,1 0 1 0 0,0 0-1 0 0,-1 1 0 0 0,1-1 1 0 0,0 0-1 0 0,-1 0 0 0 0,0 1 0 0 0,1-1 1 0 0,-1 0-1 0 0,1 2 0 0 0,4 29 281 0 0,-3-21-413 0 0,7 35-70 0 0,-4-25 129 0 0,0 0 1 0 0,-2 0-1 0 0,0 0 0 0 0,-2 0 0 0 0,0 1 1 0 0,-4 39-1 0 0,0-48 268 0 0,2 0 0 0 0,0 0-1 0 0,1 20 1 0 0,0-31-127 0 0,0 1 1 0 0,0-1-1 0 0,0 1 0 0 0,0-1 0 0 0,1 1 0 0 0,-1 0 1 0 0,1-1-1 0 0,0 0 0 0 0,0 1 0 0 0,0-1 1 0 0,0 1-1 0 0,0-1 0 0 0,0 0 0 0 0,1 0 0 0 0,-1 0 1 0 0,1 1-1 0 0,-1-1 0 0 0,1-1 0 0 0,0 1 0 0 0,0 0 1 0 0,0 0-1 0 0,0-1 0 0 0,0 1 0 0 0,0-1 0 0 0,3 2 1 0 0,0-4-63 0 0,0 1 1 0 0,0-1-1 0 0,0 0 1 0 0,0 0-1 0 0,0 0 1 0 0,0-1 0 0 0,-1 0-1 0 0,1 0 1 0 0,0 0-1 0 0,-1 0 1 0 0,0-1-1 0 0,5-3 1 0 0,2 0-131 0 0,13-6-1139 0 0,0 0-1 0 0,0 2 0 0 0,45-13 1 0 0,-43 18-4057 0 0</inkml:trace>
</inkml:ink>
</file>

<file path=ppt/ink/ink2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8.3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69 2761 0 0,'-9'-15'5119'0'0,"37"8"2372"0"0,-13 4-9174 0 0,23-4 1590 0 0,41-2-1 0 0,24-5-820 0 0,-72 8-228 0 0,1-1-3029 0 0</inkml:trace>
</inkml:ink>
</file>

<file path=ppt/ink/ink2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8.7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23 5985 0 0,'0'-1'47'0'0,"0"1"-1"0"0,-1-1 1 0 0,1 1-1 0 0,0-1 0 0 0,-1 0 1 0 0,1 1-1 0 0,0-1 1 0 0,0 1-1 0 0,0-1 1 0 0,0 0-1 0 0,0 1 0 0 0,-1-1 1 0 0,1 1-1 0 0,0-1 1 0 0,0 0-1 0 0,0 1 1 0 0,1-1-1 0 0,-1 0 1 0 0,0 1-1 0 0,0-1 0 0 0,0 1 1 0 0,0-1-1 0 0,1 0 1 0 0,-1 1-1 0 0,0-1 1 0 0,0 1-1 0 0,1-1 0 0 0,-1 1 1 0 0,0-1-1 0 0,1 1 1 0 0,7-5 3498 0 0,-6 11-2961 0 0,-1 2-282 0 0,0 0-1 0 0,0 0 0 0 0,-1 0 0 0 0,0 0 0 0 0,0 0 0 0 0,-1 0 0 0 0,0 0 0 0 0,-2 9 0 0 0,-23 75 1615 0 0,7-25-1067 0 0,14-46-691 0 0,-4 12-266 0 0,2-1 0 0 0,2 1 0 0 0,0 0-1 0 0,1 65 1 0 0,7-73-735 0 0</inkml:trace>
</inkml:ink>
</file>

<file path=ppt/ink/ink2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9.5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27 127 5481 0 0,'-1'-4'45'0'0,"1"-1"-1"0"0,-1 1 1 0 0,1-1-1 0 0,0 1 1 0 0,0-1-1 0 0,1 1 1 0 0,-1-1-1 0 0,1 1 1 0 0,0-1-1 0 0,0 1 1 0 0,0-1-1 0 0,1 1 1 0 0,2-5-1 0 0,-2 2-62 0 0,1-1 1 0 0,-1 1-1 0 0,0-1 1 0 0,-1 0-1 0 0,1-9 1 0 0,-2 17 43 0 0,0 0 1 0 0,0-1 0 0 0,0 1 0 0 0,0 0 0 0 0,0 0 0 0 0,0 0-1 0 0,0 0 1 0 0,0-1 0 0 0,0 1 0 0 0,0 0 0 0 0,0 0 0 0 0,0 0-1 0 0,0 0 1 0 0,0-1 0 0 0,0 1 0 0 0,0 0 0 0 0,-1 0 0 0 0,1 0-1 0 0,0 0 1 0 0,0-1 0 0 0,0 1 0 0 0,0 0 0 0 0,0 0-1 0 0,-1 0 1 0 0,1 0 0 0 0,0 0 0 0 0,0 0 0 0 0,0 0 0 0 0,0 0-1 0 0,0-1 1 0 0,-1 1 0 0 0,1 0 0 0 0,0 0 0 0 0,0 0 0 0 0,0 0-1 0 0,-1 0 1 0 0,1 0 0 0 0,0 0 0 0 0,0 0 0 0 0,0 0 0 0 0,0 0-1 0 0,-1 0 1 0 0,1 0 0 0 0,0 0 0 0 0,0 0 0 0 0,0 0-1 0 0,-1 0 1 0 0,1 1 0 0 0,0-1 0 0 0,0 0 0 0 0,0 0 0 0 0,0 0-1 0 0,-1 0 1 0 0,1 0 0 0 0,0 0 0 0 0,-11 12 5035 0 0,4 11-4569 0 0,1 0 0 0 0,0 0 0 0 0,2 0 0 0 0,1 1 1 0 0,1 0-1 0 0,0-1 0 0 0,2 1 0 0 0,1 0 0 0 0,1 0 1 0 0,7 31-1 0 0,-7-46-341 0 0,1 0 0 0 0,0 0 1 0 0,1 0-1 0 0,0 0 0 0 0,1 0 1 0 0,0-1-1 0 0,0 0 0 0 0,1 0 1 0 0,0 0-1 0 0,0-1 0 0 0,1 0 0 0 0,0 0 1 0 0,0-1-1 0 0,0 0 0 0 0,1 0 1 0 0,0 0-1 0 0,0-1 0 0 0,1 0 1 0 0,-1-1-1 0 0,1 0 0 0 0,11 3 0 0 0,-11-4-142 0 0,0 0-1 0 0,1-1 0 0 0,0 0 0 0 0,-1-1 0 0 0,1 0 0 0 0,0 0 0 0 0,0-1 0 0 0,0-1 0 0 0,11-1 1 0 0,-13 1-328 0 0,1-1 0 0 0,-1 0-1 0 0,0-1 1 0 0,0 0 0 0 0,-1 0 0 0 0,1-1 0 0 0,-1 0 0 0 0,1 0 0 0 0,-1 0 0 0 0,0-1 0 0 0,8-8 0 0 0</inkml:trace>
</inkml:ink>
</file>

<file path=ppt/ink/ink2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9.9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65 7834 0 0,'-2'-3'335'0'0,"1"0"-1"0"0,0 0 1 0 0,0 0 0 0 0,0 0 0 0 0,1 0 0 0 0,-1 0 0 0 0,1 0 0 0 0,0 0 0 0 0,0-6-1 0 0,0 8-310 0 0,0 0 0 0 0,0-1 1 0 0,0 1-1 0 0,1 0 0 0 0,-1-1 0 0 0,0 1 0 0 0,1 0 0 0 0,-1 0 0 0 0,1-1 0 0 0,-1 1 0 0 0,1 0 0 0 0,0 0 0 0 0,-1 0 0 0 0,1 0 0 0 0,0 0 0 0 0,0 0 0 0 0,0 0 0 0 0,0 0 0 0 0,0 0 0 0 0,0 0 1 0 0,0 0-1 0 0,0 1 0 0 0,0-1 0 0 0,1 0 0 0 0,-1 1 0 0 0,1-1 0 0 0,-1 1-143 0 0,-1 0 0 0 0,1 0 0 0 0,-1 1 0 0 0,0-1 0 0 0,1 0 1 0 0,-1 1-1 0 0,1-1 0 0 0,-1 0 0 0 0,0 1 0 0 0,1-1 0 0 0,-1 0 0 0 0,0 1 0 0 0,0-1 1 0 0,1 1-1 0 0,-1-1 0 0 0,0 1 0 0 0,0-1 0 0 0,0 1 0 0 0,0-1 0 0 0,1 1 0 0 0,-1-1 0 0 0,0 0 1 0 0,0 1-1 0 0,0-1 0 0 0,0 1 0 0 0,0-1 0 0 0,0 1 0 0 0,0-1 0 0 0,0 2 0 0 0,1 20-1904 0 0,-1-19 1430 0 0,3 40-946 0 0,-6-30 1486 0 0</inkml:trace>
</inkml:ink>
</file>

<file path=ppt/ink/ink2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1.4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100 8 3681 0 0,'-2'-7'7432'0'0,"-1"26"-7101"0"0,-1 0-1 0 0,0 0 1 0 0,-2 0-1 0 0,0-1 1 0 0,-1 1-1 0 0,-10 17 1 0 0,6-15 72 0 0,2 2 1 0 0,1-1-1 0 0,0 1 1 0 0,-4 28 0 0 0,11-46-309 0 0,0-1 0 0 0,1 1 1 0 0,-1-1-1 0 0,1 1 0 0 0,0-1 1 0 0,1 1-1 0 0,-1-1 0 0 0,1 0 1 0 0,0 1-1 0 0,0-1 0 0 0,0 0 0 0 0,0 1 1 0 0,1-1-1 0 0,0 0 0 0 0,0 0 1 0 0,0 0-1 0 0,0 0 0 0 0,1-1 1 0 0,0 1-1 0 0,-1-1 0 0 0,1 1 1 0 0,0-1-1 0 0,1 0 0 0 0,-1 0 1 0 0,5 3-1 0 0,-1-2 15 0 0,-1-1 1 0 0,1 0-1 0 0,0 0 1 0 0,0 0-1 0 0,0-1 1 0 0,0 0-1 0 0,0-1 1 0 0,1 0-1 0 0,-1 0 1 0 0,0 0-1 0 0,1-1 1 0 0,-1 0-1 0 0,0 0 1 0 0,12-3-1 0 0,23-6-217 0 0,50-16-1 0 0,-45 11-2351 0 0,-1 1-3369 0 0,-30 10 1039 0 0</inkml:trace>
</inkml:ink>
</file>

<file path=ppt/ink/ink2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1.8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9 7370 0 0,'-14'-9'4776'0'0,"16"11"-4567"0"0,0-1 0 0 0,0 1-1 0 0,-1 0 1 0 0,1-1 0 0 0,0 1 0 0 0,-1 0 0 0 0,1 0 0 0 0,-1 0 0 0 0,1 0 0 0 0,-1 0 0 0 0,0 0 0 0 0,0 1-1 0 0,0-1 1 0 0,1 3 0 0 0,4 23 436 0 0,-1 1 0 0 0,-1-1 0 0 0,-1 1 0 0 0,-2 0 0 0 0,-2 39 0 0 0,2 58 914 0 0,8-1-3882 0 0,-7-94-4323 0 0</inkml:trace>
</inkml:ink>
</file>

<file path=ppt/ink/ink2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6.1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23 1376 0 0,'-11'-19'9915'0'0,"18"16"-8279"0"0,-6 2-1598 0 0,4 5-1911 0 0,48 41-836 0 0,-45-36 2696 0 0</inkml:trace>
</inkml:ink>
</file>

<file path=ppt/ink/ink2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5.7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1 1376 0 0,'15'26'19744'0'0,"-8"-21"-21983"0"0,-6-2 2284 0 0,-1-1 0 0 0,1 1-1 0 0,0 0 1 0 0,-1 0 0 0 0,1 0-1 0 0,-1 0 1 0 0,0-1 0 0 0,0 1-1 0 0,0 0 1 0 0,-1 0 0 0 0,1 0 0 0 0,-1 0-1 0 0,1 0 1 0 0,-3 4 0 0 0,1 5 90 0 0,-7 61 309 0 0,-20 197 319 0 0,27-223-620 0 0,2 0 1 0 0,2 0 0 0 0,14 79 0 0 0,-11-100-67 0 0,15 45 1 0 0,-18-65-97 0 0,0-1-1 0 0,1 1 1 0 0,-1-1 0 0 0,1 1-1 0 0,0-1 1 0 0,0 0-1 0 0,1 0 1 0 0,-1 0-1 0 0,1-1 1 0 0,0 1-1 0 0,1-1 1 0 0,-1 0-1 0 0,1 0 1 0 0,6 4 0 0 0,-9-7-57 0 0,0 0 1 0 0,0-1 0 0 0,1 1 0 0 0,-1 0 0 0 0,0-1-1 0 0,0 0 1 0 0,0 0 0 0 0,0 1 0 0 0,0-1 0 0 0,0-1 0 0 0,0 1-1 0 0,1 0 1 0 0,-1 0 0 0 0,0-1 0 0 0,0 1 0 0 0,0-1 0 0 0,0 0-1 0 0,0 1 1 0 0,0-1 0 0 0,0 0 0 0 0,0 0 0 0 0,-1 0-1 0 0,1-1 1 0 0,0 1 0 0 0,-1 0 0 0 0,3-3 0 0 0,4-4-702 0 0,0 0 0 0 0,0-1 0 0 0,11-16 0 0 0,-11 13-375 0 0,11-13-4449 0 0</inkml:trace>
</inkml:ink>
</file>

<file path=ppt/ink/ink2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6.8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87 1376 0 0,'34'-25'4495'0'0,"-14"14"-4076"0"0,0 2 1 0 0,36-12 0 0 0,-39 15 197 0 0,1 2 1 0 0,-1 0 0 0 0,1 2 0 0 0,0-1 0 0 0,1 2 0 0 0,-1 1 0 0 0,0 0 0 0 0,27 4 0 0 0,-43-4-605 0 0,0 1 0 0 0,0-1 0 0 0,0 1 0 0 0,-1-1 0 0 0,1 1 1 0 0,0 0-1 0 0,0 0 0 0 0,0 0 0 0 0,-1 0 0 0 0,1 0 0 0 0,-1 0 0 0 0,1 0 0 0 0,-1 0 1 0 0,1 1-1 0 0,-1-1 0 0 0,0 1 0 0 0,1-1 0 0 0,-1 1 0 0 0,0-1 0 0 0,0 1 1 0 0,0 0-1 0 0,0-1 0 0 0,0 1 0 0 0,-1 0 0 0 0,1 0 0 0 0,0 0 0 0 0,-1-1 0 0 0,0 1 1 0 0,1 0-1 0 0,-1 0 0 0 0,0 0 0 0 0,0 0 0 0 0,0 0 0 0 0,0 0 0 0 0,0 0 1 0 0,-1 3-1 0 0,-2 8-163 0 0,0 0 0 0 0,0 0 0 0 0,-1 0 1 0 0,-9 18-1 0 0,2-2 622 0 0,9-26-403 0 0,1 1 1 0 0,0-1-1 0 0,0 1 0 0 0,0-1 1 0 0,1 1-1 0 0,-1 0 0 0 0,1-1 1 0 0,0 1-1 0 0,0-1 0 0 0,0 1 1 0 0,1 0-1 0 0,-1-1 0 0 0,2 5 1 0 0,-1-6-46 0 0,0-1 0 0 0,0 1 0 0 0,0 0 0 0 0,1-1 0 0 0,-1 0 1 0 0,0 1-1 0 0,1-1 0 0 0,-1 0 0 0 0,1 0 0 0 0,-1 0 0 0 0,1 0 1 0 0,-1 0-1 0 0,1 0 0 0 0,0 0 0 0 0,0 0 0 0 0,-1-1 0 0 0,1 1 1 0 0,0-1-1 0 0,0 1 0 0 0,0-1 0 0 0,0 0 0 0 0,-1 0 0 0 0,1 0 1 0 0,0 0-1 0 0,0 0 0 0 0,2 0 0 0 0,28-2 188 0 0,-23 1-79 0 0,0 1-1 0 0,0 0 1 0 0,0 0 0 0 0,0 1-1 0 0,17 3 1 0 0,-24-4-109 0 0,1 1-1 0 0,-1 0 1 0 0,1 1-1 0 0,-1-1 0 0 0,1 0 1 0 0,-1 1-1 0 0,0-1 1 0 0,0 1-1 0 0,0 0 1 0 0,0 0-1 0 0,0-1 1 0 0,0 1-1 0 0,0 1 1 0 0,0-1-1 0 0,-1 0 1 0 0,1 0-1 0 0,-1 1 1 0 0,0-1-1 0 0,0 1 1 0 0,0-1-1 0 0,0 1 1 0 0,0-1-1 0 0,0 1 1 0 0,0 2-1 0 0,2 9 219 0 0,-1 0 0 0 0,-1 0-1 0 0,0 0 1 0 0,-1 0 0 0 0,0 0 0 0 0,-1 0 0 0 0,-1 0-1 0 0,0 0 1 0 0,-1 0 0 0 0,0-1 0 0 0,-1 1 0 0 0,-1-1-1 0 0,0 0 1 0 0,-1 0 0 0 0,-12 20 0 0 0,12-23-1458 0 0,-1-1 1 0 0,0 1 0 0 0,-1-1 0 0 0,0 0-1 0 0,-1-1 1 0 0,-17 14 0 0 0</inkml:trace>
</inkml:ink>
</file>

<file path=ppt/ink/ink2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7.2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57 9218 0 0,'0'0'26'0'0,"0"0"1"0"0,0 0 0 0 0,-1 0-1 0 0,1 0 1 0 0,0 0-1 0 0,0 0 1 0 0,0 0-1 0 0,-1 1 1 0 0,1-1-1 0 0,0 0 1 0 0,0 0-1 0 0,0 0 1 0 0,-1 0-1 0 0,1 0 1 0 0,0 0-1 0 0,0 0 1 0 0,0 0-1 0 0,0 0 1 0 0,-1 0-1 0 0,1-1 1 0 0,0 1 0 0 0,0 0-1 0 0,0 0 1 0 0,-1 0-1 0 0,1 0 1 0 0,0 0-1 0 0,0 0 1 0 0,0 0-1 0 0,0 0 1 0 0,-1 0-1 0 0,1-1 1 0 0,0 1-1 0 0,0 0 1 0 0,0 0-1 0 0,0 0 1 0 0,0 0-1 0 0,0 0 1 0 0,0-1-1 0 0,-1 1 1 0 0,1 0-1 0 0,0 0 1 0 0,0 0 0 0 0,0-1-1 0 0,0 1 1 0 0,0 0-1 0 0,0 0 1 0 0,0 0-1 0 0,0 0 1 0 0,0-1-1 0 0,0 1 1 0 0,0 0-1 0 0,0 0 1 0 0,0 0-1 0 0,0-1 1 0 0,0 1-1 0 0,0 0 1 0 0,12-12 874 0 0,22-8 172 0 0,-22 16-794 0 0,1 1 1 0 0,0-1-1 0 0,27-1 0 0 0,-7 2-4143 0 0,-17 3-412 0 0</inkml:trace>
</inkml:ink>
</file>

<file path=ppt/ink/ink2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7.5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1 6913 0 0,'-10'2'308'0'0,"6"-2"-53"0"0,-1 1 1 0 0,1 0-1 0 0,0 0 0 0 0,0 0 1 0 0,0 0-1 0 0,0 1 0 0 0,-1-1 1 0 0,2 1-1 0 0,-1 0 0 0 0,0 0 1 0 0,0 1-1 0 0,1-1 0 0 0,-6 5 1 0 0,9-6-178 0 0,0-1 0 0 0,0 0 0 0 0,1 1 0 0 0,-1-1 0 0 0,0 0 0 0 0,0 1 0 0 0,0-1 0 0 0,0 0 0 0 0,1 0 0 0 0,-1 1 0 0 0,0-1 0 0 0,0 0 0 0 0,0 1 0 0 0,1-1 1 0 0,-1 0-1 0 0,0 0 0 0 0,1 0 0 0 0,-1 1 0 0 0,0-1 0 0 0,1 0 0 0 0,-1 0 0 0 0,0 0 0 0 0,1 0 0 0 0,-1 0 0 0 0,0 1 0 0 0,1-1 0 0 0,-1 0 0 0 0,0 0 0 0 0,1 0 0 0 0,-1 0 0 0 0,0 0 0 0 0,1 0 1 0 0,-1 0-1 0 0,0 0 0 0 0,1 0 0 0 0,0-1 0 0 0,17 3 1076 0 0,-17-2-1045 0 0,119 1 3918 0 0,-9-1-5707 0 0,-95 1-4556 0 0</inkml:trace>
</inkml:ink>
</file>

<file path=ppt/ink/ink2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7.9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 6913 0 0,'2'-12'1429'0'0,"-1"12"-1416"0"0,-1 0-1 0 0,0 0 1 0 0,0-1-1 0 0,0 1 1 0 0,0 0 0 0 0,0 0-1 0 0,0 0 1 0 0,1 0-1 0 0,-1-1 1 0 0,0 1-1 0 0,0 0 1 0 0,0 0 0 0 0,0 0-1 0 0,1 0 1 0 0,-1 0-1 0 0,0 0 1 0 0,0-1-1 0 0,0 1 1 0 0,1 0 0 0 0,-1 0-1 0 0,0 0 1 0 0,0 0-1 0 0,0 0 1 0 0,1 0-1 0 0,-1 0 1 0 0,0 0 0 0 0,0 0-1 0 0,1 0 1 0 0,-1 0-1 0 0,0 0 1 0 0,0 0-1 0 0,0 0 1 0 0,1 0 0 0 0,-1 0-1 0 0,0 0 1 0 0,0 0-1 0 0,0 0 1 0 0,1 1 0 0 0,-1-1-1 0 0,0 0 1 0 0,0 0-1 0 0,0 0 1 0 0,1 0-1 0 0,-1 0 1 0 0,0 0 0 0 0,0 1-1 0 0,0-1 1 0 0,0 0-1 0 0,0 0 1 0 0,1 0-1 0 0,-1 1 1 0 0,0-1 0 0 0,1 1-31 0 0,-1 1 0 0 0,1-1 0 0 0,-1 1 0 0 0,1-1 0 0 0,-1 1 0 0 0,0-1 0 0 0,1 1 0 0 0,-1-1 0 0 0,0 1 0 0 0,0-1 0 0 0,0 1 0 0 0,0-1 0 0 0,-1 3 0 0 0,1-2-1 0 0,1 23 1269 0 0,-1-1 0 0 0,-3 30 0 0 0,0-33 89 0 0,2 1 1 0 0,3 39-1 0 0,-1-51-1164 0 0,2-1 0 0 0,-1 1 0 0 0,1-1-1 0 0,0 0 1 0 0,1 0 0 0 0,0 0 0 0 0,1 0 0 0 0,0-1-1 0 0,0 1 1 0 0,0-1 0 0 0,1-1 0 0 0,1 1 0 0 0,-1-1-1 0 0,1 0 1 0 0,0-1 0 0 0,1 1 0 0 0,10 6 0 0 0,-12-9-259 0 0,0 0 1 0 0,1 0-1 0 0,-1-1 1 0 0,1 0-1 0 0,0 0 1 0 0,-1-1 0 0 0,1 1-1 0 0,0-2 1 0 0,1 1-1 0 0,-1-1 1 0 0,0 0-1 0 0,0 0 1 0 0,1-1 0 0 0,-1 0-1 0 0,0 0 1 0 0,0-1-1 0 0,1 0 1 0 0,-1 0 0 0 0,0-1-1 0 0,0 0 1 0 0,0 0-1 0 0,0 0 1 0 0,11-7-1 0 0,-4 1-802 0 0</inkml:trace>
</inkml:ink>
</file>

<file path=ppt/ink/ink2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8.2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40 1376 0 0,'0'-10'622'0'0,"2"-16"4470"0"0,4 23-2612 0 0,7 12-1424 0 0,17 29-5379 0 0,-23-25 2733 0 0</inkml:trace>
</inkml:ink>
</file>

<file path=ppt/ink/ink2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4.6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253 106 6913 0 0,'5'-14'130'0'0,"9"-29"275"0"0,-13 41-227 0 0,-1 0 0 0 0,1-1 0 0 0,-1 1 0 0 0,0-1-1 0 0,0 1 1 0 0,0 0 0 0 0,0-1 0 0 0,0 1 0 0 0,-1-1-1 0 0,1 1 1 0 0,0-1 0 0 0,-1 1 0 0 0,0 0 0 0 0,-1-4-1 0 0,1 5-36 0 0,0 0 0 0 0,0 0 0 0 0,0 1 0 0 0,0-1 0 0 0,0 0 0 0 0,0 0 0 0 0,0 1 0 0 0,0-1 0 0 0,-1 1 0 0 0,1-1 0 0 0,0 1 0 0 0,0 0 0 0 0,0-1 0 0 0,-1 1 0 0 0,1 0 0 0 0,0 0 0 0 0,0 0 0 0 0,-1 0 0 0 0,1 0 0 0 0,0 0 0 0 0,0 0-1 0 0,-1 0 1 0 0,1 0 0 0 0,0 1 0 0 0,0-1 0 0 0,0 1 0 0 0,-3 0 0 0 0,-31 16 1319 0 0,18-4-1284 0 0,1 1 0 0 0,0 1 0 0 0,1 0-1 0 0,1 2 1 0 0,1-1 0 0 0,0 1 0 0 0,1 1 0 0 0,1 1 0 0 0,1-1 0 0 0,0 2-1 0 0,1-1 1 0 0,1 1 0 0 0,-6 27 0 0 0,8-28-116 0 0,2 0 1 0 0,0 0-1 0 0,1 1 0 0 0,1-1 0 0 0,1 0 1 0 0,1 1-1 0 0,0-1 0 0 0,1 1 0 0 0,2-1 1 0 0,0 0-1 0 0,1 0 0 0 0,0 0 0 0 0,2 0 1 0 0,14 33-1 0 0,-17-46-109 0 0,0-1 0 0 0,1 1 1 0 0,-1-1-1 0 0,1 0 0 0 0,0 0 0 0 0,0 0 0 0 0,1-1 0 0 0,-1 0 1 0 0,1 1-1 0 0,0-2 0 0 0,0 1 0 0 0,0 0 0 0 0,1-1 0 0 0,-1 0 1 0 0,1-1-1 0 0,0 1 0 0 0,0-1 0 0 0,0 0 0 0 0,10 2 0 0 0,-9-3 19 0 0,1 0-1 0 0,-1-1 1 0 0,1 0-1 0 0,-1 0 1 0 0,1-1-1 0 0,-1 0 0 0 0,0 0 1 0 0,1-1-1 0 0,-1 0 1 0 0,0 0-1 0 0,0-1 1 0 0,0 0-1 0 0,0 0 0 0 0,0-1 1 0 0,-1 1-1 0 0,8-7 1 0 0,-4 2 5 0 0,1 0 1 0 0,-2-1-1 0 0,1 0 1 0 0,-1-1 0 0 0,-1 0-1 0 0,1 0 1 0 0,-2-1-1 0 0,9-16 1 0 0,-12 22-7 0 0,-1-1 0 0 0,-1 0 1 0 0,1 0-1 0 0,-1 0 0 0 0,0 0 0 0 0,-1 0 1 0 0,1 0-1 0 0,-1-1 0 0 0,0 1 0 0 0,-1 0 1 0 0,0-1-1 0 0,0 1 0 0 0,0 0 0 0 0,-1-1 1 0 0,1 1-1 0 0,-2 0 0 0 0,1-1 0 0 0,-1 1 1 0 0,-3-8-1 0 0,4 12 7 0 0,0 0-1 0 0,0 0 1 0 0,0 0 0 0 0,0 0 0 0 0,0 0-1 0 0,-1 1 1 0 0,1-1 0 0 0,-1 0 0 0 0,1 1-1 0 0,-1-1 1 0 0,0 1 0 0 0,0 0 0 0 0,0-1-1 0 0,1 1 1 0 0,-1 0 0 0 0,0 0 0 0 0,0 0-1 0 0,-1 0 1 0 0,-2 0 0 0 0,1 0-16 0 0,0 1 0 0 0,0-1 0 0 0,0 1-1 0 0,-1 0 1 0 0,1 0 0 0 0,0 1 0 0 0,0-1 0 0 0,0 1 0 0 0,-7 2 0 0 0,-4 2-121 0 0,1 1 0 0 0,0 0 0 0 0,0 1 0 0 0,-20 13 0 0 0,18-9-122 0 0,0 1 0 0 0,1 1 0 0 0,-26 26 1 0 0,10 0-3792 0 0,19-20-90 0 0</inkml:trace>
</inkml:ink>
</file>

<file path=ppt/ink/ink2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4.9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39 11378 0 0,'41'-7'1438'0'0,"242"-21"75"0"0,-161 25-3543 0 0,-99 3-2459 0 0</inkml:trace>
</inkml:ink>
</file>

<file path=ppt/ink/ink2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5.3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55 12443 0 0,'-1'-2'-29'0'0,"-1"1"0"0"0,1-1 0 0 0,0 0 0 0 0,0 1 1 0 0,-1-1-1 0 0,1 0 0 0 0,0 0 0 0 0,0 1 1 0 0,0-1-1 0 0,1 0 0 0 0,-1 0 0 0 0,0 0 0 0 0,1 0 1 0 0,0 0-1 0 0,-1-3 0 0 0,1 5-25 0 0,0-1-1 0 0,0 0 1 0 0,-1 0 0 0 0,1 1 0 0 0,0-1-1 0 0,0 0 1 0 0,0 0 0 0 0,1 0-1 0 0,-1 1 1 0 0,0-1 0 0 0,0 0 0 0 0,0 0-1 0 0,0 1 1 0 0,1-1 0 0 0,-1 0-1 0 0,0 1 1 0 0,1-1 0 0 0,-1 0 0 0 0,1 1-1 0 0,-1-1 1 0 0,1 0 0 0 0,-1 1-1 0 0,1-1 1 0 0,-1 1 0 0 0,1-1 0 0 0,-1 1-1 0 0,1-1 1 0 0,0 1 0 0 0,-1-1-1 0 0,1 1 1 0 0,0 0 0 0 0,0-1 0 0 0,-1 1-1 0 0,1 0 1 0 0,0 0 0 0 0,0-1-1 0 0,-1 1 1 0 0,1 0 0 0 0,0 0 0 0 0,0 0-1 0 0,1 0 1 0 0,-1 0 223 0 0,0 1 0 0 0,1-1 1 0 0,-1 1-1 0 0,0 0 0 0 0,0-1 0 0 0,1 1 0 0 0,-1 0 0 0 0,0 0 1 0 0,0 0-1 0 0,0 0 0 0 0,0 0 0 0 0,0 0 0 0 0,0 0 0 0 0,0 0 1 0 0,0 0-1 0 0,-1 1 0 0 0,1-1 0 0 0,0 0 0 0 0,-1 0 0 0 0,1 1 1 0 0,-1-1-1 0 0,2 3 0 0 0,9 34 2035 0 0,-10-35-2110 0 0,16 115 1625 0 0,-3-18-5113 0 0,-10-77-1852 0 0</inkml:trace>
</inkml:ink>
</file>

<file path=ppt/ink/ink2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6.0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21 14283 0 0,'-3'-8'632'0'0,"-1"3"136"0"0,2 1-616 0 0,1 1-152 0 0,2 3 0 0 0,3 1-1440 0 0,17 11-4345 0 0,2 4 5681 0 0</inkml:trace>
</inkml:ink>
</file>

<file path=ppt/ink/ink2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5.7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0 10594 0 0,'0'0'819'0'0,"2"29"-1430"0"0,-12 102 2209 0 0,6-94-235 0 0,0 0 0 0 0,3 1 0 0 0,6 72 0 0 0,-3-99-1194 0 0,0-1-1 0 0,0 1 0 0 0,1-1 0 0 0,1 1 1 0 0,0-1-1 0 0,0 0 0 0 0,1-1 0 0 0,0 1 0 0 0,0-1 1 0 0,1 0-1 0 0,1 0 0 0 0,0 0 0 0 0,0-1 0 0 0,0 0 1 0 0,1-1-1 0 0,0 1 0 0 0,1-2 0 0 0,9 7 1 0 0,-14-10-257 0 0,1 0 1 0 0,-1 0 0 0 0,1-1 0 0 0,-1 0 0 0 0,1 0 0 0 0,0 0 0 0 0,-1-1 0 0 0,1 0 0 0 0,0 1 0 0 0,0-2 0 0 0,0 1 0 0 0,0-1 0 0 0,0 1 0 0 0,0-1 0 0 0,0-1 0 0 0,0 1 0 0 0,0-1 0 0 0,0 0 0 0 0,0 0 0 0 0,0 0 0 0 0,0 0 0 0 0,-1-1 0 0 0,9-4 0 0 0,-3 0-1173 0 0</inkml:trace>
</inkml:ink>
</file>

<file path=ppt/ink/ink2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7.2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53 353 6449 0 0,'-5'-5'177'0'0,"-1"-1"0"0"0,2 0 0 0 0,-1 0-1 0 0,1 0 1 0 0,0 0 0 0 0,0-1 0 0 0,1 0 0 0 0,-1 0-1 0 0,2 0 1 0 0,-1 0 0 0 0,1 0 0 0 0,0-1-1 0 0,0 1 1 0 0,1-1 0 0 0,0-10 0 0 0,1 9 22 0 0,0-1 0 0 0,1 0 0 0 0,0 0 0 0 0,1 1 0 0 0,0-1 0 0 0,0 1 0 0 0,1 0 0 0 0,1-1 0 0 0,-1 1 0 0 0,1 1 1 0 0,7-11-1 0 0,-7 11-150 0 0,1 0 1 0 0,0 0 0 0 0,1 1 0 0 0,0-1 0 0 0,0 1-1 0 0,1 1 1 0 0,0-1 0 0 0,0 1 0 0 0,0 1-1 0 0,1-1 1 0 0,-1 1 0 0 0,2 0 0 0 0,-1 1 0 0 0,0 0-1 0 0,1 0 1 0 0,-1 1 0 0 0,1 0 0 0 0,0 1 0 0 0,0 0-1 0 0,1 0 1 0 0,-1 1 0 0 0,0 0 0 0 0,0 0-1 0 0,1 1 1 0 0,-1 1 0 0 0,10 1 0 0 0,-16-2-148 0 0,1 1-1 0 0,-1 0 1 0 0,-1 0 0 0 0,1 0 0 0 0,0 0 0 0 0,0 0 0 0 0,0 1-1 0 0,-1-1 1 0 0,1 1 0 0 0,0 0 0 0 0,-1 0 0 0 0,0 0-1 0 0,1 0 1 0 0,-1 0 0 0 0,0 0 0 0 0,0 1 0 0 0,0-1 0 0 0,-1 1-1 0 0,1 0 1 0 0,0-1 0 0 0,-1 1 0 0 0,0 0 0 0 0,0 0-1 0 0,1 0 1 0 0,-2 0 0 0 0,1 0 0 0 0,0 0 0 0 0,-1 0 0 0 0,1 0-1 0 0,-1 0 1 0 0,0 0 0 0 0,0 0 0 0 0,-1 6 0 0 0,-1 9 106 0 0,0 0 0 0 0,-2 0 1 0 0,0 0-1 0 0,-9 26 1 0 0,8-29 2 0 0,-5 14 109 0 0,2-5 16 0 0,1-1 0 0 0,1 1 0 0 0,-4 32 0 0 0,9-50-119 0 0,1 1 0 0 0,0 0 0 0 0,0 0 1 0 0,0-1-1 0 0,1 1 0 0 0,0-1 0 0 0,1 1 0 0 0,-1-1 0 0 0,1 1 0 0 0,0-1 0 0 0,1 0 1 0 0,-1 1-1 0 0,1-1 0 0 0,1-1 0 0 0,-1 1 0 0 0,1 0 0 0 0,4 5 0 0 0,-5-8 104 0 0,-1 0 0 0 0,1-1 0 0 0,0 1 0 0 0,0 0 0 0 0,0-1-1 0 0,0 0 1 0 0,0 1 0 0 0,1-1 0 0 0,-1 0 0 0 0,1-1 0 0 0,-1 1-1 0 0,8 2 1 0 0,-8-4-4 0 0,0 0-1 0 0,0 0 0 0 0,-1 0 1 0 0,1 0-1 0 0,0 0 0 0 0,0 0 1 0 0,-1-1-1 0 0,1 0 1 0 0,0 1-1 0 0,-1-1 0 0 0,1 0 1 0 0,0 0-1 0 0,-1 0 0 0 0,1-1 1 0 0,-1 1-1 0 0,0 0 0 0 0,1-1 1 0 0,-1 0-1 0 0,3-2 0 0 0,-3 2-94 0 0,0 0 0 0 0,0 1 0 0 0,0-1 0 0 0,0 0 0 0 0,0 0 0 0 0,-1 0 0 0 0,1 0-1 0 0,-1 0 1 0 0,0 0 0 0 0,1-1 0 0 0,-1 1 0 0 0,0 0 0 0 0,0-1 0 0 0,0 1-1 0 0,-1-1 1 0 0,1 1 0 0 0,-1-1 0 0 0,1 1 0 0 0,-1-1 0 0 0,0-3 0 0 0,0 2 58 0 0,-1 1 0 0 0,0-1 1 0 0,0 1-1 0 0,0 0 0 0 0,-1-1 0 0 0,1 1 1 0 0,-1 0-1 0 0,0 0 0 0 0,0 0 1 0 0,0 0-1 0 0,0 0 0 0 0,0 0 0 0 0,-3-2 1 0 0,-9-7 285 0 0,0 0 1 0 0,0 1 0 0 0,-1 1 0 0 0,-24-13-1 0 0,37 22-358 0 0,-39-20-1423 0 0,19 10-4549 0 0</inkml:trace>
</inkml:ink>
</file>

<file path=ppt/ink/ink2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7.8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0 11522 0 0,'-2'0'1025'0'0,"0"0"-825"0"0,4 0-200 0 0,0 0 0 0 0,1 2-224 0 0,1 0-80 0 0,-1-1-16 0 0,4 3-9 0 0,4 3 329 0 0,-1 0 0 0 0,-1 3 64 0 0,-4 1 9 0 0,-3 1-73 0 0</inkml:trace>
</inkml:ink>
</file>

<file path=ppt/ink/ink2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8.2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21 5985 0 0,'8'-5'5797'0'0,"0"2"-6686"0"0,0 0 1 0 0,0 0-1 0 0,1 1 0 0 0,-1 0 0 0 0,10-1 0 0 0,-9 3 691 0 0,-1 1 0 0 0,1-1 0 0 0,0 2-1 0 0,0-1 1 0 0,0 1 0 0 0,0 1 0 0 0,-1-1-1 0 0,1 1 1 0 0,-1 1 0 0 0,0 0-1 0 0,12 7 1 0 0,-13-6 185 0 0</inkml:trace>
</inkml:ink>
</file>

<file path=ppt/ink/ink2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8.5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 1 10594 0 0,'-6'3'944'0'0,"3"-3"-751"0"0,1 0-193 0 0,2 2 592 0 0,0 0-280 0 0,-3 1 0 0 0,1 1-1176 0 0,0-1-241 0 0,6 8-1447 0 0,-1-8 2552 0 0,1 2-72 0 0,-1-3 72 0 0,1 0 0 0 0,-3 0-88 0 0</inkml:trace>
  <inkml:trace contextRef="#ctx0" brushRef="#br0" timeOffset="1">11 415 10138 0 0,'-5'1'896'0'0,"1"-1"-712"0"0,3 0-184 0 0,2 0 0 0 0,-1 2 0 0 0,0 2 0 0 0,-1-1 0 0 0,4 2 0 0 0</inkml:trace>
</inkml:ink>
</file>

<file path=ppt/ink/ink2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3.0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110 1 456 0 0,'-7'2'44'0'0,"0"1"1"0"0,1-1-1 0 0,-1 1 0 0 0,0 1 0 0 0,1-1 1 0 0,0 1-1 0 0,0 1 0 0 0,0-1 0 0 0,1 1 0 0 0,-1 0 1 0 0,1 0-1 0 0,0 0 0 0 0,1 1 0 0 0,-7 9 1 0 0,9-13-45 0 0,1 0 0 0 0,-1 0 0 0 0,1 0 0 0 0,-1 0 0 0 0,1 0 0 0 0,0 1 0 0 0,0-1 0 0 0,0 0 0 0 0,0 1 0 0 0,1-1 0 0 0,-1 1 0 0 0,1-1 0 0 0,-1 1 0 0 0,1-1 0 0 0,0 1 0 0 0,0-1 0 0 0,0 1 0 0 0,0-1 0 0 0,0 1 0 0 0,1 2 0 0 0,2 4 0 0 0,0-1 0 0 0,0 1 0 0 0,0-1 0 0 0,5 8 0 0 0,-7-15 0 0 0,-1-1 0 0 0,0 0 0 0 0,0 0 0 0 0,0 0 0 0 0,0 0 0 0 0,0 0 0 0 0,0-1 0 0 0,0 1 0 0 0,0 0 0 0 0,0 0 0 0 0,0 0 0 0 0,0 0 0 0 0,0 0 0 0 0,0 0 0 0 0,0 0 0 0 0,0 0 0 0 0,0 0 0 0 0,0 0 0 0 0,0 0 0 0 0,0 0 0 0 0,1 0 0 0 0,-1 0 0 0 0,0-1 0 0 0,0 1 0 0 0,0 0 0 0 0,0 0 0 0 0,0 0 0 0 0,0 0 0 0 0,0 0 0 0 0,0 0 0 0 0,0 0 0 0 0,0 0 0 0 0,0 0 0 0 0,1 0 0 0 0,-1 0 0 0 0,0 0 0 0 0,0 0 0 0 0,0 0 0 0 0,0 0 0 0 0,0 0 0 0 0,0 0 0 0 0,0 0 0 0 0,0 0 0 0 0,0 0 0 0 0,0 0 0 0 0,1 1 0 0 0,-1-1 0 0 0,0 0 0 0 0,0 0 0 0 0,0 0 0 0 0,0 0 0 0 0,0 0 0 0 0,0 0 0 0 0,0 0 0 0 0,0 0 0 0 0,0-2 0 0 0</inkml:trace>
</inkml:ink>
</file>

<file path=ppt/ink/ink2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4.1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64 81 8698 0 0,'-1'-9'624'0'0,"1"0"0"0"0,0 0-1 0 0,1 0 1 0 0,-1 1 0 0 0,2-1 0 0 0,-1 0 0 0 0,4-10 4091 0 0,-6 25-4251 0 0,-19 58 78 0 0,4 1 1 0 0,2 0-1 0 0,-6 88 1 0 0,20-139-343 0 0,0 0 1 0 0,1 0 0 0 0,0 0 0 0 0,7 24-1 0 0,-7-33-138 0 0,0-1-1 0 0,0 1 0 0 0,1-1 1 0 0,0 0-1 0 0,0 0 1 0 0,0 1-1 0 0,0-1 0 0 0,1-1 1 0 0,-1 1-1 0 0,1 0 0 0 0,0-1 1 0 0,0 1-1 0 0,1-1 1 0 0,-1 0-1 0 0,0 0 0 0 0,1 0 1 0 0,0 0-1 0 0,5 2 0 0 0,-6-4-54 0 0,0 0-1 0 0,-1-1 0 0 0,1 1 0 0 0,0-1 0 0 0,0 0 1 0 0,0 0-1 0 0,0 0 0 0 0,-1 0 0 0 0,1 0 0 0 0,0 0 0 0 0,0-1 1 0 0,0 0-1 0 0,-1 1 0 0 0,1-1 0 0 0,0 0 0 0 0,-1 0 0 0 0,1-1 1 0 0,-1 1-1 0 0,5-3 0 0 0,6-4-161 0 0,-1-1 0 0 0,17-15-1 0 0,-16 12-450 0 0,3 0-1261 0 0</inkml:trace>
</inkml:ink>
</file>

<file path=ppt/ink/ink2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4.4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33 9674 0 0,'-1'-20'1035'0'0,"3"9"-1019"0"0,-2 11-26 0 0,0 0-1 0 0,0 0 1 0 0,0 0 0 0 0,0-1-1 0 0,0 1 1 0 0,0 0 0 0 0,0 0-1 0 0,1 0 1 0 0,-1 0 0 0 0,0 0-1 0 0,0 0 1 0 0,0 0 0 0 0,0 0-1 0 0,0 0 1 0 0,1 0 0 0 0,-1 0-1 0 0,0-1 1 0 0,0 1 0 0 0,0 0-1 0 0,0 0 1 0 0,0 0 0 0 0,1 0-1 0 0,-1 0 1 0 0,0 0 0 0 0,0 0 0 0 0,0 0-1 0 0,0 0 1 0 0,0 0 0 0 0,1 0-1 0 0,-1 1 1 0 0,0-1 0 0 0,0 0-1 0 0,0 0 1 0 0,0 0 0 0 0,0 0-1 0 0,1 0 1 0 0,-1 0 0 0 0,0 0-1 0 0,0 0 1 0 0,0 0 0 0 0,0 0-1 0 0,0 0 1 0 0,0 1 0 0 0,0-1-1 0 0,1 0 1 0 0,-1 0 0 0 0,0 0-1 0 0,0 0 1 0 0,0 1 0 0 0,2 2-155 0 0,-1 1 1 0 0,1 0-1 0 0,-1-1 0 0 0,1 1 1 0 0,-1 0-1 0 0,-1 0 0 0 0,1 0 1 0 0,0 0-1 0 0,-1 0 1 0 0,0 0-1 0 0,0 7 0 0 0,1 11-818 0 0,12 50-1687 0 0,-12-47 2339 0 0</inkml:trace>
</inkml:ink>
</file>

<file path=ppt/ink/ink2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6.6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 1 8290 0 0,'0'0'639'0'0,"-1"20"1102"0"0,-6 57-830 0 0,-7 123 1767 0 0,14-169-2699 0 0,1-1 1 0 0,2 0-1 0 0,1 0 1 0 0,11 46-1 0 0,-9-58-5077 0 0</inkml:trace>
</inkml:ink>
</file>

<file path=ppt/ink/ink2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7.0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50 12443 0 0,'0'3'52'0'0,"0"0"1"0"0,0 0 0 0 0,0-1-1 0 0,1 1 1 0 0,-1 0 0 0 0,0-1 0 0 0,1 1-1 0 0,0-1 1 0 0,0 1 0 0 0,0 0-1 0 0,0-1 1 0 0,0 0 0 0 0,2 4 0 0 0,8 25-783 0 0,-9-15 325 0 0,2 15 785 0 0,2 0 1 0 0,0 0 0 0 0,21 56 0 0 0,-24-80-250 0 0,0 0 0 0 0,0 0 1 0 0,1-1-1 0 0,-1 1 0 0 0,2-1 1 0 0,-1 1-1 0 0,1-1 0 0 0,0-1 1 0 0,0 1-1 0 0,0-1 0 0 0,1 0 1 0 0,0 0-1 0 0,0 0 0 0 0,0-1 1 0 0,1 0-1 0 0,-1 0 1 0 0,1 0-1 0 0,0-1 0 0 0,0 0 1 0 0,0-1-1 0 0,14 4 0 0 0,-16-6-154 0 0,0 1 1 0 0,-1-1-1 0 0,1 0 0 0 0,0 0 0 0 0,-1 0 1 0 0,1-1-1 0 0,-1 1 0 0 0,1-1 0 0 0,0 0 1 0 0,-1-1-1 0 0,0 1 0 0 0,1-1 0 0 0,-1 0 1 0 0,7-3-1 0 0,-4 0-98 0 0,-1 0 0 0 0,0 0 1 0 0,1 0-1 0 0,-2-1 0 0 0,1 1 1 0 0,-1-2-1 0 0,10-12 0 0 0,-7 6 43 0 0,0-2-1 0 0,0 1 1 0 0,-2-1-1 0 0,1 0 1 0 0,-2 0-1 0 0,0-1 1 0 0,5-30-1 0 0,-9 37 26 0 0,-1 0 0 0 0,0 0 0 0 0,0 0 0 0 0,-1 0-1 0 0,0-1 1 0 0,-1 1 0 0 0,1 0 0 0 0,-2 0 0 0 0,1 1 0 0 0,-1-1 0 0 0,-9-16 0 0 0,9 19-35 0 0,-1-1 1 0 0,0 1 0 0 0,0 0 0 0 0,0 0 0 0 0,-1 1-1 0 0,0-1 1 0 0,0 1 0 0 0,-1 0 0 0 0,1 0 0 0 0,-1 1 0 0 0,0 0-1 0 0,0 0 1 0 0,0 0 0 0 0,-1 1 0 0 0,-9-4 0 0 0,13 6-111 0 0,0 0 0 0 0,0 0 0 0 0,1 1 1 0 0,-1 0-1 0 0,0-1 0 0 0,0 1 0 0 0,0 0 1 0 0,0 1-1 0 0,1-1 0 0 0,-1 0 0 0 0,0 1 1 0 0,0-1-1 0 0,0 1 0 0 0,1 0 0 0 0,-1 0 1 0 0,1 0-1 0 0,-1 0 0 0 0,0 1 0 0 0,1-1 1 0 0,0 1-1 0 0,-1-1 0 0 0,1 1 0 0 0,0 0 1 0 0,0 0-1 0 0,0 0 0 0 0,0 0 0 0 0,0 0 0 0 0,0 0 1 0 0,1 1-1 0 0,-1-1 0 0 0,1 1 0 0 0,0-1 1 0 0,0 1-1 0 0,-1-1 0 0 0,2 1 0 0 0,-1 0 1 0 0,0 0-1 0 0,0-1 0 0 0,1 1 0 0 0,0 0 1 0 0,-1 4-1 0 0,3-2 91 0 0,3-1 94 0 0</inkml:trace>
</inkml:ink>
</file>

<file path=ppt/ink/ink2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7.4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46 105 11522 0 0,'-4'0'193'0'0,"-22"-1"1052"0"0,26 1-1264 0 0,-1 0 0 0 0,0 0 0 0 0,1 0 0 0 0,-1-1 0 0 0,0 1 0 0 0,1 0 0 0 0,-1 0 0 0 0,0 0 0 0 0,1-1 0 0 0,-1 1 0 0 0,0 0 0 0 0,1 0 0 0 0,-1-1 0 0 0,1 1 0 0 0,-1-1 0 0 0,1 1 0 0 0,-1 0 0 0 0,1-1 0 0 0,-1 1 0 0 0,1-1 0 0 0,-1 1 0 0 0,1-1 0 0 0,-1 0 0 0 0,1 1 0 0 0,0-1 0 0 0,-1 1 0 0 0,1-1 0 0 0,0 0 0 0 0,0 1 0 0 0,-1-2 0 0 0,11-2 1404 0 0,157-35 4645 0 0,-50 16-5466 0 0,-11 3-4338 0 0,-85 15-2344 0 0</inkml:trace>
</inkml:ink>
</file>

<file path=ppt/ink/ink2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7.8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9 3225 0 0,'-2'-8'5658'0'0,"10"15"-5182"0"0,-1 0-1 0 0,0 1 1 0 0,0 0 0 0 0,-1 0-1 0 0,0 0 1 0 0,-1 1-1 0 0,1 0 1 0 0,-2 0-1 0 0,1 1 1 0 0,-1-1 0 0 0,-1 1-1 0 0,0 0 1 0 0,0 0-1 0 0,2 20 1 0 0,1 17-91 0 0,-2 1 1 0 0,-2 48-1 0 0,-1-38-226 0 0,2-3-1539 0 0,14 71 0 0 0,-12-102-3942 0 0</inkml:trace>
</inkml:ink>
</file>

<file path=ppt/ink/ink2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8.1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65 8754 0 0,'4'-36'1429'0'0,"-3"35"-1318"0"0,-1-1 0 0 0,1 0 0 0 0,-1 0 0 0 0,1 0 0 0 0,0 1 0 0 0,-1-1 0 0 0,1 0 0 0 0,0 1 0 0 0,0-1 0 0 0,0 0 0 0 0,0 1 0 0 0,1-1 0 0 0,-1 1-1 0 0,0 0 1 0 0,1-1 0 0 0,2-1 0 0 0,-4 3-49 0 0,1 0-1 0 0,-1 1 1 0 0,0-1-1 0 0,1 0 1 0 0,-1 0-1 0 0,0 0 1 0 0,1 1-1 0 0,-1-1 1 0 0,1 0-1 0 0,-1 0 1 0 0,0 1-1 0 0,0-1 1 0 0,1 0-1 0 0,-1 1 1 0 0,0-1-1 0 0,0 0 0 0 0,1 1 1 0 0,-1-1-1 0 0,0 0 1 0 0,0 1-1 0 0,0-1 1 0 0,1 1-1 0 0,-1-1 1 0 0,0 0-1 0 0,0 1 1 0 0,0-1-1 0 0,0 1 1 0 0,0-1-1 0 0,0 1 1 0 0,0-1-1 0 0,0 0 1 0 0,0 1-1 0 0,0 0 1 0 0,2 20 1065 0 0,-2-19-859 0 0,3 54 1803 0 0,-1-16-724 0 0,10 57-1 0 0,-9-84-1195 0 0,0 0 0 0 0,1 0 0 0 0,1-1 1 0 0,0 1-1 0 0,0-1 0 0 0,1 0 0 0 0,1-1 0 0 0,11 16 0 0 0,-13-19-80 0 0,1-1 0 0 0,0 0 0 0 0,1 0 0 0 0,0 0 0 0 0,0-1 0 0 0,0 0-1 0 0,1 0 1 0 0,-1-1 0 0 0,2 0 0 0 0,-1-1 0 0 0,11 5 0 0 0,-13-7-297 0 0,-1-1-1 0 0,1 1 1 0 0,0-1 0 0 0,1 0-1 0 0,-1-1 1 0 0,0 0 0 0 0,0 0 0 0 0,0 0-1 0 0,0-1 1 0 0,0 1 0 0 0,0-2 0 0 0,0 1-1 0 0,0 0 1 0 0,0-1 0 0 0,-1 0-1 0 0,1-1 1 0 0,0 1 0 0 0,6-5 0 0 0,9-7-6459 0 0</inkml:trace>
</inkml:ink>
</file>

<file path=ppt/ink/ink2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8.5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2 12899 0 0,'-3'0'576'0'0,"1"0"112"0"0,0 0-552 0 0,2-2-136 0 0,2 2 0 0 0,0 0-320 0 0,1 0-88 0 0,1 0-16 0 0,3 0-8 0 0,1 4 336 0 0,1 1 96 0 0,0 3 0 0 0,-4-2 0 0 0</inkml:trace>
</inkml:ink>
</file>

<file path=ppt/ink/ink2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1.6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7834 0 0,'0'3'453'0'0,"0"0"0"0"0,1 1 0 0 0,-1-1 0 0 0,1 0 1 0 0,-1 0-1 0 0,1 1 0 0 0,0-1 0 0 0,0 0 0 0 0,1 0 0 0 0,2 4 1 0 0,-3-2-361 0 0,5 13 381 0 0,0 0-1 0 0,-2 1 1 0 0,0-1-1 0 0,-1 1 1 0 0,1 30-1 0 0,-11 94 986 0 0,5-110-1894 0 0,0 31-1560 0 0,2-46 832 0 0</inkml:trace>
</inkml:ink>
</file>

<file path=ppt/ink/ink2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2.2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0 118 8434 0 0,'1'-3'57'0'0,"-1"0"0"0"0,1 1 0 0 0,0-1 1 0 0,0 0-1 0 0,1 1 0 0 0,-1-1 0 0 0,0 1 0 0 0,4-5 1 0 0,-2 2-176 0 0,1-2 340 0 0,0 1-1 0 0,1 0 1 0 0,0 1 0 0 0,0-1-1 0 0,0 1 1 0 0,0 0-1 0 0,1 0 1 0 0,0 0-1 0 0,0 1 1 0 0,0 0 0 0 0,0 0-1 0 0,1 0 1 0 0,0 1-1 0 0,-1 0 1 0 0,1 1 0 0 0,0-1-1 0 0,1 1 1 0 0,-1 1-1 0 0,0-1 1 0 0,0 1 0 0 0,1 0-1 0 0,-1 1 1 0 0,1 0-1 0 0,-1 0 1 0 0,13 2-1 0 0,-18-1-241 0 0,0 0 0 0 0,0-1-1 0 0,0 1 1 0 0,0 0-1 0 0,0 0 1 0 0,0 0-1 0 0,0 1 1 0 0,0-1-1 0 0,0 0 1 0 0,0 1-1 0 0,-1-1 1 0 0,1 1-1 0 0,-1 0 1 0 0,1-1 0 0 0,-1 1-1 0 0,1 0 1 0 0,-1 0-1 0 0,0 0 1 0 0,0 0-1 0 0,0 0 1 0 0,0 0-1 0 0,-1 0 1 0 0,1 0-1 0 0,0 0 1 0 0,-1 1 0 0 0,1-1-1 0 0,-1 0 1 0 0,0 0-1 0 0,0 1 1 0 0,0 2-1 0 0,0 10-108 0 0,0 0-1 0 0,-1 0 1 0 0,-5 22-1 0 0,4-19 424 0 0,-6 22 260 0 0,5-32-288 0 0,1 0 0 0 0,0 0 1 0 0,1 0-1 0 0,0 0 0 0 0,0 1 0 0 0,1-1 0 0 0,0 0 0 0 0,0 1 0 0 0,2 8 0 0 0,-1-16-162 0 0,-1 0 0 0 0,1 0-1 0 0,-1 0 1 0 0,1 0 0 0 0,0 0 0 0 0,-1 0-1 0 0,1 0 1 0 0,0 0 0 0 0,0-1 0 0 0,0 1-1 0 0,-1 0 1 0 0,1 0 0 0 0,0-1 0 0 0,0 1 0 0 0,0 0-1 0 0,0-1 1 0 0,0 1 0 0 0,1-1 0 0 0,-1 1-1 0 0,0-1 1 0 0,0 0 0 0 0,0 0 0 0 0,0 1 0 0 0,0-1-1 0 0,1 0 1 0 0,-1 0 0 0 0,0 0 0 0 0,0 0-1 0 0,0 0 1 0 0,0 0 0 0 0,1-1 0 0 0,-1 1 0 0 0,0 0-1 0 0,0-1 1 0 0,1 1 0 0 0,49-19 952 0 0,-39 14-1390 0 0,62-19-3815 0 0</inkml:trace>
</inkml:ink>
</file>

<file path=ppt/ink/ink2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2.6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85 13363 0 0,'0'-1'40'0'0,"0"1"0"0"0,-1-1 0 0 0,1 1 0 0 0,0-1 0 0 0,0 0 0 0 0,0 1 0 0 0,0-1 0 0 0,0 0-1 0 0,-1 1 1 0 0,1-1 0 0 0,0 1 0 0 0,0-1 0 0 0,1 0 0 0 0,-1 1 0 0 0,0-1 0 0 0,0 0 0 0 0,0 1 0 0 0,0-1 0 0 0,0 1 0 0 0,1-1 0 0 0,-1 0 0 0 0,0 1 0 0 0,1-1 0 0 0,-1 1 0 0 0,0-1 0 0 0,1 1 0 0 0,-1-1 0 0 0,1 0 0 0 0,22-18-519 0 0,28-7-1707 0 0,-42 22 1817 0 0,1 1 1 0 0,-1 0-1 0 0,1 1 0 0 0,-1-1 0 0 0,1 2 1 0 0,0-1-1 0 0,0 2 0 0 0,-1-1 0 0 0,19 2 1 0 0,-16-1 368 0 0,-2-3 0 0 0</inkml:trace>
</inkml:ink>
</file>

<file path=ppt/ink/ink2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2.9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57 12443 0 0,'-1'0'0'0'0,"0"1"1"0"0,1-1-1 0 0,-1 1 1 0 0,0-1-1 0 0,0 1 1 0 0,0-1 0 0 0,1 1-1 0 0,-1 0 1 0 0,0-1-1 0 0,0 1 1 0 0,1 0-1 0 0,-1 0 1 0 0,1-1 0 0 0,-1 1-1 0 0,1 0 1 0 0,-1 0-1 0 0,1 0 1 0 0,0 0-1 0 0,-1 0 1 0 0,1 0 0 0 0,0 0-1 0 0,-1 0 1 0 0,1 0-1 0 0,0-1 1 0 0,0 1-1 0 0,0 0 1 0 0,0 0-1 0 0,0 0 1 0 0,0 0 0 0 0,0 0-1 0 0,1 0 1 0 0,-1 0-1 0 0,0 0 1 0 0,0 0-1 0 0,1 0 1 0 0,0 1 0 0 0,0-1-64 0 0,0 0 1 0 0,1 0-1 0 0,-1 0 1 0 0,0-1-1 0 0,1 1 1 0 0,-1 0-1 0 0,1-1 1 0 0,-1 1-1 0 0,1-1 1 0 0,-1 1-1 0 0,1-1 1 0 0,0 0-1 0 0,-1 0 1 0 0,1 0-1 0 0,-1 0 1 0 0,1 0-1 0 0,0 0 1 0 0,-1 0-1 0 0,1-1 1 0 0,-1 1-1 0 0,1 0 1 0 0,-1-1-1 0 0,3 0 1 0 0,13-5 1682 0 0,-1-2 1 0 0,1 0 0 0 0,22-15-1 0 0,6-2-848 0 0,2 5-4372 0 0,-38 18 2321 0 0</inkml:trace>
</inkml:ink>
</file>

<file path=ppt/ink/ink2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3.2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1 10394 0 0,'0'0'506'0'0,"12"16"79"0"0,-11-11-604 0 0,0 0 0 0 0,0-1 1 0 0,0 1-1 0 0,-1 0 0 0 0,0 0 0 0 0,0 0 0 0 0,0 0 0 0 0,-2 8 1 0 0,-11 44 295 0 0,10-45 37 0 0,-2 9 469 0 0,1 0 0 0 0,1 1 1 0 0,1 0-1 0 0,0 29 0 0 0,2-45-563 0 0,0 0 1 0 0,0 1-1 0 0,1-1 0 0 0,0 0 0 0 0,0 1 1 0 0,1-1-1 0 0,-1 0 0 0 0,1 0 0 0 0,0 0 1 0 0,1 0-1 0 0,0-1 0 0 0,0 1 1 0 0,0-1-1 0 0,0 1 0 0 0,1-1 0 0 0,0 0 1 0 0,0 0-1 0 0,0-1 0 0 0,8 7 0 0 0,-9-9-246 0 0,0-1-1 0 0,0 0 1 0 0,0 1-1 0 0,0-1 1 0 0,0 0-1 0 0,0 0 1 0 0,0-1-1 0 0,0 1 1 0 0,0-1 0 0 0,1 1-1 0 0,-1-1 1 0 0,0 0-1 0 0,0 0 1 0 0,1-1-1 0 0,-1 1 1 0 0,0-1-1 0 0,0 1 1 0 0,0-1-1 0 0,0 0 1 0 0,0 0-1 0 0,0 0 1 0 0,0-1-1 0 0,0 1 1 0 0,5-4-1 0 0,3-3-966 0 0,0 0 0 0 0,0 0 0 0 0,-1-1 0 0 0,14-16-1 0 0,-10 11-4412 0 0</inkml:trace>
</inkml:ink>
</file>

<file path=ppt/ink/ink2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3.6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38 9674 0 0,'-6'-10'3091'0'0,"1"-9"-3477"0"0,6 11-1368 0 0,9 19 1773 0 0,30 55-4054 0 0,-34-54 3603 0 0</inkml:trace>
</inkml:ink>
</file>

<file path=ppt/ink/ink2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4.0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13307 0 0,'10'38'1848'0'0,"-6"-17"-1366"0"0,7 40 844 0 0,-3-1 0 0 0,0 121 1 0 0,2 25 798 0 0,-9-190-2491 0 0,1-1-1 0 0,0 1 1 0 0,1-1 0 0 0,1 1 0 0 0,0-1 0 0 0,1 0 0 0 0,1-1 0 0 0,0 1-1 0 0,1-1 1 0 0,10 15 0 0 0</inkml:trace>
</inkml:ink>
</file>

<file path=ppt/ink/ink2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4.3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52 5065 0 0,'1'-2'291'0'0,"1"0"-1"0"0,0 0 1 0 0,0 0-1 0 0,0 1 1 0 0,0-1-1 0 0,0 1 0 0 0,0-1 1 0 0,0 1-1 0 0,0 0 1 0 0,0 0-1 0 0,1 0 1 0 0,-1 0-1 0 0,0 0 1 0 0,1 1-1 0 0,3-1 1 0 0,3-3-231 0 0,6-1 34 0 0,0 0 1 0 0,0 0 0 0 0,1 2-1 0 0,29-4 1 0 0,-34 6-594 0 0,1 1 1 0 0,0 0-1 0 0,0 1 1 0 0,12 2 0 0 0,-10 0-230 0 0</inkml:trace>
</inkml:ink>
</file>

<file path=ppt/ink/ink2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4.7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76 6913 0 0,'-20'-6'608'0'0,"16"5"-426"0"0,0 0 1 0 0,0-1-1 0 0,0 1 1 0 0,0 0-1 0 0,0 1 1 0 0,0-1-1 0 0,0 1 1 0 0,-5 0-1 0 0,8 0-35 0 0,1 1 0 0 0,-1 0 0 0 0,0-1 0 0 0,0 1 0 0 0,1 0 0 0 0,-1 0-1 0 0,0-1 1 0 0,1 1 0 0 0,-1 0 0 0 0,1 0 0 0 0,-1 0 0 0 0,1 0 0 0 0,0 0 0 0 0,-1 0-1 0 0,1 0 1 0 0,0 0 0 0 0,-1 0 0 0 0,1 0 0 0 0,0 0 0 0 0,0 0 0 0 0,0 0 0 0 0,0 0 0 0 0,0 0-1 0 0,0 0 1 0 0,1 2 0 0 0,2 32 2906 0 0,-2-31-2476 0 0,1 6-344 0 0,-1 0 0 0 0,2-1 0 0 0,-1 1 0 0 0,2-1 0 0 0,-1 0 0 0 0,1 1 1 0 0,0-2-1 0 0,1 1 0 0 0,0 0 0 0 0,12 14 0 0 0,-14-20-205 0 0,0 1-1 0 0,1 0 1 0 0,0-1-1 0 0,0 0 1 0 0,0 0-1 0 0,0 0 1 0 0,0 0-1 0 0,0-1 1 0 0,1 0-1 0 0,0 1 1 0 0,-1-2-1 0 0,1 1 1 0 0,0 0-1 0 0,0-1 1 0 0,0 0-1 0 0,0 0 1 0 0,0-1-1 0 0,0 1 1 0 0,0-1-1 0 0,0 0 1 0 0,0-1-1 0 0,0 1 1 0 0,6-2-1 0 0,-7 1-7 0 0,-1-1-1 0 0,1 1 1 0 0,-1-1-1 0 0,0 0 1 0 0,1 0-1 0 0,-1 0 1 0 0,0-1-1 0 0,0 1 1 0 0,0-1-1 0 0,-1 1 1 0 0,1-1-1 0 0,-1 0 1 0 0,1 0-1 0 0,-1 0 1 0 0,2-5-1 0 0,2 0 31 0 0,-2-1 0 0 0,1 0-1 0 0,-1 0 1 0 0,5-17-1 0 0,-7 18-159 0 0,0-1 0 0 0,0 1 0 0 0,-1-1 0 0 0,0 0 0 0 0,-1 1 0 0 0,0-1 0 0 0,0 0 0 0 0,-1 1 0 0 0,0-1 0 0 0,-1 0 0 0 0,-2-9 0 0 0,3 14 39 0 0,-1 1 1 0 0,0-1-1 0 0,1 0 0 0 0,-1 1 0 0 0,-1-1 0 0 0,1 1 1 0 0,0-1-1 0 0,-1 1 0 0 0,0 0 0 0 0,0 0 0 0 0,0 0 1 0 0,0 1-1 0 0,0-1 0 0 0,0 1 0 0 0,-1 0 1 0 0,1-1-1 0 0,-1 2 0 0 0,0-1 0 0 0,0 0 0 0 0,1 1 1 0 0,-1-1-1 0 0,0 1 0 0 0,0 0 0 0 0,0 1 0 0 0,-6-1 1 0 0,-5 0-702 0 0,0 0-1 0 0,0 1 1 0 0,0 1 0 0 0,0 1 0 0 0,-17 4 0 0 0,1 0-597 0 0</inkml:trace>
</inkml:ink>
</file>

<file path=ppt/ink/ink2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5.0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 49 9674 0 0,'0'-5'243'0'0,"0"0"0"0"0,-1 0 0 0 0,1 1 0 0 0,-1-1 0 0 0,0 0 0 0 0,0 1 0 0 0,-1-1 0 0 0,-1-4 0 0 0,3 9-240 0 0,0 0-1 0 0,0-1 0 0 0,0 1 1 0 0,-1 0-1 0 0,1 0 1 0 0,0 0-1 0 0,0 0 0 0 0,0 0 1 0 0,0 0-1 0 0,0 0 1 0 0,-1 0-1 0 0,1 0 0 0 0,0 0 1 0 0,0 0-1 0 0,0 0 1 0 0,0 0-1 0 0,0 0 0 0 0,-1 0 1 0 0,1 0-1 0 0,0 0 1 0 0,0 0-1 0 0,0 0 0 0 0,0 0 1 0 0,-1 0-1 0 0,1 0 1 0 0,0 0-1 0 0,0 0 0 0 0,0 0 1 0 0,0 0-1 0 0,0 0 1 0 0,0 0-1 0 0,-1 0 0 0 0,1 0 1 0 0,0 0-1 0 0,0 1 1 0 0,0-1-1 0 0,0 0 0 0 0,0 0 1 0 0,0 0-1 0 0,0 0 1 0 0,-1 0-1 0 0,1 0 0 0 0,0 0 1 0 0,0 1-1 0 0,0-1 1 0 0,0 0-1 0 0,0 0 0 0 0,0 0 1 0 0,0 0-1 0 0,0 1 1 0 0,-5 15 1088 0 0,1 41 331 0 0,3-1 1 0 0,2 1-1 0 0,3-1 1 0 0,16 82-1 0 0,-15-112-1523 0 0,1 1 0 0 0,1-1 0 0 0,14 32 0 0 0,8-5-7134 0 0</inkml:trace>
</inkml:ink>
</file>

<file path=ppt/ink/ink2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5.4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99 12899 0 0,'-1'-1'11'0'0,"1"1"1"0"0,0 0-1 0 0,-1 0 1 0 0,1-1-1 0 0,-1 1 1 0 0,1 0 0 0 0,0-1-1 0 0,-1 1 1 0 0,1-1-1 0 0,-1 1 1 0 0,1 0-1 0 0,0-1 1 0 0,0 1-1 0 0,-1-1 1 0 0,1 1-1 0 0,0-1 1 0 0,0 1-1 0 0,0-1 1 0 0,-1 1 0 0 0,1-1-1 0 0,0 1 1 0 0,0-1-1 0 0,0 1 1 0 0,0-1-1 0 0,0 1 1 0 0,0-1-1 0 0,0 1 1 0 0,0-1-1 0 0,0 0 1 0 0,0 1-1 0 0,1-1 1 0 0,-1 1 0 0 0,0-1-1 0 0,0 1 1 0 0,0 0-1 0 0,1-1 1 0 0,-1 1-1 0 0,0-1 1 0 0,1 0-1 0 0,22-19-1182 0 0,35-9-1256 0 0,-33 21 2361 0 0,1 2-1 0 0,0 0 1 0 0,0 2-1 0 0,0 1 1 0 0,52 0-1 0 0,-48 3-54 0 0</inkml:trace>
</inkml:ink>
</file>

<file path=ppt/ink/ink2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13.9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55 316 456 0 0,'-10'-26'992'0'0,"9"22"-734"0"0,0 0 1 0 0,0 1 0 0 0,-1-1 0 0 0,1 0 0 0 0,-1 1 0 0 0,0-1 0 0 0,0 1 0 0 0,0-1 0 0 0,-1 1 0 0 0,1 0 0 0 0,-1 0 0 0 0,0 0 0 0 0,1 0-1 0 0,-1 0 1 0 0,-1 1 0 0 0,-7 0 3735 0 0,11 3-3926 0 0,3 13 1084 0 0,3 8-1091 0 0,35 110 1352 0 0,-21-62-461 0 0,3-1 0 0 0,41 85 0 0 0,-54-134-775 0 0,2 0 1 0 0,24 32-1 0 0,-32-47-101 0 0,0 0 0 0 0,0 0 0 0 0,0-1 1 0 0,1 1-1 0 0,0-1 0 0 0,0 0 0 0 0,0-1 0 0 0,0 1 1 0 0,0-1-1 0 0,1 0 0 0 0,-1 0 0 0 0,1-1 0 0 0,0 1 1 0 0,0-1-1 0 0,7 1 0 0 0,-9-3-1 0 0,0 0 1 0 0,-1-1-1 0 0,1 1 1 0 0,-1-1-1 0 0,1 0 1 0 0,0 0-1 0 0,-1 0 1 0 0,0-1-1 0 0,1 1 1 0 0,-1-1-1 0 0,0 0 1 0 0,0 0-1 0 0,0 0 1 0 0,0 0-1 0 0,0 0 1 0 0,0-1-1 0 0,-1 1 0 0 0,1-1 1 0 0,-1 0-1 0 0,1 0 1 0 0,1-3-1 0 0,4-5 71 0 0,-1 0-1 0 0,0-1 0 0 0,-1 1 1 0 0,7-19-1 0 0,-5 6-89 0 0,-1 1 0 0 0,-1-2 0 0 0,5-47-1 0 0,-2-79 210 0 0,-6 66-205 0 0,0 16-206 0 0,-2 19-215 0 0,2 1-1 0 0,3 0 1 0 0,16-69 0 0 0,-22 117 312 0 0,0 0 0 0 0,0 1 0 0 0,0-1 0 0 0,0 0 0 0 0,0 1 0 0 0,0-1 0 0 0,0 1 0 0 0,0-1 0 0 0,1 0 0 0 0,-1 1 0 0 0,0-1 0 0 0,0 1-1 0 0,0-1 1 0 0,1 1 0 0 0,-1-1 0 0 0,0 1 0 0 0,1-1 0 0 0,-1 1 0 0 0,1-1 0 0 0,-1 1 0 0 0,0-1 0 0 0,1 1 0 0 0,-1 0 0 0 0,1-1 0 0 0,-1 1 0 0 0,1 0 0 0 0,0-1 0 0 0,-1 1 0 0 0,1 0-1 0 0,-1 0 1 0 0,1-1 0 0 0,-1 1 0 0 0,1 0 0 0 0,0 0 0 0 0,-1 0 0 0 0,1 0 0 0 0,-1 0 0 0 0,1 0 0 0 0,0 0 0 0 0,-1 0 0 0 0,1 0 0 0 0,0 0 0 0 0,-1 0 0 0 0,1 0 0 0 0,-1 0 0 0 0,1 1-1 0 0,-1-1 1 0 0,1 0 0 0 0,0 0 0 0 0,-1 1 0 0 0,1-1 0 0 0,-1 0 0 0 0,1 1 0 0 0,-1-1 0 0 0,1 1 0 0 0,-1-1 0 0 0,0 0 0 0 0,1 1 0 0 0,-1-1 0 0 0,1 2 0 0 0,6 6-1209 0 0</inkml:trace>
</inkml:ink>
</file>

<file path=ppt/ink/ink2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14.34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 34 9218 0 0,'0'-1'24'0'0,"0"1"-1"0"0,-1 0 1 0 0,1 0 0 0 0,0 0-1 0 0,-1 0 1 0 0,1 0 0 0 0,0 0-1 0 0,0-1 1 0 0,-1 1 0 0 0,1 0-1 0 0,0 0 1 0 0,0-1 0 0 0,-1 1-1 0 0,1 0 1 0 0,0 0 0 0 0,0-1-1 0 0,0 1 1 0 0,-1 0-1 0 0,1 0 1 0 0,0-1 0 0 0,0 1-1 0 0,0 0 1 0 0,0-1 0 0 0,0 1-1 0 0,0 0 1 0 0,0-1 0 0 0,0 1-1 0 0,0 0 1 0 0,0-1 0 0 0,0 1-1 0 0,0 0 1 0 0,0-1 0 0 0,0 1-1 0 0,0 0 1 0 0,0 0 0 0 0,0-1-1 0 0,0 1 1 0 0,0 0 0 0 0,0-1-1 0 0,0 1 1 0 0,0 0 0 0 0,1-1-1 0 0,-1 1 1 0 0,0 0 0 0 0,0-1-1 0 0,19-8 348 0 0,28-1-118 0 0,-41 9-558 0 0,0 1 1 0 0,1 0-1 0 0,-1 0 0 0 0,0 0 0 0 0,1 1 0 0 0,11 2 0 0 0,-14-1-430 0 0,1-1 0 0 0,-1 1 0 0 0,0 0 0 0 0,1 0-1 0 0,-1 0 1 0 0,4 4 0 0 0,-2-1 214 0 0</inkml:trace>
</inkml:ink>
</file>

<file path=ppt/ink/ink2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14.69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0 152 8290 0 0,'1'-1'3'0'0,"-1"1"-1"0"0,0-1 1 0 0,1 0 0 0 0,-1 0 0 0 0,0 0-1 0 0,1 0 1 0 0,-1 1 0 0 0,1-1 0 0 0,-1 0-1 0 0,1 1 1 0 0,0-1 0 0 0,-1 0 0 0 0,1 1-1 0 0,0-1 1 0 0,0 1 0 0 0,-1-1 0 0 0,1 1-1 0 0,0-1 1 0 0,0 1 0 0 0,0-1 0 0 0,-1 1 0 0 0,3 0-1 0 0,36-22-676 0 0,-10 6 393 0 0,2-5 169 0 0,-4 3 177 0 0,32-17-1 0 0,-51 31-40 0 0,1 0 0 0 0,0 1 0 0 0,-1-1 0 0 0,1 2-1 0 0,0-1 1 0 0,1 1 0 0 0,-1 1 0 0 0,15-1 0 0 0,-11 3-550 0 0,1 3-2041 0 0</inkml:trace>
</inkml:ink>
</file>

<file path=ppt/ink/ink2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15.60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53 103 5529 0 0,'-4'-6'428'0'0,"0"0"1"0"0,0 0-1 0 0,1 0 0 0 0,0-1 0 0 0,1 1 0 0 0,-4-12 1 0 0,4 11 415 0 0,0-1 0 0 0,-1 1 0 0 0,0-1 0 0 0,-7-9 0 0 0,3 57 1212 0 0,27 228-58 0 0,-3-75-1210 0 0,-4-85-1361 0 0,-4-41-1077 0 0,-5 0-3823 0 0,-4-44 1181 0 0</inkml:trace>
</inkml:ink>
</file>

<file path=ppt/ink/ink2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16.13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61 47 2304 0 0,'-2'-3'-316'0'0,"-12"-24"4414"0"0,14 26-3865 0 0,-1 0-1 0 0,0-1 1 0 0,1 1-1 0 0,-1 0 1 0 0,0 0-1 0 0,0 0 1 0 0,0 0 0 0 0,1 0-1 0 0,-1 0 1 0 0,0 0-1 0 0,-1 0 1 0 0,1 1-1 0 0,0-1 1 0 0,0 0-1 0 0,0 1 1 0 0,-2-2-1 0 0,2 3-160 0 0,0-1 0 0 0,1 0-1 0 0,-1 1 1 0 0,0-1 0 0 0,0 1-1 0 0,1-1 1 0 0,-1 1-1 0 0,0 0 1 0 0,1-1 0 0 0,-1 1-1 0 0,1 0 1 0 0,-1-1 0 0 0,1 1-1 0 0,-1 0 1 0 0,1 0-1 0 0,-1-1 1 0 0,1 1 0 0 0,0 0-1 0 0,-1 0 1 0 0,1 0-1 0 0,0-1 1 0 0,0 1 0 0 0,0 0-1 0 0,-1 2 1 0 0,-3 24 256 0 0,4-25-254 0 0,-8 91 1246 0 0,5 0 0 0 0,10 108-1 0 0,-7 57-3584 0 0,-3-214-2819 0 0</inkml:trace>
</inkml:ink>
</file>

<file path=ppt/ink/ink2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16.7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9 102 3681 0 0,'-1'-2'173'0'0,"-1"0"0"0"0,1-1 0 0 0,0 1 0 0 0,1-1 0 0 0,-1 0 1 0 0,0 1-1 0 0,1-1 0 0 0,-1 0 0 0 0,1 1 0 0 0,0-1 0 0 0,0 0 0 0 0,0 0 0 0 0,0 1 1 0 0,0-1-1 0 0,1 0 0 0 0,0 1 0 0 0,-1-1 0 0 0,1 0 0 0 0,0 1 0 0 0,0-1 0 0 0,2-2 1 0 0,-2 2-89 0 0,0 0 1 0 0,0 0 0 0 0,0 0 0 0 0,0 1 0 0 0,1-1 0 0 0,0 0 0 0 0,-1 1 0 0 0,1-1-1 0 0,0 1 1 0 0,0 0 0 0 0,0 0 0 0 0,1 0 0 0 0,2-2 0 0 0,-4 3-30 0 0,1 1 1 0 0,-1-1 0 0 0,1 0-1 0 0,-1 1 1 0 0,1 0 0 0 0,0-1-1 0 0,-1 1 1 0 0,1 0-1 0 0,-1 0 1 0 0,1 0 0 0 0,0 0-1 0 0,-1 0 1 0 0,1 0 0 0 0,0 1-1 0 0,-1-1 1 0 0,1 0-1 0 0,-1 1 1 0 0,1 0 0 0 0,-1-1-1 0 0,1 1 1 0 0,-1 0 0 0 0,1-1-1 0 0,-1 1 1 0 0,2 2-1 0 0,6 2 78 0 0,-1 0-1 0 0,0 1 0 0 0,0 1 0 0 0,0-1 0 0 0,-1 1 0 0 0,0 0 0 0 0,-1 1 0 0 0,11 15 0 0 0,-14-19-159 0 0,-1 1 0 0 0,1 0-1 0 0,-1 0 1 0 0,-1 0 0 0 0,1 1 0 0 0,0-1 0 0 0,-1 0 0 0 0,0 1 0 0 0,-1-1-1 0 0,1 1 1 0 0,-1-1 0 0 0,0 1 0 0 0,0-1 0 0 0,-1 0 0 0 0,0 1 0 0 0,0-1-1 0 0,-3 10 1 0 0,-1 1-143 0 0,-1 0 0 0 0,0 0-1 0 0,-2-1 1 0 0,1 0-1 0 0,-20 26 1 0 0,26-41 235 0 0,0 1-1 0 0,1 0 1 0 0,-1 0-1 0 0,0-1 1 0 0,0 1-1 0 0,1 0 1 0 0,-1 0-1 0 0,1 0 0 0 0,-1 0 1 0 0,1 0-1 0 0,-1 0 1 0 0,1 0-1 0 0,-1 0 1 0 0,1 0-1 0 0,0 0 1 0 0,0 0-1 0 0,-1 0 1 0 0,1 0-1 0 0,0 0 1 0 0,0 0-1 0 0,0 1 1 0 0,0-1-1 0 0,0 0 1 0 0,1 0-1 0 0,-1 0 1 0 0,0 0-1 0 0,0 0 1 0 0,1 2-1 0 0,1-2 5 0 0,-1 0-1 0 0,0 0 1 0 0,1 0-1 0 0,-1 0 1 0 0,1 0-1 0 0,-1 0 1 0 0,1 0-1 0 0,0 0 1 0 0,-1-1-1 0 0,1 1 1 0 0,0-1-1 0 0,0 1 1 0 0,-1-1-1 0 0,1 0 1 0 0,2 1-1 0 0,10 0 389 0 0,-1-1 0 0 0,0 0 0 0 0,20-3-1 0 0,38-14 1375 0 0,-58 13-1537 0 0,0 0 0 0 0,0 1 0 0 0,0 1 0 0 0,1 0-1 0 0,-1 0 1 0 0,22 1 0 0 0,-25 4-1141 0 0</inkml:trace>
</inkml:ink>
</file>

<file path=ppt/ink/ink2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25.75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214 21 8290 0 0,'3'-9'1098'0'0,"1"-1"201"0"0,-4 9-777 0 0,-1 3-177 0 0,0-1-62 0 0,-2 4-89 0 0,-163 231 1185 0 0,117-172 950 0 0,49-63-2308 0 0,0-1-1 0 0,0 0 0 0 0,0 1 1 0 0,0-1-1 0 0,0 0 1 0 0,0 1-1 0 0,0-1 0 0 0,0 1 1 0 0,0-1-1 0 0,0 0 0 0 0,0 1 1 0 0,0-1-1 0 0,0 0 1 0 0,0 1-1 0 0,0-1 0 0 0,0 0 1 0 0,1 1-1 0 0,-1-1 0 0 0,0 0 1 0 0,0 1-1 0 0,0-1 0 0 0,1 0 1 0 0,-1 0-1 0 0,0 1 1 0 0,0-1-1 0 0,1 0 0 0 0,-1 0 1 0 0,0 1-1 0 0,1-1 0 0 0,-1 0 1 0 0,0 0-1 0 0,1 0 1 0 0,-1 1-1 0 0,0-1 0 0 0,1 0 1 0 0,-1 0-1 0 0,0 0 0 0 0,1 0 1 0 0,-1 0-1 0 0,0 0 1 0 0,1 0-1 0 0,0 0 0 0 0,23 7-7 0 0,-17-6 48 0 0,37 12-287 0 0,-25-9 160 0 0,-1 1 1 0 0,0 1-1 0 0,0 1 1 0 0,21 11 0 0 0,-33-15 59 0 0,-1 1 0 0 0,0-1 1 0 0,-1 1-1 0 0,1 0 1 0 0,-1 0-1 0 0,1 0 1 0 0,-1 1-1 0 0,-1 0 1 0 0,1 0-1 0 0,0 0 0 0 0,-1 0 1 0 0,0 0-1 0 0,-1 0 1 0 0,1 1-1 0 0,-1 0 1 0 0,0-1-1 0 0,3 13 0 0 0,-4-12 18 0 0,0 0 1 0 0,-1 0-1 0 0,1 0 0 0 0,-1 0 0 0 0,0 1 0 0 0,-1-1 0 0 0,0 0 0 0 0,1 0 0 0 0,-2 0 0 0 0,1 0 0 0 0,-1 0 0 0 0,0 0 0 0 0,0 0 0 0 0,-1 0 0 0 0,0-1 0 0 0,0 1 0 0 0,0-1 0 0 0,0 0 0 0 0,-1 0 0 0 0,-5 5 0 0 0,-8 8 467 0 0,-1-2-1 0 0,-1 0 0 0 0,-40 26 0 0 0,36-27-827 0 0,1 1-1 0 0,-21 21 1 0 0,35-22-2229 0 0,7-10 1262 0 0</inkml:trace>
</inkml:ink>
</file>

<file path=ppt/ink/ink2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26.43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14 6913 0 0,'1'-14'5372'0'0,"2"28"-4223"0"0,1 34-1103 0 0,-6 66 616 0 0,-1 25-313 0 0,8-47-4823 0 0,-3-74 162 0 0</inkml:trace>
</inkml:ink>
</file>

<file path=ppt/ink/ink2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26.84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0 155 11979 0 0,'7'-6'537'0'0,"0"2"1"0"0,1-1 0 0 0,-1 1 0 0 0,10-5-1 0 0,-6 3-481 0 0,29-13-230 0 0,0 1 0 0 0,2 2-1 0 0,45-12 1 0 0,5 3-3406 0 0,-77 21 1956 0 0,-1 1-1 0 0,1 0 0 0 0,0 1 0 0 0,27-1 1 0 0,0 11 744 0 0,-34-6 1037 0 0</inkml:trace>
</inkml:ink>
</file>

<file path=ppt/ink/ink2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28.25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411 49 5329 0 0,'-1'-3'79'0'0,"0"0"0"0"0,0 1 0 0 0,0-1 0 0 0,0 0 0 0 0,0 1 0 0 0,0-1 0 0 0,-1 1 0 0 0,1 0 0 0 0,-1-1 0 0 0,0 1 0 0 0,1 0 0 0 0,-1 0 0 0 0,0 0 0 0 0,0 0 0 0 0,-1 0 0 0 0,1 1-1 0 0,0-1 1 0 0,-1 1 0 0 0,1-1 0 0 0,-3 0 0 0 0,2 1 24 0 0,0 1-1 0 0,0-1 0 0 0,0 1 0 0 0,0 0 1 0 0,0 0-1 0 0,0 0 0 0 0,0 0 1 0 0,0 1-1 0 0,0-1 0 0 0,0 1 0 0 0,0 0 1 0 0,0 0-1 0 0,0 0 0 0 0,0 0 1 0 0,-4 2-1 0 0,-4 4 188 0 0,-1 1 0 0 0,2 0-1 0 0,-1 0 1 0 0,1 1 0 0 0,0 0 0 0 0,1 1 0 0 0,-10 12-1 0 0,-15 22 1225 0 0,-50 91 0 0 0,82-132-1497 0 0,1 0 1 0 0,0 0-1 0 0,0 1 1 0 0,0-1 0 0 0,0 1-1 0 0,0-1 1 0 0,1 0 0 0 0,0 1-1 0 0,0-1 1 0 0,0 1-1 0 0,0-1 1 0 0,0 1 0 0 0,0-1-1 0 0,1 1 1 0 0,0-1 0 0 0,0 1-1 0 0,0-1 1 0 0,0 0-1 0 0,0 1 1 0 0,1-1 0 0 0,-1 0-1 0 0,1 0 1 0 0,0 0-1 0 0,0 0 1 0 0,0-1 0 0 0,4 5-1 0 0,8 8-103 0 0,0-1 0 0 0,0-1 0 0 0,28 19 0 0 0,-9-6-283 0 0,-26-20 363 0 0,0 1 0 0 0,0 0-1 0 0,-1 1 1 0 0,0 0-1 0 0,-1 0 1 0 0,1 0 0 0 0,-1 1-1 0 0,-1-1 1 0 0,0 1 0 0 0,0 0-1 0 0,-1 0 1 0 0,0 1-1 0 0,3 15 1 0 0,-5-19 53 0 0,0 0 0 0 0,-1 0 1 0 0,1 0-1 0 0,-1 0 0 0 0,-1 0 0 0 0,1 0 0 0 0,-1-1 0 0 0,0 1 1 0 0,0 0-1 0 0,-1 0 0 0 0,1-1 0 0 0,-1 1 0 0 0,0-1 0 0 0,-1 1 1 0 0,0-1-1 0 0,0 0 0 0 0,0 0 0 0 0,0 0 0 0 0,-1 0 0 0 0,1-1 1 0 0,-1 1-1 0 0,0-1 0 0 0,-8 6 0 0 0,0-1-1 0 0,0 0-1 0 0,-1-1 0 0 0,1 0 1 0 0,-1-1-1 0 0,-1-1 0 0 0,1 0 1 0 0,-1-1-1 0 0,0 0 0 0 0,-1-1 1 0 0,1-1-1 0 0,-1 0 0 0 0,0-1 1 0 0,1 0-1 0 0,-25-2 0 0 0,14 0-2375 0 0,13 0-2513 0 0</inkml:trace>
</inkml:ink>
</file>

<file path=ppt/ink/ink2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28.7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6 130 3681 0 0,'-1'-2'25'0'0,"0"0"1"0"0,0 1 0 0 0,1-1 0 0 0,-1 0-1 0 0,1 0 1 0 0,-1-1 0 0 0,1 1-1 0 0,0 0 1 0 0,0 0 0 0 0,0 0-1 0 0,0 0 1 0 0,0 0 0 0 0,0 0 0 0 0,0 0-1 0 0,1 0 1 0 0,-1 0 0 0 0,1 0-1 0 0,0 0 1 0 0,-1 0 0 0 0,1 0-1 0 0,0 0 1 0 0,0 0 0 0 0,0 0 0 0 0,2-2-1 0 0,0-2 75 0 0,1 1-1 0 0,-1-1 0 0 0,1 0 1 0 0,0 1-1 0 0,1 0 1 0 0,-1 0-1 0 0,6-4 0 0 0,-4 5 107 0 0,0 0 0 0 0,-1 1 0 0 0,2 0 0 0 0,-1 0 0 0 0,0 0 0 0 0,0 1 0 0 0,1 0 0 0 0,-1 0 0 0 0,1 1 0 0 0,0-1 0 0 0,0 2 0 0 0,-1-1 0 0 0,9 1-1 0 0,-13 0-129 0 0,1 0-1 0 0,0 0 1 0 0,-1 1-1 0 0,1-1 0 0 0,-1 1 1 0 0,1 0-1 0 0,0 0 0 0 0,-1 0 1 0 0,0 0-1 0 0,1 0 0 0 0,-1 0 1 0 0,0 1-1 0 0,1-1 0 0 0,-1 1 1 0 0,0 0-1 0 0,0-1 1 0 0,0 1-1 0 0,-1 0 0 0 0,1 0 1 0 0,0 0-1 0 0,-1 1 0 0 0,1-1 1 0 0,-1 0-1 0 0,0 1 0 0 0,1-1 1 0 0,-1 0-1 0 0,0 1 0 0 0,-1-1 1 0 0,1 1-1 0 0,0 0 1 0 0,-1-1-1 0 0,1 1 0 0 0,-1 0 1 0 0,0-1-1 0 0,0 4 0 0 0,-1 33 232 0 0,-2 0 0 0 0,-2 0-1 0 0,-1 0 1 0 0,-2-1 0 0 0,-20 59 0 0 0,19-73 598 0 0,6-19-468 0 0,1 0 0 0 0,0 0 0 0 0,1 0 1 0 0,-1 0-1 0 0,1 0 0 0 0,0 0 0 0 0,0 7 0 0 0,1-11-422 0 0,0-1 0 0 0,0 0-1 0 0,1 1 1 0 0,-1-1 0 0 0,0 0 0 0 0,1 1 0 0 0,-1-1 0 0 0,0 0-1 0 0,1 0 1 0 0,-1 1 0 0 0,0-1 0 0 0,1 0 0 0 0,-1 0 0 0 0,1 0-1 0 0,-1 1 1 0 0,0-1 0 0 0,1 0 0 0 0,-1 0 0 0 0,1 0 0 0 0,-1 0 0 0 0,0 0-1 0 0,1 0 1 0 0,-1 0 0 0 0,1 0 0 0 0,-1 0 0 0 0,1 0 0 0 0,-1 0-1 0 0,0 0 1 0 0,1 0 0 0 0,-1 0 0 0 0,1 0 0 0 0,-1-1 0 0 0,0 1-1 0 0,1 0 1 0 0,-1 0 0 0 0,1-1 0 0 0,20-5-408 0 0,-17 5 370 0 0,72-31-2172 0 0,-58 25 1367 0 0</inkml:trace>
</inkml:ink>
</file>

<file path=ppt/ink/ink2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29.11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5 108 10594 0 0,'0'0'44'0'0,"-1"-1"-1"0"0,1 1 1 0 0,0 0-1 0 0,-1-1 1 0 0,1 1-1 0 0,0-1 0 0 0,-1 1 1 0 0,1-1-1 0 0,0 1 1 0 0,0-1-1 0 0,-1 1 1 0 0,1-1-1 0 0,0 1 1 0 0,0-1-1 0 0,0 1 0 0 0,0-1 1 0 0,0 1-1 0 0,0-1 1 0 0,0 0-1 0 0,0 1 1 0 0,0-1-1 0 0,0 1 1 0 0,0-1-1 0 0,0 1 0 0 0,0-1 1 0 0,1 1-1 0 0,-1-1 1 0 0,0 1-1 0 0,1-1 1 0 0,14-16 184 0 0,31-11-1013 0 0,-39 24 693 0 0,4-3-399 0 0,1 1 1 0 0,-1 1-1 0 0,1 0 1 0 0,0 0-1 0 0,0 1 0 0 0,0 1 1 0 0,0 0-1 0 0,1 1 0 0 0,15-1 1 0 0,-19 4 436 0 0</inkml:trace>
</inkml:ink>
</file>

<file path=ppt/ink/ink2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29.46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28 141 10594 0 0,'-12'1'532'0'0,"-3"-2"1028"0"0,15 1-1504 0 0,0 0-1 0 0,0-1 1 0 0,-1 1-1 0 0,1 0 1 0 0,0-1-1 0 0,0 1 1 0 0,0 0-1 0 0,0-1 1 0 0,0 1-1 0 0,0-1 1 0 0,0 1 0 0 0,0 0-1 0 0,0-1 1 0 0,0 1-1 0 0,0 0 1 0 0,0-1-1 0 0,0 1 1 0 0,1-1-1 0 0,-1 1 1 0 0,0 0-1 0 0,0-1 1 0 0,0 1-1 0 0,0 0 1 0 0,1-1-1 0 0,-1 1 1 0 0,0 0 0 0 0,0 0-1 0 0,1-1 1 0 0,-1 1-1 0 0,0 0 1 0 0,1 0-1 0 0,-1-1 1 0 0,0 1-1 0 0,0 0 1 0 0,1 0-1 0 0,-1 0 1 0 0,1-1-1 0 0,9-8-259 0 0,0 0-1 0 0,1 0 0 0 0,0 1 0 0 0,0 0 1 0 0,1 1-1 0 0,0 0 0 0 0,0 1 0 0 0,16-6 1 0 0,8-1-2064 0 0,64-15 1 0 0,-34 19-1979 0 0,-56 6 4138 0 0</inkml:trace>
</inkml:ink>
</file>

<file path=ppt/ink/ink2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29.98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70 1 7834 0 0,'-1'3'324'0'0,"-1"0"1"0"0,1 0-1 0 0,0 0 1 0 0,1 1-1 0 0,-1-1 1 0 0,0 0-1 0 0,1 6 1 0 0,-2 2-298 0 0,-21 73 754 0 0,-8 43 611 0 0,28-112-928 0 0,2-1 1 0 0,-1 0-1 0 0,2 1 0 0 0,0-1 0 0 0,0 1 0 0 0,5 23 0 0 0,-3-30-206 0 0,0 0 0 0 0,1 0-1 0 0,-1 0 1 0 0,2 0-1 0 0,-1-1 1 0 0,1 0 0 0 0,0 0-1 0 0,10 13 1 0 0,-13-18-260 0 0,1 0 0 0 0,-1 0 0 0 0,1-1 0 0 0,0 1 0 0 0,-1-1 0 0 0,1 1 0 0 0,0-1 0 0 0,0 0 1 0 0,0 0-1 0 0,0 0 0 0 0,0 0 0 0 0,0 0 0 0 0,1 0 0 0 0,-1 0 0 0 0,0-1 0 0 0,0 1 0 0 0,1-1 0 0 0,-1 0 1 0 0,0 0-1 0 0,1 1 0 0 0,-1-1 0 0 0,0-1 0 0 0,1 1 0 0 0,-1 0 0 0 0,0-1 0 0 0,0 1 0 0 0,1-1 0 0 0,-1 1 1 0 0,0-1-1 0 0,0 0 0 0 0,0 0 0 0 0,0 0 0 0 0,0 0 0 0 0,0-1 0 0 0,3-2 0 0 0,6-4-799 0 0,-1 0-1 0 0,0-1 1 0 0,0-1-1 0 0,13-17 1 0 0,-10 9-4399 0 0</inkml:trace>
</inkml:ink>
</file>

<file path=ppt/ink/ink2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30.36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 32 13827 0 0,'-6'-7'608'0'0,"5"3"128"0"0,1 1-584 0 0,0 1-152 0 0,1 0 0 0 0,1 0 0 0 0,0 1-136 0 0,1-1-56 0 0,3-2-16 0 0,1 1 0 0 0,1 1-592 0 0,-1 4-128 0 0,-1 0-16 0 0,-1 3-9 0 0,0 2 745 0 0,-1-2 208 0 0,-1 0-80 0 0,1-1 80 0 0</inkml:trace>
</inkml:ink>
</file>

<file path=ppt/ink/ink2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31.78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34 2761 0 0,'1'-3'266'0'0,"15"-28"12016"0"0,-18 91-11461 0 0,2 0 1 0 0,3 0 0 0 0,14 80 0 0 0,-14-117-878 0 0,-2-10-266 0 0,1 0 0 0 0,0 0 0 0 0,1 0 0 0 0,0-1 0 0 0,1 1 0 0 0,0-1-1 0 0,8 15 1 0 0,-9-23-902 0 0</inkml:trace>
</inkml:ink>
</file>

<file path=ppt/ink/ink2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32.43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26 1 6913 0 0,'-1'3'42'0'0,"1"0"-1"0"0,-1 1 1 0 0,0-1-1 0 0,1 0 1 0 0,0 1-1 0 0,0-1 0 0 0,0 1 1 0 0,0-1-1 0 0,1 7 1 0 0,0 7 638 0 0,-13 95 2890 0 0,5-60-2067 0 0,3 0-1 0 0,2 79 1 0 0,8 16-1876 0 0,-5-50-3171 0 0,-1-77 2305 0 0</inkml:trace>
</inkml:ink>
</file>

<file path=ppt/ink/ink2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33.11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26 216 4145 0 0,'-3'-4'94'0'0,"1"1"1"0"0,-1-1-1 0 0,0 0 0 0 0,1 0 1 0 0,0 0-1 0 0,0 0 0 0 0,0 0 1 0 0,1-1-1 0 0,-1 1 1 0 0,1-1-1 0 0,0 1 0 0 0,0-1 1 0 0,1 1-1 0 0,0-1 0 0 0,-1 1 1 0 0,1-1-1 0 0,1 0 1 0 0,-1 1-1 0 0,1-1 0 0 0,-1 1 1 0 0,1-1-1 0 0,3-7 0 0 0,-1 6-4 0 0,-1 1 0 0 0,1 0 0 0 0,0 0 0 0 0,0 1 0 0 0,1-1 0 0 0,0 1 0 0 0,-1 0 0 0 0,1-1 0 0 0,1 2 0 0 0,-1-1 0 0 0,0 0 0 0 0,1 1 0 0 0,0 0 0 0 0,0 0 0 0 0,0 0 0 0 0,0 1-1 0 0,0 0 1 0 0,8-3 0 0 0,19-5 644 0 0,50-9 0 0 0,-74 17-644 0 0,1 1-1 0 0,-1 0 1 0 0,0 1-1 0 0,0 0 1 0 0,0 0 0 0 0,1 0-1 0 0,-1 1 1 0 0,0 0 0 0 0,0 1-1 0 0,0 0 1 0 0,0 0-1 0 0,9 5 1 0 0,-13-5-94 0 0,-1 0 0 0 0,0 0 0 0 0,0 0-1 0 0,0 1 1 0 0,0-1 0 0 0,0 1 0 0 0,-1 0 0 0 0,1 0 0 0 0,-1 0 0 0 0,1 0-1 0 0,-1 0 1 0 0,0 0 0 0 0,-1 1 0 0 0,1-1 0 0 0,1 6 0 0 0,0-2-34 0 0,-2 0 0 0 0,1 0 1 0 0,-1 1-1 0 0,0-1 0 0 0,-1 0 1 0 0,0 1-1 0 0,-1 12 0 0 0,0-7 21 0 0,-1 0-1 0 0,-1 0 1 0 0,0-1 0 0 0,-1 1-1 0 0,-1-1 1 0 0,1 0 0 0 0,-2-1-1 0 0,0 1 1 0 0,-7 10-1 0 0,2-6 136 0 0,-1-1-1 0 0,-1 0 0 0 0,0-1 0 0 0,-1 0 1 0 0,-1-2-1 0 0,0 1 0 0 0,0-2 0 0 0,-1 0 1 0 0,-1-1-1 0 0,0 0 0 0 0,-18 6 0 0 0,29-15 39 0 0,11-4-58 0 0,11-5 321 0 0,131-12 2519 0 0,-131 19-2652 0 0,0 1 0 0 0,1 0 0 0 0,-1 1 0 0 0,0 1 1 0 0,0 1-1 0 0,32 9 0 0 0,-39-8-464 0 0,-1 0 1 0 0,1 1-1 0 0,-1 0 1 0 0,0 1-1 0 0,14 11 1 0 0,10 8-3718 0 0</inkml:trace>
</inkml:ink>
</file>

<file path=ppt/ink/ink2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33.47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 5065 0 0,'1'0'122'0'0,"1"-1"0"0"0,-1 1-1 0 0,1 0 1 0 0,0 0 0 0 0,-1 0 0 0 0,1 0 0 0 0,0 0-1 0 0,-1 0 1 0 0,1 1 0 0 0,-1-1 0 0 0,1 0-1 0 0,0 1 1 0 0,-1-1 0 0 0,1 1 0 0 0,-1 0 0 0 0,1-1-1 0 0,-1 1 1 0 0,2 1 0 0 0,-1 1 155 0 0,0-1 0 0 0,0 1 0 0 0,-1 0 0 0 0,1-1 1 0 0,-1 1-1 0 0,0 0 0 0 0,0 0 0 0 0,0 0 0 0 0,0 0 0 0 0,0 1 0 0 0,-1-1 1 0 0,1 0-1 0 0,-1 0 0 0 0,0 0 0 0 0,0 0 0 0 0,0 4 0 0 0,-9 61 2198 0 0,3-33-1387 0 0,-3 147 1739 0 0,8-60-5058 0 0,1-89-3664 0 0</inkml:trace>
</inkml:ink>
</file>

<file path=ppt/ink/ink2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38.47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19 45 11522 0 0,'-2'-2'387'0'0,"0"-1"0"0"0,0 0-1 0 0,0 0 1 0 0,0 0 0 0 0,0 0-1 0 0,1 0 1 0 0,0 0 0 0 0,-2-4-1 0 0,3 7-383 0 0,0-1 1 0 0,0 1-1 0 0,-1 0 0 0 0,1-1 0 0 0,0 1 1 0 0,0 0-1 0 0,0-1 0 0 0,0 1 0 0 0,0-1 1 0 0,0 1-1 0 0,-1 0 0 0 0,1-1 0 0 0,0 1 1 0 0,0-1-1 0 0,0 1 0 0 0,0 0 0 0 0,1-1 1 0 0,-1 1-1 0 0,0-1 0 0 0,0 1 0 0 0,0 0 1 0 0,0-1-1 0 0,0 1 0 0 0,0-1 0 0 0,1 1 1 0 0,-1 0-1 0 0,0-1 0 0 0,0 1 0 0 0,0 0 1 0 0,1-1-1 0 0,-1 1 0 0 0,0 0 0 0 0,1-1 1 0 0,-1 1-1 0 0,0 0 0 0 0,1 0 0 0 0,-1 0 1 0 0,0-1-1 0 0,1 1 0 0 0,-1 0 0 0 0,0 0 1 0 0,1 0-1 0 0,-1 0 0 0 0,1-1 0 0 0,-1 1 1 0 0,0 0-1 0 0,1 0 0 0 0,-1 0 0 0 0,1 0 1 0 0,-1 0-1 0 0,0 0 0 0 0,1 0 0 0 0,-1 0 1 0 0,1 0-1 0 0,-1 0 0 0 0,0 1 0 0 0,1-1 1 0 0,-1 0-1 0 0,1 0 0 0 0,-1 0 0 0 0,0 0 1 0 0,1 0-1 0 0,-1 1 0 0 0,0-1 0 0 0,1 0 1 0 0,-1 0-1 0 0,1 1 0 0 0,0 0-305 0 0,0 0-1 0 0,0 0 1 0 0,0 0-1 0 0,1 1 0 0 0,-1-1 1 0 0,0 0-1 0 0,-1 0 1 0 0,1 1-1 0 0,0-1 1 0 0,0 0-1 0 0,-1 1 0 0 0,1-1 1 0 0,0 1-1 0 0,-1-1 1 0 0,0 1-1 0 0,1-1 1 0 0,-1 1-1 0 0,0 0 1 0 0,0-1-1 0 0,0 1 0 0 0,0-1 1 0 0,0 1-1 0 0,0 1 1 0 0,0 8-3155 0 0</inkml:trace>
</inkml:ink>
</file>

<file path=ppt/ink/ink2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38.82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7 10594 0 0,'0'-5'3392'0'0,"0"5"-3323"0"0,21-1-1196 0 0,-19 1 1038 0 0,0 0-1 0 0,0 0 1 0 0,0 0-1 0 0,0 0 1 0 0,0 1-1 0 0,0-1 1 0 0,0 0-1 0 0,0 1 0 0 0,0 0 1 0 0,0-1-1 0 0,0 1 1 0 0,0 0-1 0 0,0 0 1 0 0,-1 0-1 0 0,1 0 1 0 0,0 1-1 0 0,-1-1 1 0 0,1 0-1 0 0,-1 1 1 0 0,1-1-1 0 0,-1 1 1 0 0,2 1-1 0 0,-3 0 79 0 0</inkml:trace>
</inkml:ink>
</file>

<file path=ppt/ink/ink2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39.17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92 0 9218 0 0,'-4'2'290'0'0,"0"-1"0"0"0,0 1 0 0 0,1 0 1 0 0,-1 0-1 0 0,1 0 0 0 0,0 1 0 0 0,-1-1 0 0 0,1 1 0 0 0,0-1 0 0 0,-4 7 0 0 0,3-3-667 0 0,1 0 0 0 0,0 1 0 0 0,0-1-1 0 0,-4 14 1 0 0,4-10-977 0 0,-16 45 1183 0 0,12-39 159 0 0</inkml:trace>
  <inkml:trace contextRef="#ctx0" brushRef="#br0" timeOffset="1">39 584 10594 0 0,'-3'1'472'0'0,"-1"-1"96"0"0,3 2-455 0 0,-1-2-113 0 0,4 2 64 0 0,-2 0-64 0 0,0-1 0 0 0,0 1-385 0 0,-7 26-1303 0 0,1-18 1688 0 0</inkml:trace>
</inkml:ink>
</file>

<file path=ppt/ink/ink2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45.28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318 55 6449 0 0,'1'-18'1284'0'0,"0"16"-1081"0"0,-1-1 1 0 0,0 0 0 0 0,0 0-1 0 0,0 0 1 0 0,0 0 0 0 0,0 1-1 0 0,0-1 1 0 0,-1 0 0 0 0,0-3-1 0 0,1 5-163 0 0,-1 1-1 0 0,1-1 0 0 0,0 1 0 0 0,0 0 0 0 0,-1-1 0 0 0,1 1 1 0 0,0 0-1 0 0,-1 0 0 0 0,1-1 0 0 0,0 1 0 0 0,-1 0 1 0 0,1 0-1 0 0,0-1 0 0 0,-1 1 0 0 0,1 0 0 0 0,-1 0 0 0 0,1 0 1 0 0,0 0-1 0 0,-1 0 0 0 0,1 0 0 0 0,-1-1 0 0 0,1 1 0 0 0,0 0 1 0 0,-1 0-1 0 0,1 0 0 0 0,-1 1 0 0 0,-21 7 1274 0 0,9 2-809 0 0,-1 0 0 0 0,1 0 0 0 0,1 1 0 0 0,0 1-1 0 0,0 0 1 0 0,-17 26 0 0 0,-53 90 745 0 0,69-104-913 0 0,6-14-265 0 0,4-5-22 0 0,-1 0-1 0 0,1 1 1 0 0,0-1 0 0 0,1 1 0 0 0,-1-1 0 0 0,1 1 0 0 0,0 0-1 0 0,1 0 1 0 0,-1 0 0 0 0,0 7 0 0 0,3-13-60 0 0,-1 1 0 0 0,0-1 0 0 0,1 1 0 0 0,-1 0 0 0 0,0-1 0 0 0,1 1 0 0 0,-1-1 0 0 0,1 1 0 0 0,-1-1 0 0 0,1 0 0 0 0,-1 1 0 0 0,1-1 0 0 0,-1 0 0 0 0,1 1 0 0 0,-1-1 0 0 0,1 0 0 0 0,-1 1 0 0 0,1-1 0 0 0,0 0 0 0 0,-1 0 0 0 0,1 0 0 0 0,0 0 0 0 0,-1 1 0 0 0,1-1 0 0 0,-1 0 0 0 0,2 0 0 0 0,24 2-525 0 0,-16-1 329 0 0,13 3 174 0 0,0 0 1 0 0,-1 2-1 0 0,0 0 0 0 0,0 2 1 0 0,-1 1-1 0 0,0 0 1 0 0,0 1-1 0 0,-1 2 1 0 0,0 0-1 0 0,-1 1 1 0 0,-1 0-1 0 0,0 2 1 0 0,0 0-1 0 0,20 25 0 0 0,-36-38 40 0 0,-1 0-1 0 0,1 0 0 0 0,-1 1 1 0 0,0-1-1 0 0,0 0 0 0 0,0 0 1 0 0,0 1-1 0 0,0-1 0 0 0,0 1 1 0 0,-1-1-1 0 0,1 1 0 0 0,-1-1 1 0 0,1 1-1 0 0,-1-1 0 0 0,0 1 1 0 0,0 0-1 0 0,-1 2 0 0 0,0 1 54 0 0,0-1-1 0 0,0 0 0 0 0,-1 0 1 0 0,0 0-1 0 0,0 0 0 0 0,0 0 1 0 0,-1-1-1 0 0,-3 6 0 0 0,-1 0 99 0 0,-1 0-1 0 0,0 0 1 0 0,-1 0 0 0 0,0-1-1 0 0,-1 0 1 0 0,-12 9 0 0 0,-7-1 146 0 0,0-2 0 0 0,-1 0 0 0 0,-1-2 0 0 0,0-1 1 0 0,-34 8-1 0 0,-3 2-1831 0 0,3 3-3280 0 0</inkml:trace>
</inkml:ink>
</file>

<file path=ppt/ink/ink2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46.04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266 96 5529 0 0,'-4'-13'1117'0'0,"2"4"-562"0"0,-1 1-1 0 0,0-1 1 0 0,0 1 0 0 0,-1 0-1 0 0,0 0 1 0 0,-6-8-1 0 0,9 14-502 0 0,-1 1-1 0 0,1 0 1 0 0,0-1-1 0 0,-1 1 1 0 0,1 0-1 0 0,0 0 0 0 0,-1 0 1 0 0,1 0-1 0 0,-1 0 1 0 0,0 0-1 0 0,1 0 1 0 0,-1 1-1 0 0,0-1 0 0 0,1 1 1 0 0,-1-1-1 0 0,0 1 1 0 0,0 0-1 0 0,0-1 1 0 0,1 1-1 0 0,-1 0 0 0 0,0 0 1 0 0,0 0-1 0 0,0 1 1 0 0,1-1-1 0 0,-1 0 1 0 0,0 1-1 0 0,0-1 0 0 0,1 1 1 0 0,-1-1-1 0 0,0 1 1 0 0,1 0-1 0 0,-1 0 1 0 0,0 0-1 0 0,1 0 0 0 0,-1 0 1 0 0,1 0-1 0 0,-2 1 1 0 0,-5 5 243 0 0,-1 0 0 0 0,1 1 0 0 0,0 0 0 0 0,0 0 1 0 0,1 0-1 0 0,1 1 0 0 0,-1 0 0 0 0,-7 15 1 0 0,-36 84 1048 0 0,41-87-1243 0 0,2-4-52 0 0,1-1 0 0 0,0 1 0 0 0,2 1 1 0 0,0-1-1 0 0,1 1 0 0 0,0-1 0 0 0,2 1 0 0 0,0 0 0 0 0,1 0 0 0 0,3 28 1 0 0,-1-36-29 0 0,0-1 0 0 0,0 1 0 0 0,1 0 0 0 0,0-1 0 0 0,1 0 0 0 0,0 0 0 0 0,0 0 1 0 0,1 0-1 0 0,0-1 0 0 0,1 1 0 0 0,0-1 0 0 0,0-1 0 0 0,1 1 0 0 0,-1-1 0 0 0,2 0 1 0 0,-1-1-1 0 0,1 1 0 0 0,0-2 0 0 0,0 1 0 0 0,14 6 0 0 0,-16-9-2 0 0,0 0 1 0 0,0 0-1 0 0,1-1 1 0 0,-1 0-1 0 0,1 0 0 0 0,-1-1 1 0 0,1 0-1 0 0,-1 0 1 0 0,1-1-1 0 0,0 1 0 0 0,-1-1 1 0 0,1-1-1 0 0,0 1 1 0 0,8-3-1 0 0,-11 2 3 0 0,-1 0 0 0 0,1-1 0 0 0,-1 1 1 0 0,1-1-1 0 0,-1 0 0 0 0,0 0 0 0 0,0 0 0 0 0,0 0 0 0 0,0-1 0 0 0,0 1 0 0 0,0-1 0 0 0,-1 0 1 0 0,1 1-1 0 0,-1-1 0 0 0,0-1 0 0 0,1 1 0 0 0,-2 0 0 0 0,1 0 0 0 0,0-1 0 0 0,-1 1 1 0 0,1-1-1 0 0,-1 1 0 0 0,0-1 0 0 0,0 0 0 0 0,0 0 0 0 0,0-5 0 0 0,-1 2-33 0 0,1 0-1 0 0,-1 1 1 0 0,-1-1-1 0 0,1 1 1 0 0,-1-1-1 0 0,0 0 1 0 0,-1 1-1 0 0,1-1 1 0 0,-1 1 0 0 0,0 0-1 0 0,-1 0 1 0 0,0 0-1 0 0,0 0 1 0 0,0 0-1 0 0,-5-6 1 0 0,6 9-38 0 0,0 1 0 0 0,0-1 1 0 0,0 1-1 0 0,-1 0 0 0 0,1 0 1 0 0,0 0-1 0 0,-1 0 0 0 0,0 0 1 0 0,1 0-1 0 0,-1 1 1 0 0,0-1-1 0 0,0 1 0 0 0,0 0 1 0 0,0 0-1 0 0,0 0 0 0 0,0 0 1 0 0,0 0-1 0 0,0 1 0 0 0,0-1 1 0 0,0 1-1 0 0,-1 0 0 0 0,1 0 1 0 0,0 0-1 0 0,0 1 0 0 0,0-1 1 0 0,0 1-1 0 0,-1-1 0 0 0,1 1 1 0 0,0 0-1 0 0,0 0 1 0 0,0 1-1 0 0,1-1 0 0 0,-4 2 1 0 0,-14 9-945 0 0,0 0 0 0 0,1 1 0 0 0,0 1 0 0 0,1 0 1 0 0,1 2-1 0 0,-20 21 0 0 0,21-17-2700 0 0</inkml:trace>
</inkml:ink>
</file>

<file path=ppt/ink/ink2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46.80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37 100 5985 0 0,'-28'-3'1730'0'0,"20"0"502"0"0,18-2-1067 0 0,194-30 3217 0 0,-80 16-3531 0 0,-87 11-1166 0 0,52-19 0 0 0</inkml:trace>
</inkml:ink>
</file>

<file path=ppt/ink/ink2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49.27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419 61 6913 0 0,'-2'-23'1042'0'0,"2"20"-929"0"0,0 0 0 0 0,0-1 0 0 0,0 1 0 0 0,0 0 0 0 0,-1 0 0 0 0,0 0 0 0 0,1 0 0 0 0,-2-3 0 0 0,1 5-91 0 0,1 1 1 0 0,0-1-1 0 0,0 1 1 0 0,-1 0 0 0 0,1-1-1 0 0,0 1 1 0 0,-1-1 0 0 0,1 1-1 0 0,0 0 1 0 0,-1 0-1 0 0,1-1 1 0 0,-1 1 0 0 0,1 0-1 0 0,0 0 1 0 0,-1-1 0 0 0,1 1-1 0 0,-1 0 1 0 0,1 0 0 0 0,-1 0-1 0 0,1 0 1 0 0,-1 0-1 0 0,1 0 1 0 0,-1 0 0 0 0,-18 6 620 0 0,2 8 110 0 0,1-1-1 0 0,0 2 0 0 0,1 0 1 0 0,1 1-1 0 0,0 1 0 0 0,-19 31 1 0 0,10-17-423 0 0,2-3-66 0 0,-39 55 555 0 0,53-71-606 0 0,0 0 0 0 0,1 0 0 0 0,0 0 0 0 0,1 1 0 0 0,-5 15 0 0 0,10-26-218 0 0,0 0 1 0 0,0 1 0 0 0,0-1-1 0 0,0 0 1 0 0,0 0 0 0 0,0 0-1 0 0,1 0 1 0 0,-1 1-1 0 0,1-1 1 0 0,-1 0 0 0 0,1 0-1 0 0,0 0 1 0 0,0 0-1 0 0,0 0 1 0 0,0 0 0 0 0,0 0-1 0 0,0-1 1 0 0,1 1-1 0 0,-1 0 1 0 0,1 0 0 0 0,-1-1-1 0 0,1 1 1 0 0,-1-1 0 0 0,1 0-1 0 0,0 1 1 0 0,4 1-1 0 0,6 4-219 0 0,0 0 0 0 0,1-1 1 0 0,15 6-1 0 0,-11-5 192 0 0,-4-1 18 0 0,0 0 1 0 0,0 1-1 0 0,0 0 0 0 0,20 17 0 0 0,-31-22 35 0 0,1 0 0 0 0,0 0 0 0 0,-1 1 0 0 0,1 0 0 0 0,-1-1 0 0 0,0 1 0 0 0,0 0 0 0 0,0 0 0 0 0,0 0 0 0 0,-1 0 0 0 0,1 1 0 0 0,-1-1 0 0 0,0 0 0 0 0,0 1 0 0 0,0-1 0 0 0,0 0 1 0 0,0 1-1 0 0,-1-1 0 0 0,0 1 0 0 0,0-1 0 0 0,0 1 0 0 0,0 0 0 0 0,0-1 0 0 0,-1 1 0 0 0,0 3 0 0 0,-4 8 17 0 0,-1 0 1 0 0,0 0 0 0 0,-1 0-1 0 0,0-1 1 0 0,-1 0-1 0 0,-1 0 1 0 0,-1-1 0 0 0,1 0-1 0 0,-2-1 1 0 0,0 0-1 0 0,0-1 1 0 0,-1 0 0 0 0,-1-1-1 0 0,0 0 1 0 0,0-1 0 0 0,-1 0-1 0 0,-18 8 1 0 0,18-10-407 0 0,0-1 1 0 0,-1-1-1 0 0,0 0 1 0 0,-1-1-1 0 0,1 0 1 0 0,-22 1-1 0 0,28-3-818 0 0,2-1-207 0 0</inkml:trace>
</inkml:ink>
</file>

<file path=ppt/ink/ink2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49.88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311 0 11979 0 0,'2'3'121'0'0,"1"1"1"0"0,-1-1-1 0 0,0 1 1 0 0,0-1 0 0 0,0 1-1 0 0,0 0 1 0 0,-1-1 0 0 0,1 1-1 0 0,0 7 1 0 0,-1-2-189 0 0,0 0 0 0 0,-1 0 1 0 0,0 0-1 0 0,0 1 0 0 0,-1-1 1 0 0,0 0-1 0 0,-1 0 0 0 0,0 0 1 0 0,-1 0-1 0 0,1 0 0 0 0,-2 0 1 0 0,-4 10-1 0 0,-8 12-72 0 0,-35 53 1 0 0,44-73 445 0 0,-1-2 0 0 0,0 1 0 0 0,0-1 0 0 0,-1 0 0 0 0,0 0 1 0 0,-1-1-1 0 0,-11 7 0 0 0,17-12-312 0 0,0 0 0 0 0,0-1 0 0 0,-1 1 0 0 0,1-1 0 0 0,-1 0 0 0 0,1 0-1 0 0,-1-1 1 0 0,0 0 0 0 0,0 1 0 0 0,0-2 0 0 0,1 1 0 0 0,-1 0 0 0 0,0-1 0 0 0,0 0 0 0 0,0 0 0 0 0,0-1 0 0 0,0 1 0 0 0,0-1 0 0 0,0 0 0 0 0,-8-3 0 0 0,9 2-73 0 0,0-1-1 0 0,0 0 1 0 0,0 0 0 0 0,1 0 0 0 0,-1 0-1 0 0,1 0 1 0 0,0-1 0 0 0,0 0 0 0 0,0 1 0 0 0,1-1-1 0 0,-1 0 1 0 0,1 0 0 0 0,0-1 0 0 0,0 1-1 0 0,0 0 1 0 0,1-1 0 0 0,-1 1 0 0 0,1-1 0 0 0,0 1-1 0 0,0-1 1 0 0,1 0 0 0 0,0-7 0 0 0,-2-8-30 0 0,2-1 0 0 0,1 0 0 0 0,5-35 0 0 0,-5 51 111 0 0,0 0 0 0 0,0 0 1 0 0,1 1-1 0 0,-1-1 0 0 0,1 0 1 0 0,0 1-1 0 0,1 0 0 0 0,-1-1 0 0 0,1 1 1 0 0,0 0-1 0 0,0 0 0 0 0,0 0 1 0 0,0 0-1 0 0,0 1 0 0 0,1 0 1 0 0,0-1-1 0 0,0 1 0 0 0,0 0 1 0 0,0 1-1 0 0,0-1 0 0 0,1 1 1 0 0,-1 0-1 0 0,1 0 0 0 0,-1 0 1 0 0,1 0-1 0 0,0 1 0 0 0,0 0 1 0 0,0 0-1 0 0,0 0 0 0 0,-1 1 0 0 0,7 0 1 0 0,-4-1 48 0 0,0 1 1 0 0,-1 1 0 0 0,1-1-1 0 0,0 1 1 0 0,0 0-1 0 0,-1 1 1 0 0,1 0 0 0 0,-1 0-1 0 0,1 0 1 0 0,-1 1 0 0 0,0 0-1 0 0,0 0 1 0 0,0 0-1 0 0,0 1 1 0 0,-1 0 0 0 0,1 0-1 0 0,-1 0 1 0 0,0 1-1 0 0,0 0 1 0 0,-1 0 0 0 0,1 0-1 0 0,4 8 1 0 0,-2 1 90 0 0,-2 0 1 0 0,1 0-1 0 0,-2 0 1 0 0,0 1-1 0 0,-1 0 1 0 0,0-1 0 0 0,-1 1-1 0 0,-1 0 1 0 0,0 0-1 0 0,-1 0 1 0 0,0 0-1 0 0,-2 0 1 0 0,0 0-1 0 0,-5 21 1 0 0,-3 6-545 0 0,-2-2 0 0 0,-2 0 0 0 0,-36 73 0 0 0,45-106-736 0 0</inkml:trace>
</inkml:ink>
</file>

<file path=ppt/ink/ink2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50.2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0 103 9362 0 0,'5'-1'100'0'0,"-1"0"0"0"0,1-1 0 0 0,-1 1 0 0 0,0-1 0 0 0,0 0 0 0 0,1-1 0 0 0,-1 1 0 0 0,-1-1 0 0 0,7-4 0 0 0,7-5-68 0 0,-14 10-27 0 0,18-10-469 0 0,-1 0 0 0 0,2 2-1 0 0,-1 0 1 0 0,31-9 0 0 0,-45 17-2437 0 0</inkml:trace>
</inkml:ink>
</file>

<file path=ppt/ink/ink2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50.63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 79 8754 0 0,'-11'11'2969'0'0,"42"-31"173"0"0,-18 11-4060 0 0,7 0 17 0 0,1 1 0 0 0,-1 1 0 0 0,1 0-1 0 0,0 2 1 0 0,1 1 0 0 0,-1 0 0 0 0,26 0 0 0 0,17-4 511 0 0,-43 3 379 0 0</inkml:trace>
</inkml:ink>
</file>

<file path=ppt/ink/ink2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52.47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87 1 8754 0 0,'-1'0'57'0'0,"1"0"1"0"0,-1 0-1 0 0,1 0 0 0 0,-1 0 1 0 0,0 0-1 0 0,1 0 0 0 0,-1 0 1 0 0,0 0-1 0 0,1 0 0 0 0,-1 1 1 0 0,1-1-1 0 0,-1 0 0 0 0,0 0 1 0 0,1 1-1 0 0,-1-1 1 0 0,1 0-1 0 0,-1 1 0 0 0,1-1 1 0 0,-1 1-1 0 0,1-1 0 0 0,-1 0 1 0 0,1 1-1 0 0,0-1 0 0 0,-1 1 1 0 0,1 0-1 0 0,-1-1 0 0 0,1 2 1 0 0,-13 14 200 0 0,7-4 156 0 0,-1 1-1 0 0,1 0 1 0 0,1 0-1 0 0,1 1 1 0 0,-1 0 0 0 0,-1 15-1 0 0,-10 86 1932 0 0,14-90-1864 0 0,0 1 0 0 0,2-1 0 0 0,2 1 0 0 0,0-1 0 0 0,9 40 0 0 0,-8-52-305 0 0,0 0-1 0 0,1 0 1 0 0,1 0 0 0 0,0 0-1 0 0,1 0 1 0 0,1-1 0 0 0,0 0 0 0 0,0-1-1 0 0,1 0 1 0 0,0 0 0 0 0,20 19-1 0 0,-26-28-213 0 0,0 0-1 0 0,0-1 1 0 0,0 1-1 0 0,1-1 1 0 0,-1 1-1 0 0,0-1 1 0 0,1 0-1 0 0,-1 0 1 0 0,1 0-1 0 0,-1-1 0 0 0,1 1 1 0 0,-1-1-1 0 0,1 1 1 0 0,0-1-1 0 0,-1 0 1 0 0,5 0-1 0 0,-4 0-213 0 0,-1 0-1 0 0,0-1 1 0 0,0 1-1 0 0,1-1 1 0 0,-1 0 0 0 0,0 0-1 0 0,0 0 1 0 0,0 0-1 0 0,0 0 1 0 0,0 0-1 0 0,0 0 1 0 0,2-2 0 0 0</inkml:trace>
</inkml:ink>
</file>

<file path=ppt/ink/ink2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52.82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 23 2761 0 0,'-3'-20'8455'0'0,"3"19"-8126"0"0,10-1 751 0 0,-9 2-1184 0 0,3 7-1999 0 0,-3-4 1940 0 0,0 0-1 0 0,0 0 1 0 0,0-1 0 0 0,0 1 0 0 0,0 0 0 0 0,-1 0-1 0 0,1 0 1 0 0,-1 0 0 0 0,0 0 0 0 0,0 0 0 0 0,0 0-1 0 0,0 0 1 0 0,-1 0 0 0 0,0 5 0 0 0,-2-1 163 0 0</inkml:trace>
</inkml:ink>
</file>

<file path=ppt/ink/ink2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54.73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61 3 6913 0 0,'-6'-2'2311'0'0,"-3"8"1372"0"0,3 4-3111 0 0,0 0 0 0 0,1 1 0 0 0,0-1 1 0 0,1 1-1 0 0,0 0 0 0 0,1 0 0 0 0,0 1 1 0 0,1-1-1 0 0,-2 22 0 0 0,1 6-304 0 0,3 66-1 0 0,8-42-3296 0 0</inkml:trace>
</inkml:ink>
</file>

<file path=ppt/ink/ink2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55.12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12 139 2304 0 0,'5'35'-1080'0'0,"-12"11"1945"0"0,3-25 526 0 0,1 0 0 0 0,1 1 1 0 0,2 33-1 0 0,0-50-1214 0 0,0 0 1 0 0,1 0-1 0 0,0 0 0 0 0,0 0 1 0 0,0 0-1 0 0,1 0 0 0 0,-1-1 1 0 0,1 1-1 0 0,0 0 0 0 0,1-1 1 0 0,-1 0-1 0 0,1 1 1 0 0,0-1-1 0 0,0 0 0 0 0,0-1 1 0 0,0 1-1 0 0,1 0 0 0 0,0-1 1 0 0,-1 0-1 0 0,8 5 0 0 0,-8-7-165 0 0,1 1 0 0 0,-1-1 0 0 0,0 0 0 0 0,1 0 0 0 0,-1-1 0 0 0,1 1 0 0 0,-1-1 0 0 0,1 1 0 0 0,-1-1 0 0 0,1 0 0 0 0,0 0 0 0 0,-1-1 0 0 0,1 1 0 0 0,-1-1 0 0 0,1 0 0 0 0,-1 0 0 0 0,0 0 0 0 0,1 0 0 0 0,-1 0 0 0 0,0-1 0 0 0,0 0 0 0 0,0 0 0 0 0,0 1 0 0 0,4-5 0 0 0,7-4 80 0 0,-1 0 0 0 0,0-2-1 0 0,18-20 1 0 0,-14 14-215 0 0,-1-1 0 0 0,-1-1 1 0 0,-1 0-1 0 0,-1-1 0 0 0,-1-1 0 0 0,19-44 0 0 0,-29 60-2 0 0,-1-1 0 0 0,0 1 0 0 0,0 0 0 0 0,0-1 0 0 0,-1 0-1 0 0,0 1 1 0 0,0-1 0 0 0,-1 1 0 0 0,1-1 0 0 0,-2 1 0 0 0,1 0 0 0 0,-5-13 0 0 0,5 14 55 0 0,-1 0 0 0 0,0 0 0 0 0,-1 1 0 0 0,1-1 0 0 0,-1 1 0 0 0,0-1 0 0 0,0 1 0 0 0,0 0 0 0 0,-1 0 0 0 0,1 0 0 0 0,-1 1 0 0 0,0-1 1 0 0,0 1-1 0 0,-1 0 0 0 0,1 0 0 0 0,-8-3 0 0 0,0 2-322 0 0</inkml:trace>
</inkml:ink>
</file>

<file path=ppt/ink/ink2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55.55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15 9 14283 0 0,'-1'0'-21'0'0,"1"-1"0"0"0,0 1 0 0 0,-1-1 0 0 0,1 1 0 0 0,0-1 0 0 0,-1 1 0 0 0,1-1 0 0 0,-1 1 0 0 0,1-1 0 0 0,0 1 0 0 0,-1 0 0 0 0,1-1 0 0 0,-1 1 0 0 0,1 0 0 0 0,-1-1 0 0 0,0 1 0 0 0,1 0 0 0 0,-1 0 0 0 0,1 0-1 0 0,-1-1 1 0 0,1 1 0 0 0,-1 0 0 0 0,0 0 0 0 0,1 0 0 0 0,-1 0 0 0 0,0 0 0 0 0,1 15-1656 0 0,1 5 2098 0 0,-3 83 1429 0 0,2 74 336 0 0,2-145-1909 0 0,1-1 1 0 0,2 0-1 0 0,13 48 0 0 0,-11-48-179 0 0,-6-24-392 0 0,0 0-1 0 0,1 0 1 0 0,0-1 0 0 0,0 1 0 0 0,0 0-1 0 0,6 9 1 0 0</inkml:trace>
</inkml:ink>
</file>

<file path=ppt/ink/ink2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56.00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5 262 6913 0 0,'-2'-7'-203'0'0,"1"1"0"0"0,0-1-1 0 0,1 0 1 0 0,0 0 0 0 0,0 1-1 0 0,0-1 1 0 0,1 0 0 0 0,0 0-1 0 0,0 1 1 0 0,1-1-1 0 0,0 1 1 0 0,0-1 0 0 0,0 1-1 0 0,1-1 1 0 0,0 1 0 0 0,7-10-1 0 0,-3 4-114 0 0,0 0 1 0 0,2 1-1 0 0,-1 0 0 0 0,1 1 0 0 0,1 0 0 0 0,0 0 0 0 0,17-12 1 0 0,-20 17 770 0 0,1 0 0 0 0,0 0 1 0 0,0 0-1 0 0,1 1 0 0 0,-1 1 1 0 0,1 0-1 0 0,0 0 0 0 0,0 0 1 0 0,0 1-1 0 0,13-1 0 0 0,-18 2-317 0 0,0 1-1 0 0,-1 1 0 0 0,1-1 1 0 0,0 0-1 0 0,-1 1 0 0 0,1 0 0 0 0,-1 0 1 0 0,1 0-1 0 0,-1 0 0 0 0,1 0 1 0 0,-1 1-1 0 0,0 0 0 0 0,0 0 1 0 0,1-1-1 0 0,-1 2 0 0 0,0-1 1 0 0,-1 0-1 0 0,1 1 0 0 0,0-1 0 0 0,-1 1 1 0 0,0 0-1 0 0,1 0 0 0 0,-1 0 1 0 0,0 0-1 0 0,0 0 0 0 0,-1 0 1 0 0,1 0-1 0 0,-1 1 0 0 0,2 4 0 0 0,0 0-119 0 0,-1 1-1 0 0,0 0 0 0 0,0 0 0 0 0,-1 1 0 0 0,0-1 0 0 0,-1 0 1 0 0,0 0-1 0 0,0 0 0 0 0,-1 1 0 0 0,0-1 0 0 0,-1 0 0 0 0,0 0 1 0 0,0 0-1 0 0,-1 0 0 0 0,0-1 0 0 0,0 1 0 0 0,-7 11 0 0 0,-8 10 888 0 0,-1 0-1 0 0,-1-1 1 0 0,-27 30-1 0 0,39-49-384 0 0,6-8-443 0 0,0 0-1 0 0,1 0 0 0 0,-1 0 1 0 0,1 0-1 0 0,-1 0 0 0 0,1 0 1 0 0,0 1-1 0 0,0-1 0 0 0,0 0 1 0 0,0 1-1 0 0,0-1 0 0 0,1 0 1 0 0,-1 1-1 0 0,1-1 0 0 0,0 1 0 0 0,-1-1 1 0 0,1 1-1 0 0,0-1 0 0 0,0 1 1 0 0,1-1-1 0 0,-1 1 0 0 0,0-1 1 0 0,1 1-1 0 0,0-1 0 0 0,-1 1 1 0 0,1-1-1 0 0,0 0 0 0 0,3 5 1 0 0,-1-3 13 0 0,0 0 1 0 0,1 0-1 0 0,0 0 1 0 0,-1-1-1 0 0,1 1 1 0 0,1-1-1 0 0,-1 0 1 0 0,0 0-1 0 0,1-1 1 0 0,0 1-1 0 0,-1-1 0 0 0,1 0 1 0 0,6 2-1 0 0,2-1 29 0 0,0-1-1 0 0,0 0 1 0 0,1 0-1 0 0,-1-1 1 0 0,0-1-1 0 0,0 0 1 0 0,0-1-1 0 0,1-1 1 0 0,15-3-1 0 0,-5 1-1582 0 0,36-1-1 0 0,-46 5 532 0 0</inkml:trace>
</inkml:ink>
</file>

<file path=ppt/ink/ink2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56.36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3225 0 0,'10'28'7341'0'0,"0"1"-5110"0"0,-7-20-2289 0 0,0 1 0 0 0,-1-1 1 0 0,-1 1-1 0 0,1 0 0 0 0,-1 15 1 0 0,-17 164 1420 0 0,0 1 94 0 0,16-172-5134 0 0,0-2-1300 0 0</inkml:trace>
</inkml:ink>
</file>

<file path=ppt/ink/ink2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56.95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76 5529 0 0,'1'-4'-6'0'0,"0"1"1"0"0,1 0-1 0 0,0 0 0 0 0,0-1 1 0 0,0 1-1 0 0,0 0 0 0 0,0 1 1 0 0,0-1-1 0 0,6-5 0 0 0,13-17 4508 0 0,-23 34-2300 0 0,-9 20-564 0 0,10-26-1692 0 0,-6 16 231 0 0,1 1-1 0 0,1-1 1 0 0,1 1 0 0 0,1 0-1 0 0,0 0 1 0 0,1 37-1 0 0,2-47-131 0 0,1-1 0 0 0,-1 1 0 0 0,2-1 0 0 0,-1 1 0 0 0,1-1 0 0 0,1 0-1 0 0,0 0 1 0 0,0 0 0 0 0,1 0 0 0 0,0-1 0 0 0,0 1 0 0 0,1-1 0 0 0,0 0 0 0 0,1 0 0 0 0,0-1-1 0 0,8 9 1 0 0,-12-14-49 0 0,-1-1-1 0 0,1 1 1 0 0,0-1-1 0 0,-1 0 1 0 0,1 0-1 0 0,0 0 1 0 0,0 0-1 0 0,0 0 1 0 0,0 0-1 0 0,0 0 1 0 0,0-1-1 0 0,0 1 1 0 0,0-1-1 0 0,1 1 1 0 0,-1-1-1 0 0,0 0 1 0 0,0 0-1 0 0,0 0 1 0 0,0 0-1 0 0,1 0 1 0 0,1-1-1 0 0,0 0 51 0 0,0-1 0 0 0,0 1 0 0 0,0-1 0 0 0,0 0 0 0 0,0 0 0 0 0,-1 0 0 0 0,1-1 0 0 0,-1 1 0 0 0,0-1 0 0 0,5-4 0 0 0,-1-1 130 0 0,0 1 0 0 0,-1-1-1 0 0,0-1 1 0 0,0 1 0 0 0,-1-1 0 0 0,0 0-1 0 0,-1 0 1 0 0,6-15 0 0 0,-8 13-34 0 0,0 1 0 0 0,0-1 0 0 0,-1 0 0 0 0,-1 0 0 0 0,0 0 0 0 0,0 0 0 0 0,-1 0 0 0 0,0 1 0 0 0,-1-1 0 0 0,0 0 0 0 0,-1 1 0 0 0,0-1 0 0 0,-8-17 0 0 0,7 20-240 0 0,0 1 0 0 0,0-1 0 0 0,0 1 0 0 0,-1 0 0 0 0,0 0 0 0 0,-1 0 0 0 0,1 1 1 0 0,-1 0-1 0 0,0 0 0 0 0,-1 0 0 0 0,0 1 0 0 0,0 0 0 0 0,0 0 0 0 0,0 1 0 0 0,-1 0 0 0 0,1 0 1 0 0,-1 1-1 0 0,-9-3 0 0 0,-2 2-6392 0 0</inkml:trace>
</inkml:ink>
</file>

<file path=ppt/ink/ink2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11:53.52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461 615 2761 0 0,'5'-100'463'0'0,"-3"76"92"0"0,0 0 1 0 0,-2-1-1 0 0,-5-44 0 0 0,5 68-524 0 0,0 0 0 0 0,0 0 0 0 0,0 0 0 0 0,0 0 0 0 0,0 0 0 0 0,0 0 0 0 0,0 0 0 0 0,-1 0 0 0 0,1-1 0 0 0,0 1 0 0 0,-1 0 0 0 0,1 0 0 0 0,-1 0 0 0 0,1 0 0 0 0,-1 1 0 0 0,1-1 0 0 0,-1 0 0 0 0,0 0 0 0 0,1 0 0 0 0,-1 0 0 0 0,0 1 0 0 0,0-1 0 0 0,0 0 0 0 0,0 1 0 0 0,0-1 0 0 0,0 0 0 0 0,0 1 0 0 0,1-1 0 0 0,-2 1 0 0 0,1 0 0 0 0,0-1 0 0 0,0 1 0 0 0,0 0 0 0 0,0 0 0 0 0,0-1 0 0 0,0 1 0 0 0,0 0 0 0 0,0 0 0 0 0,0 0 0 0 0,0 0 0 0 0,0 0 0 0 0,-1 1 0 0 0,1-1 0 0 0,0 0 0 0 0,0 0 0 0 0,0 1 0 0 0,0-1 0 0 0,0 1 0 0 0,0-1 0 0 0,0 1 0 0 0,0-1 0 0 0,0 1 0 0 0,1 0 0 0 0,-3 1 0 0 0,-4 3 52 0 0,-1 1 0 0 0,1 0 0 0 0,0 1-1 0 0,-12 13 1 0 0,-62 97-717 0 0,56-79 40 0 0,-41 51-1 0 0,56-78 556 0 0,-1 1-1 0 0,-1-2 1 0 0,1 1-1 0 0,-1-2 1 0 0,-1 0-1 0 0,0 0 0 0 0,0-1 1 0 0,-16 7-1 0 0,26-14 139 0 0,1 0-1 0 0,-1 0 1 0 0,0 0-1 0 0,1 0 1 0 0,-1 0 0 0 0,0-1-1 0 0,0 1 1 0 0,1-1-1 0 0,-1 0 1 0 0,-5 0-1 0 0,8 0-71 0 0,-1 0-1 0 0,1 0 0 0 0,0 0 0 0 0,-1 0 1 0 0,1-1-1 0 0,-1 1 0 0 0,1 0 1 0 0,0 0-1 0 0,-1 0 0 0 0,1-1 1 0 0,0 1-1 0 0,-1 0 0 0 0,1 0 0 0 0,0-1 1 0 0,-1 1-1 0 0,1 0 0 0 0,0-1 1 0 0,0 1-1 0 0,-1 0 0 0 0,1-1 0 0 0,0 1 1 0 0,0-1-1 0 0,0 1 0 0 0,0 0 1 0 0,-1-1-1 0 0,1 1 0 0 0,0-1 0 0 0,5-20 264 0 0,21-27-601 0 0,3 2-1 0 0,63-82 1 0 0,86-74-795 0 0,1-1 668 0 0,-162 181 323 0 0,-9 11 20 0 0,-1 1-1 0 0,1 0 1 0 0,1 1-1 0 0,16-14 1 0 0,-23 26 270 0 0,-4 11 11 0 0,-7 13 190 0 0,-32 61 940 0 0,-92 145 0 0 0,57-108-815 0 0,-56 82-319 0 0,115-185-273 0 0,-2 0 1 0 0,0-2-1 0 0,-1 0 1 0 0,-1-1-1 0 0,0-1 1 0 0,-40 25-1 0 0,56-40 75 0 0,-19 11-118 0 0,23-13 150 0 0,1-1 0 0 0,-1 1 0 0 0,0-1 0 0 0,1 1 0 0 0,-1-1 0 0 0,0 0 0 0 0,1 1 0 0 0,-1-1 0 0 0,0 0-1 0 0,1 0 1 0 0,-1 0 0 0 0,0 1 0 0 0,1-1 0 0 0,-1 0 0 0 0,0 0 0 0 0,0 0 0 0 0,1 0 0 0 0,-1 0 0 0 0,0 0 0 0 0,0 0-1 0 0,1 0 1 0 0,-1-1 0 0 0,0 1 0 0 0,1 0 0 0 0,-2-1 0 0 0,2-1 56 0 0,1-1 0 0 0,0 1-1 0 0,-1 0 1 0 0,1-1 0 0 0,0 1-1 0 0,0 0 1 0 0,0 0 0 0 0,1 0 0 0 0,-1 0-1 0 0,0 0 1 0 0,1 0 0 0 0,0 0 0 0 0,-1 0-1 0 0,4-2 1 0 0,-3 2 11 0 0,58-61-430 0 0,97-76 0 0 0,-76 71 161 0 0,-68 56 186 0 0,6-6 0 0 0,0 2 0 0 0,1 0 0 0 0,1 1 0 0 0,1 0 0 0 0,44-21 0 0 0,-64 35-1 0 0,0 0 0 0 0,-1 1 1 0 0,1-1-1 0 0,0 0 0 0 0,0 1 0 0 0,-1 0 1 0 0,1-1-1 0 0,0 1 0 0 0,0 0 1 0 0,0 0-1 0 0,-1 0 0 0 0,1 0 0 0 0,0 0 1 0 0,0 0-1 0 0,0 0 0 0 0,0 1 1 0 0,-1-1-1 0 0,1 1 0 0 0,0-1 0 0 0,0 1 1 0 0,-1 0-1 0 0,1 0 0 0 0,-1 0 1 0 0,1-1-1 0 0,2 4 0 0 0,-2-2-1 0 0,-1 0 0 0 0,0 0 1 0 0,0 0-1 0 0,0 1 0 0 0,0-1 0 0 0,0 0 0 0 0,0 1 1 0 0,0-1-1 0 0,-1 1 0 0 0,1-1 0 0 0,-1 1 0 0 0,0-1 0 0 0,0 1 1 0 0,0-1-1 0 0,0 1 0 0 0,0-1 0 0 0,0 1 0 0 0,-2 3 0 0 0,-2 17-19 0 0,-2-1 0 0 0,0 1 0 0 0,-1-1 0 0 0,-2-1 0 0 0,-16 32 0 0 0,-66 95 617 0 0,-6 11 452 0 0,97-159-1025 0 0,-1 1 1 0 0,0 0-1 0 0,1 0 0 0 0,-1 0 1 0 0,1 0-1 0 0,-1 0 0 0 0,1 0 1 0 0,0 0-1 0 0,-1 0 0 0 0,1 0 1 0 0,0 0-1 0 0,0 0 0 0 0,0 0 0 0 0,0 0 1 0 0,0 0-1 0 0,0 0 0 0 0,0 0 1 0 0,0 2-1 0 0,1-3-11 0 0,-1 0 1 0 0,1 1-1 0 0,-1-1 1 0 0,1 0-1 0 0,0 0 1 0 0,-1 0-1 0 0,1 0 1 0 0,-1 0-1 0 0,1 0 0 0 0,-1 0 1 0 0,1 0-1 0 0,0 0 1 0 0,-1 0-1 0 0,1 0 1 0 0,-1-1-1 0 0,1 1 1 0 0,-1 0-1 0 0,1 0 0 0 0,-1-1 1 0 0,1 1-1 0 0,-1 0 1 0 0,1 0-1 0 0,0-1 1 0 0,39-28 50 0 0,-36 26-126 0 0,343-257-1474 0 0,-271 204 915 0 0,-42 29 163 0 0,66-39 0 0 0,-99 65 454 0 0,0 0 1 0 0,1 0-1 0 0,-1 0 1 0 0,0 0-1 0 0,0 1 0 0 0,1-1 1 0 0,-1 0-1 0 0,1 1 0 0 0,-1-1 1 0 0,0 1-1 0 0,1 0 1 0 0,-1-1-1 0 0,1 1 0 0 0,-1 0 1 0 0,1 0-1 0 0,-1 0 1 0 0,1 0-1 0 0,-1 0 0 0 0,1 0 1 0 0,-1 1-1 0 0,1-1 1 0 0,-1 0-1 0 0,1 1 0 0 0,-1-1 1 0 0,1 1-1 0 0,-1-1 1 0 0,0 1-1 0 0,2 1 0 0 0,-2 0 22 0 0,0 0-1 0 0,0 0 0 0 0,0 0 0 0 0,0 0 0 0 0,-1 0 1 0 0,1 0-1 0 0,-1 0 0 0 0,1 0 0 0 0,-1 0 0 0 0,0 0 1 0 0,0 0-1 0 0,0 0 0 0 0,0 1 0 0 0,0-1 1 0 0,0 0-1 0 0,-1 0 0 0 0,1 0 0 0 0,-1 0 0 0 0,-1 3 1 0 0,-11 37 447 0 0,-2 0 0 0 0,-1-1 1 0 0,-3-1-1 0 0,-43 70 0 0 0,-117 139 832 0 0,129-183-1050 0 0,-46 50 82 0 0,54-68-43 0 0,-56 84 0 0 0,97-131-287 0 0,1-1 1 0 0,-1 0 0 0 0,1 1 0 0 0,-1-1 0 0 0,1 1 0 0 0,-1-1-1 0 0,1 1 1 0 0,0-1 0 0 0,-1 1 0 0 0,1 0 0 0 0,0-1-1 0 0,-1 1 1 0 0,1-1 0 0 0,0 1 0 0 0,0 0 0 0 0,0-1-1 0 0,0 1 1 0 0,-1 0 0 0 0,1-1 0 0 0,0 1 0 0 0,0 0 0 0 0,0-1-1 0 0,0 1 1 0 0,0 0 0 0 0,1-1 0 0 0,-1 1 0 0 0,0 0-1 0 0,16-8-501 0 0,22-24-811 0 0,35-44-394 0 0,-32 33 1888 0 0,57-48-1 0 0,-82 80 876 0 0,-20 20 215 0 0,-21 24-58 0 0,23-32-1321 0 0,-77 92 1000 0 0,-49 63 25 0 0,-70 145 401 0 0,197-301-1319 0 0,0 0-1 0 0,1 0 0 0 0,-1 0 0 0 0,0 0 0 0 0,1 0 0 0 0,-1 1 0 0 0,1-1 0 0 0,-1 0 0 0 0,1 0 1 0 0,0 1-1 0 0,-1-1 0 0 0,1 0 0 0 0,0 1 0 0 0,0-1 0 0 0,0 0 0 0 0,0 0 0 0 0,0 2 1 0 0,1-2-63 0 0,-1-1 1 0 0,1 1-1 0 0,-1-1 1 0 0,1 1-1 0 0,0-1 1 0 0,-1 1-1 0 0,1-1 1 0 0,0 1-1 0 0,0-1 1 0 0,-1 0-1 0 0,1 0 1 0 0,0 1 0 0 0,0-1-1 0 0,-1 0 1 0 0,1 0-1 0 0,0 0 1 0 0,0 0-1 0 0,0 0 1 0 0,-1 0-1 0 0,1 0 1 0 0,0 0-1 0 0,0 0 1 0 0,0 0-1 0 0,-1 0 1 0 0,1 0-1 0 0,0-1 1 0 0,0 1 0 0 0,-1 0-1 0 0,2-1 1 0 0</inkml:trace>
</inkml:ink>
</file>

<file path=ppt/ink/ink2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11:54.54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671 42 3225 0 0,'0'-2'72'0'0,"0"0"-1"0"0,-1 0 1 0 0,1 0 0 0 0,-1 0 0 0 0,1 0 0 0 0,-1 0 0 0 0,0 0-1 0 0,0 1 1 0 0,0-1 0 0 0,0 0 0 0 0,0 0 0 0 0,0 1 0 0 0,-1-1 0 0 0,1 1-1 0 0,0-1 1 0 0,-1 1 0 0 0,1 0 0 0 0,-1-1 0 0 0,0 1 0 0 0,1 0-1 0 0,-1 0 1 0 0,0 0 0 0 0,0 0 0 0 0,0 0 0 0 0,0 1 0 0 0,1-1-1 0 0,-1 1 1 0 0,0-1 0 0 0,0 1 0 0 0,0-1 0 0 0,0 1 0 0 0,0 0 0 0 0,-1 0-1 0 0,1 0 1 0 0,0 0 0 0 0,0 1 0 0 0,0-1 0 0 0,-2 1 0 0 0,-4 1 160 0 0,1 0 1 0 0,0 0-1 0 0,0 1 1 0 0,0 0-1 0 0,0 0 1 0 0,1 1-1 0 0,-1-1 1 0 0,1 2-1 0 0,0-1 1 0 0,0 1-1 0 0,-8 8 1 0 0,-9 10 255 0 0,-26 34 0 0 0,37-42-394 0 0,-84 101 617 0 0,-196 257 1763 0 0,288-367-2435 0 0,-3 3 24 0 0,1 0 0 0 0,0 0 0 0 0,1 1 0 0 0,0-1 0 0 0,0 1 0 0 0,1 0 0 0 0,-5 20 0 0 0,9-30-65 0 0,0 0-1 0 0,0 0 1 0 0,0 0 0 0 0,0 0-1 0 0,0 1 1 0 0,0-1 0 0 0,0 0 0 0 0,0 0-1 0 0,0 0 1 0 0,0 0 0 0 0,0 1-1 0 0,0-1 1 0 0,0 0 0 0 0,0 0-1 0 0,0 0 1 0 0,0 0 0 0 0,0 1 0 0 0,0-1-1 0 0,0 0 1 0 0,0 0 0 0 0,0 0-1 0 0,0 0 1 0 0,1 0 0 0 0,-1 1 0 0 0,0-1-1 0 0,0 0 1 0 0,0 0 0 0 0,0 0-1 0 0,0 0 1 0 0,1 0 0 0 0,-1 0-1 0 0,0 0 1 0 0,0 0 0 0 0,0 0 0 0 0,0 0-1 0 0,0 1 1 0 0,1-1 0 0 0,-1 0-1 0 0,0 0 1 0 0,0 0 0 0 0,0 0-1 0 0,1 0 1 0 0,10-3-48 0 0,9-7-24 0 0,18-19-242 0 0,-1-1-1 0 0,41-44 1 0 0,23-19 480 0 0,-48 49 24 0 0,2 3 0 0 0,107-60 0 0 0,-157 98-214 0 0,1 1 0 0 0,0-1 0 0 0,0 1 0 0 0,0 0 1 0 0,0 0-1 0 0,1 0 0 0 0,-1 1 0 0 0,0 0 0 0 0,1 1 0 0 0,9-1 1 0 0,-13 2 2 0 0,-1-1 1 0 0,1 0 0 0 0,0 1 0 0 0,-1 0 0 0 0,1 0 0 0 0,-1 0 0 0 0,1 0-1 0 0,-1 0 1 0 0,0 0 0 0 0,1 1 0 0 0,-1-1 0 0 0,0 1 0 0 0,0-1 0 0 0,0 1-1 0 0,0 0 1 0 0,0 0 0 0 0,0 0 0 0 0,0 0 0 0 0,-1 0 0 0 0,1 0 0 0 0,-1 1-1 0 0,0-1 1 0 0,0 0 0 0 0,1 1 0 0 0,-1-1 0 0 0,-1 1 0 0 0,2 3 0 0 0,1 6 8 0 0,-1 1 1 0 0,0 0 0 0 0,-1 0 0 0 0,0 0 0 0 0,-1 0-1 0 0,0 0 1 0 0,-1 0 0 0 0,-6 24 0 0 0,-32 103 180 0 0,32-119-103 0 0,-24 65 213 0 0,15-44 229 0 0,-17 68-1 0 0,33-109-494 0 0,-1 0 1 0 0,1 0-1 0 0,0-1 1 0 0,0 1-1 0 0,0 0 0 0 0,-1 0 1 0 0,1 0-1 0 0,0 0 1 0 0,0 0-1 0 0,0 0 1 0 0,0 0-1 0 0,0 0 0 0 0,0-1 1 0 0,1 1-1 0 0,-1 0 1 0 0,0 0-1 0 0,0 0 0 0 0,1 0 1 0 0,-1 0-1 0 0,0-1 1 0 0,1 1-1 0 0,-1 0 1 0 0,1 0-1 0 0,-1 0 0 0 0,2 0 1 0 0,-1-1-14 0 0,-1 1 0 0 0,1-1 0 0 0,0 0 0 0 0,0 0 0 0 0,0 0-1 0 0,0 0 1 0 0,0 0 0 0 0,0 0 0 0 0,0 0 0 0 0,0 0 0 0 0,0 0 0 0 0,0 0 0 0 0,0-1 0 0 0,0 1 0 0 0,0 0 0 0 0,0-1 0 0 0,0 1 0 0 0,1-2 0 0 0,7-2-140 0 0,-1-1 1 0 0,0-1-1 0 0,10-9 1 0 0,149-153-1922 0 0,-37 32 1183 0 0,-66 74 403 0 0,-17 14-612 0 0,93-70 1 0 0,-139 117 1020 0 0,1-1 1 0 0,0 1-1 0 0,0 0 0 0 0,0 0 1 0 0,1 0-1 0 0,-1 0 1 0 0,0 0-1 0 0,0 0 0 0 0,1 0 1 0 0,-1 1-1 0 0,4-1 1 0 0,-5 1 53 0 0,-1 0 0 0 0,0 0 0 0 0,1 0 1 0 0,-1 0-1 0 0,0 0 0 0 0,1 0 0 0 0,-1 0 0 0 0,0 1 1 0 0,1-1-1 0 0,-1 0 0 0 0,0 0 0 0 0,1 0 0 0 0,-1 0 1 0 0,0 1-1 0 0,0-1 0 0 0,1 0 0 0 0,-1 0 0 0 0,0 1 1 0 0,0-1-1 0 0,0 0 0 0 0,1 0 0 0 0,-1 1 1 0 0,0-1-1 0 0,0 0 0 0 0,0 1 0 0 0,0-1 0 0 0,1 0 1 0 0,-1 0-1 0 0,0 1 0 0 0,-4 18-106 0 0,-12 15 460 0 0,-1-2-1 0 0,-2 0 1 0 0,-37 48-1 0 0,20-29 138 0 0,-61 77 1528 0 0,-128 131 0 0 0,33-42 367 0 0,186-210-2191 0 0,-8 9-266 0 0,24-34-1251 0 0,11-14 199 0 0,55-79-800 0 0,-63 95 1893 0 0,0 0-1 0 0,2 0 1 0 0,0 1 0 0 0,23-17-1 0 0,-37 31 61 0 0,0 0 0 0 0,0 0 0 0 0,0 0 0 0 0,0 0-1 0 0,0 1 1 0 0,1-1 0 0 0,-1 0 0 0 0,0 1 0 0 0,0-1 0 0 0,1 1 0 0 0,-1-1 0 0 0,0 1-1 0 0,1-1 1 0 0,-1 1 0 0 0,0 0 0 0 0,1 0 0 0 0,-1 0 0 0 0,3 0 0 0 0,-4 0 27 0 0,1 1 0 0 0,-1-1 1 0 0,1 1-1 0 0,-1-1 1 0 0,1 1-1 0 0,-1-1 1 0 0,1 1-1 0 0,-1-1 0 0 0,0 1 1 0 0,1-1-1 0 0,-1 1 1 0 0,0 0-1 0 0,0-1 1 0 0,0 1-1 0 0,1 0 0 0 0,-1-1 1 0 0,0 1-1 0 0,0 0 1 0 0,0-1-1 0 0,0 1 1 0 0,0 0-1 0 0,0-1 0 0 0,0 1 1 0 0,0 0-1 0 0,-1 1 1 0 0,-1 8 400 0 0,0 0 1 0 0,-1 0-1 0 0,-5 14 1 0 0,-66 144 1413 0 0,40-97-2010 0 0,-29 88 1 0 0,60-148-314 0 0,0 1 1 0 0,0 1 0 0 0,-1 16-1 0 0</inkml:trace>
</inkml:ink>
</file>

<file path=ppt/ink/ink2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11:55.41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853 17 6913 0 0,'-7'-3'14'0'0,"1"1"-1"0"0,-1-1 1 0 0,1 1-1 0 0,-1 0 1 0 0,0 1-1 0 0,0-1 0 0 0,0 1 1 0 0,0 1-1 0 0,0-1 1 0 0,0 1-1 0 0,-13 2 1 0 0,-8 1 130 0 0,-41 10 1 0 0,45-6 37 0 0,0 1 1 0 0,0 1-1 0 0,1 1 0 0 0,1 1 0 0 0,-1 1 1 0 0,2 1-1 0 0,0 1 0 0 0,0 1 0 0 0,2 0 1 0 0,-27 27-1 0 0,-13 21 481 0 0,-87 121 0 0 0,72-86-429 0 0,50-69-149 0 0,9-11 59 0 0,0 0-1 0 0,1 1 0 0 0,2 1 0 0 0,-16 30 1 0 0,27-49-124 0 0,0 0 0 0 0,1 1 0 0 0,-1-1 1 0 0,0 1-1 0 0,1-1 0 0 0,0 1 1 0 0,-1-1-1 0 0,1 1 0 0 0,0 0 1 0 0,-1-1-1 0 0,1 1 0 0 0,0-1 1 0 0,0 1-1 0 0,0-1 0 0 0,0 1 1 0 0,1 0-1 0 0,-1-1 0 0 0,0 1 1 0 0,1-1-1 0 0,0 3 0 0 0,0-3-25 0 0,0 0-1 0 0,0 0 0 0 0,0-1 0 0 0,0 1 1 0 0,0 0-1 0 0,0-1 0 0 0,0 1 1 0 0,0-1-1 0 0,0 1 0 0 0,0-1 1 0 0,0 0-1 0 0,0 1 0 0 0,1-1 0 0 0,-1 0 1 0 0,0 0-1 0 0,0 0 0 0 0,0 0 1 0 0,0 0-1 0 0,0 0 0 0 0,1 0 1 0 0,0 0-1 0 0,5-1-111 0 0,0-1-1 0 0,0 1 1 0 0,0-1 0 0 0,0-1 0 0 0,-1 1 0 0 0,1-1 0 0 0,10-6-1 0 0,36-31 145 0 0,-1-2-1 0 0,87-93 0 0 0,-11 9-1253 0 0,-97 97 741 0 0,-19 16 279 0 0,1 1 1 0 0,0 0-1 0 0,1 1 1 0 0,1 0-1 0 0,30-16 0 0 0,-44 27 200 0 0,-1-1 0 0 0,1 1 0 0 0,-1 0 0 0 0,1-1 0 0 0,-1 1 0 0 0,1 0 0 0 0,0 0 0 0 0,-1 0 0 0 0,1-1 0 0 0,0 1 0 0 0,-1 0 0 0 0,1 0 0 0 0,-1 0 0 0 0,1 0 0 0 0,0 0 0 0 0,-1 0 1 0 0,1 0-1 0 0,0 0 0 0 0,-1 1 0 0 0,1-1 0 0 0,-1 0 0 0 0,1 0 0 0 0,0 0 0 0 0,-1 1 0 0 0,1-1 0 0 0,-1 0 0 0 0,1 1 0 0 0,-1-1 0 0 0,1 0 0 0 0,-1 1 0 0 0,1-1 0 0 0,-1 1 0 0 0,1-1 0 0 0,-1 1 0 0 0,0-1 0 0 0,1 1 0 0 0,-1-1 0 0 0,0 1 0 0 0,1-1 0 0 0,-1 1 0 0 0,0-1 0 0 0,0 1 0 0 0,0 0 0 0 0,1-1 0 0 0,-1 1 0 0 0,0-1 0 0 0,0 1 0 0 0,0 0 0 0 0,0-1 0 0 0,0 1 0 0 0,0 0 0 0 0,0-1 0 0 0,0 1 0 0 0,0-1 0 0 0,0 1 0 0 0,-1 1 0 0 0,-7 40 353 0 0,7-39-336 0 0,-16 48 656 0 0,-3-2 1 0 0,-2 0 0 0 0,-33 55-1 0 0,15-29-117 0 0,7-13-64 0 0,11-24-80 0 0,2 1-1 0 0,1 1 0 0 0,2 1 0 0 0,-11 43 0 0 0,27-82-363 0 0,1 1 0 0 0,-1-1 0 0 0,0 0 0 0 0,1 0 1 0 0,0 0-1 0 0,-1 1 0 0 0,1-1 0 0 0,0 0 0 0 0,0 0 0 0 0,0 1 0 0 0,1-1 1 0 0,-1 0-1 0 0,0 0 0 0 0,1 0 0 0 0,0 1 0 0 0,-1-1 0 0 0,1 0 0 0 0,0 0 0 0 0,0 0 1 0 0,0 0-1 0 0,0 0 0 0 0,0 0 0 0 0,1-1 0 0 0,-1 1 0 0 0,3 2 0 0 0,-2-3-58 0 0,1 0 0 0 0,0 0 0 0 0,-1 0-1 0 0,1 0 1 0 0,0 0 0 0 0,0-1-1 0 0,-1 1 1 0 0,1-1 0 0 0,0 1 0 0 0,0-1-1 0 0,0 0 1 0 0,0-1 0 0 0,0 1 0 0 0,0 0-1 0 0,-1-1 1 0 0,1 1 0 0 0,0-1 0 0 0,0 0-1 0 0,3-2 1 0 0,25-8-620 0 0,-1-2-1 0 0,0-1 1 0 0,33-22 0 0 0,78-60-809 0 0,-139 94 1425 0 0,1 0 1 0 0,-1 1 0 0 0,1-1-1 0 0,0 0 1 0 0,-1 1 0 0 0,1 0-1 0 0,0-1 1 0 0,0 1-1 0 0,0 0 1 0 0,6-1 0 0 0,-9 2 20 0 0,1 0 0 0 0,0 0 0 0 0,-1 1-1 0 0,1-1 1 0 0,-1 0 0 0 0,1 0 0 0 0,-1 0 0 0 0,1 0 0 0 0,0 1 0 0 0,-1-1 0 0 0,1 0 0 0 0,-1 0 0 0 0,1 1 0 0 0,-1-1 0 0 0,1 0 0 0 0,-1 1-1 0 0,0-1 1 0 0,1 1 0 0 0,-1-1 0 0 0,1 1 0 0 0,-1-1 0 0 0,1 1 0 0 0,3 23 155 0 0,-5 0 192 0 0,-1-1 0 0 0,-1 0 0 0 0,-1 1 0 0 0,-13 40 0 0 0,-42 92 1956 0 0,36-101-1359 0 0,14-33-484 0 0,5-13-229 0 0,0-1-1 0 0,0 1 0 0 0,1 0 1 0 0,0 0-1 0 0,1 0 0 0 0,0 0 1 0 0,0 0-1 0 0,1 0 0 0 0,-1 17 1 0 0,3-25-197 0 0,-1 0 1 0 0,0 0 0 0 0,0 0 0 0 0,1 0 0 0 0,-1 0 0 0 0,0 0-1 0 0,1 0 1 0 0,-1 0 0 0 0,1 0 0 0 0,-1 0 0 0 0,1 0-1 0 0,0 0 1 0 0,-1 0 0 0 0,1 0 0 0 0,0-1 0 0 0,0 1 0 0 0,-1 0-1 0 0,1 0 1 0 0,0-1 0 0 0,0 1 0 0 0,0-1 0 0 0,0 1 0 0 0,0-1-1 0 0,0 1 1 0 0,0-1 0 0 0,1 1 0 0 0,1 0-28 0 0,1-1 0 0 0,-1 0 0 0 0,0 1 1 0 0,0-1-1 0 0,0 0 0 0 0,1-1 0 0 0,-1 1 1 0 0,0 0-1 0 0,4-2 0 0 0,5-1-503 0 0,1-2 1 0 0,-1 1 0 0 0,17-10-1 0 0,4-4-3825 0 0</inkml:trace>
</inkml:ink>
</file>

<file path=ppt/ink/ink2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11:56.24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349 134 5985 0 0,'-27'69'592'0'0,"-18"74"-1"0"0,17-53-412 0 0,14-46-63 0 0,-220 597 3943 0 0,249-667-3634 0 0,23-41-1010 0 0,106-250-1949 0 0,-23-11-1253 0 0,-42 111 2707 0 0,-74 201 1112 0 0,28-63 633 0 0,-30 72-583 0 0,1 0 1 0 0,0 1 0 0 0,0 0 0 0 0,0-1-1 0 0,1 2 1 0 0,0-1 0 0 0,0 0 0 0 0,11-8-1 0 0,-15 13-25 0 0,0 1-1 0 0,0-1 0 0 0,0 0 1 0 0,0 1-1 0 0,0-1 0 0 0,0 1 0 0 0,1-1 1 0 0,-1 1-1 0 0,0 0 0 0 0,0-1 1 0 0,1 1-1 0 0,-1 0 0 0 0,0 0 0 0 0,1 0 1 0 0,-1 0-1 0 0,0 0 0 0 0,0 0 0 0 0,1 0 1 0 0,-1 0-1 0 0,0 1 0 0 0,1-1 1 0 0,-1 0-1 0 0,0 1 0 0 0,0-1 0 0 0,0 1 1 0 0,1 0-1 0 0,-1-1 0 0 0,0 1 1 0 0,0 0-1 0 0,0-1 0 0 0,0 1 0 0 0,0 0 1 0 0,0 0-1 0 0,0 0 0 0 0,-1 0 0 0 0,1 0 1 0 0,0 0-1 0 0,0 0 0 0 0,0 2 1 0 0,3 4 249 0 0,0 0 1 0 0,0 1 0 0 0,0-1 0 0 0,3 15-1 0 0,3 14 166 0 0,-1 1-1 0 0,-2 0 1 0 0,-2 1 0 0 0,1 46-1 0 0,-10 155 733 0 0,-2-87-598 0 0,6-122-525 0 0,-2 0 48 0 0,6 51 0 0 0,-3-74-100 0 0,0-1 1 0 0,0 0 0 0 0,0 0-1 0 0,1 1 1 0 0,-1-1 0 0 0,2 0 0 0 0,-1-1-1 0 0,1 1 1 0 0,0 0 0 0 0,0-1-1 0 0,0 1 1 0 0,1-1 0 0 0,0 0-1 0 0,5 6 1 0 0,-6-9-51 0 0,-1 0 0 0 0,1 0 0 0 0,-1-1 0 0 0,1 1 0 0 0,0 0 0 0 0,0-1 0 0 0,0 0 0 0 0,0 1-1 0 0,0-1 1 0 0,0-1 0 0 0,0 1 0 0 0,0 0 0 0 0,0-1 0 0 0,0 1 0 0 0,0-1 0 0 0,0 0 0 0 0,5 0 0 0 0,-2-1-63 0 0,0-1 0 0 0,-1 1-1 0 0,1-1 1 0 0,-1 0 0 0 0,1 0 0 0 0,-1 0 0 0 0,0-1 0 0 0,10-6 0 0 0,2-4-291 0 0,-1-1 0 0 0,0 0-1 0 0,28-34 1 0 0,6-16 7 0 0,-4-2-1 0 0,62-116 0 0 0,-57 92 661 0 0,-48 85-233 0 0,2-4 111 0 0,0 0 0 0 0,0 1 0 0 0,0-1 0 0 0,1 1 0 0 0,0 0 0 0 0,1 1 0 0 0,0 0 0 0 0,0 0 0 0 0,16-12 0 0 0,-21 18-110 0 0,-1 0 1 0 0,0 1 0 0 0,0-1-1 0 0,0 1 1 0 0,1-1 0 0 0,-1 1-1 0 0,0 0 1 0 0,1-1 0 0 0,-1 1-1 0 0,0 0 1 0 0,1 0 0 0 0,-1 0-1 0 0,0 0 1 0 0,1 0 0 0 0,-1 0 0 0 0,0 0-1 0 0,1 1 1 0 0,-1-1 0 0 0,0 0-1 0 0,1 1 1 0 0,-1-1 0 0 0,0 1-1 0 0,0-1 1 0 0,3 2 0 0 0,-2 1-9 0 0,1-1 0 0 0,-1 0 0 0 0,0 0 0 0 0,0 1 0 0 0,0-1 0 0 0,0 1 0 0 0,-1 0 0 0 0,1 0 0 0 0,-1 0 0 0 0,2 3 0 0 0,2 8 62 0 0,0 1 0 0 0,-2-1-1 0 0,4 21 1 0 0,0 38 466 0 0,-6-51-336 0 0,1 1-1 0 0,1-1 0 0 0,1 0 0 0 0,10 31 1 0 0,-14-52-228 0 0,1 1 1 0 0,0 0 0 0 0,-1-1-1 0 0,1 1 1 0 0,0 0 0 0 0,0-1-1 0 0,0 1 1 0 0,0-1 0 0 0,0 1-1 0 0,1-1 1 0 0,-1 0 0 0 0,0 1-1 0 0,1-1 1 0 0,-1 0 0 0 0,1 0-1 0 0,-1 0 1 0 0,1 0 0 0 0,-1 0-1 0 0,1 0 1 0 0,0-1 0 0 0,-1 1-1 0 0,4 0 1 0 0,-2 0-105 0 0,0-1 1 0 0,0 0-1 0 0,1 0 1 0 0,-1 0-1 0 0,0-1 0 0 0,0 1 1 0 0,0-1-1 0 0,0 0 0 0 0,0 0 1 0 0,0 0-1 0 0,0 0 0 0 0,3-2 1 0 0,4-2-355 0 0,0-1 0 0 0,0 0 1 0 0,0-1-1 0 0,-1 0 0 0 0,0-1 1 0 0,9-10-1 0 0,22-15 1233 0 0,-33 26-791 0 0</inkml:trace>
</inkml:ink>
</file>

<file path=ppt/ink/ink2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11:56.98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360 0 6913 0 0,'-92'120'2341'0'0,"-130"220"-1"0"0,214-327-2099 0 0,-20 42 394 0 0,26-51-591 0 0,0-1-1 0 0,1 1 1 0 0,0 0-1 0 0,0 0 1 0 0,0 1 0 0 0,0-1-1 0 0,1 0 1 0 0,-1 0 0 0 0,1 0-1 0 0,0 1 1 0 0,1 4-1 0 0,-1-8-55 0 0,0 0 0 0 0,0 0 0 0 0,1 0 0 0 0,-1 0 0 0 0,0 0-1 0 0,1 0 1 0 0,-1 0 0 0 0,1 0 0 0 0,-1 0 0 0 0,1 0 0 0 0,-1 0 0 0 0,1 0-1 0 0,0 0 1 0 0,-1 0 0 0 0,1-1 0 0 0,0 1 0 0 0,0 0 0 0 0,0-1-1 0 0,-1 1 1 0 0,1 0 0 0 0,0-1 0 0 0,0 1 0 0 0,0-1 0 0 0,0 1-1 0 0,0-1 1 0 0,2 1 0 0 0,0-1-48 0 0,-1 0-1 0 0,1 0 1 0 0,0 0-1 0 0,0 0 1 0 0,-1 0-1 0 0,1 0 1 0 0,0-1-1 0 0,0 0 1 0 0,-1 1-1 0 0,4-3 1 0 0,5-1-296 0 0,0-1 1 0 0,-1-1 0 0 0,19-12-1 0 0,-4-2-182 0 0,37-39 0 0 0,-49 44 571 0 0,1 0 1 0 0,1 1-1 0 0,0 1 1 0 0,1 1 0 0 0,0 0-1 0 0,1 1 1 0 0,24-12-1 0 0,-40 22-16 0 0,1 1 0 0 0,-1-1 0 0 0,0 1 0 0 0,1-1 0 0 0,-1 1 0 0 0,1-1 1 0 0,-1 1-1 0 0,1 0 0 0 0,-1-1 0 0 0,1 1 0 0 0,-1 0 0 0 0,1 0 0 0 0,-1 0 0 0 0,1 0 0 0 0,-1 1 0 0 0,1-1 0 0 0,-1 0 0 0 0,1 1 0 0 0,-1-1 0 0 0,1 1 0 0 0,-1-1 1 0 0,0 1-1 0 0,1-1 0 0 0,1 3 0 0 0,-2-2 24 0 0,1 1 0 0 0,-1 0 1 0 0,0 0-1 0 0,0-1 0 0 0,0 1 0 0 0,0 0 1 0 0,0 0-1 0 0,0 0 0 0 0,-1 0 1 0 0,1 0-1 0 0,-1 1 0 0 0,1-1 1 0 0,-1 0-1 0 0,0 0 0 0 0,0 3 0 0 0,0 8 176 0 0,-1 0-1 0 0,0 0 0 0 0,-1-1 0 0 0,-6 21 1 0 0,-7 14 489 0 0,-30 62 0 0 0,9-24 102 0 0,35-84-791 0 0,1 1 1 0 0,-1-1-1 0 0,0 0 1 0 0,1 1-1 0 0,-1-1 0 0 0,1 0 1 0 0,0 1-1 0 0,-1-1 0 0 0,1 1 1 0 0,0-1-1 0 0,0 1 1 0 0,0-1-1 0 0,0 1 0 0 0,0-1 1 0 0,0 0-1 0 0,0 1 0 0 0,1-1 1 0 0,-1 1-1 0 0,0-1 0 0 0,1 1 1 0 0,0 1-1 0 0,0-2-11 0 0,0 0 0 0 0,0-1 0 0 0,0 1-1 0 0,0-1 1 0 0,0 1 0 0 0,0-1 0 0 0,1 1 0 0 0,-1-1 0 0 0,0 0-1 0 0,0 0 1 0 0,0 1 0 0 0,0-1 0 0 0,0 0 0 0 0,0 0-1 0 0,1 0 1 0 0,-1 0 0 0 0,0 0 0 0 0,0-1 0 0 0,0 1-1 0 0,2-1 1 0 0,9-2-58 0 0,-1-1 0 0 0,0 0 0 0 0,20-11 0 0 0,122-82-3227 0 0,-88 49-912 0 0</inkml:trace>
</inkml:ink>
</file>

<file path=ppt/ink/ink2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11:57.19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596 0 2761 0 0,'1'2'45'0'0,"1"0"1"0"0,-1 0 0 0 0,0 0-1 0 0,0 0 1 0 0,0 0 0 0 0,0 0-1 0 0,0 0 1 0 0,0 1 0 0 0,0-1-1 0 0,-1 0 1 0 0,1 0 0 0 0,-1 1-1 0 0,0-1 1 0 0,1 0-1 0 0,-1 1 1 0 0,0-1 0 0 0,-1 0-1 0 0,1 1 1 0 0,0-1 0 0 0,-2 4-1 0 0,-1 5 400 0 0,0 0 0 0 0,-2 0 0 0 0,-6 13 0 0 0,0 0-37 0 0,-33 70 1390 0 0,-5-2 0 0 0,-4-2 0 0 0,-3-2 1 0 0,-83 97-1 0 0,101-135-955 0 0,-38 69 1 0 0,48-69-1797 0 0,-33 83 0 0 0,54-113 870 0 0,-10 37 1 0 0,16-51-325 0 0,-1 0 1 0 0,1 0-1 0 0,1 0 1 0 0,-1 0 0 0 0,1 0-1 0 0,0 0 1 0 0,1 0-1 0 0,0 0 1 0 0,-1 0 0 0 0,2 1-1 0 0,1 5 1 0 0</inkml:trace>
</inkml:ink>
</file>

<file path=ppt/ink/ink2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11:57.93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202 155 6913 0 0,'-19'-117'1437'0'0,"19"117"-1410"0"0,0-1 0 0 0,0 1 1 0 0,0-1-1 0 0,0 1 0 0 0,0 0 1 0 0,0-1-1 0 0,0 1 0 0 0,0 0 1 0 0,0-1-1 0 0,0 1 0 0 0,0 0 1 0 0,-1-1-1 0 0,1 1 0 0 0,0 0 1 0 0,0-1-1 0 0,0 1 0 0 0,-1 0 1 0 0,1-1-1 0 0,0 1 0 0 0,0 0 1 0 0,-1-1-1 0 0,1 1 0 0 0,0 0 0 0 0,0 0 1 0 0,-1 0-1 0 0,1-1 0 0 0,0 1 1 0 0,-1 0-1 0 0,1 0 0 0 0,0 0 1 0 0,-1 0-1 0 0,1-1 0 0 0,-1 1 1 0 0,-8 10 394 0 0,-6 29-159 0 0,13-35-177 0 0,-113 345 834 0 0,107-327-848 0 0,1 1 0 0 0,1 0 0 0 0,2 0 0 0 0,0 1 0 0 0,-1 33 0 0 0,5-56-67 0 0,0 0-1 0 0,0 0 1 0 0,0 1 0 0 0,0-1-1 0 0,0 0 1 0 0,0 0-1 0 0,0 0 1 0 0,0 0-1 0 0,0 0 1 0 0,1 0-1 0 0,-1 0 1 0 0,1 0-1 0 0,-1 0 1 0 0,1 0-1 0 0,-1 0 1 0 0,1 0-1 0 0,-1 0 1 0 0,1 0-1 0 0,0 0 1 0 0,-1 0-1 0 0,1 0 1 0 0,0 0-1 0 0,0-1 1 0 0,0 1-1 0 0,0 0 1 0 0,0-1-1 0 0,2 2 1 0 0,-1-2-4 0 0,0 0 0 0 0,0 0-1 0 0,0 0 1 0 0,0 0 0 0 0,0 0 0 0 0,0 0 0 0 0,0 0 0 0 0,0-1-1 0 0,0 1 1 0 0,0-1 0 0 0,0 0 0 0 0,0 0 0 0 0,0 1 0 0 0,2-2-1 0 0,9-6-42 0 0,-1 0 0 0 0,1-1-1 0 0,12-11 1 0 0,-22 17 24 0 0,68-56-1335 0 0,-2-3 0 0 0,-4-4 0 0 0,-2-2 0 0 0,103-146 0 0 0,-159 203 1277 0 0,0-1 163 0 0,1 0 1 0 0,0 0 0 0 0,1 1-1 0 0,0 0 1 0 0,1 1 0 0 0,12-11-1 0 0,-21 21-28 0 0,-1-1 0 0 0,1 0 0 0 0,-1 1 0 0 0,1-1 0 0 0,-1 1 0 0 0,1 0 0 0 0,0-1-1 0 0,-1 1 1 0 0,1 0 0 0 0,0-1 0 0 0,0 1 0 0 0,-1 0 0 0 0,1 0 0 0 0,0-1 0 0 0,0 1-1 0 0,-1 0 1 0 0,1 0 0 0 0,0 0 0 0 0,0 0 0 0 0,-1 0 0 0 0,1 0 0 0 0,0 0 0 0 0,0 0-1 0 0,-1 0 1 0 0,1 1 0 0 0,0-1 0 0 0,0 0 0 0 0,-1 0 0 0 0,1 1 0 0 0,0-1 0 0 0,-1 0-1 0 0,2 2 1 0 0,0-1 47 0 0,-1 1 0 0 0,0 0 0 0 0,0 0 0 0 0,0 0 0 0 0,0 0 0 0 0,-1 0 0 0 0,1 0 0 0 0,0 0 0 0 0,-1 0 0 0 0,1 0 0 0 0,-1 0 0 0 0,0 2 0 0 0,1 11 403 0 0,0 0 1 0 0,-3 22 0 0 0,2-34-443 0 0,-6 38 911 0 0,-13 56-1 0 0,9-56-146 0 0,-4 52 0 0 0,13-90-792 0 0,1 1 0 0 0,0-1 0 0 0,0 1 0 0 0,0-1 0 0 0,0 1 0 0 0,1-1 0 0 0,-1 1 0 0 0,1-1 0 0 0,0 1 0 0 0,0-1 0 0 0,0 1 0 0 0,1-1 0 0 0,2 5-1 0 0,-3-7-52 0 0,0 0-1 0 0,0 0 0 0 0,0 0 0 0 0,0 0 0 0 0,0-1 1 0 0,1 1-1 0 0,-1 0 0 0 0,0 0 0 0 0,0-1 0 0 0,1 1 0 0 0,-1-1 1 0 0,1 1-1 0 0,-1-1 0 0 0,1 1 0 0 0,-1-1 0 0 0,0 0 1 0 0,1 0-1 0 0,-1 0 0 0 0,1 0 0 0 0,-1 0 0 0 0,1 0 0 0 0,-1 0 1 0 0,1 0-1 0 0,-1-1 0 0 0,1 1 0 0 0,-1-1 0 0 0,1 1 1 0 0,-1-1-1 0 0,0 1 0 0 0,1-1 0 0 0,-1 0 0 0 0,0 1 0 0 0,2-3 1 0 0,18-10-430 0 0,-1-1 0 0 0,-1 0 0 0 0,0-2 0 0 0,-1 0 0 0 0,-1-1 0 0 0,23-31 1 0 0,-17 22-346 0 0,51-47 1 0 0,-73 73 798 0 0,-1-1 1 0 0,1 0 0 0 0,0 1-1 0 0,-1-1 1 0 0,1 0-1 0 0,0 1 1 0 0,-1-1-1 0 0,1 1 1 0 0,0-1-1 0 0,0 1 1 0 0,-1-1-1 0 0,1 1 1 0 0,0 0 0 0 0,0-1-1 0 0,0 1 1 0 0,0 0-1 0 0,-1 0 1 0 0,1 0-1 0 0,0 0 1 0 0,0 0-1 0 0,0 0 1 0 0,0 0-1 0 0,0 0 1 0 0,0 0-1 0 0,-1 0 1 0 0,1 0 0 0 0,0 0-1 0 0,0 0 1 0 0,0 1-1 0 0,0-1 1 0 0,1 1-1 0 0,-1 0 42 0 0,0 1-1 0 0,0-1 0 0 0,0 1 1 0 0,-1 0-1 0 0,1-1 1 0 0,0 1-1 0 0,-1 0 0 0 0,1-1 1 0 0,-1 1-1 0 0,1 0 0 0 0,-1 0 1 0 0,0 0-1 0 0,0-1 1 0 0,1 3-1 0 0,-1 12 413 0 0,-1 0 1 0 0,-4 22-1 0 0,5-36-438 0 0,-14 72 917 0 0,-6 34 457 0 0,19-97-1264 0 0,0 0 0 0 0,1 1 0 0 0,0 0 0 0 0,1-1 0 0 0,0 1 0 0 0,1-1 0 0 0,3 12 1 0 0,-3-18-149 0 0,0 0 0 0 0,0-1 0 0 0,0 1 0 0 0,0-1 0 0 0,1 1 0 0 0,0-1 0 0 0,0 0 0 0 0,0 0 0 0 0,0 0 0 0 0,8 7 0 0 0,7 2-406 0 0</inkml:trace>
</inkml:ink>
</file>

<file path=ppt/ink/ink2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11:59.09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218 706 10594 0 0,'-10'-22'475'0'0,"1"-1"0"0"0,1 1 0 0 0,1-1 0 0 0,1-1 0 0 0,-5-39 0 0 0,3 16-323 0 0,-3-15 88 0 0,-10-44-22 0 0,14 119-701 0 0,0 13 210 0 0,-92 402-610 0 0,97-420 877 0 0,-1 4-3 0 0,0 0 0 0 0,1 0 0 0 0,0 0 1 0 0,1 0-1 0 0,0 0 0 0 0,1 0 0 0 0,2 15 1 0 0,-2-26 5 0 0,0 0 1 0 0,0 0 0 0 0,0 0-1 0 0,0-1 1 0 0,1 1 0 0 0,-1 0-1 0 0,0 0 1 0 0,1 0 0 0 0,-1 0-1 0 0,0-1 1 0 0,1 1 0 0 0,-1 0-1 0 0,1 0 1 0 0,-1-1 0 0 0,1 1-1 0 0,0 0 1 0 0,-1-1 0 0 0,1 1-1 0 0,0-1 1 0 0,-1 1 0 0 0,1 0-1 0 0,0-1 1 0 0,0 0 0 0 0,-1 1-1 0 0,1-1 1 0 0,0 1 0 0 0,0-1-1 0 0,0 0 1 0 0,1 1 0 0 0,0-2-11 0 0,0 1 0 0 0,0 0 0 0 0,0 0 0 0 0,0-1 1 0 0,0 1-1 0 0,0-1 0 0 0,0 0 0 0 0,0 0 1 0 0,0 0-1 0 0,0 0 0 0 0,0 0 0 0 0,2-1 1 0 0,6-6-106 0 0,1-1 1 0 0,17-18 0 0 0,-27 26 109 0 0,76-89-972 0 0,-3-2 1 0 0,-5-4 0 0 0,91-166 0 0 0,-149 243 812 0 0,58-96-569 0 0,-58 99 657 0 0,2-1-1 0 0,0 2 1 0 0,0 0 0 0 0,25-21 0 0 0,-36 34 101 0 0,0 0-1 0 0,1 0 1 0 0,-1 1 0 0 0,0-1 0 0 0,1 1 0 0 0,0-1 0 0 0,-1 1-1 0 0,1 0 1 0 0,0 0 0 0 0,0 0 0 0 0,0 0 0 0 0,-1 0 0 0 0,1 1 0 0 0,0-1-1 0 0,5 1 1 0 0,-6 0 6 0 0,0 1-1 0 0,0-1 0 0 0,-1 1 0 0 0,1 0 1 0 0,0 0-1 0 0,-1-1 0 0 0,1 1 1 0 0,0 1-1 0 0,-1-1 0 0 0,1 0 0 0 0,-1 0 1 0 0,0 0-1 0 0,1 1 0 0 0,-1-1 1 0 0,0 1-1 0 0,0-1 0 0 0,0 1 0 0 0,0-1 1 0 0,0 1-1 0 0,0 0 0 0 0,0-1 0 0 0,-1 1 1 0 0,1 0-1 0 0,-1 0 0 0 0,1 2 1 0 0,4 14 247 0 0,-1 0 1 0 0,0 0 0 0 0,-2 1 0 0 0,0-1-1 0 0,-2 29 1 0 0,-11 96 1361 0 0,5-87-873 0 0,4-41-522 0 0,1-8-66 0 0,0 0 0 0 0,0 0 1 0 0,1 0-1 0 0,0 0 1 0 0,0 0-1 0 0,0 0 1 0 0,1 0-1 0 0,0 0 0 0 0,3 7 1 0 0,-4-13-145 0 0,1 0 1 0 0,-1 0-1 0 0,1 0 1 0 0,0 0-1 0 0,-1-1 0 0 0,1 1 1 0 0,0 0-1 0 0,-1 0 1 0 0,1-1-1 0 0,0 1 1 0 0,0-1-1 0 0,0 1 0 0 0,-1-1 1 0 0,1 1-1 0 0,0-1 1 0 0,0 1-1 0 0,0-1 0 0 0,0 0 1 0 0,0 1-1 0 0,0-1 1 0 0,0 0-1 0 0,0 0 1 0 0,0 0-1 0 0,0 0 0 0 0,0 0 1 0 0,0 0-1 0 0,0 0 1 0 0,0 0-1 0 0,0 0 0 0 0,0 0 1 0 0,0-1-1 0 0,0 1 1 0 0,0 0-1 0 0,0-1 1 0 0,0 1-1 0 0,1-1 0 0 0,35-19 206 0 0,-36 19-245 0 0,27-20-282 0 0,0-1 1 0 0,-2-2-1 0 0,43-47 1 0 0,62-94-2281 0 0,-88 108 1361 0 0,-14 17 241 0 0,-17 22 531 0 0,0 2 0 0 0,1-1-1 0 0,1 2 1 0 0,0 0 0 0 0,21-18-1 0 0,-34 32 437 0 0,0 0 0 0 0,1 0 0 0 0,-1 0 0 0 0,0 0-1 0 0,0 0 1 0 0,0 0 0 0 0,1 1 0 0 0,-1-1-1 0 0,0 0 1 0 0,0 1 0 0 0,1-1 0 0 0,-1 1 0 0 0,1 0-1 0 0,-1-1 1 0 0,0 1 0 0 0,1 0 0 0 0,-1 0-1 0 0,1 0 1 0 0,-1 0 0 0 0,1 0 0 0 0,-1 0 0 0 0,1 0-1 0 0,-1 0 1 0 0,0 1 0 0 0,1-1 0 0 0,-1 1 0 0 0,1-1-1 0 0,-1 1 1 0 0,0-1 0 0 0,1 1 0 0 0,-1 0-1 0 0,0-1 1 0 0,0 1 0 0 0,0 0 0 0 0,0 0 0 0 0,1 0-1 0 0,-1 0 1 0 0,0 0 0 0 0,-1 0 0 0 0,1 0-1 0 0,0 1 1 0 0,0-1 0 0 0,0 0 0 0 0,-1 0 0 0 0,1 1-1 0 0,-1-1 1 0 0,1 0 0 0 0,-1 1 0 0 0,1 2 0 0 0,3 8 291 0 0,-1-1 0 0 0,-1 1 0 0 0,0 0 0 0 0,0 21 0 0 0,-3 13 634 0 0,-1 1 0 0 0,-3 0 0 0 0,-12 53 0 0 0,-7 60 1628 0 0,23-156-2433 0 0,1 1 0 0 0,0-1 0 0 0,0 1-1 0 0,0-1 1 0 0,0 1 0 0 0,1-1 0 0 0,0 1 0 0 0,0-1 0 0 0,0 0-1 0 0,0 1 1 0 0,1-1 0 0 0,-1 0 0 0 0,1 0 0 0 0,0 0 0 0 0,1 0 0 0 0,-1 0-1 0 0,3 3 1 0 0,-2-4-87 0 0,0-1 1 0 0,0 1-1 0 0,0-1 0 0 0,0 0 0 0 0,1 0 0 0 0,-1-1 0 0 0,0 1 1 0 0,1-1-1 0 0,-1 1 0 0 0,1-1 0 0 0,0 0 0 0 0,-1 0 1 0 0,1-1-1 0 0,0 1 0 0 0,0-1 0 0 0,-1 0 0 0 0,1 0 0 0 0,0 0 1 0 0,0 0-1 0 0,5-2 0 0 0,1 0-196 0 0,0 0 0 0 0,0 0 0 0 0,0-2 0 0 0,0 1 0 0 0,-1-1 0 0 0,1 0 0 0 0,-1-1-1 0 0,0 0 1 0 0,0-1 0 0 0,-1 0 0 0 0,12-10 0 0 0,5-8-754 0 0,0-1 0 0 0,22-31 0 0 0,-25 28-368 0 0,39-36-1 0 0,-59 62 1250 0 0,0 0 0 0 0,0 1 0 0 0,0-1 0 0 0,0 0 0 0 0,0 1 0 0 0,0 0 0 0 0,0-1 0 0 0,1 1 0 0 0,-1 0-1 0 0,0 0 1 0 0,1 1 0 0 0,-1-1 0 0 0,1 0 0 0 0,-1 1 0 0 0,1 0 0 0 0,3-1 0 0 0,-4 1 56 0 0,-1 1 1 0 0,0-1-1 0 0,1 1 0 0 0,-1-1 1 0 0,0 1-1 0 0,1 0 0 0 0,-1 0 1 0 0,0-1-1 0 0,0 1 0 0 0,1 0 0 0 0,-1 0 1 0 0,0 0-1 0 0,0 0 0 0 0,0 0 1 0 0,0 1-1 0 0,0-1 0 0 0,-1 0 1 0 0,1 0-1 0 0,0 1 0 0 0,-1-1 1 0 0,1 0-1 0 0,0 1 0 0 0,-1-1 1 0 0,0 1-1 0 0,1-1 0 0 0,-1 0 0 0 0,0 1 1 0 0,1 2-1 0 0,1 22 396 0 0,-1 0 1 0 0,0 0-1 0 0,-2 0 1 0 0,-1 0-1 0 0,-11 50 0 0 0,-2 26-657 0 0,13-63 81 0 0</inkml:trace>
</inkml:ink>
</file>

<file path=ppt/ink/ink2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12:00.06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47 369 12899 0 0,'-25'17'1339'0'0,"4"5"-1081"0"0,21-17-879 0 0,11-11 154 0 0,99-94-1076 0 0,-59 52 499 0 0,106-78 0 0 0,-117 100 580 0 0,57-37-623 0 0,-83 55 908 0 0,1 1 0 0 0,0 0 0 0 0,0 1 0 0 0,29-7 0 0 0,-42 12 192 0 0,-1 1 0 0 0,1-1 0 0 0,0 1 1 0 0,-1 0-1 0 0,1-1 0 0 0,0 1 0 0 0,-1 0 0 0 0,1 0 0 0 0,0 0 1 0 0,-1 1-1 0 0,1-1 0 0 0,-1 0 0 0 0,1 1 0 0 0,0-1 0 0 0,-1 1 0 0 0,1-1 1 0 0,-1 1-1 0 0,1-1 0 0 0,-1 1 0 0 0,3 2 0 0 0,-3-2 32 0 0,0 0-1 0 0,0 1 1 0 0,0-1-1 0 0,-1 0 1 0 0,1 1-1 0 0,0-1 1 0 0,-1 1-1 0 0,1-1 1 0 0,-1 1-1 0 0,1-1 0 0 0,-1 1 1 0 0,0-1-1 0 0,0 1 1 0 0,1-1-1 0 0,-1 1 1 0 0,0 0-1 0 0,-1 1 1 0 0,0 7 198 0 0,-1 0 0 0 0,0 0 0 0 0,-1 0 0 0 0,0 0 0 0 0,-6 11 0 0 0,-16 29 305 0 0,-2-1 0 0 0,-2-1-1 0 0,-37 44 1 0 0,-33 56 430 0 0,98-147-961 0 0,0 0 1 0 0,0 0-1 0 0,1 0 1 0 0,-1 0-1 0 0,0 0 1 0 0,1 0-1 0 0,-1 0 1 0 0,1 0-1 0 0,-1 1 1 0 0,1-1-1 0 0,0 0 1 0 0,-1 0-1 0 0,1 1 1 0 0,0-1-1 0 0,0 0 1 0 0,0 0-1 0 0,0 1 1 0 0,0-1-1 0 0,0 0 1 0 0,0 0-1 0 0,0 1 1 0 0,1 1-1 0 0,0-3-22 0 0,0 1 0 0 0,-1-1 0 0 0,1 1 0 0 0,0-1 0 0 0,0 1 0 0 0,0-1 0 0 0,0 0 0 0 0,0 1 0 0 0,0-1-1 0 0,0 0 1 0 0,0 0 0 0 0,0 0 0 0 0,0 0 0 0 0,-1 0 0 0 0,1 0 0 0 0,0 0 0 0 0,0 0 0 0 0,0 0 0 0 0,0 0 0 0 0,0 0 0 0 0,2-1-1 0 0,7-1-267 0 0,0-1 0 0 0,0-1 0 0 0,18-9 0 0 0,-1-3-578 0 0,0-1 0 0 0,-2-2 0 0 0,25-22-1 0 0,29-22-1720 0 0,-79 63 2554 0 0,1-1 0 0 0,-1 1 1 0 0,0-1-1 0 0,1 1 0 0 0,-1-1 0 0 0,1 1 0 0 0,-1 0 0 0 0,1-1 1 0 0,-1 1-1 0 0,1 0 0 0 0,0-1 0 0 0,-1 1 0 0 0,1 0 0 0 0,-1 0 1 0 0,1-1-1 0 0,0 1 0 0 0,-1 0 0 0 0,1 0 0 0 0,-1 0 0 0 0,1 0 1 0 0,0 0-1 0 0,-1 0 0 0 0,1 0 0 0 0,0 0 0 0 0,-1 0 0 0 0,1 0 1 0 0,0 1-1 0 0,-3 14 145 0 0,-21 29 612 0 0,21-40-705 0 0,-237 350 6868 0 0,238-354-6857 0 0,0 1 0 0 0,0 0-1 0 0,0 0 1 0 0,1 0 0 0 0,-1 0 0 0 0,0 0 0 0 0,0 0-1 0 0,1 0 1 0 0,-1 0 0 0 0,1 0 0 0 0,-1 0 0 0 0,1 0 0 0 0,-1 0-1 0 0,1 0 1 0 0,0 0 0 0 0,-1 1 0 0 0,1-1 0 0 0,0 0-1 0 0,0 0 1 0 0,0 0 0 0 0,0 1 0 0 0,0-1 0 0 0,0 0 0 0 0,0 0-1 0 0,0 0 1 0 0,1 0 0 0 0,-1 1 0 0 0,0-1 0 0 0,1 0-1 0 0,-1 0 1 0 0,2 2 0 0 0,0-2-1 0 0,-1 0 1 0 0,1 0-1 0 0,0 0 1 0 0,1 0-1 0 0,-1-1 0 0 0,0 1 1 0 0,0 0-1 0 0,0-1 0 0 0,0 1 1 0 0,0-1-1 0 0,1 0 1 0 0,-1 0-1 0 0,0 0 0 0 0,0 0 1 0 0,1 0-1 0 0,2-1 0 0 0,16-3-373 0 0,1-1-1 0 0,-1-1 0 0 0,-1-1 0 0 0,1 0 1 0 0,-1-2-1 0 0,0 0 0 0 0,19-13 0 0 0,47-21-1814 0 0,-84 42 2114 0 0,-1 0 0 0 0,1 0 0 0 0,-1 1 0 0 0,1-1 1 0 0,-1 1-1 0 0,1-1 0 0 0,0 1 0 0 0,0 0 0 0 0,-1-1 0 0 0,1 1 0 0 0,0 0 0 0 0,-1 0 0 0 0,1 0 1 0 0,0 0-1 0 0,0 0 0 0 0,-1 1 0 0 0,4 0 0 0 0,-4 0 46 0 0,-1-1-1 0 0,1 1 0 0 0,0-1 1 0 0,-1 1-1 0 0,1 0 1 0 0,-1 0-1 0 0,1-1 1 0 0,-1 1-1 0 0,0 0 1 0 0,1 0-1 0 0,-1 0 1 0 0,0-1-1 0 0,1 1 0 0 0,-1 0 1 0 0,0 0-1 0 0,0 0 1 0 0,0 0-1 0 0,0 0 1 0 0,0-1-1 0 0,0 1 1 0 0,0 0-1 0 0,0 0 1 0 0,0 0-1 0 0,0 1 0 0 0,-3 9 303 0 0,0-1 0 0 0,0 1 0 0 0,-1-1-1 0 0,-6 12 1 0 0,6-14-160 0 0,-59 119 2368 0 0,38-80-1664 0 0,2 0 1 0 0,-26 77-1 0 0,42-92-1424 0 0,5 1-3584 0 0</inkml:trace>
</inkml:ink>
</file>

<file path=ppt/ink/ink2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12:01.09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680 0 12443 0 0,'-10'3'339'0'0,"0"1"-1"0"0,0-1 1 0 0,0 2 0 0 0,1-1 0 0 0,0 1 0 0 0,0 1 0 0 0,0 0 0 0 0,-14 12 0 0 0,-9 6 66 0 0,-489 345 2317 0 0,493-344-2799 0 0,140-139-5294 0 0,-73 71 4882 0 0,62-53 1 0 0,-100 95 494 0 0,0 0 0 0 0,-1 1 0 0 0,1-1 0 0 0,0 0 1 0 0,0 1-1 0 0,0-1 0 0 0,0 0 0 0 0,0 1 0 0 0,0-1 1 0 0,0 1-1 0 0,0-1 0 0 0,0 1 0 0 0,0 0 0 0 0,0-1 1 0 0,1 1-1 0 0,0 0 0 0 0,-1 0 12 0 0,-1 0 0 0 0,0 1 0 0 0,0-1 0 0 0,1 0 0 0 0,-1 1-1 0 0,0-1 1 0 0,0 1 0 0 0,1-1 0 0 0,-1 0 0 0 0,0 1 0 0 0,0-1 0 0 0,0 1 0 0 0,0-1 0 0 0,0 0 0 0 0,0 1 0 0 0,0-1-1 0 0,0 1 1 0 0,0-1 0 0 0,0 0 0 0 0,0 1 0 0 0,0-1 0 0 0,0 1 0 0 0,0-1 0 0 0,0 1 0 0 0,0-1 0 0 0,0 0 0 0 0,0 1-1 0 0,-1 0 1 0 0,-15 42 832 0 0,13-36-924 0 0,-88 186 1290 0 0,-3 7 58 0 0,92-195-1216 0 0,-1 1 0 0 0,2-1 0 0 0,-1 1 1 0 0,0 0-1 0 0,1-1 0 0 0,0 1 0 0 0,0 12 1 0 0,1-17-47 0 0,0 0 0 0 0,0-1 0 0 0,0 1 0 0 0,0 0 0 0 0,1 0 0 0 0,-1 0 0 0 0,0 0 0 0 0,1 0 0 0 0,-1 0 0 0 0,0 0 1 0 0,1-1-1 0 0,-1 1 0 0 0,1 0 0 0 0,-1 0 0 0 0,1-1 0 0 0,0 1 0 0 0,-1 0 0 0 0,1-1 0 0 0,0 1 0 0 0,-1 0 0 0 0,3 0 1 0 0,-2 0-11 0 0,1-1 0 0 0,0 1 0 0 0,0-1 1 0 0,0 0-1 0 0,0 0 0 0 0,0 0 0 0 0,-1 0 1 0 0,1 0-1 0 0,0 0 0 0 0,0 0 1 0 0,0 0-1 0 0,0-1 0 0 0,0 1 0 0 0,0-1 1 0 0,2 0-1 0 0,15-7-115 0 0,1-2-1 0 0,-1 1 1 0 0,-1-2 0 0 0,0-1 0 0 0,18-14-1 0 0,34-21-104 0 0,-56 38 158 0 0,14-7-138 0 0,41-18 0 0 0,-63 31 163 0 0,1 0 1 0 0,0 1 0 0 0,0 0-1 0 0,0 0 1 0 0,0 0-1 0 0,0 1 1 0 0,0 0-1 0 0,0 1 1 0 0,0 0-1 0 0,1 0 1 0 0,-1 0 0 0 0,9 2-1 0 0,-12-1 50 0 0,0 1 0 0 0,1 0 0 0 0,-1 0 0 0 0,0 0 0 0 0,0 0 0 0 0,-1 0 0 0 0,1 1-1 0 0,0 0 1 0 0,-1 0 0 0 0,1 0 0 0 0,-1 0 0 0 0,0 0 0 0 0,0 1 0 0 0,0-1 0 0 0,-1 1 0 0 0,1 0 0 0 0,-1 0 0 0 0,0 0-1 0 0,0 0 1 0 0,0 0 0 0 0,1 6 0 0 0,3 10 395 0 0,-2 0 0 0 0,0 0 0 0 0,2 33-1 0 0,-1-5 606 0 0,-5-47-987 0 0,1 0 0 0 0,-1 0 0 0 0,0 0-1 0 0,1-1 1 0 0,-1 1 0 0 0,1 0 0 0 0,-1 0 0 0 0,1 0-1 0 0,0 0 1 0 0,-1 0 0 0 0,1-1 0 0 0,0 1 0 0 0,0 0 0 0 0,-1 0-1 0 0,1-1 1 0 0,0 1 0 0 0,0-1 0 0 0,0 1 0 0 0,0-1-1 0 0,0 1 1 0 0,0-1 0 0 0,0 0 0 0 0,0 1 0 0 0,0-1-1 0 0,0 0 1 0 0,0 0 0 0 0,0 1 0 0 0,0-1 0 0 0,0 0 0 0 0,0 0-1 0 0,0 0 1 0 0,0 0 0 0 0,0-1 0 0 0,0 1 0 0 0,0 0-1 0 0,0 0 1 0 0,0-1 0 0 0,0 1 0 0 0,0 0 0 0 0,0-1-1 0 0,1 0 1 0 0,42-18 107 0 0,-15 1-709 0 0,-2-1 0 0 0,27-23 0 0 0,-32 24-366 0 0,0 1 1 0 0,2 0-1 0 0,36-18 0 0 0,-60 34 923 0 0,1 1-1 0 0,0-1 1 0 0,0 1 0 0 0,-1-1 0 0 0,1 1-1 0 0,0 0 1 0 0,0-1 0 0 0,0 1 0 0 0,0 0-1 0 0,0 0 1 0 0,0 0 0 0 0,-1-1-1 0 0,1 1 1 0 0,0 0 0 0 0,0 0 0 0 0,0 0-1 0 0,0 1 1 0 0,0-1 0 0 0,0 0 0 0 0,0 0-1 0 0,-1 0 1 0 0,1 1 0 0 0,0-1-1 0 0,0 0 1 0 0,0 1 0 0 0,0 0 0 0 0,0 0 35 0 0,0 0 0 0 0,-1 0 1 0 0,1 0-1 0 0,-1 0 0 0 0,1 0 1 0 0,-1 0-1 0 0,1 0 0 0 0,-1 0 1 0 0,0 1-1 0 0,1-1 0 0 0,-1 0 1 0 0,0 0-1 0 0,0 1 0 0 0,0-1 1 0 0,0 0-1 0 0,0 2 0 0 0,-2 8 295 0 0,0 0-1 0 0,0 0 0 0 0,-5 13 0 0 0,5-19-222 0 0,-51 129 2688 0 0,38-103-2688 0 0,2 0 1 0 0,1 1 0 0 0,1 1 0 0 0,-10 53 0 0 0</inkml:trace>
</inkml:ink>
</file>

<file path=ppt/ink/ink2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12:02.33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22 308 9674 0 0,'-6'26'608'0'0,"0"0"1"0"0,2 0-1 0 0,1 1 0 0 0,1-1 1 0 0,2 35-1 0 0,0-51-598 0 0,1 0 0 0 0,0-1 0 0 0,1 1 0 0 0,0 0 0 0 0,0-1 0 0 0,6 15-1 0 0,-7-22-31 0 0,0 0 0 0 0,0 0 0 0 0,0 0 0 0 0,0 0 0 0 0,0-1 0 0 0,0 1 0 0 0,1 0 0 0 0,-1-1 0 0 0,1 1 0 0 0,-1 0 0 0 0,1-1-1 0 0,0 0 1 0 0,-1 1 0 0 0,1-1 0 0 0,0 0 0 0 0,0 0 0 0 0,0 0 0 0 0,0 0 0 0 0,0 0 0 0 0,0-1 0 0 0,0 1 0 0 0,1-1 0 0 0,-1 1 0 0 0,0-1-1 0 0,0 0 1 0 0,0 1 0 0 0,0-1 0 0 0,1-1 0 0 0,-1 1 0 0 0,0 0 0 0 0,0 0 0 0 0,0-1 0 0 0,5-1 0 0 0,7-2 1 0 0,0-2 0 0 0,-1 0 0 0 0,1-1 0 0 0,-1 0 0 0 0,0-1 1 0 0,-1 0-1 0 0,0-1 0 0 0,0-1 0 0 0,-1 0 0 0 0,11-12 0 0 0,15-19-80 0 0,41-60 0 0 0,-73 94 101 0 0,36-50-107 0 0,5-8-337 0 0,2 2 0 0 0,78-78 0 0 0,-120 135 425 0 0,0 1 0 0 0,0 0 1 0 0,1 0-1 0 0,12-7 0 0 0,-18 11 22 0 0,0 1-1 0 0,0-1 0 0 0,0 1 0 0 0,0-1 1 0 0,0 1-1 0 0,1-1 0 0 0,-1 1 1 0 0,0 0-1 0 0,0-1 0 0 0,0 1 1 0 0,1 0-1 0 0,-1 0 0 0 0,0 0 0 0 0,0 0 1 0 0,1 0-1 0 0,-1 0 0 0 0,0 0 1 0 0,0 1-1 0 0,1-1 0 0 0,-1 0 1 0 0,0 1-1 0 0,0-1 0 0 0,0 1 0 0 0,1-1 1 0 0,-1 1-1 0 0,0 0 0 0 0,0-1 1 0 0,0 1-1 0 0,0 0 0 0 0,0 0 1 0 0,0-1-1 0 0,-1 1 0 0 0,1 0 0 0 0,0 0 1 0 0,0 0-1 0 0,-1 0 0 0 0,1 0 1 0 0,0 1-1 0 0,0 0 0 0 0,4 10 103 0 0,0 1-1 0 0,-1 0 0 0 0,-1 0 1 0 0,0 0-1 0 0,0 0 1 0 0,-2 0-1 0 0,1 1 0 0 0,-2 15 1 0 0,-9 110 934 0 0,7-127-969 0 0,-32 192 852 0 0,1-17-196 0 0,32-183-660 0 0,1-1-1 0 0,0 1 1 0 0,-1-1 0 0 0,1 1-1 0 0,1-1 1 0 0,-1 1-1 0 0,0-1 1 0 0,1 1 0 0 0,0-1-1 0 0,0 1 1 0 0,0-1 0 0 0,2 4-1 0 0,-3-6-45 0 0,1 0 0 0 0,-1 0 0 0 0,1-1 0 0 0,-1 1 0 0 0,1-1 0 0 0,-1 1 0 0 0,1 0 0 0 0,0-1 0 0 0,-1 1 0 0 0,1-1 1 0 0,0 0-1 0 0,-1 1 0 0 0,1-1 0 0 0,0 1 0 0 0,0-1 0 0 0,0 0 0 0 0,-1 0 0 0 0,1 0 0 0 0,0 1 0 0 0,1-1 0 0 0,0 0-28 0 0,1 0 1 0 0,-1-1-1 0 0,0 1 1 0 0,0-1-1 0 0,0 1 0 0 0,0-1 1 0 0,0 0-1 0 0,0 1 1 0 0,0-1-1 0 0,0 0 1 0 0,3-2-1 0 0,7-5-233 0 0,0-1 0 0 0,0-1 1 0 0,-1 0-1 0 0,0 0 0 0 0,-1-1 0 0 0,17-24 1 0 0,47-80-564 0 0,-68 104 734 0 0,26-50-188 0 0,-22 41 164 0 0,0 1 0 0 0,1 0 0 0 0,1 0 0 0 0,15-18 0 0 0,-26 35 118 0 0,0 1 1 0 0,1-1 0 0 0,-1 1-1 0 0,0 0 1 0 0,0 0-1 0 0,1 0 1 0 0,-1 0 0 0 0,0 0-1 0 0,1 0 1 0 0,-1 0 0 0 0,1 0-1 0 0,-1 0 1 0 0,1 1 0 0 0,0-1-1 0 0,-1 0 1 0 0,1 1-1 0 0,0 0 1 0 0,-1-1 0 0 0,1 1-1 0 0,2 0 1 0 0,-3 0 33 0 0,1 1 0 0 0,-1-1 0 0 0,0 1 0 0 0,1-1 1 0 0,-1 1-1 0 0,0 0 0 0 0,0 0 0 0 0,0-1 0 0 0,1 1 0 0 0,-1 0 0 0 0,0 0 0 0 0,0 0 0 0 0,0 0 0 0 0,0 0 1 0 0,-1 0-1 0 0,1 1 0 0 0,0-1 0 0 0,0 0 0 0 0,0 2 0 0 0,2 5 216 0 0,0-1 0 0 0,0 1 0 0 0,-1 0 0 0 0,0 1 0 0 0,0-1-1 0 0,0 15 1 0 0,-6 61 993 0 0,2-65-940 0 0,1 0 0 0 0,0 1-1 0 0,4 33 1 0 0,-2-52-309 0 0,-1 0 0 0 0,0 0 0 0 0,0 0-1 0 0,0-1 1 0 0,0 1 0 0 0,0 0 0 0 0,1 0-1 0 0,-1 0 1 0 0,0 0 0 0 0,1-1 0 0 0,-1 1-1 0 0,1 0 1 0 0,-1 0 0 0 0,1-1 0 0 0,-1 1-1 0 0,1 0 1 0 0,0-1 0 0 0,-1 1 0 0 0,1 0-1 0 0,0-1 1 0 0,-1 1 0 0 0,1-1 0 0 0,0 1-1 0 0,0-1 1 0 0,-1 0 0 0 0,1 1 0 0 0,0-1-1 0 0,0 0 1 0 0,0 1 0 0 0,1-1 0 0 0,0 0 14 0 0,1 0 0 0 0,-1 0 0 0 0,1-1 1 0 0,-1 1-1 0 0,0-1 0 0 0,1 1 0 0 0,-1-1 1 0 0,1 0-1 0 0,-1 0 0 0 0,4-2 0 0 0,6-4-66 0 0,0 0-1 0 0,20-18 1 0 0,-18 11-336 0 0,-1 0 1 0 0,0-1 0 0 0,-1 0-1 0 0,-1-1 1 0 0,17-31-1 0 0,-12 21-1107 0 0,22-29-1 0 0,-38 55 1454 0 0,0 0 0 0 0,0-1 0 0 0,0 1 0 0 0,0 0 0 0 0,1 0 0 0 0,-1-1 0 0 0,0 1 0 0 0,0 0 0 0 0,0 0-1 0 0,0 0 1 0 0,1 0 0 0 0,-1-1 0 0 0,0 1 0 0 0,0 0 0 0 0,0 0 0 0 0,1 0 0 0 0,-1 0 0 0 0,0 0 0 0 0,0 0 0 0 0,1-1 0 0 0,-1 1 0 0 0,0 0 0 0 0,0 0 0 0 0,1 0 0 0 0,-1 0 0 0 0,0 0 0 0 0,0 0-1 0 0,1 0 1 0 0,-1 0 0 0 0,0 0 0 0 0,0 0 0 0 0,1 0 0 0 0,-1 0 0 0 0,0 0 0 0 0,0 0 0 0 0,1 1 0 0 0,3 9 2 0 0,-1 17 600 0 0,-3-25-600 0 0,0 41 1231 0 0,0-13-267 0 0,5 41 0 0 0,-5-64-849 0 0,1 0-1 0 0,1 0 1 0 0,-1 0 0 0 0,1-1-1 0 0,1 1 1 0 0,-1-1 0 0 0,1 1-1 0 0,0-1 1 0 0,1 0 0 0 0,-1 0-1 0 0,7 8 1 0 0,-7-12-202 0 0,-1 1 0 0 0,0-1 0 0 0,1 0-1 0 0,-1 0 1 0 0,1 0 0 0 0,0 0 0 0 0,0-1 0 0 0,0 1 0 0 0,0-1 0 0 0,3 2 0 0 0</inkml:trace>
</inkml:ink>
</file>

<file path=ppt/ink/ink2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12:06.27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6 1979 4609 0 0,'0'0'12'0'0,"-1"0"-1"0"0,1 0 1 0 0,0 0 0 0 0,0 0-1 0 0,0 0 1 0 0,-1 0 0 0 0,1 0-1 0 0,0 0 1 0 0,0 0 0 0 0,-1 0-1 0 0,1 0 1 0 0,0-1 0 0 0,0 1-1 0 0,-1 0 1 0 0,1 0 0 0 0,0 0-1 0 0,0 0 1 0 0,0 0 0 0 0,0-1 0 0 0,-1 1-1 0 0,1 0 1 0 0,0 0 0 0 0,0 0-1 0 0,0-1 1 0 0,0 1 0 0 0,0 0-1 0 0,0 0 1 0 0,-1-1 0 0 0,1 1-1 0 0,0 0 1 0 0,0 0 0 0 0,0-1-1 0 0,0 1 1 0 0,0 0 0 0 0,0 0-1 0 0,0-1 1 0 0,0 1 0 0 0,0 0-1 0 0,0 0 1 0 0,0-1 0 0 0,8-10 821 0 0,19-9 540 0 0,-25 18-1329 0 0,24-17 353 0 0,0 2 0 0 0,2 1 1 0 0,-1 1-1 0 0,2 1 1 0 0,43-15-1 0 0,37 1 318 0 0,2 5-1 0 0,116-9 0 0 0,-98 15-12 0 0,48-5-501 0 0,166-29 178 0 0,272-102 194 0 0,-578 143-550 0 0,454-109 925 0 0,-364 101-654 0 0,152-3-1 0 0,-272 20-272 0 0,241 6 260 0 0,-166-1-293 0 0,149-9-1 0 0,-188 1 25 0 0,-31 4 15 0 0,1 0 0 0 0,0-1 0 0 0,-1-1 0 0 0,1 0 0 0 0,-1-1 0 0 0,1 0 0 0 0,19-9 0 0 0,-31 11 29 0 0,0 1 0 0 0,0-1 0 0 0,-1 0 0 0 0,1 1 0 0 0,-1-1 0 0 0,1 0 0 0 0,-1 0-1 0 0,1 1 1 0 0,-1-1 0 0 0,1 0 0 0 0,-1 0 0 0 0,0 0 0 0 0,1 1 0 0 0,-1-1 0 0 0,0 0 0 0 0,0 0-1 0 0,1 0 1 0 0,-1 0 0 0 0,0 0 0 0 0,0 0 0 0 0,0 0 0 0 0,0 0 0 0 0,0 1 0 0 0,0-1 0 0 0,-1 0-1 0 0,1 0 1 0 0,0 0 0 0 0,0 0 0 0 0,-1 0 0 0 0,1 0 0 0 0,0 1 0 0 0,-2-2 0 0 0,-18-36 1033 0 0,9 17-1050 0 0,-96-332-3220 0 0,95 307 2860 0 0,-1-11 90 0 0,3 0-1 0 0,3 0 1 0 0,2-1 0 0 0,2 0-1 0 0,3 0 1 0 0,15-109 0 0 0,-12 150 358 0 0,-1 0 0 0 0,-1-1-1 0 0,0 0 1 0 0,-2 1 0 0 0,0-1 0 0 0,0 1 0 0 0,-2-1-1 0 0,0 1 1 0 0,-1 0 0 0 0,-1 0 0 0 0,-11-26 0 0 0,8 24 809 0 0,5 13-715 0 0,0 0 1 0 0,0 0-1 0 0,0 0 0 0 0,-1 0 0 0 0,-6-7 1 0 0,9 11-312 0 0,-1 1 0 0 0,0-1 0 0 0,1 1 0 0 0,-1-1 0 0 0,0 1 0 0 0,0 0 0 0 0,0 0 0 0 0,0 0 0 0 0,0 0 0 0 0,0 0 0 0 0,0 1 0 0 0,-1-1 0 0 0,1 1 0 0 0,0-1 0 0 0,0 1 0 0 0,-1 0 0 0 0,1 0 0 0 0,0 0 0 0 0,0 0 0 0 0,-4 0 0 0 0,-9 3-236 0 0,-1 0-1 0 0,1 0 0 0 0,1 2 0 0 0,-1 0 1 0 0,-18 9-1 0 0,-71 41 911 0 0,39-19-675 0 0,-55 27 483 0 0,-266 127 82 0 0,195-107-263 0 0,-220 86 35 0 0,-141 7-242 0 0,454-149-109 0 0,-219 49-90 0 0,147-53 227 0 0,-174 0 0 0 0,209-17-2492 0 0,-204 36 1 0 0,359-48 1095 0 0,0 0 1 0 0,24-12-1 0 0,38-12 516 0 0,45 2 552 0 0,133-10 0 0 0,-9 2 136 0 0,-183 24 179 0 0,57-10-29 0 0,-1-4 0 0 0,129-47 0 0 0,-234 66 50 0 0,341-139 1149 0 0,-202 71 1178 0 0,203-66 1 0 0,-330 130-1966 0 0,-20 6-254 0 0,0 1-1 0 0,-1 0 0 0 0,1 1 0 0 0,1 0 1 0 0,-1 1-1 0 0,0 0 0 0 0,20 0 1 0 0,-31 2-159 0 0,0 0-1 0 0,0 0 1 0 0,0 0 0 0 0,1 0 0 0 0,-1 0 0 0 0,0 0 0 0 0,0 0 0 0 0,0 0 0 0 0,1 0 0 0 0,-1 0 0 0 0,0 0 0 0 0,0 0 0 0 0,0 0 0 0 0,0 0 0 0 0,1 0 0 0 0,-1 0 0 0 0,0 0 0 0 0,0 0 0 0 0,0 1 0 0 0,0-1-1 0 0,1 0 1 0 0,-1 0 0 0 0,0 0 0 0 0,0 0 0 0 0,0 0 0 0 0,0 0 0 0 0,0 1 0 0 0,0-1 0 0 0,0 0 0 0 0,1 0 0 0 0,-1 0 0 0 0,0 0 0 0 0,0 1 0 0 0,0-1 0 0 0,0 0 0 0 0,0 0 0 0 0,0 0 0 0 0,0 1 0 0 0,0-1-1 0 0,0 0 1 0 0,0 0 0 0 0,0 0 0 0 0,0 1 0 0 0,0-1 0 0 0,0 0 0 0 0,0 0 0 0 0,0 0 0 0 0,0 0 0 0 0,0 1 0 0 0,-9 11-440 0 0,-14 7-183 0 0,-70 45 1081 0 0,-3-5 0 0 0,-128 58 1 0 0,70-39-116 0 0,-259 114-1237 0 0,181-89 223 0 0,99-44-406 0 0,-86 41-601 0 0,176-77 1500 0 0,1 2 1 0 0,-73 56 0 0 0,108-76 209 0 0,-31 30 334 0 0,35-33-329 0 0,1 0 0 0 0,0 1 0 0 0,0-1 1 0 0,0 1-1 0 0,0 0 0 0 0,0 0 0 0 0,1-1 1 0 0,-1 1-1 0 0,1 0 0 0 0,0 0 0 0 0,0 1 1 0 0,-1 4-1 0 0,2-7-22 0 0,0 0-1 0 0,1 1 1 0 0,-1-1-1 0 0,0 0 1 0 0,1 1-1 0 0,-1-1 1 0 0,1 0-1 0 0,-1 0 1 0 0,1 0 0 0 0,0 1-1 0 0,0-1 1 0 0,-1 0-1 0 0,1 0 1 0 0,0 0-1 0 0,0 0 1 0 0,0 0-1 0 0,0 0 1 0 0,0-1-1 0 0,0 1 1 0 0,0 0 0 0 0,0 0-1 0 0,1-1 1 0 0,-1 1-1 0 0,0-1 1 0 0,0 1-1 0 0,1-1 1 0 0,-1 1-1 0 0,0-1 1 0 0,1 0 0 0 0,-1 0-1 0 0,0 0 1 0 0,1 1-1 0 0,2-2 1 0 0,47 3 202 0 0,17-11 298 0 0,1-3 1 0 0,84-25-1 0 0,-62 14-144 0 0,621-208-27 0 0,-273 79-743 0 0,82-3 1578 0 0,-445 135-1059 0 0,374-84 202 0 0,-412 98-426 0 0,-16 2 173 0 0,0 0-1 0 0,1 2 0 0 0,-1 0 0 0 0,1 1 0 0 0,33 4 1 0 0,-56-3-71 0 0,1 0 1 0 0,-1 0 0 0 0,1 0-1 0 0,-1 0 1 0 0,1 0 0 0 0,-1 0 0 0 0,1 0-1 0 0,-1 0 1 0 0,1 1 0 0 0,-1-1-1 0 0,1 0 1 0 0,-1 0 0 0 0,0 0 0 0 0,1 1-1 0 0,-1-1 1 0 0,1 0 0 0 0,-1 0 0 0 0,0 1-1 0 0,1-1 1 0 0,-1 0 0 0 0,1 1-1 0 0,-1-1 1 0 0,0 0 0 0 0,0 1 0 0 0,1-1-1 0 0,-1 1 1 0 0,0-1 0 0 0,0 1-1 0 0,1-1 1 0 0,-1 0 0 0 0,0 1 0 0 0,0-1-1 0 0,0 1 1 0 0,0-1 0 0 0,0 1 0 0 0,1-1-1 0 0,-1 1 1 0 0,-13 18-42 0 0,-26 11 176 0 0,39-29-132 0 0,-37 22 77 0 0,-1-1 0 0 0,-58 23-1 0 0,-87 24 45 0 0,53-22-68 0 0,-490 215-621 0 0,130-67 653 0 0,386-156 18 0 0,-126 24-230 0 0,126-38 96 0 0,63-16-523 0 0,86-30-1606 0 0,260-84-87 0 0,-149 57 2252 0 0,123-31 284 0 0,35-11-561 0 0,26-49-86 0 0,-410 164 1895 0 0,25-10-1439 0 0,-151 64-192 0 0,-160 52-767 0 0,-723 218-1268 0 0,940-301 1578 0 0,-3 3 1223 0 0,-136 42 400 0 0,270-91-1112 0 0,-3 1-174 0 0,-1 0 1 0 0,1 0-1 0 0,0 1 1 0 0,0 1-1 0 0,0-1 1 0 0,-19 13-1 0 0,30-16 226 0 0,-1-1 0 0 0,1 0 0 0 0,0 0 0 0 0,-1 0 1 0 0,1 1-1 0 0,-1-1 0 0 0,1 0 0 0 0,0 0 0 0 0,-1 1 0 0 0,1-1 0 0 0,0 0 0 0 0,-1 1 0 0 0,1-1 0 0 0,0 1 0 0 0,-1-1 1 0 0,1 0-1 0 0,0 1 0 0 0,0-1 0 0 0,0 1 0 0 0,-1-1 0 0 0,1 0 0 0 0,0 1 0 0 0,0-1 0 0 0,0 1 0 0 0,0-1 0 0 0,0 1 0 0 0,0-1 1 0 0,0 1-1 0 0,0-1 0 0 0,0 1 0 0 0,0-1 0 0 0,0 1 0 0 0,0-1 0 0 0,0 0 0 0 0,0 1 0 0 0,0-1 0 0 0,0 1 0 0 0,1-1 0 0 0,-1 1 1 0 0,0-1-1 0 0,0 0 0 0 0,1 1 0 0 0,-1-1 0 0 0,0 1 0 0 0,0-1 0 0 0,1 0 0 0 0,-1 1 0 0 0,0-1 0 0 0,1 0 0 0 0,-1 0 0 0 0,1 1 1 0 0,0 0 3 0 0,0-1 1 0 0,0 0 0 0 0,0 1 0 0 0,0-1-1 0 0,0 0 1 0 0,0 1 0 0 0,0-1 0 0 0,0 0-1 0 0,0 0 1 0 0,0 0 0 0 0,0 0 0 0 0,0 0-1 0 0,1 0 1 0 0,-1 0 0 0 0,0 0 0 0 0,0 0 0 0 0,0-1-1 0 0,0 1 1 0 0,0 0 0 0 0,0-1 0 0 0,0 1-1 0 0,0-1 1 0 0,1 0 0 0 0,1-2 54 0 0,0 0 0 0 0,1-1 0 0 0,-2 1 0 0 0,1-1 0 0 0,0 1 0 0 0,-1-1 0 0 0,0 0 0 0 0,1 0 0 0 0,-2 0 0 0 0,1 0 0 0 0,0-1 0 0 0,-1 1 0 0 0,0 0 0 0 0,0-1 0 0 0,1-7 0 0 0,1-10 578 0 0,-1-41 0 0 0,-2 55-581 0 0,13-381 1247 0 0,-7 309-1181 0 0,-4 0 1 0 0,-4 0-1 0 0,-3-1 1 0 0,-4 2 0 0 0,-3-1-1 0 0,-24-83 1 0 0,34 156-46 0 0,-1 0 0 0 0,1 0 1 0 0,-1 0-1 0 0,-1 1 0 0 0,1-1 0 0 0,-1 1 1 0 0,-9-11-1 0 0,12 16-57 0 0,0 0 1 0 0,0 0-1 0 0,0 0 1 0 0,0 0-1 0 0,0 0 0 0 0,-1 0 1 0 0,1 0-1 0 0,0 0 1 0 0,0 1-1 0 0,-1-1 1 0 0,1 1-1 0 0,0-1 0 0 0,-1 1 1 0 0,1-1-1 0 0,-1 1 1 0 0,1 0-1 0 0,-1 0 0 0 0,-1 0 1 0 0,1 0-14 0 0,0 1 0 0 0,0-1 0 0 0,1 1 0 0 0,-1 0 0 0 0,0-1 0 0 0,1 1 0 0 0,-1 0 0 0 0,0 0 0 0 0,1 0 1 0 0,-1 1-1 0 0,1-1 0 0 0,0 0 0 0 0,-1 0 0 0 0,1 1 0 0 0,0-1 0 0 0,0 1 0 0 0,0-1 0 0 0,-2 3 0 0 0,-4 9-254 0 0,1 0 1 0 0,0 0-1 0 0,0 0 1 0 0,1 1-1 0 0,1 0 0 0 0,0 0 1 0 0,-2 14-1 0 0,3-3 32 0 0,0 0 0 0 0,1-1 0 0 0,2 33 1 0 0,7-11 583 0 0,1 0 0 0 0,3 0 0 0 0,1-1 0 0 0,21 49 0 0 0,-26-74-244 0 0,-3-7-70 0 0,0-1 0 0 0,1 0 0 0 0,0-1 0 0 0,0 1 0 0 0,11 14 0 0 0,-16-40-137 0 0,0 0 1 0 0,-3-21-1 0 0,0-70-563 0 0,3 74 177 0 0,-2 61-266 0 0,-1 0 0 0 0,-15 56 1 0 0,5-29 880 0 0,0 0 116 0 0,7-35 28 0 0,1 0 1 0 0,1 1-1 0 0,1 0 1 0 0,0 30-1 0 0,2-52-302 0 0,1 1 0 0 0,0-1 0 0 0,0 0 0 0 0,0 1 0 0 0,0-1 0 0 0,0 0 0 0 0,1 0 0 0 0,-1 1 0 0 0,0-1 0 0 0,0 0 0 0 0,1 1 0 0 0,-1-1 0 0 0,1 0 0 0 0,-1 0 0 0 0,1 0 0 0 0,0 0 0 0 0,-1 0-1 0 0,1 1 1 0 0,0-1 0 0 0,0 0 0 0 0,0-1 0 0 0,0 1 0 0 0,0 0 0 0 0,0 0 0 0 0,0 0 0 0 0,0 0 0 0 0,0-1 0 0 0,0 1 0 0 0,0-1 0 0 0,0 1 0 0 0,0-1 0 0 0,1 1 0 0 0,-1-1 0 0 0,0 1 0 0 0,1-1 0 0 0,-1 0 0 0 0,0 0 0 0 0,0 0 0 0 0,1 0-1 0 0,-1 0 1 0 0,0 0 0 0 0,1 0 0 0 0,-1 0 0 0 0,0 0 0 0 0,3-1 0 0 0,7-4-390 0 0</inkml:trace>
</inkml:ink>
</file>

<file path=ppt/ink/ink2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12:06.4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72 7834 0 0,'2'-13'344'0'0,"2"2"72"0"0,3 2-328 0 0,2 1-88 0 0,2 3 0 0 0,16-1-1536 0 0,1-1-321 0 0,18-6-63 0 0</inkml:trace>
</inkml:ink>
</file>

<file path=ppt/ink/ink2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12:07.98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68 15 7370 0 0,'-11'-14'884'0'0,"3"13"195"0"0,7 3-996 0 0,0 0-1 0 0,-1 0 1 0 0,1 0-1 0 0,1 0 1 0 0,-1 0-1 0 0,0 0 1 0 0,0 0-1 0 0,1 1 1 0 0,-1-1-1 0 0,1 0 1 0 0,0 4 0 0 0,-36 309 51 0 0,35-301-141 0 0,-2 55 50 0 0,3-65-58 0 0,0 0-1 0 0,1 0 0 0 0,-1 0 1 0 0,1 0-1 0 0,0 0 0 0 0,0 0 1 0 0,0 0-1 0 0,0-1 1 0 0,1 1-1 0 0,-1 0 0 0 0,1-1 1 0 0,0 1-1 0 0,5 5 1 0 0,-6-8-11 0 0,1 0 0 0 0,0 0 0 0 0,0 0 0 0 0,-1-1 1 0 0,1 1-1 0 0,0-1 0 0 0,0 1 0 0 0,0-1 0 0 0,-1 0 1 0 0,1 0-1 0 0,0 1 0 0 0,0-2 0 0 0,0 1 0 0 0,0 0 1 0 0,0 0-1 0 0,0 0 0 0 0,-1-1 0 0 0,1 1 0 0 0,0-1 1 0 0,0 1-1 0 0,-1-1 0 0 0,1 0 0 0 0,0 0 1 0 0,-1 0-1 0 0,1 0 0 0 0,0 0 0 0 0,-1 0 0 0 0,2-2 1 0 0,44-35-437 0 0,5-16-565 0 0,85-117 0 0 0,-16 17-1593 0 0,-115 147 2549 0 0,0 1 0 0 0,1-1 1 0 0,0 2-1 0 0,0-1 1 0 0,0 1-1 0 0,0 0 1 0 0,16-8-1 0 0,-21 12 119 0 0,-1 1 1 0 0,1-1-1 0 0,0 1 0 0 0,0-1 1 0 0,-1 1-1 0 0,1-1 0 0 0,0 1 1 0 0,0 0-1 0 0,-1 0 0 0 0,1 0 1 0 0,0 0-1 0 0,0 0 0 0 0,-1 1 1 0 0,1-1-1 0 0,0 0 0 0 0,-1 1 1 0 0,1-1-1 0 0,2 2 0 0 0,-2-1 60 0 0,0 1 0 0 0,-1-1 0 0 0,1 1 1 0 0,-1 0-1 0 0,1-1 0 0 0,-1 1 0 0 0,0 0 0 0 0,1 0 0 0 0,-1 0 0 0 0,0 0 0 0 0,0 0 0 0 0,0 0 0 0 0,-1 0 0 0 0,1 0 0 0 0,-1 0 1 0 0,1 1-1 0 0,-1-1 0 0 0,1 4 0 0 0,1 22 740 0 0,-1 0 1 0 0,-1 1 0 0 0,-2-1-1 0 0,-5 31 1 0 0,3-31-347 0 0,2 1 1 0 0,0 0 0 0 0,4 52-1 0 0,-2-79-488 0 0,1-1 0 0 0,-1 1 1 0 0,0 0-1 0 0,0-1 0 0 0,1 1 0 0 0,-1-1 0 0 0,1 1 0 0 0,-1 0 0 0 0,1-1 1 0 0,0 1-1 0 0,0-1 0 0 0,0 0 0 0 0,0 1 0 0 0,0-1 0 0 0,0 0 1 0 0,0 1-1 0 0,0-1 0 0 0,0 0 0 0 0,2 1 0 0 0,-2-1-14 0 0,0-1 0 0 0,0 1 0 0 0,1-1 0 0 0,-1 0 0 0 0,0 1 0 0 0,1-1 0 0 0,-1 0 0 0 0,0 0 0 0 0,1 0 1 0 0,-1 0-1 0 0,0 0 0 0 0,1 0 0 0 0,-1 0 0 0 0,0-1 0 0 0,1 1 0 0 0,-1 0 0 0 0,0-1 0 0 0,2 0 0 0 0,3-2-83 0 0,0 0 1 0 0,0 0-1 0 0,-1-1 0 0 0,0 0 1 0 0,1 0-1 0 0,-1 0 0 0 0,8-10 1 0 0,6-11-143 0 0,-1 0 0 0 0,-2-1 1 0 0,0 0-1 0 0,-2-2 0 0 0,-1 0 0 0 0,-1 0 1 0 0,-1-1-1 0 0,-2 0 0 0 0,-1-1 1 0 0,-1 0-1 0 0,4-44 0 0 0,-15 89 481 0 0,-1-1 1 0 0,0 0-1 0 0,-10 19 0 0 0,-2 4 79 0 0,-16 47-352 0 0,-60 137-43 0 0,91-217 63 0 0,1 0 0 0 0,-1 0 0 0 0,1 1 0 0 0,0-1 0 0 0,0 0 1 0 0,1 0-1 0 0,-1 5 0 0 0,1-9-7 0 0,0 0 1 0 0,0 1 0 0 0,0-1 0 0 0,0 0-1 0 0,0 0 1 0 0,0 1 0 0 0,0-1-1 0 0,0 0 1 0 0,0 1 0 0 0,0-1 0 0 0,0 0-1 0 0,0 0 1 0 0,0 1 0 0 0,0-1 0 0 0,0 0-1 0 0,0 0 1 0 0,1 1 0 0 0,-1-1-1 0 0,0 0 1 0 0,0 0 0 0 0,0 1 0 0 0,0-1-1 0 0,1 0 1 0 0,-1 0 0 0 0,0 0 0 0 0,0 0-1 0 0,0 1 1 0 0,1-1 0 0 0,-1 0-1 0 0,0 0 1 0 0,0 0 0 0 0,1 0 0 0 0,-1 0-1 0 0,0 1 1 0 0,0-1 0 0 0,1 0 0 0 0,14-14-146 0 0,7-13 697 0 0,24-33 41 0 0,2 3-1 0 0,67-62 1 0 0,-96 101-629 0 0,39-31-303 0 0,-53 45 321 0 0,0 1 0 0 0,0 0 1 0 0,0 0-1 0 0,0 0 0 0 0,0 1 0 0 0,1 0 0 0 0,-1 0 0 0 0,1 0 0 0 0,-1 0 1 0 0,8 0-1 0 0,-12 2 23 0 0,0 0 0 0 0,-1 0 0 0 0,1 0 0 0 0,0 0 0 0 0,0 0 1 0 0,-1 0-1 0 0,1 0 0 0 0,0 0 0 0 0,-1 0 0 0 0,1 1 0 0 0,0-1 1 0 0,-1 0-1 0 0,1 0 0 0 0,0 1 0 0 0,-1-1 0 0 0,1 0 0 0 0,-1 1 0 0 0,1-1 1 0 0,-1 1-1 0 0,1-1 0 0 0,-1 1 0 0 0,1-1 0 0 0,-1 1 0 0 0,1-1 1 0 0,-1 1-1 0 0,1-1 0 0 0,-1 1 0 0 0,1 0 0 0 0,1 24 79 0 0,-15 30 91 0 0,12-49-153 0 0,-48 150 397 0 0,13-48 81 0 0,-38 200-1 0 0,73-300-487 0 0,-4 43 62 0 0,4-48-66 0 0,1 0-1 0 0,0 0 0 0 0,0-1 0 0 0,0 1 0 0 0,1 0 0 0 0,-1 0 0 0 0,1-1 0 0 0,0 1 0 0 0,-1 0 0 0 0,1-1 0 0 0,0 1 0 0 0,0-1 0 0 0,1 1 0 0 0,2 4 0 0 0,-3-7-1 0 0,-1 0-1 0 0,1 1 1 0 0,0-1-1 0 0,-1 0 1 0 0,1 1-1 0 0,0-1 1 0 0,-1 0-1 0 0,1 0 1 0 0,0 1-1 0 0,0-1 1 0 0,-1 0-1 0 0,1 0 1 0 0,0 0-1 0 0,0 0 1 0 0,0 0-1 0 0,-1 0 1 0 0,1 0-1 0 0,0-1 1 0 0,0 1-1 0 0,-1 0 1 0 0,1 0-1 0 0,0 0 1 0 0,-1-1-1 0 0,1 1 1 0 0,0 0-1 0 0,-1-1 1 0 0,1 1-1 0 0,0-1 1 0 0,-1 1-1 0 0,1-1 1 0 0,21-17 54 0 0,-20 15-55 0 0,39-38-374 0 0,-3-1-1 0 0,-1-2 1 0 0,-2-2-1 0 0,-2-1 1 0 0,51-100 0 0 0,-56 74-258 0 0,-20 50 607 0 0,17-38 0 0 0,-25 60 70 0 0,0 0 1 0 0,1 1 0 0 0,-1-1-1 0 0,0 0 1 0 0,1 0-1 0 0,-1 0 1 0 0,1 0-1 0 0,-1 1 1 0 0,1-1-1 0 0,-1 0 1 0 0,1 1 0 0 0,-1-1-1 0 0,1 0 1 0 0,0 1-1 0 0,-1-1 1 0 0,1 0-1 0 0,0 1 1 0 0,0-1-1 0 0,0 1 1 0 0,-1 0 0 0 0,1-1-1 0 0,0 1 1 0 0,0 0-1 0 0,0-1 1 0 0,0 1-1 0 0,0 0 1 0 0,-1 0-1 0 0,1 0 1 0 0,0 0 0 0 0,0 0-1 0 0,0 0 1 0 0,0 0-1 0 0,0 0 1 0 0,0 0-1 0 0,0 0 1 0 0,0 0-1 0 0,-1 0 1 0 0,1 1 0 0 0,0-1-1 0 0,0 0 1 0 0,0 1-1 0 0,0-1 1 0 0,-1 1-1 0 0,1-1 1 0 0,0 1-1 0 0,0-1 1 0 0,-1 1 0 0 0,1-1-1 0 0,0 1 1 0 0,-1 0-1 0 0,1-1 1 0 0,-1 1-1 0 0,1 0 1 0 0,-1 0-1 0 0,1 0 1 0 0,-1-1 0 0 0,1 2-1 0 0,4 5 382 0 0,-1 0-1 0 0,0 0 1 0 0,-1 1 0 0 0,1-1 0 0 0,2 10-1 0 0,11 47-1675 0 0,-6-24-4396 0 0</inkml:trace>
</inkml:ink>
</file>

<file path=ppt/ink/ink2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4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55 920 0 0,'-3'0'114'0'0,"-1"-1"0"0"0,1 0 1 0 0,0 0-1 0 0,0 0 0 0 0,-1 0 0 0 0,1 0 0 0 0,0-1 0 0 0,0 1 0 0 0,1-1 0 0 0,-1 0 1 0 0,0 0-1 0 0,0 0 0 0 0,1 0 0 0 0,-4-4 0 0 0,3 3-221 0 0,0 1-1 0 0,0-1 1 0 0,0 1 0 0 0,0 0-1 0 0,-1-1 1 0 0,1 2-1 0 0,-1-1 1 0 0,-4-2 0 0 0,-5 3-71 0 0,-7-3 3483 0 0,18 2-2833 0 0</inkml:trace>
</inkml:ink>
</file>

<file path=ppt/ink/ink2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8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1 533 3225 0 0,'-1'-11'6760'0'0,"46"10"-5111"0"0,47 6-1 0 0,41 0-631 0 0,41-9 23 0 0,184-11-100 0 0,-332 12-936 0 0,-1 2-1 0 0,1 1 1 0 0,-1 1-1 0 0,32 5 1 0 0,-36 8-47 0 0,-21-14 155 0 0,5 1-279 0 0,-3-1 169 0 0,-1 0-1 0 0,1 0 1 0 0,-1 0-1 0 0,1-1 1 0 0,-1 1-1 0 0,1 0 1 0 0,-1-1-1 0 0,0 1 1 0 0,1 0-1 0 0,-1-1 1 0 0,1 0-1 0 0,-1 1 1 0 0,0-1-1 0 0,1 0 0 0 0,-1 0 1 0 0,0 0-1 0 0,0 0 1 0 0,0 0-1 0 0,0 0 1 0 0,2-1-1 0 0,0-3-38 0 0,0 1 0 0 0,0 0 0 0 0,-1-1 0 0 0,1 0 0 0 0,-1 0 0 0 0,1-5 0 0 0,16-46-361 0 0,18-87-1 0 0,-30 126 539 0 0,-4 31-116 0 0,-1 30-95 0 0,-4 9 188 0 0,5 82 0 0 0,-1-116 65 0 0,1-1 0 0 0,0 1 0 0 0,2-1 0 0 0,0 0-1 0 0,1 0 1 0 0,1-1 0 0 0,17 33 0 0 0,-14-32-145 0 0,-8-13-32 0 0,0 0 0 0 0,1 0-1 0 0,0-1 1 0 0,-1 1 0 0 0,1-1 0 0 0,1 0-1 0 0,-1 0 1 0 0,7 7 0 0 0,-8-14 7 0 0,1 1 1 0 0,-1-1 0 0 0,0 1-1 0 0,0-1 1 0 0,-1 0 0 0 0,1 0-1 0 0,-1 0 1 0 0,1 0 0 0 0,0-4-1 0 0,14-46-67 0 0,-3-2-1 0 0,-2 1 0 0 0,4-61 0 0 0,-10 64-332 0 0,2 0 0 0 0,3 0-1 0 0,31-94 1 0 0,-41 144 358 0 0,0 0-1 0 0,1 0 1 0 0,-1 0-1 0 0,0 0 1 0 0,1 0-1 0 0,-1 0 1 0 0,1 0-1 0 0,0 0 1 0 0,-1 0 0 0 0,1 0-1 0 0,0 0 1 0 0,-1 0-1 0 0,1 0 1 0 0,0 1-1 0 0,0-1 1 0 0,0 0-1 0 0,1-1 1 0 0,-1 2 21 0 0,-1 1-1 0 0,1-1 1 0 0,-1 0-1 0 0,1 0 1 0 0,-1 0-1 0 0,1 0 1 0 0,-1 1 0 0 0,1-1-1 0 0,-1 0 1 0 0,1 0-1 0 0,-1 1 1 0 0,1-1-1 0 0,-1 0 1 0 0,0 1 0 0 0,1-1-1 0 0,-1 0 1 0 0,0 1-1 0 0,1-1 1 0 0,-1 1 0 0 0,0-1-1 0 0,0 1 1 0 0,1-1-1 0 0,-1 1 1 0 0,0-1-1 0 0,0 1 1 0 0,1 0 0 0 0,11 49 101 0 0,-9-37 51 0 0,1 4 21 0 0,44 158 956 0 0,-40-152-1040 0 0,1 0 1 0 0,1-1 0 0 0,1 0 0 0 0,0 0 0 0 0,21 26 0 0 0,-29-43-76 0 0,1 0 1 0 0,0-1 0 0 0,0 0 0 0 0,0 0 0 0 0,0 0 0 0 0,1 0 0 0 0,0 0 0 0 0,9 5 0 0 0,-13-9-4 0 0,-1-1 0 0 0,1 1 0 0 0,-1 0 0 0 0,1 0 0 0 0,-1 0 0 0 0,1-1 0 0 0,-1 1 0 0 0,1 0 0 0 0,-1-1 0 0 0,1 1-1 0 0,-1 0 1 0 0,0-1 0 0 0,1 1 0 0 0,-1-1 0 0 0,0 1 0 0 0,1-1 0 0 0,-1 1 0 0 0,0-1 0 0 0,1 1 0 0 0,-1-1 0 0 0,0 1 0 0 0,0-1 0 0 0,1 1 0 0 0,-1-1 0 0 0,0 1 0 0 0,0-1 0 0 0,0 1 0 0 0,0-1 0 0 0,0 1 0 0 0,0-1 0 0 0,0 0 0 0 0,0 1 0 0 0,0-2 0 0 0,2-26 77 0 0,-2 21-98 0 0,14-97-326 0 0,5 0 1 0 0,46-149 0 0 0,-55 216 262 0 0,-9 35 67 0 0,7-25-83 0 0,-7 26 96 0 0,-1 1 1 0 0,0-1-1 0 0,0 0 1 0 0,0 0-1 0 0,1 1 0 0 0,-1-1 1 0 0,0 0-1 0 0,0 1 1 0 0,1-1-1 0 0,-1 0 0 0 0,1 1 1 0 0,-1-1-1 0 0,1 1 1 0 0,-1-1-1 0 0,1 0 0 0 0,-1 1 1 0 0,1-1-1 0 0,-1 1 0 0 0,1 0 1 0 0,0-1-1 0 0,-1 1 1 0 0,1-1-1 0 0,0 1 0 0 0,-1 0 1 0 0,1-1-1 0 0,1 1 1 0 0,-1 2-25 0 0,0 0 0 0 0,0 0 0 0 0,0 0 0 0 0,0 0 0 0 0,0 0 0 0 0,0 0 0 0 0,-1 1 0 0 0,1-1 1 0 0,-1 0-1 0 0,1 0 0 0 0,-1 1 0 0 0,0-1 0 0 0,0 0 0 0 0,0 5 0 0 0,0-4-15 0 0,2 101 212 0 0,-1-33-185 0 0,12 86-1 0 0,-10-135 167 0 0,1-1-1 0 0,1-1 0 0 0,1 1 1 0 0,1-1-1 0 0,1 0 1 0 0,0 0-1 0 0,1-1 0 0 0,19 28 1 0 0,-28-46-129 0 0,1 0 1 0 0,-1 0-1 0 0,1 0 1 0 0,0-1-1 0 0,-1 1 1 0 0,1 0 0 0 0,-1 0-1 0 0,1 0 1 0 0,0-1-1 0 0,0 1 1 0 0,0 0-1 0 0,-1-1 1 0 0,1 1 0 0 0,0 0-1 0 0,0-1 1 0 0,0 1-1 0 0,0-1 1 0 0,0 0 0 0 0,0 1-1 0 0,0-1 1 0 0,0 0-1 0 0,0 0 1 0 0,0 1-1 0 0,0-1 1 0 0,1 0 0 0 0,-1-1-19 0 0,0 1 1 0 0,1-1-1 0 0,-1 0 1 0 0,0 1-1 0 0,0-1 1 0 0,-1 0 0 0 0,1 0-1 0 0,0 1 1 0 0,0-1-1 0 0,0 0 1 0 0,0 0-1 0 0,-1 0 1 0 0,1 0 0 0 0,0 0-1 0 0,-1 0 1 0 0,1 0-1 0 0,0-3 1 0 0,3-7-135 0 0,-1 0-1 0 0,0 0 1 0 0,3-16 0 0 0,-6 22 49 0 0,12-94-1061 0 0,-11 76 1071 0 0,1 0 0 0 0,1 0 0 0 0,1 1 0 0 0,0-1 0 0 0,2 1 0 0 0,15-36 0 0 0,-21 58 57 0 0,0 0 1 0 0,0-1-1 0 0,0 1 1 0 0,0-1-1 0 0,0 1 1 0 0,0-1-1 0 0,0 1 1 0 0,1-1-1 0 0,-1 1 1 0 0,0 0-1 0 0,0-1 1 0 0,1 1-1 0 0,-1-1 1 0 0,0 1-1 0 0,0 0 0 0 0,1-1 1 0 0,-1 1-1 0 0,0 0 1 0 0,1-1-1 0 0,-1 1 1 0 0,1 0-1 0 0,-1 0 1 0 0,0-1-1 0 0,1 1 1 0 0,-1 0-1 0 0,1 0 1 0 0,-1 0-1 0 0,1 0 1 0 0,-1 0-1 0 0,0-1 1 0 0,1 1-1 0 0,-1 0 1 0 0,1 0-1 0 0,5 15-36 0 0,-3 24 246 0 0,-4-10 31 0 0,0-20-190 0 0,1 1 1 0 0,-1-1-1 0 0,2 1 1 0 0,-1 0 0 0 0,1-1-1 0 0,1 0 1 0 0,0 1-1 0 0,6 17 1 0 0,-8-26-92 0 0,1-1-1 0 0,0 1 1 0 0,-1 0 0 0 0,1 0-1 0 0,0-1 1 0 0,0 1 0 0 0,0 0-1 0 0,-1-1 1 0 0,1 1 0 0 0,0-1-1 0 0,0 1 1 0 0,0-1 0 0 0,0 1-1 0 0,0-1 1 0 0,0 0-1 0 0,0 1 1 0 0,0-1 0 0 0,0 0-1 0 0,1 0 1 0 0,0 0 0 0 0,29 0-1353 0 0,-16-1 4317 0 0,-10 1-2844 0 0,34 0 266 0 0,46-5 0 0 0,24-2 159 0 0,447-3 359 0 0,-2-40 21 0 0,-303 6-443 0 0,-232 43-427 0 0,-16 1 3 0 0,1 0 0 0 0,-1 0 0 0 0,0 0-1 0 0,1 0 1 0 0,-1 0 0 0 0,0-1 0 0 0,0 1-1 0 0,1-1 1 0 0,-1 0 0 0 0,0 0 0 0 0,0-1-1 0 0,4-1 1 0 0,-20 3 48 0 0,5 2-58 0 0,-37 10-635 0 0</inkml:trace>
</inkml:ink>
</file>

<file path=ppt/ink/ink2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9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24 226 2449 0 0,'2'-1'629'0'0,"5"-8"2353"0"0,-1-21-2336 0 0,-6 28-588 0 0,0 1 1 0 0,1 0 0 0 0,-1-1-1 0 0,0 1 1 0 0,0-1 0 0 0,0 1-1 0 0,0-1 1 0 0,-1 1 0 0 0,1 0-1 0 0,0-1 1 0 0,0 1 0 0 0,-1 0-1 0 0,1-1 1 0 0,-1 1 0 0 0,0 0-1 0 0,1-1 1 0 0,-1 1 0 0 0,0 0-1 0 0,0 0 1 0 0,1 0 0 0 0,-1 0-1 0 0,0-1 1 0 0,-2 0 0 0 0,3 2-54 0 0,-1 0-1 0 0,1 0 1 0 0,0 0 0 0 0,-1 0 0 0 0,1-1 0 0 0,0 1-1 0 0,-1 0 1 0 0,1 0 0 0 0,0 0 0 0 0,-1 1 0 0 0,1-1-1 0 0,-1 0 1 0 0,1 0 0 0 0,0 0 0 0 0,-1 0 0 0 0,1 0-1 0 0,0 0 1 0 0,-1 0 0 0 0,1 1 0 0 0,0-1 0 0 0,0 0-1 0 0,-1 0 1 0 0,1 0 0 0 0,0 1 0 0 0,0-1 0 0 0,-1 0-1 0 0,1 0 1 0 0,0 1 0 0 0,0-1 0 0 0,-1 0 0 0 0,1 0-1 0 0,0 1 1 0 0,0 0 0 0 0,-8 17 266 0 0,3 7 95 0 0,3-16-179 0 0,1 0 0 0 0,0 1 1 0 0,0-1-1 0 0,1 0 0 0 0,0 1 1 0 0,1-1-1 0 0,0 0 0 0 0,1 0 0 0 0,0 0 1 0 0,0 0-1 0 0,1 0 0 0 0,4 12 0 0 0,-5-18-108 0 0,-1 0-1 0 0,1 0 0 0 0,0 0 0 0 0,0 0 1 0 0,0 0-1 0 0,0 0 0 0 0,1 0 1 0 0,-1-1-1 0 0,1 1 0 0 0,0-1 0 0 0,0 0 1 0 0,0 0-1 0 0,0 0 0 0 0,0 0 0 0 0,0 0 1 0 0,0 0-1 0 0,0-1 0 0 0,1 0 0 0 0,-1 0 1 0 0,1 0-1 0 0,-1 0 0 0 0,1 0 0 0 0,-1-1 1 0 0,1 1-1 0 0,0-1 0 0 0,-1 0 0 0 0,1 0 1 0 0,-1 0-1 0 0,1-1 0 0 0,0 1 0 0 0,-1-1 1 0 0,6-2-1 0 0,-3 1-50 0 0,1-1 0 0 0,-1 0 0 0 0,0 0 1 0 0,0 0-1 0 0,0-1 0 0 0,0 0 0 0 0,-1 0 0 0 0,0-1 0 0 0,1 1 0 0 0,-2-1 1 0 0,1 0-1 0 0,0-1 0 0 0,-1 1 0 0 0,5-9 0 0 0,-1 1-140 0 0,-1 0 1 0 0,0 0-1 0 0,-1 0 0 0 0,-1-1 1 0 0,7-24-1 0 0,-9 22-180 0 0,0-1 0 0 0,-1 1 1 0 0,1-28-1 0 0,-3 36 106 0 0,-1 0 1 0 0,1 0 0 0 0,-2 0-1 0 0,1 0 1 0 0,-1 0 0 0 0,0 0-1 0 0,0 1 1 0 0,-1-1 0 0 0,-5-11-1 0 0,7 18 163 0 0,0 0-1 0 0,0-1 1 0 0,0 1-1 0 0,0 0 1 0 0,0 0-1 0 0,0-1 0 0 0,-1 1 1 0 0,1 0-1 0 0,0 0 1 0 0,0 0-1 0 0,-1 0 1 0 0,1 1-1 0 0,-1-1 1 0 0,1 0-1 0 0,-1 1 1 0 0,1-1-1 0 0,-1 0 0 0 0,1 1 1 0 0,-1 0-1 0 0,1-1 1 0 0,-1 1-1 0 0,-1 0 1 0 0,-1 0 40 0 0,0 0 0 0 0,0 1 0 0 0,0-1 0 0 0,0 1 0 0 0,0 0 0 0 0,1 0 1 0 0,-1 0-1 0 0,0 1 0 0 0,-3 1 0 0 0,-1 2 12 0 0,0-1-1 0 0,0 1 1 0 0,1 0 0 0 0,0 0 0 0 0,0 1 0 0 0,0 0-1 0 0,-8 11 1 0 0,10-10 22 0 0,1 0-1 0 0,0 1 1 0 0,1 0 0 0 0,0 0-1 0 0,0 0 1 0 0,1 0 0 0 0,0 1-1 0 0,0-1 1 0 0,1 1-1 0 0,0-1 1 0 0,0 11 0 0 0,1 2 106 0 0,1 0-1 0 0,0 0 1 0 0,6 28 0 0 0,-6-44-133 0 0,0-1-1 0 0,0 1 1 0 0,0-1 0 0 0,1 1-1 0 0,0-1 1 0 0,0 1 0 0 0,0-1-1 0 0,0 0 1 0 0,0 0 0 0 0,1 0-1 0 0,4 5 1 0 0,-5-7 9 0 0,0-1 1 0 0,-1 0-1 0 0,1 0 1 0 0,0 0-1 0 0,0 0 0 0 0,0 0 1 0 0,0 0-1 0 0,-1-1 1 0 0,1 1-1 0 0,0-1 0 0 0,0 1 1 0 0,0-1-1 0 0,1 0 1 0 0,-1 1-1 0 0,0-1 0 0 0,0 0 1 0 0,0-1-1 0 0,0 1 1 0 0,0 0-1 0 0,0 0 0 0 0,0-1 1 0 0,0 1-1 0 0,0-1 0 0 0,0 0 1 0 0,0 0-1 0 0,0 0 1 0 0,-1 0-1 0 0,3-1 0 0 0,4-3 32 0 0,1 0-1 0 0,-2 0 1 0 0,1-1 0 0 0,-1 0-1 0 0,0-1 1 0 0,0 1-1 0 0,0-1 1 0 0,-1-1-1 0 0,-1 1 1 0 0,7-10-1 0 0,-6 8-397 0 0,-1-1 0 0 0,0 0 0 0 0,0 0 0 0 0,-1 0 0 0 0,0 0 0 0 0,-1-1 0 0 0,0 1 0 0 0,0-1 0 0 0,-1 0 0 0 0,-1 0-1 0 0,0 0 1 0 0,0 0 0 0 0,-1 0 0 0 0,-2-11 0 0 0,2 21 316 0 0,0-1 0 0 0,0 1 0 0 0,-1 0 0 0 0,1 0 0 0 0,-1 0 0 0 0,1 0 1 0 0,-1 0-1 0 0,1 0 0 0 0,-1 0 0 0 0,1 1 0 0 0,-1-1 0 0 0,0 0 0 0 0,1 0 0 0 0,-1 0 0 0 0,0 1 0 0 0,0-1 0 0 0,0 0 0 0 0,1 1 0 0 0,-1-1 0 0 0,0 0 0 0 0,0 1 0 0 0,0-1 0 0 0,0 1 0 0 0,0 0 0 0 0,0-1 0 0 0,0 1 0 0 0,0 0 0 0 0,-1 0 0 0 0,0-1 1 0 0,-1 1-9 0 0,1 0 0 0 0,-1 0 1 0 0,0 0-1 0 0,1 0 0 0 0,-1 1 1 0 0,1-1-1 0 0,-1 1 1 0 0,1 0-1 0 0,-1-1 0 0 0,1 1 1 0 0,-5 2-1 0 0,-1 2-2781 0 0</inkml:trace>
</inkml:ink>
</file>

<file path=ppt/ink/ink2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1 0 6241 0 0</inkml:trace>
</inkml:ink>
</file>

<file path=ppt/ink/ink2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38 5065 0 0,'-7'10'194'0'0,"0"1"0"0"0,1 0 0 0 0,0 0 0 0 0,1 0 0 0 0,0 0 0 0 0,1 1 0 0 0,1 0 0 0 0,-1 0 0 0 0,2 0 0 0 0,0 0 1 0 0,0 0-1 0 0,1 1 0 0 0,1-1 0 0 0,0 1 0 0 0,2 17 0 0 0,-2-28-158 0 0,0 1 0 0 0,1-1 1 0 0,-1 0-1 0 0,1 0 0 0 0,-1 0 1 0 0,1 0-1 0 0,0 0 0 0 0,-1-1 1 0 0,1 1-1 0 0,0 0 0 0 0,0 0 1 0 0,1 0-1 0 0,-1-1 0 0 0,0 1 1 0 0,0-1-1 0 0,1 1 0 0 0,-1-1 1 0 0,1 1-1 0 0,0-1 0 0 0,-1 0 1 0 0,1 0-1 0 0,0 1 0 0 0,0-2 1 0 0,-1 1-1 0 0,1 0 0 0 0,0 0 1 0 0,0 0-1 0 0,0-1 0 0 0,0 1 1 0 0,0-1-1 0 0,0 0 0 0 0,4 1 1 0 0,-3-1 86 0 0,0-1 1 0 0,1 0 0 0 0,-1 1 0 0 0,0-1-1 0 0,0 0 1 0 0,0 0 0 0 0,0-1-1 0 0,0 1 1 0 0,0-1 0 0 0,0 1-1 0 0,0-1 1 0 0,0 0 0 0 0,-1 0-1 0 0,1-1 1 0 0,-1 1 0 0 0,1 0-1 0 0,-1-1 1 0 0,0 1 0 0 0,3-5 0 0 0,4-7-54 0 0,-1 0 0 0 0,-1 0 0 0 0,0-1 0 0 0,-1 0 1 0 0,7-25-1 0 0,-11 33-359 0 0,0-1 1 0 0,0 0 0 0 0,-1 0-1 0 0,0 0 1 0 0,-1 0-1 0 0,0 0 1 0 0,0 0-1 0 0,-1 0 1 0 0,0 0 0 0 0,0 0-1 0 0,-1 0 1 0 0,0 1-1 0 0,-4-11 1 0 0,6 17 282 0 0,-1 0 0 0 0,1 0-1 0 0,-1-1 1 0 0,1 1 0 0 0,-1 0 0 0 0,1 0 0 0 0,-1 0 0 0 0,0 0 0 0 0,1 0 0 0 0,-1 0-1 0 0,0 0 1 0 0,0 1 0 0 0,0-1 0 0 0,0 0 0 0 0,0 0 0 0 0,0 1 0 0 0,0-1 0 0 0,0 0 0 0 0,0 1-1 0 0,0-1 1 0 0,0 1 0 0 0,-1 0 0 0 0,1-1 0 0 0,0 1 0 0 0,0 0 0 0 0,-2-1 0 0 0,1 2 27 0 0,0-1 0 0 0,0 1 1 0 0,0-1-1 0 0,0 1 0 0 0,0 0 1 0 0,0 0-1 0 0,0 0 0 0 0,0 0 1 0 0,0 0-1 0 0,0 0 0 0 0,1 0 0 0 0,-1 0 1 0 0,-2 3-1 0 0,-3 3 83 0 0,1 0-1 0 0,0 0 0 0 0,1 0 1 0 0,0 0-1 0 0,0 1 1 0 0,-4 9-1 0 0,4-7 182 0 0,1 1-1 0 0,0 0 1 0 0,-3 22 0 0 0,6-31-193 0 0,0 0 0 0 0,1 1 0 0 0,0-1 0 0 0,-1 0 0 0 0,1 0 0 0 0,0 1 0 0 0,0-1 0 0 0,0 0 0 0 0,0 0 1 0 0,1 1-1 0 0,-1-1 0 0 0,1 0 0 0 0,-1 0 0 0 0,1 0 0 0 0,0 0 0 0 0,0 0 0 0 0,0 1 0 0 0,0-1 0 0 0,0-1 0 0 0,0 1 0 0 0,1 0 1 0 0,-1 0-1 0 0,0 0 0 0 0,1-1 0 0 0,0 1 0 0 0,-1-1 0 0 0,4 3 0 0 0,-4-4-47 0 0,-1 1 0 0 0,1-1 0 0 0,0 0-1 0 0,0 1 1 0 0,0-1 0 0 0,0 0 0 0 0,0 0 0 0 0,0 1-1 0 0,0-1 1 0 0,0 0 0 0 0,0 0 0 0 0,0 0 0 0 0,0 0-1 0 0,0 0 1 0 0,0 0 0 0 0,0-1 0 0 0,0 1 0 0 0,0 0 0 0 0,0-1-1 0 0,0 1 1 0 0,0 0 0 0 0,0-1 0 0 0,0 1 0 0 0,1-2-1 0 0,0 0-34 0 0,0 1-1 0 0,0-1 0 0 0,0 0 1 0 0,0 0-1 0 0,-1-1 0 0 0,1 1 0 0 0,-1 0 1 0 0,0 0-1 0 0,2-5 0 0 0,2-5-391 0 0,-1-1-1 0 0,5-26 0 0 0,-8 34 250 0 0,1-2-8 0 0,-1 0 1 0 0,0 1-1 0 0,-1-1 0 0 0,0 1 1 0 0,0-9-1 0 0,0 14 128 0 0,0 1-1 0 0,0 0 0 0 0,0-1 1 0 0,0 1-1 0 0,0-1 1 0 0,0 1-1 0 0,-1-1 0 0 0,1 1 1 0 0,0-1-1 0 0,0 1 1 0 0,0 0-1 0 0,-1-1 0 0 0,1 1 1 0 0,0-1-1 0 0,0 1 1 0 0,-1 0-1 0 0,1-1 1 0 0,0 1-1 0 0,-1 0 0 0 0,1-1 1 0 0,0 1-1 0 0,-1 0 1 0 0,1 0-1 0 0,0-1 0 0 0,-1 1 1 0 0,1 0-1 0 0,-1 0 1 0 0,1 0-1 0 0,-1-1 0 0 0,0 1 1 0 0,0 0-17 0 0,0 1 1 0 0,-1-1-1 0 0,1 1 0 0 0,-1-1 1 0 0,1 1-1 0 0,0 0 0 0 0,-1-1 1 0 0,1 1-1 0 0,0 0 1 0 0,0 0-1 0 0,-1 0 0 0 0,1 0 1 0 0,0 0-1 0 0,-2 2 0 0 0,-1 2-73 0 0,0 0 0 0 0,0 0 0 0 0,0 0 0 0 0,0 0 0 0 0,1 1 0 0 0,0-1 0 0 0,0 1 0 0 0,0 0 0 0 0,1 0 0 0 0,0 0 0 0 0,0 0 0 0 0,-1 9 0 0 0,1 0-210 0 0</inkml:trace>
</inkml:ink>
</file>

<file path=ppt/ink/ink2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1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1 386 5529 0 0,'0'0'31'0'0,"1"1"0"0"0,-1-1 0 0 0,1 0 0 0 0,-1 1-1 0 0,1-1 1 0 0,0 0 0 0 0,-1 1 0 0 0,1-1 0 0 0,-1 0 0 0 0,1 1 0 0 0,0-1-1 0 0,-1 0 1 0 0,1 0 0 0 0,0 0 0 0 0,-1 0 0 0 0,1 0 0 0 0,0 0 0 0 0,-1 0-1 0 0,1 0 1 0 0,0 0 0 0 0,-1 0 0 0 0,1 0 0 0 0,0 0 0 0 0,25-2 162 0 0,-20 1 43 0 0,72-3 2188 0 0,104 7 1 0 0,144 11-113 0 0,-211-11-2014 0 0,28 0-179 0 0,236 18-180 0 0,-350-19 81 0 0,0-1 0 0 0,0-1-1 0 0,51-8 1 0 0,32 0 75 0 0,-108 8-60 0 0,-1 0 0 0 0,1 0 1 0 0,0 0-1 0 0,-1-1 0 0 0,1 1 1 0 0,0-1-1 0 0,-1 0 0 0 0,1 0 1 0 0,0 0-1 0 0,-1 0 0 0 0,0-1 1 0 0,1 1-1 0 0,-1-1 1 0 0,0 0-1 0 0,5-3 0 0 0,-4 4 633 0 0,-34 0 0 0 0,30 0-668 0 0,2-14 57 0 0,0 0-1 0 0,0 1 0 0 0,8-21 0 0 0,2-17 96 0 0,-8 27-138 0 0,-1-1 66 0 0,12-39 0 0 0,-14 59-173 0 0,1 0 0 0 0,1-1 0 0 0,-1 1 0 0 0,1 0-1 0 0,0 0 1 0 0,1 1 0 0 0,-1-1 0 0 0,1 1 0 0 0,0-1 0 0 0,1 1 0 0 0,5-5 0 0 0,-10 9 83 0 0,1 1 1 0 0,-1 0-1 0 0,0 0 1 0 0,0 0 0 0 0,0-1-1 0 0,0 1 1 0 0,1 0-1 0 0,-1 0 1 0 0,0 0-1 0 0,0 0 1 0 0,1-1-1 0 0,-1 1 1 0 0,0 0 0 0 0,0 0-1 0 0,0 0 1 0 0,1 0-1 0 0,-1 0 1 0 0,0 0-1 0 0,0 0 1 0 0,1 0-1 0 0,-1 0 1 0 0,0 0 0 0 0,0 0-1 0 0,1 0 1 0 0,-1 0-1 0 0,0 0 1 0 0,0 0-1 0 0,1 0 1 0 0,-1 0 0 0 0,0 0-1 0 0,0 0 1 0 0,1 0-1 0 0,-1 0 1 0 0,0 0-1 0 0,0 1 1 0 0,1-1-1 0 0,-1 0 1 0 0,0 0 0 0 0,0 0-1 0 0,0 0 1 0 0,1 1-1 0 0,-1-1 1 0 0,0 0-1 0 0,0 0 1 0 0,0 0-1 0 0,0 1 1 0 0,1-1 0 0 0,2 19 21 0 0,-6 29 416 0 0,3-42-414 0 0,-4 37 130 0 0,5 83 0 0 0,0-112-148 0 0,0 0 0 0 0,1-1 0 0 0,1 1 0 0 0,0-1 1 0 0,1 1-1 0 0,0-1 0 0 0,1 0 0 0 0,1-1 0 0 0,0 1 0 0 0,9 13 0 0 0,-14-25 6 0 0,-1 0-1 0 0,1 0 0 0 0,0 1 0 0 0,0-1 1 0 0,0 0-1 0 0,0 0 0 0 0,0 0 0 0 0,0 0 1 0 0,0 0-1 0 0,0 0 0 0 0,1-1 0 0 0,-1 1 0 0 0,0 0 1 0 0,0 0-1 0 0,1-1 0 0 0,-1 1 0 0 0,1-1 1 0 0,-1 1-1 0 0,0-1 0 0 0,1 0 0 0 0,-1 0 1 0 0,1 1-1 0 0,-1-1 0 0 0,1 0 0 0 0,1 0 1 0 0,-1-1-3 0 0,0 0 0 0 0,0 0 0 0 0,1 0 0 0 0,-1 0 0 0 0,0 0 0 0 0,0-1 0 0 0,0 1 0 0 0,0 0 0 0 0,0-1 0 0 0,-1 0 0 0 0,1 1 0 0 0,0-1 0 0 0,2-3 0 0 0,4-8-134 0 0,1 0 1 0 0,-2-1-1 0 0,11-23 1 0 0,-16 32 32 0 0,17-47-689 0 0,21-83 1 0 0,-26 82 592 0 0,33-85 1 0 0,-47 138 205 0 0,0-1 0 0 0,0 1 1 0 0,0 0-1 0 0,0-1 1 0 0,1 1-1 0 0,-1-1 0 0 0,0 1 1 0 0,0 0-1 0 0,0-1 1 0 0,0 1-1 0 0,1 0 1 0 0,-1-1-1 0 0,0 1 0 0 0,0 0 1 0 0,1-1-1 0 0,-1 1 1 0 0,0 0-1 0 0,0 0 0 0 0,1-1 1 0 0,-1 1-1 0 0,0 0 1 0 0,1 0-1 0 0,-1-1 1 0 0,1 1-1 0 0,-1 0 0 0 0,0 0 1 0 0,1 0-1 0 0,-1 0 1 0 0,1 0-1 0 0,-1 0 0 0 0,0 0 1 0 0,1-1-1 0 0,-1 1 1 0 0,1 0-1 0 0,-1 0 1 0 0,0 1-1 0 0,1-1 0 0 0,10 14 355 0 0,2 24 248 0 0,1 64-28 0 0,2 14-336 0 0,-13-102-226 0 0,1 0-1 0 0,0 0 0 0 0,1-1 1 0 0,0 1-1 0 0,14 23 0 0 0,-18-35-16 0 0,0 0-1 0 0,0-1 1 0 0,0 1-1 0 0,1 0 1 0 0,-1 0-1 0 0,0 0 0 0 0,1-1 1 0 0,0 1-1 0 0,-1-1 1 0 0,1 1-1 0 0,0-1 1 0 0,0 0-1 0 0,-1 0 0 0 0,1 0 1 0 0,0 0-1 0 0,0 0 1 0 0,0 0-1 0 0,1 0 1 0 0,2 0-1 0 0,-3-1 6 0 0,0 0 0 0 0,1 0 0 0 0,-1 0 0 0 0,0-1 0 0 0,0 1-1 0 0,0-1 1 0 0,0 0 0 0 0,0 1 0 0 0,0-1 0 0 0,0 0 0 0 0,0 0 0 0 0,0 0 0 0 0,-1 0 0 0 0,1-1 0 0 0,0 1-1 0 0,2-3 1 0 0,3-3 23 0 0,0-1-1 0 0,0-1 1 0 0,-1 1-1 0 0,0-1 1 0 0,0 0-1 0 0,7-18 0 0 0,27-81-113 0 0,-30 77 21 0 0,1 0 0 0 0,2 1 1 0 0,23-42-1 0 0,-35 70 31 0 0,0 0 0 0 0,1 0 0 0 0,-1 0 0 0 0,1 0 0 0 0,-1 0 0 0 0,1 0 1 0 0,-1 1-1 0 0,1-1 0 0 0,0 0 0 0 0,0 1 0 0 0,0 0 0 0 0,0-1 0 0 0,0 1 0 0 0,0 0 0 0 0,0 0 0 0 0,3-1 0 0 0,-4 2 21 0 0,0 0 0 0 0,-1 0-1 0 0,1 0 1 0 0,-1 0-1 0 0,1 0 1 0 0,-1 0 0 0 0,1 1-1 0 0,-1-1 1 0 0,1 0 0 0 0,0 0-1 0 0,-1 0 1 0 0,1 0 0 0 0,-1 1-1 0 0,1-1 1 0 0,-1 0-1 0 0,1 0 1 0 0,-1 1 0 0 0,0-1-1 0 0,1 0 1 0 0,-1 1 0 0 0,1-1-1 0 0,-1 1 1 0 0,0-1 0 0 0,1 1-1 0 0,-1 0 1 0 0,1 0 12 0 0,0 1 0 0 0,0 0 0 0 0,-1 0 0 0 0,1 0 1 0 0,0 0-1 0 0,-1 0 0 0 0,0 0 0 0 0,0 0 0 0 0,1-1 0 0 0,-1 5 1 0 0,-3 90 681 0 0,1 58 107 0 0,3-135-696 0 0,1-1-1 0 0,1 1 1 0 0,1-1 0 0 0,1 0-1 0 0,0 0 1 0 0,10 21 0 0 0,-15-38-72 0 0,0 0 0 0 0,0 0 0 0 0,0-1 0 0 0,1 1 0 0 0,-1 0 1 0 0,1 0-1 0 0,-1 0 0 0 0,0 0 0 0 0,1-1 0 0 0,-1 1 0 0 0,1 0 0 0 0,0-1 1 0 0,-1 1-1 0 0,1 0 0 0 0,0-1 0 0 0,-1 1 0 0 0,1-1 0 0 0,0 1 0 0 0,-1-1 1 0 0,1 1-1 0 0,0-1 0 0 0,0 1 0 0 0,1-1 0 0 0,-1 0-22 0 0,0 0 0 0 0,-1-1 0 0 0,1 1 0 0 0,0-1-1 0 0,0 1 1 0 0,-1-1 0 0 0,1 1 0 0 0,-1-1 0 0 0,1 0 0 0 0,-1 1-1 0 0,1-1 1 0 0,-1 0 0 0 0,1 1 0 0 0,-1-1 0 0 0,1 0 0 0 0,-1 0-1 0 0,0 1 1 0 0,1-1 0 0 0,-1 0 0 0 0,0-1 0 0 0,13-56-662 0 0,-12 47 494 0 0,5-25-527 0 0,-1 1 235 0 0,2 0 0 0 0,1 0 0 0 0,1 1 0 0 0,2 0 0 0 0,19-40 0 0 0,-30 73 437 0 0,0 0 0 0 0,1 0-1 0 0,-1 0 1 0 0,1 0 0 0 0,-1 0 0 0 0,1 1 0 0 0,-1-1 0 0 0,1 0-1 0 0,-1 0 1 0 0,1 0 0 0 0,0 1 0 0 0,0-1 0 0 0,-1 0 0 0 0,1 1-1 0 0,0-1 1 0 0,0 1 0 0 0,0-1 0 0 0,0 1 0 0 0,-1-1 0 0 0,1 1-1 0 0,2-1 1 0 0,-3 1 9 0 0,1 0-1 0 0,0 1 0 0 0,-1-1 1 0 0,1 0-1 0 0,-1 1 0 0 0,1-1 1 0 0,-1 1-1 0 0,1-1 0 0 0,-1 1 0 0 0,1-1 1 0 0,-1 1-1 0 0,1-1 0 0 0,-1 1 1 0 0,0 0-1 0 0,1-1 0 0 0,-1 1 1 0 0,0-1-1 0 0,0 1 0 0 0,1 0 1 0 0,-1-1-1 0 0,0 1 0 0 0,0 1 1 0 0,6 44 290 0 0,-7 3 145 0 0,0-11-1527 0 0,5 40-1 0 0,-3-63-3031 0 0</inkml:trace>
</inkml:ink>
</file>

<file path=ppt/ink/ink2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2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64 150 3225 0 0,'-8'3'403'0'0,"-27"9"-2222"0"0,34-12 1804 0 0,0 1 0 0 0,0-1-1 0 0,0 0 1 0 0,-1 1 0 0 0,1 0-1 0 0,0-1 1 0 0,0 1 0 0 0,0 0 0 0 0,0 0-1 0 0,0-1 1 0 0,0 1 0 0 0,0 0-1 0 0,1 0 1 0 0,-1 0 0 0 0,0 0-1 0 0,0 0 1 0 0,1 0 0 0 0,-1 0-1 0 0,0 1 1 0 0,1-1 0 0 0,-1 2-1 0 0,1-2 170 0 0,1-1 0 0 0,-1 1 0 0 0,1 0-1 0 0,-1-1 1 0 0,1 1 0 0 0,0 0 0 0 0,-1-1 0 0 0,1 1-1 0 0,0-1 1 0 0,0 1 0 0 0,-1-1 0 0 0,1 1 0 0 0,0-1-1 0 0,0 1 1 0 0,0-1 0 0 0,-1 0 0 0 0,1 0-1 0 0,0 1 1 0 0,0-1 0 0 0,0 0 0 0 0,0 0 0 0 0,0 0-1 0 0,0 0 1 0 0,0 0 0 0 0,-1 0 0 0 0,3 0-1 0 0,24-1 2390 0 0,349-45 4372 0 0,191 22-3304 0 0,62-34-2103 0 0,-123 4-520 0 0,-465 52-1417 0 0,87-8-5676 0 0</inkml:trace>
</inkml:ink>
</file>

<file path=ppt/ink/ink2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3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20 6449 0 0,'-1'-2'9'0'0,"0"1"1"0"0,0 0-1 0 0,0-1 0 0 0,0 1 0 0 0,-1 0 0 0 0,1 0 0 0 0,0 0 0 0 0,0 0 0 0 0,-1 0 0 0 0,1 0 0 0 0,-1 0 0 0 0,1 0 0 0 0,-1 0 0 0 0,1 1 0 0 0,-1-1 0 0 0,1 1 0 0 0,-1-1 0 0 0,0 1 1 0 0,1-1-1 0 0,-1 1 0 0 0,0 0 0 0 0,1 0 0 0 0,-1 0 0 0 0,0 0 0 0 0,1 0 0 0 0,-1 0 0 0 0,0 1 0 0 0,1-1 0 0 0,-4 1 0 0 0,3 0 80 0 0,1-1-1 0 0,-1 1 1 0 0,0-1-1 0 0,0 1 1 0 0,1-1 0 0 0,-1 1-1 0 0,1 0 1 0 0,-1 0-1 0 0,1 0 1 0 0,-1 0-1 0 0,1 0 1 0 0,0 0-1 0 0,-1 0 1 0 0,1 0-1 0 0,0 1 1 0 0,0-1 0 0 0,0 1-1 0 0,0-1 1 0 0,0 1-1 0 0,0-1 1 0 0,0 1-1 0 0,0-1 1 0 0,1 1-1 0 0,-1 0 1 0 0,0-1 0 0 0,1 1-1 0 0,-1 2 1 0 0,2-1 166 0 0,0 1 1 0 0,1-1 0 0 0,-1 1-1 0 0,1-1 1 0 0,-1 1 0 0 0,1-1-1 0 0,0 0 1 0 0,0 0 0 0 0,1 0 0 0 0,-1 0-1 0 0,1 0 1 0 0,-1 0 0 0 0,1-1-1 0 0,0 1 1 0 0,4 2 0 0 0,19 22 534 0 0,-21-19-706 0 0,-1-1 0 0 0,0 1 0 0 0,-1 0 0 0 0,0 0 0 0 0,0 0 0 0 0,-1 0 0 0 0,0 0 0 0 0,0 1 0 0 0,0 10 0 0 0,0 10 38 0 0,-4 42 0 0 0,0-5 54 0 0,28 273 633 0 0,-7-131-260 0 0,-22 54-189 0 0,0-2 36 0 0,8-215 12 0 0,13 50-1 0 0,-3-19 318 0 0,-15-68-495 0 0,0-8-247 0 0,0-1 0 0 0,0 1 0 0 0,0 0 0 0 0,0 0-1 0 0,0 0 1 0 0,1 0 0 0 0,-1 0 0 0 0,0 0 0 0 0,0 0 0 0 0,0 0 0 0 0,0 0 0 0 0,0 0 0 0 0,0 0 0 0 0,0 0 0 0 0,1 0 0 0 0,-1 0 0 0 0,0 0-1 0 0,0 0 1 0 0,0 0 0 0 0,0 0 0 0 0,0 0 0 0 0,0 0 0 0 0,0 0 0 0 0,0 0 0 0 0,1 0 0 0 0,-1 0 0 0 0,0 0 0 0 0,0 0 0 0 0,0 0 0 0 0,0 0 0 0 0,0 0-1 0 0,0 1 1 0 0,0-1 0 0 0,0 0 0 0 0,1 0 0 0 0,-1 0 0 0 0,0 0 0 0 0,0 0 0 0 0,0 0 0 0 0,0 0 0 0 0,0 0 0 0 0,0 0 0 0 0,0 0 0 0 0,0 1 0 0 0,0-1-1 0 0,0 0 1 0 0,0 0 0 0 0,0 0 0 0 0,0 0 0 0 0,0 0 0 0 0,0 0 0 0 0,0 0 0 0 0,0 1 0 0 0,0-1 0 0 0,0 0 0 0 0,0 0 0 0 0,0 0 0 0 0,0 0 0 0 0,0 0-1 0 0,0 0 1 0 0,0 0 0 0 0,0 1 0 0 0,0-1 0 0 0,0 0 0 0 0,0 0 0 0 0,0 0 0 0 0,0 0 0 0 0,0 0 0 0 0</inkml:trace>
</inkml:ink>
</file>

<file path=ppt/ink/ink2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4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53 2304 0 0,'-3'-6'396'0'0,"0"1"-1"0"0,0 0 0 0 0,0 0 0 0 0,-1 0 0 0 0,1 0 0 0 0,-1 1 0 0 0,-1-1 0 0 0,-7-6 0 0 0,12 11-364 0 0,-1 0 1 0 0,1 0-1 0 0,0 0 1 0 0,-1-1-1 0 0,1 1 1 0 0,-1 0-1 0 0,1 0 1 0 0,0 0-1 0 0,-1 0 1 0 0,1 0-1 0 0,-1 0 1 0 0,1 0-1 0 0,0 0 1 0 0,-1 0-1 0 0,1 0 1 0 0,0 0-1 0 0,-1 0 1 0 0,1 0-1 0 0,-1 0 1 0 0,1 1-1 0 0,0-1 1 0 0,-1 0-1 0 0,1 0 1 0 0,0 0-1 0 0,-1 0 1 0 0,1 1-1 0 0,0-1 1 0 0,-1 0-1 0 0,1 0 1 0 0,0 1-1 0 0,0-1 1 0 0,-1 0-1 0 0,1 1 0 0 0,0-1 1 0 0,0 0-1 0 0,0 1 1 0 0,-1-1-1 0 0,1 0 1 0 0,0 1-1 0 0,0-1 1 0 0,0 0-1 0 0,0 1 1 0 0,0-1-1 0 0,0 0 1 0 0,-1 1-1 0 0,1-1 1 0 0,0 1-1 0 0,0-1 1 0 0,0 1-1 0 0,0 0 8 0 0,0 0-1 0 0,0 0 0 0 0,0 0 0 0 0,-1 0 0 0 0,1 0 1 0 0,0 0-1 0 0,0 0 0 0 0,0 0 0 0 0,1 0 1 0 0,-1 0-1 0 0,0 0 0 0 0,0 0 0 0 0,0 0 1 0 0,1 0-1 0 0,-1 0 0 0 0,0-1 0 0 0,1 1 1 0 0,-1 0-1 0 0,1 0 0 0 0,-1 0 0 0 0,1 0 1 0 0,0 0-1 0 0,15 9 664 0 0,0-1 1 0 0,0 0 0 0 0,1-2-1 0 0,0 0 1 0 0,22 6-1 0 0,-9-3-222 0 0,2 0-3 0 0,2-1-1 0 0,-1-2 0 0 0,1-2 0 0 0,64 3 0 0 0,-93-8-464 0 0,34 4 277 0 0,-38-4-284 0 0,0 0-1 0 0,0 0 0 0 0,0 0 1 0 0,0 0-1 0 0,0 1 0 0 0,0-1 0 0 0,0 0 1 0 0,0 1-1 0 0,0-1 0 0 0,0 1 1 0 0,0-1-1 0 0,0 1 0 0 0,0-1 0 0 0,0 1 1 0 0,0-1-1 0 0,0 1 0 0 0,0 0 1 0 0,-1 0-1 0 0,1-1 0 0 0,0 1 0 0 0,-1 0 1 0 0,1 0-1 0 0,0 0 0 0 0,-1 0 1 0 0,1 0-1 0 0,-1 0 0 0 0,1 2 0 0 0,-1-2-25 0 0,-1 1 0 0 0,1 0-1 0 0,-1-1 1 0 0,1 1-1 0 0,-1 0 1 0 0,0-1-1 0 0,0 1 1 0 0,1-1 0 0 0,-1 1-1 0 0,0-1 1 0 0,-1 0-1 0 0,1 1 1 0 0,0-1 0 0 0,0 0-1 0 0,-1 0 1 0 0,1 0-1 0 0,-2 2 1 0 0,-30 18-625 0 0,22-14 472 0 0,-46 26 304 0 0,-2-3 1 0 0,-93 35-1 0 0,-12 5-253 0 0,146-61-165 0 0,1 0 1 0 0,1 1 0 0 0,0 1-1 0 0,0 1 1 0 0,-22 21-1 0 0,37-33 288 0 0,0 1 0 0 0,0 0 0 0 0,0-1 0 0 0,1 1-1 0 0,-1 0 1 0 0,0 0 0 0 0,1 0 0 0 0,-1-1-1 0 0,1 1 1 0 0,-1 0 0 0 0,1 0 0 0 0,-1 0-1 0 0,1 0 1 0 0,-1 0 0 0 0,1 0 0 0 0,0 0-1 0 0,0 0 1 0 0,-1 0 0 0 0,1 0 0 0 0,0 0-1 0 0,0 0 1 0 0,0 1 0 0 0,0-1 0 0 0,0 0 0 0 0,0 0-1 0 0,1 1 1 0 0,0 0 4 0 0,0-1-1 0 0,0 1 1 0 0,0-1 0 0 0,0 0 0 0 0,0 0-1 0 0,1 1 1 0 0,-1-1 0 0 0,0 0-1 0 0,1 0 1 0 0,-1 0 0 0 0,1 0 0 0 0,-1-1-1 0 0,1 1 1 0 0,2 1 0 0 0,7 1-88 0 0,0 0 1 0 0,1 0 0 0 0,17 2-1 0 0,103 0 1331 0 0,-17-2-631 0 0,-57-1-553 0 0,-44-3-25 0 0,0 1-1 0 0,0 1 0 0 0,-1 0 1 0 0,1 1-1 0 0,-1 0 0 0 0,20 6 1 0 0,-32-7-41 0 0,-1-1 0 0 0,1 0 0 0 0,0 1 0 0 0,0-1 0 0 0,0 0 0 0 0,-1 1 0 0 0,1-1 0 0 0,0 1 0 0 0,-1-1 0 0 0,1 1 0 0 0,0 0 0 0 0,-1-1 0 0 0,1 1 0 0 0,0 0 0 0 0,-1-1 0 0 0,1 1 0 0 0,-1 0 0 0 0,0 0 0 0 0,1 0 0 0 0,-1-1 0 0 0,0 1 0 0 0,1 0 0 0 0,-1 0 0 0 0,0 0 0 0 0,0 0 0 0 0,0 0 0 0 0,1-1 0 0 0,-1 1 0 0 0,-1 2 0 0 0,1 0-37 0 0,-1 0 0 0 0,0 0-1 0 0,0 0 1 0 0,0 0 0 0 0,0 0 0 0 0,0 0 0 0 0,-1-1 0 0 0,1 1 0 0 0,-3 3 0 0 0,-5 6-148 0 0,0-1 1 0 0,-19 18-1 0 0,-159 136-239 0 0,178-157 684 0 0,4-4-489 0 0,1-1-1 0 0,0 0 1 0 0,0 1 0 0 0,1 0-1 0 0,-1 0 1 0 0,-5 8 0 0 0,9-12 189 0 0,0 1 0 0 0,0-1 1 0 0,0 1-1 0 0,-1-1 0 0 0,1 0 0 0 0,0 1 1 0 0,0-1-1 0 0,0 1 0 0 0,0-1 1 0 0,0 1-1 0 0,0-1 0 0 0,0 1 1 0 0,0-1-1 0 0,0 1 0 0 0,0-1 0 0 0,0 1 1 0 0,0-1-1 0 0,1 1 0 0 0,-1-1 1 0 0,0 0-1 0 0,0 1 0 0 0,0-1 1 0 0,1 1-1 0 0,-1-1 0 0 0,0 0 0 0 0,0 1 1 0 0,1-1-1 0 0,-1 1 0 0 0,1 0 1 0 0,1 0-26 0 0,0 0 1 0 0,0 0-1 0 0,0 0 1 0 0,0 0-1 0 0,0-1 1 0 0,0 1-1 0 0,1 0 1 0 0,-1-1-1 0 0,0 1 1 0 0,4-1 0 0 0,61 6 212 0 0,-48-6-20 0 0,0 1 1 0 0,-1 1 0 0 0,0 1 0 0 0,0 0-1 0 0,0 2 1 0 0,0 0 0 0 0,24 10-1 0 0,-42-15-122 0 0,1 1-1 0 0,0-1 1 0 0,-1 0-1 0 0,1 1 0 0 0,-1-1 1 0 0,1 0-1 0 0,0 1 1 0 0,-1-1-1 0 0,1 1 1 0 0,-1-1-1 0 0,0 1 0 0 0,1-1 1 0 0,-1 1-1 0 0,1-1 1 0 0,-1 1-1 0 0,0-1 0 0 0,1 1 1 0 0,-1 0-1 0 0,0-1 1 0 0,1 1-1 0 0,-1 0 0 0 0,0-1 1 0 0,0 1-1 0 0,0 0 1 0 0,0-1-1 0 0,0 1 0 0 0,0 0 1 0 0,0-1-1 0 0,0 1 1 0 0,0 0-1 0 0,0-1 1 0 0,0 2-1 0 0,-1 1 94 0 0,0-1 1 0 0,0 0-1 0 0,0 1 0 0 0,-1-1 1 0 0,1 0-1 0 0,-1 0 0 0 0,1 0 1 0 0,-1 0-1 0 0,-2 3 0 0 0,-46 33 815 0 0,50-38-931 0 0,-19 13 20 0 0,8-8 11 0 0,2 1-1 0 0,-1 1 1 0 0,0 0 0 0 0,1 0-1 0 0,1 1 1 0 0,-1 0 0 0 0,1 0-1 0 0,1 1 1 0 0,-11 15 0 0 0,17-24-33 0 0,1 1 0 0 0,0 0 0 0 0,-1-1 0 0 0,1 1 0 0 0,0 0 0 0 0,-1 0 0 0 0,1 0 0 0 0,0-1 1 0 0,0 1-1 0 0,-1 0 0 0 0,1 0 0 0 0,0 0 0 0 0,0-1 0 0 0,0 1 0 0 0,0 0 0 0 0,0 0 0 0 0,0 0 0 0 0,1-1 0 0 0,-1 1 0 0 0,0 0 0 0 0,0 0 0 0 0,1 0 1 0 0,-1-1-1 0 0,0 1 0 0 0,1 0 0 0 0,-1 0 0 0 0,1 0 0 0 0,0 0-77 0 0,0 0 0 0 0,1 0 0 0 0,-1 0 0 0 0,0 0 1 0 0,1-1-1 0 0,-1 1 0 0 0,0 0 0 0 0,1-1 0 0 0,-1 1 0 0 0,1-1 0 0 0,-1 0 1 0 0,1 1-1 0 0,1-1 0 0 0,5 1-368 0 0,0-1 1 0 0,0 0-1 0 0,-1 0 1 0 0,12-3 0 0 0,0 2 236 0 0,0 0 0 0 0,0 2 0 0 0,-1 0 0 0 0,1 1 0 0 0,29 6 0 0 0,-45-7 183 0 0,14 2-13 0 0,-11-3 60 0 0</inkml:trace>
</inkml:ink>
</file>

<file path=ppt/ink/ink2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5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2 1840 0 0,'-3'0'210'0'0,"1"-1"0"0"0,0 1-1 0 0,0 0 1 0 0,0 0 0 0 0,-1-1-1 0 0,1 1 1 0 0,0 1 0 0 0,0-1-1 0 0,-1 0 1 0 0,1 0 0 0 0,0 1-1 0 0,0 0 1 0 0,0-1 0 0 0,0 1-1 0 0,0 0 1 0 0,0 0 0 0 0,0 0-1 0 0,0 0 1 0 0,0 0 0 0 0,0 0-1 0 0,0 1 1 0 0,1-1 0 0 0,-1 1-1 0 0,0-1 1 0 0,1 1 0 0 0,-1 0-1 0 0,1 0 1 0 0,0-1-1 0 0,0 1 1 0 0,-1 0 0 0 0,1 0-1 0 0,0 0 1 0 0,-1 4 0 0 0,-1 2 620 0 0,0 1 0 0 0,0-1 0 0 0,0 1 0 0 0,1-1 0 0 0,0 1 0 0 0,1 0 0 0 0,-1 14 0 0 0,-13 159 1549 0 0,-1 2-2080 0 0,35 76 413 0 0,-2-37-43 0 0,-16-196-551 0 0,-2 0 0 0 0,-5 32 0 0 0,5-50-29 0 0,-1 1 1 0 0,0-1-1 0 0,-1 0 1 0 0,1 0-1 0 0,-2 0 1 0 0,1-1-1 0 0,-2 1 1 0 0,1-1-1 0 0,-11 15 0 0 0,14-22-101 0 0,0 1-1 0 0,0-1 0 0 0,0 0 0 0 0,0 0 0 0 0,0 0 0 0 0,0 0 1 0 0,-1 0-1 0 0,1 0 0 0 0,0 0 0 0 0,-1 0 0 0 0,1 0 0 0 0,0-1 0 0 0,-1 1 1 0 0,-1 0-1 0 0,-8-4-3361 0 0</inkml:trace>
</inkml:ink>
</file>

<file path=ppt/ink/ink2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6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0 453 6793 0 0,'0'0'507'0'0,"21"-8"1538"0"0,24-1-1222 0 0,0 2-1 0 0,0 2 1 0 0,48 1 0 0 0,146 13 1006 0 0,-25-1-1639 0 0,204 23 1708 0 0,-389-28-1958 0 0,49-3-1 0 0,-57-2 1 0 0,0 2 0 0 0,0 1 0 0 0,0 0 0 0 0,41 9-1 0 0,-52-5-164 0 0,-10-4 207 0 0,0-1 0 0 0,1 1-1 0 0,-1-1 1 0 0,1 1 0 0 0,-1-1-1 0 0,0 0 1 0 0,1 1-1 0 0,-1-1 1 0 0,1 0 0 0 0,-1 0-1 0 0,1 1 1 0 0,-1-1-1 0 0,1 0 1 0 0,-1 0 0 0 0,1 0-1 0 0,-1 1 1 0 0,1-1 0 0 0,-1 0-1 0 0,1 0 1 0 0,-1 0-1 0 0,1 0 1 0 0,0 0 0 0 0,-1 0-1 0 0,1 0 1 0 0,-1 0 0 0 0,1 0-1 0 0,-1-1 1 0 0,1 1-1 0 0,-1 0 1 0 0,1 0 0 0 0,-1 0-1 0 0,1-1 1 0 0,-1 1 0 0 0,1 0-1 0 0,-1 0 1 0 0,1-1-1 0 0,-1 1 1 0 0,1 0 0 0 0,0-1-1 0 0,7-7-208 0 0,0 1 0 0 0,1 0-1 0 0,18-11 1 0 0,-17 12 80 0 0,0 0 0 0 0,-1 0 0 0 0,0-1 0 0 0,-1-1-1 0 0,0 1 1 0 0,8-10 0 0 0,17-29-135 0 0,-2-2 0 0 0,36-77-1 0 0,-61 113 355 0 0,0 2-1 0 0,1-1 0 0 0,12-15 1 0 0,-17 24-51 0 0,1-1 0 0 0,-1 1 0 0 0,1-1 0 0 0,-1 1 0 0 0,1 0 0 0 0,0 0 0 0 0,0 0 0 0 0,4-2 0 0 0,-6 4 2 0 0,1 0 0 0 0,-1-1 0 0 0,0 1 0 0 0,0 0 1 0 0,1-1-1 0 0,-1 1 0 0 0,0 0 0 0 0,0 0 0 0 0,1 0 0 0 0,-1 0 0 0 0,0 0 1 0 0,1 0-1 0 0,-1 1 0 0 0,0-1 0 0 0,0 0 0 0 0,1 1 0 0 0,-1-1 0 0 0,0 1 1 0 0,0-1-1 0 0,0 1 0 0 0,0-1 0 0 0,2 2 0 0 0,-1 0 53 0 0,-1-1-1 0 0,1 1 0 0 0,0 0 1 0 0,-1 0-1 0 0,1 0 0 0 0,-1 0 1 0 0,0 1-1 0 0,0-1 0 0 0,0 0 1 0 0,0 0-1 0 0,0 1 0 0 0,1 4 1 0 0,5 35 641 0 0,-4-23-373 0 0,-1-4-142 0 0,1 1 1 0 0,1-1 0 0 0,1 0-1 0 0,0-1 1 0 0,0 1 0 0 0,1-1 0 0 0,1 0-1 0 0,1 0 1 0 0,0-1 0 0 0,1 0-1 0 0,0 0 1 0 0,0-1 0 0 0,2 0 0 0 0,-1-1-1 0 0,16 12 1 0 0,-24-22-164 0 0,-1 1-1 0 0,1-1 1 0 0,0 0-1 0 0,0 0 1 0 0,-1 0 0 0 0,1-1-1 0 0,0 1 1 0 0,0 0 0 0 0,0-1-1 0 0,0 1 1 0 0,0-1-1 0 0,0 1 1 0 0,0-1 0 0 0,0 0-1 0 0,0 0 1 0 0,0 0-1 0 0,0 0 1 0 0,0 0 0 0 0,0-1-1 0 0,-1 1 1 0 0,4-1 0 0 0,-2-1-32 0 0,0 1 1 0 0,1-1 0 0 0,-1 0-1 0 0,0 0 1 0 0,0 0 0 0 0,0-1-1 0 0,-1 1 1 0 0,1-1 0 0 0,0 1-1 0 0,3-7 1 0 0,5-6-213 0 0,-2-1 0 0 0,0 0-1 0 0,12-30 1 0 0,-17 37 101 0 0,8-20-279 0 0,-3 5 230 0 0,1 0-1 0 0,1 0 1 0 0,1 1-1 0 0,1 0 1 0 0,1 1-1 0 0,27-31 1 0 0,-40 52 148 0 0,0-1 1 0 0,0 1-1 0 0,0 0 1 0 0,0 0 0 0 0,1-1-1 0 0,-1 1 1 0 0,0 0-1 0 0,1 0 1 0 0,-1 0-1 0 0,0 0 1 0 0,1 1 0 0 0,0-1-1 0 0,-1 0 1 0 0,1 1-1 0 0,-1-1 1 0 0,1 1 0 0 0,0-1-1 0 0,-1 1 1 0 0,1 0-1 0 0,0-1 1 0 0,-1 1-1 0 0,1 0 1 0 0,0 0 0 0 0,0 1-1 0 0,-1-1 1 0 0,1 0-1 0 0,0 0 1 0 0,-1 1-1 0 0,1-1 1 0 0,0 1 0 0 0,-1-1-1 0 0,1 1 1 0 0,-1 0-1 0 0,1 0 1 0 0,-1 0 0 0 0,1 0-1 0 0,-1 0 1 0 0,0 0-1 0 0,1 0 1 0 0,-1 0-1 0 0,0 0 1 0 0,0 1 0 0 0,0-1-1 0 0,2 2 1 0 0,4 9 202 0 0,0 0 0 0 0,0 0 0 0 0,-2 0 0 0 0,9 24 1 0 0,-4-11 85 0 0,40 73 33 0 0,7 19-262 0 0,-57-123 11 0 0,0 1 0 0 0,0 0-1 0 0,1-1 1 0 0,-1 1 0 0 0,1 0 0 0 0,0 0 0 0 0,3-6-1 0 0,14-56-1146 0 0,-14 56 1045 0 0,2-11-181 0 0,7-24-99 0 0,2 1 0 0 0,1 1 0 0 0,23-43 0 0 0,-38 85 269 0 0,0 1 1 0 0,0-1-1 0 0,-1 1 1 0 0,1-1 0 0 0,1 1-1 0 0,-1-1 1 0 0,0 1 0 0 0,0-1-1 0 0,0 1 1 0 0,1 0 0 0 0,-1 0-1 0 0,0 0 1 0 0,1-1-1 0 0,0 1 1 0 0,-1 1 0 0 0,1-1-1 0 0,-1 0 1 0 0,1 0 0 0 0,0 1-1 0 0,0-1 1 0 0,-1 1-1 0 0,1-1 1 0 0,0 1 0 0 0,3-1-1 0 0,-3 2 32 0 0,0-1-1 0 0,-1 1 1 0 0,1 0 0 0 0,0-1-1 0 0,-1 1 1 0 0,1 0-1 0 0,-1 0 1 0 0,1 0-1 0 0,-1 0 1 0 0,0 0 0 0 0,1 1-1 0 0,-1-1 1 0 0,0 0-1 0 0,0 1 1 0 0,0-1-1 0 0,0 1 1 0 0,0-1 0 0 0,0 1-1 0 0,0-1 1 0 0,0 1-1 0 0,-1 0 1 0 0,1-1-1 0 0,0 1 1 0 0,-1 0 0 0 0,1 1-1 0 0,61 307 2672 0 0,-52-248-2571 0 0,-8-44-58 0 0,-2-14-22 0 0,0 0 0 0 0,0 0-1 0 0,1 0 1 0 0,0 0-1 0 0,-1 0 1 0 0,3 5 0 0 0</inkml:trace>
</inkml:ink>
</file>

<file path=ppt/ink/ink2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7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0 186 9674 0 0,'4'-3'240'0'0,"0"0"0"0"0,0 1 0 0 0,0-1 0 0 0,1 1 0 0 0,-1 0 0 0 0,7-2 0 0 0,-7 2-130 0 0,39-16 249 0 0,1 3-1 0 0,86-20 1 0 0,97 2 2383 0 0,61 25 339 0 0,-9 0-1473 0 0,-224 4-1539 0 0,101-13-1386 0 0,-123 12-1539 0 0,34-11 0 0 0,-52 11-2009 0 0</inkml:trace>
</inkml:ink>
</file>

<file path=ppt/ink/ink2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2761 0 0,'5'124'7080'0'0,"0"61"-5198"0"0,4 143 350 0 0,-1 37-432 0 0,-11-315-1608 0 0,3 0 0 0 0,2 1 0 0 0,16 97 1 0 0,-13-131-1856 0 0</inkml:trace>
</inkml:ink>
</file>

<file path=ppt/ink/ink2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0 6913 0 0,'-3'2'-119'0'0,"-1"0"0"0"0,1 1-1 0 0,-1-1 1 0 0,1 1 0 0 0,0-1-1 0 0,-1 1 1 0 0,2 0-1 0 0,-1 0 1 0 0,0 1 0 0 0,-4 5-1 0 0,7-8 53 0 0,0 0-1 0 0,-1 0 0 0 0,1-1 1 0 0,-1 1-1 0 0,1 0 1 0 0,0 0-1 0 0,0 0 1 0 0,-1 0-1 0 0,1 0 1 0 0,0 0-1 0 0,0 0 0 0 0,0 0 1 0 0,0 0-1 0 0,0 0 1 0 0,0 0-1 0 0,0 0 1 0 0,1 0-1 0 0,-1 0 1 0 0,1 2-1 0 0,0-2 123 0 0,-1 0 0 0 0,1 0-1 0 0,0 0 1 0 0,1 1 0 0 0,-1-1 0 0 0,0 0-1 0 0,0-1 1 0 0,0 1 0 0 0,1 0 0 0 0,-1 0-1 0 0,0 0 1 0 0,1-1 0 0 0,-1 1-1 0 0,0-1 1 0 0,1 1 0 0 0,-1-1 0 0 0,3 1-1 0 0,16 2 570 0 0,0 0 0 0 0,0-2-1 0 0,0 0 1 0 0,0-1-1 0 0,23-4 1 0 0,7 1 514 0 0,-14 2-202 0 0,-1-1-522 0 0,45 4 1 0 0,-71-2-479 0 0,0 2-1 0 0,0-1 1 0 0,0 1 0 0 0,0 0-1 0 0,-1 1 1 0 0,1 0 0 0 0,-1 0 0 0 0,1 1-1 0 0,-1 0 1 0 0,9 6 0 0 0,-16-9 38 0 0,0 0 0 0 0,1 0 0 0 0,-1 0 0 0 0,0 0 0 0 0,0 0 0 0 0,0 0 0 0 0,1 1 0 0 0,-1-1 0 0 0,0 0 0 0 0,-1 1 0 0 0,1-1 0 0 0,0 1 0 0 0,0-1 0 0 0,-1 1 0 0 0,1 0 0 0 0,-1-1 0 0 0,1 1 0 0 0,-1-1 0 0 0,0 1 0 0 0,1 0 0 0 0,-1 0 0 0 0,0-1 0 0 0,0 4 0 0 0,-1-1 1 0 0,0 0-1 0 0,0-1 0 0 0,0 1 0 0 0,-1-1 1 0 0,1 1-1 0 0,-1-1 0 0 0,0 1 0 0 0,0-1 1 0 0,0 0-1 0 0,-4 4 0 0 0,-5 5 32 0 0,0 0 1 0 0,-2 0-1 0 0,-23 17 0 0 0,-40 20 734 0 0,56-38-539 0 0,1 1 0 0 0,0 0 0 0 0,1 2-1 0 0,0 0 1 0 0,-29 31 0 0 0,46-44-201 0 0,0 0 0 0 0,1-1 1 0 0,-1 1-1 0 0,0-1 0 0 0,1 1 1 0 0,-1 0-1 0 0,1 0 1 0 0,-1-1-1 0 0,1 1 0 0 0,0 0 1 0 0,-1 0-1 0 0,1 0 0 0 0,0 0 1 0 0,-1-1-1 0 0,1 1 1 0 0,0 0-1 0 0,0 0 0 0 0,0 0 1 0 0,0 0-1 0 0,0 0 0 0 0,0 0 1 0 0,0 0-1 0 0,0 0 0 0 0,0-1 1 0 0,0 2-1 0 0,1-1-19 0 0,0 0 0 0 0,0-1 0 0 0,-1 1 0 0 0,1 0 0 0 0,0-1 0 0 0,0 1 0 0 0,0-1 1 0 0,0 1-1 0 0,0-1 0 0 0,0 0 0 0 0,0 1 0 0 0,0-1 0 0 0,0 0 0 0 0,0 0 0 0 0,0 0 0 0 0,0 0 0 0 0,0 0 0 0 0,1 0 0 0 0,10 0-235 0 0,1-1 0 0 0,20-5 0 0 0,-26 5 240 0 0,14-3-105 0 0,-13 2 267 0 0,0 0 1 0 0,0 0-1 0 0,0 1 0 0 0,0 0 0 0 0,0 1 0 0 0,12 0 1 0 0,-20 1-132 0 0,0-1 1 0 0,1 0 0 0 0,-1 0-1 0 0,0 1 1 0 0,0-1 0 0 0,1 0-1 0 0,-1 1 1 0 0,0-1 0 0 0,0 0-1 0 0,0 1 1 0 0,1-1 0 0 0,-1 0-1 0 0,0 1 1 0 0,0-1 0 0 0,0 1-1 0 0,0-1 1 0 0,0 0 0 0 0,0 1 0 0 0,0-1-1 0 0,0 1 1 0 0,0-1 0 0 0,0 0-1 0 0,0 1 1 0 0,0-1 0 0 0,0 1-1 0 0,0-1 1 0 0,0 0 0 0 0,0 1-1 0 0,-1-1 1 0 0,1 0 0 0 0,0 1-1 0 0,0-1 1 0 0,0 0 0 0 0,-1 1-1 0 0,1-1 1 0 0,0 0 0 0 0,0 1-1 0 0,-1-1 1 0 0,1 0 0 0 0,0 0-1 0 0,0 1 1 0 0,-1-1 0 0 0,1 0 0 0 0,0 0-1 0 0,-1 0 1 0 0,0 1 0 0 0,-13 15 235 0 0,-55 40-391 0 0,-18 16-150 0 0,79-64 337 0 0,0 0 0 0 0,0 1-1 0 0,1 0 1 0 0,0 1 0 0 0,0-1-1 0 0,1 1 1 0 0,-5 13 0 0 0,9-20-52 0 0,1-1 1 0 0,0 1-1 0 0,0-1 0 0 0,0 1 1 0 0,0-1-1 0 0,1 1 0 0 0,-1 0 1 0 0,1-1-1 0 0,0 1 1 0 0,0 0-1 0 0,0-1 0 0 0,0 1 1 0 0,0 0-1 0 0,0-1 0 0 0,1 1 1 0 0,-1 0-1 0 0,1-1 1 0 0,0 1-1 0 0,-1 0 0 0 0,1-1 1 0 0,2 4-1 0 0,-1-4-37 0 0,0 0 0 0 0,0 0 0 0 0,0 0-1 0 0,1-1 1 0 0,-1 1 0 0 0,0-1 0 0 0,1 1 0 0 0,-1-1-1 0 0,1 0 1 0 0,-1 0 0 0 0,1 0 0 0 0,0 0 0 0 0,0 0 0 0 0,-1 0-1 0 0,1-1 1 0 0,0 0 0 0 0,0 1 0 0 0,0-1 0 0 0,-1 0-1 0 0,4-1 1 0 0,44 0-276 0 0,-27-1 549 0 0,-1 2-1 0 0,0 0 0 0 0,32 5 0 0 0,-48-4-248 0 0,0 0 1 0 0,0 1-1 0 0,0-1 0 0 0,-1 1 1 0 0,1 1-1 0 0,-1-1 0 0 0,1 1 1 0 0,-1 0-1 0 0,0 0 0 0 0,0 0 1 0 0,0 1-1 0 0,-1 0 0 0 0,1 0 1 0 0,-1 0-1 0 0,0 0 0 0 0,0 1 1 0 0,5 7-1 0 0,-8-11-54 0 0,0 0 1 0 0,-1 1-1 0 0,1-1 1 0 0,0 0-1 0 0,-1 0 1 0 0,1 0-1 0 0,-1 0 1 0 0,1 1-1 0 0,-1-1 1 0 0,0 0-1 0 0,1 0 1 0 0,-1 1-1 0 0,0-1 1 0 0,0 0-1 0 0,0 1 1 0 0,0-1-1 0 0,0 0 1 0 0,0 0-1 0 0,0 1 1 0 0,0-1-1 0 0,-1 0 1 0 0,1 1-1 0 0,-1-1 1 0 0,1 0-1 0 0,-1 0 0 0 0,1 0 1 0 0,-1 1-1 0 0,1-1 1 0 0,-1 0-1 0 0,0 0 1 0 0,0 0-1 0 0,0 0 1 0 0,1 0-1 0 0,-1 0 1 0 0,0 0-1 0 0,0-1 1 0 0,0 1-1 0 0,-3 1 1 0 0</inkml:trace>
</inkml:ink>
</file>

<file path=ppt/ink/ink2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9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 8754 0 0,'0'0'30'0'0,"-1"0"0"0"0,1 0 0 0 0,-1 0 0 0 0,1 0 1 0 0,0 0-1 0 0,-1 0 0 0 0,1 0 0 0 0,0 0 0 0 0,-1 0 0 0 0,1 0 1 0 0,-1 0-1 0 0,1 0 0 0 0,0 0 0 0 0,-1 0 0 0 0,1 0 0 0 0,0 1 0 0 0,-1-1 1 0 0,1 0-1 0 0,0 0 0 0 0,-1 0 0 0 0,1 0 0 0 0,0 1 0 0 0,-1-1 1 0 0,1 0-1 0 0,0 1 0 0 0,0-1 0 0 0,-1 0 0 0 0,1 1 0 0 0,-4 4 129 0 0,6-1 584 0 0,1 9 291 0 0,0-1 0 0 0,0 0 1 0 0,-1 0-1 0 0,0 26 0 0 0,6 284 1221 0 0,7-106-1483 0 0,1 26-407 0 0,-30 233 1408 0 0,13-466-1717 0 0,0-1 1 0 0,-1 1-1 0 0,1-1 1 0 0,-5 13-1 0 0,4-15-44 0 0,0 0-1 0 0,0 0 1 0 0,1 0-1 0 0,-1 1 1 0 0,2-1 0 0 0,-1 1-1 0 0,1-1 1 0 0,0 13 0 0 0,1-18-56 0 0,-1 0 0 0 0,0 1 0 0 0,0-1 0 0 0,1 0 0 0 0,-1 0 1 0 0,1 0-1 0 0,-1 0 0 0 0,1 0 0 0 0,-1 0 0 0 0,1 0 1 0 0,0 0-1 0 0,-1 0 0 0 0,1-1 0 0 0,0 1 0 0 0,0 0 0 0 0,1 1 1 0 0,3 2-1018 0 0,-5-3 1037 0 0,0-1 77 0 0,0 2-48 0 0,1-1-1 0 0,0 1 1 0 0,0-1-1 0 0,-1 1 1 0 0,1-1 0 0 0,0 0-1 0 0,0 1 1 0 0,0-1-1 0 0,0 0 1 0 0,0 0 0 0 0,1 0-1 0 0,0 1 1 0 0,0 0-1 0 0,4 7-78 0 0,-1 0 0 0 0,0 1-1 0 0,-1-1 1 0 0,0 1 0 0 0,0 0-1 0 0,3 15 1 0 0,-3-11 274 0 0,-2-4 37 0 0,1 0-1 0 0,-2 1 0 0 0,1-1 1 0 0,-1 16-1 0 0,-3 9-2404 0 0,-5 37-1 0 0,0-16-725 0 0,6-32 2221 0 0,2-12 102 0 0</inkml:trace>
</inkml:ink>
</file>

<file path=ppt/ink/ink2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1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4 466 7370 0 0,'0'1'25'0'0,"0"-1"1"0"0,0 0 0 0 0,0 0 0 0 0,-1 0 0 0 0,1 0 0 0 0,0 0 0 0 0,0 0 0 0 0,0 0-1 0 0,0 0 1 0 0,0 0 0 0 0,0 0 0 0 0,0 0 0 0 0,-1-1 0 0 0,1 1 0 0 0,0 0 0 0 0,0 0 0 0 0,0 0-1 0 0,0 0 1 0 0,0 0 0 0 0,0 0 0 0 0,0 0 0 0 0,0 0 0 0 0,-1 0 0 0 0,1 0 0 0 0,0 0-1 0 0,0 0 1 0 0,0 0 0 0 0,0-1 0 0 0,0 1 0 0 0,0 0 0 0 0,0 0 0 0 0,0 0 0 0 0,0 0-1 0 0,0 0 1 0 0,0 0 0 0 0,0 0 0 0 0,0 0 0 0 0,0-1 0 0 0,0 1 0 0 0,0 0 0 0 0,0 0-1 0 0,0 0 1 0 0,0 0 0 0 0,0 0 0 0 0,0 0 0 0 0,0 0 0 0 0,0-1 0 0 0,0 1 0 0 0,0 0 0 0 0,0 0-1 0 0,0 0 1 0 0,0 0 0 0 0,0 0 0 0 0,0 0 0 0 0,0 0 0 0 0,0-1 0 0 0,0 1 0 0 0,0 0-1 0 0,0 0 1 0 0,0 0 0 0 0,1 0 0 0 0,14-7-27 0 0,17 3 629 0 0,1 2 1 0 0,0 1 0 0 0,39 3-1 0 0,31 1 1352 0 0,53-9 312 0 0,210 1-274 0 0,-266 7-1736 0 0,0-5-1 0 0,151-24 0 0 0,-240 25-347 0 0,0 0-23 0 0,1 0 1 0 0,0 0-1 0 0,0 1 1 0 0,0 0-1 0 0,0 1 1 0 0,0 0-1 0 0,0 1 1 0 0,20 5-1 0 0,-31-6 31 0 0,-1 0 0 0 0,1 0 0 0 0,-1 0-1 0 0,0 0 1 0 0,1 1 0 0 0,-1-1-1 0 0,1 0 1 0 0,-1 0 0 0 0,1 1-1 0 0,-1-1 1 0 0,0 0 0 0 0,1 1-1 0 0,-1-1 1 0 0,0 0 0 0 0,1 1-1 0 0,-1-1 1 0 0,0 1 0 0 0,1-1-1 0 0,-1 0 1 0 0,0 1 0 0 0,0-1-1 0 0,0 1 1 0 0,1-1 0 0 0,-1 1 0 0 0,0-1-1 0 0,0 1 1 0 0,0-1 0 0 0,0 1-1 0 0,0-1 1 0 0,0 1 0 0 0,0-1-1 0 0,0 1 1 0 0,0-1 0 0 0,0 1-1 0 0,0-1 1 0 0,0 1 0 0 0,-10 16-2727 0 0,10-10 6036 0 0,41-16-2789 0 0,1 2 0 0 0,57-2 0 0 0,88 6 1752 0 0,-130 4-1949 0 0,21 2-337 0 0,-68-6-331 0 0,-17-4-371 0 0,6 7 723 0 0,-1-1-1 0 0,1 0 1 0 0,0 1 0 0 0,0-1 0 0 0,0 0-1 0 0,0 0 1 0 0,1 0 0 0 0,-1 0 0 0 0,0 0-1 0 0,0 0 1 0 0,1 0 0 0 0,-1 0 0 0 0,0 0 0 0 0,1 0-1 0 0,-1 0 1 0 0,0-2 0 0 0,5-53 42 0 0,2 0 1 0 0,3 0 0 0 0,21-72-1 0 0,-30 126 26 0 0,1 0-1 0 0,-1 0 1 0 0,1 0-1 0 0,0 0 0 0 0,-1 0 1 0 0,1 0-1 0 0,0 0 1 0 0,0 1-1 0 0,0-1 0 0 0,0 0 1 0 0,0 0-1 0 0,3-2 1 0 0,-4 4-22 0 0,0 0 1 0 0,1 0-1 0 0,-1 0 1 0 0,0 0-1 0 0,0 0 1 0 0,0 0-1 0 0,1 0 1 0 0,-1 0 0 0 0,0 0-1 0 0,0 0 1 0 0,0 0-1 0 0,1 0 1 0 0,-1 0-1 0 0,0 0 1 0 0,0 0-1 0 0,0 0 1 0 0,1 0 0 0 0,-1 0-1 0 0,0 0 1 0 0,0 0-1 0 0,0 0 1 0 0,0 1-1 0 0,1-1 1 0 0,-1 0-1 0 0,0 0 1 0 0,0 0 0 0 0,0 0-1 0 0,0 0 1 0 0,1 1-1 0 0,-1-1 1 0 0,0 0-1 0 0,0 0 1 0 0,0 0-1 0 0,0 0 1 0 0,0 1 0 0 0,0-1-1 0 0,0 0 1 0 0,6 19-187 0 0,7 128 693 0 0,-10-92-167 0 0,2-1 1 0 0,14 61-1 0 0,-15-99-319 0 0,0-1 0 0 0,1 0 0 0 0,1 0 0 0 0,0 0 0 0 0,12 18 0 0 0,-18-32-13 0 0,0-1-1 0 0,1 0 1 0 0,-1 0-1 0 0,0 1 1 0 0,0-1-1 0 0,0 0 1 0 0,1 0-1 0 0,-1 1 1 0 0,0-1 0 0 0,0 0-1 0 0,1 0 1 0 0,-1 0-1 0 0,0 1 1 0 0,0-1-1 0 0,1 0 1 0 0,-1 0-1 0 0,0 0 1 0 0,0 0-1 0 0,1 0 1 0 0,-1 0-1 0 0,0 0 1 0 0,1 0 0 0 0,-1 0-1 0 0,0 0 1 0 0,1 0-1 0 0,-1 0 1 0 0,0 0-1 0 0,1 0 1 0 0,-1 0-1 0 0,0 0 1 0 0,1 0-1 0 0,-1 0 1 0 0,0 0-1 0 0,0 0 1 0 0,1 0 0 0 0,-1-1-1 0 0,11-11 211 0 0,3-18 154 0 0,-14 29-365 0 0,60-203-513 0 0,-8 18-111 0 0,-45 167 579 0 0,19-49 1 0 0,-23 62-6 0 0,0 0 1 0 0,0 0-1 0 0,0 1 1 0 0,1-1-1 0 0,0 1 1 0 0,0 0-1 0 0,1 0 1 0 0,6-7 0 0 0,-10 12 39 0 0,-1 0-1 0 0,1-1 1 0 0,-1 1 0 0 0,1-1 0 0 0,-1 1 0 0 0,1 0 0 0 0,0-1 0 0 0,-1 1 0 0 0,1 0 0 0 0,0 0 0 0 0,-1 0 0 0 0,1-1 0 0 0,0 1 0 0 0,-1 0 0 0 0,1 0 0 0 0,0 0 0 0 0,-1 0 0 0 0,1 0 0 0 0,0 0 0 0 0,-1 0 0 0 0,1 0 0 0 0,0 0-1 0 0,-1 1 1 0 0,1-1 0 0 0,0 0 0 0 0,-1 0 0 0 0,1 1 0 0 0,0-1 0 0 0,-1 0 0 0 0,1 1 0 0 0,-1-1 0 0 0,1 0 0 0 0,-1 1 0 0 0,1-1 0 0 0,-1 1 0 0 0,1-1 0 0 0,-1 1 0 0 0,1-1 0 0 0,-1 1 0 0 0,0 0 0 0 0,1-1 0 0 0,-1 1 0 0 0,0-1 0 0 0,1 1-1 0 0,-1 0 1 0 0,0-1 0 0 0,0 1 0 0 0,1 1 0 0 0,9 38 457 0 0,-8-32-237 0 0,17 104 363 0 0,14 57 177 0 0,-28-148-745 0 0,-4-14 5 0 0,1 0 1 0 0,-1 0 0 0 0,1 0 0 0 0,0 0 0 0 0,1-1-1 0 0,0 1 1 0 0,0-1 0 0 0,0 0 0 0 0,1 0 0 0 0,-1 0-1 0 0,7 6 1 0 0,-9-11 2 0 0,0-1-1 0 0,1 1 0 0 0,-1-1 0 0 0,0 1 1 0 0,0-1-1 0 0,1 0 0 0 0,-1 0 1 0 0,0 0-1 0 0,1 0 0 0 0,-1 0 1 0 0,0 0-1 0 0,1 0 0 0 0,-1 0 0 0 0,0 0 1 0 0,1-1-1 0 0,-1 1 0 0 0,0 0 1 0 0,0-1-1 0 0,1 1 0 0 0,-1-1 1 0 0,0 0-1 0 0,0 1 0 0 0,0-1 0 0 0,0 0 1 0 0,0 0-1 0 0,0 1 0 0 0,0-1 1 0 0,0 0-1 0 0,0 0 0 0 0,1-2 1 0 0,29-32-920 0 0,-30 33 846 0 0,61-98-1422 0 0,-2 2 1378 0 0,-52 87 128 0 0,0 1 0 0 0,1-1 0 0 0,0 2 0 0 0,1-1 1 0 0,-1 1-1 0 0,15-9 0 0 0,-22 16-25 0 0,0 1 0 0 0,0-1 0 0 0,0 1 0 0 0,0 0 0 0 0,0 0 0 0 0,0 0 0 0 0,0 0 0 0 0,0 0 0 0 0,0 0 0 0 0,0 1 0 0 0,0-1 0 0 0,0 1 0 0 0,1 0 0 0 0,-1-1 1 0 0,0 1-1 0 0,0 0 0 0 0,1 0 0 0 0,-1 0 0 0 0,0 0 0 0 0,0 1 0 0 0,1-1 0 0 0,-1 1 0 0 0,0-1 0 0 0,0 1 0 0 0,0 0 0 0 0,0 0 0 0 0,0 0 0 0 0,0 0 0 0 0,0 0 0 0 0,0 0 0 0 0,0 1 0 0 0,0-1 0 0 0,-1 1 0 0 0,1-1 0 0 0,0 1 0 0 0,-1-1 1 0 0,0 1-1 0 0,3 3 0 0 0,3 8 157 0 0,0 0 1 0 0,0 0-1 0 0,-1 1 1 0 0,-1 0 0 0 0,4 15-1 0 0,5 12 403 0 0,-3-16-345 0 0,1 0 1 0 0,2-1-1 0 0,0 0 1 0 0,34 43-1 0 0,-47-66-227 0 0,0 0-1 0 0,0 0 0 0 0,0 0 1 0 0,0 0-1 0 0,0 0 0 0 0,0-1 0 0 0,0 1 1 0 0,0 0-1 0 0,1-1 0 0 0,-1 1 0 0 0,0 0 1 0 0,0-1-1 0 0,1 1 0 0 0,-1-1 1 0 0,0 0-1 0 0,1 1 0 0 0,-1-1 0 0 0,0 0 1 0 0,1 0-1 0 0,-1 0 0 0 0,0 0 0 0 0,1 0 1 0 0,1 0-1 0 0,0-1-51 0 0,0 0 1 0 0,0 0-1 0 0,-1-1 0 0 0,1 1 1 0 0,-1 0-1 0 0,1-1 0 0 0,-1 0 1 0 0,1 1-1 0 0,-1-1 0 0 0,3-4 1 0 0,4-3-260 0 0,-1-1 0 0 0,0 0 0 0 0,12-23 0 0 0,-11 14-407 0 0,0 0 0 0 0,-2-1 0 0 0,0-1 0 0 0,4-23 0 0 0,-5 21-715 0 0,0 1 0 0 0,19-43 0 0 0,-25 64 1331 0 0,0 1-1 0 0,0-1 1 0 0,1 0 0 0 0,-1 0-1 0 0,0 1 1 0 0,1-1-1 0 0,-1 0 1 0 0,0 1 0 0 0,1-1-1 0 0,-1 0 1 0 0,1 1-1 0 0,-1-1 1 0 0,1 1 0 0 0,0-1-1 0 0,-1 1 1 0 0,1-1-1 0 0,-1 1 1 0 0,1-1 0 0 0,0 1-1 0 0,-1-1 1 0 0,1 1-1 0 0,0 0 1 0 0,0 0-1 0 0,-1-1 1 0 0,1 1 0 0 0,0 0-1 0 0,1 0 1 0 0</inkml:trace>
</inkml:ink>
</file>

<file path=ppt/ink/ink2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2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10138 0 0,'273'4'7026'0'0,"63"7"-3330"0"0,-170 3-3018 0 0,-65-4-332 0 0,144-3 0 0 0,-202-9-214 0 0,-8 2-198 0 0,0-3 1 0 0,0 0 0 0 0,61-15 0 0 0,-86 14-1629 0 0</inkml:trace>
</inkml:ink>
</file>

<file path=ppt/ink/ink2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3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7 202 2761 0 0,'-1'-2'182'0'0,"0"0"1"0"0,0-1-1 0 0,0 1 1 0 0,1-1-1 0 0,-1 1 1 0 0,1-1-1 0 0,-1 1 1 0 0,1-1-1 0 0,0 1 1 0 0,0-1-1 0 0,0 1 1 0 0,0-1-1 0 0,0 0 1 0 0,1 1-1 0 0,-1-1 1 0 0,1 1-1 0 0,1-4 1 0 0,20-46 1568 0 0,-16 39-1114 0 0,5-19 356 0 0,-10 26-585 0 0,1 0 1 0 0,0 0-1 0 0,0 0 1 0 0,1 0-1 0 0,-1 1 0 0 0,1-1 1 0 0,0 1-1 0 0,5-6 1 0 0,-9 36 692 0 0,-1 56 148 0 0,16 149-1 0 0,-1-52-607 0 0,-8-44-448 0 0,-2 7 217 0 0,35 227 1 0 0,18-147 375 0 0,-7-29 475 0 0,-21-38-1428 0 0</inkml:trace>
</inkml:ink>
</file>

<file path=ppt/ink/ink2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4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0 6913 0 0,'-2'1'10'0'0,"-1"-1"0"0"0,1 0-1 0 0,0 1 1 0 0,0 0-1 0 0,-1 0 1 0 0,1-1-1 0 0,0 1 1 0 0,0 1-1 0 0,0-1 1 0 0,0 0-1 0 0,0 0 1 0 0,0 1-1 0 0,0-1 1 0 0,1 1-1 0 0,-1 0 1 0 0,1-1-1 0 0,-1 1 1 0 0,1 0-1 0 0,-1 0 1 0 0,-1 4 0 0 0,3-6 1 0 0,1 1 0 0 0,-1-1 0 0 0,0 1 0 0 0,1-1 0 0 0,-1 1 0 0 0,0-1 0 0 0,1 0 0 0 0,-1 1 0 0 0,1-1 0 0 0,-1 1 0 0 0,1-1 0 0 0,-1 0 0 0 0,1 0 0 0 0,-1 1 0 0 0,1-1 0 0 0,-1 0 0 0 0,1 0 0 0 0,-1 1 0 0 0,1-1 0 0 0,0 0 0 0 0,-1 0 0 0 0,1 0 0 0 0,-1 0 0 0 0,1 0 0 0 0,-1 0 0 0 0,1 0 0 0 0,1 0 0 0 0,21 0 550 0 0,-19 0-417 0 0,48-1 2250 0 0,78 3-314 0 0,-113-1-2081 0 0,-1 1 1 0 0,0 1 0 0 0,-1 1 0 0 0,1 0 0 0 0,27 11 0 0 0,-42-15 7 0 0,0 0-1 0 0,0 0 1 0 0,-1 0-1 0 0,1 1 1 0 0,0-1-1 0 0,-1 0 1 0 0,1 0-1 0 0,0 1 1 0 0,-1-1 0 0 0,1 0-1 0 0,0 1 1 0 0,-1-1-1 0 0,1 1 1 0 0,0-1-1 0 0,-1 1 1 0 0,1-1-1 0 0,-1 1 1 0 0,1-1 0 0 0,-1 1-1 0 0,1 0 1 0 0,-1-1-1 0 0,0 1 1 0 0,1 0-1 0 0,-1-1 1 0 0,0 1-1 0 0,1 0 1 0 0,-1-1-1 0 0,0 1 1 0 0,0 0 0 0 0,0 0-1 0 0,0-1 1 0 0,0 1-1 0 0,0 0 1 0 0,0 0-1 0 0,0-1 1 0 0,0 1-1 0 0,0 0 1 0 0,0 0 0 0 0,0-1-1 0 0,0 1 1 0 0,-1 0-1 0 0,1-1 1 0 0,0 1-1 0 0,0 0 1 0 0,-1-1-1 0 0,1 1 1 0 0,-1 0 0 0 0,1-1-1 0 0,0 1 1 0 0,-1 0-1 0 0,1-1 1 0 0,-1 1-1 0 0,0-1 1 0 0,1 1-1 0 0,-2 0 1 0 0,-5 4-73 0 0,0 1 0 0 0,0-2-1 0 0,0 1 1 0 0,-9 3 0 0 0,5-2-7 0 0,-371 226 1765 0 0,379-230-1716 0 0,-25 17 127 0 0,22-9-268 0 0,6-10 145 0 0,0 1-1 0 0,0-1 1 0 0,1 0 0 0 0,-1 1 0 0 0,0-1 0 0 0,1 0 0 0 0,-1 1 0 0 0,0-1 0 0 0,1 0 0 0 0,-1 0 0 0 0,0 0-1 0 0,1 1 1 0 0,-1-1 0 0 0,0 0 0 0 0,1 0 0 0 0,-1 0 0 0 0,1 0 0 0 0,-1 1 0 0 0,0-1 0 0 0,1 0 0 0 0,-1 0-1 0 0,1 0 1 0 0,-1 0 0 0 0,0 0 0 0 0,1 0 0 0 0,-1 0 0 0 0,1 0 0 0 0,-1-1 0 0 0,1 1 0 0 0,231-16 1534 0 0,0 1 818 0 0,-232 15-2328 0 0,34 2 267 0 0,-32-2-260 0 0,0 0 0 0 0,-1 0 0 0 0,1 0 0 0 0,0 0-1 0 0,-1 1 1 0 0,1-1 0 0 0,-1 1 0 0 0,1-1 0 0 0,-1 1 0 0 0,1 0 0 0 0,-1-1 0 0 0,1 1 0 0 0,-1 0 0 0 0,0 0 0 0 0,1 0 0 0 0,-1 0 0 0 0,2 2 0 0 0,-3-2-8 0 0,0 0 1 0 0,0 0 0 0 0,0 0-1 0 0,-1 0 1 0 0,1 0 0 0 0,0 0-1 0 0,0 0 1 0 0,0 0 0 0 0,-1 0-1 0 0,1 0 1 0 0,-1 0 0 0 0,1 0-1 0 0,0-1 1 0 0,-1 1 0 0 0,0 0-1 0 0,1 0 1 0 0,-1 0 0 0 0,1 0-1 0 0,-1-1 1 0 0,0 1 0 0 0,0 0-1 0 0,1-1 1 0 0,-1 1 0 0 0,-1 0-1 0 0,-23 18 86 0 0,23-18-92 0 0,-173 99-516 0 0,-2 1 21 0 0,177-101 501 0 0,-1 0 0 0 0,1 0 1 0 0,-1 0-1 0 0,0 1 1 0 0,1-1-1 0 0,-1 0 1 0 0,1 1-1 0 0,-1-1 0 0 0,1 0 1 0 0,-1 1-1 0 0,1-1 1 0 0,0 1-1 0 0,-1-1 0 0 0,1 1 1 0 0,-1-1-1 0 0,1 1 1 0 0,0-1-1 0 0,0 1 1 0 0,-1-1-1 0 0,1 1 0 0 0,0 0 1 0 0,0-1-1 0 0,-1 1 1 0 0,1-1-1 0 0,0 1 0 0 0,0 0 1 0 0,0-1-1 0 0,0 1 1 0 0,0-1-1 0 0,0 1 0 0 0,0 0 1 0 0,1 0 13 0 0,0 0 0 0 0,0 0 0 0 0,0 0 0 0 0,0 0 0 0 0,-1 0 0 0 0,1-1 0 0 0,0 1 0 0 0,1 0 0 0 0,-1-1 0 0 0,0 1 0 0 0,0-1 0 0 0,0 1 0 0 0,0-1 0 0 0,2 1 0 0 0,54 8 495 0 0,-50-8-468 0 0,355 30 1616 0 0,-361-31-1652 0 0,0 0-1 0 0,1 0 1 0 0,-1 0-1 0 0,1 0 1 0 0,-1 0-1 0 0,1 0 1 0 0,-1 1 0 0 0,0-1-1 0 0,1 0 1 0 0,-1 1-1 0 0,0-1 1 0 0,1 1-1 0 0,-1-1 1 0 0,0 1-1 0 0,1 0 1 0 0,-1 0-1 0 0,0-1 1 0 0,0 1 0 0 0,0 0-1 0 0,0 0 1 0 0,0 0-1 0 0,0 0 1 0 0,1 2-1 0 0,-2-2-20 0 0,0 0 0 0 0,0 1-1 0 0,0-1 1 0 0,-1 1-1 0 0,1-1 1 0 0,0 0 0 0 0,-1 1-1 0 0,1-1 1 0 0,-1 0-1 0 0,1 1 1 0 0,-1-1 0 0 0,0 0-1 0 0,1 0 1 0 0,-1 0 0 0 0,0 1-1 0 0,0-1 1 0 0,0 0-1 0 0,0 0 1 0 0,0 0 0 0 0,0 0-1 0 0,0-1 1 0 0,0 1 0 0 0,-2 1-1 0 0,-24 17-183 0 0,0-1 0 0 0,-1-1 1 0 0,-1-1-1 0 0,-37 15 0 0 0,23-12-522 0 0,-42 27 0 0 0,71-38 451 0 0,-57 40-1171 0 0,64-42 1208 0 0,1-1 0 0 0,-1 1 1 0 0,1 0-1 0 0,1 0 0 0 0,-1 1 0 0 0,1-1 0 0 0,-8 14 0 0 0,13-20 224 0 0,0 1-1 0 0,0-1 1 0 0,0 0 0 0 0,0 0-1 0 0,0 0 1 0 0,0 0-1 0 0,0 0 1 0 0,0 0 0 0 0,0 1-1 0 0,0-1 1 0 0,0 0 0 0 0,-1 0-1 0 0,1 0 1 0 0,0 0-1 0 0,0 0 1 0 0,0 1 0 0 0,0-1-1 0 0,0 0 1 0 0,1 0-1 0 0,-1 0 1 0 0,0 0 0 0 0,0 0-1 0 0,0 1 1 0 0,0-1 0 0 0,0 0-1 0 0,0 0 1 0 0,0 0-1 0 0,0 0 1 0 0,0 0 0 0 0,0 1-1 0 0,0-1 1 0 0,0 0-1 0 0,0 0 1 0 0,1 0 0 0 0,-1 0-1 0 0,0 0 1 0 0,0 0-1 0 0,0 0 1 0 0,0 0 0 0 0,0 0-1 0 0,0 1 1 0 0,1-1 0 0 0,-1 0-1 0 0,0 0 1 0 0,0 0-1 0 0,0 0 1 0 0,0 0 0 0 0,0 0-1 0 0,1 0 1 0 0,-1 0-1 0 0,13-1 75 0 0,12-5 608 0 0,-24 6-641 0 0,14-5 148 0 0,0 1-1 0 0,0 0 1 0 0,1 1 0 0 0,19-1-1 0 0,-31 4-150 0 0,0 0 1 0 0,0 0-1 0 0,0 0 0 0 0,-1 0 0 0 0,1 1 0 0 0,0 0 0 0 0,0-1 1 0 0,-1 1-1 0 0,1 1 0 0 0,0-1 0 0 0,-1 0 0 0 0,1 1 0 0 0,-1 0 1 0 0,0 0-1 0 0,1 0 0 0 0,-1 0 0 0 0,0 0 0 0 0,0 1 0 0 0,-1 0 1 0 0,1-1-1 0 0,0 1 0 0 0,-1 0 0 0 0,3 4 0 0 0,-4-6 5 0 0,-1 0-1 0 0,0 0 0 0 0,1-1 0 0 0,-1 1 0 0 0,0 0 1 0 0,1 0-1 0 0,-1 0 0 0 0,0 0 0 0 0,0 0 1 0 0,0 0-1 0 0,0-1 0 0 0,0 1 0 0 0,0 0 0 0 0,0 0 1 0 0,0 0-1 0 0,0 0 0 0 0,-1 0 0 0 0,1 0 0 0 0,0 0 1 0 0,0-1-1 0 0,-1 1 0 0 0,1 0 0 0 0,-1 0 1 0 0,1 0-1 0 0,-1-1 0 0 0,1 1 0 0 0,-1 0 0 0 0,1-1 1 0 0,-1 1-1 0 0,0 0 0 0 0,1-1 0 0 0,-1 1 1 0 0,0-1-1 0 0,0 1 0 0 0,-34 19 2041 0 0,16-10-1424 0 0,17-8-613 0 0,-1 0 1 0 0,0 0-1 0 0,1 0 0 0 0,0 0 1 0 0,-1 1-1 0 0,1-1 0 0 0,0 0 1 0 0,0 1-1 0 0,0 0 0 0 0,0 0 1 0 0,1-1-1 0 0,-1 1 0 0 0,1 0 1 0 0,0 0-1 0 0,-2 5 0 0 0,3-1 142 0 0,-1 0 0 0 0,1 0-1 0 0,0 0 1 0 0,1 0 0 0 0,0 0-1 0 0,2 8 1 0 0,1 22-36 0 0,0-1 1 0 0,-4 64-1 0 0,-15 76-165 0 0,1-4 23 0 0,11-3 350 0 0,25 213 0 0 0,-8-206-218 0 0,5 48 117 0 0,-19-222-263 0 0,1 1 0 0 0,-1-1-1 0 0,0 1 1 0 0,0-1 0 0 0,0 1 0 0 0,0-1 0 0 0,-1 1-1 0 0,1-1 1 0 0,-1 3 0 0 0,0-4-126 0 0,1-1 0 0 0,0 1 0 0 0,-1-1 0 0 0,1 1 0 0 0,0-1 0 0 0,-1 1 0 0 0,1-1 1 0 0,-1 0-1 0 0,1 1 0 0 0,-1-1 0 0 0,1 0 0 0 0,-1 0 0 0 0,1 1 0 0 0,-1-1 0 0 0,1 0 0 0 0,-1 0 1 0 0,1 1-1 0 0,-1-1 0 0 0,1 0 0 0 0,-1 0 0 0 0,0 0 0 0 0,1 0 0 0 0,-1 0 0 0 0,1 0 0 0 0,-1 0 0 0 0,1 0 1 0 0,-1 0-1 0 0,0 0 0 0 0,1-1 0 0 0,-1 1 0 0 0,1 0 0 0 0,-1 0 0 0 0,1 0 0 0 0,-1-1 0 0 0,1 1 0 0 0,-1 0 1 0 0,1-1-1 0 0,-1 1 0 0 0,1 0 0 0 0,-1-1 0 0 0</inkml:trace>
</inkml:ink>
</file>

<file path=ppt/ink/ink2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6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4609 0 0,'-9'10'9026'0'0,"4"-8"-8809"0"0,-2 1 82 0 0,0 0 0 0 0,-1-1 0 0 0,1 0 0 0 0,-9 1 0 0 0,9 7 2303 0 0,2 13-2796 0 0,5-23 307 0 0,-9 42 52 0 0,3 0 1 0 0,-4 81 0 0 0,16 83-32 0 0,0-33 131 0 0,-6-140-231 0 0,14 491 583 0 0,0-104 524 0 0,-14-390-805 0 0,-7 52 0 0 0,5-71-285 0 0,0 0 0 0 0,-1 0 0 0 0,0 0 0 0 0,-1 0 0 0 0,0 0 1 0 0,-1-1-1 0 0,-11 18 0 0 0,13-26-358 0 0,3-10 10 0 0,3-11-5324 0 0</inkml:trace>
</inkml:ink>
</file>

<file path=ppt/ink/ink2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7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7802 0 0,'-1'0'75'0'0,"0"0"0"0"0,0 0 1 0 0,0 0-1 0 0,0 1 1 0 0,0-1-1 0 0,0 0 0 0 0,0 0 1 0 0,0 1-1 0 0,0-1 0 0 0,1 0 1 0 0,-1 1-1 0 0,0-1 1 0 0,0 1-1 0 0,0-1 0 0 0,1 1 1 0 0,-1-1-1 0 0,0 1 0 0 0,1-1 1 0 0,-2 2-1 0 0,13 6 751 0 0,37 4-374 0 0,-41-11-437 0 0,24 6 1267 0 0,52 17-1 0 0,-72-19-1003 0 0,1 0 0 0 0,-1 0 0 0 0,0 1 1 0 0,0 0-1 0 0,-1 1 0 0 0,0 0 0 0 0,15 15 0 0 0,-24-21-322 0 0,0 0 1 0 0,0 0-1 0 0,-1 1 1 0 0,1-1-1 0 0,0 0 1 0 0,-1 1-1 0 0,1-1 1 0 0,-1 0-1 0 0,1 1 1 0 0,-1-1-1 0 0,0 0 1 0 0,1 1-1 0 0,-1-1 0 0 0,0 1 1 0 0,0-1-1 0 0,0 1 1 0 0,0-1-1 0 0,0 1 1 0 0,-1-1-1 0 0,1 0 1 0 0,0 1-1 0 0,-1-1 1 0 0,1 1-1 0 0,0-1 1 0 0,-1 0-1 0 0,0 1 1 0 0,1-1-1 0 0,-1 0 0 0 0,0 0 1 0 0,0 1-1 0 0,0-1 1 0 0,0 0-1 0 0,0 0 1 0 0,0 0-1 0 0,0 0 1 0 0,-1 1-1 0 0,-8 7-140 0 0,0 0 1 0 0,0 0-1 0 0,-13 7 0 0 0,9-5 341 0 0,-32 21-95 0 0,0-2-1 0 0,-64 30 0 0 0,19-11 224 0 0,91-49-282 0 0,0 1 0 0 0,0-1 1 0 0,0 0-1 0 0,0 0 0 0 0,0 0 1 0 0,1 0-1 0 0,-1 0 1 0 0,0 0-1 0 0,0 0 0 0 0,0 0 1 0 0,0 1-1 0 0,0-1 1 0 0,0 0-1 0 0,0 0 0 0 0,0 0 1 0 0,0 0-1 0 0,0 0 0 0 0,0 0 1 0 0,0 1-1 0 0,0-1 1 0 0,0 0-1 0 0,0 0 0 0 0,1 0 1 0 0,-1 0-1 0 0,-1 0 0 0 0,1 1 1 0 0,0-1-1 0 0,0 0 1 0 0,0 0-1 0 0,0 0 0 0 0,0 0 1 0 0,0 0-1 0 0,0 1 0 0 0,0-1 1 0 0,0 0-1 0 0,0 0 1 0 0,0 0-1 0 0,0 0 0 0 0,0 0 1 0 0,0 0-1 0 0,0 1 1 0 0,0-1-1 0 0,-1 0 0 0 0,1 0 1 0 0,0 0-1 0 0,0 0 0 0 0,0 0 1 0 0,0 0-1 0 0,0 0 1 0 0,0 0-1 0 0,-1 0 0 0 0,1 0 1 0 0,0 0-1 0 0,0 0 0 0 0,0 1 1 0 0,0-1-1 0 0,0 0 1 0 0,-1 0-1 0 0,1 0 0 0 0,0 0 1 0 0,0 0-1 0 0,20 0 118 0 0,24-6 58 0 0,286-33 2515 0 0,-324 38-2626 0 0,-3 1-45 0 0,0-1 0 0 0,-1 1-1 0 0,1 0 1 0 0,0 0 0 0 0,0 0 0 0 0,0 0 0 0 0,0 0 0 0 0,-1 1 0 0 0,1-1-1 0 0,0 1 1 0 0,0 0 0 0 0,-1 0 0 0 0,1 0 0 0 0,4 2 0 0 0,-8 0-38 0 0,0-1 1 0 0,0 1 0 0 0,-1-1-1 0 0,1 1 1 0 0,-1-1-1 0 0,1 0 1 0 0,-1 0 0 0 0,0 0-1 0 0,0 0 1 0 0,-3 3 0 0 0,4-5-15 0 0,-73 68-1874 0 0,-24 25-583 0 0,-6 13 1571 0 0,103-106 902 0 0,1 0-1 0 0,0 1 0 0 0,-1-1 1 0 0,1 0-1 0 0,0 1 1 0 0,-1-1-1 0 0,1 0 0 0 0,0 1 1 0 0,-1-1-1 0 0,1 0 1 0 0,0 1-1 0 0,0-1 0 0 0,0 1 1 0 0,-1-1-1 0 0,1 0 1 0 0,0 1-1 0 0,0-1 0 0 0,0 1 1 0 0,0-1-1 0 0,0 0 1 0 0,0 1-1 0 0,0-1 0 0 0,0 1 1 0 0,0-1-1 0 0,0 1 1 0 0,0-1-1 0 0,0 1 0 0 0,0-1 1 0 0,0 0-1 0 0,0 1 1 0 0,0-1-1 0 0,0 1 0 0 0,1-1 1 0 0,-1 1-1 0 0,0-1 1 0 0,1 1-1 0 0,17 8-532 0 0,26-4 114 0 0,-25-6 469 0 0,2 1 147 0 0,0 0-1 0 0,0 2 1 0 0,23 3 0 0 0,-40-4-146 0 0,1 0 0 0 0,-1 0 0 0 0,0 0 0 0 0,1 1 0 0 0,-1-1 0 0 0,0 1 0 0 0,0 0 0 0 0,0 0 0 0 0,0 1 0 0 0,0-1 0 0 0,0 1 0 0 0,0 0 0 0 0,-1 0 0 0 0,0 0 0 0 0,1 0 0 0 0,-1 1 0 0 0,-1-1 0 0 0,1 1 0 0 0,0 0 0 0 0,2 4 1 0 0,-5-6-24 0 0,1 0 1 0 0,-1 0-1 0 0,0 1 1 0 0,0-1-1 0 0,0 0 1 0 0,0 0-1 0 0,0 0 1 0 0,0 0-1 0 0,-1 1 1 0 0,1-1-1 0 0,-1 0 1 0 0,1 0-1 0 0,-1 0 1 0 0,0 0 0 0 0,0 0-1 0 0,0 0 1 0 0,0 0-1 0 0,0 0 1 0 0,0-1-1 0 0,0 1 1 0 0,-1 0-1 0 0,1-1 1 0 0,-1 1-1 0 0,1-1 1 0 0,-4 3-1 0 0,-3 3-12 0 0,1 0-1 0 0,-2-1 1 0 0,1 0-1 0 0,-10 4 1 0 0,-21 13 84 0 0,23-13-198 0 0,-1-1-1 0 0,0 0 0 0 0,0-1 1 0 0,-23 7-1 0 0,58-34-5047 0 0,23 9 7736 0 0,-39 9-2323 0 0,-1 1-1 0 0,1 0 0 0 0,-1-1 1 0 0,1 1-1 0 0,-1 0 1 0 0,1 0-1 0 0,0 0 1 0 0,-1 0-1 0 0,1 0 1 0 0,-1 1-1 0 0,1-1 0 0 0,-1 0 1 0 0,1 1-1 0 0,-1-1 1 0 0,1 1-1 0 0,-1-1 1 0 0,0 1-1 0 0,1 0 0 0 0,-1-1 1 0 0,0 1-1 0 0,1 0 1 0 0,-1 0-1 0 0,0 0 1 0 0,2 2-1 0 0,-3 1-46 0 0,0-1 0 0 0,0 1-1 0 0,0 0 1 0 0,0 0 0 0 0,-1 0 0 0 0,1 0 0 0 0,-1 0-1 0 0,0 0 1 0 0,0 0 0 0 0,0-1 0 0 0,-4 7 0 0 0,-1 10 341 0 0,3 3-274 0 0,1 0 0 0 0,1 1-1 0 0,1 0 1 0 0,1-1 0 0 0,6 34 0 0 0,0 8-141 0 0,-14 443 1277 0 0,-38-82-198 0 0,33-327-945 0 0,8-73-481 0 0,1-5-132 0 0,0-1 1 0 0,1 1 0 0 0,1 0 0 0 0,1-1-1 0 0,5 37 1 0 0,1-43-1739 0 0,-1-9 1013 0 0</inkml:trace>
</inkml:ink>
</file>

<file path=ppt/ink/ink2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9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75 2761 0 0,'1'-11'-127'0'0,"-3"-28"-944"0"0,-9 14 9938 0 0,6 33-6841 0 0,-3 14-1678 0 0,7-20-204 0 0,-1 9 121 0 0,1-1-1 0 0,0 0 1 0 0,1 0-1 0 0,1 15 1 0 0,0 11 1121 0 0,-21 233 82 0 0,-3 129-1429 0 0,32-193 482 0 0,-3-113-110 0 0,-5 104 1 0 0,-4-173-378 0 0,2 0 1 0 0,0 1-1 0 0,2-1 0 0 0,0 1 0 0 0,2-1 1 0 0,10 43-1 0 0,-14-64-79 0 0</inkml:trace>
</inkml:ink>
</file>

<file path=ppt/ink/ink2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0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1 4609 0 0,'-69'32'1434'0'0,"44"-22"-402"0"0,0 1 0 0 0,1 1 0 0 0,1 1 0 0 0,-38 28-1 0 0,61-41-1014 0 0,0 0 0 0 0,0 0 0 0 0,-1 0 0 0 0,1 0 0 0 0,0 0 1 0 0,-1 1-1 0 0,1-1 0 0 0,0 0 0 0 0,0 0 0 0 0,-1 0 0 0 0,1 1 0 0 0,0-1 0 0 0,0 0 0 0 0,-1 0 0 0 0,1 1 0 0 0,0-1 0 0 0,0 0 0 0 0,0 0 0 0 0,0 1 0 0 0,-1-1 0 0 0,1 0 0 0 0,0 1 0 0 0,0-1 0 0 0,0 0 0 0 0,0 1 0 0 0,0-1 0 0 0,0 0 0 0 0,0 1 0 0 0,0-1 0 0 0,0 0 0 0 0,0 0 0 0 0,0 1 0 0 0,0-1 0 0 0,0 0 0 0 0,0 1 0 0 0,0-1 0 0 0,0 0 0 0 0,0 1 0 0 0,1-1 0 0 0,-1 0 0 0 0,0 1 0 0 0,17 2 263 0 0,37-7-338 0 0,-42 3 44 0 0,65-8 155 0 0,-41 4 553 0 0,1 2 0 0 0,0 1 1 0 0,62 5-1 0 0,-96-3-597 0 0,1 0-1 0 0,-1 1 1 0 0,0 0-1 0 0,1 0 1 0 0,-1 0-1 0 0,0 0 1 0 0,0 0-1 0 0,0 0 1 0 0,6 4-1 0 0,-9-4-99 0 0,1-1-1 0 0,-1 1 0 0 0,1-1 1 0 0,-1 0-1 0 0,0 1 0 0 0,1-1 1 0 0,-1 1-1 0 0,0-1 0 0 0,1 1 1 0 0,-1-1-1 0 0,0 1 1 0 0,0 0-1 0 0,1-1 0 0 0,-1 1 1 0 0,0-1-1 0 0,0 1 0 0 0,0-1 1 0 0,0 1-1 0 0,0 0 0 0 0,0-1 1 0 0,0 1-1 0 0,0 0 0 0 0,-1 1-51 0 0,1-1 0 0 0,-1 1-1 0 0,1-1 1 0 0,-1 1-1 0 0,0-1 1 0 0,0 1-1 0 0,0-1 1 0 0,1 0 0 0 0,-1 1-1 0 0,-1-1 1 0 0,-1 2-1 0 0,-70 59-1235 0 0,52-46 1236 0 0,1 1 0 0 0,1 1-1 0 0,-18 20 1 0 0,35-36 57 0 0,0 0 1 0 0,1 0-1 0 0,-1 0 1 0 0,1 0-1 0 0,0 0 1 0 0,-1 0-1 0 0,1 0 1 0 0,0 1-1 0 0,0-1 1 0 0,1 0-1 0 0,-1 1 1 0 0,0-1-1 0 0,0 5 1 0 0,1-7-10 0 0,0 1 1 0 0,0 0-1 0 0,1-1 0 0 0,-1 1 1 0 0,0-1-1 0 0,0 1 1 0 0,0-1-1 0 0,1 1 0 0 0,-1 0 1 0 0,0-1-1 0 0,1 1 1 0 0,-1-1-1 0 0,0 1 0 0 0,1-1 1 0 0,-1 0-1 0 0,0 1 1 0 0,1-1-1 0 0,-1 1 0 0 0,1-1 1 0 0,-1 0-1 0 0,2 1 1 0 0,21 3 124 0 0,15-5-350 0 0,43-9 0 0 0,-43 5-160 0 0,43-1 0 0 0,-80 6 409 0 0,-1 0-1 0 0,0 0 1 0 0,1 0 0 0 0,-1 0 0 0 0,0 0 0 0 0,1 0 0 0 0,-1 0-1 0 0,0 0 1 0 0,1 0 0 0 0,-1 0 0 0 0,0 0 0 0 0,1 0 0 0 0,-1 0-1 0 0,0 0 1 0 0,0 0 0 0 0,1 0 0 0 0,-1 1 0 0 0,0-1 0 0 0,1 0-1 0 0,-1 0 1 0 0,0 0 0 0 0,0 0 0 0 0,1 1 0 0 0,-1-1 0 0 0,0 0-1 0 0,0 0 1 0 0,1 1 0 0 0,-1-1 0 0 0,0 0 0 0 0,0 0 0 0 0,0 1-1 0 0,1-1 1 0 0,-1 0 0 0 0,0 0 0 0 0,0 1 0 0 0,0-1 0 0 0,0 0-1 0 0,0 1 1 0 0,-7 13 364 0 0,-20 12-68 0 0,25-24-287 0 0,-159 120 286 0 0,108-86-288 0 0,-92 84 0 0 0,142-116-25 0 0,-1-1-1 0 0,1 1 1 0 0,0 0 0 0 0,0 0 0 0 0,1 0-1 0 0,-1 0 1 0 0,1 0 0 0 0,0 0-1 0 0,-2 7 1 0 0,3-10 9 0 0,1 0-1 0 0,0 0 0 0 0,0 0 1 0 0,0 0-1 0 0,0 0 0 0 0,0 0 1 0 0,0 0-1 0 0,0 0 0 0 0,0 0 1 0 0,0 0-1 0 0,0 0 0 0 0,0 0 1 0 0,1 0-1 0 0,-1 0 0 0 0,0 0 1 0 0,1 0-1 0 0,-1-1 1 0 0,1 1-1 0 0,0 1 0 0 0,0-1 25 0 0,0 1 1 0 0,1-1-1 0 0,-1 0 0 0 0,0 0 0 0 0,1-1 0 0 0,-1 1 1 0 0,1 0-1 0 0,-1 0 0 0 0,1-1 0 0 0,-1 1 1 0 0,1-1-1 0 0,0 1 0 0 0,-1-1 0 0 0,1 0 0 0 0,2 1 1 0 0,20 0 405 0 0,-1-1 0 0 0,1 0 0 0 0,-1-2 0 0 0,46-9 0 0 0,-35 5-142 0 0,41-2-1 0 0,-48 6-200 0 0,26-1 22 0 0,-49 3-103 0 0,-1 0 0 0 0,1 0 0 0 0,0 0 0 0 0,-1 1 0 0 0,1 0 0 0 0,-1 0 0 0 0,1 0 0 0 0,-1 0 0 0 0,1 0 0 0 0,4 3 0 0 0,-8-4-25 0 0,1 1-1 0 0,0 0 1 0 0,-1-1 0 0 0,1 1-1 0 0,-1 0 1 0 0,1 0 0 0 0,-1-1 0 0 0,1 1-1 0 0,-1 0 1 0 0,0 0 0 0 0,1 0-1 0 0,-1 0 1 0 0,0-1 0 0 0,0 1 0 0 0,1 0-1 0 0,-1 0 1 0 0,0 0 0 0 0,0 0-1 0 0,0 0 1 0 0,0 0 0 0 0,0 0 0 0 0,0-1-1 0 0,-1 1 1 0 0,1 0 0 0 0,0 0 0 0 0,0 0-1 0 0,-1 0 1 0 0,1 0 0 0 0,0-1-1 0 0,-1 1 1 0 0,1 0 0 0 0,-1 0 0 0 0,1-1-1 0 0,-1 1 1 0 0,1 0 0 0 0,-2 1-1 0 0,-24 29-545 0 0,21-26 496 0 0,-33 35-642 0 0,-2-1 1 0 0,-1-2-1 0 0,-78 53 1 0 0,98-79 667 0 0,21-11-110 0 0,-1 0-1 0 0,1 1 0 0 0,-1-1 1 0 0,1 0-1 0 0,-1 0 1 0 0,1 1-1 0 0,-1-1 1 0 0,1 0-1 0 0,-1 0 1 0 0,0 0-1 0 0,1 0 1 0 0,-1 0-1 0 0,1 0 1 0 0,-1 0-1 0 0,1 0 1 0 0,-1 0-1 0 0,0 0 1 0 0,1 0-1 0 0,-1 0 1 0 0,1 0-1 0 0,-1-1 1 0 0,1 1-1 0 0,-1 0 1 0 0,1 0-1 0 0,-1 0 1 0 0,1-1-1 0 0,-1 1 1 0 0,1 0-1 0 0,-1-1 1 0 0,1 1-1 0 0,0 0 1 0 0,-1-1-1 0 0,1 1 1 0 0,-1-1-1 0 0,1 1 1 0 0,-1-1-1 0 0</inkml:trace>
</inkml:ink>
</file>

<file path=ppt/ink/ink2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1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6 6913 0 0,'12'-4'3890'0'0,"-12"4"-3898"0"0,0 0 1 0 0,0 0-1 0 0,0-1 1 0 0,1 1-1 0 0,-1 0 0 0 0,0 0 1 0 0,0 0-1 0 0,1 0 1 0 0,-1 0-1 0 0,0 0 0 0 0,0 0 1 0 0,1 0-1 0 0,-1-1 1 0 0,0 1-1 0 0,0 0 0 0 0,1 0 1 0 0,-1 0-1 0 0,0 0 1 0 0,1 1-1 0 0,-1-1 0 0 0,0 0 1 0 0,0 0-1 0 0,1 0 1 0 0,-1 0-1 0 0,0 0 0 0 0,0 0 1 0 0,1 0-1 0 0,-1 0 1 0 0,0 0-1 0 0,0 1 0 0 0,1-1 1 0 0,-1 0-1 0 0,0 0 1 0 0,0 0-1 0 0,0 0 0 0 0,0 1 1 0 0,1-1-1 0 0,-1 0 1 0 0,0 0-1 0 0,0 1 0 0 0,0-1 1 0 0,0 0-1 0 0,0 0 1 0 0,1 1-1 0 0,-1-1 0 0 0,0 0 1 0 0,0 1-1 0 0,-9 37 2050 0 0,-19 53 0 0 0,14-53-861 0 0,-15 75 0 0 0,21-48-1036 0 0,2 0-1 0 0,3 0 1 0 0,3 1 0 0 0,3-1 0 0 0,3 0 0 0 0,2 0 0 0 0,4-1 0 0 0,26 86 0 0 0,-19-75 100 0 0,-3 0 0 0 0,10 113 0 0 0,-13 157 1260 0 0,-15-311-1369 0 0,-2 0 0 0 0,-1 0 0 0 0,-2-1 0 0 0,-1 1 1 0 0,-16 38-1 0 0,22-69-1260 0 0</inkml:trace>
</inkml:ink>
</file>

<file path=ppt/ink/ink2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7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2 309 11058 0 0,'0'0'46'0'0,"0"0"-1"0"0,0 0 1 0 0,0 0-1 0 0,0 0 1 0 0,0-1-1 0 0,-1 1 1 0 0,1 0-1 0 0,0 0 1 0 0,0 0-1 0 0,0 0 1 0 0,0 0-1 0 0,0 0 1 0 0,0-1-1 0 0,0 1 1 0 0,0 0-1 0 0,0 0 1 0 0,0 0-1 0 0,0 0 1 0 0,0 0-1 0 0,0-1 1 0 0,0 1-1 0 0,0 0 1 0 0,0 0-1 0 0,0 0 1 0 0,0 0-1 0 0,0-1 1 0 0,0 1-1 0 0,0 0 1 0 0,0 0-1 0 0,0 0 1 0 0,0 0-1 0 0,0 0 1 0 0,0-1-1 0 0,0 1 1 0 0,0 0-1 0 0,0 0 1 0 0,1 0-1 0 0,-1 0 1 0 0,0 0-1 0 0,0 0 1 0 0,0 0-1 0 0,0-1 1 0 0,0 1-1 0 0,0 0 1 0 0,0 0-1 0 0,1 0 1 0 0,10-9 457 0 0,14-4-536 0 0,10 4-29 0 0,-1 3-1 0 0,1 0 1 0 0,0 3-1 0 0,68 0 1 0 0,-50 2 991 0 0,221 8 1095 0 0,-161-1-1816 0 0,160-12 1 0 0,-235 0-434 0 0,0-1 0 0 0,42-15 0 0 0,-74 20 102 0 0,11 0-748 0 0,-9 2 100 0 0,-7 4-236 0 0,-6-7 597 0 0,3 2 429 0 0,0 0 1 0 0,0-1-1 0 0,0 0 0 0 0,1 1 0 0 0,-1-1 0 0 0,1 0 1 0 0,-1 0-1 0 0,1 0 0 0 0,-1 0 0 0 0,1 0 1 0 0,0 0-1 0 0,0 0 0 0 0,0 0 0 0 0,0 0 0 0 0,0-1 1 0 0,1 1-1 0 0,-1 0 0 0 0,1 0 0 0 0,-1-1 0 0 0,1 1 1 0 0,0-1-1 0 0,0 1 0 0 0,0 0 0 0 0,0-1 1 0 0,1 1-1 0 0,-1 0 0 0 0,0-1 0 0 0,1 1 0 0 0,0 0 1 0 0,0-1-1 0 0,-1 1 0 0 0,1 0 0 0 0,3-4 1 0 0,0-2 5 0 0,0 1 0 0 0,0 0 0 0 0,1-1 0 0 0,0 2 1 0 0,0-1-1 0 0,1 1 0 0 0,0-1 0 0 0,0 2 0 0 0,0-1 1 0 0,1 1-1 0 0,8-6 0 0 0,-12 9-22 0 0,0 0-1 0 0,0 1 1 0 0,0-1 0 0 0,0 1 0 0 0,0 0 0 0 0,0 0-1 0 0,1 0 1 0 0,-1 0 0 0 0,0 0 0 0 0,1 1-1 0 0,-1 0 1 0 0,0-1 0 0 0,1 1 0 0 0,-1 0-1 0 0,0 1 1 0 0,1-1 0 0 0,-1 1 0 0 0,0-1-1 0 0,1 1 1 0 0,-1 0 0 0 0,0 0 0 0 0,0 0 0 0 0,0 1-1 0 0,0-1 1 0 0,0 1 0 0 0,0 0 0 0 0,0 0-1 0 0,0 0 1 0 0,-1 0 0 0 0,5 4 0 0 0,3 6 314 0 0,-1 0 1 0 0,0 0 0 0 0,0 1 0 0 0,-1 0 0 0 0,-1 1-1 0 0,9 23 1 0 0,21 37 184 0 0,-36-73-472 0 0,-1 0 0 0 0,1 0 0 0 0,0 0 1 0 0,-1 0-1 0 0,1 0 0 0 0,0 0 1 0 0,0 0-1 0 0,0 0 0 0 0,0 0 0 0 0,0 0 1 0 0,0-1-1 0 0,0 1 0 0 0,0 0 1 0 0,0-1-1 0 0,0 1 0 0 0,0-1 0 0 0,0 1 1 0 0,0-1-1 0 0,1 1 0 0 0,-1-1 1 0 0,0 0-1 0 0,0 0 0 0 0,0 1 0 0 0,1-1 1 0 0,0 0-1 0 0,1-1 4 0 0,-1 1 0 0 0,0-1 0 0 0,0 0 0 0 0,0 0 0 0 0,0 0 0 0 0,1 0 1 0 0,-1 0-1 0 0,-1 0 0 0 0,1 0 0 0 0,0-1 0 0 0,0 1 0 0 0,2-4 0 0 0,3-2 0 0 0,-1 0 1 0 0,0-1-1 0 0,0 0 0 0 0,-1 0 1 0 0,6-14-1 0 0,14-44-476 0 0,-19 48 106 0 0,0 0-1 0 0,1 1 0 0 0,1 0 1 0 0,17-28-1 0 0,-24 44 292 0 0,0-1 0 0 0,0 1-1 0 0,0-1 1 0 0,0 1-1 0 0,0 0 1 0 0,1 0-1 0 0,-1-1 1 0 0,0 1 0 0 0,1 0-1 0 0,-1 0 1 0 0,0 0-1 0 0,1 0 1 0 0,-1 0-1 0 0,1 1 1 0 0,0-1 0 0 0,-1 0-1 0 0,1 1 1 0 0,-1-1-1 0 0,1 1 1 0 0,0 0-1 0 0,-1-1 1 0 0,4 1 0 0 0,-3 1 24 0 0,0-1 0 0 0,0 1 1 0 0,1 0-1 0 0,-1 0 1 0 0,0-1-1 0 0,0 1 0 0 0,-1 1 1 0 0,1-1-1 0 0,0 0 1 0 0,0 0-1 0 0,0 1 0 0 0,-1-1 1 0 0,1 1-1 0 0,-1-1 1 0 0,2 3-1 0 0,4 6 70 0 0,0-1 0 0 0,-1 1 1 0 0,-1 0-1 0 0,0 1 0 0 0,6 15 1 0 0,33 114 420 0 0,13 34 562 0 0,-57-172-962 0 0,1 0-1 0 0,0 0 0 0 0,0 0 0 0 0,-1 0 0 0 0,1 0 0 0 0,0 0 0 0 0,1 0 0 0 0,-1 0 1 0 0,0-1-1 0 0,0 1 0 0 0,1 0 0 0 0,-1-1 0 0 0,1 1 0 0 0,-1-1 0 0 0,1 1 0 0 0,0-1 1 0 0,0 0-1 0 0,0 0 0 0 0,-1 0 0 0 0,1 0 0 0 0,0 0 0 0 0,0 0 0 0 0,0 0 0 0 0,0-1 0 0 0,1 1 1 0 0,-1-1-1 0 0,3 1 0 0 0,-1-2-42 0 0,0 1 1 0 0,-1-1-1 0 0,1 0 0 0 0,0-1 1 0 0,-1 1-1 0 0,1 0 1 0 0,-1-1-1 0 0,1 0 0 0 0,-1 0 1 0 0,0 0-1 0 0,0 0 1 0 0,0 0-1 0 0,0-1 1 0 0,0 0-1 0 0,3-2 0 0 0,1-4-176 0 0,1 0 0 0 0,-1 0 0 0 0,-1-1 0 0 0,1 0 0 0 0,-2 0-1 0 0,8-16 1 0 0,21-71-924 0 0,-8 20 546 0 0,-22 67 454 0 0,1-4 49 0 0,1-1 0 0 0,0 1 0 0 0,1 0 0 0 0,0 1 0 0 0,1 0 0 0 0,1 0-1 0 0,0 0 1 0 0,16-16 0 0 0,-24 29 18 0 0,0-1 0 0 0,-1 0-1 0 0,1 0 1 0 0,0 1 0 0 0,1-1-1 0 0,-1 0 1 0 0,0 1-1 0 0,0-1 1 0 0,0 1 0 0 0,0-1-1 0 0,0 1 1 0 0,1 0 0 0 0,-1-1-1 0 0,0 1 1 0 0,0 0-1 0 0,1 0 1 0 0,-1 0 0 0 0,0 0-1 0 0,0 0 1 0 0,0 0 0 0 0,1 0-1 0 0,-1 0 1 0 0,0 1-1 0 0,0-1 1 0 0,1 0 0 0 0,-1 1-1 0 0,0-1 1 0 0,0 1 0 0 0,0 0-1 0 0,0-1 1 0 0,0 1-1 0 0,0 0 1 0 0,0-1 0 0 0,0 1-1 0 0,0 0 1 0 0,0 0 0 0 0,0 0-1 0 0,-1 0 1 0 0,1 0 0 0 0,0 0-1 0 0,0 0 1 0 0,-1 0-1 0 0,1 0 1 0 0,-1 0 0 0 0,1 2-1 0 0,5 8-68 0 0,-2 0-1 0 0,1 0 1 0 0,4 21 0 0 0,-7-22 61 0 0,24 106-134 0 0,-22-86 269 0 0,2 0 0 0 0,1 0-1 0 0,1-1 1 0 0,2 0 0 0 0,23 49-1 0 0,-33-77-69 0 0,1 0-1 0 0,-1 0 0 0 0,1-1 0 0 0,-1 1 1 0 0,1 0-1 0 0,-1 0 0 0 0,1-1 0 0 0,-1 1 0 0 0,1 0 1 0 0,0 0-1 0 0,-1-1 0 0 0,1 1 0 0 0,0-1 1 0 0,-1 1-1 0 0,1-1 0 0 0,0 1 0 0 0,0-1 1 0 0,0 1-1 0 0,0-1 0 0 0,-1 0 0 0 0,1 1 0 0 0,0-1 1 0 0,0 0-1 0 0,0 0 0 0 0,0 0 0 0 0,0 0 1 0 0,1 1-1 0 0,-1-2 11 0 0,1 0 1 0 0,-1 1-1 0 0,1-1 0 0 0,-1 0 1 0 0,0 0-1 0 0,1 1 0 0 0,-1-1 1 0 0,0 0-1 0 0,0 0 1 0 0,0-1-1 0 0,0 1 0 0 0,0 0 1 0 0,0 0-1 0 0,2-3 0 0 0,3-6-100 0 0,-1-1 0 0 0,1 1 0 0 0,3-15 0 0 0,-8 22-93 0 0,22-71-1870 0 0,-9 27-3094 0 0,-5 23 457 0 0</inkml:trace>
</inkml:ink>
</file>

<file path=ppt/ink/ink2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8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61 203 1840 0 0,'-6'4'-998'0'0,"3"-3"1514"0"0,1 1 0 0 0,0 0 0 0 0,-1 0 0 0 0,1-1 0 0 0,-1 0 0 0 0,1 1-1 0 0,-1-1 1 0 0,0 0 0 0 0,1 0 0 0 0,-1-1 0 0 0,0 1 0 0 0,0 0 0 0 0,0-1 0 0 0,0 0 0 0 0,0 1 0 0 0,-4-2 0 0 0,6 1-500 0 0,1 0 1 0 0,0 0 0 0 0,0 0-1 0 0,0 0 1 0 0,-1 0-1 0 0,1-1 1 0 0,0 1 0 0 0,0 0-1 0 0,0 0 1 0 0,-1 0 0 0 0,1-1-1 0 0,0 1 1 0 0,0 0 0 0 0,0 0-1 0 0,0 0 1 0 0,0-1-1 0 0,-1 1 1 0 0,1 0 0 0 0,0 0-1 0 0,0-1 1 0 0,0 1 0 0 0,0 0-1 0 0,0 0 1 0 0,0-1-1 0 0,0 1 1 0 0,0 0 0 0 0,0 0-1 0 0,0-1 1 0 0,0 1 0 0 0,0 0-1 0 0,0 0 1 0 0,0-1-1 0 0,0 1 1 0 0,0 0 0 0 0,0 0-1 0 0,0-1 1 0 0,1 1 0 0 0,-1 0-1 0 0,0 0 1 0 0,10-12 19 0 0,14-6-321 0 0,-12 13 651 0 0,1 0 1 0 0,-1 1-1 0 0,1 0 0 0 0,-1 1 1 0 0,1 1-1 0 0,15-2 0 0 0,84 0 2064 0 0,-35 2-892 0 0,203-27 379 0 0,96-4-1486 0 0,-225 29 273 0 0,292-46-1 0 0,-242 15-5752 0 0,-195 34 3353 0 0</inkml:trace>
</inkml:ink>
</file>

<file path=ppt/ink/ink2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9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0 330 8754 0 0,'2'5'-4266'0'0,"-1"-3"4371"0"0,-1 0 0 0 0,1-1-1 0 0,0 1 1 0 0,0 0 0 0 0,0 0-1 0 0,1-1 1 0 0,-1 1 0 0 0,0-1-1 0 0,1 1 1 0 0,-1-1 0 0 0,0 0 0 0 0,1 0-1 0 0,0 1 1 0 0,2 1 0 0 0,4-1 728 0 0,-1 0 0 0 0,1 0 1 0 0,0 0-1 0 0,-1-1 0 0 0,12 0 1 0 0,11-1 230 0 0,35-4 1 0 0,-28 1-723 0 0,508-23-1378 0 0,-185 10 1735 0 0,158-10-417 0 0,-506 26-406 0 0,1-1-1 0 0,-1 2 1 0 0,0 0-1 0 0,23 4 1 0 0,-30-3-121 0 0,1 0 0 0 0,-1 0 0 0 0,0 0-1 0 0,1 1 1 0 0,-1 0 0 0 0,0 0 0 0 0,-1 0 0 0 0,1 0 0 0 0,0 1 0 0 0,-1 0-1 0 0,0 0 1 0 0,5 5 0 0 0,-2-1 42 0 0,-5-7 317 0 0,-1 0 0 0 0,0 1-1 0 0,0-1 1 0 0,1 0-1 0 0,-1 1 1 0 0,0-1 0 0 0,0 0-1 0 0,0 1 1 0 0,-1 0-1 0 0,1-1 1 0 0,0 1-1 0 0,0-1 1 0 0,-1 1 0 0 0,1 0-1 0 0,3 5 3010 0 0,-2-11-2794 0 0,106-276 1496 0 0,-106 276-1864 0 0,-1 0-1 0 0,1 1 1 0 0,0 0 0 0 0,0-1 0 0 0,0 1 0 0 0,0 0 0 0 0,1 0 0 0 0,-1 0 0 0 0,4-3 0 0 0,-5 6 29 0 0,-1 0-1 0 0,1-1 1 0 0,-1 1-1 0 0,1 0 0 0 0,-1 0 1 0 0,0-1-1 0 0,1 1 0 0 0,-1 0 1 0 0,1 0-1 0 0,-1 0 0 0 0,1 0 1 0 0,0 0-1 0 0,-1-1 0 0 0,1 1 1 0 0,-1 0-1 0 0,1 0 1 0 0,-1 0-1 0 0,1 0 0 0 0,-1 1 1 0 0,1-1-1 0 0,-1 0 0 0 0,1 0 1 0 0,-1 0-1 0 0,1 0 0 0 0,-1 0 1 0 0,1 1-1 0 0,1 0-1 0 0,-1 0 0 0 0,0 1 0 0 0,0-1-1 0 0,0 0 1 0 0,0 1 0 0 0,0-1 0 0 0,0 0 0 0 0,0 1-1 0 0,-1-1 1 0 0,1 1 0 0 0,0 0 0 0 0,-1-1 0 0 0,1 3-1 0 0,14 67-95 0 0,-12-53 297 0 0,0 0 0 0 0,2 0 0 0 0,11 31 0 0 0,-13-43-56 0 0,0 1 0 0 0,1-1 0 0 0,0 1 0 0 0,0-1 0 0 0,0 0 0 0 0,1 0 0 0 0,0-1 0 0 0,6 6-1 0 0,-10-10-104 0 0,0 0-1 0 0,1 0 0 0 0,-1 0 0 0 0,0 0 0 0 0,1 0 0 0 0,-1 0 0 0 0,1-1 1 0 0,-1 1-1 0 0,1 0 0 0 0,-1-1 0 0 0,1 0 0 0 0,-1 1 0 0 0,1-1 0 0 0,-1 0 1 0 0,1 1-1 0 0,-1-1 0 0 0,1 0 0 0 0,0 0 0 0 0,-1 0 0 0 0,1-1 0 0 0,-1 1 1 0 0,1 0-1 0 0,0-1 0 0 0,-1 1 0 0 0,1-1 0 0 0,-1 1 0 0 0,1-1 0 0 0,-1 0 1 0 0,0 1-1 0 0,1-1 0 0 0,-1 0 0 0 0,0 0 0 0 0,1 0 0 0 0,-1 0 0 0 0,0 0 1 0 0,0 0-1 0 0,0-1 0 0 0,0 1 0 0 0,0 0 0 0 0,0-1 0 0 0,0 1 0 0 0,1-3 1 0 0,13-21-196 0 0,-2-1 1 0 0,0-1-1 0 0,11-37 1 0 0,-12 32 112 0 0,1 1 1 0 0,17-32 0 0 0,-28 60 27 0 0,0 0 0 0 0,-1 0-1 0 0,1 0 1 0 0,0 0-1 0 0,1 0 1 0 0,-1 1-1 0 0,0-1 1 0 0,1 1-1 0 0,-1 0 1 0 0,1 0-1 0 0,0 0 1 0 0,5-3 0 0 0,-7 4 3 0 0,1 1 0 0 0,-1 0 0 0 0,0 0 0 0 0,1 0 0 0 0,-1 0 0 0 0,1 0 0 0 0,-1 0 0 0 0,0 1 0 0 0,1-1 0 0 0,-1 0 0 0 0,0 1 0 0 0,1-1 0 0 0,-1 1 0 0 0,0-1 0 0 0,0 1 1 0 0,0 0-1 0 0,1 0 0 0 0,-1-1 0 0 0,0 1 0 0 0,0 0 0 0 0,0 0 0 0 0,0 0 0 0 0,0 0 0 0 0,0 0 0 0 0,-1 0 0 0 0,1 0 0 0 0,0 1 0 0 0,0-1 0 0 0,-1 0 0 0 0,1 0 0 0 0,-1 1 0 0 0,1 1 1 0 0,8 17 107 0 0,-1 0 0 0 0,-1 0 0 0 0,0 1 0 0 0,3 22 0 0 0,-7-23 83 0 0,2-1 0 0 0,1-1 0 0 0,0 1 0 0 0,1-1-1 0 0,14 26 1 0 0,-18-39-148 0 0,20 30 51 0 0,-21-34-61 0 0,-1 1 0 0 0,0 0 0 0 0,1-1 0 0 0,-1 0 0 0 0,1 1 0 0 0,-1-1 0 0 0,1 0 0 0 0,0 0 1 0 0,-1 1-1 0 0,1-1 0 0 0,0-1 0 0 0,0 1 0 0 0,0 0 0 0 0,0 0 0 0 0,0-1 0 0 0,0 1 0 0 0,2 0 0 0 0,-3-2 6 0 0,0 1-1 0 0,0 0 1 0 0,1-1-1 0 0,-1 1 1 0 0,0-1-1 0 0,0 1 1 0 0,0-1-1 0 0,0 0 1 0 0,0 1-1 0 0,0-1 0 0 0,0 0 1 0 0,0 0-1 0 0,0 0 1 0 0,0 0-1 0 0,0 0 1 0 0,0 0-1 0 0,-1 0 1 0 0,1 0-1 0 0,0 0 1 0 0,-1 0-1 0 0,1-1 1 0 0,13-31 59 0 0,-11 25-57 0 0,23-73-911 0 0,-21 62 346 0 0,0 0 0 0 0,2 1-1 0 0,0-1 1 0 0,0 2 0 0 0,2-1-1 0 0,18-27 1 0 0,-26 43 520 0 0,1-1 0 0 0,0 1-1 0 0,-1 0 1 0 0,1 0 0 0 0,0 0 0 0 0,0 0 0 0 0,1 0 0 0 0,-1 1-1 0 0,0-1 1 0 0,1 1 0 0 0,-1-1 0 0 0,1 1 0 0 0,-1 0-1 0 0,1 0 1 0 0,0 0 0 0 0,-1 0 0 0 0,1 1 0 0 0,0-1 0 0 0,0 1-1 0 0,-1-1 1 0 0,1 1 0 0 0,4 0 0 0 0,-4 1 109 0 0,-1 0-1 0 0,1 0 1 0 0,0 0 0 0 0,-1 0 0 0 0,1 0-1 0 0,0 0 1 0 0,-1 1 0 0 0,0 0 0 0 0,1-1-1 0 0,-1 1 1 0 0,0 0 0 0 0,0 0-1 0 0,0 0 1 0 0,0 0 0 0 0,0 1 0 0 0,0-1-1 0 0,-1 0 1 0 0,1 1 0 0 0,-1 0 0 0 0,1-1-1 0 0,0 5 1 0 0,6 12 552 0 0,-1 1-1 0 0,-1 0 0 0 0,7 41 0 0 0,-6 21-4510 0 0,-7-70-1230 0 0</inkml:trace>
</inkml:ink>
</file>

<file path=ppt/ink/ink2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0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91 5985 0 0,'-1'1'76'0'0,"-31"14"228"0"0,30-14-433 0 0,1 0 0 0 0,-1 0 1 0 0,1 0-1 0 0,-1 0 0 0 0,1 0 1 0 0,0 1-1 0 0,-1-1 0 0 0,1 1 1 0 0,0-1-1 0 0,0 1 0 0 0,0-1 0 0 0,0 1 1 0 0,0-1-1 0 0,0 1 0 0 0,0 0 1 0 0,0 2-1 0 0,1-3 112 0 0,1-1 0 0 0,-1 1 1 0 0,0-1-1 0 0,1 1 0 0 0,-1-1 1 0 0,1 1-1 0 0,-1-1 0 0 0,1 1 0 0 0,-1-1 1 0 0,1 1-1 0 0,-1-1 0 0 0,1 1 1 0 0,-1-1-1 0 0,1 0 0 0 0,-1 1 0 0 0,1-1 1 0 0,0 0-1 0 0,-1 0 0 0 0,1 1 1 0 0,0-1-1 0 0,-1 0 0 0 0,1 0 0 0 0,0 0 1 0 0,-1 0-1 0 0,1 0 0 0 0,0 0 1 0 0,-1 0-1 0 0,2 0 0 0 0,23 1 1194 0 0,-25-1-1132 0 0,39-1 3482 0 0,47-8 0 0 0,40-12-217 0 0,2-1-1880 0 0,282-7-91 0 0,-120 14-766 0 0,-88 3 119 0 0,85-9-1224 0 0,-237 12-4965 0 0,-28 6-224 0 0</inkml:trace>
</inkml:ink>
</file>

<file path=ppt/ink/ink2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1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6913 0 0,'0'0'529'0'0,"31"-2"4074"0"0,-26 2-4473 0 0,-1-1 0 0 0,1 1 0 0 0,0 0 0 0 0,0 0 0 0 0,-1 0 0 0 0,1 1 0 0 0,0-1 0 0 0,-1 1 0 0 0,1 0 0 0 0,-1 1 0 0 0,1-1 0 0 0,-1 1 0 0 0,0 0 0 0 0,1 0 0 0 0,-1 0 0 0 0,0 1 0 0 0,0-1 0 0 0,-1 1 0 0 0,1 0 0 0 0,0 0 0 0 0,-1 0 0 0 0,0 1 0 0 0,0-1 0 0 0,0 1 0 0 0,0 0 0 0 0,0 0 0 0 0,-1 0 0 0 0,1 0 0 0 0,-1 0 0 0 0,-1 0 0 0 0,1 1 0 0 0,0-1 0 0 0,-1 1 0 0 0,0-1 0 0 0,1 6 0 0 0,2 60 1043 0 0,-6 98 0 0 0,0-17-992 0 0,3 16-173 0 0,3 88-27 0 0,1-180 89 0 0,20 104-1 0 0,-15-132-28 0 0,-2-1 0 0 0,-2 2 0 0 0,-2-1 0 0 0,-2 1 0 0 0,-5 50 0 0 0,0-47-434 0 0,1 0 1 0 0,3 0-1 0 0,9 61 1 0 0,-10-111 321 0 0,0-1 0 0 0,0 1 1 0 0,0 0-1 0 0,0 0 0 0 0,0 0 0 0 0,1 0 1 0 0,-1-1-1 0 0,0 1 0 0 0,0 0 1 0 0,1 0-1 0 0,-1 0 0 0 0,1-1 0 0 0,-1 1 1 0 0,1 0-1 0 0,-1-1 0 0 0,1 1 0 0 0,-1 0 1 0 0,1-1-1 0 0,0 1 0 0 0,-1-1 1 0 0,1 1-1 0 0,0-1 0 0 0,-1 1 0 0 0,1-1 1 0 0,0 1-1 0 0,0-1 0 0 0,-1 0 0 0 0,2 1 1 0 0,3-2-740 0 0</inkml:trace>
</inkml:ink>
</file>

<file path=ppt/ink/ink2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7370 0 0,'4'-1'373'0'0,"0"0"-1"0"0,0 0 1 0 0,1 1 0 0 0,-1-1 0 0 0,0 1 0 0 0,1 0 0 0 0,-1 0 0 0 0,5 1 0 0 0,3-1-437 0 0,26-1-1359 0 0,-1 1 0 0 0,40 5 0 0 0,-15 7 3153 0 0,-61-12-1670 0 0,1 0-1 0 0,0 0 1 0 0,-1 0 0 0 0,1 1-1 0 0,0-1 1 0 0,-1 1 0 0 0,1-1-1 0 0,-1 1 1 0 0,1 0-1 0 0,-1 0 1 0 0,1 0 0 0 0,-1-1-1 0 0,0 1 1 0 0,1 1 0 0 0,-1-1-1 0 0,0 0 1 0 0,0 0-1 0 0,0 0 1 0 0,1 1 0 0 0,-2-1-1 0 0,1 0 1 0 0,0 1 0 0 0,0-1-1 0 0,0 1 1 0 0,0-1 0 0 0,-1 1-1 0 0,1 0 1 0 0,-1-1-1 0 0,1 1 1 0 0,-1-1 0 0 0,0 4-1 0 0,0-1-97 0 0,-1 0 0 0 0,0-1 1 0 0,-1 1-1 0 0,1 0 0 0 0,-1 0 0 0 0,1-1 0 0 0,-1 1 0 0 0,0-1 0 0 0,0 1 0 0 0,-1-1 0 0 0,1 0 0 0 0,-5 5 0 0 0,-28 28-531 0 0,-43 35 1 0 0,-3 3 2097 0 0,79-72-1425 0 0,0 0 0 0 0,0 0-1 0 0,0 0 1 0 0,1 0 0 0 0,-1 0 0 0 0,1 0 0 0 0,0 1-1 0 0,-2 4 1 0 0,2-7-61 0 0,1 1 1 0 0,0 0-1 0 0,0 0 0 0 0,0-1 1 0 0,0 1-1 0 0,-1 0 0 0 0,1 0 1 0 0,1 0-1 0 0,-1-1 0 0 0,0 1 0 0 0,0 0 1 0 0,0 0-1 0 0,0-1 0 0 0,0 1 1 0 0,1 0-1 0 0,-1 0 0 0 0,0-1 1 0 0,1 1-1 0 0,-1 0 0 0 0,1 1 1 0 0,1-1-9 0 0,0 1 1 0 0,0 0-1 0 0,1-1 1 0 0,-1 0-1 0 0,0 1 0 0 0,1-1 1 0 0,-1 0-1 0 0,1 0 1 0 0,-1 0-1 0 0,1-1 1 0 0,0 1-1 0 0,-1-1 1 0 0,1 1-1 0 0,-1-1 1 0 0,6 0-1 0 0,13 0 641 0 0,38-4 0 0 0,-40 1-82 0 0,-1 2 0 0 0,35 1 0 0 0,-52 0-579 0 0,0 0-1 0 0,0 0 0 0 0,0 0 1 0 0,0 0-1 0 0,0 0 0 0 0,1 0 1 0 0,-1 1-1 0 0,0-1 1 0 0,0 0-1 0 0,0 1 0 0 0,0-1 1 0 0,0 1-1 0 0,0-1 0 0 0,0 1 1 0 0,0-1-1 0 0,0 1 0 0 0,0 0 1 0 0,0 0-1 0 0,-1-1 1 0 0,1 1-1 0 0,0 0 0 0 0,1 2 1 0 0,-2-2-22 0 0,0 0 0 0 0,0 0 0 0 0,0 0 0 0 0,0 0 0 0 0,0 0 1 0 0,0 0-1 0 0,0 0 0 0 0,0 0 0 0 0,0 0 0 0 0,-1 1 0 0 0,1-1 0 0 0,0 0 1 0 0,-1 0-1 0 0,1 0 0 0 0,-1 0 0 0 0,1 0 0 0 0,-1 0 0 0 0,-1 1 0 0 0,-5 7-44 0 0,0 0-1 0 0,-1-1 1 0 0,-14 12-1 0 0,14-13 270 0 0,-1 1-138 0 0,-1 0 188 0 0,1 1-1 0 0,0 1 1 0 0,-14 17 0 0 0,22-25-242 0 0,-1 0 0 0 0,1 0 1 0 0,0-1-1 0 0,0 1 0 0 0,0 0 1 0 0,0 0-1 0 0,0 0 0 0 0,0 0 1 0 0,1 0-1 0 0,-1 1 0 0 0,1-1 1 0 0,-1 0-1 0 0,1 0 0 0 0,0 0 1 0 0,0 0-1 0 0,0 1 0 0 0,0-1 1 0 0,0 0-1 0 0,0 0 0 0 0,0 0 1 0 0,1 0-1 0 0,0 1 0 0 0,-1-1 1 0 0,1 0-1 0 0,0 0 0 0 0,0 0 1 0 0,0 0-1 0 0,0 0 0 0 0,2 2 1 0 0,1 0-43 0 0,0 0 0 0 0,1-1 0 0 0,0 0 0 0 0,-1 0 0 0 0,1 0 0 0 0,0-1 0 0 0,1 1 0 0 0,-1-1 0 0 0,0 0 0 0 0,1-1 0 0 0,-1 1 0 0 0,1-1 0 0 0,-1 0 0 0 0,1-1-1 0 0,-1 1 1 0 0,8-1 0 0 0,-6 0 0 0 0,0 1 1 0 0,0 0-1 0 0,1 0 0 0 0,-1 0 0 0 0,0 1 0 0 0,0 0 0 0 0,0 1 0 0 0,12 6 0 0 0,-18-9 10 0 0,-1 1-1 0 0,0-1 1 0 0,0 1 0 0 0,0-1 0 0 0,1 1 0 0 0,-1-1 0 0 0,0 1 0 0 0,0-1-1 0 0,0 1 1 0 0,0-1 0 0 0,0 1 0 0 0,0-1 0 0 0,0 1 0 0 0,0-1-1 0 0,0 1 1 0 0,0-1 0 0 0,0 1 0 0 0,-1-1 0 0 0,1 1 0 0 0,0-1 0 0 0,0 0-1 0 0,0 1 1 0 0,-1-1 0 0 0,1 1 0 0 0,0-1 0 0 0,0 1 0 0 0,-1-1 0 0 0,1 0-1 0 0,0 1 1 0 0,-1-1 0 0 0,1 0 0 0 0,-1 1 0 0 0,1-1 0 0 0,0 0 0 0 0,-1 1-1 0 0,1-1 1 0 0,-1 0 0 0 0,1 0 0 0 0,-1 1 0 0 0,-25 18-444 0 0,17-13 353 0 0,8-5 60 0 0,0 0-1 0 0,0-1 0 0 0,0 1 0 0 0,0 0 0 0 0,0 1 0 0 0,0-1 0 0 0,0 0 1 0 0,0 0-1 0 0,0 0 0 0 0,0 0 0 0 0,1 1 0 0 0,-1-1 0 0 0,1 0 0 0 0,-1 1 0 0 0,0 1 1 0 0,1-2-20 0 0,0 0 0 0 0,0-1 0 0 0,0 1 1 0 0,0 0-1 0 0,1-1 0 0 0,-1 1 1 0 0,0-1-1 0 0,0 1 0 0 0,1 0 0 0 0,-1-1 1 0 0,0 1-1 0 0,1-1 0 0 0,-1 1 0 0 0,0-1 1 0 0,1 1-1 0 0,-1-1 0 0 0,1 1 1 0 0,-1-1-1 0 0,1 1 0 0 0,-1-1 0 0 0,1 1 1 0 0,-1-1-1 0 0,2 1 0 0 0,4 2-318 0 0,0-1 0 0 0,0 0-1 0 0,0 0 1 0 0,0 0 0 0 0,10 1-1 0 0,-12-2 347 0 0,16 3 340 0 0,-13-2 265 0 0,1 0-1 0 0,0 0 1 0 0,0-1 0 0 0,-1 0 0 0 0,1-1-1 0 0,0 0 1 0 0,0 0 0 0 0,13-2 0 0 0,-11-4-40 0 0</inkml:trace>
</inkml:ink>
</file>

<file path=ppt/ink/ink2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 11522 0 0,'-1'0'382'0'0,"0"0"-1"0"0,0 0 1 0 0,0 1-1 0 0,0-1 1 0 0,0 0-1 0 0,-7 5 3053 0 0,7-3-3053 0 0,-21 28-3063 0 0,12-16 997 0 0,0 2 2825 0 0,0 0 0 0 0,1 0 0 0 0,1 1 0 0 0,0 0 0 0 0,-6 24 1 0 0,4-14-1149 0 0,4-10 56 0 0,1-1 0 0 0,1 1 0 0 0,1 0 0 0 0,-2 32 0 0 0,4 74 720 0 0,2-68-519 0 0,20 266-223 0 0,26-2 180 0 0,-29-207-158 0 0,-10-39 4 0 0,-4 143 0 0 0,1 11 4 0 0,0-177-897 0 0,4 50-4996 0 0</inkml:trace>
</inkml:ink>
</file>

<file path=ppt/ink/ink2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6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951 1006 3225 0 0,'3'-19'1347'0'0,"-2"18"-1196"0"0,-1-1 1 0 0,1 1 0 0 0,-1-1-1 0 0,0 1 1 0 0,1 0-1 0 0,-1-1 1 0 0,0 1 0 0 0,0-1-1 0 0,0 1 1 0 0,0-1 0 0 0,0 1-1 0 0,-1-3 1 0 0,0 3-41 0 0,0 1 0 0 0,0-1 1 0 0,1 0-1 0 0,-1 1 0 0 0,0-1 0 0 0,0 1 0 0 0,0 0 1 0 0,0-1-1 0 0,0 1 0 0 0,0 0 0 0 0,0-1 0 0 0,0 1 1 0 0,0 0-1 0 0,0 0 0 0 0,0 0 0 0 0,0 0 0 0 0,0 0 0 0 0,0 0 1 0 0,0 0-1 0 0,0 0 0 0 0,0 0 0 0 0,0 1 0 0 0,0-1 1 0 0,1 0-1 0 0,-3 1 0 0 0,0 0 200 0 0,1-1 0 0 0,-1 1 0 0 0,1-1 0 0 0,-1 0 0 0 0,0 0 0 0 0,1 0 0 0 0,-1-1 0 0 0,1 1 0 0 0,-1-1 0 0 0,1 1 0 0 0,-1-1 0 0 0,1 0 0 0 0,-1 0 0 0 0,1 0 0 0 0,0 0 0 0 0,-1 0 1 0 0,1-1-1 0 0,-3-1 0 0 0,-2-4 521 0 0,0 1 1 0 0,1-1 0 0 0,-11-14 0 0 0,12 14-689 0 0,-1 0 0 0 0,1 0 1 0 0,-1 1-1 0 0,0 0 0 0 0,-9-6 0 0 0,-26-18 86 0 0,0-2 0 0 0,2-2 1 0 0,2-1-1 0 0,1-3 0 0 0,2 0 0 0 0,-48-70 0 0 0,5 0 138 0 0,-5 4-1 0 0,-4 4 0 0 0,-122-111 1 0 0,172 185-3177 0 0</inkml:trace>
</inkml:ink>
</file>

<file path=ppt/ink/ink2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7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1845 10 10594 0 0,'0'-1'17'0'0,"0"1"0"0"0,-1-1 0 0 0,1 1 0 0 0,0-1 0 0 0,0 1 1 0 0,0-1-1 0 0,-1 1 0 0 0,1-1 0 0 0,0 1 0 0 0,-1 0 0 0 0,1-1 0 0 0,-1 1 0 0 0,1-1 0 0 0,0 1 0 0 0,-1 0 0 0 0,1-1 0 0 0,-1 1 0 0 0,1 0 0 0 0,-1-1 0 0 0,1 1 0 0 0,-1 0 0 0 0,1 0 0 0 0,-1 0 0 0 0,1 0 0 0 0,-1-1 0 0 0,1 1 0 0 0,-1 0 0 0 0,0 0 0 0 0,1 0 0 0 0,-1 0 1 0 0,1 0-1 0 0,-1 0 0 0 0,1 0 0 0 0,-1 0 0 0 0,1 0 0 0 0,-1 1 0 0 0,1-1 0 0 0,-2 0 0 0 0,-20 6-95 0 0,7 1 71 0 0,1 1 0 0 0,0 1 0 0 0,0 0-1 0 0,1 1 1 0 0,0 0 0 0 0,1 1 0 0 0,-15 17 0 0 0,-72 95 1525 0 0,77-93-1373 0 0,-512 604 1572 0 0,498-593-1714 0 0,-344 342 313 0 0,212-222 348 0 0,-36 22 454 0 0,159-147-1210 0 0,-2-3 0 0 0,-89 47 0 0 0,125-74-1232 0 0</inkml:trace>
</inkml:ink>
</file>

<file path=ppt/ink/ink2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77 210 920 0 0,'1'-1'26'0'0,"0"1"0"0"0,-1 0 0 0 0,1-1-1 0 0,0 1 1 0 0,0 0 0 0 0,0-1 0 0 0,-1 1 0 0 0,1-1-1 0 0,0 1 1 0 0,-1-1 0 0 0,1 1 0 0 0,0-1 0 0 0,-1 0-1 0 0,1 1 1 0 0,-1-1 0 0 0,1 0 0 0 0,-1 1-1 0 0,1-1 1 0 0,-1 0 0 0 0,1 0 0 0 0,-1 0 0 0 0,0 1-1 0 0,1-2 1 0 0,-1 1 46 0 0,-1 0-1 0 0,1 0 0 0 0,0 1 1 0 0,-1-1-1 0 0,1 0 1 0 0,0 1-1 0 0,-1-1 0 0 0,1 1 1 0 0,-1-1-1 0 0,1 1 0 0 0,-1-1 1 0 0,1 1-1 0 0,-1-1 1 0 0,0 1-1 0 0,1-1 0 0 0,-1 1 1 0 0,1-1-1 0 0,-1 1 1 0 0,0 0-1 0 0,-1-1 0 0 0,-2-1 252 0 0,0 1 1 0 0,-1 0-1 0 0,1 0 0 0 0,0 0 0 0 0,-1 0 0 0 0,1 0 1 0 0,-9 1-1 0 0,11 0-305 0 0,0 1 0 0 0,0-1 0 0 0,1 0 0 0 0,-1 0 0 0 0,0 0 0 0 0,0 0 0 0 0,1 0 0 0 0,-1 0 0 0 0,0-1 0 0 0,0 1 0 0 0,1-1 0 0 0,-1 1 0 0 0,0-1 0 0 0,1 0 0 0 0,-3 0 0 0 0,3 0 16 0 0,1 1 1 0 0,-1-1-1 0 0,1 1 0 0 0,-1-1 1 0 0,1 0-1 0 0,-1 1 1 0 0,1-1-1 0 0,0 0 0 0 0,-1 1 1 0 0,1-1-1 0 0,0 0 1 0 0,-1 0-1 0 0,1 1 0 0 0,0-1 1 0 0,0 0-1 0 0,0 0 1 0 0,0 0-1 0 0,0 1 0 0 0,0-1 1 0 0,0 0-1 0 0,0 0 1 0 0,0 1-1 0 0,0-3 0 0 0,1 0 165 0 0,0-1-1 0 0,1 1 0 0 0,-1-1 0 0 0,1 1 0 0 0,0-1 1 0 0,0 1-1 0 0,0 0 0 0 0,0 0 0 0 0,0 0 0 0 0,1 0 1 0 0,-1 0-1 0 0,5-3 0 0 0,7-5 74 0 0,0 2 1 0 0,0 0-1 0 0,1 0 1 0 0,0 1-1 0 0,0 1 1 0 0,1 1-1 0 0,18-6 1 0 0,3 2-111 0 0,0 2 1 0 0,42-5-1 0 0,-63 11-18 0 0,0 0-1 0 0,0 2 0 0 0,0-1 0 0 0,0 2 1 0 0,23 3-1 0 0,-35-3-110 0 0,-1 0 1 0 0,1-1-1 0 0,-1 1 0 0 0,1 1 1 0 0,-1-1-1 0 0,0 0 0 0 0,0 1 0 0 0,0-1 1 0 0,0 1-1 0 0,0 0 0 0 0,0 0 1 0 0,0 0-1 0 0,-1 1 0 0 0,1-1 1 0 0,-1 1-1 0 0,1-1 0 0 0,-1 1 1 0 0,0 0-1 0 0,0 0 0 0 0,0 0 1 0 0,0 0-1 0 0,-1 0 0 0 0,1 0 0 0 0,-1 0 1 0 0,0 1-1 0 0,0-1 0 0 0,0 1 1 0 0,0-1-1 0 0,-1 1 0 0 0,0-1 1 0 0,1 5-1 0 0,-2 9 23 0 0,0 0 0 0 0,-1 0-1 0 0,0 0 1 0 0,-2 0 0 0 0,0 0 0 0 0,-1-1 0 0 0,0 1 0 0 0,-1-1-1 0 0,-1-1 1 0 0,-17 30 0 0 0,8-21 35 0 0,0 0 0 0 0,-2-1 0 0 0,0 0 0 0 0,-2-2 0 0 0,-36 33 0 0 0,38-42-88 0 0,16-12-6 0 0,11-8-9 0 0,3-2-216 0 0,1 1 0 0 0,0 1 0 0 0,1 0 1 0 0,0 1-1 0 0,0 0 0 0 0,0 2 0 0 0,1-1 0 0 0,0 2 0 0 0,0 0 0 0 0,27-4 0 0 0,-16 5 183 0 0,1 0-1 0 0,-1 2 1 0 0,1 2 0 0 0,-1 0-1 0 0,42 7 1 0 0,-44-3 231 0 0,1 1 1 0 0,41 16-1 0 0,-60-20-114 0 0,0 0 0 0 0,0 1-1 0 0,0 0 1 0 0,0 1 0 0 0,0-1-1 0 0,-1 1 1 0 0,1 0-1 0 0,-1 0 1 0 0,0 1 0 0 0,0 0-1 0 0,-1-1 1 0 0,1 2 0 0 0,-1-1-1 0 0,0 0 1 0 0,5 11 0 0 0,-8-12 1 0 0,0-1 1 0 0,0 1 0 0 0,0-1-1 0 0,0 1 1 0 0,-1-1 0 0 0,1 1 0 0 0,-1 0-1 0 0,0-1 1 0 0,0 1 0 0 0,-1 0-1 0 0,1-1 1 0 0,-1 1 0 0 0,0-1-1 0 0,-1 7 1 0 0,-1-3 52 0 0,-1 0 0 0 0,1 0-1 0 0,-1 0 1 0 0,0-1 0 0 0,0 1 0 0 0,-9 8 0 0 0,-3 2 33 0 0,-1-1 1 0 0,-1-1 0 0 0,-31 21-1 0 0,-12 2-920 0 0,18-22-2907 0 0</inkml:trace>
</inkml:ink>
</file>

<file path=ppt/ink/ink2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2 13827 0 0,'-1'0'9'0'0,"1"-1"1"0"0,-1 1-1 0 0,0 0 0 0 0,0 0 1 0 0,1 0-1 0 0,-1 0 0 0 0,0 0 1 0 0,0 0-1 0 0,1 0 0 0 0,-1 0 1 0 0,0 0-1 0 0,0 0 0 0 0,1 0 1 0 0,-1 1-1 0 0,0-1 0 0 0,0 0 1 0 0,1 0-1 0 0,-1 1 0 0 0,0-1 1 0 0,1 0-1 0 0,-1 1 0 0 0,0-1 1 0 0,1 1-1 0 0,-1-1 0 0 0,1 1 1 0 0,-1-1-1 0 0,1 1 0 0 0,-1-1 1 0 0,1 1-1 0 0,-1 0 0 0 0,1-1 1 0 0,-1 1-1 0 0,1 0 0 0 0,-1 0 1 0 0,-23 33-313 0 0,15-21 815 0 0,4-6-643 0 0,-20 28-1498 0 0,24-35 1546 0 0,1 1 1 0 0,-1 0-1 0 0,0-1 0 0 0,1 1 0 0 0,0 0 1 0 0,-1-1-1 0 0,1 1 0 0 0,-1 0 0 0 0,1 0 1 0 0,0-1-1 0 0,-1 1 0 0 0,1 0 1 0 0,0 0-1 0 0,0 0 0 0 0,0 0 0 0 0,0-1 1 0 0,0 1-1 0 0,0 0 0 0 0,0 0 0 0 0,0 0 1 0 0,0 0-1 0 0,0-1 0 0 0,0 1 1 0 0,0 0-1 0 0,1 0 0 0 0,-1 0 0 0 0,0 0 1 0 0,0-1-1 0 0,1 1 0 0 0,-1 0 0 0 0,1 0 1 0 0,-1-1-1 0 0,1 1 0 0 0,-1 0 0 0 0,1-1 1 0 0,0 2-1 0 0,5-3 74 0 0,-1-6 62 0 0</inkml:trace>
</inkml:ink>
</file>

<file path=ppt/ink/ink2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22 163 2761 0 0,'-2'-1'182'0'0,"1"0"1"0"0,-1 0-1 0 0,1 0 0 0 0,-1 1 1 0 0,0-1-1 0 0,1-1 1 0 0,0 1-1 0 0,-1 0 1 0 0,1 0-1 0 0,0 0 1 0 0,-1-1-1 0 0,0-1 1 0 0,1 2-155 0 0,1-1 1 0 0,0 1 0 0 0,0 0 0 0 0,0 0-1 0 0,0-1 1 0 0,0 1 0 0 0,0 0-1 0 0,0 0 1 0 0,0-1 0 0 0,0 1 0 0 0,0 0-1 0 0,1 0 1 0 0,-1-1 0 0 0,0 1 0 0 0,1 0-1 0 0,-1 0 1 0 0,1 0 0 0 0,-1 0-1 0 0,1 0 1 0 0,1-2 0 0 0,2-2 91 0 0,0-1 0 0 0,0 0 1 0 0,1 1-1 0 0,0 0 0 0 0,0 0 0 0 0,1 1 1 0 0,-1 0-1 0 0,1-1 0 0 0,12-5 0 0 0,1 0 893 0 0,40-15-1 0 0,-36 17-51 0 0,36-8-1 0 0,-52 14-852 0 0,1 1-1 0 0,0 0 1 0 0,0 0-1 0 0,-1 1 1 0 0,1 0-1 0 0,0 0 1 0 0,0 1-1 0 0,15 3 1 0 0,-22-4-94 0 0,1 1 0 0 0,-1 0 0 0 0,0-1-1 0 0,1 1 1 0 0,-1 0 0 0 0,1 0 0 0 0,-1-1 0 0 0,0 1 0 0 0,0 0 0 0 0,0 0 0 0 0,1 1 0 0 0,-1-1 0 0 0,0 0-1 0 0,0 0 1 0 0,0 0 0 0 0,-1 1 0 0 0,1-1 0 0 0,0 1 0 0 0,0-1 0 0 0,0 2 0 0 0,0 1 7 0 0,0 0 1 0 0,0 0 0 0 0,-1 0 0 0 0,1 0-1 0 0,-1 0 1 0 0,0 0 0 0 0,0-1-1 0 0,-1 6 1 0 0,-2 6 49 0 0,0 0 0 0 0,-1 0 1 0 0,-6 15-1 0 0,10-29-66 0 0,-33 70 479 0 0,25-57-426 0 0,1 1-1 0 0,0 1 1 0 0,1-1 0 0 0,0 1-1 0 0,-4 22 1 0 0,10-38-63 0 0,0 1 0 0 0,0-1 0 0 0,1 1 0 0 0,-1-1 1 0 0,0 1-1 0 0,0-1 0 0 0,0 1 0 0 0,0-1 0 0 0,1 1 0 0 0,-1-1 0 0 0,0 0 1 0 0,0 1-1 0 0,1-1 0 0 0,-1 1 0 0 0,0-1 0 0 0,0 0 0 0 0,1 1 0 0 0,-1-1 0 0 0,1 0 1 0 0,-1 1-1 0 0,0-1 0 0 0,1 0 0 0 0,-1 0 0 0 0,1 1 0 0 0,-1-1 0 0 0,0 0 1 0 0,1 0-1 0 0,-1 0 0 0 0,1 0 0 0 0,-1 0 0 0 0,1 0 0 0 0,-1 1 0 0 0,1-1 1 0 0,-1 0-1 0 0,1 0 0 0 0,-1 0 0 0 0,1 0 0 0 0,-1-1 0 0 0,1 1 0 0 0,-1 0 0 0 0,1 0 1 0 0,0 0-1 0 0,27-5-551 0 0,-23 3 393 0 0,1 1 95 0 0,0 0 1 0 0,0 0-1 0 0,0 1 1 0 0,0-1-1 0 0,0 1 1 0 0,0 0-1 0 0,0 1 1 0 0,0-1-1 0 0,0 1 1 0 0,0 1-1 0 0,7 2 1 0 0,-11-3 75 0 0,1 0-1 0 0,-1 0 1 0 0,0 1 0 0 0,0-1 0 0 0,0 1 0 0 0,0 0-1 0 0,0-1 1 0 0,0 1 0 0 0,0 0 0 0 0,-1 0-1 0 0,1 0 1 0 0,-1 1 0 0 0,1-1 0 0 0,-1 0 0 0 0,0 1-1 0 0,0-1 1 0 0,0 0 0 0 0,0 1 0 0 0,0-1 0 0 0,0 1-1 0 0,-1-1 1 0 0,1 1 0 0 0,-1 0 0 0 0,0-1-1 0 0,0 1 1 0 0,0 0 0 0 0,0-1 0 0 0,-1 4 0 0 0,0 5 87 0 0,-1-1 0 0 0,0 1 0 0 0,0-1 1 0 0,-1 0-1 0 0,-1 0 0 0 0,0 0 1 0 0,0 0-1 0 0,-1 0 0 0 0,0-1 0 0 0,0 0 1 0 0,-1 0-1 0 0,-1 0 0 0 0,1-1 0 0 0,-1 0 1 0 0,-1 0-1 0 0,0 0 0 0 0,-14 10 1 0 0,7-10-2142 0 0</inkml:trace>
</inkml:ink>
</file>

<file path=ppt/ink/ink2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0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0 395 10138 0 0,'37'13'399'0'0,"19"21"-486"0"0,-10-4 1100 0 0,1-3 0 0 0,2-1 0 0 0,1-2 0 0 0,65 21 0 0 0,-113-44-980 0 0,0-1-1 0 0,0 1 0 0 0,0 0 1 0 0,1-1-1 0 0,-1 1 0 0 0,0-1 1 0 0,0 0-1 0 0,1 0 1 0 0,-1 0-1 0 0,0 0 0 0 0,1 0 1 0 0,-1 0-1 0 0,0 0 0 0 0,0-1 1 0 0,1 1-1 0 0,-1-1 0 0 0,0 0 1 0 0,0 0-1 0 0,0 0 1 0 0,0 0-1 0 0,0 0 0 0 0,0 0 1 0 0,0 0-1 0 0,0-1 0 0 0,0 1 1 0 0,0-1-1 0 0,-1 1 0 0 0,1-1 1 0 0,-1 0-1 0 0,1 0 0 0 0,-1 1 1 0 0,1-1-1 0 0,-1 0 1 0 0,0 0-1 0 0,0 0 0 0 0,0-1 1 0 0,0 1-1 0 0,-1 0 0 0 0,1 0 1 0 0,-1 0-1 0 0,1-4 0 0 0,2-11 182 0 0,-1 1 0 0 0,-1-1 0 0 0,-1 0 0 0 0,-3-29-1 0 0,2 25 104 0 0,-26-187 1503 0 0,22 181-1677 0 0,2 12-313 0 0,1 0 1 0 0,0 0-1 0 0,1 1 1 0 0,0-2-1 0 0,2 1 1 0 0,-1 0-1 0 0,2 1 1 0 0,5-24-1 0 0,0 23-669 0 0,3 5-7 0 0</inkml:trace>
</inkml:ink>
</file>

<file path=ppt/ink/ink2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17972 0 0,'0'1'18'0'0,"0"-1"1"0"0,0 1-1 0 0,0-1 1 0 0,0 1 0 0 0,0-1-1 0 0,0 1 1 0 0,0-1-1 0 0,0 0 1 0 0,0 1-1 0 0,0-1 1 0 0,0 1-1 0 0,0-1 1 0 0,0 1-1 0 0,1-1 1 0 0,-1 1 0 0 0,0-1-1 0 0,0 1 1 0 0,1-1-1 0 0,-1 0 1 0 0,0 1-1 0 0,1-1 1 0 0,-1 1-1 0 0,0-1 1 0 0,1 0-1 0 0,-1 1 1 0 0,0-1 0 0 0,1 0-1 0 0,-1 0 1 0 0,1 1-1 0 0,-1-1 1 0 0,1 0-1 0 0,-1 0 1 0 0,0 0-1 0 0,1 1 1 0 0,0-1-1 0 0,19 10-1319 0 0,6 0 729 0 0,1-2-1 0 0,52 10 0 0 0,12 3 364 0 0,173 70 2850 0 0,-209-67-1713 0 0,-1 2 0 0 0,84 54 0 0 0,92 94 29 0 0,3 1-1087 0 0,-192-148-116 0 0,1-2 0 0 0,75 32 0 0 0,-90-46 62 0 0,1-2-1 0 0,0 0 1 0 0,0-2 0 0 0,0-1-1 0 0,54 4 1 0 0,-64-10-1538 0 0</inkml:trace>
</inkml:ink>
</file>

<file path=ppt/ink/ink2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879 0 11979 0 0,'-2'1'118'0'0,"0"-1"0"0"0,1 1 0 0 0,-1-1 0 0 0,0 1 0 0 0,1 0 0 0 0,-1 0 0 0 0,0 0 0 0 0,1 0 0 0 0,-1 0 0 0 0,1 0 0 0 0,0 0 0 0 0,-1 0 0 0 0,1 0 0 0 0,0 1 0 0 0,0-1 0 0 0,0 1 0 0 0,0-1 0 0 0,-2 3 0 0 0,-20 36-957 0 0,15-24 864 0 0,-152 227-993 0 0,55-90 1783 0 0,-166 280 2870 0 0,13 8-4549 0 0,250-425 868 0 0,-9 12-666 0 0</inkml:trace>
</inkml:ink>
</file>

<file path=ppt/ink/ink2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2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524 25 2761 0 0,'-42'-18'249'0'0,"30"12"-221"0"0,11 6-60 0 0,15 28 4974 0 0,29 57 701 0 0,-28-52-5269 0 0,2-2 0 0 0,1 1 0 0 0,1-2 0 0 0,30 35 0 0 0,-11-27-162 0 0,2-1 1 0 0,2-2 0 0 0,1-2-1 0 0,1-2 1 0 0,88 46 0 0 0,-113-71-569 0 0,-15-6 347 0 0,-13-4 10 0 0,4 2-71 0 0,-1 1 0 0 0,0 0 1 0 0,1 0-1 0 0,-1 1 0 0 0,0-1 1 0 0,0 1-1 0 0,1 0 0 0 0,-1 1 0 0 0,0-1 1 0 0,1 1-1 0 0,-10 3 0 0 0,-64 23-923 0 0,62-21 933 0 0,-550 226 4422 0 0,494-202-3668 0 0,-27 11-1342 0 0,35-7-3349 0 0,46-23-1559 0 0</inkml:trace>
</inkml:ink>
</file>

<file path=ppt/ink/ink2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3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448 73 2761 0 0,'-8'-32'2167'0'0,"8"29"-2020"0"0,0 0-1 0 0,0 0 1 0 0,-1 0-1 0 0,1 0 1 0 0,-1 0 0 0 0,0 0-1 0 0,0 0 1 0 0,0 0-1 0 0,-1 0 1 0 0,1 0-1 0 0,-3-4 1 0 0,3 7-73 0 0,0 0 0 0 0,-1 0 0 0 0,1-1 1 0 0,0 1-1 0 0,0 0 0 0 0,-1 0 0 0 0,1 0 0 0 0,0 0 0 0 0,-1 0 1 0 0,1 0-1 0 0,0 1 0 0 0,0-1 0 0 0,0 0 0 0 0,-1 1 1 0 0,1-1-1 0 0,0 1 0 0 0,0-1 0 0 0,-2 2 0 0 0,-26 13 2054 0 0,27-14-1883 0 0,-12 8 42 0 0,-1 1 1 0 0,2 0-1 0 0,-1 1 0 0 0,2 1 1 0 0,-1 0-1 0 0,2 1 1 0 0,-14 17-1 0 0,-64 106 303 0 0,77-115-272 0 0,-7 9-49 0 0,-11 19 621 0 0,-44 95 0 0 0,68-130-766 0 0,1 0 0 0 0,0 0 1 0 0,1 0-1 0 0,1 1 0 0 0,0-1 0 0 0,1 1 0 0 0,0 0 0 0 0,2 0 0 0 0,-1-1 0 0 0,2 1 0 0 0,0 0 0 0 0,4 20 0 0 0,-2-26-108 0 0,0 0-1 0 0,0 0 1 0 0,1 0-1 0 0,1-1 1 0 0,0 1-1 0 0,0-1 0 0 0,0 0 1 0 0,1-1-1 0 0,0 1 1 0 0,0-1-1 0 0,1 0 1 0 0,0-1-1 0 0,0 1 0 0 0,1-1 1 0 0,0-1-1 0 0,0 0 1 0 0,0 0-1 0 0,1 0 1 0 0,10 3-1 0 0,-11-4-31 0 0,1-1 0 0 0,0 0 0 0 0,1 0 0 0 0,-1-1 0 0 0,0 0-1 0 0,1-1 1 0 0,-1 0 0 0 0,1-1 0 0 0,-1 0 0 0 0,1 0 0 0 0,-1-1 0 0 0,1 0 0 0 0,-1-1 0 0 0,1 0 0 0 0,-1 0-1 0 0,0-1 1 0 0,0 0 0 0 0,0 0 0 0 0,11-8 0 0 0,-13 7-252 0 0,-1-1-1 0 0,0 0 1 0 0,0 0-1 0 0,0-1 1 0 0,-1 1-1 0 0,1-1 1 0 0,-2-1 0 0 0,1 1-1 0 0,-1-1 1 0 0,0 1-1 0 0,0-1 1 0 0,0-1-1 0 0,-1 1 1 0 0,0 0-1 0 0,-1-1 1 0 0,0 1 0 0 0,2-11-1 0 0,-3 13 86 0 0,0-1-1 0 0,-1 1 1 0 0,0 0 0 0 0,1 0-1 0 0,-2 0 1 0 0,1 0 0 0 0,-1 0-1 0 0,1 0 1 0 0,-1 0 0 0 0,-1 0-1 0 0,1 0 1 0 0,-1 0-1 0 0,0 0 1 0 0,0 1 0 0 0,0-1-1 0 0,-1 1 1 0 0,1-1 0 0 0,-1 1-1 0 0,0 0 1 0 0,0 0-1 0 0,-1 0 1 0 0,1 0 0 0 0,-1 1-1 0 0,0-1 1 0 0,0 1 0 0 0,0 0-1 0 0,-7-3 1 0 0,7 3 161 0 0,-1 1 0 0 0,1 0 0 0 0,0-1 1 0 0,0 0-1 0 0,0 0 0 0 0,0 0 0 0 0,-5-6 0 0 0,9 8 23 0 0,-1 0-1 0 0,1 1 0 0 0,-1-1 1 0 0,1 0-1 0 0,0 0 1 0 0,-1 0-1 0 0,1 1 0 0 0,0-1 1 0 0,0 0-1 0 0,-1 0 1 0 0,1 0-1 0 0,0 0 0 0 0,0 0 1 0 0,0 1-1 0 0,0-1 1 0 0,0 0-1 0 0,0 0 0 0 0,0 0 1 0 0,1-1-1 0 0,-1 1-2 0 0,1-1 0 0 0,0 0-1 0 0,0 1 1 0 0,0-1 0 0 0,0 1-1 0 0,0 0 1 0 0,0-1 0 0 0,0 1 0 0 0,1 0-1 0 0,-1 0 1 0 0,0-1 0 0 0,1 1-1 0 0,1-1 1 0 0,10-6-202 0 0,0 1 1 0 0,1 0-1 0 0,-1 1 0 0 0,2 0 1 0 0,-1 1-1 0 0,1 1 0 0 0,-1 0 1 0 0,22-2-1 0 0,-15 3 272 0 0,0 1 1 0 0,0 1-1 0 0,0 1 0 0 0,1 1 1 0 0,30 6-1 0 0,-48-7 165 0 0,0 1 0 0 0,-1 0 0 0 0,1 1-1 0 0,0-1 1 0 0,-1 1 0 0 0,1-1 0 0 0,-1 1 0 0 0,1 0-1 0 0,-1 1 1 0 0,0-1 0 0 0,0 0 0 0 0,0 1-1 0 0,0 0 1 0 0,0 0 0 0 0,-1-1 0 0 0,1 2 0 0 0,-1-1-1 0 0,0 0 1 0 0,0 0 0 0 0,0 1 0 0 0,0-1 0 0 0,-1 1-1 0 0,1 0 1 0 0,-1-1 0 0 0,0 1 0 0 0,1 6 0 0 0,1 9 584 0 0,-1 1 0 0 0,0-1 1 0 0,-2 1-1 0 0,-2 24 1 0 0,1-2-496 0 0,1-38-299 0 0,0 29 405 0 0,4 34 0 0 0,-2-57-439 0 0,-1-1 0 0 0,1 1 0 0 0,1-1-1 0 0,-1 0 1 0 0,2 1 0 0 0,-1-2 0 0 0,1 1 0 0 0,7 11-1 0 0,-10-19-110 0 0,-1 0 0 0 0,1-1 1 0 0,-1 1-1 0 0,0-1 0 0 0,1 1 0 0 0,-1-1 0 0 0,1 1 0 0 0,-1-1 0 0 0,1 1 0 0 0,-1-1 0 0 0,1 1 0 0 0,0-1 0 0 0,-1 0 0 0 0,1 1 0 0 0,0-1 0 0 0,-1 0 1 0 0,1 1-1 0 0,0-1 0 0 0,-1 0 0 0 0,1 0 0 0 0,0 0 0 0 0,-1 0 0 0 0,1 0 0 0 0,0 0 0 0 0,-1 0 0 0 0,1 0 0 0 0,1 0 0 0 0</inkml:trace>
</inkml:ink>
</file>

<file path=ppt/ink/ink2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0 16067 0 0,'-1'1'15'0'0,"-1"-1"1"0"0,1 1-1 0 0,0 0 0 0 0,-1 0 0 0 0,1-1 0 0 0,0 1 0 0 0,-1 0 0 0 0,1 0 0 0 0,0 0 0 0 0,0 0 0 0 0,0 0 0 0 0,0 1 0 0 0,0-1 0 0 0,0 0 0 0 0,0 0 0 0 0,0 1 0 0 0,1-1 0 0 0,-1 1 0 0 0,0-1 0 0 0,1 0 0 0 0,-1 1 0 0 0,1-1 0 0 0,0 1 0 0 0,-1 0 0 0 0,1 1 0 0 0,-10 49-2944 0 0,9-45 3028 0 0,-4 40-328 0 0,1 59 0 0 0,7-34 2605 0 0,3 0 1 0 0,30 139-1 0 0,-35-207-2518 0 0,-1 0-189 0 0,1 1-1 0 0,0-1 1 0 0,0 1 0 0 0,1-1-1 0 0,-1 0 1 0 0,1 0 0 0 0,0 1-1 0 0,0-1 1 0 0,5 7 0 0 0,-3-10-1118 0 0</inkml:trace>
</inkml:ink>
</file>

<file path=ppt/ink/ink2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1 165 17972 0 0,'3'3'1185'0'0,"12"8"-4914"0"0,1 0 222 0 0,-6-1 2600 0 0,-1 1-1 0 0,0 0 0 0 0,0 1 1 0 0,-1 0-1 0 0,12 23 1 0 0,22 31 1184 0 0,-20-41 672 0 0,1 0 0 0 0,2-2-1 0 0,0-1 1 0 0,2 0-1 0 0,0-2 1 0 0,1-1-1 0 0,1-2 1 0 0,1 0 0 0 0,0-2-1 0 0,35 11 1 0 0,-57-23-936 0 0,-1-1 0 0 0,1 0 0 0 0,0-1 0 0 0,-1 0 0 0 0,1 0 1 0 0,0 0-1 0 0,0-1 0 0 0,0 0 0 0 0,-1-1 0 0 0,1 0 0 0 0,0 0 1 0 0,0-1-1 0 0,-1 0 0 0 0,1 0 0 0 0,-1 0 0 0 0,0-1 0 0 0,0-1 0 0 0,0 1 1 0 0,0-1-1 0 0,12-9 0 0 0,-11 7-50 0 0,-1 0 1 0 0,0-1-1 0 0,0 0 1 0 0,0-1-1 0 0,-1 1 1 0 0,-1-1-1 0 0,1-1 0 0 0,-1 1 1 0 0,0-1-1 0 0,-1 0 1 0 0,0 0-1 0 0,0 0 1 0 0,-1 0-1 0 0,0-1 0 0 0,-1 1 1 0 0,1-11-1 0 0,1-15 23 0 0,-3 0 0 0 0,-1 0 0 0 0,-1 0 1 0 0,-2 0-1 0 0,-13-61 0 0 0,8 65-2603 0 0,-18-47 0 0 0,18 58-2347 0 0</inkml:trace>
</inkml:ink>
</file>

<file path=ppt/ink/ink2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 6449 0 0,'-2'0'31'0'0,"0"0"-1"0"0,0 0 0 0 0,0 0 0 0 0,0 0 0 0 0,0 0 0 0 0,0 0 1 0 0,0 0-1 0 0,0 1 0 0 0,0-1 0 0 0,0 1 0 0 0,1 0 0 0 0,-1-1 1 0 0,0 1-1 0 0,0 0 0 0 0,1 0 0 0 0,-1 0 0 0 0,0 0 0 0 0,1 1 1 0 0,-1-1-1 0 0,1 0 0 0 0,-1 1 0 0 0,1-1 0 0 0,0 1 1 0 0,0-1-1 0 0,-1 1 0 0 0,1-1 0 0 0,0 1 0 0 0,1 0 0 0 0,-1 0 1 0 0,0 0-1 0 0,-1 3 0 0 0,7 135 4545 0 0,0-74-3456 0 0,3 0-1 0 0,32 124 1 0 0,-31-154-1315 0 0,-6-21-569 0 0,1-1-1 0 0,0 0 0 0 0,1 0 0 0 0,7 15 0 0 0,-7-22-409 0 0</inkml:trace>
</inkml:ink>
</file>

<file path=ppt/ink/ink2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5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32 1840 0 0,'0'-1'54'0'0,"-1"-1"-1"0"0,0 1 1 0 0,1 0-1 0 0,-1-1 1 0 0,1 1-1 0 0,-1-1 1 0 0,1 1-1 0 0,0-1 1 0 0,-1 1-1 0 0,1-1 1 0 0,0 1-1 0 0,0-3 1 0 0,0 3 3 0 0,1 1 0 0 0,-1-1 0 0 0,0 1 0 0 0,0-1 0 0 0,0 1 0 0 0,1-1 0 0 0,-1 1 0 0 0,0-1 0 0 0,0 1 0 0 0,1 0 0 0 0,-1-1 0 0 0,1 1 0 0 0,-1-1 0 0 0,0 1 0 0 0,1 0 0 0 0,-1-1 0 0 0,1 1 0 0 0,-1 0 0 0 0,0 0 0 0 0,1-1 0 0 0,-1 1 0 0 0,1 0 0 0 0,-1 0 0 0 0,2-1 0 0 0,1 1 128 0 0,0 0 1 0 0,0 0-1 0 0,1 0 1 0 0,-1 0-1 0 0,0 0 1 0 0,0 1-1 0 0,1-1 1 0 0,-1 1-1 0 0,0 0 1 0 0,5 2-1 0 0,15 5 444 0 0,0 2 0 0 0,0 0-1 0 0,-1 1 1 0 0,-1 2 0 0 0,0 0-1 0 0,0 1 1 0 0,-1 1 0 0 0,-1 1 0 0 0,20 22-1 0 0,-29-28-278 0 0,-1 1 0 0 0,-1 0-1 0 0,0 1 1 0 0,0 0-1 0 0,-1 0 1 0 0,-1 0 0 0 0,0 1-1 0 0,0 0 1 0 0,-1 0-1 0 0,-1 0 1 0 0,-1 1 0 0 0,0-1-1 0 0,0 1 1 0 0,-1 0-1 0 0,-1 0 1 0 0,0 0 0 0 0,-3 27-1 0 0,-1-26-418 0 0,0 0-1 0 0,0 0 0 0 0,-2 0 0 0 0,0-1 0 0 0,-1 1 0 0 0,0-1 1 0 0,-1-1-1 0 0,0 1 0 0 0,-1-1 0 0 0,-17 20 0 0 0,-31 29-5035 0 0,28-36-353 0 0</inkml:trace>
</inkml:ink>
</file>

<file path=ppt/ink/ink2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1.6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35 63 10594 0 0,'-1'-2'88'0'0,"-1"0"0"0"0,0-1 1 0 0,1 1-1 0 0,-1-1 0 0 0,1 0 0 0 0,0 0 0 0 0,0 1 0 0 0,0-1 0 0 0,-1-5 0 0 0,2 5 226 0 0,-1 0 1 0 0,0 0-1 0 0,0 1 0 0 0,0-1 0 0 0,0 0 0 0 0,0 0 0 0 0,-1 1 0 0 0,1-1 0 0 0,-4-3 0 0 0,4 9-185 0 0,0 0 0 0 0,0-1 0 0 0,0 1 0 0 0,0 0-1 0 0,1 0 1 0 0,-1 0 0 0 0,1 0 0 0 0,-1 4-1 0 0,1-1-87 0 0,0 188 1341 0 0,27 202 0 0 0,-20-328-1400 0 0,-5-40-376 0 0,1 0 1 0 0,1 0-1 0 0,1-1 1 0 0,10 28-1 0 0,-10-46-1195 0 0</inkml:trace>
</inkml:ink>
</file>

<file path=ppt/ink/ink2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2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83 192 3225 0 0,'-9'-5'-128'0'0,"-36"-19"626"0"0,43 23-312 0 0,0-1-1 0 0,-1 1 1 0 0,1-1-1 0 0,1 1 1 0 0,-1-1-1 0 0,0 0 1 0 0,0 1-1 0 0,1-1 0 0 0,-1 0 1 0 0,0 0-1 0 0,1 0 1 0 0,0 0-1 0 0,0-1 1 0 0,0 1-1 0 0,0 0 1 0 0,-1-3-1 0 0,2 3-126 0 0,0 0 0 0 0,0 0 0 0 0,1 1 0 0 0,-1-1 0 0 0,0 0 0 0 0,1 0 0 0 0,0 1 0 0 0,-1-1 0 0 0,1 0 1 0 0,0 1-1 0 0,0-1 0 0 0,0 0 0 0 0,0 1 0 0 0,0 0 0 0 0,0-1 0 0 0,0 1 0 0 0,1-1 0 0 0,-1 1 0 0 0,0 0 0 0 0,1 0 0 0 0,-1 0 0 0 0,1 0 0 0 0,2-1 0 0 0,43-21 100 0 0,-40 20 96 0 0,36-13 179 0 0,1 3 0 0 0,0 1-1 0 0,68-9 1 0 0,-107 20-467 0 0,0 0 0 0 0,0 0 0 0 0,0 1 1 0 0,0 0-1 0 0,0 0 0 0 0,0 0 0 0 0,1 1 0 0 0,-1 0 0 0 0,0 0 0 0 0,0 0 0 0 0,-1 1 0 0 0,9 2 0 0 0,-11-2-28 0 0,1 0-1 0 0,-1-1 1 0 0,0 1 0 0 0,1 0-1 0 0,-1 0 1 0 0,0 0-1 0 0,0 1 1 0 0,-1-1 0 0 0,1 0-1 0 0,0 1 1 0 0,-1-1-1 0 0,1 1 1 0 0,-1 0-1 0 0,0-1 1 0 0,0 1 0 0 0,0 0-1 0 0,0 0 1 0 0,0 0-1 0 0,-1-1 1 0 0,1 1 0 0 0,-1 0-1 0 0,0 6 1 0 0,1 9 194 0 0,-2 0 1 0 0,0 1 0 0 0,-1-1-1 0 0,0 0 1 0 0,-2 0-1 0 0,0-1 1 0 0,-1 1 0 0 0,0-1-1 0 0,-2 0 1 0 0,0 0-1 0 0,-1 0 1 0 0,-1-1 0 0 0,0-1-1 0 0,-1 1 1 0 0,-1-2-1 0 0,0 1 1 0 0,-1-1-1 0 0,0-1 1 0 0,-2 0 0 0 0,1-1-1 0 0,-1-1 1 0 0,-17 11-1 0 0,15-8 287 0 0,16-14-388 0 0,0 1 0 0 0,0-1-1 0 0,0 0 1 0 0,0 0-1 0 0,0 1 1 0 0,0-1 0 0 0,0 0-1 0 0,0 0 1 0 0,1 1-1 0 0,-1-1 1 0 0,0 0-1 0 0,0 0 1 0 0,0 0 0 0 0,0 0-1 0 0,0 1 1 0 0,1-1-1 0 0,-1 0 1 0 0,0 0-1 0 0,0 0 1 0 0,0 0 0 0 0,1 1-1 0 0,-1-1 1 0 0,0 0-1 0 0,0 0 1 0 0,1 0-1 0 0,-1 0 1 0 0,0 0 0 0 0,0 0-1 0 0,1 0 1 0 0,-1 0-1 0 0,0 0 1 0 0,0 0 0 0 0,0 0-1 0 0,1 0 1 0 0,-1 0-1 0 0,0 0 1 0 0,0 0-1 0 0,1 0 1 0 0,-1 0 0 0 0,44-5 2231 0 0,-34 4-2286 0 0,54-8 205 0 0,0 4 1 0 0,1 2-1 0 0,-1 3 1 0 0,121 15-1 0 0,-133-6-3132 0 0,-36-6-2008 0 0</inkml:trace>
</inkml:ink>
</file>

<file path=ppt/ink/ink2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6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3 6273 0 0,'-3'-2'723'0'0,"-6"9"284"0"0,5 3-552 0 0,1-1 0 0 0,0 1 0 0 0,0 0 0 0 0,1 0 0 0 0,1 0 0 0 0,-1 0 0 0 0,1 18 0 0 0,6 72 3171 0 0,24 80-1129 0 0,-19-132-6843 0 0,-5-19-1408 0 0</inkml:trace>
</inkml:ink>
</file>

<file path=ppt/ink/ink2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4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27 12267 0 0,'-13'-12'975'0'0,"13"12"-954"0"0,0-1 0 0 0,0 0 0 0 0,0 1 0 0 0,0-1 0 0 0,0 0 0 0 0,0 1 0 0 0,0-1 0 0 0,0 0 0 0 0,0 1 0 0 0,0-1 0 0 0,0 0 0 0 0,0 1 0 0 0,1-1 0 0 0,-1 1 0 0 0,0-1 0 0 0,0 0 0 0 0,1 1 0 0 0,-1-1 0 0 0,0 1 0 0 0,1-1 0 0 0,0 0 0 0 0,3 1 45 0 0,-1 8-25 0 0,-1 10 11 0 0,-2 47 252 0 0,7 236 3790 0 0,14-112-3338 0 0,5-65-3341 0 0,-19-110-2655 0 0</inkml:trace>
</inkml:ink>
</file>

<file path=ppt/ink/ink2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9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1 178 2304 0 0,'1'-5'53'0'0,"1"0"0"0"0,1 0 0 0 0,-1 0 0 0 0,1 0 0 0 0,0 0 0 0 0,0 1 0 0 0,0-1 0 0 0,1 1 0 0 0,-1 0 0 0 0,1 0 0 0 0,0 1 0 0 0,0-1 0 0 0,1 1 0 0 0,6-5 0 0 0,8-4 637 0 0,1 0 1 0 0,22-9-1 0 0,-17 9 48 0 0,1 1-1 0 0,0 1 0 0 0,0 1 1 0 0,1 1-1 0 0,29-4 0 0 0,-55 12-701 0 0,1-1 1 0 0,-1 1-1 0 0,1 0 1 0 0,-1 0-1 0 0,1 0 1 0 0,-1 0-1 0 0,1 0 0 0 0,-1 0 1 0 0,1 0-1 0 0,-1 1 1 0 0,1-1-1 0 0,-1 1 0 0 0,1-1 1 0 0,-1 1-1 0 0,0-1 1 0 0,1 1-1 0 0,-1 0 0 0 0,0-1 1 0 0,1 1-1 0 0,-1 0 1 0 0,0 0-1 0 0,0 0 0 0 0,2 2 1 0 0,-2-1-40 0 0,0 0 0 0 0,0 0 0 0 0,0 0 0 0 0,-1 0 0 0 0,1 0 0 0 0,0 1 0 0 0,-1-1 0 0 0,0 0 1 0 0,1 0-1 0 0,-1 1 0 0 0,0-1 0 0 0,0 0 0 0 0,-1 0 0 0 0,1 3 0 0 0,-2 7-105 0 0,-1 1-1 0 0,-1-1 1 0 0,0 1-1 0 0,-6 13 1 0 0,-12 19 438 0 0,-2-1-1 0 0,-1-2 0 0 0,-3 0 1 0 0,-59 69-1 0 0,81-104-246 0 0,-19 26 343 0 0,24-31-327 0 0,-1 0 1 0 0,1-1 0 0 0,0 1 0 0 0,0 0 0 0 0,1 0 0 0 0,-1 0-1 0 0,0 0 1 0 0,1 0 0 0 0,-1 1 0 0 0,1-1 0 0 0,-1 0 0 0 0,1 0-1 0 0,0 0 1 0 0,0 0 0 0 0,0 3 0 0 0,1-4-62 0 0,-1 0-1 0 0,1 0 1 0 0,-1 0 0 0 0,1-1-1 0 0,-1 1 1 0 0,1 0 0 0 0,0-1-1 0 0,-1 1 1 0 0,1-1 0 0 0,0 1-1 0 0,0-1 1 0 0,-1 1 0 0 0,1-1-1 0 0,0 1 1 0 0,0-1-1 0 0,0 0 1 0 0,0 1 0 0 0,-1-1-1 0 0,1 0 1 0 0,0 0 0 0 0,0 1-1 0 0,0-1 1 0 0,0 0 0 0 0,0 0-1 0 0,0 0 1 0 0,0 0 0 0 0,-1 0-1 0 0,1-1 1 0 0,1 1 0 0 0,32-5 702 0 0,-27 3-514 0 0,59-12 1079 0 0,26-5-97 0 0,-32 14-4141 0 0,-44 5-2688 0 0</inkml:trace>
</inkml:ink>
</file>

<file path=ppt/ink/ink2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4.4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32 11522 0 0,'4'-6'1250'0'0,"17"-7"-939"0"0,-18 11-359 0 0,0 1 0 0 0,0-1 0 0 0,0 1 0 0 0,0-1 0 0 0,0 1 0 0 0,0 0 0 0 0,1 1 0 0 0,-1-1 0 0 0,0 0 0 0 0,0 1 0 0 0,1 0 0 0 0,-1-1 0 0 0,7 2 0 0 0,-9 0 38 0 0,0-1 1 0 0,0 1 0 0 0,0 0 0 0 0,-1 0 0 0 0,1-1 0 0 0,0 1 0 0 0,0 0-1 0 0,-1 0 1 0 0,1 0 0 0 0,-1 0 0 0 0,1 0 0 0 0,-1 0 0 0 0,1 0 0 0 0,-1 0-1 0 0,0 0 1 0 0,1 0 0 0 0,-1 0 0 0 0,0 1 0 0 0,0 1 0 0 0,3 28 374 0 0,-3-18 15 0 0,6 163 4191 0 0,-6-133-3206 0 0,-1-42-1252 0 0,1 0 0 0 0,0 0 0 0 0,0 0 0 0 0,0 1 0 0 0,0-1 0 0 0,1 0-1 0 0,-1 0 1 0 0,0 0 0 0 0,0 0 0 0 0,1 0 0 0 0,-1 0 0 0 0,0-1 0 0 0,1 1-1 0 0,-1 0 1 0 0,1 0 0 0 0,-1 0 0 0 0,1 0 0 0 0,0 0 0 0 0,0 0 0 0 0,0 0-66 0 0,-1-1 1 0 0,1 0 0 0 0,0 1-1 0 0,-1-1 1 0 0,1 0 0 0 0,0 0 0 0 0,0 0-1 0 0,-1 0 1 0 0,1 0 0 0 0,0 0-1 0 0,0 0 1 0 0,-1 0 0 0 0,1 0 0 0 0,0 0-1 0 0,0 0 1 0 0,-1 0 0 0 0,1 0 0 0 0,0 0-1 0 0,0-1 1 0 0,0 0 0 0 0,7-3-68 0 0,0 0 1 0 0,-1-1-1 0 0,0 0 1 0 0,7-6 0 0 0,9-5-267 0 0,-6 8-347 0 0,2 1-180 0 0</inkml:trace>
</inkml:ink>
</file>

<file path=ppt/ink/ink2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2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30 11979 0 0,'0'-3'201'0'0,"-1"1"1"0"0,1-1 0 0 0,0 0 0 0 0,-1 1 0 0 0,1-1 0 0 0,1 1 0 0 0,-1-1 0 0 0,1-5-1 0 0,1 8 244 0 0,-4 15-185 0 0,-7 35 107 0 0,3 0 0 0 0,1 0 0 0 0,3 0-1 0 0,2 1 1 0 0,2-1 0 0 0,2 1 0 0 0,16 68-1 0 0,16 34-4783 0 0,-31-135-446 0 0</inkml:trace>
</inkml:ink>
</file>

<file path=ppt/ink/ink2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5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1 151 1872 0 0,'0'-3'56'0'0,"1"0"-1"0"0,-1 0 1 0 0,1 0-1 0 0,0 0 1 0 0,0 0-1 0 0,1 0 1 0 0,-1 0-1 0 0,1 1 1 0 0,-1-1-1 0 0,1 1 1 0 0,0-1-1 0 0,3-3 1 0 0,28-28 495 0 0,-30 31-482 0 0,7-5 221 0 0,1 0 1 0 0,-1 1-1 0 0,1 0 1 0 0,0 0-1 0 0,1 1 0 0 0,-1 1 1 0 0,1 0-1 0 0,0 0 0 0 0,0 2 1 0 0,1-1-1 0 0,0 1 0 0 0,-1 1 1 0 0,1 1-1 0 0,25-1 1 0 0,-36 2-251 0 0,0 0 1 0 0,0 0-1 0 0,0 1 0 0 0,-1-1 1 0 0,1 1-1 0 0,0-1 1 0 0,0 1-1 0 0,0 0 1 0 0,0 0-1 0 0,-1 0 1 0 0,1 0-1 0 0,0 0 1 0 0,-1 0-1 0 0,1 0 1 0 0,-1 0-1 0 0,1 1 1 0 0,-1-1-1 0 0,0 1 0 0 0,1-1 1 0 0,0 3-1 0 0,0 0 8 0 0,0 0-1 0 0,0-1 0 0 0,-1 1 1 0 0,1 0-1 0 0,-1 0 0 0 0,0 1 0 0 0,0-1 1 0 0,-1 0-1 0 0,1 5 0 0 0,-1 2 105 0 0,0 0 0 0 0,-1 0-1 0 0,0-1 1 0 0,0 1 0 0 0,-2 0-1 0 0,-5 18 1 0 0,-4-4 232 0 0,-1 0-1 0 0,-1-1 1 0 0,0-1-1 0 0,-2-1 1 0 0,-1 0 0 0 0,-32 32-1 0 0,7-6 1565 0 0,34-37 192 0 0,21-17-562 0 0,4-2-1618 0 0,232-68-428 0 0,-173 55-4051 0 0,-57 16-1181 0 0</inkml:trace>
</inkml:ink>
</file>

<file path=ppt/ink/ink2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7.5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0 105 456 0 0,'7'-25'720'0'0,"-6"24"-632"0"0,-1 0 0 0 0,1 0 0 0 0,0-1-1 0 0,-1 1 1 0 0,1 0 0 0 0,-1 0-1 0 0,1-1 1 0 0,-1 1 0 0 0,0 0 0 0 0,0-1-1 0 0,1 1 1 0 0,-1 0 0 0 0,0-1-1 0 0,0 1 1 0 0,0 0 0 0 0,0-1 0 0 0,-1 1-1 0 0,1 0 1 0 0,0-1 0 0 0,-1 1-1 0 0,1 0 1 0 0,0 0 0 0 0,-1-1 0 0 0,0 1-1 0 0,1 0 1 0 0,-1 0 0 0 0,0 0-1 0 0,1-1 1 0 0,-1 1 0 0 0,-2-1 0 0 0,4 1 57 0 0,-1 0 1 0 0,0 0-1 0 0,1 1 1 0 0,-1-1-1 0 0,0 0 1 0 0,1 0 0 0 0,-1 1-1 0 0,1-1 1 0 0,-1 0-1 0 0,1 1 1 0 0,0-1-1 0 0,-1 1 1 0 0,1-1 0 0 0,-1 0-1 0 0,1 1 1 0 0,0 0-1 0 0,0-1 1 0 0,-1 1-1 0 0,1-1 1 0 0,0 1 0 0 0,0 0-1 0 0,-1-1 1 0 0,1 1-1 0 0,1 0 1 0 0,19-9-70 0 0,-14 6 30 0 0,1 0 0 0 0,0 0 0 0 0,0 1 0 0 0,0 0 0 0 0,0 1 0 0 0,0 0 0 0 0,0 0 0 0 0,0 1 0 0 0,0 0 0 0 0,0 0 1 0 0,12 2-1 0 0,-18-2-88 0 0,1 1 1 0 0,-1-1 0 0 0,1 1 0 0 0,-1 0 0 0 0,1 0 0 0 0,-1 0-1 0 0,0 0 1 0 0,1 0 0 0 0,-1 0 0 0 0,0 0 0 0 0,0 1 0 0 0,0-1-1 0 0,0 1 1 0 0,0 0 0 0 0,0-1 0 0 0,0 1 0 0 0,-1 0 0 0 0,1 0-1 0 0,-1 0 1 0 0,1 0 0 0 0,-1 0 0 0 0,0 1 0 0 0,0-1 0 0 0,0 0-1 0 0,0 1 1 0 0,0-1 0 0 0,0 1 0 0 0,-1-1 0 0 0,1 1 0 0 0,-1-1-1 0 0,0 1 1 0 0,0-1 0 0 0,0 1 0 0 0,0-1 0 0 0,0 1 0 0 0,0-1-1 0 0,-1 1 1 0 0,0 2 0 0 0,-2 8 159 0 0,-1 0-1 0 0,-1-1 1 0 0,0 0-1 0 0,-1 1 1 0 0,0-2-1 0 0,-1 1 0 0 0,0-1 1 0 0,-1 0-1 0 0,-9 10 1 0 0,-13 21 448 0 0,29-42-620 0 0,1 0 0 0 0,-1 0-1 0 0,1 1 1 0 0,0-1 0 0 0,-1 0 0 0 0,1 1 0 0 0,0-1 0 0 0,-1 1 0 0 0,1-1 0 0 0,0 0 0 0 0,-1 1 0 0 0,1-1 0 0 0,0 1 0 0 0,0-1 0 0 0,0 1 0 0 0,-1-1 0 0 0,1 1 0 0 0,0-1 0 0 0,0 1 0 0 0,0-1 0 0 0,0 1 0 0 0,0-1 0 0 0,0 1 0 0 0,0-1 0 0 0,0 1 0 0 0,0-1 0 0 0,0 1 0 0 0,0-1 0 0 0,0 1-1 0 0,0-1 1 0 0,0 0 0 0 0,1 1 0 0 0,-1-1 0 0 0,0 1 0 0 0,0-1 0 0 0,1 1 0 0 0,-1-1 0 0 0,0 1 0 0 0,1-1 0 0 0,-1 0 0 0 0,0 1 0 0 0,1-1 0 0 0,-1 0 0 0 0,0 1 0 0 0,1-1 0 0 0,-1 0 0 0 0,1 1 0 0 0,-1-1 0 0 0,0 0 0 0 0,1 0 0 0 0,-1 0 0 0 0,1 1 0 0 0,-1-1 0 0 0,1 0 0 0 0,-1 0 0 0 0,1 0 0 0 0,-1 0-1 0 0,1 0 1 0 0,-1 0 0 0 0,1 0 0 0 0,-1 0 0 0 0,1 0 0 0 0,-1 0 0 0 0,1 0 0 0 0,-1 0 0 0 0,1 0 0 0 0,-1-1 0 0 0,1 1 0 0 0,45-9 458 0 0,-36 7-419 0 0,-6 1-46 0 0,22-5-123 0 0,48-3-1 0 0,-68 8 115 0 0,0 1 0 0 0,1 0 0 0 0,-1 0 0 0 0,0 1 0 0 0,0-1 0 0 0,0 1 0 0 0,0 1 0 0 0,0-1 0 0 0,0 1 0 0 0,-1 0 0 0 0,1 1 0 0 0,0-1 0 0 0,-1 1 0 0 0,6 4 0 0 0,-9-6 83 0 0,0 1-1 0 0,0-1 1 0 0,0 1 0 0 0,0 0 0 0 0,-1-1 0 0 0,1 1 0 0 0,-1 0 0 0 0,1 0 0 0 0,-1 0 0 0 0,0 1 0 0 0,1-1-1 0 0,-1 0 1 0 0,0 0 0 0 0,-1 1 0 0 0,1-1 0 0 0,0 1 0 0 0,-1-1 0 0 0,1 1 0 0 0,-1-1 0 0 0,1 4 0 0 0,-2-2 87 0 0,1-1 0 0 0,-1 1 0 0 0,0-1 0 0 0,0 1 0 0 0,0-1 0 0 0,-1 0 1 0 0,1 1-1 0 0,-1-1 0 0 0,0 0 0 0 0,0 0 0 0 0,0 0 0 0 0,-4 4 0 0 0,-6 6-97 0 0,-1 0-1 0 0,-1-1 0 0 0,0-1 0 0 0,-22 14 1 0 0,32-23-360 0 0,-9 6-3658 0 0,0 0-1295 0 0</inkml:trace>
</inkml:ink>
</file>

<file path=ppt/ink/ink2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3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4 10594 0 0,'-2'-4'794'0'0,"2"5"-793"0"0,0-1 1 0 0,0 0-1 0 0,0 0 1 0 0,0 0-1 0 0,0 0 0 0 0,-1 0 1 0 0,1 0-1 0 0,0 0 1 0 0,0 0-1 0 0,0 1 0 0 0,0-1 1 0 0,0 0-1 0 0,0 0 0 0 0,0 0 1 0 0,0 0-1 0 0,0 0 1 0 0,-1 0-1 0 0,1 0 0 0 0,0 0 1 0 0,0 0-1 0 0,0 0 1 0 0,0 0-1 0 0,0 0 0 0 0,0 0 1 0 0,0 0-1 0 0,-1 0 0 0 0,1 0 1 0 0,0 0-1 0 0,0 0 1 0 0,0 0-1 0 0,0 0 0 0 0,0 0 1 0 0,0 0-1 0 0,-1 0 1 0 0,1 0-1 0 0,0 0 0 0 0,0 0 1 0 0,0 0-1 0 0,0 0 0 0 0,0 0 1 0 0,0 0-1 0 0,0 0 1 0 0,0 0-1 0 0,-1 0 0 0 0,1-1 1 0 0,0 1-1 0 0,-7 181 2894 0 0,16 184-1 0 0,-7-346-3376 0 0,-1 0 1 0 0,2 0-1 0 0,1-1 0 0 0,0 1 0 0 0,12 30 0 0 0,-13-44-1300 0 0</inkml:trace>
</inkml:ink>
</file>

<file path=ppt/ink/ink2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8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6 160 2761 0 0,'0'-2'-13'0'0,"-1"1"-1"0"0,1-1 1 0 0,0 0 0 0 0,-1 1 0 0 0,1-1 0 0 0,0 0 0 0 0,0 0 0 0 0,0 0 0 0 0,0 1 0 0 0,1-1 0 0 0,-1 0 0 0 0,0 1 0 0 0,1-1 0 0 0,-1 0 0 0 0,1 1 0 0 0,0-1 0 0 0,0 0-1 0 0,-1 1 1 0 0,1-1 0 0 0,0 1 0 0 0,0-1 0 0 0,0 1 0 0 0,0 0 0 0 0,1-1 0 0 0,-1 1 0 0 0,0 0 0 0 0,2-1 0 0 0,45-35-1347 0 0,-36 29 1383 0 0,3-2 336 0 0,0 0 1 0 0,1 2-1 0 0,0 0 1 0 0,0 0-1 0 0,1 2 1 0 0,17-5-1 0 0,-28 9 103 0 0,1 0-1 0 0,0 0 0 0 0,-1 1 1 0 0,1 0-1 0 0,0 0 0 0 0,-1 1 1 0 0,1 0-1 0 0,0 0 0 0 0,0 1 1 0 0,-1 0-1 0 0,1 0 1 0 0,0 0-1 0 0,-1 1 0 0 0,1 0 1 0 0,-1 0-1 0 0,0 1 0 0 0,0-1 1 0 0,11 8-1 0 0,-15-9-440 0 0,0 1 1 0 0,1 0-1 0 0,-1 1 1 0 0,0-1-1 0 0,0 0 1 0 0,0 1-1 0 0,-1-1 1 0 0,1 1-1 0 0,-1 0 1 0 0,1-1-1 0 0,-1 1 1 0 0,0 0-1 0 0,0 0 1 0 0,0 0-1 0 0,0 0 0 0 0,0 5 1 0 0,-1-1-97 0 0,1-1 1 0 0,-2 0-1 0 0,1 0 1 0 0,-1 0-1 0 0,0 1 1 0 0,0-1-1 0 0,-4 11 0 0 0,-2 1-314 0 0,-1-1-1 0 0,0 1 1 0 0,-2-2-1 0 0,-15 23 1 0 0,9-18 405 0 0,-1 0 1 0 0,-1-1-1 0 0,-38 32 1 0 0,-69 43 2722 0 0,56-45-2502 0 0,64-45-116 0 0,7-3 113 0 0,14-5 405 0 0,22-9 183 0 0,-11 3-819 0 0,1 0 1 0 0,0 2-1 0 0,0 1 0 0 0,1 1 0 0 0,0 1 0 0 0,0 2 0 0 0,0 1 0 0 0,0 1 1 0 0,0 1-1 0 0,42 8 0 0 0,-40-3-3707 0 0,-1 1-1181 0 0</inkml:trace>
</inkml:ink>
</file>

<file path=ppt/ink/ink2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2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7370 0 0,'0'0'666'0'0,"16"18"-4"0"0,-13-13-639 0 0,0 1 0 0 0,0 0 0 0 0,-1 0 0 0 0,0-1 0 0 0,0 2 0 0 0,-1-1 0 0 0,1 0 0 0 0,-1 0 0 0 0,0 0 0 0 0,-1 1 0 0 0,0-1 0 0 0,0 11 0 0 0,-3 9 58 0 0,-10 45 1 0 0,5-35 152 0 0,3-12 46 0 0,1-11 34 0 0,2 0 0 0 0,-2 24 0 0 0,4-34-106 0 0,-1 0-1 0 0,2 1 0 0 0,-1-1 0 0 0,0 0 0 0 0,1 0 1 0 0,-1 0-1 0 0,1 0 0 0 0,0 0 0 0 0,0 0 1 0 0,0 0-1 0 0,1 0 0 0 0,-1 0 0 0 0,1 0 0 0 0,-1-1 1 0 0,1 1-1 0 0,4 4 0 0 0,-5-6-130 0 0,0 0 0 0 0,1-1 0 0 0,-1 1 1 0 0,0 0-1 0 0,1-1 0 0 0,-1 1 0 0 0,1-1 0 0 0,-1 1 0 0 0,1-1 1 0 0,-1 1-1 0 0,1-1 0 0 0,-1 0 0 0 0,1 0 0 0 0,-1 0 0 0 0,1 0 1 0 0,-1 0-1 0 0,1 0 0 0 0,-1 0 0 0 0,1-1 0 0 0,2 0 0 0 0,34-12-328 0 0,-24 7-23 0 0,86-30-3990 0 0,-91 32 3408 0 0</inkml:trace>
</inkml:ink>
</file>

<file path=ppt/ink/ink2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6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 10138 0 0,'-1'3'182'0'0,"0"0"-1"0"0,0 1 0 0 0,1-1 1 0 0,-1 1-1 0 0,1 0 1 0 0,0-1-1 0 0,0 1 0 0 0,0-1 1 0 0,0 1-1 0 0,2 6 0 0 0,-1 3-165 0 0,-1-10 6 0 0,-5 156 1645 0 0,2-122-672 0 0,3 47 1 0 0,4-32-5159 0 0,0-24-838 0 0</inkml:trace>
</inkml:ink>
</file>

<file path=ppt/ink/ink2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0.5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 8754 0 0,'0'0'9'0'0,"0"0"0"0"0,0-1-1 0 0,0 1 1 0 0,0 0 0 0 0,0 0 0 0 0,0 0 0 0 0,0-1 0 0 0,0 1-1 0 0,1 0 1 0 0,-1 0 0 0 0,0 0 0 0 0,0-1 0 0 0,0 1 0 0 0,0 0-1 0 0,0 0 1 0 0,0 0 0 0 0,0-1 0 0 0,0 1 0 0 0,0 0 0 0 0,1 0-1 0 0,-1 0 1 0 0,0 0 0 0 0,0-1 0 0 0,0 1 0 0 0,0 0 0 0 0,1 0-1 0 0,-1 0 1 0 0,0 0 0 0 0,0 0 0 0 0,0 0 0 0 0,1-1 0 0 0,-1 1-1 0 0,0 0 1 0 0,0 0 0 0 0,0 0 0 0 0,1 0 0 0 0,-1 0 0 0 0,0 0-1 0 0,1 0 1 0 0,10 4 264 0 0,9 12-35 0 0,-14-1 93 0 0,-1 0-1 0 0,-1 0 1 0 0,0 0 0 0 0,-1 0-1 0 0,-1 1 1 0 0,0-1 0 0 0,-1 21-1 0 0,2 3 260 0 0,24 198 2663 0 0,-2-79-5221 0 0,-24-155 1835 0 0,-1 1-242 0 0,1 1 0 0 0,-1-1 0 0 0,1 0-1 0 0,0 0 1 0 0,1 0 0 0 0,-1 0 0 0 0,1 0 0 0 0,-1 0 0 0 0,1 0 0 0 0,1-1 0 0 0,-1 1 0 0 0,0-1 0 0 0,4 4 0 0 0,-3-5-811 0 0</inkml:trace>
</inkml:ink>
</file>

<file path=ppt/ink/ink2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0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86 6913 0 0,'8'-6'10'0'0,"0"0"-1"0"0,1 1 1 0 0,0 0-1 0 0,0 1 0 0 0,0-1 1 0 0,13-3-1 0 0,7-3-99 0 0,-18 5-23 0 0,47-18-52 0 0,-56 22 70 0 0,1 1 0 0 0,0 1 0 0 0,0-1 1 0 0,-1 0-1 0 0,1 1 0 0 0,0-1 0 0 0,0 1 1 0 0,0 0-1 0 0,-1 0 0 0 0,1 0 0 0 0,0 1 1 0 0,0-1-1 0 0,0 0 0 0 0,-1 1 0 0 0,1 0 1 0 0,0 0-1 0 0,4 2 0 0 0,-5-1 66 0 0,0 0-1 0 0,0 0 1 0 0,-1 0-1 0 0,1 0 1 0 0,-1 0-1 0 0,0 0 1 0 0,1 1-1 0 0,-1-1 1 0 0,0 1 0 0 0,0-1-1 0 0,-1 1 1 0 0,1-1-1 0 0,0 1 1 0 0,-1-1-1 0 0,1 1 1 0 0,-1-1-1 0 0,0 1 1 0 0,0 0 0 0 0,0-1-1 0 0,0 1 1 0 0,-2 4-1 0 0,0 9 435 0 0,-1 0-1 0 0,-6 19 1 0 0,6-26-145 0 0,-3 11 21 0 0,-1 0 1 0 0,-1 0 0 0 0,-1-1-1 0 0,-1 0 1 0 0,0 0 0 0 0,-2-1-1 0 0,-14 17 1 0 0,-13 12 631 0 0,-51 46 1 0 0,55-59 844 0 0,35-34-1729 0 0,0 0 0 0 0,-1 0 0 0 0,1 0 0 0 0,0 0 0 0 0,0 1 0 0 0,0-1 0 0 0,0 0 0 0 0,0 0-1 0 0,0 0 1 0 0,-1 0 0 0 0,1 0 0 0 0,0 0 0 0 0,0 0 0 0 0,0 1 0 0 0,0-1 0 0 0,0 0 0 0 0,0 0 0 0 0,0 0 0 0 0,0 0 0 0 0,0 0 0 0 0,0 0-1 0 0,0 1 1 0 0,0-1 0 0 0,0 0 0 0 0,0 0 0 0 0,0 0 0 0 0,0 0 0 0 0,0 1 0 0 0,0-1 0 0 0,0 0 0 0 0,0 0 0 0 0,0 0 0 0 0,0 0 0 0 0,0 0-1 0 0,0 1 1 0 0,0-1 0 0 0,0 0 0 0 0,0 0 0 0 0,0 0 0 0 0,0 0 0 0 0,0 0 0 0 0,0 1 0 0 0,0-1 0 0 0,0 0 0 0 0,0 0 0 0 0,1 0 0 0 0,-1 0-1 0 0,0 0 1 0 0,0 0 0 0 0,0 0 0 0 0,0 0 0 0 0,0 0 0 0 0,0 1 0 0 0,1-1 0 0 0,-1 0 0 0 0,15 1 580 0 0,30-5-624 0 0,-27 3 355 0 0,3 0 173 0 0,1 2 0 0 0,40 7-1 0 0,3 1-2302 0 0,-53-8-3231 0 0</inkml:trace>
</inkml:ink>
</file>

<file path=ppt/ink/ink2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5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1 121 6913 0 0,'2'-2'201'0'0,"0"0"0"0"0,1 0-1 0 0,-1 0 1 0 0,1 1-1 0 0,-1-1 1 0 0,1 1-1 0 0,0-1 1 0 0,0 1-1 0 0,-1 0 1 0 0,1 0-1 0 0,5-1 1 0 0,3-2 398 0 0,38-18 1601 0 0,82-27 0 0 0,-103 42-3578 0 0,0 0 0 0 0,42-4 0 0 0,-51 10 299 0 0</inkml:trace>
</inkml:ink>
</file>

<file path=ppt/ink/ink2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2.0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37 1 6913 0 0,'-12'22'3288'0'0,"0"24"-4128"0"0,5-17-151 0 0,6-27 1099 0 0,0 1 1 0 0,0-1-1 0 0,0 1 0 0 0,1-1 1 0 0,-1 0-1 0 0,1 1 0 0 0,0-1 1 0 0,0 1-1 0 0,0-1 0 0 0,0 1 1 0 0,0-1-1 0 0,0 1 1 0 0,0-1-1 0 0,1 1 0 0 0,0-1 1 0 0,-1 1-1 0 0,2 2 0 0 0,0-3 72 0 0,-1-1 0 0 0,1 0 0 0 0,-1 0 0 0 0,1 0-1 0 0,-1 0 1 0 0,1 0 0 0 0,-1 0 0 0 0,1 0-1 0 0,0-1 1 0 0,0 1 0 0 0,-1 0 0 0 0,1-1 0 0 0,0 1-1 0 0,0-1 1 0 0,0 0 0 0 0,0 0 0 0 0,0 0-1 0 0,-1 0 1 0 0,1 0 0 0 0,0 0 0 0 0,0 0 0 0 0,0-1-1 0 0,3 0 1 0 0,13-2-173 0 0,-11 2-97 0 0,1-1 1 0 0,-1 1-1 0 0,1 1 0 0 0,-1-1 1 0 0,1 1-1 0 0,14 2 1 0 0,-20-1 71 0 0,0-1 0 0 0,0 1 0 0 0,0 0 0 0 0,0 0 0 0 0,-1 0 0 0 0,1 0 0 0 0,0 0 0 0 0,0 1 0 0 0,-1-1 0 0 0,1 0 0 0 0,-1 1 0 0 0,1-1 0 0 0,-1 1 0 0 0,1 0 0 0 0,-1-1 0 0 0,0 1 0 0 0,0 0 0 0 0,0 0 0 0 0,0 0 0 0 0,0 0 0 0 0,0 0 0 0 0,-1 0 0 0 0,1 0 0 0 0,-1 0 0 0 0,1 0 0 0 0,-1 0 0 0 0,0 0 0 0 0,0 0 0 0 0,0 4 0 0 0,0 4 100 0 0,-1 0-1 0 0,0-1 1 0 0,0 1 0 0 0,-1-1-1 0 0,0 0 1 0 0,-1 1 0 0 0,0-1-1 0 0,0 0 1 0 0,-1-1 0 0 0,0 1 0 0 0,-1-1-1 0 0,0 1 1 0 0,0-2 0 0 0,-1 1-1 0 0,0 0 1 0 0,0-1 0 0 0,-1 0-1 0 0,0-1 1 0 0,0 1 0 0 0,0-1-1 0 0,-1 0 1 0 0,0-1 0 0 0,0 0 0 0 0,-1-1-1 0 0,1 1 1 0 0,-13 3 0 0 0,21-8-124 0 0,-1 1-69 0 0,0-1-1 0 0,1 0 1 0 0,-1 0 0 0 0,0 1 0 0 0,1-1 0 0 0,-1 0 0 0 0,0 0 0 0 0,0 0-1 0 0,1 0 1 0 0,-1 0 0 0 0,0 0 0 0 0,0 0 0 0 0,1 0 0 0 0,-1 0 0 0 0,0 0-1 0 0,1 0 1 0 0,-1-1 0 0 0,0 1 0 0 0,1 0 0 0 0,-1 0 0 0 0,-1-1-1 0 0,0-4-846 0 0</inkml:trace>
</inkml:ink>
</file>

<file path=ppt/ink/ink2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3.5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 3681 0 0,'0'0'753'0'0,"4"-7"1052"0"0,0 27 4296 0 0,-2-15-6173 0 0,-2-5-19 0 0</inkml:trace>
</inkml:ink>
</file>

<file path=ppt/ink/ink2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5.8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0 1 3321 0 0</inkml:trace>
</inkml:ink>
</file>

<file path=ppt/ink/ink2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1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6449 0 0,'-3'4'4267'0'0,"4"3"-2663"0"0,5 30-658 0 0,2-1 1 0 0,2 0-1 0 0,1 0 0 0 0,2-1 0 0 0,21 39 1 0 0,34 48-223 0 0,11-12-5188 0 0</inkml:trace>
</inkml:ink>
</file>

<file path=ppt/ink/ink2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6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8 181 1928 0 0,'-2'-2'56'0'0,"1"-1"-1"0"0,0 0 1 0 0,0 0-1 0 0,0 1 1 0 0,1-1-1 0 0,-1 0 1 0 0,1 0-1 0 0,-1 0 1 0 0,1 0-1 0 0,0 0 1 0 0,0 0-1 0 0,0 0 1 0 0,1 0-1 0 0,-1 0 1 0 0,1 0-1 0 0,-1 0 1 0 0,2-3-1 0 0,1 0 356 0 0,0 0-1 0 0,0 0 1 0 0,1 0 0 0 0,-1 1-1 0 0,1-1 1 0 0,8-8-1 0 0,-4 6-158 0 0,0 1-1 0 0,0 0 0 0 0,1 1 0 0 0,0-1 1 0 0,0 2-1 0 0,1-1 0 0 0,-1 1 1 0 0,1 1-1 0 0,0 0 0 0 0,15-4 0 0 0,-18 5-175 0 0,0 1 0 0 0,0 1-1 0 0,1 0 1 0 0,-1 0-1 0 0,0 0 1 0 0,0 1-1 0 0,0 0 1 0 0,1 0 0 0 0,-1 0-1 0 0,0 1 1 0 0,0 1-1 0 0,0-1 1 0 0,0 1-1 0 0,0 0 1 0 0,0 1 0 0 0,10 4-1 0 0,-14-5-49 0 0,0 1 0 0 0,0 0 0 0 0,0 0 0 0 0,-1 0 0 0 0,1 0 0 0 0,-1 0 0 0 0,1 0 0 0 0,-1 1-1 0 0,0-1 1 0 0,0 1 0 0 0,-1-1 0 0 0,1 1 0 0 0,-1 0 0 0 0,0 0 0 0 0,0 0 0 0 0,0 0 0 0 0,0 0 0 0 0,0 0 0 0 0,-1 0 0 0 0,0 0 0 0 0,0 0 0 0 0,0 0-1 0 0,-1 0 1 0 0,1 0 0 0 0,-2 7 0 0 0,-2 6 172 0 0,0 0 0 0 0,-1 0 0 0 0,-1 0 0 0 0,-11 22 0 0 0,5-17 175 0 0,-8 20 630 0 0,19-40-917 0 0,0 1-1 0 0,0 0 0 0 0,0-1 0 0 0,1 1 1 0 0,-1 0-1 0 0,1 0 0 0 0,0-1 1 0 0,0 1-1 0 0,0 0 0 0 0,0 0 0 0 0,0-1 1 0 0,0 1-1 0 0,2 3 0 0 0,-2-5-22 0 0,1-1-1 0 0,-1 1 1 0 0,1-1 0 0 0,0 0-1 0 0,-1 1 1 0 0,1-1-1 0 0,0 1 1 0 0,-1-1 0 0 0,1 0-1 0 0,0 0 1 0 0,-1 1-1 0 0,1-1 1 0 0,0 0-1 0 0,0 0 1 0 0,-1 0 0 0 0,1 0-1 0 0,0 0 1 0 0,-1 0-1 0 0,1 0 1 0 0,0 0-1 0 0,0 0 1 0 0,-1 0 0 0 0,1-1-1 0 0,0 1 1 0 0,-1 0-1 0 0,2-1 1 0 0,23-6 983 0 0,-21 6-814 0 0,8-3 294 0 0,24-8-262 0 0,1 1 0 0 0,0 2 0 0 0,1 2 1 0 0,65-5-1 0 0,-95 12-764 0 0,1 1 0 0 0,-1 0 0 0 0,0 1 0 0 0,0-1 1 0 0,0 1-1 0 0,0 1 0 0 0,0 0 0 0 0,0 0 0 0 0,-1 0 0 0 0,1 1 0 0 0,-1 0 1 0 0,0 1-1 0 0,0 0 0 0 0,8 7 0 0 0,-4 0-971 0 0</inkml:trace>
</inkml:ink>
</file>

<file path=ppt/ink/ink2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1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174 3 5529 0 0,'-2'-1'0'0'0,"1"1"1"0"0,-1-1-1 0 0,0 1 0 0 0,0 0 1 0 0,0 0-1 0 0,0 0 0 0 0,0 0 1 0 0,0 0-1 0 0,1 0 0 0 0,-1 1 0 0 0,0-1 1 0 0,0 1-1 0 0,0-1 0 0 0,1 1 1 0 0,-1 0-1 0 0,0-1 0 0 0,0 1 1 0 0,1 0-1 0 0,-1 0 0 0 0,1 0 0 0 0,-1 1 1 0 0,1-1-1 0 0,-1 0 0 0 0,1 0 1 0 0,0 1-1 0 0,0-1 0 0 0,-2 3 1 0 0,-7 7 27 0 0,2 1 0 0 0,-12 18 0 0 0,17-26 121 0 0,-11 20 928 0 0,1 1 0 0 0,0 1 0 0 0,-16 52 0 0 0,25-66-747 0 0,1 0 0 0 0,0 0 0 0 0,1 0 1 0 0,0 1-1 0 0,1-1 0 0 0,0 1 0 0 0,1-1 1 0 0,0 1-1 0 0,2-1 0 0 0,-1 1 0 0 0,5 15 1 0 0,-5-23-334 0 0,1-1 1 0 0,0 1 0 0 0,0-1 0 0 0,0 0 0 0 0,1 0 0 0 0,-1 0-1 0 0,1 0 1 0 0,0-1 0 0 0,0 1 0 0 0,1-1 0 0 0,-1 0-1 0 0,0 1 1 0 0,1-2 0 0 0,0 1 0 0 0,0 0 0 0 0,0-1 0 0 0,0 1-1 0 0,0-1 1 0 0,1 0 0 0 0,-1-1 0 0 0,0 1 0 0 0,1-1-1 0 0,-1 0 1 0 0,1 0 0 0 0,0 0 0 0 0,-1-1 0 0 0,1 1 0 0 0,0-1-1 0 0,0 0 1 0 0,-1-1 0 0 0,1 1 0 0 0,0-1 0 0 0,-1 0-1 0 0,1 0 1 0 0,-1 0 0 0 0,1-1 0 0 0,-1 0 0 0 0,0 1-1 0 0,1-1 1 0 0,-1-1 0 0 0,0 1 0 0 0,0-1 0 0 0,-1 0 0 0 0,1 0-1 0 0,0 0 1 0 0,2-3 0 0 0,4-3-35 0 0,-1-1 1 0 0,-1 1-1 0 0,0-2 1 0 0,0 1-1 0 0,-1-1 0 0 0,0 0 1 0 0,-1 0-1 0 0,-1-1 0 0 0,1 0 1 0 0,6-23-1 0 0,-12 34 10 0 0,0 0-1 0 0,1-1 0 0 0,-1 1 0 0 0,0 0 1 0 0,0 0-1 0 0,0 0 0 0 0,0 0 0 0 0,0 0 1 0 0,0 0-1 0 0,0 0 0 0 0,0-1 1 0 0,0 1-1 0 0,0 0 0 0 0,-1 0 0 0 0,1 0 1 0 0,0 0-1 0 0,-1 0 0 0 0,1 0 1 0 0,-1 0-1 0 0,1 0 0 0 0,-1 0 0 0 0,0 0 1 0 0,1 0-1 0 0,-1 1 0 0 0,0-1 1 0 0,-1-1-1 0 0,1 1 4 0 0,-1 1 1 0 0,1 0 0 0 0,-1-1-1 0 0,1 1 1 0 0,-1 0 0 0 0,0 0-1 0 0,1 0 1 0 0,-1 0-1 0 0,1 0 1 0 0,-1 0 0 0 0,1 0-1 0 0,-1 0 1 0 0,1 1-1 0 0,-1-1 1 0 0,1 0 0 0 0,-3 2-1 0 0,-4 1-102 0 0,0 1 0 0 0,0 0 0 0 0,0 0 0 0 0,0 1-1 0 0,-9 7 1 0 0,-24 28-3372 0 0,20-17-12 0 0</inkml:trace>
</inkml:ink>
</file>

<file path=ppt/ink/ink2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9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4 7858 0 0,'-1'-1'88'0'0,"0"1"1"0"0,0-1 0 0 0,0 1 0 0 0,0-1 0 0 0,0 1 0 0 0,-1 0-1 0 0,1-1 1 0 0,0 1 0 0 0,0 0 0 0 0,0 0 0 0 0,0 0-1 0 0,0 0 1 0 0,0 0 0 0 0,0 0 0 0 0,0 0 0 0 0,0 1-1 0 0,-1-1 1 0 0,1 0 0 0 0,0 0 0 0 0,0 1 0 0 0,0-1-1 0 0,0 1 1 0 0,0-1 0 0 0,0 1 0 0 0,0-1 0 0 0,1 1 0 0 0,-1 0-1 0 0,0-1 1 0 0,0 1 0 0 0,0 0 0 0 0,0 0 0 0 0,1 0-1 0 0,-1 0 1 0 0,0-1 0 0 0,1 1 0 0 0,-1 0 0 0 0,1 0-1 0 0,-1 0 1 0 0,1 0 0 0 0,0 0 0 0 0,-1 0 0 0 0,1 1 0 0 0,0-1-1 0 0,0 0 1 0 0,-1 0 0 0 0,1 0 0 0 0,0 0 0 0 0,0 1-1 0 0,0 9 153 0 0,0 0-1 0 0,1 0 1 0 0,0 0-1 0 0,3 12 1 0 0,-1-3-90 0 0,6 42 14 0 0,3 0 0 0 0,26 81 1 0 0,-1-32-4903 0 0,-30-91 720 0 0</inkml:trace>
</inkml:ink>
</file>

<file path=ppt/ink/ink2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4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7 155 5985 0 0,'-1'-1'20'0'0,"0"0"0"0"0,1 0 1 0 0,-1-1-1 0 0,0 1 0 0 0,1 0 0 0 0,-1-1 0 0 0,1 1 0 0 0,0-1 0 0 0,-1 1 0 0 0,1-1 0 0 0,0 1 0 0 0,0 0 0 0 0,0-1 0 0 0,0 1 1 0 0,0-1-1 0 0,0 1 0 0 0,0-1 0 0 0,0 1 0 0 0,1-1 0 0 0,0-1 0 0 0,1-1-103 0 0,-1-1 1 0 0,1 1-1 0 0,1 0 1 0 0,-1 0-1 0 0,1 0 1 0 0,4-6-1 0 0,3-1-286 0 0,1-1 0 0 0,1 2 0 0 0,13-11 0 0 0,-18 17 492 0 0,0-1 1 0 0,0 1-1 0 0,1 0 1 0 0,0 1-1 0 0,0 0 1 0 0,0 0-1 0 0,0 1 1 0 0,0 0-1 0 0,0 0 1 0 0,1 1-1 0 0,15 0 1 0 0,-17 0 162 0 0,0 1 1 0 0,1 1 0 0 0,-1-1 0 0 0,0 1-1 0 0,0 1 1 0 0,0-1 0 0 0,0 1-1 0 0,0 0 1 0 0,0 1 0 0 0,0 0 0 0 0,0 0-1 0 0,-1 0 1 0 0,0 1 0 0 0,7 4-1 0 0,-10-4-240 0 0,0-1 0 0 0,-1 1-1 0 0,1 0 1 0 0,0 0 0 0 0,-1 0-1 0 0,0 0 1 0 0,0 0-1 0 0,0 1 1 0 0,-1-1 0 0 0,1 1-1 0 0,-1-1 1 0 0,0 1-1 0 0,0 0 1 0 0,-1-1 0 0 0,1 1-1 0 0,-1 0 1 0 0,0-1 0 0 0,0 1-1 0 0,-2 7 1 0 0,0 7-128 0 0,-2 0 0 0 0,0 0 1 0 0,-9 25-1 0 0,6-26 462 0 0,-1-1 0 0 0,-1 0 0 0 0,0 0 0 0 0,-1-1 0 0 0,-17 21 0 0 0,11-17-208 0 0,2 1 1 0 0,-12 23-1 0 0,25-43-144 0 0,1-1 0 0 0,-1 1 0 0 0,1 0 0 0 0,0 0 0 0 0,-1-1 0 0 0,1 1 1 0 0,0 0-1 0 0,-1 0 0 0 0,1 0 0 0 0,0-1 0 0 0,0 1 0 0 0,0 0 1 0 0,0 0-1 0 0,0 0 0 0 0,0 0 0 0 0,0 0 0 0 0,0-1 0 0 0,0 1 0 0 0,0 0 1 0 0,0 0-1 0 0,1 0 0 0 0,-1 0 0 0 0,0-1 0 0 0,1 1 0 0 0,-1 0 0 0 0,0 0 1 0 0,1-1-1 0 0,-1 1 0 0 0,1 0 0 0 0,-1 0 0 0 0,1-1 0 0 0,0 1 1 0 0,-1-1-1 0 0,1 1 0 0 0,-1-1 0 0 0,1 1 0 0 0,0-1 0 0 0,0 1 0 0 0,-1-1 1 0 0,1 1-1 0 0,0-1 0 0 0,0 0 0 0 0,0 1 0 0 0,-1-1 0 0 0,1 0 0 0 0,0 0 1 0 0,0 0-1 0 0,0 0 0 0 0,0 1 0 0 0,-1-1 0 0 0,1 0 0 0 0,0-1 1 0 0,1 1-1 0 0,8 1 263 0 0,0-1 1 0 0,-1-1 0 0 0,16-2 0 0 0,-22 3-280 0 0,78-14 1 0 0,19-3-1344 0 0,-31 13-3994 0 0,-53 4 1192 0 0</inkml:trace>
</inkml:ink>
</file>

<file path=ppt/ink/ink2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8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0 151 1696 0 0,'2'-5'62'0'0,"0"0"0"0"0,1 0 0 0 0,-1 0 0 0 0,1 0 0 0 0,0 0-1 0 0,1 1 1 0 0,-1-1 0 0 0,1 1 0 0 0,0 0 0 0 0,4-4 0 0 0,-3 3 11 0 0,6-6 655 0 0,1 0 1 0 0,0 1-1 0 0,1 0 0 0 0,0 0 1 0 0,28-14-1 0 0,-36 22-335 0 0,1-1 0 0 0,0 1 1 0 0,-1 0-1 0 0,1 1 0 0 0,0-1 0 0 0,0 1 1 0 0,0 0-1 0 0,10 0 0 0 0,-13 1-291 0 0,0 1 0 0 0,0-1 0 0 0,0 1 0 0 0,0-1 0 0 0,0 1 0 0 0,0 0 0 0 0,0 0 0 0 0,0 0 0 0 0,0 0 0 0 0,0 1 0 0 0,0 0 0 0 0,-1-1 0 0 0,1 1 0 0 0,0 0 0 0 0,-1 0 0 0 0,0 0 0 0 0,3 3 0 0 0,-1 0-76 0 0,-1-1 0 0 0,0 1 0 0 0,0 0 1 0 0,0 0-1 0 0,-1 0 0 0 0,0 0 1 0 0,0 0-1 0 0,2 11 0 0 0,7 49 277 0 0,-2-10 310 0 0,25 53 1006 0 0,-24-80-1576 0 0,-1-1-1 0 0,-1 1 0 0 0,-1 1 1 0 0,-1-1-1 0 0,2 48 1 0 0,-6-58-2767 0 0</inkml:trace>
</inkml:ink>
</file>

<file path=ppt/ink/ink2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9.1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16 184 12499 0 0,'-1'0'43'0'0,"1"0"0"0"0,-1 0 0 0 0,0 0 1 0 0,1 0-1 0 0,-1 0 0 0 0,0-1 0 0 0,0 1 0 0 0,1 0 1 0 0,-1-1-1 0 0,0 1 0 0 0,1 0 0 0 0,-1-1 1 0 0,1 1-1 0 0,-1-1 0 0 0,1 1 0 0 0,-1-1 0 0 0,0 1 1 0 0,1-1-1 0 0,0 1 0 0 0,-1-1 0 0 0,1 0 0 0 0,-1 1 1 0 0,1-1-1 0 0,0 0 0 0 0,-1 1 0 0 0,1-1 1 0 0,0 0-1 0 0,0 1 0 0 0,-1-1 0 0 0,1-1 0 0 0,0 1 25 0 0,1-1 0 0 0,-1 0 0 0 0,0 0-1 0 0,1 1 1 0 0,0-1 0 0 0,-1 0-1 0 0,1 1 1 0 0,0-1 0 0 0,0 1 0 0 0,0-1-1 0 0,0 1 1 0 0,1-3 0 0 0,5-3 54 0 0,-1 0 0 0 0,1 0 0 0 0,0 1 0 0 0,10-7 0 0 0,5-1-407 0 0,1 0 1 0 0,1 2 0 0 0,42-15-1 0 0,-4 5-3436 0 0,-57 20 3128 0 0,35-12-3667 0 0</inkml:trace>
</inkml:ink>
</file>

<file path=ppt/ink/ink2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3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72 920 0 0,'6'-44'-183'0'0,"-6"42"333"0"0,1-1 0 0 0,-1 1 0 0 0,1 0 0 0 0,0 0 0 0 0,0 0 0 0 0,0-1 0 0 0,0 1 0 0 0,1 0-1 0 0,-1 0 1 0 0,0 1 0 0 0,1-1 0 0 0,0 0 0 0 0,14 6 6390 0 0,-12 24-5115 0 0,-4-28-1427 0 0,3 25 916 0 0,-2 0-1 0 0,-4 47 1 0 0,1-45-555 0 0,3 43-1 0 0,7-14-186 0 0,2-1 0 0 0,3 0 0 0 0,38 102 0 0 0,-27-84-90 0 0,-8-18-1712 0 0,-12-42-3159 0 0</inkml:trace>
</inkml:ink>
</file>

<file path=ppt/ink/ink2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7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65 8290 0 0,'4'-4'-108'0'0,"1"0"1"0"0,0 0-1 0 0,-1 1 1 0 0,1 0-1 0 0,1 0 1 0 0,-1 0-1 0 0,0 0 1 0 0,1 1-1 0 0,9-3 1 0 0,-8 2 190 0 0,9-3-309 0 0,1 1 1 0 0,0 0-1 0 0,1 1 0 0 0,30-2 1 0 0,-40 5 546 0 0,0 1-1 0 0,0 0 1 0 0,0 0-1 0 0,0 0 1 0 0,0 1 0 0 0,0 1-1 0 0,0-1 1 0 0,0 1 0 0 0,-1 1-1 0 0,1-1 1 0 0,-1 1 0 0 0,13 7-1 0 0,-17-7-287 0 0,1 0 0 0 0,-1 0 0 0 0,0 1-1 0 0,0-1 1 0 0,0 1 0 0 0,0 0 0 0 0,-1 0 0 0 0,0-1 0 0 0,1 2-1 0 0,-1-1 1 0 0,-1 0 0 0 0,1 0 0 0 0,-1 1 0 0 0,1-1-1 0 0,-1 0 1 0 0,-1 1 0 0 0,1 0 0 0 0,0-1 0 0 0,-1 1 0 0 0,0-1-1 0 0,0 1 1 0 0,-1-1 0 0 0,0 7 0 0 0,-2 6 21 0 0,0-1 1 0 0,-1 1-1 0 0,0-1 1 0 0,-2 0 0 0 0,-7 16-1 0 0,-5 2 454 0 0,-1 0-1 0 0,-2-1 1 0 0,-1-1 0 0 0,-2-1-1 0 0,-41 41 1 0 0,64-71-415 0 0,0 0 0 0 0,0 0 0 0 0,0 0-1 0 0,0 0 1 0 0,0 1 0 0 0,0-1 0 0 0,0 0 0 0 0,0 1-1 0 0,0-1 1 0 0,1 0 0 0 0,-1 1 0 0 0,1-1 0 0 0,-1 1-1 0 0,1-1 1 0 0,-1 1 0 0 0,1 1 0 0 0,0-2-53 0 0,0-1 0 0 0,1 1 0 0 0,-1-1-1 0 0,0 1 1 0 0,1-1 0 0 0,-1 1 0 0 0,0-1 0 0 0,1 0 0 0 0,-1 1 0 0 0,1-1 0 0 0,-1 0 0 0 0,0 1 0 0 0,1-1 0 0 0,-1 0 0 0 0,1 1-1 0 0,-1-1 1 0 0,1 0 0 0 0,0 0 0 0 0,-1 0 0 0 0,1 0 0 0 0,-1 1 0 0 0,1-1 0 0 0,-1 0 0 0 0,1 0 0 0 0,-1 0 0 0 0,1 0 0 0 0,0 0-1 0 0,0-1 1 0 0,10 1 265 0 0,0-2 0 0 0,0 1-1 0 0,14-6 1 0 0,-15 5-203 0 0,68-19 564 0 0,61-12 82 0 0,-123 31-971 0 0,0 0 0 0 0,0 0 0 0 0,0 2 0 0 0,0 0 0 0 0,1 1 0 0 0,23 4 0 0 0,-13 6-1781 0 0,-13 1-2986 0 0</inkml:trace>
</inkml:ink>
</file>

<file path=ppt/ink/ink2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2.3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160 231 2761 0 0,'-3'-1'53'0'0,"0"-1"1"0"0,1 1-1 0 0,-1 0 0 0 0,0 0 1 0 0,0 0-1 0 0,0 0 1 0 0,0 1-1 0 0,0-1 1 0 0,0 1-1 0 0,0 0 1 0 0,-6 0-1 0 0,-1-1 7 0 0,2 0 68 0 0,-1-1 0 0 0,1 1 0 0 0,0-1 0 0 0,0-1-1 0 0,0 0 1 0 0,0 0 0 0 0,0 0 0 0 0,-7-6 0 0 0,13 8 31 0 0,0 0 0 0 0,0-1 0 0 0,0 1 0 0 0,0-1 0 0 0,0 0 0 0 0,1 0 0 0 0,-1 0 0 0 0,0 1-1 0 0,1-2 1 0 0,0 1 0 0 0,-1 0 0 0 0,1 0 0 0 0,0 0 0 0 0,0-1 0 0 0,0 1 0 0 0,0 0 0 0 0,1-1 0 0 0,-1 1 0 0 0,1-1 0 0 0,-1 1 0 0 0,1-1 0 0 0,0 1 0 0 0,0-1 0 0 0,0 1 0 0 0,0-1 0 0 0,0 1 0 0 0,1-1 0 0 0,-1 1 0 0 0,1 0 0 0 0,0-1-1 0 0,1-3 1 0 0,1-1-152 0 0,0 1-1 0 0,1-1 1 0 0,0 0-1 0 0,0 1 1 0 0,0 0-1 0 0,1 0 0 0 0,0 0 1 0 0,0 1-1 0 0,0-1 1 0 0,1 1-1 0 0,0 1 0 0 0,0-1 1 0 0,0 1-1 0 0,1 0 1 0 0,-1 0-1 0 0,9-3 1 0 0,-4 2-154 0 0,0 1-1 0 0,1 0 1 0 0,-1 1 0 0 0,1 0 0 0 0,0 1 0 0 0,0 0 0 0 0,0 1 0 0 0,0 0 0 0 0,18 1 0 0 0,-28 0 135 0 0,1 0 0 0 0,0 0 1 0 0,0 1-1 0 0,-1-1 1 0 0,1 1-1 0 0,0-1 0 0 0,-1 1 1 0 0,1 0-1 0 0,0 0 0 0 0,-1 0 1 0 0,1 0-1 0 0,-1 1 0 0 0,0-1 1 0 0,1 1-1 0 0,-1-1 0 0 0,0 1 1 0 0,0 0-1 0 0,0 0 1 0 0,0 0-1 0 0,0 0 0 0 0,-1 0 1 0 0,1 0-1 0 0,-1 1 0 0 0,1-1 1 0 0,-1 0-1 0 0,0 1 0 0 0,1-1 1 0 0,-1 1-1 0 0,-1-1 0 0 0,1 1 1 0 0,0 0-1 0 0,-1 0 1 0 0,1-1-1 0 0,-1 1 0 0 0,0 0 1 0 0,0-1-1 0 0,0 6 0 0 0,-2 9-64 0 0,0 0 0 0 0,-1 1 0 0 0,-1-1-1 0 0,-12 31 1 0 0,8-21 202 0 0,1-7 215 0 0,2 1-1 0 0,0-1 0 0 0,1 1 1 0 0,1 0-1 0 0,0 26 1 0 0,4-42-303 0 0,-1-1 0 0 0,0 1 0 0 0,1 0 0 0 0,0 0 0 0 0,0-1 0 0 0,1 1 0 0 0,-1 0 0 0 0,1-1 0 0 0,0 1 0 0 0,0-1 0 0 0,0 0 0 0 0,5 7 1 0 0,-4-9-41 0 0,-1 1 0 0 0,1 0 0 0 0,0-1 1 0 0,1 1-1 0 0,-1-1 0 0 0,0 0 0 0 0,1 0 1 0 0,-1 0-1 0 0,1-1 0 0 0,-1 1 0 0 0,1-1 1 0 0,0 0-1 0 0,0 0 0 0 0,-1 0 0 0 0,1 0 1 0 0,0-1-1 0 0,7 1 0 0 0,2-2 234 0 0,0 0 1 0 0,0-1-1 0 0,0 0 0 0 0,0-1 0 0 0,-1 0 1 0 0,1-1-1 0 0,-1 0 0 0 0,0-1 0 0 0,0-1 1 0 0,-1 0-1 0 0,1 0 0 0 0,17-14 0 0 0,-27 18-181 0 0,0 1-1 0 0,0-1 0 0 0,0 0 0 0 0,0 1 0 0 0,-1-1 0 0 0,1 0 0 0 0,0 0 0 0 0,-1 0 0 0 0,1 0 0 0 0,-1 0 0 0 0,0-1 0 0 0,0 1 0 0 0,0 0 0 0 0,0-1 1 0 0,0 1-1 0 0,0-1 0 0 0,-1 1 0 0 0,1-1 0 0 0,-1 1 0 0 0,1-1 0 0 0,-1 1 0 0 0,0-1 0 0 0,0 1 0 0 0,0-1 0 0 0,-1 0 0 0 0,1 1 0 0 0,-1-1 1 0 0,1 1-1 0 0,-2-5 0 0 0,-1 3 61 0 0,0-1-1 0 0,0 1 1 0 0,0-1 0 0 0,0 1 0 0 0,-1 0 0 0 0,0 0 0 0 0,1 1-1 0 0,-1-1 1 0 0,-1 1 0 0 0,1 0 0 0 0,0 0 0 0 0,-1 0 0 0 0,-7-3-1 0 0,-7-3 66 0 0,-1 1 0 0 0,1 1 0 0 0,-2 1 0 0 0,1 0-1 0 0,-31-3 1 0 0,31 7-885 0 0,1 0-1 0 0,0 2 1 0 0,-27 2-1 0 0,13 3-4596 0 0</inkml:trace>
</inkml:ink>
</file>

<file path=ppt/ink/ink2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0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139 37 4609 0 0,'-2'-2'421'0'0,"1"-1"0"0"0,0 1 0 0 0,0-1 0 0 0,-1 1 0 0 0,0 0 0 0 0,1 0 0 0 0,-1-1 0 0 0,0 1 1 0 0,0 0-1 0 0,0 1 0 0 0,0-1 0 0 0,-1 0 0 0 0,1 0 0 0 0,0 1 0 0 0,-1 0 0 0 0,1-1 0 0 0,-4 0 0 0 0,4 1-177 0 0,0 1 0 0 0,0 0-1 0 0,1 0 1 0 0,-1 0 0 0 0,0 1-1 0 0,1-1 1 0 0,-1 0 0 0 0,0 1 0 0 0,0-1-1 0 0,1 1 1 0 0,-1-1 0 0 0,1 1 0 0 0,-1 0-1 0 0,0 0 1 0 0,1 0 0 0 0,-1 0-1 0 0,1 0 1 0 0,0 0 0 0 0,-1 0 0 0 0,1 0-1 0 0,0 0 1 0 0,0 1 0 0 0,0-1-1 0 0,0 0 1 0 0,0 1 0 0 0,0-1 0 0 0,0 1-1 0 0,-1 2 1 0 0,-7 12-126 0 0,1 1 0 0 0,0 1 0 0 0,1 0 0 0 0,1 0 0 0 0,1 0 0 0 0,1 0 0 0 0,0 1 0 0 0,1 0 0 0 0,1 0-1 0 0,1 26 1 0 0,1-22-7 0 0,1-1 0 0 0,1 1-1 0 0,2-1 1 0 0,0 0-1 0 0,1 0 1 0 0,1 0-1 0 0,1-1 1 0 0,14 30 0 0 0,-16-42-1365 0 0,0 1 0 0 0,1-1 0 0 0,0 0 0 0 0,0-1 0 0 0,13 14 1 0 0</inkml:trace>
</inkml:ink>
</file>

<file path=ppt/ink/ink2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5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21 220 6913 0 0,'-3'-3'3'0'0,"1"-1"-1"0"0,0 1 0 0 0,0-1 0 0 0,0 0 1 0 0,0 0-1 0 0,1 1 0 0 0,-1-1 0 0 0,1 0 1 0 0,0 0-1 0 0,0 0 0 0 0,0-1 0 0 0,1 1 1 0 0,0 0-1 0 0,0 0 0 0 0,0 0 0 0 0,0 0 0 0 0,0-1 1 0 0,1 1-1 0 0,0 0 0 0 0,0 0 0 0 0,0 0 1 0 0,0 0-1 0 0,1 0 0 0 0,1-4 0 0 0,0 2 37 0 0,0 1 1 0 0,1-1-1 0 0,-1 1 0 0 0,1-1 0 0 0,0 1 0 0 0,1 0 0 0 0,-1 0 0 0 0,1 1 1 0 0,0-1-1 0 0,0 1 0 0 0,0 0 0 0 0,1 1 0 0 0,-1-1 0 0 0,12-4 0 0 0,9-1 572 0 0,-1 1 1 0 0,1 1-1 0 0,0 1 0 0 0,0 1 0 0 0,1 2 0 0 0,36-1 1 0 0,-61 4-614 0 0,-1 0 0 0 0,1 0 0 0 0,-1 0 0 0 0,1 0 0 0 0,-1 0 0 0 0,0 0 0 0 0,1 1 0 0 0,-1-1 0 0 0,1 0 0 0 0,-1 1 0 0 0,0-1 0 0 0,1 1 0 0 0,-1-1 0 0 0,0 1 0 0 0,0 0 0 0 0,1 0 0 0 0,-1-1 0 0 0,0 1 0 0 0,0 0 0 0 0,0 0 0 0 0,0 0 0 0 0,0 0 0 0 0,0 0 0 0 0,0 0 0 0 0,1 2 0 0 0,-2-1 0 0 0,1 1 0 0 0,-1-1 0 0 0,1 0 0 0 0,-1 0 0 0 0,0 1 0 0 0,1-1 0 0 0,-1 0 0 0 0,0 1 0 0 0,-1-1 0 0 0,1 0 0 0 0,0 1 0 0 0,-1-1 0 0 0,-1 5 0 0 0,-2 4-161 0 0,0 0 0 0 0,-2 0 0 0 0,1 0 0 0 0,-14 18 0 0 0,5-10 428 0 0,-1-1 0 0 0,-1 0 0 0 0,-1-1 0 0 0,0-1 0 0 0,-1-1 0 0 0,-1 0 0 0 0,0-1 0 0 0,-25 13 1 0 0,68-31 689 0 0,41-1 1 0 0,-46 4-535 0 0,0 2 1 0 0,0 0 0 0 0,-1 0 0 0 0,1 2 0 0 0,27 7-1 0 0,-34-6-699 0 0,0 0 0 0 0,-1 1 0 0 0,0 0 0 0 0,0 0 0 0 0,0 1 0 0 0,-1 1-1 0 0,1 0 1 0 0,-2 0 0 0 0,15 13 0 0 0,-14-9-857 0 0</inkml:trace>
</inkml:ink>
</file>

<file path=ppt/ink/ink2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8.1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384 23 11058 0 0,'-3'3'-325'0'0,"1"0"-1"0"0,-1 0 1 0 0,1 0-1 0 0,0 1 1 0 0,0-1-1 0 0,1 1 1 0 0,-3 5-1 0 0,-6 12-1241 0 0,0-7 978 0 0,0 0 1 0 0,-1-1 0 0 0,0 0 0 0 0,-1-1-1 0 0,-1 0 1 0 0,-16 12 0 0 0,10-11 1618 0 0,0 0 1 0 0,-1-1 0 0 0,0-2-1 0 0,0 0 1 0 0,-1-1 0 0 0,-1-1 0 0 0,-30 8-1 0 0,50-16-1031 0 0,0 1 0 0 0,0-1 0 0 0,0 1 0 0 0,0-1 1 0 0,0 0-1 0 0,0 0 0 0 0,0 0 0 0 0,0 0 0 0 0,0 0 0 0 0,0 0 0 0 0,0 0 0 0 0,0-1 0 0 0,0 1 0 0 0,0-1 0 0 0,0 0 0 0 0,0 1 0 0 0,0-1 0 0 0,0 0 0 0 0,1 0 0 0 0,-1 0 0 0 0,0 0 0 0 0,0-1 0 0 0,-1-1 0 0 0,1 0-104 0 0,0 0 0 0 0,0 1-1 0 0,0-1 1 0 0,1-1 0 0 0,-1 1 0 0 0,1 0-1 0 0,0 0 1 0 0,0 0 0 0 0,0-1 0 0 0,0 1 0 0 0,0 0-1 0 0,1-7 1 0 0,-1-1-33 0 0,1 0-1 0 0,1 1 1 0 0,0-1 0 0 0,0 1-1 0 0,1-1 1 0 0,1 1 0 0 0,-1-1-1 0 0,7-12 1 0 0,-5 16 116 0 0,0 0 0 0 0,1 1 0 0 0,-1-1 0 0 0,1 1-1 0 0,1 0 1 0 0,-1 1 0 0 0,1-1 0 0 0,0 1 0 0 0,1 0 0 0 0,-1 0 0 0 0,1 1 0 0 0,0 0 0 0 0,0 0 0 0 0,0 1 0 0 0,0 0 0 0 0,10-3 0 0 0,-7 3 37 0 0,1 0-1 0 0,-1 0 1 0 0,0 2 0 0 0,1-1 0 0 0,-1 1 0 0 0,1 1 0 0 0,0-1 0 0 0,-1 2 0 0 0,1 0 0 0 0,-1 0 0 0 0,21 6 0 0 0,-25-6 186 0 0,0 2 0 0 0,0-1 0 0 0,0 1 0 0 0,0 0 1 0 0,-1 0-1 0 0,1 0 0 0 0,-1 1 0 0 0,0 0 0 0 0,0 0 0 0 0,0 1 1 0 0,0-1-1 0 0,-1 1 0 0 0,0 0 0 0 0,0 0 0 0 0,0 0 0 0 0,0 1 0 0 0,-1-1 1 0 0,0 1-1 0 0,4 10 0 0 0,-5-9 58 0 0,0 1 1 0 0,-1-1-1 0 0,1 1 0 0 0,-1-1 1 0 0,-1 1-1 0 0,1 0 1 0 0,-2-1-1 0 0,1 1 0 0 0,-1-1 1 0 0,0 1-1 0 0,0-1 0 0 0,-1 1 1 0 0,0-1-1 0 0,0 0 0 0 0,-1 1 1 0 0,-4 8-1 0 0,-26 54 212 0 0,29-56-1056 0 0</inkml:trace>
</inkml:ink>
</file>

<file path=ppt/ink/ink2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9.4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 8290 0 0,'2'0'1853'0'0,"-2"-1"-1756"0"0,1 1-1 0 0,0 0 1 0 0,-1-1 0 0 0,1 1-1 0 0,0 0 1 0 0,-1 0 0 0 0,1-1-1 0 0,0 1 1 0 0,-1 0 0 0 0,1 0-1 0 0,0 0 1 0 0,0 0 0 0 0,-1 0-1 0 0,1 0 1 0 0,0 0 0 0 0,0 0-1 0 0,-1 0 1 0 0,1 1 0 0 0,0-1-1 0 0,-1 0 1 0 0,1 0 0 0 0,0 1-1 0 0,-1-1 1 0 0,1 0-1 0 0,0 1 1 0 0,-1-1 0 0 0,1 1-1 0 0,-1-1 1 0 0,2 1 0 0 0,2 5 140 0 0,1-1 1 0 0,-1 1-1 0 0,-1 0 1 0 0,1 1-1 0 0,-1-1 1 0 0,0 1-1 0 0,0-1 1 0 0,-1 1-1 0 0,0 0 1 0 0,0 0-1 0 0,1 13 1 0 0,6 30 961 0 0,-4-14-1053 0 0,2 0-1 0 0,1 0 1 0 0,2 0-1 0 0,26 60 1 0 0,-19-60-3731 0 0</inkml:trace>
</inkml:ink>
</file>

<file path=ppt/ink/ink2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2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115 215 2761 0 0,'-15'-9'-722'0'0,"2"0"669"0"0,-1 1-1 0 0,1-2 0 0 0,1 0 1 0 0,-14-13-1 0 0,24 21 242 0 0,0 0 0 0 0,1 0 1 0 0,-1 0-1 0 0,0 0 0 0 0,1 0 0 0 0,-1 0 0 0 0,1 0 0 0 0,-1 0 0 0 0,1-1 0 0 0,0 1 0 0 0,0-1 0 0 0,0 1 0 0 0,1-1 0 0 0,-1 1 0 0 0,0-1 0 0 0,1 1 1 0 0,0-1-1 0 0,0 0 0 0 0,-1 1 0 0 0,1-1 0 0 0,1 1 0 0 0,-1-1 0 0 0,0 0 0 0 0,1 1 0 0 0,-1-1 0 0 0,1 1 0 0 0,0-1 0 0 0,0 1 0 0 0,0-1 0 0 0,0 1 1 0 0,0 0-1 0 0,3-5 0 0 0,1 3-74 0 0,0-1 0 0 0,0 1 0 0 0,0 0 1 0 0,0 0-1 0 0,0 0 0 0 0,1 1 0 0 0,0 0 0 0 0,0 0 1 0 0,0 0-1 0 0,0 1 0 0 0,0 0 0 0 0,7-2 1 0 0,8-1-336 0 0,0 1 1 0 0,29-3 0 0 0,-41 6 174 0 0,-1 1 0 0 0,0 0 0 0 0,1 0 0 0 0,-1 0 0 0 0,1 1 0 0 0,-1 0 0 0 0,15 5 0 0 0,-21-5 32 0 0,1 0 1 0 0,0 1 0 0 0,-1-1 0 0 0,1 1 0 0 0,-1-1 0 0 0,1 1 0 0 0,-1 0 0 0 0,0 0-1 0 0,1 0 1 0 0,-1 0 0 0 0,0 0 0 0 0,-1 1 0 0 0,1-1 0 0 0,0 1 0 0 0,-1-1 0 0 0,1 1-1 0 0,-1-1 1 0 0,0 1 0 0 0,0 0 0 0 0,0 0 0 0 0,0 0 0 0 0,0 0 0 0 0,-1-1 0 0 0,1 1 0 0 0,-1 4-1 0 0,1 0 79 0 0,-1 0-1 0 0,-1-1 1 0 0,1 1-1 0 0,-1 0 0 0 0,0 0 1 0 0,-1-1-1 0 0,1 1 0 0 0,-2 0 1 0 0,1-1-1 0 0,0 0 1 0 0,-1 0-1 0 0,-1 0 0 0 0,1 0 1 0 0,-1 0-1 0 0,1 0 0 0 0,-2-1 1 0 0,1 0-1 0 0,-1 0 1 0 0,-8 8-1 0 0,5-6 109 0 0,0 0 0 0 0,-1-1 1 0 0,0 0-1 0 0,0-1 0 0 0,0 0 0 0 0,0 0 0 0 0,-1-1 1 0 0,0 0-1 0 0,1-1 0 0 0,-2 0 0 0 0,1 0 1 0 0,-14 1-1 0 0,22-4-180 0 0,1 1 0 0 0,-1-1 0 0 0,1 0 1 0 0,0 0-1 0 0,-1 1 0 0 0,1-1 0 0 0,-1 0 0 0 0,1 0 0 0 0,-1-1 1 0 0,1 1-1 0 0,-1 0 0 0 0,1 0 0 0 0,0-1 0 0 0,-1 1 1 0 0,-1-2-1 0 0,17-7-680 0 0,39-11-128 0 0,-10 9-76 0 0,-20 6-2398 0 0</inkml:trace>
</inkml:ink>
</file>

<file path=ppt/ink/ink2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8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30 6913 0 0,'4'-3'239'0'0,"0"-1"-1"0"0,0 1 1 0 0,1 1-1 0 0,-1-1 1 0 0,1 1-1 0 0,-1 0 0 0 0,1 0 1 0 0,0 0-1 0 0,0 0 1 0 0,0 1-1 0 0,0 0 1 0 0,0 0-1 0 0,0 0 0 0 0,0 1 1 0 0,0 0-1 0 0,7 0 1 0 0,-2 0 47 0 0,-1 1-1 0 0,1 1 1 0 0,0-1 0 0 0,-1 1 0 0 0,1 1 0 0 0,-1 0 0 0 0,15 7 0 0 0,191 89 1272 0 0,-68-42-7555 0 0,-129-51 2183 0 0</inkml:trace>
</inkml:ink>
</file>

<file path=ppt/ink/ink2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4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 11979 0 0,'0'0'18'0'0,"0"0"1"0"0,0 0 0 0 0,0 0 0 0 0,0 0 0 0 0,0 0 0 0 0,1 0 0 0 0,-1-1 0 0 0,0 1-1 0 0,0 0 1 0 0,0 0 0 0 0,0 0 0 0 0,0 0 0 0 0,0 0 0 0 0,0 0 0 0 0,0 0 0 0 0,1-1-1 0 0,-1 1 1 0 0,0 0 0 0 0,0 0 0 0 0,0 0 0 0 0,0 0 0 0 0,0 0 0 0 0,0 0 0 0 0,1 0-1 0 0,-1 0 1 0 0,0 0 0 0 0,0 0 0 0 0,0 0 0 0 0,0 0 0 0 0,0 0 0 0 0,1 0 0 0 0,-1 0-1 0 0,0 0 1 0 0,0 0 0 0 0,0 0 0 0 0,0 0 0 0 0,0 0 0 0 0,1 0 0 0 0,-1 0 0 0 0,0 0-1 0 0,0 0 1 0 0,0 0 0 0 0,0 0 0 0 0,0 0 0 0 0,1 1 0 0 0,-1-1 0 0 0,0 0 0 0 0,0 0 0 0 0,0 0-1 0 0,0 0 1 0 0,0 0 0 0 0,0 0 0 0 0,0 0 0 0 0,0 0 0 0 0,0 1 0 0 0,1-1 0 0 0,-1 0-1 0 0,0 0 1 0 0,0 0 0 0 0,0 0 0 0 0,0 0 0 0 0,0 1 0 0 0,0-1 0 0 0,0 0 0 0 0,0 0-1 0 0,7 9-567 0 0,-4 1 456 0 0,-1 0 1 0 0,0 1-1 0 0,0-1 1 0 0,-1 1-1 0 0,0-1 1 0 0,-1 1-1 0 0,-2 12 1 0 0,2 15 617 0 0,2-9-455 0 0,1 0 0 0 0,2 0 0 0 0,1 0-1 0 0,1 0 1 0 0,1-1 0 0 0,2 0 0 0 0,13 28 0 0 0,-18-47-70 0 0,-1-5 0 0 0</inkml:trace>
</inkml:ink>
</file>

<file path=ppt/ink/ink2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7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42 130 9674 0 0,'-1'1'-93'0'0,"-1"-1"0"0"0,0 1 0 0 0,1-1 0 0 0,-1 1 0 0 0,1 0 0 0 0,-1-1-1 0 0,1 1 1 0 0,-1 0 0 0 0,1 0 0 0 0,0 0 0 0 0,-1 0 0 0 0,1 1 0 0 0,0-1 0 0 0,0 0 0 0 0,0 0 0 0 0,0 1 0 0 0,0-1 0 0 0,0 1-1 0 0,0-1 1 0 0,0 1 0 0 0,1-1 0 0 0,-1 1 0 0 0,1-1 0 0 0,-1 3 0 0 0,-2 6-532 0 0,0-1 0 0 0,1 1 0 0 0,0-1 0 0 0,0 19 0 0 0,2-20 911 0 0,0 0 0 0 0,1 0 1 0 0,0 0-1 0 0,0 0 0 0 0,1 0 0 0 0,0 0 0 0 0,0 0 0 0 0,1-1 1 0 0,5 13-1 0 0,-4-14-12 0 0,0 0 0 0 0,-1 0 0 0 0,2-1 0 0 0,-1 0-1 0 0,1 1 1 0 0,0-1 0 0 0,0-1 0 0 0,0 1 0 0 0,1-1 0 0 0,-1 0 0 0 0,1 0 0 0 0,0 0 0 0 0,0-1 0 0 0,1 0 0 0 0,-1 0 0 0 0,1-1 0 0 0,-1 0 0 0 0,1 0 0 0 0,0 0 0 0 0,0-1 0 0 0,7 1 0 0 0,-4-2-281 0 0,1 0 0 0 0,-1 0-1 0 0,0-1 1 0 0,0 0 0 0 0,1-1 0 0 0,-1 0 0 0 0,0-1 0 0 0,0 0 0 0 0,-1 0 0 0 0,1-1-1 0 0,-1-1 1 0 0,0 1 0 0 0,0-1 0 0 0,0-1 0 0 0,-1 0 0 0 0,10-8 0 0 0,-13 10-12 0 0,0 0 1 0 0,-1 0-1 0 0,0-1 1 0 0,0 1 0 0 0,0-1-1 0 0,0 0 1 0 0,-1-1-1 0 0,0 1 1 0 0,0 0 0 0 0,0-1-1 0 0,-1 0 1 0 0,0 1-1 0 0,0-1 1 0 0,0 0 0 0 0,-1 0-1 0 0,1 0 1 0 0,-1-1-1 0 0,-1 1 1 0 0,0 0 0 0 0,1 0-1 0 0,-2 0 1 0 0,1 0-1 0 0,-1-1 1 0 0,0 1 0 0 0,0 0-1 0 0,-1 0 1 0 0,1 0-1 0 0,-4-7 1 0 0,0 3-106 0 0,0 0 0 0 0,-1 1 0 0 0,0 0 0 0 0,0 0 1 0 0,-1 0-1 0 0,0 0 0 0 0,0 1 0 0 0,-1 0 0 0 0,0 1 0 0 0,0 0 0 0 0,-12-8 0 0 0,6 7-282 0 0,0 0 0 0 0,-1 0 0 0 0,1 1 0 0 0,-2 1 1 0 0,1 1-1 0 0,-1 0 0 0 0,-16-3 0 0 0,-13 1-683 0 0</inkml:trace>
</inkml:ink>
</file>

<file path=ppt/ink/ink2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2.9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10570 0 0,'12'30'481'0'0,"-1"0"0"0"0,-1 1 1 0 0,-2 0-1 0 0,-2 1 0 0 0,5 46 0 0 0,-5-30-312 0 0,17 59 0 0 0,-13-72 7 0 0,24 53 0 0 0,-27-73-593 0 0,1-1 0 0 0,0 1-1 0 0,1-1 1 0 0,1-1 0 0 0,20 23 0 0 0,-20-26-3849 0 0</inkml:trace>
</inkml:ink>
</file>

<file path=ppt/ink/ink2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5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1 135 3681 0 0,'0'-3'135'0'0,"0"0"0"0"0,-1 0 0 0 0,1-1 1 0 0,1 1-1 0 0,-1 0 0 0 0,0 0 0 0 0,1-1 0 0 0,0 1 1 0 0,0 0-1 0 0,0 0 0 0 0,0 0 0 0 0,0 0 0 0 0,0 0 1 0 0,1 0-1 0 0,0 0 0 0 0,2-3 0 0 0,0 0 146 0 0,0 0 0 0 0,0 1 1 0 0,0-1-1 0 0,1 1 0 0 0,0 0 0 0 0,11-9 0 0 0,-8 10-45 0 0,1-1 0 0 0,0 1 0 0 0,0 0 0 0 0,0 1 0 0 0,1 0 0 0 0,-1 0 0 0 0,1 1 0 0 0,0 1 0 0 0,0 0 0 0 0,-1 0 0 0 0,1 0 0 0 0,0 1 0 0 0,0 1 0 0 0,0 0 0 0 0,15 3 0 0 0,-24-3-240 0 0,0-1 1 0 0,0 0 0 0 0,1 1-1 0 0,-1 0 1 0 0,0-1 0 0 0,0 1 0 0 0,0 0-1 0 0,0-1 1 0 0,0 1 0 0 0,0 0-1 0 0,0 0 1 0 0,0 0 0 0 0,0 0 0 0 0,0 0-1 0 0,0 0 1 0 0,-1 0 0 0 0,1 0 0 0 0,0 0-1 0 0,-1 0 1 0 0,1 1 0 0 0,0 1-1 0 0,0 0-26 0 0,-1 0 0 0 0,0-1 0 0 0,0 1 0 0 0,0 0 0 0 0,0 0 0 0 0,0-1 0 0 0,0 1 0 0 0,-1 0 0 0 0,1-1 0 0 0,-2 4 0 0 0,-3 7-101 0 0,0 0 0 0 0,-1-1 1 0 0,-11 17-1 0 0,13-22 154 0 0,-17 29 909 0 0,-2-1-1 0 0,-1-1 1 0 0,-47 51 0 0 0,71-85-899 0 0,0 0 0 0 0,0 0 1 0 0,0 0-1 0 0,0 0 0 0 0,0 0 0 0 0,1-1 0 0 0,-1 1 1 0 0,0 0-1 0 0,0 0 0 0 0,0 0 0 0 0,0 0 0 0 0,0 0 0 0 0,0 0 1 0 0,0 0-1 0 0,1 0 0 0 0,-1 0 0 0 0,0 0 0 0 0,0 0 0 0 0,0 0 1 0 0,0 0-1 0 0,0 1 0 0 0,0-1 0 0 0,0 0 0 0 0,1 0 1 0 0,-1 0-1 0 0,0 0 0 0 0,0 0 0 0 0,0 0 0 0 0,0 0 0 0 0,0 0 1 0 0,0 0-1 0 0,0 0 0 0 0,0 0 0 0 0,0 0 0 0 0,1 1 1 0 0,-1-1-1 0 0,0 0 0 0 0,0 0 0 0 0,0 0 0 0 0,0 0 0 0 0,0 0 1 0 0,0 0-1 0 0,0 0 0 0 0,0 0 0 0 0,0 1 0 0 0,0-1 0 0 0,0 0 1 0 0,0 0-1 0 0,0 0 0 0 0,0 0 0 0 0,0 0 0 0 0,0 0 1 0 0,0 1-1 0 0,0-1 0 0 0,0 0 0 0 0,0 0 0 0 0,0 0 0 0 0,0 0 1 0 0,0 0-1 0 0,0 0 0 0 0,0 0 0 0 0,0 0 0 0 0,0 1 0 0 0,-1-1 1 0 0,1 0-1 0 0,0 0 0 0 0,19-2 917 0 0,22-7-106 0 0,-6 0-316 0 0,117-26 830 0 0,-123 30-2287 0 0,0 2-1 0 0,0 0 1 0 0,38 3 0 0 0,-39 3-2609 0 0,-15 0-1463 0 0</inkml:trace>
</inkml:ink>
</file>

<file path=ppt/ink/ink2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9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56 1 4609 0 0,'0'0'87'0'0,"-1"0"1"0"0,0 0-1 0 0,1 0 1 0 0,-1 0-1 0 0,0 0 1 0 0,1 0-1 0 0,-1 0 0 0 0,0 0 1 0 0,1 0-1 0 0,-1 0 1 0 0,1 0-1 0 0,-1 0 1 0 0,0 1-1 0 0,1-1 1 0 0,-1 0-1 0 0,0 0 0 0 0,1 1 1 0 0,-1-1-1 0 0,1 0 1 0 0,-1 1-1 0 0,1-1 1 0 0,-1 1-1 0 0,1-1 1 0 0,-1 0-1 0 0,1 1 0 0 0,-1 0 1 0 0,-12 23 535 0 0,-2 35-346 0 0,12-48 424 0 0,0 4-274 0 0,1 0 0 0 0,0-1 1 0 0,1 1-1 0 0,1 1 0 0 0,0-1 0 0 0,1 0 0 0 0,0 0 0 0 0,5 15 1 0 0,-4-20-639 0 0,1 0 0 0 0,0 0 0 0 0,1 0 0 0 0,0 0 0 0 0,1-1 0 0 0,0 0 0 0 0,9 13 0 0 0,-7-12-3732 0 0</inkml:trace>
</inkml:ink>
</file>

<file path=ppt/ink/ink2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2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14627 0 0,'2'3'201'0'0,"-1"0"0"0"0,1 0 0 0 0,-1 0-1 0 0,0 1 1 0 0,1-1 0 0 0,-1 1 0 0 0,-1-1 0 0 0,1 1 0 0 0,0-1-1 0 0,-1 1 1 0 0,0 6 0 0 0,0 51 40 0 0,0-52-313 0 0,-2 121-2264 0 0,8-43-2969 0 0,-1-47 1165 0 0</inkml:trace>
</inkml:ink>
</file>

<file path=ppt/ink/ink2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9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84 8754 0 0,'0'-17'530'0'0,"1"1"1"0"0,1-1-1 0 0,4-16 1 0 0,3 64 1821 0 0,-7 17-1058 0 0,-4 76-1 0 0,-1-75-174 0 0,6 73-1 0 0,0-88-2398 0 0,12 50 1 0 0,-12-75 900 0 0,-1-1 0 0 0,1 1 0 0 0,0 0 0 0 0,1-1 0 0 0,0 1 0 0 0,0-1 1 0 0,1 0-1 0 0,0-1 0 0 0,1 1 0 0 0,10 11 0 0 0,-4-8-3969 0 0</inkml:trace>
</inkml:ink>
</file>

<file path=ppt/ink/ink2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5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17 146 8754 0 0,'-2'-3'-16'0'0,"0"0"0"0"0,0 0 1 0 0,0 0-1 0 0,1 0 0 0 0,-1 0 0 0 0,1 0 0 0 0,0-1 1 0 0,0 1-1 0 0,0 0 0 0 0,0-1 0 0 0,1 1 1 0 0,-1-1-1 0 0,1 1 0 0 0,0-1 0 0 0,0 1 0 0 0,1-1 1 0 0,-1 1-1 0 0,0-1 0 0 0,1 1 0 0 0,0-1 1 0 0,0 1-1 0 0,0 0 0 0 0,0-1 0 0 0,1 1 0 0 0,-1 0 1 0 0,1 0-1 0 0,0 0 0 0 0,0 0 0 0 0,0 0 1 0 0,0 1-1 0 0,1-1 0 0 0,-1 0 0 0 0,1 1 1 0 0,3-3-1 0 0,-1 1-33 0 0,0 1 0 0 0,0-1-1 0 0,0 1 1 0 0,1 0 0 0 0,0 0 0 0 0,-1 1 0 0 0,1 0 0 0 0,0 0 0 0 0,0 0 0 0 0,0 1 0 0 0,0 0 0 0 0,8-1-1 0 0,-12 2 123 0 0,1 0 0 0 0,-1 0 1 0 0,0 0-1 0 0,0 0 0 0 0,0 1 0 0 0,0-1 0 0 0,0 1 0 0 0,1-1 0 0 0,-1 1 0 0 0,0 0 0 0 0,0-1 0 0 0,0 1 0 0 0,-1 0 0 0 0,1 1 0 0 0,0-1 0 0 0,0 0 0 0 0,0 0 0 0 0,-1 1 0 0 0,1-1 0 0 0,-1 1 0 0 0,1 0 0 0 0,-1-1 0 0 0,0 1 0 0 0,1 0 0 0 0,-1 0 0 0 0,0 0 0 0 0,0 0 0 0 0,0-1 0 0 0,-1 2 0 0 0,1-1 0 0 0,0 0 0 0 0,-1 0 0 0 0,1 0 0 0 0,-1 0 0 0 0,0 0 0 0 0,0 0 0 0 0,0 4 0 0 0,0 5-103 0 0,0 0-1 0 0,-1-1 1 0 0,-1 1-1 0 0,0 0 1 0 0,0-1-1 0 0,-1 1 1 0 0,0-1-1 0 0,-1 0 1 0 0,-5 10-1 0 0,-3 5 566 0 0,-1-1 0 0 0,-23 30 0 0 0,22-37 482 0 0,11-14-628 0 0,0 0 1 0 0,-1 1-1 0 0,1-1 1 0 0,1 1-1 0 0,-1 0 1 0 0,0 0-1 0 0,1 0 1 0 0,0 0 0 0 0,0 0-1 0 0,-2 8 1 0 0,4-11-302 0 0,1-1 0 0 0,-1 1 1 0 0,1 0-1 0 0,0-1 0 0 0,-1 1 1 0 0,1-1-1 0 0,0 1 1 0 0,0-1-1 0 0,-1 1 0 0 0,1-1 1 0 0,0 0-1 0 0,0 1 0 0 0,-1-1 1 0 0,1 0-1 0 0,0 0 1 0 0,0 0-1 0 0,0 1 0 0 0,0-1 1 0 0,-1 0-1 0 0,1 0 0 0 0,0 0 1 0 0,0 0-1 0 0,0 0 0 0 0,0-1 1 0 0,0 1-1 0 0,-1 0 1 0 0,1 0-1 0 0,0-1 0 0 0,1 1 1 0 0,33-7 517 0 0,-32 7-457 0 0,69-18 190 0 0,61-12-750 0 0,-115 27-1354 0 0,1 2 0 0 0,33 1 0 0 0</inkml:trace>
</inkml:ink>
</file>

<file path=ppt/ink/ink2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8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 7834 0 0,'-1'1'48'0'0,"1"-1"0"0"0,-1 1 0 0 0,1 0 1 0 0,-1 0-1 0 0,1 0 0 0 0,0-1 0 0 0,-1 1 0 0 0,1 0 1 0 0,0 0-1 0 0,0 0 0 0 0,-1 0 0 0 0,1 0 1 0 0,0 0-1 0 0,0-1 0 0 0,0 1 0 0 0,0 0 0 0 0,0 0 1 0 0,0 0-1 0 0,0 0 0 0 0,1 0 0 0 0,-1 0 0 0 0,0 1 1 0 0,7 28 249 0 0,-5-21-9 0 0,-1-6-266 0 0,27 120 2612 0 0,-1-43-5917 0 0,-18-58-543 0 0</inkml:trace>
</inkml:ink>
</file>

<file path=ppt/ink/ink2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6.3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0 140 6913 0 0,'1'-3'66'0'0,"-1"1"-1"0"0,1-1 1 0 0,-1 0-1 0 0,1 1 1 0 0,0-1-1 0 0,1 1 0 0 0,-1-1 1 0 0,0 1-1 0 0,1 0 1 0 0,-1-1-1 0 0,1 1 1 0 0,1-2-1 0 0,29-30-1241 0 0,-19 20 432 0 0,7-7-408 0 0,9-1 3565 0 0,-25 19-1961 0 0,1 1 1 0 0,0 0-1 0 0,0 0 1 0 0,0 1-1 0 0,1-1 1 0 0,-1 1-1 0 0,0 0 1 0 0,1 1 0 0 0,-1-1-1 0 0,7 1 1 0 0,-4 0-186 0 0,-1 0 0 0 0,1 1 0 0 0,-1-1 0 0 0,0 1 0 0 0,1 1 0 0 0,10 3 0 0 0,-15-4-230 0 0,-1 0 0 0 0,0 0-1 0 0,0 0 1 0 0,0 1 0 0 0,1-1-1 0 0,-1 1 1 0 0,0-1 0 0 0,-1 1-1 0 0,1 0 1 0 0,0 0-1 0 0,-1 0 1 0 0,1 0 0 0 0,-1 0-1 0 0,1 0 1 0 0,-1 0 0 0 0,0 1-1 0 0,0-1 1 0 0,0 0 0 0 0,0 1-1 0 0,0-1 1 0 0,-1 1 0 0 0,2 4-1 0 0,-1 0 156 0 0,0 1-1 0 0,0-1 1 0 0,0 1-1 0 0,-1 0 1 0 0,0-1-1 0 0,-1 1 1 0 0,0-1-1 0 0,0 1 1 0 0,0-1-1 0 0,-1 1 1 0 0,0-1-1 0 0,0 0 1 0 0,-1 1-1 0 0,0-1 1 0 0,-1 0-1 0 0,1-1 1 0 0,-1 1-1 0 0,0-1 1 0 0,-1 0-1 0 0,0 0 1 0 0,-7 8-1 0 0,68-33 2854 0 0,-23 8-3312 0 0,2 2 0 0 0,38-5 0 0 0,-10 4-3065 0 0,-34 6 96 0 0,21-3-3086 0 0</inkml:trace>
</inkml:ink>
</file>

<file path=ppt/ink/ink2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6.3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0 0 2417 0 0</inkml:trace>
</inkml:ink>
</file>

<file path=ppt/ink/ink2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7.6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442 107 2761 0 0,'-5'1'17'0'0,"0"0"-1"0"0,0 0 1 0 0,0 1 0 0 0,0-1 0 0 0,0 1 0 0 0,1 0 0 0 0,-1 1 0 0 0,1-1 0 0 0,0 1 0 0 0,-1-1 0 0 0,1 1 0 0 0,1 1 0 0 0,-5 2 0 0 0,-14 11 31 0 0,-14 9 111 0 0,1 2 0 0 0,2 1 0 0 0,1 1-1 0 0,1 2 1 0 0,2 1 0 0 0,1 1 0 0 0,2 2 0 0 0,-43 77 0 0 0,63-102 104 0 0,1 1 1 0 0,0 0-1 0 0,1 0 1 0 0,1 0-1 0 0,0 1 1 0 0,0-1-1 0 0,1 1 1 0 0,0 13 0 0 0,2-19-132 0 0,-1 0 0 0 0,2 0 0 0 0,-1 0 0 0 0,1 0 0 0 0,-1 0-1 0 0,2 0 1 0 0,-1-1 0 0 0,1 1 0 0 0,0-1 0 0 0,1 1 0 0 0,-1-1 0 0 0,1 1 0 0 0,1-1 0 0 0,-1 0 0 0 0,1-1 0 0 0,6 9 0 0 0,-8-12-114 0 0,0 0 0 0 0,0-1 0 0 0,-1 1-1 0 0,1-1 1 0 0,0 0 0 0 0,0 1 0 0 0,0-1-1 0 0,1 0 1 0 0,-1 0 0 0 0,0 0 0 0 0,0 0-1 0 0,0-1 1 0 0,1 1 0 0 0,-1-1 0 0 0,1 1-1 0 0,-1-1 1 0 0,0 0 0 0 0,1 0 0 0 0,3 0-1 0 0,-2-1 33 0 0,1 0-1 0 0,-1 0 1 0 0,0-1-1 0 0,1 1 0 0 0,-1-1 1 0 0,0 0-1 0 0,0 0 1 0 0,0-1-1 0 0,6-4 1 0 0,2-3 237 0 0,0-1 0 0 0,0 0 1 0 0,-1-1-1 0 0,16-24 0 0 0,-17 20-329 0 0,-1 0 1 0 0,0-1-1 0 0,-1 0 0 0 0,-1 0 1 0 0,-1-1-1 0 0,0 0 0 0 0,-2 0 1 0 0,0-1-1 0 0,-1 1 0 0 0,0-1 1 0 0,-2 0-1 0 0,0 0 0 0 0,-1 1 1 0 0,-1-1-1 0 0,-1 0 0 0 0,-1 0 1 0 0,0 1-1 0 0,-1 0 0 0 0,-1 0 1 0 0,-1 0-1 0 0,-1 0 0 0 0,0 1 1 0 0,-12-20-1 0 0,18 35 28 0 0,0 0 0 0 0,0 0 0 0 0,0 0-1 0 0,-1 0 1 0 0,1 0 0 0 0,-1 0 0 0 0,0 1 0 0 0,1-1 0 0 0,-1 0 0 0 0,0 1 0 0 0,0-1-1 0 0,0 1 1 0 0,0 0 0 0 0,0 0 0 0 0,0 0 0 0 0,0 0 0 0 0,-1 0 0 0 0,1 0 0 0 0,-4-1 0 0 0,4 2 9 0 0,0 1-1 0 0,0-1 1 0 0,0 0 0 0 0,1 1 0 0 0,-1-1 0 0 0,0 1 0 0 0,0-1 0 0 0,1 1 0 0 0,-1 0 0 0 0,0 0 0 0 0,1 0 0 0 0,-1 0 0 0 0,1 0 0 0 0,-1 0 0 0 0,1 0 0 0 0,0 0 0 0 0,-1 1 0 0 0,1-1 0 0 0,0 0-1 0 0,0 1 1 0 0,0-1 0 0 0,0 1 0 0 0,0 0 0 0 0,0-1 0 0 0,0 1 0 0 0,0 2 0 0 0,-8 16 65 0 0,1-1 0 0 0,1 1 0 0 0,1 1 0 0 0,1-1 0 0 0,1 1 0 0 0,1 0 0 0 0,0 0 0 0 0,1 24 0 0 0,2-31 59 0 0,1 1 0 0 0,0 0 0 0 0,1-1 1 0 0,1 1-1 0 0,0-1 0 0 0,1 0 0 0 0,0 0 1 0 0,1 0-1 0 0,1 0 0 0 0,0-1 0 0 0,1 0 1 0 0,12 18-1 0 0,-13-23-60 0 0,1-1-1 0 0,0 0 1 0 0,0 0 0 0 0,1-1 0 0 0,0 1 0 0 0,0-2-1 0 0,0 1 1 0 0,1-1 0 0 0,14 7 0 0 0,-20-11-9 0 0,0 0 1 0 0,0 1-1 0 0,0-1 0 0 0,0 0 1 0 0,0 0-1 0 0,0 0 1 0 0,0-1-1 0 0,1 1 0 0 0,-1-1 1 0 0,0 0-1 0 0,0 0 1 0 0,0 0-1 0 0,1 0 0 0 0,-1-1 1 0 0,0 1-1 0 0,0-1 1 0 0,0 1-1 0 0,1-1 0 0 0,-1 0 1 0 0,0-1-1 0 0,0 1 1 0 0,-1 0-1 0 0,1-1 0 0 0,0 0 1 0 0,0 0-1 0 0,-1 0 1 0 0,1 0-1 0 0,-1 0 0 0 0,1 0 1 0 0,-1 0-1 0 0,0-1 1 0 0,3-4-1 0 0,1-2-43 0 0,-2 0 1 0 0,1 0-1 0 0,-1-1 0 0 0,0 0 1 0 0,-1 0-1 0 0,0 0 0 0 0,-1 0 1 0 0,0 0-1 0 0,-1 0 0 0 0,1 0 1 0 0,-2-1-1 0 0,0 1 0 0 0,0 0 1 0 0,-2-12-1 0 0,1 14-169 0 0,-1 0 1 0 0,0 0 0 0 0,0 0-1 0 0,-1 0 1 0 0,0 0-1 0 0,-1 1 1 0 0,1-1-1 0 0,-1 1 1 0 0,-1 0-1 0 0,1 0 1 0 0,-1 1-1 0 0,0-1 1 0 0,-1 1-1 0 0,0 0 1 0 0,0 0-1 0 0,0 1 1 0 0,0 0 0 0 0,-9-6-1 0 0,11 9 74 0 0,0 0 0 0 0,0 0 0 0 0,-1 0-1 0 0,1 0 1 0 0,0 1 0 0 0,-1 0 0 0 0,1-1 0 0 0,-1 2-1 0 0,1-1 1 0 0,-1 0 0 0 0,0 1 0 0 0,1 0 0 0 0,-1 0-1 0 0,0 0 1 0 0,-4 2 0 0 0,1 0 43 0 0,1 0 0 0 0,-1 0 1 0 0,1 1-1 0 0,0 0 0 0 0,0 0 0 0 0,0 0 0 0 0,1 1 0 0 0,-10 7 1 0 0,4-2 78 0 0,1 1 1 0 0,0 0 0 0 0,1 1 0 0 0,1 0-1 0 0,-1 0 1 0 0,2 1 0 0 0,-1 0 0 0 0,2 0-1 0 0,-8 15 1 0 0,14-24 28 0 0,-1 1 0 0 0,1-1 0 0 0,-1 0 0 0 0,1 1 1 0 0,0-1-1 0 0,1 1 0 0 0,-1-1 0 0 0,0 1 0 0 0,1-1 0 0 0,0 1 0 0 0,0 0 0 0 0,0-1 0 0 0,0 1 0 0 0,1-1 0 0 0,-1 1 1 0 0,1-1-1 0 0,0 1 0 0 0,0-1 0 0 0,0 1 0 0 0,0-1 0 0 0,1 0 0 0 0,-1 1 0 0 0,4 3 0 0 0,-2-3 4 0 0,0-1 0 0 0,1 0 0 0 0,-1-1 0 0 0,1 1 0 0 0,-1 0 0 0 0,1-1 0 0 0,0 0 0 0 0,0 0 0 0 0,0 0 0 0 0,0-1 0 0 0,0 1 0 0 0,1-1 0 0 0,-1 0 0 0 0,0 0 0 0 0,1 0 0 0 0,-1-1 0 0 0,1 1 0 0 0,7-1 0 0 0,1-1 82 0 0,0 0 0 0 0,0-1-1 0 0,0-1 1 0 0,0 0-1 0 0,0 0 1 0 0,-1-1 0 0 0,0-1-1 0 0,1 0 1 0 0,-2-1 0 0 0,1 0-1 0 0,11-9 1 0 0,-9 6-108 0 0,0-1 0 0 0,-1-1 1 0 0,-1 0-1 0 0,0-1 0 0 0,0 0 1 0 0,-1-1-1 0 0,-1 0 0 0 0,12-18 1 0 0,-3-10-619 0 0,-18 39 480 0 0,-1 0 0 0 0,1-1 0 0 0,0 1 0 0 0,-1 0-1 0 0,1-1 1 0 0,-1 1 0 0 0,0 0 0 0 0,0-1 0 0 0,0 1 0 0 0,0-1 0 0 0,0 1 0 0 0,0 0 0 0 0,-1-1 0 0 0,1 1 0 0 0,-1-1-1 0 0,-1-1 1 0 0,2 3 51 0 0,-1 1-1 0 0,1-1 1 0 0,0 1-1 0 0,-1-1 0 0 0,0 1 1 0 0,1 0-1 0 0,-1-1 1 0 0,1 1-1 0 0,-1 0 0 0 0,1-1 1 0 0,-1 1-1 0 0,0 0 1 0 0,1 0-1 0 0,-1 0 0 0 0,1-1 1 0 0,-1 1-1 0 0,0 0 1 0 0,1 0-1 0 0,-1 0 0 0 0,0 0 1 0 0,1 0-1 0 0,-1 0 1 0 0,0 0-1 0 0,1 0 0 0 0,-1 1 1 0 0,0-1-1 0 0,1 0 1 0 0,-1 0-1 0 0,1 0 0 0 0,-1 1 1 0 0,0-1-1 0 0,1 0 0 0 0,-1 1 1 0 0,1-1-1 0 0,-1 1 1 0 0,1-1-1 0 0,-1 0 0 0 0,1 1 1 0 0,-1-1-1 0 0,1 1 1 0 0,0-1-1 0 0,-2 2 0 0 0,-18 22-519 0 0,14-15 492 0 0,1 1-1 0 0,0 0 0 0 0,0 0 0 0 0,1 0 0 0 0,1 1 0 0 0,0-1 0 0 0,0 1 0 0 0,-1 14 0 0 0,3-21 92 0 0,1-1-1 0 0,0 1 1 0 0,0-1-1 0 0,0 1 1 0 0,0-1 0 0 0,1 1-1 0 0,0-1 1 0 0,-1 1-1 0 0,1-1 1 0 0,0 0 0 0 0,1 1-1 0 0,-1-1 1 0 0,3 4-1 0 0,-3-5 8 0 0,1 0 1 0 0,0 0-1 0 0,0-1 0 0 0,-1 1 0 0 0,1 0 0 0 0,1 0 0 0 0,-1-1 0 0 0,0 0 0 0 0,0 1 0 0 0,0-1 0 0 0,1 0 0 0 0,-1 0 0 0 0,1 0 0 0 0,-1 0 0 0 0,1-1 0 0 0,-1 1 0 0 0,1-1 0 0 0,-1 1 0 0 0,1-1 0 0 0,2 0 0 0 0,3 0 117 0 0,0-1 0 0 0,0 0 1 0 0,0 0-1 0 0,-1-1 0 0 0,1 0 0 0 0,0 0 0 0 0,-1 0 0 0 0,0-1 0 0 0,1-1 0 0 0,-1 1 0 0 0,-1-1 1 0 0,1 0-1 0 0,0-1 0 0 0,-1 1 0 0 0,0-1 0 0 0,0-1 0 0 0,0 1 0 0 0,5-8 0 0 0,3-3-74 0 0,-1-1 0 0 0,0 0-1 0 0,-2-1 1 0 0,0 0-1 0 0,14-31 1 0 0,-19 33-388 0 0,-1-1 0 0 0,0 1 0 0 0,-1-1 0 0 0,-1 1 0 0 0,0-1 0 0 0,-2 0 0 0 0,0 0 0 0 0,0 0 0 0 0,-2 0 0 0 0,0 0 0 0 0,-1 0 0 0 0,-1 0 0 0 0,0 0 0 0 0,-1 1 0 0 0,-1-1 0 0 0,-13-28 0 0 0,17 42 301 0 0,0 0 1 0 0,0 1 0 0 0,-1 0-1 0 0,1-1 1 0 0,-1 1 0 0 0,1 0-1 0 0,-1-1 1 0 0,0 1 0 0 0,0 0-1 0 0,0 0 1 0 0,0 1 0 0 0,0-1-1 0 0,0 0 1 0 0,0 1 0 0 0,-1-1-1 0 0,1 1 1 0 0,-1 0 0 0 0,1-1-1 0 0,-1 1 1 0 0,1 0 0 0 0,-1 1 0 0 0,0-1-1 0 0,1 0 1 0 0,-1 1 0 0 0,0 0-1 0 0,0-1 1 0 0,1 1 0 0 0,-1 0-1 0 0,0 1 1 0 0,0-1 0 0 0,1 0-1 0 0,-1 1 1 0 0,0-1 0 0 0,1 1-1 0 0,-1 0 1 0 0,0 0 0 0 0,1 0-1 0 0,-1 0 1 0 0,1 1 0 0 0,-4 1-1 0 0,-4 4 110 0 0,0 0-1 0 0,1 1 0 0 0,0 0 0 0 0,0 0 0 0 0,1 1 1 0 0,0 0-1 0 0,-13 20 0 0 0,1 2 155 0 0,1 0 0 0 0,2 2-1 0 0,-17 44 1 0 0,28-62-95 0 0,1 0-1 0 0,0 1 0 0 0,2-1 1 0 0,0 1-1 0 0,0-1 0 0 0,1 1 1 0 0,2 0-1 0 0,-1 0 0 0 0,2 0 1 0 0,2 19-1 0 0,-1-27-26 0 0,0 0-1 0 0,1 0 1 0 0,0 0-1 0 0,0-1 1 0 0,0 1-1 0 0,1-1 1 0 0,0 0-1 0 0,1 0 1 0 0,0 0-1 0 0,5 6 1 0 0,-8-11-78 0 0,0 1 1 0 0,1-1 0 0 0,-1 0 0 0 0,0 0-1 0 0,1 0 1 0 0,0 0 0 0 0,-1 0-1 0 0,1 0 1 0 0,0-1 0 0 0,0 1 0 0 0,0-1-1 0 0,0 0 1 0 0,0 0 0 0 0,0 0-1 0 0,0 0 1 0 0,0 0 0 0 0,1-1 0 0 0,-1 1-1 0 0,0-1 1 0 0,0 0 0 0 0,1 0-1 0 0,-1 0 1 0 0,0-1 0 0 0,0 1 0 0 0,0-1-1 0 0,1 0 1 0 0,4-1 0 0 0,5-5 25 0 0,0 0 0 0 0,0-1 0 0 0,-1 0 0 0 0,-1-1 0 0 0,1 0 0 0 0,-1-1 0 0 0,-1 0 0 0 0,17-20 0 0 0,-6 2-98 0 0,-1-1 1 0 0,25-46 0 0 0,-35 55-219 0 0,-1-1-1 0 0,0 0 1 0 0,-2 0 0 0 0,0 0-1 0 0,-2-1 1 0 0,0 0-1 0 0,-1-1 1 0 0,-1 1 0 0 0,-2-1-1 0 0,0 1 1 0 0,-1-1 0 0 0,-1 1-1 0 0,-6-29 1 0 0,7 48 157 0 0,0 0 0 0 0,-1 1 0 0 0,0-1 1 0 0,0 1-1 0 0,0-1 0 0 0,0 1 0 0 0,0-1 0 0 0,0 1 0 0 0,0-1 0 0 0,-1 1 0 0 0,0 0 1 0 0,1 0-1 0 0,-1 0 0 0 0,0 0 0 0 0,0 0 0 0 0,-3-3 0 0 0,3 4 44 0 0,0 1-1 0 0,0-1 1 0 0,0 1-1 0 0,0 0 1 0 0,0-1-1 0 0,0 1 1 0 0,0 0-1 0 0,1 0 1 0 0,-1 0-1 0 0,0 0 1 0 0,0 1-1 0 0,0-1 1 0 0,0 0-1 0 0,0 1 1 0 0,0-1-1 0 0,0 1 1 0 0,1 0-1 0 0,-1 0 1 0 0,0-1-1 0 0,0 1 1 0 0,1 0-1 0 0,-1 0 1 0 0,1 1-1 0 0,-2 0 1 0 0,-16 14 82 0 0,1 0 0 0 0,0 0 0 0 0,2 2 0 0 0,0 0 0 0 0,1 1 0 0 0,1 0 0 0 0,0 1 0 0 0,2 1 0 0 0,0 0 0 0 0,2 1 0 0 0,0 0 0 0 0,-10 37 0 0 0,17-47 227 0 0,0 0 0 0 0,1 0 0 0 0,1 0-1 0 0,0 0 1 0 0,0 0 0 0 0,3 24 0 0 0,-2-31-99 0 0,1 1-1 0 0,0-1 0 0 0,0 0 1 0 0,0 0-1 0 0,1 0 1 0 0,0 0-1 0 0,-1 0 1 0 0,2-1-1 0 0,-1 1 1 0 0,1 0-1 0 0,-1-1 1 0 0,1 0-1 0 0,0 1 0 0 0,1-1 1 0 0,-1 0-1 0 0,1-1 1 0 0,0 1-1 0 0,6 4 1 0 0,-7-7-107 0 0,0 1 0 0 0,0-1 0 0 0,0 0 1 0 0,0 0-1 0 0,0-1 0 0 0,0 1 0 0 0,0-1 0 0 0,1 1 1 0 0,-1-1-1 0 0,0 0 0 0 0,0 0 0 0 0,0 0 1 0 0,0-1-1 0 0,1 1 0 0 0,-1-1 0 0 0,0 0 0 0 0,0 0 1 0 0,0 0-1 0 0,0 0 0 0 0,0 0 0 0 0,0-1 1 0 0,-1 1-1 0 0,1-1 0 0 0,0 0 0 0 0,-1 0 0 0 0,1 0 1 0 0,3-4-1 0 0,4-3 130 0 0,0-1-1 0 0,-1 0 1 0 0,0 0 0 0 0,0-1 0 0 0,7-14-1 0 0,-10 14-130 0 0,1-1-1 0 0,-2 0 1 0 0,0 0-1 0 0,0 0 1 0 0,-1-1-1 0 0,-1 1 1 0 0,4-26-1 0 0,-6 29-111 0 0,-1-1 0 0 0,1 1 0 0 0,-1 0 0 0 0,-1-1 0 0 0,0 1 0 0 0,0 0 0 0 0,-1 0 0 0 0,0-1 0 0 0,-1 1 0 0 0,0 1 0 0 0,-8-17 0 0 0,10 21 41 0 0,-1 1-1 0 0,0 0 0 0 0,0 1 1 0 0,0-1-1 0 0,0 0 0 0 0,-1 0 1 0 0,1 1-1 0 0,-1-1 0 0 0,1 1 1 0 0,-1 0-1 0 0,0 0 1 0 0,0 0-1 0 0,0 0 0 0 0,0 1 1 0 0,0-1-1 0 0,0 1 0 0 0,-1-1 1 0 0,1 1-1 0 0,0 0 0 0 0,-1 1 1 0 0,1-1-1 0 0,-1 0 0 0 0,1 1 1 0 0,-1 0-1 0 0,1 0 0 0 0,-1 0 1 0 0,1 0-1 0 0,-1 1 1 0 0,1-1-1 0 0,-1 1 0 0 0,1 0 1 0 0,0 0-1 0 0,-1 0 0 0 0,1 0 1 0 0,-4 3-1 0 0,-4 1 59 0 0,1 0-1 0 0,-1 1 1 0 0,2 1 0 0 0,-1-1-1 0 0,0 1 1 0 0,1 1 0 0 0,1 0-1 0 0,-1 0 1 0 0,-8 13 0 0 0,8-10-39 0 0,0 1 1 0 0,1 0 0 0 0,1 0 0 0 0,0 1 0 0 0,1 0 0 0 0,0 0 0 0 0,1 0-1 0 0,0 1 1 0 0,1-1 0 0 0,1 1 0 0 0,0 0 0 0 0,-1 17 0 0 0,4-2-5441 0 0</inkml:trace>
</inkml:ink>
</file>

<file path=ppt/ink/ink2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0.0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185 1 6913 0 0,'-6'3'31'0'0,"0"-1"0"0"0,1 2 0 0 0,-1-1 0 0 0,1 1 0 0 0,0-1 0 0 0,0 1 0 0 0,0 1 0 0 0,1-1 0 0 0,0 1 0 0 0,-7 8 0 0 0,-36 58-159 0 0,37-56 357 0 0,3-2-115 0 0,-1-1 0 0 0,2 1 0 0 0,0 1-1 0 0,0-1 1 0 0,1 1 0 0 0,1 0 0 0 0,-4 21 0 0 0,7-26 45 0 0,0-1 1 0 0,1 1-1 0 0,0-1 0 0 0,0 1 1 0 0,1-1-1 0 0,0 0 0 0 0,1 1 0 0 0,0-1 1 0 0,0 0-1 0 0,0 0 0 0 0,1 0 1 0 0,1 0-1 0 0,-1 0 0 0 0,6 8 1 0 0,-6-11 42 0 0,0 0 1 0 0,0-1-1 0 0,1 1 1 0 0,-1-1-1 0 0,1 0 1 0 0,0 0-1 0 0,0 0 1 0 0,1-1-1 0 0,-1 1 1 0 0,1-1-1 0 0,-1 0 1 0 0,9 4-1 0 0,-11-7-158 0 0,1 1 0 0 0,-1 0 0 0 0,1-1 0 0 0,-1 1 0 0 0,1-1 0 0 0,0 0 0 0 0,-1 0 0 0 0,1 0 0 0 0,0 0 0 0 0,-1 0-1 0 0,1-1 1 0 0,-1 1 0 0 0,1-1 0 0 0,0 0 0 0 0,-1 1 0 0 0,1-1 0 0 0,-1 0 0 0 0,0-1 0 0 0,1 1 0 0 0,-1 0 0 0 0,0-1-1 0 0,0 1 1 0 0,0-1 0 0 0,0 0 0 0 0,0 1 0 0 0,0-1 0 0 0,0 0 0 0 0,2-3 0 0 0,3-6 62 0 0,0 1 0 0 0,0-1 0 0 0,-1 0 0 0 0,0 0 0 0 0,-1-1 0 0 0,0 0 0 0 0,-1 1 0 0 0,-1-2 0 0 0,3-13 0 0 0,0-4-342 0 0,-2 0-1 0 0,0-53 1 0 0,-4 79 60 0 0,0 0 0 0 0,0 0 1 0 0,0-1-1 0 0,-1 1 1 0 0,0 0-1 0 0,0 0 1 0 0,0 0-1 0 0,0 0 0 0 0,-3-4 1 0 0,4 7 120 0 0,0 0 1 0 0,0 1-1 0 0,-1 0 1 0 0,1-1-1 0 0,-1 1 0 0 0,1-1 1 0 0,0 1-1 0 0,-1-1 1 0 0,1 1-1 0 0,-1 0 1 0 0,1-1-1 0 0,-1 1 0 0 0,1 0 1 0 0,-1-1-1 0 0,1 1 1 0 0,-1 0-1 0 0,1 0 0 0 0,-1-1 1 0 0,1 1-1 0 0,-1 0 1 0 0,0 0-1 0 0,1 0 1 0 0,-1 0-1 0 0,1 0 0 0 0,-2 0 1 0 0,0 0-14 0 0,1 1 0 0 0,-1 0 0 0 0,1-1 0 0 0,-1 1 0 0 0,1 0 0 0 0,-1 0 0 0 0,1 0 0 0 0,-1 0 0 0 0,1 0 0 0 0,0 0 0 0 0,0 0 0 0 0,0 1 0 0 0,-2 1 0 0 0,-6 9-4 0 0,2-1 0 0 0,-1 1 0 0 0,2 0 0 0 0,-1 1 0 0 0,2 0 0 0 0,0 0 0 0 0,0 0 0 0 0,-4 24 0 0 0,4-13 536 0 0,1 0 0 0 0,1 1 0 0 0,2 0 1 0 0,0 27-1 0 0,2-49-333 0 0,-1 1 1 0 0,0-1 0 0 0,1 0-1 0 0,0 1 1 0 0,0-1-1 0 0,0 0 1 0 0,0 0 0 0 0,0 0-1 0 0,1 0 1 0 0,-1 0 0 0 0,1 0-1 0 0,0 0 1 0 0,0 0-1 0 0,3 3 1 0 0,-4-5-81 0 0,-1-1-1 0 0,1 1 1 0 0,0 0 0 0 0,0-1-1 0 0,0 1 1 0 0,-1-1 0 0 0,1 1-1 0 0,0-1 1 0 0,0 0 0 0 0,0 1-1 0 0,0-1 1 0 0,0 0 0 0 0,0 0-1 0 0,0 1 1 0 0,0-1-1 0 0,0 0 1 0 0,0 0 0 0 0,0 0-1 0 0,2-1 1 0 0,-1 1-18 0 0,-1-1 1 0 0,1 1-1 0 0,0-1 1 0 0,0 0-1 0 0,-1 0 1 0 0,1 0-1 0 0,-1 0 0 0 0,1 0 1 0 0,-1 0-1 0 0,0-1 1 0 0,1 1-1 0 0,-1 0 1 0 0,0-1-1 0 0,2-2 0 0 0,2-4-137 0 0,-1 1 0 0 0,0-1-1 0 0,-1 0 1 0 0,0-1-1 0 0,0 1 1 0 0,-1-1 0 0 0,0 1-1 0 0,0-1 1 0 0,-1 0-1 0 0,0 1 1 0 0,0-17 0 0 0,-2-1-780 0 0,0 1 0 0 0,-10-47 0 0 0,8 59 417 0 0,0 0 1 0 0,-1 1 0 0 0,-1-1 0 0 0,0 1 0 0 0,-10-18-1 0 0,13 27 344 0 0,1 0 0 0 0,-1 1-1 0 0,0-1 1 0 0,0 1-1 0 0,0-1 1 0 0,-1 1 0 0 0,1 0-1 0 0,0 0 1 0 0,-1 0 0 0 0,0 0-1 0 0,1 0 1 0 0,-6-2 0 0 0,6 4 75 0 0,1-1 0 0 0,-1 1 0 0 0,0 0 0 0 0,0 0 0 0 0,0-1 0 0 0,0 1-1 0 0,0 1 1 0 0,1-1 0 0 0,-1 0 0 0 0,0 0 0 0 0,0 1 0 0 0,0-1 0 0 0,1 1 0 0 0,-1-1 0 0 0,0 1 0 0 0,0 0 0 0 0,1 0 0 0 0,-1-1 0 0 0,1 1 0 0 0,-1 1 0 0 0,1-1 0 0 0,-1 0 0 0 0,-2 2 0 0 0,-5 6 268 0 0,0 1 0 0 0,1 0 0 0 0,0 0-1 0 0,0 0 1 0 0,1 1 0 0 0,1 0-1 0 0,0 0 1 0 0,-8 20 0 0 0,10-21 41 0 0,0 0 1 0 0,1 1-1 0 0,1-1 0 0 0,-1 1 1 0 0,2 0-1 0 0,-1-1 1 0 0,2 1-1 0 0,-1 0 1 0 0,1 0-1 0 0,3 18 0 0 0,-3-28-211 0 0,1 1 0 0 0,-1-1 0 0 0,0 0-1 0 0,1 1 1 0 0,-1-1 0 0 0,1 1 0 0 0,-1-1-1 0 0,1 0 1 0 0,0 1 0 0 0,0-1 0 0 0,-1 0-1 0 0,1 0 1 0 0,0 1 0 0 0,0-1-1 0 0,0 0 1 0 0,0 0 0 0 0,0 0 0 0 0,1 0-1 0 0,-1 0 1 0 0,0-1 0 0 0,0 1 0 0 0,1 0-1 0 0,2 1 1 0 0,-2-2-2 0 0,1 1 1 0 0,0-1-1 0 0,0 0 0 0 0,0 0 1 0 0,-1 0-1 0 0,1 0 0 0 0,0 0 1 0 0,0 0-1 0 0,0-1 1 0 0,-1 0-1 0 0,1 1 0 0 0,2-2 1 0 0,5-2-12 0 0,-1 0 1 0 0,0 0-1 0 0,-1-1 0 0 0,1 0 1 0 0,-1-1-1 0 0,10-8 1 0 0,-8 5-242 0 0,-1 0 0 0 0,0-1 0 0 0,-1 0 0 0 0,0-1 1 0 0,0 0-1 0 0,-2 0 0 0 0,1 0 0 0 0,-1-1 0 0 0,-1 0 0 0 0,0 0 0 0 0,0 0 1 0 0,-2-1-1 0 0,1 0 0 0 0,-2 0 0 0 0,0 1 0 0 0,0-1 0 0 0,-1-1 1 0 0,0 1-1 0 0,-2 0 0 0 0,-1-15 0 0 0,2 26 151 0 0,-1-1 0 0 0,1 1 1 0 0,-1-1-1 0 0,0 1 0 0 0,1 0 0 0 0,-1-1 0 0 0,0 1 0 0 0,-1 0 1 0 0,1-1-1 0 0,0 1 0 0 0,-1 0 0 0 0,1 0 0 0 0,-1 0 1 0 0,0 1-1 0 0,1-1 0 0 0,-1 0 0 0 0,-4-2 0 0 0,5 3 44 0 0,-1 1-1 0 0,1-1 1 0 0,0 1 0 0 0,-1 0-1 0 0,1 0 1 0 0,-1 0-1 0 0,1 0 1 0 0,0 0-1 0 0,-1 0 1 0 0,1 0 0 0 0,0 0-1 0 0,-1 1 1 0 0,1-1-1 0 0,-1 0 1 0 0,1 1 0 0 0,0-1-1 0 0,0 1 1 0 0,-1 0-1 0 0,1-1 1 0 0,0 1-1 0 0,0 0 1 0 0,0 0 0 0 0,0 0-1 0 0,0-1 1 0 0,0 1-1 0 0,0 0 1 0 0,0 1 0 0 0,0-1-1 0 0,0 0 1 0 0,0 0-1 0 0,1 0 1 0 0,-1 0 0 0 0,0 1-1 0 0,0 0 1 0 0,-9 17 340 0 0,0 1 1 0 0,1 0 0 0 0,1 0 0 0 0,1 1-1 0 0,1 0 1 0 0,1 0 0 0 0,0 0-1 0 0,2 1 1 0 0,0-1 0 0 0,1 37-1 0 0,2-56-301 0 0,0 0 0 0 0,0 0-1 0 0,0 0 1 0 0,0 0-1 0 0,0 0 1 0 0,0 0-1 0 0,1 0 1 0 0,-1 0 0 0 0,1 0-1 0 0,-1 0 1 0 0,1-1-1 0 0,0 1 1 0 0,0 0-1 0 0,-1 0 1 0 0,1-1 0 0 0,1 1-1 0 0,-1 0 1 0 0,0-1-1 0 0,0 1 1 0 0,1-1-1 0 0,-1 1 1 0 0,0-1 0 0 0,1 0-1 0 0,0 0 1 0 0,-1 1-1 0 0,1-1 1 0 0,0 0-1 0 0,-1 0 1 0 0,1-1-1 0 0,0 1 1 0 0,0 0 0 0 0,0-1-1 0 0,0 1 1 0 0,0-1-1 0 0,0 1 1 0 0,-1-1-1 0 0,1 0 1 0 0,0 0 0 0 0,0 0-1 0 0,0 0 1 0 0,0 0-1 0 0,0 0 1 0 0,0-1-1 0 0,3 0 1 0 0,5-1 53 0 0,-1-1 0 0 0,1-1 0 0 0,-1 1 0 0 0,1-2 0 0 0,-1 1-1 0 0,0-1 1 0 0,12-9 0 0 0,11-12-213 0 0,-1-1-1 0 0,-2-2 1 0 0,0 0-1 0 0,-2-3 1 0 0,-1 0-1 0 0,25-43 1 0 0,-55 135-2247 0 0,2-54 2377 0 0</inkml:trace>
</inkml:ink>
</file>

<file path=ppt/ink/ink2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8.6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618 279 6449 0 0,'-22'-11'163'0'0,"1"-1"-1"0"0,-23-15 0 0 0,25 13-4 0 0,-1 2 0 0 0,-22-10 0 0 0,34 19-136 0 0,-1 0-1 0 0,1 0 1 0 0,0 1-1 0 0,0 0 1 0 0,-1 0-1 0 0,0 1 1 0 0,1 0 0 0 0,-1 1-1 0 0,-11 0 1 0 0,7 1 37 0 0,1 0 1 0 0,-1 1-1 0 0,1 1 1 0 0,0 0-1 0 0,-1 0 1 0 0,1 2-1 0 0,1-1 1 0 0,-1 1-1 0 0,1 1 1 0 0,0 0-1 0 0,0 1 1 0 0,0 0 0 0 0,1 0-1 0 0,0 1 1 0 0,1 1-1 0 0,0-1 1 0 0,0 2-1 0 0,1-1 1 0 0,0 1-1 0 0,0 0 1 0 0,1 1-1 0 0,1 0 1 0 0,0 0-1 0 0,-8 21 1 0 0,-5 12 345 0 0,1 2 0 0 0,3 0 1 0 0,2 1-1 0 0,2 1 0 0 0,-8 81 0 0 0,18-118-314 0 0,2-1 0 0 0,-1 1-1 0 0,2 0 1 0 0,-1 0 0 0 0,1-1 0 0 0,1 1-1 0 0,0-1 1 0 0,1 1 0 0 0,-1-1 0 0 0,2 0 0 0 0,0-1-1 0 0,0 1 1 0 0,1-1 0 0 0,0 0 0 0 0,0 0-1 0 0,1 0 1 0 0,0-1 0 0 0,1 0 0 0 0,-1-1-1 0 0,18 13 1 0 0,-17-14-67 0 0,0-1-1 0 0,1 0 0 0 0,-1 0 1 0 0,1 0-1 0 0,0-1 0 0 0,0-1 1 0 0,0 0-1 0 0,0 0 1 0 0,1 0-1 0 0,-1-2 0 0 0,1 1 1 0 0,0-1-1 0 0,0 0 1 0 0,-1-1-1 0 0,1 0 0 0 0,0-1 1 0 0,-1 0-1 0 0,1 0 0 0 0,0-1 1 0 0,-1 0-1 0 0,1-1 1 0 0,-1 0-1 0 0,12-6 0 0 0,-5 0 92 0 0,0-1 0 0 0,-1-1 0 0 0,0 0 0 0 0,-1-1 0 0 0,0-1 0 0 0,-1 0-1 0 0,0-1 1 0 0,-1-1 0 0 0,-1 1 0 0 0,16-29 0 0 0,-3 1 215 0 0,-2-2 1 0 0,30-86-1 0 0,-42 100-208 0 0,-2-1-1 0 0,0 1 0 0 0,-3-1 0 0 0,0 0 0 0 0,-2-1 0 0 0,-1 1 0 0 0,-3-40 0 0 0,0 55-167 0 0,-1 0 1 0 0,0 0-1 0 0,-1 0 0 0 0,-1 1 1 0 0,0-1-1 0 0,-2 1 0 0 0,1 0 1 0 0,-2 0-1 0 0,0 1 0 0 0,-1 0 1 0 0,0 0-1 0 0,-1 0 0 0 0,0 1 1 0 0,-1 1-1 0 0,-1 0 0 0 0,-12-11 1 0 0,20 20-73 0 0,-1 0 0 0 0,1 0 0 0 0,-1 1 0 0 0,0-1 1 0 0,0 1-1 0 0,0 0 0 0 0,0 0 0 0 0,0 1 0 0 0,-1-1 1 0 0,1 1-1 0 0,0 0 0 0 0,-1 0 0 0 0,1 1 1 0 0,-1-1-1 0 0,1 1 0 0 0,-1 0 0 0 0,1 0 0 0 0,-1 0 1 0 0,1 1-1 0 0,-1-1 0 0 0,1 1 0 0 0,-1 0 0 0 0,1 1 1 0 0,0-1-1 0 0,-1 1 0 0 0,1 0 0 0 0,-6 3 0 0 0,-24 15-760 0 0</inkml:trace>
</inkml:ink>
</file>

<file path=ppt/ink/ink2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1.0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 32 9850 0 0,'0'-1'43'0'0,"1"0"1"0"0,-1 0-1 0 0,1 0 0 0 0,-1 0 0 0 0,1 0 0 0 0,0 0 1 0 0,0 0-1 0 0,-1 1 0 0 0,1-1 0 0 0,0 0 0 0 0,0 1 1 0 0,0-1-1 0 0,0 0 0 0 0,0 1 0 0 0,0-1 1 0 0,0 1-1 0 0,0 0 0 0 0,0-1 0 0 0,0 1 0 0 0,0 0 1 0 0,0-1-1 0 0,0 1 0 0 0,0 0 0 0 0,0 0 0 0 0,0 0 1 0 0,1 0-1 0 0,-1 0 0 0 0,0 0 0 0 0,0 0 1 0 0,0 1-1 0 0,0-1 0 0 0,0 0 0 0 0,0 1 0 0 0,2 0 1 0 0,-1 0 5 0 0,0 0 0 0 0,0 0 1 0 0,1 0-1 0 0,-1 0 0 0 0,0 1 1 0 0,0-1-1 0 0,0 1 0 0 0,0-1 1 0 0,0 1-1 0 0,-1 0 0 0 0,1 0 1 0 0,-1 0-1 0 0,1 0 0 0 0,1 3 1 0 0,3 10-126 0 0,-2 0 0 0 0,0 1 0 0 0,0-1 0 0 0,-1 0 0 0 0,-1 1 0 0 0,-1 0 1 0 0,-1 31-1 0 0,0-28 60 0 0,0 0 1 0 0,2 0-1 0 0,0 0 1 0 0,7 29-1 0 0,-9-47 38 0 0,0 0-1 0 0,0-1 0 0 0,0 1 0 0 0,0-1 0 0 0,0 1 0 0 0,0-1 0 0 0,1 1 0 0 0,-1 0 0 0 0,0-1 1 0 0,0 1-1 0 0,1-1 0 0 0,-1 1 0 0 0,0-1 0 0 0,1 1 0 0 0,-1-1 0 0 0,0 1 0 0 0,1-1 0 0 0,-1 1 1 0 0,1-1-1 0 0,-1 0 0 0 0,0 1 0 0 0,1-1 0 0 0,-1 0 0 0 0,1 1 0 0 0,-1-1 0 0 0,1 0 0 0 0,0 1 1 0 0,-1-1-1 0 0,1 0 0 0 0,-1 0 0 0 0,2 0 0 0 0,-1 0 19 0 0,-1-1-1 0 0,1 1 1 0 0,0-1 0 0 0,0 0 0 0 0,0 1-1 0 0,0-1 1 0 0,0 0 0 0 0,-1 0-1 0 0,1 0 1 0 0,0 1 0 0 0,0-1 0 0 0,-1 0-1 0 0,1 0 1 0 0,-1 0 0 0 0,1-1-1 0 0,19-48 995 0 0,-18 44-885 0 0,25-64 1115 0 0,-15 40-1802 0 0,-1-1 1 0 0,-1 0-1 0 0,9-50 0 0 0,-19 71-1348 0 0,-14 25-1070 0 0,-8 28 1936 0 0,15-28 821 0 0,2-4 250 0 0,0 0 0 0 0,0 0 0 0 0,1 0 0 0 0,1 0 0 0 0,0 0 0 0 0,0 1 0 0 0,1-1 0 0 0,1 1 0 0 0,-1 18 0 0 0,2-29-8 0 0,0-1 1 0 0,0 1 0 0 0,0-1 0 0 0,1 0 0 0 0,-1 1 0 0 0,0-1-1 0 0,0 1 1 0 0,0-1 0 0 0,0 1 0 0 0,1-1 0 0 0,-1 0 0 0 0,0 1-1 0 0,0-1 1 0 0,1 1 0 0 0,-1-1 0 0 0,0 0 0 0 0,1 1 0 0 0,-1-1-1 0 0,0 0 1 0 0,1 0 0 0 0,-1 1 0 0 0,0-1 0 0 0,1 0-1 0 0,-1 0 1 0 0,1 1 0 0 0,-1-1 0 0 0,1 0 0 0 0,-1 0 0 0 0,0 0-1 0 0,1 0 1 0 0,-1 0 0 0 0,1 0 0 0 0,-1 0 0 0 0,1 0 0 0 0,-1 0-1 0 0,1 0 1 0 0,-1 0 0 0 0,1 0 0 0 0,-1 0 0 0 0,0 0 0 0 0,1 0-1 0 0,-1 0 1 0 0,1 0 0 0 0,-1-1 0 0 0,1 1 0 0 0,-1 0 0 0 0,0 0-1 0 0,1-1 1 0 0,-1 1 0 0 0,1 0 0 0 0,-1 0 0 0 0,0-1 0 0 0,1 1-1 0 0,-1 0 1 0 0,0-1 0 0 0,0 1 0 0 0,1-1 0 0 0,21-20 1398 0 0,-11 8-1580 0 0,-1-1 0 0 0,-1 0 0 0 0,0 0 0 0 0,-1-1-1 0 0,0-1 1 0 0,-1 1 0 0 0,-1-1 0 0 0,0 0 0 0 0,-1-1-1 0 0,3-20 1 0 0,-8 36 100 0 0,0 1 0 0 0,0-1 0 0 0,1 0 0 0 0,-1 0 0 0 0,0 1 0 0 0,0-1 0 0 0,0 0 0 0 0,0 0 0 0 0,0 0 0 0 0,-1 1 0 0 0,1-1 0 0 0,0 0 0 0 0,0 0 0 0 0,0 1 0 0 0,-1-1 0 0 0,1 0 0 0 0,0 0-1 0 0,-1 1 1 0 0,1-1 0 0 0,-1 0 0 0 0,0 0 0 0 0,1 1 16 0 0,-1 0 0 0 0,1 0 0 0 0,-1 0 1 0 0,1 0-1 0 0,-1 0 0 0 0,1 0 0 0 0,-1 0 0 0 0,1 0 0 0 0,-1 0 0 0 0,1 0 0 0 0,-1 0 0 0 0,1 0 0 0 0,-1 1 0 0 0,1-1 0 0 0,-1 0 0 0 0,1 0 0 0 0,0 0 0 0 0,-1 1 0 0 0,1-1 0 0 0,-1 0 0 0 0,1 1 0 0 0,0-1 0 0 0,-1 1 0 0 0,-22 26-542 0 0,17-16 708 0 0,1-1 0 0 0,1 1 0 0 0,0 1 0 0 0,0-1 0 0 0,1 0 0 0 0,0 1 0 0 0,1 0 0 0 0,1-1 0 0 0,0 1 0 0 0,0 0 0 0 0,1 0 0 0 0,1 0 0 0 0,2 16 0 0 0,-3-26-70 0 0,1-1 1 0 0,-1 0-1 0 0,0 0 0 0 0,1 0 0 0 0,-1 0 0 0 0,0 0 1 0 0,1 0-1 0 0,-1 0 0 0 0,1 0 0 0 0,0 0 1 0 0,-1 0-1 0 0,1 0 0 0 0,0-1 0 0 0,-1 1 0 0 0,1 0 1 0 0,0 0-1 0 0,0-1 0 0 0,0 1 0 0 0,1 1 0 0 0,-1-2-28 0 0,0 0 0 0 0,0 0-1 0 0,-1 0 1 0 0,1 0 0 0 0,0 0-1 0 0,0 0 1 0 0,-1 0 0 0 0,1 0-1 0 0,0 0 1 0 0,0 0 0 0 0,-1-1-1 0 0,1 1 1 0 0,0 0-1 0 0,0 0 1 0 0,-1-1 0 0 0,1 1-1 0 0,0 0 1 0 0,-1-1 0 0 0,1 1-1 0 0,-1-1 1 0 0,2 0 0 0 0,0-1 42 0 0,0 0 1 0 0,-1 0-1 0 0,1 0 0 0 0,0 0 1 0 0,-1 0-1 0 0,1 0 1 0 0,-1 0-1 0 0,0-1 1 0 0,0 1-1 0 0,0 0 0 0 0,0-1 1 0 0,0 1-1 0 0,0-1 1 0 0,-1 1-1 0 0,1-6 1 0 0,-1 5-77 0 0,0-1 1 0 0,-1 0-1 0 0,1 1 1 0 0,-1-1-1 0 0,0 1 1 0 0,0-1-1 0 0,0 1 1 0 0,0 0-1 0 0,-1-1 1 0 0,0 1 0 0 0,1 0-1 0 0,-1 0 1 0 0,0 0-1 0 0,0 0 1 0 0,-1 0-1 0 0,1 0 1 0 0,-1 1-1 0 0,1-1 1 0 0,-1 1-1 0 0,0 0 1 0 0,0 0-1 0 0,0 0 1 0 0,0 0 0 0 0,0 0-1 0 0,0 0 1 0 0,-1 1-1 0 0,1 0 1 0 0,-7-2-1 0 0,3 1-224 0 0,0 0 0 0 0,0 1 0 0 0,0 0 0 0 0,-1 0 0 0 0,1 1 0 0 0,0 0 0 0 0,0 0 0 0 0,-1 0 0 0 0,1 1 0 0 0,0 0 0 0 0,0 1 0 0 0,-1 0 0 0 0,-8 3 0 0 0,6 0-88 0 0,0 0 0 0 0,0 1-1 0 0,1 0 1 0 0,0 0 0 0 0,1 1-1 0 0,-1 0 1 0 0,1 1 0 0 0,1-1 0 0 0,-1 2-1 0 0,1-1 1 0 0,-10 18 0 0 0,6-8-2549 0 0</inkml:trace>
</inkml:ink>
</file>

<file path=ppt/ink/ink2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2.2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257 41 6449 0 0,'-5'-2'118'0'0,"-1"0"-1"0"0,1 1 1 0 0,0-1-1 0 0,-1 1 1 0 0,1 0-1 0 0,0 1 1 0 0,-1-1 0 0 0,1 1-1 0 0,-1 0 1 0 0,1 1-1 0 0,-1-1 1 0 0,1 1-1 0 0,-1 0 1 0 0,1 0-1 0 0,0 1 1 0 0,-9 3-1 0 0,7-1 23 0 0,0 0-1 0 0,0 1 1 0 0,0-1-1 0 0,0 2 1 0 0,1-1-1 0 0,0 0 1 0 0,1 1-1 0 0,-1 0 1 0 0,1 1-1 0 0,-6 7 1 0 0,0 6 10 0 0,0 0 1 0 0,1 0 0 0 0,0 1 0 0 0,2 0 0 0 0,1 0 0 0 0,1 1 0 0 0,-5 26 0 0 0,7-26-186 0 0,2 0 0 0 0,0 0-1 0 0,1 0 1 0 0,2 0 0 0 0,0 0 0 0 0,5 25-1 0 0,-5-38 89 0 0,1 0 0 0 0,0 0-1 0 0,1 0 1 0 0,0 0-1 0 0,0 0 1 0 0,1-1 0 0 0,0 0-1 0 0,1 0 1 0 0,-1 0-1 0 0,2 0 1 0 0,-1-1 0 0 0,1 1-1 0 0,0-1 1 0 0,1-1-1 0 0,-1 1 1 0 0,1-1 0 0 0,11 7-1 0 0,-15-11 32 0 0,0 0-1 0 0,1-1 1 0 0,-1 1-1 0 0,1-1 1 0 0,-1 1-1 0 0,1-1 1 0 0,0 0-1 0 0,-1-1 1 0 0,1 1 0 0 0,0-1-1 0 0,0 1 1 0 0,0-1-1 0 0,0 0 1 0 0,-1 0-1 0 0,1-1 1 0 0,4 0-1 0 0,-2-1 5 0 0,0 0 0 0 0,0 0 0 0 0,0 0 0 0 0,-1-1 0 0 0,1 0 0 0 0,-1 0 0 0 0,0-1 0 0 0,0 1 0 0 0,5-6 0 0 0,6-6 121 0 0,-1 0 0 0 0,-1-2 0 0 0,-1 0 0 0 0,19-29 0 0 0,-16 20-630 0 0,-2-1 1 0 0,0 0-1 0 0,19-56 0 0 0,-27 63 10 0 0,-1 1-1 0 0,-1-2 1 0 0,0 1-1 0 0,-2 0 0 0 0,0-1 1 0 0,-2-35-1 0 0,0 53 353 0 0,0 1 0 0 0,-1-1 0 0 0,1 0-1 0 0,-1 1 1 0 0,1-1 0 0 0,-1 1 0 0 0,0-1 0 0 0,0 1-1 0 0,0-1 1 0 0,0 1 0 0 0,0 0 0 0 0,0 0 0 0 0,-1-1 0 0 0,1 1-1 0 0,-1 0 1 0 0,1 0 0 0 0,-1 0 0 0 0,-2-2 0 0 0,2 4 44 0 0,0-1 0 0 0,0 0 0 0 0,1 0 1 0 0,-1 1-1 0 0,0-1 0 0 0,0 1 0 0 0,0 0 0 0 0,0-1 1 0 0,0 1-1 0 0,1 0 0 0 0,-1 0 0 0 0,0 0 1 0 0,0 0-1 0 0,0 1 0 0 0,0-1 0 0 0,0 0 1 0 0,0 1-1 0 0,1-1 0 0 0,-1 1 0 0 0,0 0 1 0 0,0 0-1 0 0,1-1 0 0 0,-1 1 0 0 0,0 0 1 0 0,-1 2-1 0 0,-11 7 95 0 0,0 1 1 0 0,1 0 0 0 0,0 0-1 0 0,1 1 1 0 0,1 1-1 0 0,0 0 1 0 0,-9 15-1 0 0,-8 14 210 0 0,-22 49 0 0 0,42-78-140 0 0,2 0-1 0 0,0 1 1 0 0,0 0-1 0 0,1 0 1 0 0,1 0-1 0 0,-3 18 1 0 0,7-29-91 0 0,-1 0 0 0 0,1 0 0 0 0,0 0 1 0 0,0 0-1 0 0,0 1 0 0 0,0-1 0 0 0,1 0 0 0 0,-1 0 1 0 0,1 0-1 0 0,0 0 0 0 0,0 0 0 0 0,0 0 0 0 0,0 0 1 0 0,0 0-1 0 0,1-1 0 0 0,-1 1 0 0 0,1 0 0 0 0,0-1 1 0 0,0 1-1 0 0,0-1 0 0 0,0 1 0 0 0,0-1 0 0 0,1 0 1 0 0,-1 0-1 0 0,0 0 0 0 0,1 0 0 0 0,0-1 1 0 0,-1 1-1 0 0,1-1 0 0 0,0 1 0 0 0,0-1 0 0 0,0 0 1 0 0,0 0-1 0 0,0 0 0 0 0,5 0 0 0 0,-2 0 20 0 0,-1 0 1 0 0,1 0-1 0 0,-1-1 0 0 0,1 0 0 0 0,-1 0 0 0 0,1 0 1 0 0,-1-1-1 0 0,1 1 0 0 0,-1-2 0 0 0,0 1 0 0 0,1 0 1 0 0,8-5-1 0 0,-5 2 21 0 0,0-1 1 0 0,0 0-1 0 0,-1-1 1 0 0,0 0-1 0 0,0 0 1 0 0,12-12-1 0 0,-7 4-86 0 0,-1 0-1 0 0,0-1 0 0 0,-1-1 1 0 0,0 0-1 0 0,-1-1 1 0 0,14-34-1 0 0,-20 40-246 0 0,-1 0-1 0 0,0 0 0 0 0,-1-1 0 0 0,0 1 1 0 0,-1-1-1 0 0,-1 1 0 0 0,1-1 0 0 0,-2 1 1 0 0,0-1-1 0 0,0 0 0 0 0,-4-15 1 0 0,3 18-93 0 0,-1-1 1 0 0,0 1 0 0 0,0 0-1 0 0,-1 0 1 0 0,0 0 0 0 0,0 1-1 0 0,-1-1 1 0 0,0 1 0 0 0,-1 0-1 0 0,1 1 1 0 0,-2-1 0 0 0,1 1 0 0 0,-1 0-1 0 0,-9-6 1 0 0,14 11 249 0 0,-1 0 0 0 0,0 0 1 0 0,0 1-1 0 0,0-1 0 0 0,1 1 0 0 0,-1 0 0 0 0,-1 0 0 0 0,1 0 1 0 0,0 0-1 0 0,0 0 0 0 0,0 1 0 0 0,0-1 0 0 0,-1 1 1 0 0,1 0-1 0 0,0 0 0 0 0,0 0 0 0 0,-5 1 0 0 0,3 1 158 0 0,0-1-1 0 0,0 1 1 0 0,0 0-1 0 0,1 0 1 0 0,-1 0-1 0 0,1 1 0 0 0,-1 0 1 0 0,1-1-1 0 0,0 2 1 0 0,-5 3-1 0 0,1 1 187 0 0,1 0-1 0 0,-1 1 1 0 0,2 0 0 0 0,-1 0-1 0 0,1 0 1 0 0,0 1-1 0 0,1 0 1 0 0,0 0 0 0 0,-5 16-1 0 0,7-14-48 0 0,1 0 0 0 0,0 1 0 0 0,1-1 0 0 0,0 0 0 0 0,1 1-1 0 0,0-1 1 0 0,1 0 0 0 0,1 0 0 0 0,0 1 0 0 0,0-1 0 0 0,1 0 0 0 0,1-1 0 0 0,7 19-1 0 0,-8-24-150 0 0,-1 0-1 0 0,2 0 1 0 0,-1 0-1 0 0,0-1 1 0 0,1 1-1 0 0,0-1 0 0 0,0 1 1 0 0,1-1-1 0 0,-1-1 1 0 0,1 1-1 0 0,0-1 1 0 0,1 1-1 0 0,-1-2 0 0 0,1 1 1 0 0,-1 0-1 0 0,1-1 1 0 0,0 0-1 0 0,0-1 1 0 0,1 1-1 0 0,-1-1 1 0 0,1 0-1 0 0,-1-1 0 0 0,1 1 1 0 0,-1-1-1 0 0,1-1 1 0 0,9 1-1 0 0,-10-2-121 0 0,0 1 0 0 0,0-1 0 0 0,0-1 0 0 0,0 1 0 0 0,0-1 0 0 0,-1 0 0 0 0,1 0 0 0 0,-1 0 0 0 0,1-1 0 0 0,-1 0 0 0 0,0 0 0 0 0,7-6 0 0 0,-4 3 67 0 0,0-2 1 0 0,-1 1 0 0 0,0-1-1 0 0,0 0 1 0 0,-1 0 0 0 0,9-15-1 0 0,-3-2 49 0 0,0 1-1 0 0,-2-1 0 0 0,-1-1 1 0 0,10-44-1 0 0,-19 70-60 0 0,6-25-58 0 0,4-45-1 0 0,-9 64 43 0 0,-1-1 0 0 0,0 0 0 0 0,0 0 0 0 0,-1 1-1 0 0,1-1 1 0 0,-2 0 0 0 0,1 1 0 0 0,-1-1 0 0 0,0 1-1 0 0,0-1 1 0 0,-7-11 0 0 0,8 16 7 0 0,0 0-1 0 0,0 0 1 0 0,-1 0-1 0 0,1 1 1 0 0,-1-1-1 0 0,0 0 1 0 0,0 1-1 0 0,1-1 1 0 0,-1 1-1 0 0,0-1 1 0 0,0 1-1 0 0,0 0 1 0 0,0 0-1 0 0,-1 0 1 0 0,1 0-1 0 0,0 0 1 0 0,0 1-1 0 0,-1-1 1 0 0,1 1-1 0 0,0-1 1 0 0,-1 1-1 0 0,1 0 1 0 0,0 0-1 0 0,-1 0 1 0 0,1 0-1 0 0,0 0 1 0 0,-1 0-1 0 0,1 1 1 0 0,0-1-1 0 0,-1 1 1 0 0,1 0-1 0 0,0 0 1 0 0,0 0-1 0 0,0 0 1 0 0,-3 1-1 0 0,-3 3-88 0 0,0-1 0 0 0,0 1 0 0 0,0 1 0 0 0,1 0 0 0 0,0 0 0 0 0,0 0 0 0 0,-10 12 0 0 0,7-5-875 0 0,1 1 0 0 0,0-1 0 0 0,-8 18 0 0 0,-1 12-3012 0 0</inkml:trace>
</inkml:ink>
</file>

<file path=ppt/ink/ink2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3.6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41 145 9218 0 0,'-2'4'81'0'0,"1"0"0"0"0,0-1 1 0 0,0 1-1 0 0,0 0 0 0 0,0 1 0 0 0,0-1 1 0 0,1 8-1 0 0,-1-5-19 0 0,-11 68-656 0 0,4-35-250 0 0,-3 60 0 0 0,10-89 1054 0 0,1 0 1 0 0,1 1-1 0 0,0-1 0 0 0,0 0 1 0 0,1 0-1 0 0,1 0 1 0 0,-1 0-1 0 0,2-1 0 0 0,0 1 1 0 0,5 11-1 0 0,-7-18-75 0 0,0 0 1 0 0,0-1-1 0 0,1 1 1 0 0,-1-1-1 0 0,1 1 0 0 0,-1-1 1 0 0,1 0-1 0 0,0 0 0 0 0,0 0 1 0 0,1 0-1 0 0,-1 0 0 0 0,0-1 1 0 0,1 0-1 0 0,0 0 0 0 0,-1 0 1 0 0,1 0-1 0 0,0 0 0 0 0,0-1 1 0 0,0 1-1 0 0,0-1 1 0 0,1 0-1 0 0,-1 0 0 0 0,0-1 1 0 0,0 0-1 0 0,0 1 0 0 0,6-2 1 0 0,-2 0 11 0 0,0 0 1 0 0,-1-1 0 0 0,1-1-1 0 0,-1 1 1 0 0,0-1-1 0 0,0 0 1 0 0,0-1 0 0 0,0 0-1 0 0,0 0 1 0 0,-1 0-1 0 0,0-1 1 0 0,0 0 0 0 0,9-9-1 0 0,20-21-39 0 0,-2-2-1 0 0,42-62 1 0 0,-61 78-811 0 0,-2 0 1 0 0,0-1-1 0 0,-1 0 1 0 0,-1-1 0 0 0,-1 0-1 0 0,12-48 1 0 0,-20 67 412 0 0,-1 0 1 0 0,1 1-1 0 0,-1-1 0 0 0,0 0 0 0 0,0 0 1 0 0,0 0-1 0 0,-1 0 0 0 0,1 0 1 0 0,-3-7-1 0 0,3 11 225 0 0,0-1 1 0 0,0 0-1 0 0,-1 1 1 0 0,1-1-1 0 0,0 1 1 0 0,-1-1-1 0 0,1 1 1 0 0,0-1-1 0 0,-1 1 1 0 0,1-1-1 0 0,-1 1 1 0 0,1-1-1 0 0,-1 1 1 0 0,1 0-1 0 0,-1-1 1 0 0,1 1-1 0 0,-1 0 1 0 0,1-1-1 0 0,-1 1 1 0 0,0 0 0 0 0,1 0-1 0 0,-1-1 1 0 0,1 1-1 0 0,-2 0 1 0 0,0 0 16 0 0,1 0 0 0 0,-1 1 0 0 0,1-1 0 0 0,-1 0 0 0 0,1 1 0 0 0,-1-1 0 0 0,1 1 0 0 0,-1 0 1 0 0,1 0-1 0 0,-1-1 0 0 0,1 1 0 0 0,0 0 0 0 0,-1 0 0 0 0,-1 2 0 0 0,-13 11 52 0 0,0 2-1 0 0,1 0 1 0 0,0 1-1 0 0,-23 35 1 0 0,-38 82 1867 0 0,73-128-1667 0 0,0 0 1 0 0,1 0-1 0 0,0 0 1 0 0,0 0-1 0 0,0 1 1 0 0,1-1-1 0 0,0 1 1 0 0,0-1-1 0 0,1 1 1 0 0,0-1-1 0 0,0 7 1 0 0,1-10-87 0 0,-1-1 1 0 0,0 0 0 0 0,1 0-1 0 0,0 0 1 0 0,-1 0 0 0 0,1 0-1 0 0,0 0 1 0 0,0 0 0 0 0,0 0 0 0 0,0-1-1 0 0,0 1 1 0 0,1 0 0 0 0,-1 0-1 0 0,0-1 1 0 0,1 1 0 0 0,0-1-1 0 0,-1 1 1 0 0,1-1 0 0 0,0 0-1 0 0,-1 0 1 0 0,1 0 0 0 0,0 0 0 0 0,0 0-1 0 0,0 0 1 0 0,0 0 0 0 0,0 0-1 0 0,0-1 1 0 0,0 1 0 0 0,0-1-1 0 0,1 0 1 0 0,-1 0 0 0 0,0 1-1 0 0,0-1 1 0 0,0 0 0 0 0,0-1-1 0 0,4 0 1 0 0,2 0-162 0 0,0 0-1 0 0,-1-1 1 0 0,1 0 0 0 0,0-1-1 0 0,-1 0 1 0 0,0 0 0 0 0,0 0-1 0 0,0-1 1 0 0,0 0-1 0 0,0 0 1 0 0,-1-1 0 0 0,0 0-1 0 0,0 0 1 0 0,0 0 0 0 0,0-1-1 0 0,-1 0 1 0 0,0 0-1 0 0,-1 0 1 0 0,1-1 0 0 0,-1 0-1 0 0,0 0 1 0 0,-1 0 0 0 0,4-9-1 0 0,-2 6-336 0 0,-2 0-1 0 0,1 0 1 0 0,-1 0-1 0 0,-1 0 0 0 0,0 0 1 0 0,0-1-1 0 0,-1 1 1 0 0,0-1-1 0 0,-1 1 1 0 0,0-1-1 0 0,-1 1 0 0 0,0-1 1 0 0,-1 1-1 0 0,0 0 1 0 0,0 0-1 0 0,-1-1 1 0 0,-6-11-1 0 0,8 20 394 0 0,0-1-1 0 0,0 1 1 0 0,0-1 0 0 0,-1 1-1 0 0,1 0 1 0 0,-1 0-1 0 0,0 0 1 0 0,0 0 0 0 0,1 0-1 0 0,-1 0 1 0 0,-1 0-1 0 0,1 1 1 0 0,0-1 0 0 0,0 1-1 0 0,0-1 1 0 0,-1 1-1 0 0,-2-1 1 0 0,3 1 37 0 0,0 1 0 0 0,0 0 0 0 0,-1 0 0 0 0,1 0 0 0 0,0 0 0 0 0,0 0 1 0 0,0 0-1 0 0,0 0 0 0 0,0 1 0 0 0,0-1 0 0 0,0 1 0 0 0,0-1 0 0 0,0 1 0 0 0,1 0 0 0 0,-1 0 0 0 0,0 0 0 0 0,-3 2 0 0 0,0 0 33 0 0,1 1 0 0 0,-1 0-1 0 0,1 1 1 0 0,0-1 0 0 0,0 1-1 0 0,1-1 1 0 0,-1 1 0 0 0,1 0-1 0 0,0 0 1 0 0,0 1 0 0 0,0-1 0 0 0,1 1-1 0 0,-3 10 1 0 0,2 0 26 0 0,0 0-1 0 0,1 0 1 0 0,1 0 0 0 0,1 0-1 0 0,0 1 1 0 0,3 19 0 0 0,-2-29 0 0 0,0 1 0 0 0,1-1 0 0 0,-1 1 0 0 0,2-1 0 0 0,-1 0 0 0 0,1 0 0 0 0,0 0 0 0 0,0 0 0 0 0,1 0 0 0 0,0-1 0 0 0,0 1 0 0 0,1-1 1 0 0,0 0-1 0 0,0-1 0 0 0,7 7 0 0 0,-10-9-37 0 0,1-1 1 0 0,0 0-1 0 0,0 0 1 0 0,0-1-1 0 0,0 1 1 0 0,0 0-1 0 0,0-1 1 0 0,1 0-1 0 0,-1 0 1 0 0,0 0-1 0 0,1 0 1 0 0,-1 0-1 0 0,1-1 1 0 0,-1 0-1 0 0,1 1 1 0 0,-1-1-1 0 0,1-1 1 0 0,-1 1-1 0 0,1 0 1 0 0,-1-1-1 0 0,1 0 1 0 0,-1 0-1 0 0,0 0 1 0 0,1 0-1 0 0,-1 0 1 0 0,0-1-1 0 0,6-3 1 0 0,-4 2 46 0 0,0-1 0 0 0,-1 0 1 0 0,1 0-1 0 0,-1 0 0 0 0,0 0 1 0 0,0-1-1 0 0,0 0 0 0 0,-1 0 1 0 0,0 0-1 0 0,0 0 1 0 0,0 0-1 0 0,0-1 0 0 0,-1 1 1 0 0,0-1-1 0 0,2-7 0 0 0,-1-3-252 0 0,0 0 0 0 0,-1-1-1 0 0,-1 1 1 0 0,-1-1-1 0 0,0 1 1 0 0,-4-26 0 0 0,3 35 62 0 0,0-1 1 0 0,-1 1 0 0 0,0-1-1 0 0,0 1 1 0 0,0-1 0 0 0,-1 1-1 0 0,0 0 1 0 0,-1 0 0 0 0,1 1-1 0 0,-1-1 1 0 0,-1 1 0 0 0,1-1-1 0 0,-1 1 1 0 0,0 1 0 0 0,-12-11-1 0 0,14 14-46 0 0,-1 0-1 0 0,1 0 1 0 0,-1 1-1 0 0,0 0 1 0 0,1-1-1 0 0,-1 1 1 0 0,0 1 0 0 0,0-1-1 0 0,0 1 1 0 0,0-1-1 0 0,0 1 1 0 0,0 0-1 0 0,0 0 1 0 0,0 1-1 0 0,1-1 1 0 0,-1 1-1 0 0,0 0 1 0 0,0 0-1 0 0,0 0 1 0 0,1 1 0 0 0,-1-1-1 0 0,0 1 1 0 0,1 0-1 0 0,0 0 1 0 0,-1 0-1 0 0,-3 3 1 0 0,-7 5-98 0 0,0 1-1 0 0,1 1 1 0 0,0 0 0 0 0,-17 20 0 0 0,19-19 270 0 0,1-1 0 0 0,1 2 0 0 0,0-1 0 0 0,1 1 0 0 0,0 1 0 0 0,1-1 1 0 0,-9 30-1 0 0,14-40 42 0 0,1 1 0 0 0,0-1 0 0 0,0 1 0 0 0,0-1 0 0 0,1 1 0 0 0,0-1 0 0 0,0 1 0 0 0,0-1 0 0 0,0 1 0 0 0,1-1 0 0 0,-1 1 0 0 0,1-1 0 0 0,0 1 0 0 0,1-1 0 0 0,-1 1 0 0 0,1-1 0 0 0,0 0 0 0 0,0 0 0 0 0,0 0 0 0 0,0 0 0 0 0,1 0 0 0 0,0-1 0 0 0,0 1 0 0 0,0-1 0 0 0,0 1 0 0 0,0-1 0 0 0,1 0 0 0 0,-1 0 0 0 0,1-1 0 0 0,0 1 0 0 0,0-1 0 0 0,6 3 0 0 0,-3-1 8 0 0,0-1 1 0 0,1 0-1 0 0,-1 0 1 0 0,1-1-1 0 0,-1 1 1 0 0,1-2-1 0 0,0 1 1 0 0,0-1-1 0 0,0-1 1 0 0,0 1-1 0 0,0-1 1 0 0,-1-1-1 0 0,1 0 1 0 0,0 0-1 0 0,10-2 1 0 0,-8-1 45 0 0,-1 1 1 0 0,0-1-1 0 0,-1 0 1 0 0,1-1-1 0 0,-1 0 1 0 0,0 0-1 0 0,0-1 1 0 0,0 0-1 0 0,-1 0 1 0 0,0-1-1 0 0,8-9 1 0 0,-3 2-117 0 0,-2-1 1 0 0,0 0-1 0 0,0-1 1 0 0,-1 0-1 0 0,-1 0 1 0 0,-1-1-1 0 0,0 0 1 0 0,-1 0-1 0 0,-1-1 1 0 0,-1 0-1 0 0,0 0 1 0 0,2-35-1 0 0,-6 31-248 0 0,-1 0-1 0 0,-4-33 0 0 0,4 49 137 0 0,0 0 0 0 0,0 0 0 0 0,-1 0 0 0 0,0 0 0 0 0,0 0 0 0 0,0 1 0 0 0,-1-1 0 0 0,1 0 0 0 0,-1 1 0 0 0,-1 0 0 0 0,1 0 0 0 0,-1 0 0 0 0,-7-8 0 0 0,9 12 27 0 0,0 0-1 0 0,1 0 1 0 0,-1 0-1 0 0,0 0 1 0 0,0 0-1 0 0,1 0 1 0 0,-1 1-1 0 0,0-1 1 0 0,0 1-1 0 0,0-1 1 0 0,0 1-1 0 0,0 0 1 0 0,0 0-1 0 0,0 0 1 0 0,0 0-1 0 0,1 0 1 0 0,-1 0-1 0 0,0 0 1 0 0,0 1-1 0 0,0-1 1 0 0,0 1-1 0 0,0 0 1 0 0,0-1-1 0 0,-3 3 1 0 0,-2 1-373 0 0,0 0 0 0 0,1 0 1 0 0,-1 1-1 0 0,-9 9 1 0 0,-12 13-3876 0 0</inkml:trace>
</inkml:ink>
</file>

<file path=ppt/ink/ink2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4.9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122 356 10594 0 0,'-4'-41'-408'0'0,"-2"-16"615"0"0,6 55-129 0 0,0 0 0 0 0,-1 0 0 0 0,0-1 1 0 0,1 1-1 0 0,-1 0 0 0 0,0 0 0 0 0,0 1 0 0 0,0-1 0 0 0,0 0 1 0 0,-1 0-1 0 0,1 0 0 0 0,0 1 0 0 0,-1-1 0 0 0,1 1 0 0 0,-1-1 1 0 0,0 1-1 0 0,1 0 0 0 0,-1-1 0 0 0,0 1 0 0 0,-4-2 1 0 0,5 3-26 0 0,-1 0 0 0 0,0-1 1 0 0,0 1-1 0 0,0 0 1 0 0,1 0-1 0 0,-1 0 1 0 0,0 0-1 0 0,0 0 0 0 0,0 1 1 0 0,1-1-1 0 0,-1 1 1 0 0,0-1-1 0 0,0 1 1 0 0,1-1-1 0 0,-1 1 0 0 0,0 0 1 0 0,1 0-1 0 0,-1 0 1 0 0,1 0-1 0 0,-1 0 1 0 0,1 0-1 0 0,-1 0 0 0 0,1 1 1 0 0,0-1-1 0 0,0 0 1 0 0,0 1-1 0 0,0-1 0 0 0,0 1 1 0 0,0-1-1 0 0,0 1 1 0 0,0-1-1 0 0,-1 4 1 0 0,-3 5 178 0 0,1 0 0 0 0,0 0 1 0 0,0 0-1 0 0,-1 11 0 0 0,2-8 6 0 0,0 0 1 0 0,1 1-1 0 0,1-1 0 0 0,0 0 1 0 0,1 0-1 0 0,0 1 0 0 0,1-1 1 0 0,5 26-1 0 0,-5-33-173 0 0,1-1-1 0 0,0 1 1 0 0,0-1-1 0 0,0 1 1 0 0,1-1 0 0 0,0 0-1 0 0,0 0 1 0 0,0 0 0 0 0,0-1-1 0 0,1 1 1 0 0,0-1 0 0 0,0 1-1 0 0,0-1 1 0 0,0 0 0 0 0,1-1-1 0 0,0 1 1 0 0,0-1-1 0 0,0 0 1 0 0,0 0 0 0 0,0-1-1 0 0,0 1 1 0 0,9 2 0 0 0,-5-2-79 0 0,1-1 0 0 0,-1 0 0 0 0,1 0 0 0 0,0-1 0 0 0,0 0 0 0 0,-1 0 0 0 0,1-1 0 0 0,0-1 0 0 0,0 0 1 0 0,0 0-1 0 0,-1-1 0 0 0,1 0 0 0 0,0 0 0 0 0,-1-1 0 0 0,0-1 0 0 0,0 0 0 0 0,0 0 0 0 0,0 0 0 0 0,-1-1 0 0 0,1-1 1 0 0,-1 1-1 0 0,0-1 0 0 0,-1 0 0 0 0,0-1 0 0 0,0 0 0 0 0,0 0 0 0 0,8-12 0 0 0,-2 1-253 0 0,-1 0 0 0 0,0-1 0 0 0,-1-1 0 0 0,11-26 0 0 0,-19 39 175 0 0,-1 0 0 0 0,0 0 0 0 0,0 0 1 0 0,0 0-1 0 0,-1 0 0 0 0,0 0 0 0 0,0 0 1 0 0,0-1-1 0 0,-1 1 0 0 0,-1 0 0 0 0,1 0 0 0 0,-1-1 1 0 0,0 1-1 0 0,-1 0 0 0 0,1 0 0 0 0,-2 0 1 0 0,-2-7-1 0 0,4 12 17 0 0,1 0 0 0 0,-1 1 0 0 0,0-1 0 0 0,0 1 0 0 0,0-1 0 0 0,0 1 0 0 0,-1-1 0 0 0,1 1 0 0 0,0 0-1 0 0,0 0 1 0 0,-1 0 0 0 0,1-1 0 0 0,-1 1 0 0 0,1 0 0 0 0,-1 1 0 0 0,0-1 0 0 0,1 0 0 0 0,-1 0 0 0 0,0 1 0 0 0,1-1 0 0 0,-1 1 0 0 0,0-1 0 0 0,-3 1 0 0 0,1 0-50 0 0,0 0 0 0 0,0 1 1 0 0,0 0-1 0 0,0-1 0 0 0,0 2 0 0 0,0-1 1 0 0,0 0-1 0 0,1 1 0 0 0,-1-1 0 0 0,-5 4 0 0 0,-5 5-268 0 0,0 0-1 0 0,1 0 0 0 0,0 1 0 0 0,-13 14 0 0 0,-3 6-150 0 0,-38 52 0 0 0,56-67 585 0 0,1-1 0 0 0,1 2 1 0 0,0 0-1 0 0,1 0 0 0 0,-11 34 0 0 0,18-49 36 0 0,1 0 1 0 0,-1 0-1 0 0,1 1 1 0 0,-1-1-1 0 0,1 0 0 0 0,0 1 1 0 0,0-1-1 0 0,0 1 1 0 0,0-1-1 0 0,0 0 1 0 0,0 1-1 0 0,1-1 0 0 0,-1 0 1 0 0,1 1-1 0 0,0-1 1 0 0,-1 0-1 0 0,1 0 0 0 0,0 0 1 0 0,0 1-1 0 0,1-1 1 0 0,-1 0-1 0 0,0 0 1 0 0,1-1-1 0 0,2 4 0 0 0,-2-3-18 0 0,0-1 0 0 0,0 0 0 0 0,0 0-1 0 0,0-1 1 0 0,0 1 0 0 0,0 0 0 0 0,0-1-1 0 0,0 1 1 0 0,0-1 0 0 0,0 0 0 0 0,0 1 0 0 0,0-1-1 0 0,0 0 1 0 0,1 0 0 0 0,-1 0 0 0 0,0-1-1 0 0,0 1 1 0 0,0 0 0 0 0,0-1 0 0 0,0 0-1 0 0,0 1 1 0 0,0-1 0 0 0,0 0 0 0 0,0 0-1 0 0,0 0 1 0 0,0 0 0 0 0,1-2 0 0 0,10-6-154 0 0,0-1 0 0 0,-1-1 0 0 0,0 0 1 0 0,0-1-1 0 0,-2 0 0 0 0,1 0 0 0 0,14-25 1 0 0,-9 11-135 0 0,-1-1 0 0 0,-1-1 1 0 0,11-34-1 0 0,-20 47-129 0 0,0-1-1 0 0,-2 1 0 0 0,1-1 0 0 0,-2 0 0 0 0,1-20 1 0 0,-3 29 119 0 0,0 0 1 0 0,0 0-1 0 0,-1 0 1 0 0,0 0-1 0 0,0 0 1 0 0,0 0 0 0 0,-1 0-1 0 0,0 0 1 0 0,-1 1-1 0 0,1-1 1 0 0,-1 1-1 0 0,-1 0 1 0 0,1-1 0 0 0,-6-6-1 0 0,8 11 186 0 0,-1 1 0 0 0,1 0 0 0 0,0 0-1 0 0,0 0 1 0 0,-1 0 0 0 0,1 0 0 0 0,0 0 0 0 0,-1 0 0 0 0,1 0-1 0 0,-1 1 1 0 0,0-1 0 0 0,1 0 0 0 0,-1 1 0 0 0,1 0 0 0 0,-1-1-1 0 0,0 1 1 0 0,1 0 0 0 0,-1 0 0 0 0,0 0 0 0 0,-1 0 0 0 0,-1 0-4 0 0,0 1 1 0 0,0 0-1 0 0,0 0 1 0 0,0 0-1 0 0,0 0 1 0 0,0 1-1 0 0,0-1 1 0 0,-3 3-1 0 0,-5 4 67 0 0,0 0-1 0 0,0 1 1 0 0,-16 16-1 0 0,8-5 265 0 0,1 0 1 0 0,0 2-1 0 0,2 0 0 0 0,1 1 0 0 0,1 1 0 0 0,0 0 0 0 0,2 1 1 0 0,1 0-1 0 0,-13 42 0 0 0,24-64-165 0 0,1 1 0 0 0,-1-1 0 0 0,1 0 0 0 0,0 1 0 0 0,0-1 0 0 0,0 0 0 0 0,1 1 0 0 0,-1-1 0 0 0,1 0 1 0 0,0 1-1 0 0,0-1 0 0 0,0 0 0 0 0,2 3 0 0 0,-3-5-69 0 0,0 0 1 0 0,1 0 0 0 0,-1-1-1 0 0,0 1 1 0 0,1-1 0 0 0,-1 1-1 0 0,1 0 1 0 0,-1-1 0 0 0,1 1-1 0 0,0-1 1 0 0,-1 1-1 0 0,1-1 1 0 0,-1 1 0 0 0,1-1-1 0 0,0 0 1 0 0,-1 1 0 0 0,1-1-1 0 0,0 0 1 0 0,0 1 0 0 0,-1-1-1 0 0,1 0 1 0 0,1 0 0 0 0,0 0-29 0 0,-1 0 0 0 0,0-1 0 0 0,0 1 0 0 0,1 0 0 0 0,-1-1 0 0 0,0 0 0 0 0,0 1 0 0 0,0-1 0 0 0,0 0 0 0 0,1 1 0 0 0,-1-1 0 0 0,0 0 0 0 0,0 0 0 0 0,-1 0 0 0 0,1 0 0 0 0,0 0 0 0 0,0 0 0 0 0,1-2 0 0 0,7-11-239 0 0,0-1 1 0 0,-1 0-1 0 0,0 0 1 0 0,-1 0-1 0 0,-1-1 1 0 0,-1 0-1 0 0,0-1 1 0 0,4-26-1 0 0,-5 17-184 0 0,-1 0-1 0 0,-2 0 0 0 0,0-1 1 0 0,-7-49-1 0 0,6 71 385 0 0,-12-56-196 0 0,11 59 223 0 0,0-1 0 0 0,1 1 0 0 0,-1-1-1 0 0,0 1 1 0 0,0-1 0 0 0,0 1 0 0 0,-1 0-1 0 0,1-1 1 0 0,0 1 0 0 0,-1 0 0 0 0,0 0-1 0 0,1 0 1 0 0,-1 0 0 0 0,0 0 0 0 0,0 1-1 0 0,0-1 1 0 0,0 0 0 0 0,-1 1 0 0 0,-2-2-1 0 0,3 3 56 0 0,0 0 0 0 0,1 0-1 0 0,-1 0 1 0 0,0 0 0 0 0,0 0-1 0 0,0 1 1 0 0,1-1-1 0 0,-1 0 1 0 0,0 1 0 0 0,0 0-1 0 0,1-1 1 0 0,-1 1 0 0 0,1 0-1 0 0,-1 0 1 0 0,1 0-1 0 0,-1 0 1 0 0,1 0 0 0 0,-1 0-1 0 0,1 0 1 0 0,0 1 0 0 0,-1-1-1 0 0,1 0 1 0 0,0 1-1 0 0,0-1 1 0 0,0 1 0 0 0,0-1-1 0 0,1 1 1 0 0,-2 2 0 0 0,-2 4 254 0 0,0 0 0 0 0,0 0 1 0 0,1 0-1 0 0,-3 13 1 0 0,2-6 13 0 0,1 0 1 0 0,1 0-1 0 0,0 0 1 0 0,1 0 0 0 0,1 0-1 0 0,0 0 1 0 0,1 0-1 0 0,0 0 1 0 0,2 0-1 0 0,0 0 1 0 0,0 0-1 0 0,1 0 1 0 0,1-1 0 0 0,1 0-1 0 0,0 0 1 0 0,1 0-1 0 0,0-1 1 0 0,1 0-1 0 0,0 0 1 0 0,15 16 0 0 0,-9-12-61 0 0,2-1 0 0 0,-1 0 0 0 0,33 23 0 0 0,-23-22-485 0 0</inkml:trace>
</inkml:ink>
</file>

<file path=ppt/ink/ink2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6.1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298 10 7834 0 0,'3'-9'1223'0'0,"-14"20"1082"0"0,-38 72-1361 0 0,-34 60-1029 0 0,70-115 70 0 0,0 0 1 0 0,1 0-1 0 0,-9 39 1 0 0,18-51 168 0 0,0 0 0 0 0,0 0 0 0 0,2 1 0 0 0,0-1 0 0 0,2 26 0 0 0,0-32 22 0 0,0-1 1 0 0,1 1-1 0 0,0-1 1 0 0,0 0-1 0 0,1 1 0 0 0,1-1 1 0 0,-1 0-1 0 0,1-1 0 0 0,1 1 1 0 0,9 14-1 0 0,-13-21-124 0 0,1 0-1 0 0,0 0 1 0 0,-1-1-1 0 0,1 1 1 0 0,0-1-1 0 0,0 1 1 0 0,0-1-1 0 0,0 1 1 0 0,0-1-1 0 0,0 0 1 0 0,0 0-1 0 0,0 0 1 0 0,1 0-1 0 0,-1-1 1 0 0,0 1-1 0 0,1 0 1 0 0,-1-1-1 0 0,3 1 1 0 0,0-1 12 0 0,-1 0 1 0 0,1-1-1 0 0,-1 1 1 0 0,1-1-1 0 0,-1 0 1 0 0,0 0-1 0 0,1-1 1 0 0,-1 1-1 0 0,4-3 1 0 0,6-3 66 0 0,0-1 1 0 0,-1 0-1 0 0,0-1 0 0 0,17-16 1 0 0,-11 9-244 0 0,-2-2-1 0 0,0 0 1 0 0,17-23 0 0 0,-29 34-145 0 0,0 0 0 0 0,0 0 0 0 0,-1 0 0 0 0,0 0 0 0 0,-1-1 0 0 0,1 0 0 0 0,-1 1 0 0 0,-1-1-1 0 0,0 0 1 0 0,0-1 0 0 0,0 1 0 0 0,-1 0 0 0 0,0-11 0 0 0,-1 18 182 0 0,0-1 0 0 0,0 1 0 0 0,0-1 0 0 0,0 1 0 0 0,0-1 0 0 0,0 1 0 0 0,0 0 0 0 0,-1-1 0 0 0,1 1 0 0 0,-1-1 0 0 0,1 1 0 0 0,-1-1 0 0 0,0 1 0 0 0,1 0 0 0 0,-1 0 0 0 0,0-1 0 0 0,0 1 0 0 0,0 0 0 0 0,0 0 0 0 0,0 0-1 0 0,0 0 1 0 0,0 0 0 0 0,0 0 0 0 0,0 0 0 0 0,-1 0 0 0 0,1 0 0 0 0,0 1 0 0 0,-1-1 0 0 0,1 0 0 0 0,0 1 0 0 0,-1-1 0 0 0,1 1 0 0 0,-1 0 0 0 0,1-1 0 0 0,-1 1 0 0 0,1 0 0 0 0,-1 0 0 0 0,1 0 0 0 0,-1 0 0 0 0,1 0 0 0 0,-1 0 0 0 0,1 0 0 0 0,-1 1 0 0 0,1-1 0 0 0,0 0 0 0 0,-3 2 0 0 0,-5 1-88 0 0,1 0 0 0 0,-1 0 1 0 0,1 1-1 0 0,1 1 0 0 0,-1-1 1 0 0,-11 10-1 0 0,0 1 166 0 0,0 2-1 0 0,2 0 0 0 0,0 1 1 0 0,-17 26-1 0 0,24-31 115 0 0,1 1 1 0 0,0 0-1 0 0,1 1 0 0 0,1 0 1 0 0,0 0-1 0 0,1 1 1 0 0,-4 19-1 0 0,8-28-34 0 0,2 0 0 0 0,-1-1 0 0 0,1 1-1 0 0,0-1 1 0 0,0 1 0 0 0,1 0 0 0 0,0-1 0 0 0,0 1 0 0 0,0-1-1 0 0,1 1 1 0 0,0-1 0 0 0,4 10 0 0 0,-4-13 12 0 0,0 1-1 0 0,-1-1 1 0 0,1 0-1 0 0,1 1 1 0 0,-1-1 0 0 0,0 0-1 0 0,1 0 1 0 0,-1-1-1 0 0,1 1 1 0 0,0 0 0 0 0,0-1-1 0 0,0 0 1 0 0,0 1-1 0 0,1-1 1 0 0,-1-1 0 0 0,1 1-1 0 0,-1 0 1 0 0,1-1-1 0 0,-1 0 1 0 0,1 0 0 0 0,0 0-1 0 0,7 1 1 0 0,-8-2-36 0 0,1-1 0 0 0,0 1 1 0 0,0-1-1 0 0,0 0 0 0 0,-1 0 1 0 0,1 0-1 0 0,-1 0 0 0 0,1-1 1 0 0,-1 0-1 0 0,1 1 0 0 0,-1-1 1 0 0,0-1-1 0 0,0 1 0 0 0,0 0 1 0 0,0-1-1 0 0,0 1 1 0 0,0-1-1 0 0,2-3 0 0 0,7-8 59 0 0,-1-1-1 0 0,13-20 1 0 0,-22 31-113 0 0,7-10-183 0 0,-1-2-1 0 0,-1 1 0 0 0,0-1 0 0 0,-1-1 0 0 0,-1 1 0 0 0,4-19 0 0 0,-6 22-90 0 0,-1 1-1 0 0,-1-1 0 0 0,0 0 0 0 0,0 0 0 0 0,-1 0 0 0 0,-1 0 0 0 0,0 0 0 0 0,-6-23 1 0 0,6 33 242 0 0,0 0 1 0 0,0 0 0 0 0,0 0-1 0 0,0 0 1 0 0,0 1 0 0 0,-1-1-1 0 0,1 0 1 0 0,-1 0 0 0 0,0 1-1 0 0,0-1 1 0 0,0 1 0 0 0,0 0 0 0 0,0-1-1 0 0,0 1 1 0 0,-6-3 0 0 0,6 4 5 0 0,0 0 0 0 0,-1 0 1 0 0,1 0-1 0 0,-1 0 1 0 0,1 1-1 0 0,0-1 1 0 0,-1 1-1 0 0,0-1 1 0 0,1 1-1 0 0,-1 0 0 0 0,1 0 1 0 0,-1 0-1 0 0,1 1 1 0 0,-1-1-1 0 0,-4 2 1 0 0,0 0-51 0 0,0 1 1 0 0,-1 0 0 0 0,1 1-1 0 0,1-1 1 0 0,-1 2 0 0 0,1-1-1 0 0,-1 1 1 0 0,1-1 0 0 0,0 2 0 0 0,1-1-1 0 0,-8 10 1 0 0,0 1 10 0 0,1 1 0 0 0,1 1 0 0 0,1 0 0 0 0,1 0 0 0 0,0 1 0 0 0,-12 38 1 0 0,18-46 213 0 0,0 0 1 0 0,0 0 0 0 0,1 0 0 0 0,1 1 0 0 0,0-1 0 0 0,0 0 0 0 0,1 1 0 0 0,1-1 0 0 0,0 0 0 0 0,0 0 0 0 0,1 1 0 0 0,1-1-1 0 0,0 0 1 0 0,5 13 0 0 0,-6-20-86 0 0,-1-1 0 0 0,1 1 0 0 0,0-1 0 0 0,0 0 0 0 0,0 1 0 0 0,1-1-1 0 0,-1 0 1 0 0,1-1 0 0 0,0 1 0 0 0,0 0 0 0 0,0-1 0 0 0,0 1 0 0 0,0-1 0 0 0,0 0-1 0 0,1 0 1 0 0,-1-1 0 0 0,1 1 0 0 0,-1-1 0 0 0,1 1 0 0 0,6 0 0 0 0,-7-1-29 0 0,1-1 0 0 0,0 0 0 0 0,-1 0 1 0 0,1-1-1 0 0,-1 1 0 0 0,1-1 1 0 0,0 0-1 0 0,-1 0 0 0 0,1 0 0 0 0,-1 0 1 0 0,1 0-1 0 0,-1-1 0 0 0,0 0 1 0 0,0 0-1 0 0,0 0 0 0 0,0 0 0 0 0,0 0 1 0 0,0 0-1 0 0,0-1 0 0 0,-1 1 1 0 0,5-7-1 0 0,4-4-123 0 0,-2-1-1 0 0,0 0 1 0 0,0-1 0 0 0,-2 0 0 0 0,1 0 0 0 0,-2-1-1 0 0,0 0 1 0 0,-1 0 0 0 0,-1 0 0 0 0,0-1 0 0 0,-1 1-1 0 0,-1-1 1 0 0,0-30 0 0 0,-3 19-51 0 0,0 0 0 0 0,-2 1 0 0 0,-1-1 0 0 0,-1 1-1 0 0,-2 0 1 0 0,0 0 0 0 0,-19-42 0 0 0,24 63 254 0 0,-1 0 0 0 0,1 1-1 0 0,-2-1 1 0 0,1 1 0 0 0,-1 0 0 0 0,1 0-1 0 0,-1 0 1 0 0,-1 0 0 0 0,1 0 0 0 0,-1 1 0 0 0,0 0-1 0 0,0 0 1 0 0,-9-5 0 0 0,10 7-32 0 0,-1 0 1 0 0,1 0-1 0 0,-1 1 0 0 0,0 0 1 0 0,0 0-1 0 0,0 0 0 0 0,0 0 1 0 0,0 1-1 0 0,1 0 0 0 0,-1 0 1 0 0,0 0-1 0 0,0 1 0 0 0,0-1 1 0 0,0 1-1 0 0,0 0 0 0 0,0 1 1 0 0,1-1-1 0 0,-6 4 0 0 0,-7 2-189 0 0,0 1 0 0 0,1 1 0 0 0,-18 14 0 0 0,-17 17-3784 0 0,19-10-453 0 0</inkml:trace>
</inkml:ink>
</file>

<file path=ppt/ink/ink2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7.1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268 7 5065 0 0,'-9'5'142'0'0,"1"1"-1"0"0,0-1 1 0 0,0 1 0 0 0,1 1-1 0 0,-1-1 1 0 0,2 1-1 0 0,-1 0 1 0 0,-10 16 0 0 0,-4 2 73 0 0,9-12-41 0 0,-75 91 1234 0 0,76-88-1094 0 0,1-1-1 0 0,0 1 0 0 0,1 1 0 0 0,1-1 1 0 0,-8 23-1 0 0,15-36-261 0 0,0-1 1 0 0,0 1 0 0 0,0-1-1 0 0,1 1 1 0 0,-1 0 0 0 0,1-1-1 0 0,0 1 1 0 0,0-1 0 0 0,0 1-1 0 0,0 0 1 0 0,0-1-1 0 0,0 1 1 0 0,1 0 0 0 0,-1-1-1 0 0,1 1 1 0 0,0-1 0 0 0,0 1-1 0 0,0-1 1 0 0,0 1 0 0 0,0-1-1 0 0,0 0 1 0 0,1 0 0 0 0,-1 1-1 0 0,3 1 1 0 0,-2-2-3 0 0,0-1 1 0 0,0 0 0 0 0,0 1-1 0 0,1-1 1 0 0,-1 0-1 0 0,0-1 1 0 0,0 1 0 0 0,0 0-1 0 0,1-1 1 0 0,-1 1-1 0 0,0-1 1 0 0,1 0-1 0 0,-1 1 1 0 0,1-1 0 0 0,-1 0-1 0 0,0-1 1 0 0,1 1-1 0 0,-1 0 1 0 0,0-1 0 0 0,1 1-1 0 0,-1-1 1 0 0,0 0-1 0 0,0 0 1 0 0,1 0 0 0 0,-1 0-1 0 0,4-2 1 0 0,5-4 234 0 0,0-1 1 0 0,0 0 0 0 0,0-1-1 0 0,-1 0 1 0 0,0 0-1 0 0,-1-1 1 0 0,9-13-1 0 0,53-80-98 0 0,-71 102-190 0 0,7-9-325 0 0,-1 1 1 0 0,-1-2-1 0 0,1 1 0 0 0,-2-1 0 0 0,1 0 0 0 0,-2 0 0 0 0,1 0 0 0 0,-1 0 1 0 0,-1-1-1 0 0,0 1 0 0 0,0-17 0 0 0,-2 28 273 0 0,0-1 0 0 0,0 1 0 0 0,0-1 0 0 0,0 1 0 0 0,0-1 0 0 0,0 0 0 0 0,0 1 0 0 0,0-1 0 0 0,0 1 0 0 0,0-1 0 0 0,0 1 0 0 0,-1-1 0 0 0,1 1 0 0 0,0-1 0 0 0,0 1 1 0 0,-1-1-1 0 0,1 1 0 0 0,0-1 0 0 0,-1 1 0 0 0,1-1 0 0 0,0 1 0 0 0,-1 0 0 0 0,1-1 0 0 0,-1 1 0 0 0,1 0 0 0 0,0-1 0 0 0,-1 1 0 0 0,1 0 0 0 0,-2-1 0 0 0,-13 7-797 0 0,-11 23 693 0 0,4 7 956 0 0,2 1 0 0 0,2 1 0 0 0,1 1 0 0 0,2 0 0 0 0,-10 43 0 0 0,24-75-652 0 0,-1-1-1 0 0,1 0 1 0 0,0 1-1 0 0,0-1 1 0 0,0 1 0 0 0,1 0-1 0 0,0-1 1 0 0,1 1 0 0 0,-1-1-1 0 0,1 1 1 0 0,2 7 0 0 0,-2-12-66 0 0,0 1 1 0 0,1-1-1 0 0,-1 1 1 0 0,0-1-1 0 0,1 0 1 0 0,-1 1-1 0 0,1-1 1 0 0,0 0-1 0 0,0 0 1 0 0,0 0-1 0 0,0 0 0 0 0,0 0 1 0 0,0-1-1 0 0,0 1 1 0 0,1-1-1 0 0,-1 1 1 0 0,1-1-1 0 0,-1 0 1 0 0,1 0-1 0 0,-1 0 1 0 0,1 0-1 0 0,0 0 1 0 0,-1-1-1 0 0,1 1 1 0 0,0-1-1 0 0,0 0 1 0 0,-1 0-1 0 0,7 0 1 0 0,-2-1 46 0 0,1 0 0 0 0,-1 0 0 0 0,0-1 0 0 0,1 0 0 0 0,-1 0 0 0 0,0-1 0 0 0,0 0 0 0 0,0 0 0 0 0,-1-1 0 0 0,1 0 0 0 0,-1 0 0 0 0,0 0 0 0 0,0-1 0 0 0,0 0 0 0 0,-1 0 0 0 0,0-1-1 0 0,0 1 1 0 0,0-1 0 0 0,5-8 0 0 0,4-7-201 0 0,0-1 0 0 0,-2 0 0 0 0,0 0 0 0 0,12-36 0 0 0,-15 35-147 0 0,-2 0 0 0 0,7-36 0 0 0,-13 51 109 0 0,0 0 1 0 0,0 0-1 0 0,0 0 0 0 0,-1 0 1 0 0,0 0-1 0 0,-1 0 1 0 0,0-1-1 0 0,0 1 0 0 0,-1 0 1 0 0,0 1-1 0 0,-3-11 0 0 0,4 17 58 0 0,0-1 0 0 0,0 1 0 0 0,0-1 0 0 0,0 1-1 0 0,0-1 1 0 0,0 1 0 0 0,0 0 0 0 0,0 0 0 0 0,-1-1-1 0 0,1 1 1 0 0,0 0 0 0 0,-1 0 0 0 0,1 0-1 0 0,-1 0 1 0 0,1 1 0 0 0,-1-1 0 0 0,0 0 0 0 0,1 1-1 0 0,-1-1 1 0 0,0 1 0 0 0,1-1 0 0 0,-1 1 0 0 0,0 0-1 0 0,0 0 1 0 0,1 0 0 0 0,-1 0 0 0 0,0 0 0 0 0,0 0-1 0 0,1 0 1 0 0,-1 1 0 0 0,0-1 0 0 0,1 0 0 0 0,-1 1-1 0 0,0 0 1 0 0,1-1 0 0 0,-1 1 0 0 0,-1 1-1 0 0,-4 1-86 0 0,0 1-1 0 0,0 0 0 0 0,0 0 0 0 0,0 1 0 0 0,1 0 0 0 0,-11 10 0 0 0,8-4 126 0 0,0 0 0 0 0,0 0 0 0 0,1 0 0 0 0,1 1-1 0 0,0 1 1 0 0,0-1 0 0 0,2 1 0 0 0,-1 0 0 0 0,1 0-1 0 0,1 1 1 0 0,1-1 0 0 0,0 1 0 0 0,1 0 0 0 0,0 0-1 0 0,1 0 1 0 0,0 0 0 0 0,1 0 0 0 0,4 26 0 0 0,-2-28 45 0 0,0 0 0 0 0,1-1 0 0 0,1 1 0 0 0,0-1 1 0 0,0 0-1 0 0,1 0 0 0 0,0 0 0 0 0,1 0 0 0 0,0-1 0 0 0,1 0 1 0 0,0-1-1 0 0,1 1 0 0 0,0-1 0 0 0,0-1 0 0 0,1 1 1 0 0,0-2-1 0 0,1 1 0 0 0,-1-1 0 0 0,1 0 0 0 0,1-1 0 0 0,-1-1 1 0 0,16 7-1 0 0,-18-9 57 0 0,0 0 1 0 0,0-1 0 0 0,0-1-1 0 0,0 1 1 0 0,0-1-1 0 0,0 0 1 0 0,1-1-1 0 0,-1 0 1 0 0,0 0-1 0 0,0-1 1 0 0,0 0 0 0 0,1 0-1 0 0,-1-1 1 0 0,0 0-1 0 0,-1-1 1 0 0,1 0-1 0 0,0 0 1 0 0,-1 0-1 0 0,0-1 1 0 0,1 0 0 0 0,-1-1-1 0 0,-1 1 1 0 0,1-1-1 0 0,8-9 1 0 0,-5 4 52 0 0,0 0 0 0 0,0-1 1 0 0,-1 0-1 0 0,-1-1 0 0 0,0 0 0 0 0,-1-1 0 0 0,0 1 1 0 0,0-1-1 0 0,-2 0 0 0 0,1-1 0 0 0,-2 0 1 0 0,0 1-1 0 0,3-19 0 0 0,-4 5-51 0 0,0 0 0 0 0,-2-1 0 0 0,-4-49 1 0 0,2 65-117 0 0,-1 0 1 0 0,0 1-1 0 0,-1-1 1 0 0,0 1-1 0 0,0 0 1 0 0,-1 0-1 0 0,-1 0 1 0 0,0 0-1 0 0,0 1 1 0 0,-1-1-1 0 0,-10-11 1 0 0,13 18-15 0 0,-1 1 1 0 0,0 0-1 0 0,0 0 1 0 0,0 0-1 0 0,-1 0 1 0 0,1 1-1 0 0,-1-1 1 0 0,1 1-1 0 0,-1 0 0 0 0,0 1 1 0 0,0-1-1 0 0,0 1 1 0 0,0 0-1 0 0,0 0 1 0 0,0 1-1 0 0,0-1 1 0 0,0 1-1 0 0,0 0 1 0 0,0 1-1 0 0,-1-1 1 0 0,1 1-1 0 0,0 0 1 0 0,-7 2-1 0 0,-1 1-15 0 0,0 0 0 0 0,0 1-1 0 0,1 0 1 0 0,0 1 0 0 0,0 0-1 0 0,0 1 1 0 0,-19 14 0 0 0,24-15-110 0 0,1 0 1 0 0,0 0-1 0 0,0 1 1 0 0,0 0-1 0 0,1 0 1 0 0,0 1-1 0 0,0-1 1 0 0,1 1-1 0 0,0 0 1 0 0,0 0-1 0 0,1 0 1 0 0,0 1-1 0 0,1-1 1 0 0,-2 11-1 0 0,-2 12-5217 0 0</inkml:trace>
</inkml:ink>
</file>

<file path=ppt/ink/ink2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8.3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173 141 6913 0 0,'-6'-25'544'0'0,"4"14"-418"0"0,0 1 0 0 0,0 0 0 0 0,-1 0 0 0 0,0 1-1 0 0,-1-1 1 0 0,0 0 0 0 0,-1 1 0 0 0,0 0-1 0 0,-7-10 1 0 0,12 19-75 0 0,-1-1-1 0 0,0 0 1 0 0,0 0-1 0 0,0 1 1 0 0,0-1 0 0 0,0 0-1 0 0,0 1 1 0 0,0-1-1 0 0,0 1 1 0 0,0 0-1 0 0,0-1 1 0 0,0 1 0 0 0,0 0-1 0 0,0-1 1 0 0,0 1-1 0 0,0 0 1 0 0,-1 0-1 0 0,1 0 1 0 0,0 0 0 0 0,0 0-1 0 0,0 0 1 0 0,0 0-1 0 0,0 1 1 0 0,0-1-1 0 0,-1 0 1 0 0,1 1-1 0 0,0-1 1 0 0,0 0 0 0 0,0 1-1 0 0,0-1 1 0 0,0 1-1 0 0,0 0 1 0 0,0-1-1 0 0,1 1 1 0 0,-1 0 0 0 0,0 0-1 0 0,0-1 1 0 0,0 1-1 0 0,1 0 1 0 0,-1 0-1 0 0,0 0 1 0 0,0 1 0 0 0,-5 6 266 0 0,0-1 1 0 0,1 2-1 0 0,-7 13 1 0 0,10-19-237 0 0,-6 12 117 0 0,1 0 0 0 0,0 0 0 0 0,1 1-1 0 0,0-1 1 0 0,2 2 0 0 0,0-1 0 0 0,0 0-1 0 0,2 1 1 0 0,-1 22 0 0 0,3-34-178 0 0,1 0 1 0 0,0 0-1 0 0,0-1 1 0 0,0 1-1 0 0,1 0 1 0 0,0-1-1 0 0,0 0 0 0 0,0 1 1 0 0,0-1-1 0 0,1 0 1 0 0,0 0-1 0 0,0 0 1 0 0,0 0-1 0 0,0-1 0 0 0,0 1 1 0 0,1-1-1 0 0,0 0 1 0 0,-1 0-1 0 0,1 0 1 0 0,0 0-1 0 0,1-1 1 0 0,-1 1-1 0 0,0-1 0 0 0,8 2 1 0 0,-7-1 71 0 0,1-1 0 0 0,-1-1 0 0 0,1 1 0 0 0,0-1 0 0 0,0 0 0 0 0,0 0 0 0 0,0-1 0 0 0,-1 1 1 0 0,1-1-1 0 0,0-1 0 0 0,0 1 0 0 0,0-1 0 0 0,0 0 0 0 0,0 0 0 0 0,-1-1 0 0 0,1 0 0 0 0,0 0 0 0 0,-1 0 0 0 0,10-5 1 0 0,-4-2-144 0 0,0 0 0 0 0,0-1 0 0 0,0 0 1 0 0,-1-1-1 0 0,-1 0 0 0 0,0 0 0 0 0,13-23 1 0 0,-15 22-383 0 0,0 0 1 0 0,-2 0 0 0 0,1-1-1 0 0,-2 0 1 0 0,1 0 0 0 0,-2 0-1 0 0,0-1 1 0 0,2-18 0 0 0,-5 31 371 0 0,0-1 0 0 0,1 0 0 0 0,-1 1 0 0 0,0-1 0 0 0,0 1 1 0 0,0-1-1 0 0,-1 0 0 0 0,1 1 0 0 0,0-1 0 0 0,-1 1 0 0 0,1-1 1 0 0,-1 1-1 0 0,0-3 0 0 0,1 4 50 0 0,-1 0 1 0 0,1 0-1 0 0,0-1 0 0 0,0 1 1 0 0,-1 0-1 0 0,1 0 0 0 0,0 0 1 0 0,-1 0-1 0 0,1 0 1 0 0,0 0-1 0 0,-1 0 0 0 0,1 0 1 0 0,0-1-1 0 0,-1 1 0 0 0,1 0 1 0 0,0 0-1 0 0,-1 1 1 0 0,1-1-1 0 0,0 0 0 0 0,-1 0 1 0 0,1 0-1 0 0,0 0 0 0 0,-1 0 1 0 0,1 0-1 0 0,0 0 0 0 0,-1 0 1 0 0,1 1-1 0 0,0-1 1 0 0,-1 0-1 0 0,1 0 0 0 0,0 0 1 0 0,0 1-1 0 0,-1-1 0 0 0,1 0 1 0 0,0 1-1 0 0,-4 2 32 0 0,0 1-1 0 0,1 0 1 0 0,0 0-1 0 0,0 0 1 0 0,0 0-1 0 0,-3 7 1 0 0,-10 22 518 0 0,-16 49 1 0 0,28-69-412 0 0,0 0-1 0 0,1 0 1 0 0,0 0-1 0 0,1 1 0 0 0,1-1 1 0 0,0 1-1 0 0,1 15 1 0 0,1-25-75 0 0,-1 0 1 0 0,1-1-1 0 0,0 1 1 0 0,1 0-1 0 0,-1-1 1 0 0,0 1 0 0 0,1-1-1 0 0,0 1 1 0 0,0-1-1 0 0,0 0 1 0 0,0 0-1 0 0,0 1 1 0 0,1-2-1 0 0,-1 1 1 0 0,1 0-1 0 0,0 0 1 0 0,0-1-1 0 0,0 0 1 0 0,0 1-1 0 0,0-1 1 0 0,1 0-1 0 0,-1-1 1 0 0,1 1-1 0 0,-1-1 1 0 0,1 1-1 0 0,0-1 1 0 0,-1 0 0 0 0,1 0-1 0 0,0-1 1 0 0,0 1-1 0 0,-1-1 1 0 0,1 0-1 0 0,0 0 1 0 0,0 0-1 0 0,0 0 1 0 0,0-1-1 0 0,-1 0 1 0 0,1 1-1 0 0,0-1 1 0 0,-1-1-1 0 0,1 1 1 0 0,0 0-1 0 0,-1-1 1 0 0,1 0-1 0 0,-1 0 1 0 0,0 0-1 0 0,0 0 1 0 0,0 0 0 0 0,0-1-1 0 0,0 1 1 0 0,3-5-1 0 0,5-7-87 0 0,0-1-1 0 0,-1 1 1 0 0,-1-2 0 0 0,0 1-1 0 0,-1-2 1 0 0,-1 1-1 0 0,0-1 1 0 0,7-29 0 0 0,-12 35-159 0 0,0 0 1 0 0,0 1 0 0 0,-2-1 0 0 0,1 0 0 0 0,-1 0-1 0 0,-3-21 1 0 0,2 26-9 0 0,0 0 0 0 0,-1-1 0 0 0,0 1 0 0 0,0 0 0 0 0,-1 0 0 0 0,0 0 0 0 0,0 0 0 0 0,0 1-1 0 0,-1-1 1 0 0,1 1 0 0 0,-1 0 0 0 0,-6-7 0 0 0,8 10 162 0 0,-1 0 0 0 0,1 0-1 0 0,-1 0 1 0 0,1 0 0 0 0,-1 0-1 0 0,0 1 1 0 0,0-1 0 0 0,0 1-1 0 0,1 0 1 0 0,-1-1 0 0 0,-1 1-1 0 0,1 1 1 0 0,0-1 0 0 0,0 0-1 0 0,0 1 1 0 0,0 0 0 0 0,-6-1-1 0 0,4 2 48 0 0,-1 0 1 0 0,1 0-1 0 0,-1 0 0 0 0,0 1 0 0 0,1 0 0 0 0,0 0 0 0 0,-1 0 1 0 0,1 0-1 0 0,-6 5 0 0 0,-4 3 42 0 0,0 1 0 0 0,0 1 0 0 0,1 0 1 0 0,1 1-1 0 0,-12 15 0 0 0,9-10-11 0 0,2 0 0 0 0,-17 30 1 0 0,27-43 65 0 0,1 0 1 0 0,0 1 0 0 0,1-1 0 0 0,-1 1 0 0 0,1 0 0 0 0,0 0 0 0 0,1-1-1 0 0,-1 1 1 0 0,1 0 0 0 0,1 1 0 0 0,-1-1 0 0 0,1 0 0 0 0,0 0 0 0 0,1 10-1 0 0,0-13-41 0 0,0 0 0 0 0,0 0 0 0 0,0 0 0 0 0,1 0 0 0 0,-1 0 0 0 0,1 0 0 0 0,0 0-1 0 0,0 0 1 0 0,0-1 0 0 0,0 1 0 0 0,0-1 0 0 0,1 1 0 0 0,-1-1 0 0 0,1 0-1 0 0,-1 0 1 0 0,1 0 0 0 0,0 0 0 0 0,0-1 0 0 0,0 1 0 0 0,0-1 0 0 0,0 0-1 0 0,0 0 1 0 0,0 0 0 0 0,1 0 0 0 0,-1 0 0 0 0,0 0 0 0 0,6-1 0 0 0,0 1-114 0 0,0-1 1 0 0,0 0 0 0 0,0 0-1 0 0,-1-1 1 0 0,1-1 0 0 0,0 1-1 0 0,-1-1 1 0 0,1-1 0 0 0,9-3-1 0 0,-7 0 75 0 0,0 0-1 0 0,-1 0 0 0 0,1-1 0 0 0,-1 0 0 0 0,-1-1 1 0 0,0 0-1 0 0,0-1 0 0 0,0 0 0 0 0,9-13 0 0 0,-13 15-20 0 0,0 0-1 0 0,0 0 0 0 0,0 0 0 0 0,-1-1 1 0 0,0 0-1 0 0,-1 0 0 0 0,0 0 0 0 0,0 0 1 0 0,0 0-1 0 0,-1-1 0 0 0,-1 1 0 0 0,1-1 1 0 0,-2 0-1 0 0,1-8 0 0 0,-1 15 0 0 0,0 0-1 0 0,0 1 1 0 0,0-1 0 0 0,0 1-1 0 0,0-1 1 0 0,0 0 0 0 0,-1 1-1 0 0,1-1 1 0 0,-1 1-1 0 0,1-1 1 0 0,-1 1 0 0 0,0-1-1 0 0,0 1 1 0 0,1 0 0 0 0,-1-1-1 0 0,0 1 1 0 0,0 0-1 0 0,0-1 1 0 0,0 1 0 0 0,-1 0-1 0 0,1 0 1 0 0,0 0 0 0 0,0 0-1 0 0,-1 0 1 0 0,1 0-1 0 0,0 1 1 0 0,-1-1 0 0 0,1 0-1 0 0,-1 1 1 0 0,1-1 0 0 0,-1 1-1 0 0,-2-1 1 0 0,2 1-2 0 0,0 0 1 0 0,0 0 0 0 0,0 1-1 0 0,0-1 1 0 0,0 0-1 0 0,0 1 1 0 0,0 0-1 0 0,0-1 1 0 0,0 1 0 0 0,1 0-1 0 0,-1 0 1 0 0,0 0-1 0 0,0 0 1 0 0,1 1 0 0 0,-1-1-1 0 0,1 0 1 0 0,-1 1-1 0 0,1-1 1 0 0,0 1 0 0 0,-1-1-1 0 0,1 1 1 0 0,0-1-1 0 0,0 1 1 0 0,0 0 0 0 0,-1 2-1 0 0,-3 9-155 0 0,0 0 0 0 0,1 1-1 0 0,1-1 1 0 0,0 0 0 0 0,1 1-1 0 0,-1 15 1 0 0,1-2-198 0 0</inkml:trace>
</inkml:ink>
</file>

<file path=ppt/ink/ink2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2.7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76 2328 0 0,'6'-7'209'0'0,"-3"2"-209"0"0,1 0 0 0 0,-3 1 0 0 0,1 2 0 0 0,0 1 0 0 0,0-1 0 0 0,1-2 0 0 0,2-3 0 0 0,2 0 0 0 0,0 0 0 0 0,0 0 0 0 0,-1 2 0 0 0,-3 2 0 0 0,1-3 0 0 0,-3 3 0 0 0</inkml:trace>
</inkml:ink>
</file>

<file path=ppt/ink/ink2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3.1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438 26 6913 0 0,'-1'-2'141'0'0,"1"1"0"0"0,-1 0 0 0 0,1-1 0 0 0,-1 1-1 0 0,0 0 1 0 0,1-1 0 0 0,-1 1 0 0 0,0 0 0 0 0,0 0-1 0 0,0 0 1 0 0,0 0 0 0 0,0 0 0 0 0,0 0-1 0 0,0 0 1 0 0,-1 0 0 0 0,1 0 0 0 0,0 0 0 0 0,0 0-1 0 0,-1 1 1 0 0,1-1 0 0 0,0 1 0 0 0,-1-1-1 0 0,1 1 1 0 0,-1-1 0 0 0,-1 1 0 0 0,-1 1-3 0 0,1-1 1 0 0,0 2-1 0 0,-1-1 0 0 0,1 0 1 0 0,0 1-1 0 0,0-1 0 0 0,0 1 1 0 0,0 0-1 0 0,0 0 1 0 0,-3 2-1 0 0,-27 23 128 0 0,1 1-1 0 0,2 1 1 0 0,-35 43 0 0 0,-1 0 259 0 0,-61 57 1010 0 0,125-128-1522 0 0,1 0-1 0 0,0 0 1 0 0,-1 0 0 0 0,1 1-1 0 0,0-1 1 0 0,0 0-1 0 0,0 0 1 0 0,0 1 0 0 0,0-1-1 0 0,0 1 1 0 0,0-1-1 0 0,1 1 1 0 0,-1-1 0 0 0,1 1-1 0 0,-1 0 1 0 0,1-1-1 0 0,-1 1 1 0 0,1 0 0 0 0,0-1-1 0 0,0 1 1 0 0,0 0-1 0 0,0-1 1 0 0,0 1 0 0 0,0 0-1 0 0,1 2 1 0 0,0-2-89 0 0,0-1 0 0 0,0 1 1 0 0,0-1-1 0 0,1 1 0 0 0,-1-1 1 0 0,1 0-1 0 0,-1 0 0 0 0,1 0 1 0 0,-1 0-1 0 0,1 0 0 0 0,0 0 0 0 0,0 0 1 0 0,-1-1-1 0 0,1 1 0 0 0,0 0 1 0 0,0-1-1 0 0,0 1 0 0 0,0-1 0 0 0,-1 0 1 0 0,1 0-1 0 0,0 0 0 0 0,2 0 1 0 0,54 2-1704 0 0,-42-3 1694 0 0,0 1 0 0 0,-1 1-1 0 0,1 0 1 0 0,-1 1 0 0 0,0 1 0 0 0,1 1-1 0 0,26 9 1 0 0,-28-7 244 0 0,-1 0 0 0 0,0 2-1 0 0,-1-1 1 0 0,0 1 0 0 0,0 1 0 0 0,0 0 0 0 0,18 20-1 0 0,-28-27-103 0 0,1 1-1 0 0,-1 0 0 0 0,0 0 0 0 0,0 1 0 0 0,0-1 1 0 0,-1 0-1 0 0,1 1 0 0 0,-1-1 0 0 0,0 1 0 0 0,0-1 0 0 0,0 1 1 0 0,0 0-1 0 0,0 0 0 0 0,-1 6 0 0 0,0-6-16 0 0,-1-1-1 0 0,0 1 1 0 0,0 0 0 0 0,0-1 0 0 0,0 1-1 0 0,0-1 1 0 0,-1 1 0 0 0,0-1 0 0 0,0 0-1 0 0,0 1 1 0 0,0-1 0 0 0,0 0-1 0 0,0-1 1 0 0,-1 1 0 0 0,0 0 0 0 0,1-1-1 0 0,-6 5 1 0 0,-124 89 1315 0 0,41-32-2614 0 0,85-59-183 0 0</inkml:trace>
</inkml:ink>
</file>

<file path=ppt/ink/ink2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3.5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 57 6913 0 0,'1'-8'282'0'0,"-1"4"-147"0"0,0 0 1 0 0,0 1 0 0 0,1-1 0 0 0,-1 1-1 0 0,1-1 1 0 0,0 0 0 0 0,0 1 0 0 0,1 0-1 0 0,-1-1 1 0 0,1 1 0 0 0,-1 0 0 0 0,3-4-1 0 0,-6 37 2946 0 0,-18 59-637 0 0,9-45-940 0 0,-6 58 0 0 0,-3 159 601 0 0,17-149-7676 0 0,3-62-453 0 0</inkml:trace>
</inkml:ink>
</file>

<file path=ppt/ink/ink2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4.4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362 155 2761 0 0,'-4'-12'629'0'0,"0"-3"227"0"0,-1 0 1 0 0,-1 1 0 0 0,0-1-1 0 0,-1 1 1 0 0,-13-20 0 0 0,18 32-794 0 0,-1-1-1 0 0,1 0 1 0 0,0 0 0 0 0,-1 1 0 0 0,0-1-1 0 0,1 1 1 0 0,-1 0 0 0 0,0 0-1 0 0,0 0 1 0 0,-1 0 0 0 0,1 0 0 0 0,0 1-1 0 0,0 0 1 0 0,-1-1 0 0 0,1 1-1 0 0,-1 0 1 0 0,1 1 0 0 0,-1-1 0 0 0,1 1-1 0 0,-1-1 1 0 0,0 1 0 0 0,1 0-1 0 0,-1 0 1 0 0,1 1 0 0 0,-1-1 0 0 0,0 1-1 0 0,1 0 1 0 0,-1 0 0 0 0,1 0 0 0 0,-5 2-1 0 0,-3 2 70 0 0,-1 1 0 0 0,1 1 0 0 0,0-1 1 0 0,0 2-1 0 0,1 0 0 0 0,-1 0 0 0 0,2 1 0 0 0,0 0 0 0 0,0 0 0 0 0,-15 22 0 0 0,11-14 243 0 0,2 1-1 0 0,0 1 0 0 0,1 0 1 0 0,1 0-1 0 0,-13 40 1 0 0,22-57-359 0 0,-1 1 0 0 0,1 0 0 0 0,0-1 0 0 0,0 1 0 0 0,0-1 0 0 0,0 1 0 0 0,0 0-1 0 0,0-1 1 0 0,1 1 0 0 0,-1-1 0 0 0,1 1 0 0 0,0-1 0 0 0,-1 1 0 0 0,1-1 0 0 0,1 1 0 0 0,-1-1 0 0 0,0 0 0 0 0,0 0 0 0 0,1 0 0 0 0,-1 1 0 0 0,1-1 0 0 0,0-1 0 0 0,0 1 0 0 0,0 0 0 0 0,0 0 0 0 0,0-1 0 0 0,3 3 0 0 0,8 4 108 0 0,0 0 1 0 0,1-1-1 0 0,24 10 0 0 0,-14-7-71 0 0,1 1-97 0 0,0 1-1 0 0,-1 2 1 0 0,0 0-1 0 0,-1 2 0 0 0,22 19 1 0 0,-39-30 25 0 0,0 1 0 0 0,-1 0 0 0 0,1 1 0 0 0,-1-1 0 0 0,-1 1 0 0 0,1 0 0 0 0,-1 0 0 0 0,-1 0 0 0 0,5 12 0 0 0,-6-13 13 0 0,-1-1-1 0 0,0 1 1 0 0,0 0-1 0 0,0 0 1 0 0,-1 0-1 0 0,0 0 1 0 0,0 0-1 0 0,0 0 1 0 0,-1-1-1 0 0,0 1 1 0 0,0 0-1 0 0,0 0 1 0 0,-1-1-1 0 0,-4 10 0 0 0,3-8 64 0 0,-1 0-1 0 0,1-1 1 0 0,-2 1-1 0 0,1-1 1 0 0,-1 0-1 0 0,1 0 0 0 0,-2-1 1 0 0,1 1-1 0 0,-1-1 1 0 0,1-1-1 0 0,-1 1 1 0 0,-1-1-1 0 0,-10 7 0 0 0,-7 0-226 0 0,0-1 0 0 0,-41 12 0 0 0,16-6-3228 0 0,37-13-930 0 0</inkml:trace>
</inkml:ink>
</file>

<file path=ppt/ink/ink2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5.2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24 112 3225 0 0,'50'-46'-805'0'0,"3"-3"6512"0"0,-52 47-5603 0 0,0 1-1 0 0,1 0 0 0 0,-1-1 1 0 0,0 1-1 0 0,1 0 1 0 0,-1 0-1 0 0,1 0 1 0 0,-1 0-1 0 0,1 0 1 0 0,-1 0-1 0 0,1 0 0 0 0,0 1 1 0 0,-1-1-1 0 0,1 1 1 0 0,0-1-1 0 0,-1 1 1 0 0,1-1-1 0 0,0 1 1 0 0,0 0-1 0 0,0 0 0 0 0,2 0 1 0 0,-3 1-37 0 0,0 0 0 0 0,0-1 0 0 0,0 1 0 0 0,0 0 1 0 0,0 0-1 0 0,0 0 0 0 0,0 0 0 0 0,0 0 0 0 0,0 0 0 0 0,0 0 0 0 0,-1 0 0 0 0,1 0 1 0 0,0 0-1 0 0,-1 1 0 0 0,1-1 0 0 0,-1 0 0 0 0,1 0 0 0 0,-1 1 0 0 0,1-1 1 0 0,-1 0-1 0 0,0 1 0 0 0,0-1 0 0 0,0 0 0 0 0,0 1 0 0 0,0-1 0 0 0,0 0 0 0 0,0 3 1 0 0,-1 10-87 0 0,-1 1 0 0 0,0-1 0 0 0,0 0 0 0 0,-1 0 0 0 0,-1 0 0 0 0,-8 18 0 0 0,-40 79-137 0 0,37-81 159 0 0,-60 120 2764 0 0,64-136 617 0 0,29-17-2057 0 0,34-9-1088 0 0,126-22-1437 0 0,-151 31-5443 0 0</inkml:trace>
</inkml:ink>
</file>

<file path=ppt/ink/ink2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6.3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292 70 10138 0 0,'-2'-17'1069'0'0,"1"10"-978"0"0,1 2-1 0 0,-1-1 1 0 0,0 0 0 0 0,0 0-1 0 0,-3-7 1 0 0,4 12-96 0 0,-1 1 0 0 0,1-1 1 0 0,0 1-1 0 0,0-1 0 0 0,-1 1 1 0 0,1-1-1 0 0,-1 1 0 0 0,1-1 1 0 0,0 1-1 0 0,-1-1 0 0 0,1 1 0 0 0,-1-1 1 0 0,1 1-1 0 0,-1 0 0 0 0,1-1 1 0 0,-1 1-1 0 0,1 0 0 0 0,-1-1 0 0 0,0 1 1 0 0,1 0-1 0 0,-1 0 0 0 0,0-1 1 0 0,0 2-8 0 0,-1-1 1 0 0,1 0 0 0 0,0 0-1 0 0,0 0 1 0 0,0 1 0 0 0,0-1-1 0 0,-1 1 1 0 0,1-1 0 0 0,0 1 0 0 0,0-1-1 0 0,0 1 1 0 0,0 0 0 0 0,0-1-1 0 0,0 1 1 0 0,0 0 0 0 0,0 1-1 0 0,-32 29-777 0 0,2 2 0 0 0,-28 38 0 0 0,31-33 2217 0 0,-43 78 0 0 0,66-106-1083 0 0,1-1 1 0 0,-1 1-1 0 0,2 0 1 0 0,-1 0 0 0 0,1 0-1 0 0,-2 15 1 0 0,5-21-297 0 0,-1-1 0 0 0,1 1 0 0 0,0-1 0 0 0,0 0 0 0 0,1 1 0 0 0,-1-1 0 0 0,1 0 1 0 0,-1 1-1 0 0,1-1 0 0 0,0 0 0 0 0,0 0 0 0 0,1 0 0 0 0,-1 1 0 0 0,1-1 0 0 0,-1 0 0 0 0,1-1 0 0 0,0 1 0 0 0,0 0 0 0 0,0-1 0 0 0,0 1 0 0 0,1-1 0 0 0,-1 1 0 0 0,6 3 0 0 0,19 11-223 0 0,53 25 1 0 0,-51-29 58 0 0,-1 2 0 0 0,26 18 0 0 0,-23-10 193 0 0,0 1-1 0 0,27 28 0 0 0,-50-45-52 0 0,-1 1-1 0 0,-1 0 1 0 0,1 0 0 0 0,-1 0-1 0 0,0 0 1 0 0,-1 1-1 0 0,0 0 1 0 0,0 0-1 0 0,-1 1 1 0 0,-1-1 0 0 0,1 1-1 0 0,-1 0 1 0 0,1 10-1 0 0,-3-15 81 0 0,-1 1 0 0 0,0-1 0 0 0,-1 0-1 0 0,1 0 1 0 0,-1 1 0 0 0,0-1 0 0 0,0 0-1 0 0,0 0 1 0 0,-1 0 0 0 0,0 0 0 0 0,0 0-1 0 0,0-1 1 0 0,-4 6 0 0 0,1-2 78 0 0,-1 0-1 0 0,0 0 1 0 0,0-1 0 0 0,-1 0-1 0 0,0 0 1 0 0,-12 9 0 0 0,-4 0-371 0 0,-1-2 0 0 0,-1 0 0 0 0,-48 20 0 0 0,-6-4-4326 0 0,53-21-367 0 0</inkml:trace>
</inkml:ink>
</file>

<file path=ppt/ink/ink2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6.6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18 4289 0 0,'0'0'0'0'0,"0"1"0"0"0,-1-1 0 0 0,1-1 0 0 0,-2-1 0 0 0,5-3-80 0 0,3-6 80 0 0</inkml:trace>
</inkml:ink>
</file>

<file path=ppt/ink/ink2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7.3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111 115 6913 0 0,'-3'1'-95'0'0,"1"1"-1"0"0,0-1 0 0 0,0 0 0 0 0,-1 0 0 0 0,1 0 0 0 0,-1 0 0 0 0,1 0 0 0 0,-1 0 0 0 0,1-1 0 0 0,-1 1 1 0 0,1-1-1 0 0,-1 1 0 0 0,1-1 0 0 0,-1 0 0 0 0,0 0 0 0 0,1-1 0 0 0,-1 1 0 0 0,1 0 0 0 0,-1-1 0 0 0,0 1 0 0 0,1-1 1 0 0,-3-1-1 0 0,3 2 39 0 0,0-1 0 0 0,1 1 0 0 0,-1 0 0 0 0,0 0 0 0 0,1 0 0 0 0,-1 1 0 0 0,0-1 0 0 0,1 0 0 0 0,-1 0 0 0 0,0 1 0 0 0,1-1 1 0 0,-1 1-1 0 0,1 0 0 0 0,-3 1 0 0 0,-19 13 4371 0 0,32-22-3440 0 0,0 0 0 0 0,0 1 0 0 0,1 0-1 0 0,16-8 1 0 0,12-7-167 0 0,-16 8-286 0 0,1 0 1 0 0,0 1-1 0 0,1 1 0 0 0,0 1 0 0 0,34-9 0 0 0,-55 19-413 0 0,0-1-1 0 0,-1 0 1 0 0,1 1-1 0 0,-1 0 1 0 0,1 0-1 0 0,0-1 0 0 0,-1 2 1 0 0,1-1-1 0 0,0 0 1 0 0,-1 0-1 0 0,1 1 1 0 0,-1-1-1 0 0,1 1 1 0 0,-1 0-1 0 0,1 0 0 0 0,-1 0 1 0 0,1 0-1 0 0,-1 0 1 0 0,0 1-1 0 0,0-1 1 0 0,4 4-1 0 0,-3-2-35 0 0,0 0 0 0 0,-1 1-1 0 0,1 0 1 0 0,-1-1 0 0 0,0 1 0 0 0,-1 0-1 0 0,1 0 1 0 0,0 0 0 0 0,-1 0 0 0 0,0 0-1 0 0,0 0 1 0 0,1 6 0 0 0,-1 7-139 0 0,0 0 1 0 0,-1 0-1 0 0,-1-1 1 0 0,0 1-1 0 0,-8 32 0 0 0,2-19 131 0 0,-2 1-1 0 0,-2-1 1 0 0,0-1-1 0 0,-21 39 1 0 0,30-65 47 0 0,-1 1 46 0 0,1 0 0 0 0,0 0 1 0 0,0 1-1 0 0,0-1 0 0 0,0 1 1 0 0,-2 9-1 0 0,7-15-34 0 0,0 0-1 0 0,0 0 1 0 0,-1 0 0 0 0,1 0 0 0 0,-1 0 0 0 0,1-1 0 0 0,-1 1 0 0 0,4-4-1 0 0,-5 5-27 0 0,2-2-8 0 0,0 0-1 0 0,1 0 1 0 0,-1 1 0 0 0,0 0 0 0 0,0-1-1 0 0,1 1 1 0 0,-1 0 0 0 0,1 1 0 0 0,-1-1-1 0 0,1 1 1 0 0,-1-1 0 0 0,1 1 0 0 0,-1 0-1 0 0,1 0 1 0 0,-1 1 0 0 0,1-1 0 0 0,-1 1-1 0 0,5 1 1 0 0,-2 0 2 0 0,-1 0-1 0 0,1 1 1 0 0,-1 0-1 0 0,0 0 1 0 0,0 0-1 0 0,0 0 1 0 0,0 1-1 0 0,-1 0 1 0 0,1 0-1 0 0,4 6 1 0 0,-3-2 8 0 0,0-1 0 0 0,0 1 0 0 0,-1 0 0 0 0,0 0 0 0 0,-1 0 0 0 0,1 1 1 0 0,-2-1-1 0 0,1 1 0 0 0,-1 0 0 0 0,-1 0 0 0 0,1 0 0 0 0,-2 1 0 0 0,2 16 0 0 0,-4-16 70 0 0,-1 0 0 0 0,0 0-1 0 0,0 0 1 0 0,-1-1 0 0 0,0 1 0 0 0,-1-1 0 0 0,0 0-1 0 0,-1 0 1 0 0,0 0 0 0 0,0-1 0 0 0,0 1-1 0 0,-9 8 1 0 0,-8 9 360 0 0,-2-1-1 0 0,-32 26 0 0 0,14-19-1735 0 0,22-17-4226 0 0</inkml:trace>
</inkml:ink>
</file>

<file path=ppt/ink/ink2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1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364 14 5065 0 0,'-2'-1'158'0'0,"1"-1"1"0"0,-1 1-1 0 0,1 0 0 0 0,-1 0 1 0 0,0 0-1 0 0,1 0 0 0 0,-1 0 1 0 0,0 0-1 0 0,0 0 0 0 0,0 1 1 0 0,1-1-1 0 0,-1 1 0 0 0,0-1 1 0 0,0 1-1 0 0,0 0 1 0 0,0 0-1 0 0,0-1 0 0 0,-3 2 1 0 0,0-1 44 0 0,1 1 1 0 0,-1 0 0 0 0,1 0-1 0 0,0 1 1 0 0,0-1 0 0 0,-1 1-1 0 0,-6 4 1 0 0,-3 3 7 0 0,1 0 0 0 0,0 1-1 0 0,-15 15 1 0 0,12-7 156 0 0,0 1-1 0 0,1 0 1 0 0,2 1-1 0 0,0 1 1 0 0,0 0-1 0 0,2 0 1 0 0,1 1-1 0 0,1 1 1 0 0,-9 32-1 0 0,17-53-319 0 0,0 0-1 0 0,1 0 1 0 0,-1 0 0 0 0,1 0-1 0 0,-1 0 1 0 0,1 0 0 0 0,0 1-1 0 0,0-1 1 0 0,0 0 0 0 0,0 0-1 0 0,0 0 1 0 0,1 0 0 0 0,-1 0 0 0 0,0 0-1 0 0,1 0 1 0 0,0 1 0 0 0,-1-1-1 0 0,1 0 1 0 0,0-1 0 0 0,0 1-1 0 0,0 0 1 0 0,1 0 0 0 0,-1 0-1 0 0,0-1 1 0 0,1 1 0 0 0,-1 0-1 0 0,1-1 1 0 0,-1 1 0 0 0,1-1-1 0 0,0 0 1 0 0,-1 0 0 0 0,1 0-1 0 0,0 1 1 0 0,0-1 0 0 0,0-1-1 0 0,0 1 1 0 0,2 1 0 0 0,9 1-39 0 0,-1 0 0 0 0,1-1 0 0 0,1 0 0 0 0,-1 0 0 0 0,14-2 0 0 0,4 2 34 0 0,-14 0-65 0 0,0 0-1 0 0,0 2 1 0 0,0 0-1 0 0,-1 1 1 0 0,0 0-1 0 0,21 11 1 0 0,-31-13 19 0 0,0 0 1 0 0,0 0 0 0 0,0 1-1 0 0,-1 0 1 0 0,1 0 0 0 0,-1 0-1 0 0,0 1 1 0 0,0 0-1 0 0,-1 0 1 0 0,0 0 0 0 0,1 0-1 0 0,-2 1 1 0 0,1 0 0 0 0,-1 0-1 0 0,0 0 1 0 0,0 0-1 0 0,0 0 1 0 0,-1 0 0 0 0,2 8-1 0 0,-4-9 6 0 0,1-1 0 0 0,-1 0-1 0 0,-1 0 1 0 0,1 0-1 0 0,-1 0 1 0 0,1 0 0 0 0,-1 0-1 0 0,0 0 1 0 0,0-1-1 0 0,-1 1 1 0 0,1 0 0 0 0,-1 0-1 0 0,0-1 1 0 0,0 1-1 0 0,0-1 1 0 0,0 1 0 0 0,-1-1-1 0 0,1 0 1 0 0,-1 0 0 0 0,-5 4-1 0 0,-7 7 48 0 0,0-2 0 0 0,-32 21 0 0 0,40-29-34 0 0,-12 9 51 0 0,-1-1 0 0 0,0 0-1 0 0,-1-2 1 0 0,-1-1 0 0 0,1 0 0 0 0,-1-2-1 0 0,0 0 1 0 0,-1-2 0 0 0,0 0-1 0 0,0-2 1 0 0,-28 2 0 0 0,30-3-39 0 0,18-1-330 0 0,0 0 0 0 0,0-1-1 0 0,0 1 1 0 0,-1-1 0 0 0,1 0-1 0 0,0 0 1 0 0,0 0-1 0 0,0 0 1 0 0,-6-2 0 0 0</inkml:trace>
</inkml:ink>
</file>

<file path=ppt/ink/ink2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5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153 1 10594 0 0,'-1'0'157'0'0,"0"0"-1"0"0,0 0 1 0 0,0 0-1 0 0,0 0 0 0 0,-1 0 1 0 0,1 0-1 0 0,0 0 1 0 0,0 0-1 0 0,0 1 0 0 0,0-1 1 0 0,0 0-1 0 0,0 1 1 0 0,-1-1-1 0 0,1 1 0 0 0,0-1 1 0 0,0 1-1 0 0,0 0 1 0 0,0-1-1 0 0,-1 3 1 0 0,-21 24 921 0 0,-11 41-840 0 0,31-61 0 0 0,-18 35 237 0 0,14-29-495 0 0,0 0 1 0 0,0 0-1 0 0,1 1 1 0 0,1 0-1 0 0,1 0 1 0 0,0 0 0 0 0,0 1-1 0 0,-1 14 1 0 0,5-26 29 0 0,0 0 0 0 0,1 0 1 0 0,-1-1-1 0 0,0 1 1 0 0,1 0-1 0 0,0 0 0 0 0,-1-1 1 0 0,1 1-1 0 0,0-1 1 0 0,0 1-1 0 0,1-1 1 0 0,-1 1-1 0 0,0-1 0 0 0,1 1 1 0 0,0-1-1 0 0,-1 0 1 0 0,1 0-1 0 0,2 2 0 0 0,0-1 80 0 0,0-1-1 0 0,0 1 0 0 0,0-1 0 0 0,0 1 1 0 0,0-2-1 0 0,0 1 0 0 0,0 0 0 0 0,1-1 1 0 0,-1 1-1 0 0,6 0 0 0 0,1-1 235 0 0,1 0-1 0 0,-1 0 1 0 0,1-1-1 0 0,0 0 1 0 0,-1-1-1 0 0,1 0 1 0 0,20-6-1 0 0,-3-1-1325 0 0,34-16 0 0 0,-47 16-167 0 0</inkml:trace>
</inkml:ink>
</file>

<file path=ppt/ink/ink2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9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114 1 1840 0 0,'-18'13'14839'0'0,"18"-5"-17127"0"0,-1 23 2895 0 0,-1 0 1 0 0,-2 0-1 0 0,-1-1 1 0 0,-2 1-1 0 0,-11 33 1 0 0,-6 27-467 0 0,-5 92-2748 0 0,23-134-3073 0 0</inkml:trace>
</inkml:ink>
</file>

<file path=ppt/ink/ink2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0.6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1 0 4145 0 0</inkml:trace>
</inkml:ink>
</file>

<file path=ppt/ink/ink2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1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314 56 4577 0 0,'0'-3'83'0'0,"0"1"0"0"0,0-1 0 0 0,0 1 0 0 0,-1-1 0 0 0,1 1 0 0 0,-1-1 0 0 0,0 1 0 0 0,1 0 1 0 0,-1-1-1 0 0,0 1 0 0 0,-1 0 0 0 0,1-1 0 0 0,0 1 0 0 0,-1 0 0 0 0,1 0 0 0 0,-1 0 0 0 0,1 0 0 0 0,-1 1 0 0 0,0-1 0 0 0,-2-1 0 0 0,2 2-15 0 0,1 0 0 0 0,-1 0 0 0 0,0 0 0 0 0,0 0 0 0 0,0 0 0 0 0,1 1-1 0 0,-1-1 1 0 0,0 1 0 0 0,0 0 0 0 0,0-1 0 0 0,0 1 0 0 0,0 0 0 0 0,0 0-1 0 0,0 0 1 0 0,0 1 0 0 0,0-1 0 0 0,0 0 0 0 0,0 1 0 0 0,0-1 0 0 0,1 1 0 0 0,-1 0-1 0 0,0-1 1 0 0,0 1 0 0 0,0 0 0 0 0,1 0 0 0 0,-3 2 0 0 0,-14 10 143 0 0,1 1 0 0 0,1 0-1 0 0,0 2 1 0 0,-25 32 0 0 0,-46 76 1703 0 0,85-122-1833 0 0,0 1 0 0 0,0 0 0 0 0,1-1 0 0 0,-1 1 0 0 0,1 0-1 0 0,0 0 1 0 0,-1 0 0 0 0,2 0 0 0 0,-1 1 0 0 0,0-1 0 0 0,0 0 0 0 0,1 0-1 0 0,0 0 1 0 0,0 1 0 0 0,0-1 0 0 0,0 0 0 0 0,0 0 0 0 0,1 1 0 0 0,-1-1-1 0 0,1 0 1 0 0,0 0 0 0 0,0 0 0 0 0,1 3 0 0 0,1-1-80 0 0,0 0 0 0 0,1-1 0 0 0,-1 1 0 0 0,1-1 0 0 0,0 0 1 0 0,0 0-1 0 0,0-1 0 0 0,1 1 0 0 0,-1-1 0 0 0,1 0 0 0 0,0 0 0 0 0,8 4 0 0 0,-3-2 158 0 0,112 62 194 0 0,-110-59-373 0 0,0 1-1 0 0,0 0 1 0 0,-1 0-1 0 0,-1 1 1 0 0,1 1-1 0 0,-2 0 1 0 0,13 17 0 0 0,-20-26 19 0 0,-1 0 1 0 0,0 0 0 0 0,1 0 0 0 0,-1 0 0 0 0,0 1 0 0 0,0-1 0 0 0,0 0 0 0 0,0 1 0 0 0,-1-1 0 0 0,1 0-1 0 0,-1 1 1 0 0,1-1 0 0 0,-1 1 0 0 0,0-1 0 0 0,0 1 0 0 0,0-1 0 0 0,0 0 0 0 0,0 1 0 0 0,-1-1-1 0 0,1 1 1 0 0,-1-1 0 0 0,1 1 0 0 0,-1-1 0 0 0,-1 3 0 0 0,-1-1 19 0 0,-1 1 1 0 0,1-1-1 0 0,-1 0 1 0 0,0-1 0 0 0,0 1-1 0 0,0-1 1 0 0,0 1-1 0 0,0-1 1 0 0,-1 0-1 0 0,-6 3 1 0 0,-10 5 209 0 0,-1 0 0 0 0,0-2 1 0 0,0 0-1 0 0,-25 6 1 0 0,37-13-517 0 0,0 1 1 0 0,0-1 0 0 0,0-1-1 0 0,0 0 1 0 0,-1-1 0 0 0,1 0-1 0 0,0 0 1 0 0,0-1 0 0 0,0 0-1 0 0,0-1 1 0 0,0 0 0 0 0,-12-4-1 0 0,15 2-1193 0 0</inkml:trace>
</inkml:ink>
</file>

<file path=ppt/ink/ink2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5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83 2761 0 0,'-30'-10'1860'0'0,"30"10"-1794"0"0,0 0 0 0 0,0 0 0 0 0,0 0 0 0 0,-1 0 0 0 0,1-1 66 0 0,0 1-66 0 0,0 0 0 0 0,0 0 0 0 0,0 0 0 0 0,-1 0 0 0 0,1-1 0 0 0,0 1 0 0 0,0 0 0 0 0,0 0 0 0 0,0 0 0 0 0,0-1 0 0 0,0 1 0 0 0,0 0 0 0 0,0 0 0 0 0,0 0 0 0 0,0-1 0 0 0,0 1 0 0 0,0 0 0 0 0,0 0 0 0 0,0 0 0 0 0,0-1 0 0 0,0 1 0 0 0,0 0 0 0 0,0 0 0 0 0,0 0 0 0 0,0-1 0 0 0,0 1 0 0 0,0 0 0 0 0,0 0 0 0 0,0 0 0 0 0,0-1 0 0 0,1 1 0 0 0,15-10 1565 0 0,18-1-990 0 0,0 2-1 0 0,1 0 1 0 0,54-4 0 0 0,-14 2-3425 0 0,-61 9-916 0 0</inkml:trace>
</inkml:ink>
</file>

<file path=ppt/ink/ink2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9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88 18 1840 0 0,'-3'0'-263'0'0,"2"0"345"0"0,1 0 1 0 0,-1 0-1 0 0,0 0 0 0 0,1 0 1 0 0,-1 0-1 0 0,1-1 0 0 0,-1 1 1 0 0,1 0-1 0 0,-1 0 0 0 0,1 0 0 0 0,-1 0 1 0 0,1-1-1 0 0,-1 1 0 0 0,1 0 1 0 0,-1-1-1 0 0,1 1 0 0 0,0 0 1 0 0,-1-1-1 0 0,1 1 0 0 0,-1 0 1 0 0,1-1-1 0 0,0 1 0 0 0,-1-1 0 0 0,1 1 1 0 0,0-1-1 0 0,0 1 0 0 0,-1-1 1 0 0,1 1-1 0 0,0-1 0 0 0,0 1 1 0 0,0-1-1 0 0,-1 1 0 0 0,1-1 0 0 0,0 1 1 0 0,0-1-1 0 0,0 1 0 0 0,0-1 1 0 0,0 1-1 0 0,0-1 0 0 0,0 1 1 0 0,0-1-1 0 0,1 0 0 0 0,-1 0 226 0 0,-1 7-213 0 0,-3 12 20 0 0,0-1 0 0 0,-2-1 0 0 0,0 1 1 0 0,-9 18-1 0 0,4-10 1457 0 0,-12 37 0 0 0,23-61-1467 0 0,0 0-1 0 0,-1 0 0 0 0,1 0 0 0 0,0 0 0 0 0,0 0 0 0 0,0 0 1 0 0,-1 0-1 0 0,1 0 0 0 0,0 0 0 0 0,1 0 0 0 0,-1 0 1 0 0,0 0-1 0 0,0 0 0 0 0,0 0 0 0 0,1 0 0 0 0,-1 0 1 0 0,0 0-1 0 0,1 0 0 0 0,-1 0 0 0 0,1 0 0 0 0,-1 0 1 0 0,1 0-1 0 0,-1 0 0 0 0,1-1 0 0 0,1 3 0 0 0,0-2 1 0 0,0 0-1 0 0,0 0 1 0 0,-1 0-1 0 0,1 0 1 0 0,0 0-1 0 0,0-1 1 0 0,1 1-1 0 0,-1-1 0 0 0,0 1 1 0 0,0-1-1 0 0,4 1 1 0 0,8-1-27 0 0,-1-1 1 0 0,0 0-1 0 0,17-4 1 0 0,-22 4-76 0 0,5-2-93 0 0,0 1 0 0 0,0 1 0 0 0,1 0 0 0 0,-1 1 0 0 0,0 1 1 0 0,1 0-1 0 0,23 5 0 0 0,-33-5 66 0 0,1 0 1 0 0,-1 1 0 0 0,0 0-1 0 0,0-1 1 0 0,-1 1 0 0 0,1 1-1 0 0,0-1 1 0 0,-1 0 0 0 0,1 1-1 0 0,-1 0 1 0 0,0 0 0 0 0,0 0-1 0 0,0 0 1 0 0,0 0-1 0 0,-1 1 1 0 0,1-1 0 0 0,-1 1-1 0 0,0-1 1 0 0,0 1 0 0 0,0 0-1 0 0,0 0 1 0 0,-1 0 0 0 0,1 0-1 0 0,-1 0 1 0 0,0 1 0 0 0,-1-1-1 0 0,1 0 1 0 0,0 6 0 0 0,-1-7 72 0 0,-1 0 0 0 0,1 1 0 0 0,-1-1 0 0 0,1 0 0 0 0,-1 0 1 0 0,0 0-1 0 0,0 0 0 0 0,0 0 0 0 0,-1 0 0 0 0,1 0 0 0 0,-1 0 0 0 0,1-1 1 0 0,-1 1-1 0 0,0 0 0 0 0,0-1 0 0 0,0 1 0 0 0,0-1 0 0 0,-1 0 0 0 0,1 0 1 0 0,-1 0-1 0 0,1 0 0 0 0,-6 3 0 0 0,-7 4 456 0 0,-1-1 1 0 0,-32 13-1 0 0,31-14-395 0 0,-44 15-1710 0 0,43-15-3205 0 0</inkml:trace>
</inkml:ink>
</file>

<file path=ppt/ink/ink2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3.4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285 49 456 0 0,'5'-8'-41'0'0,"-3"4"373"0"0,0 0-1 0 0,0 0 1 0 0,0 0-1 0 0,-1 0 1 0 0,1 0-1 0 0,-1 0 1 0 0,1-9-1 0 0,-26 32 437 0 0,-69 66 4317 0 0,53-50-3424 0 0,1 1 0 0 0,-47 58 0 0 0,83-92-1584 0 0,1 1 0 0 0,0 0 0 0 0,0-1 0 0 0,1 1 0 0 0,-1 0 0 0 0,0 0 0 0 0,1 0 0 0 0,0 0 0 0 0,0 1 0 0 0,0-1 0 0 0,0 0 0 0 0,0 0 1 0 0,1 1-1 0 0,-1 3 0 0 0,2-6-35 0 0,-1 1 0 0 0,1 0 1 0 0,-1-1-1 0 0,1 1 0 0 0,0-1 1 0 0,-1 1-1 0 0,1-1 0 0 0,0 1 1 0 0,0-1-1 0 0,0 1 0 0 0,0-1 1 0 0,1 0-1 0 0,-1 0 0 0 0,0 1 1 0 0,0-1-1 0 0,1 0 0 0 0,-1 0 1 0 0,1 0-1 0 0,-1-1 0 0 0,1 1 1 0 0,-1 0-1 0 0,1 0 0 0 0,0-1 1 0 0,-1 1-1 0 0,1-1 0 0 0,0 0 1 0 0,-1 1-1 0 0,1-1 0 0 0,2 0 1 0 0,19 4 149 0 0,0-2-1 0 0,42 0 1 0 0,-40-2-40 0 0,0 0 1 0 0,33 7-1 0 0,-44-5-299 0 0,74 18-663 0 0,-80-17 766 0 0,0-1-1 0 0,-1 1 1 0 0,0 0-1 0 0,1 1 1 0 0,-1 0-1 0 0,0 0 1 0 0,-1 0-1 0 0,11 9 0 0 0,-15-11 32 0 0,-1 0 0 0 0,0 0-1 0 0,0 0 1 0 0,-1 0-1 0 0,1-1 1 0 0,0 1-1 0 0,-1 0 1 0 0,1 0-1 0 0,-1 0 1 0 0,1 0-1 0 0,-1 1 1 0 0,0-1 0 0 0,0 0-1 0 0,0 0 1 0 0,0 0-1 0 0,0 0 1 0 0,0 0-1 0 0,-1 0 1 0 0,1 0-1 0 0,-1 0 1 0 0,0 0-1 0 0,1 0 1 0 0,-1 0 0 0 0,0 0-1 0 0,0-1 1 0 0,0 1-1 0 0,0 0 1 0 0,0 0-1 0 0,-3 2 1 0 0,-2 5-28 0 0,0-1 1 0 0,-1 0-1 0 0,0-1 0 0 0,-13 12 1 0 0,-22 12-96 0 0,-1-2 1 0 0,-85 42-1 0 0,-44 28-4220 0 0</inkml:trace>
</inkml:ink>
</file>

<file path=ppt/ink/ink2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4.0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244 48 3225 0 0,'-1'-2'54'0'0,"0"1"0"0"0,1 0 0 0 0,-1 0 0 0 0,1-1 0 0 0,0 1 0 0 0,-1 0 0 0 0,1-1 0 0 0,0 1 0 0 0,0-1 0 0 0,-1 1 0 0 0,1 0 0 0 0,0-1 0 0 0,1 1 0 0 0,-1-3 0 0 0,0 3 78 0 0,1 0 0 0 0,-1 0 0 0 0,0 0 0 0 0,0 0 1 0 0,0 0-1 0 0,0 0 0 0 0,0 0 0 0 0,0 0 0 0 0,0 1 0 0 0,0-1 1 0 0,0 0-1 0 0,0 0 0 0 0,0 0 0 0 0,-1 0 0 0 0,1 0 0 0 0,0 0 0 0 0,-1 0 1 0 0,1 0-1 0 0,-1 1 0 0 0,1-1 0 0 0,-1 0 0 0 0,1 0 0 0 0,-1 1 1 0 0,1-1-1 0 0,-1 0 0 0 0,0 0 0 0 0,-1 2 12 0 0,0 0 0 0 0,0 0-1 0 0,0 0 1 0 0,0 1 0 0 0,1-1 0 0 0,-1 1 0 0 0,0-1 0 0 0,1 1-1 0 0,0 0 1 0 0,-1-1 0 0 0,1 1 0 0 0,0 0 0 0 0,0 0 0 0 0,0 0-1 0 0,0 0 1 0 0,-1 2 0 0 0,-1 2 181 0 0,-15 25 341 0 0,0 0 0 0 0,3 1-1 0 0,0 1 1 0 0,3 1 0 0 0,0 0 0 0 0,-11 62 0 0 0,20-80-448 0 0,2 1-1 0 0,0 25 1 0 0,1-35-238 0 0,0 0 0 0 0,1-1 0 0 0,0 1 0 0 0,0 0 0 0 0,1-1 0 0 0,0 1 0 0 0,0-1 0 0 0,6 12 0 0 0,-7-16-2 0 0,1 0-1 0 0,-1-1 1 0 0,1 1-1 0 0,-1-1 1 0 0,1 0-1 0 0,0 1 1 0 0,0-1-1 0 0,-1 0 1 0 0,1 0-1 0 0,0 0 1 0 0,0 0-1 0 0,0-1 1 0 0,0 1-1 0 0,0 0 1 0 0,0-1-1 0 0,0 1 1 0 0,0-1-1 0 0,1 0 1 0 0,-1 0-1 0 0,0 0 1 0 0,0 0-1 0 0,0 0 1 0 0,0 0-1 0 0,0 0 1 0 0,0-1-1 0 0,0 1 1 0 0,0-1-1 0 0,1 0 1 0 0,-2 1-1 0 0,1-1 1 0 0,3-1 0 0 0,5-2 103 0 0,-1-1 1 0 0,1 0 0 0 0,-1 0 0 0 0,16-13 0 0 0,-3-1-346 0 0,-2 0-1 0 0,0-2 1 0 0,-2 0 0 0 0,19-27 0 0 0,-36 46 178 0 0,1 0 1 0 0,-1 0-1 0 0,0 0 0 0 0,1 0 0 0 0,-1 0 0 0 0,0 0 0 0 0,0 0 0 0 0,-1 0 0 0 0,1 0 0 0 0,0-1 1 0 0,-1 1-1 0 0,1 0 0 0 0,-1 0 0 0 0,0-3 0 0 0,0 4 44 0 0,-1 0-1 0 0,1 0 1 0 0,0 1-1 0 0,-1-1 1 0 0,0 0 0 0 0,1 0-1 0 0,-1 1 1 0 0,1-1-1 0 0,-1 0 1 0 0,0 1-1 0 0,1-1 1 0 0,-1 0 0 0 0,0 1-1 0 0,0-1 1 0 0,0 1-1 0 0,1-1 1 0 0,-1 1 0 0 0,0 0-1 0 0,0-1 1 0 0,0 1-1 0 0,0 0 1 0 0,0 0-1 0 0,0 0 1 0 0,0-1 0 0 0,0 1-1 0 0,0 0 1 0 0,1 0-1 0 0,-1 0 1 0 0,0 1 0 0 0,0-1-1 0 0,0 0 1 0 0,0 0-1 0 0,0 0 1 0 0,0 1-1 0 0,-1-1 1 0 0,-20 4-196 0 0,0 0 0 0 0,1 2 0 0 0,-1 0 0 0 0,-33 16 0 0 0,-78 46-671 0 0,104-50 640 0 0,2 1-150 0 0</inkml:trace>
</inkml:ink>
</file>

<file path=ppt/ink/ink2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5.6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259 101 6449 0 0,'-11'4'718'0'0,"11"-2"-1136"0"0,4-3-978 0 0,45-41 1164 0 0,-38 30 1042 0 0,2 1 0 0 0,-1 1 0 0 0,1 0 0 0 0,20-11 0 0 0,-34 25-398 0 0,0-1 0 0 0,-1 1 0 0 0,1-1 0 0 0,-1 1 0 0 0,1-1 0 0 0,-1 1 0 0 0,-3 3 0 0 0,-278 343 828 0 0,278-345-1140 0 0,1 0 0 0 0,0 1-1 0 0,1-1 1 0 0,-1 1 0 0 0,1 0 0 0 0,-3 9 0 0 0,5-13-71 0 0,1-1-1 0 0,-1 1 1 0 0,1 0 0 0 0,0-1 0 0 0,-1 1 0 0 0,1 0 0 0 0,0 0 0 0 0,1-1 0 0 0,-1 1-1 0 0,0 0 1 0 0,0 0 0 0 0,1-1 0 0 0,-1 1 0 0 0,1 0 0 0 0,-1-1 0 0 0,1 1 0 0 0,0 0 0 0 0,-1-1-1 0 0,1 1 1 0 0,0-1 0 0 0,0 1 0 0 0,0-1 0 0 0,0 0 0 0 0,1 1 0 0 0,-1-1 0 0 0,0 0-1 0 0,0 0 1 0 0,3 2 0 0 0,17 10 121 0 0,-1 0-1 0 0,2-2 0 0 0,30 13 1 0 0,-30-15-205 0 0,0 1 0 0 0,0 1 0 0 0,31 22 0 0 0,-41-24-22 0 0,1 1 0 0 0,-1 1 0 0 0,-1-1 0 0 0,0 2 0 0 0,16 22 0 0 0,-24-30 61 0 0,-1 0 1 0 0,1 0 0 0 0,-1 0-1 0 0,0 0 1 0 0,0 1-1 0 0,-1-1 1 0 0,1 1-1 0 0,-1 0 1 0 0,0-1-1 0 0,0 1 1 0 0,0 0-1 0 0,-1 0 1 0 0,0-1-1 0 0,0 1 1 0 0,0 0-1 0 0,-1 0 1 0 0,1 0-1 0 0,-1-1 1 0 0,0 1-1 0 0,0 0 1 0 0,-1-1-1 0 0,1 1 1 0 0,-4 5-1 0 0,-2 3 57 0 0,-1 0 0 0 0,-1-1 0 0 0,0 0 1 0 0,-1 0-1 0 0,0-1 0 0 0,0 0 0 0 0,-2-1 0 0 0,1 0 0 0 0,-13 8 0 0 0,-22 12 306 0 0,-57 28-1 0 0,19-12-178 0 0,26-14-6246 0 0</inkml:trace>
</inkml:ink>
</file>

<file path=ppt/ink/ink2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6.0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1 109 10594 0 0,'0'0'15'0'0,"0"-1"0"0"0,-1 1 1 0 0,1-1-1 0 0,0 1 0 0 0,0 0 0 0 0,0-1 0 0 0,0 1 0 0 0,0 0 0 0 0,0-1 0 0 0,0 1 0 0 0,0-1 0 0 0,0 1 0 0 0,0 0 0 0 0,0-1 1 0 0,1 1-1 0 0,-1-1 0 0 0,0 1 0 0 0,0 0 0 0 0,0-1 0 0 0,0 1 0 0 0,1 0 0 0 0,-1-1 0 0 0,0 1 0 0 0,0 0 0 0 0,1-1 0 0 0,-1 1 1 0 0,0 0-1 0 0,0 0 0 0 0,1-1 0 0 0,-1 1 0 0 0,0 0 0 0 0,1 0 0 0 0,-1 0 0 0 0,1-1 0 0 0,22-11-215 0 0,31-6 596 0 0,-50 17-17 0 0,41-13 783 0 0,-10 2-1036 0 0,0 1 1 0 0,1 2 0 0 0,0 2-1 0 0,60-5 1 0 0,-94 12-106 0 0,0 0-1 0 0,0 0 1 0 0,1 0 0 0 0,-1 0-1 0 0,0 0 1 0 0,0 0 0 0 0,0 0-1 0 0,0 1 1 0 0,0-1-1 0 0,0 1 1 0 0,0-1 0 0 0,0 1-1 0 0,0 0 1 0 0,0 0-1 0 0,0 0 1 0 0,-1 0 0 0 0,1 0-1 0 0,0 0 1 0 0,0 1 0 0 0,-1-1-1 0 0,1 0 1 0 0,-1 1-1 0 0,1 0 1 0 0,0 1 0 0 0,-1 1 21 0 0,0-1 0 0 0,0 0-1 0 0,0 1 1 0 0,-1-1 0 0 0,0 1 0 0 0,1-1 0 0 0,-1 1 0 0 0,-1-1 0 0 0,1 1 0 0 0,0 0 0 0 0,-1-1 0 0 0,0 0 0 0 0,-1 5 0 0 0,-85 281 4180 0 0,59-203-3519 0 0,10-35-625 0 0,11-36-392 0 0,1 1 0 0 0,1-1 1 0 0,0 1-1 0 0,1 0 1 0 0,1 1-1 0 0,-1 21 0 0 0,5-29-1562 0 0,-1-6 657 0 0</inkml:trace>
</inkml:ink>
</file>

<file path=ppt/ink/ink2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6.4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1 191 17972 0 0,'9'-8'82'0'0,"0"0"1"0"0,0 1 0 0 0,1 0-1 0 0,0 1 1 0 0,0 0-1 0 0,1 1 1 0 0,0 0 0 0 0,0 0-1 0 0,14-3 1 0 0,8-5-170 0 0,230-76-1067 0 0,-230 79-3210 0 0,-4-4-1315 0 0</inkml:trace>
</inkml:ink>
</file>

<file path=ppt/ink/ink2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7.3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334 0 10594 0 0,'-35'39'-1493'0'0,"14"-16"659"0"0,-80 97-2043 0 0,87-101 3428 0 0,2 0-1 0 0,-16 30 1 0 0,27-47-452 0 0,0 0 1 0 0,-1 1 0 0 0,1-1 0 0 0,0 0 0 0 0,1 1 0 0 0,-1-1-1 0 0,0 1 1 0 0,1-1 0 0 0,-1 1 0 0 0,1-1 0 0 0,0 1 0 0 0,0-1 0 0 0,0 1-1 0 0,0-1 1 0 0,0 1 0 0 0,0-1 0 0 0,1 1 0 0 0,-1-1 0 0 0,1 0 0 0 0,0 1-1 0 0,0-1 1 0 0,0 1 0 0 0,1 2 0 0 0,2-2-43 0 0,-1 1-1 0 0,1-1 1 0 0,-1 0 0 0 0,1 0 0 0 0,0 0-1 0 0,0 0 1 0 0,1-1 0 0 0,-1 1 0 0 0,0-1-1 0 0,10 3 1 0 0,17 7-5 0 0,-2-1-202 0 0,0 1-1 0 0,36 21 1 0 0,-58-29 133 0 0,0 1 0 0 0,0 0-1 0 0,0 1 1 0 0,0-1 0 0 0,-1 1 0 0 0,0 0 0 0 0,0 1-1 0 0,-1-1 1 0 0,0 1 0 0 0,0 1 0 0 0,0-1-1 0 0,-1 0 1 0 0,4 11 0 0 0,-7-15 20 0 0,0 1-1 0 0,-1-1 1 0 0,1 0-1 0 0,-1 1 1 0 0,0-1-1 0 0,0 1 1 0 0,0-1 0 0 0,0 0-1 0 0,-1 1 1 0 0,1-1-1 0 0,-1 1 1 0 0,0-1-1 0 0,0 0 1 0 0,0 0 0 0 0,0 0-1 0 0,-1 0 1 0 0,0 1-1 0 0,1-2 1 0 0,-1 1-1 0 0,0 0 1 0 0,0 0 0 0 0,0-1-1 0 0,-1 1 1 0 0,1-1-1 0 0,-6 5 1 0 0,-6 5 270 0 0,0-1 0 0 0,-1-1 0 0 0,-24 13 1 0 0,32-19-59 0 0,-38 19 527 0 0,-1-3-1 0 0,-1-2 1 0 0,-51 13-1 0 0,83-26-845 0 0,-7 1-483 0 0,0-2-218 0 0</inkml:trace>
</inkml:ink>
</file>

<file path=ppt/ink/ink2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8.0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77 343 6913 0 0,'-4'-1'55'0'0,"1"0"-1"0"0,0-1 0 0 0,-1 0 0 0 0,1 1 0 0 0,0-1 0 0 0,0 0 0 0 0,0-1 0 0 0,0 1 0 0 0,0 0 0 0 0,1-1 0 0 0,-1 0 0 0 0,1 1 0 0 0,0-1 0 0 0,0 0 0 0 0,0 0 0 0 0,0 0 0 0 0,-2-5 1 0 0,0 0 111 0 0,0-1 0 0 0,0 0 0 0 0,1 0 0 0 0,0 0 0 0 0,-3-14 0 0 0,5 14-145 0 0,1 1 0 0 0,-1-1 0 0 0,1 0 0 0 0,1 0 0 0 0,0 1 0 0 0,0-1 0 0 0,1 1 0 0 0,0-1 0 0 0,0 1 0 0 0,1-1 0 0 0,0 1 1 0 0,0 0-1 0 0,1 0 0 0 0,0 1 0 0 0,0-1 0 0 0,1 1 0 0 0,0 0 0 0 0,1 0 0 0 0,-1 0 0 0 0,1 1 0 0 0,0 0 0 0 0,1 0 0 0 0,0 1 0 0 0,0-1 0 0 0,0 1 0 0 0,0 1 0 0 0,1 0 0 0 0,0 0 0 0 0,-1 0 0 0 0,2 1 0 0 0,-1 0 0 0 0,0 0 0 0 0,14-1 0 0 0,-17 2 57 0 0,0 1-1 0 0,1 1 1 0 0,-1-1-1 0 0,0 1 1 0 0,1 0-1 0 0,-1 0 1 0 0,0 1-1 0 0,1-1 0 0 0,7 3 1 0 0,-11-2-83 0 0,0-1 0 0 0,-1 1 0 0 0,1 0 1 0 0,-1 0-1 0 0,1 0 0 0 0,-1 0 0 0 0,1 0 0 0 0,-1 1 0 0 0,0-1 1 0 0,0 0-1 0 0,1 1 0 0 0,-1-1 0 0 0,0 0 0 0 0,0 1 0 0 0,0 0 1 0 0,-1-1-1 0 0,1 1 0 0 0,0-1 0 0 0,0 1 0 0 0,-1 0 0 0 0,1 0 1 0 0,-1-1-1 0 0,0 1 0 0 0,1 0 0 0 0,-1 0 0 0 0,0 0 0 0 0,0-1 1 0 0,0 1-1 0 0,0 0 0 0 0,-1 0 0 0 0,0 2 0 0 0,-4 31-233 0 0,-3 0-1 0 0,0-1 1 0 0,-26 63-1 0 0,-10 37 950 0 0,40-117-469 0 0,1 1 0 0 0,0-1 0 0 0,1 1 0 0 0,1-1 0 0 0,2 36-1 0 0,-1-50-162 0 0,1 0-1 0 0,-1 1 0 0 0,1-1 1 0 0,0 0-1 0 0,0 1 0 0 0,0-1 1 0 0,0 0-1 0 0,0 0 0 0 0,1 0 1 0 0,-1 0-1 0 0,1 0 0 0 0,0 0 1 0 0,0 0-1 0 0,0 0 0 0 0,0-1 0 0 0,0 1 1 0 0,1-1-1 0 0,-1 0 0 0 0,1 1 1 0 0,0-1-1 0 0,0 0 0 0 0,-1-1 1 0 0,1 1-1 0 0,4 1 0 0 0,-3-2 14 0 0,0 0 0 0 0,0 0 0 0 0,1 0-1 0 0,-1-1 1 0 0,0 1 0 0 0,0-1 0 0 0,1 0-1 0 0,-1 0 1 0 0,0-1 0 0 0,0 1 0 0 0,0-1-1 0 0,1 0 1 0 0,-1 0 0 0 0,0-1 0 0 0,0 1-1 0 0,0-1 1 0 0,-1 0 0 0 0,1 0 0 0 0,4-3-1 0 0,-2 1 8 0 0,1 0 0 0 0,-2 0 0 0 0,1-1 0 0 0,0 0-1 0 0,-1 0 1 0 0,0 0 0 0 0,0-1 0 0 0,-1 0 0 0 0,1 0 0 0 0,-1 0-1 0 0,0 0 1 0 0,-1-1 0 0 0,0 1 0 0 0,0-1 0 0 0,0 0 0 0 0,2-11-1 0 0,-4 13-41 0 0,-1 0 0 0 0,1 0-1 0 0,-1 0 1 0 0,0 0-1 0 0,0-1 1 0 0,-1 1-1 0 0,1 0 1 0 0,-1 0 0 0 0,0 0-1 0 0,-1 0 1 0 0,1 0-1 0 0,-1 0 1 0 0,0 0-1 0 0,0 0 1 0 0,-1 1 0 0 0,0-1-1 0 0,1 1 1 0 0,-1 0-1 0 0,-1 0 1 0 0,1 0 0 0 0,0 0-1 0 0,-1 0 1 0 0,-8-6-1 0 0,4 4-166 0 0,0 0-1 0 0,-1 1 1 0 0,0 0-1 0 0,1 0 1 0 0,-2 1-1 0 0,1 0 1 0 0,0 1-1 0 0,-18-5 1 0 0,15 6-609 0 0,1 1-1 0 0,-1-1 1 0 0,1 2 0 0 0,-15 0 0 0 0,-2 2-4386 0 0</inkml:trace>
</inkml:ink>
</file>

<file path=ppt/ink/ink2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9.4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181 127 3225 0 0,'16'-43'1913'0'0,"-13"38"-1645"0"0,-1 0 0 0 0,1-1 1 0 0,-1 0-1 0 0,0 1 1 0 0,0-1-1 0 0,-1 0 0 0 0,0 0 1 0 0,0 0-1 0 0,0 0 0 0 0,0-8 1 0 0,-1 14-262 0 0,0-1 1 0 0,-1 0-1 0 0,1 1 0 0 0,0-1 1 0 0,0 1-1 0 0,0-1 1 0 0,0 1-1 0 0,0-1 1 0 0,-1 1-1 0 0,1-1 0 0 0,0 1 1 0 0,0-1-1 0 0,-1 1 1 0 0,1-1-1 0 0,0 1 1 0 0,-1-1-1 0 0,1 1 0 0 0,0 0 1 0 0,-1-1-1 0 0,1 1 1 0 0,-1-1-1 0 0,1 1 1 0 0,-1 0-1 0 0,1 0 0 0 0,-1-1 1 0 0,1 1-1 0 0,-1 0 1 0 0,1 0-1 0 0,-1-1 0 0 0,1 1 1 0 0,-1 0-1 0 0,0 0 1 0 0,-20 7 451 0 0,-18 24 553 0 0,37-29-945 0 0,-15 13 351 0 0,1 1 0 0 0,0 1 0 0 0,1 1 0 0 0,1 0 0 0 0,0 1 0 0 0,2 0 0 0 0,-19 38 0 0 0,30-54-356 0 0,0-1 0 0 0,0 0-1 0 0,0 1 1 0 0,0-1-1 0 0,1 1 1 0 0,-1-1 0 0 0,1 1-1 0 0,0 0 1 0 0,0-1-1 0 0,0 1 1 0 0,0-1 0 0 0,0 1-1 0 0,0 0 1 0 0,1-1-1 0 0,-1 1 1 0 0,1-1 0 0 0,0 1-1 0 0,-1-1 1 0 0,1 0-1 0 0,1 1 1 0 0,-1-1-1 0 0,0 0 1 0 0,0 1 0 0 0,1-1-1 0 0,-1 0 1 0 0,1 0-1 0 0,0 0 1 0 0,0 0 0 0 0,0-1-1 0 0,-1 1 1 0 0,2 0-1 0 0,-1-1 1 0 0,0 0 0 0 0,0 1-1 0 0,0-1 1 0 0,1 0-1 0 0,2 1 1 0 0,11 4-7 0 0,-1-1 1 0 0,0-1-1 0 0,1-1 0 0 0,30 4 1 0 0,-26-5-72 0 0,11 3-23 0 0,0 0 0 0 0,53 18 0 0 0,-76-20-34 0 0,-1-1 1 0 0,0 1-1 0 0,1 1 1 0 0,-1-1-1 0 0,0 1 0 0 0,-1 0 1 0 0,1 1-1 0 0,-1 0 0 0 0,0 0 1 0 0,0 0-1 0 0,0 1 0 0 0,-1-1 1 0 0,0 1-1 0 0,0 1 0 0 0,0-1 1 0 0,6 12-1 0 0,-10-15 78 0 0,-1 0 1 0 0,1 0-1 0 0,0 1 0 0 0,-1-1 0 0 0,0 0 0 0 0,0 0 1 0 0,0 0-1 0 0,0 0 0 0 0,-1 0 0 0 0,1 0 0 0 0,-1 0 1 0 0,1 1-1 0 0,-1-1 0 0 0,0-1 0 0 0,0 1 0 0 0,-1 0 1 0 0,1 0-1 0 0,-1 0 0 0 0,1-1 0 0 0,-1 1 1 0 0,0 0-1 0 0,0-1 0 0 0,0 0 0 0 0,0 1 0 0 0,0-1 1 0 0,-1 0-1 0 0,-4 3 0 0 0,-8 7 155 0 0,0-1-1 0 0,-1-1 1 0 0,-22 12 0 0 0,28-17-49 0 0,-9 5-283 0 0,-1-1-1 0 0,0-1 0 0 0,0-1 0 0 0,-27 6 0 0 0,23-8-2664 0 0,-41 4 0 0 0,53-9 1766 0 0</inkml:trace>
</inkml:ink>
</file>

<file path=ppt/ink/ink2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00.3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408 120 6913 0 0,'1'0'123'0'0,"0"1"-1"0"0,-1-1 0 0 0,1 1 0 0 0,-1-1 0 0 0,0 1 0 0 0,1-1 1 0 0,-1 1-1 0 0,1 0 0 0 0,-1-1 0 0 0,0 1 0 0 0,1 0 0 0 0,-1-1 0 0 0,0 1 1 0 0,0 0-1 0 0,0 0 0 0 0,1-1 0 0 0,-1 1 0 0 0,0 0 0 0 0,0-1 0 0 0,0 1 1 0 0,0 0-1 0 0,0 0 0 0 0,0-1 0 0 0,-1 1 0 0 0,1 0 0 0 0,0 0 0 0 0,0-1 1 0 0,0 1-1 0 0,-1 0 0 0 0,1-1 0 0 0,0 1 0 0 0,-1 1 0 0 0,-8 26-441 0 0,3-17 127 0 0,0 0 1 0 0,0 0-1 0 0,-1 0 0 0 0,0-1 1 0 0,-1 0-1 0 0,0 0 0 0 0,-1-1 1 0 0,1 0-1 0 0,-2 0 0 0 0,0-1 1 0 0,0-1-1 0 0,-21 13 0 0 0,22-15 602 0 0,-1 0-1 0 0,0-1 1 0 0,0 0-1 0 0,0 0 1 0 0,0-1-1 0 0,-1-1 1 0 0,1 0-1 0 0,-1 0 1 0 0,-16 0-1 0 0,14-2-148 0 0,0-1 1 0 0,1 0-1 0 0,0-1 0 0 0,-1 0 1 0 0,1-1-1 0 0,-19-6 0 0 0,28 8-338 0 0,0 0-1 0 0,0-1 0 0 0,0 1 1 0 0,0 0-1 0 0,1-1 0 0 0,-1 1 0 0 0,0-1 1 0 0,1 0-1 0 0,0 0 0 0 0,-1 0 1 0 0,1 0-1 0 0,0-1 0 0 0,0 1 0 0 0,0-1 1 0 0,0 1-1 0 0,0-1 0 0 0,1 1 1 0 0,-1-1-1 0 0,1 0 0 0 0,0 0 0 0 0,0 0 1 0 0,0 0-1 0 0,0 0 0 0 0,0 0 0 0 0,1 0 1 0 0,-1 0-1 0 0,1 0 0 0 0,0 0 1 0 0,0 0-1 0 0,0-1 0 0 0,1-4 0 0 0,1-4-141 0 0,1-1-1 0 0,0 1 0 0 0,1 0 0 0 0,1 0 0 0 0,-1 0 0 0 0,2 0 0 0 0,0 1 0 0 0,0 0 0 0 0,1 0 0 0 0,1 1 0 0 0,-1 0 0 0 0,19-18 0 0 0,-17 20 428 0 0,0 1-1 0 0,0 0 1 0 0,1 0-1 0 0,0 1 1 0 0,0 0-1 0 0,1 1 1 0 0,-1 0-1 0 0,1 0 1 0 0,0 1-1 0 0,0 1 1 0 0,1 0-1 0 0,-1 1 1 0 0,1 0-1 0 0,15-1 1 0 0,-23 3-186 0 0,0 0 0 0 0,0 0 0 0 0,0 0-1 0 0,0 1 1 0 0,0 0 0 0 0,0-1 0 0 0,0 1 0 0 0,0 1 0 0 0,0-1 0 0 0,-1 1 0 0 0,1-1-1 0 0,0 1 1 0 0,-1 0 0 0 0,1 0 0 0 0,-1 1 0 0 0,5 4 0 0 0,-3-2 8 0 0,0 0 1 0 0,0 1-1 0 0,-1 0 1 0 0,0 0-1 0 0,0 0 1 0 0,0 0-1 0 0,-1 1 1 0 0,5 11-1 0 0,-1 6 186 0 0,-1 0-1 0 0,-1 0 1 0 0,0 1 0 0 0,0 33-1 0 0,-2-27 206 0 0,-2-1 0 0 0,-2 1 0 0 0,0 0 0 0 0,-2 0 0 0 0,-8 34 0 0 0,8-53-232 0 0,0-1 0 0 0,-1 0 0 0 0,0 1-1 0 0,-1-1 1 0 0,0-1 0 0 0,-1 1 0 0 0,0-1 0 0 0,0 0 0 0 0,-1 0-1 0 0,-1-1 1 0 0,1 0 0 0 0,-1 0 0 0 0,-1-1 0 0 0,0 0-1 0 0,0 0 1 0 0,-14 8 0 0 0,-17 5-472 0 0,29-19-258 0 0</inkml:trace>
</inkml:ink>
</file>

<file path=ppt/ink/ink2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4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55 920 0 0,'-3'0'114'0'0,"-1"-1"0"0"0,1 0 1 0 0,0 0-1 0 0,0 0 0 0 0,-1 0 0 0 0,1 0 0 0 0,0-1 0 0 0,0 1 0 0 0,1-1 0 0 0,-1 0 1 0 0,0 0-1 0 0,0 0 0 0 0,1 0 0 0 0,-4-4 0 0 0,3 3-221 0 0,0 1-1 0 0,0-1 1 0 0,0 1 0 0 0,0 0-1 0 0,-1-1 1 0 0,1 2-1 0 0,-1-1 1 0 0,-4-2 0 0 0,-5 3-71 0 0,-7-3 3483 0 0,18 2-2833 0 0</inkml:trace>
</inkml:ink>
</file>

<file path=ppt/ink/ink2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8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1 533 3225 0 0,'-1'-11'6760'0'0,"46"10"-5111"0"0,47 6-1 0 0,41 0-631 0 0,41-9 23 0 0,184-11-100 0 0,-332 12-936 0 0,-1 2-1 0 0,1 1 1 0 0,-1 1-1 0 0,32 5 1 0 0,-36 8-47 0 0,-21-14 155 0 0,5 1-279 0 0,-3-1 169 0 0,-1 0-1 0 0,1 0 1 0 0,-1 0-1 0 0,1-1 1 0 0,-1 1-1 0 0,1 0 1 0 0,-1-1-1 0 0,0 1 1 0 0,1 0-1 0 0,-1-1 1 0 0,1 0-1 0 0,-1 1 1 0 0,0-1-1 0 0,1 0 0 0 0,-1 0 1 0 0,0 0-1 0 0,0 0 1 0 0,0 0-1 0 0,0 0 1 0 0,2-1-1 0 0,0-3-38 0 0,0 1 0 0 0,0 0 0 0 0,-1-1 0 0 0,1 0 0 0 0,-1 0 0 0 0,1-5 0 0 0,16-46-361 0 0,18-87-1 0 0,-30 126 539 0 0,-4 31-116 0 0,-1 30-95 0 0,-4 9 188 0 0,5 82 0 0 0,-1-116 65 0 0,1-1 0 0 0,0 1 0 0 0,2-1 0 0 0,0 0-1 0 0,1 0 1 0 0,1-1 0 0 0,17 33 0 0 0,-14-32-145 0 0,-8-13-32 0 0,0 0 0 0 0,1 0-1 0 0,0-1 1 0 0,-1 1 0 0 0,1-1 0 0 0,1 0-1 0 0,-1 0 1 0 0,7 7 0 0 0,-8-14 7 0 0,1 1 1 0 0,-1-1 0 0 0,0 1-1 0 0,0-1 1 0 0,-1 0 0 0 0,1 0-1 0 0,-1 0 1 0 0,1 0 0 0 0,0-4-1 0 0,14-46-67 0 0,-3-2-1 0 0,-2 1 0 0 0,4-61 0 0 0,-10 64-332 0 0,2 0 0 0 0,3 0-1 0 0,31-94 1 0 0,-41 144 358 0 0,0 0-1 0 0,1 0 1 0 0,-1 0-1 0 0,0 0 1 0 0,1 0-1 0 0,-1 0 1 0 0,1 0-1 0 0,0 0 1 0 0,-1 0 0 0 0,1 0-1 0 0,0 0 1 0 0,-1 0-1 0 0,1 0 1 0 0,0 1-1 0 0,0-1 1 0 0,0 0-1 0 0,1-1 1 0 0,-1 2 21 0 0,-1 1-1 0 0,1-1 1 0 0,-1 0-1 0 0,1 0 1 0 0,-1 0-1 0 0,1 0 1 0 0,-1 1 0 0 0,1-1-1 0 0,-1 0 1 0 0,1 0-1 0 0,-1 1 1 0 0,1-1-1 0 0,-1 0 1 0 0,0 1 0 0 0,1-1-1 0 0,-1 0 1 0 0,0 1-1 0 0,1-1 1 0 0,-1 1 0 0 0,0-1-1 0 0,0 1 1 0 0,1-1-1 0 0,-1 1 1 0 0,0-1-1 0 0,0 1 1 0 0,1 0 0 0 0,11 49 101 0 0,-9-37 51 0 0,1 4 21 0 0,44 158 956 0 0,-40-152-1040 0 0,1 0 1 0 0,1-1 0 0 0,1 0 0 0 0,0 0 0 0 0,21 26 0 0 0,-29-43-76 0 0,1 0 1 0 0,0-1 0 0 0,0 0 0 0 0,0 0 0 0 0,0 0 0 0 0,1 0 0 0 0,0 0 0 0 0,9 5 0 0 0,-13-9-4 0 0,-1-1 0 0 0,1 1 0 0 0,-1 0 0 0 0,1 0 0 0 0,-1 0 0 0 0,1-1 0 0 0,-1 1 0 0 0,1 0 0 0 0,-1-1 0 0 0,1 1-1 0 0,-1 0 1 0 0,0-1 0 0 0,1 1 0 0 0,-1-1 0 0 0,0 1 0 0 0,1-1 0 0 0,-1 1 0 0 0,0-1 0 0 0,1 1 0 0 0,-1-1 0 0 0,0 1 0 0 0,0-1 0 0 0,1 1 0 0 0,-1-1 0 0 0,0 1 0 0 0,0-1 0 0 0,0 1 0 0 0,0-1 0 0 0,0 1 0 0 0,0-1 0 0 0,0 0 0 0 0,0 1 0 0 0,0-2 0 0 0,2-26 77 0 0,-2 21-98 0 0,14-97-326 0 0,5 0 1 0 0,46-149 0 0 0,-55 216 262 0 0,-9 35 67 0 0,7-25-83 0 0,-7 26 96 0 0,-1 1 1 0 0,0-1-1 0 0,0 0 1 0 0,0 0-1 0 0,1 1 0 0 0,-1-1 1 0 0,0 0-1 0 0,0 1 1 0 0,1-1-1 0 0,-1 0 0 0 0,1 1 1 0 0,-1-1-1 0 0,1 1 1 0 0,-1-1-1 0 0,1 0 0 0 0,-1 1 1 0 0,1-1-1 0 0,-1 1 0 0 0,1 0 1 0 0,0-1-1 0 0,-1 1 1 0 0,1-1-1 0 0,0 1 0 0 0,-1 0 1 0 0,1-1-1 0 0,1 1 1 0 0,-1 2-25 0 0,0 0 0 0 0,0 0 0 0 0,0 0 0 0 0,0 0 0 0 0,0 0 0 0 0,0 0 0 0 0,-1 1 0 0 0,1-1 1 0 0,-1 0-1 0 0,1 0 0 0 0,-1 1 0 0 0,0-1 0 0 0,0 0 0 0 0,0 5 0 0 0,0-4-15 0 0,2 101 212 0 0,-1-33-185 0 0,12 86-1 0 0,-10-135 167 0 0,1-1-1 0 0,1-1 0 0 0,1 1 1 0 0,1-1-1 0 0,1 0 1 0 0,0 0-1 0 0,1-1 0 0 0,19 28 1 0 0,-28-46-129 0 0,1 0 1 0 0,-1 0-1 0 0,1 0 1 0 0,0-1-1 0 0,-1 1 1 0 0,1 0 0 0 0,-1 0-1 0 0,1 0 1 0 0,0-1-1 0 0,0 1 1 0 0,0 0-1 0 0,-1-1 1 0 0,1 1 0 0 0,0 0-1 0 0,0-1 1 0 0,0 1-1 0 0,0-1 1 0 0,0 0 0 0 0,0 1-1 0 0,0-1 1 0 0,0 0-1 0 0,0 0 1 0 0,0 1-1 0 0,0-1 1 0 0,1 0 0 0 0,-1-1-19 0 0,0 1 1 0 0,1-1-1 0 0,-1 0 1 0 0,0 1-1 0 0,0-1 1 0 0,-1 0 0 0 0,1 0-1 0 0,0 1 1 0 0,0-1-1 0 0,0 0 1 0 0,0 0-1 0 0,-1 0 1 0 0,1 0 0 0 0,0 0-1 0 0,-1 0 1 0 0,1 0-1 0 0,0-3 1 0 0,3-7-135 0 0,-1 0-1 0 0,0 0 1 0 0,3-16 0 0 0,-6 22 49 0 0,12-94-1061 0 0,-11 76 1071 0 0,1 0 0 0 0,1 0 0 0 0,1 1 0 0 0,0-1 0 0 0,2 1 0 0 0,15-36 0 0 0,-21 58 57 0 0,0 0 1 0 0,0-1-1 0 0,0 1 1 0 0,0-1-1 0 0,0 1 1 0 0,0-1-1 0 0,0 1 1 0 0,1-1-1 0 0,-1 1 1 0 0,0 0-1 0 0,0-1 1 0 0,1 1-1 0 0,-1-1 1 0 0,0 1-1 0 0,0 0 0 0 0,1-1 1 0 0,-1 1-1 0 0,0 0 1 0 0,1-1-1 0 0,-1 1 1 0 0,1 0-1 0 0,-1 0 1 0 0,0-1-1 0 0,1 1 1 0 0,-1 0-1 0 0,1 0 1 0 0,-1 0-1 0 0,1 0 1 0 0,-1 0-1 0 0,0-1 1 0 0,1 1-1 0 0,-1 0 1 0 0,1 0-1 0 0,5 15-36 0 0,-3 24 246 0 0,-4-10 31 0 0,0-20-190 0 0,1 1 1 0 0,-1-1-1 0 0,2 1 1 0 0,-1 0 0 0 0,1-1-1 0 0,1 0 1 0 0,0 1-1 0 0,6 17 1 0 0,-8-26-92 0 0,1-1-1 0 0,0 1 1 0 0,-1 0 0 0 0,1 0-1 0 0,0-1 1 0 0,0 1 0 0 0,0 0-1 0 0,-1-1 1 0 0,1 1 0 0 0,0-1-1 0 0,0 1 1 0 0,0-1 0 0 0,0 1-1 0 0,0-1 1 0 0,0 0-1 0 0,0 1 1 0 0,0-1 0 0 0,0 0-1 0 0,1 0 1 0 0,0 0 0 0 0,29 0-1353 0 0,-16-1 4317 0 0,-10 1-2844 0 0,34 0 266 0 0,46-5 0 0 0,24-2 159 0 0,447-3 359 0 0,-2-40 21 0 0,-303 6-443 0 0,-232 43-427 0 0,-16 1 3 0 0,1 0 0 0 0,-1 0 0 0 0,0 0-1 0 0,1 0 1 0 0,-1 0 0 0 0,0-1 0 0 0,0 1-1 0 0,1-1 1 0 0,-1 0 0 0 0,0 0 0 0 0,0-1-1 0 0,4-1 1 0 0,-20 3 48 0 0,5 2-58 0 0,-37 10-635 0 0</inkml:trace>
</inkml:ink>
</file>

<file path=ppt/ink/ink2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9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24 226 2449 0 0,'2'-1'629'0'0,"5"-8"2353"0"0,-1-21-2336 0 0,-6 28-588 0 0,0 1 1 0 0,1 0 0 0 0,-1-1-1 0 0,0 1 1 0 0,0-1 0 0 0,0 1-1 0 0,0-1 1 0 0,-1 1 0 0 0,1 0-1 0 0,0-1 1 0 0,0 1 0 0 0,-1 0-1 0 0,1-1 1 0 0,-1 1 0 0 0,0 0-1 0 0,1-1 1 0 0,-1 1 0 0 0,0 0-1 0 0,0 0 1 0 0,1 0 0 0 0,-1 0-1 0 0,0-1 1 0 0,-2 0 0 0 0,3 2-54 0 0,-1 0-1 0 0,1 0 1 0 0,0 0 0 0 0,-1 0 0 0 0,1-1 0 0 0,0 1-1 0 0,-1 0 1 0 0,1 0 0 0 0,0 0 0 0 0,-1 1 0 0 0,1-1-1 0 0,-1 0 1 0 0,1 0 0 0 0,0 0 0 0 0,-1 0 0 0 0,1 0-1 0 0,0 0 1 0 0,-1 0 0 0 0,1 1 0 0 0,0-1 0 0 0,0 0-1 0 0,-1 0 1 0 0,1 0 0 0 0,0 1 0 0 0,0-1 0 0 0,-1 0-1 0 0,1 0 1 0 0,0 1 0 0 0,0-1 0 0 0,-1 0 0 0 0,1 0-1 0 0,0 1 1 0 0,0 0 0 0 0,-8 17 266 0 0,3 7 95 0 0,3-16-179 0 0,1 0 0 0 0,0 1 1 0 0,0-1-1 0 0,1 0 0 0 0,0 1 1 0 0,1-1-1 0 0,0 0 0 0 0,1 0 0 0 0,0 0 1 0 0,0 0-1 0 0,1 0 0 0 0,4 12 0 0 0,-5-18-108 0 0,-1 0-1 0 0,1 0 0 0 0,0 0 0 0 0,0 0 1 0 0,0 0-1 0 0,0 0 0 0 0,1 0 1 0 0,-1-1-1 0 0,1 1 0 0 0,0-1 0 0 0,0 0 1 0 0,0 0-1 0 0,0 0 0 0 0,0 0 0 0 0,0 0 1 0 0,0 0-1 0 0,0-1 0 0 0,1 0 0 0 0,-1 0 1 0 0,1 0-1 0 0,-1 0 0 0 0,1 0 0 0 0,-1-1 1 0 0,1 1-1 0 0,0-1 0 0 0,-1 0 0 0 0,1 0 1 0 0,-1 0-1 0 0,1-1 0 0 0,0 1 0 0 0,-1-1 1 0 0,6-2-1 0 0,-3 1-50 0 0,1-1 0 0 0,-1 0 0 0 0,0 0 1 0 0,0 0-1 0 0,0-1 0 0 0,0 0 0 0 0,-1 0 0 0 0,0-1 0 0 0,1 1 0 0 0,-2-1 1 0 0,1 0-1 0 0,0-1 0 0 0,-1 1 0 0 0,5-9 0 0 0,-1 1-140 0 0,-1 0 1 0 0,0 0-1 0 0,-1 0 0 0 0,-1-1 1 0 0,7-24-1 0 0,-9 22-180 0 0,0-1 0 0 0,-1 1 1 0 0,1-28-1 0 0,-3 36 106 0 0,-1 0 1 0 0,1 0 0 0 0,-2 0-1 0 0,1 0 1 0 0,-1 0 0 0 0,0 0-1 0 0,0 1 1 0 0,-1-1 0 0 0,-5-11-1 0 0,7 18 163 0 0,0 0-1 0 0,0-1 1 0 0,0 1-1 0 0,0 0 1 0 0,0 0-1 0 0,0-1 0 0 0,-1 1 1 0 0,1 0-1 0 0,0 0 1 0 0,0 0-1 0 0,-1 0 1 0 0,1 1-1 0 0,-1-1 1 0 0,1 0-1 0 0,-1 1 1 0 0,1-1-1 0 0,-1 0 0 0 0,1 1 1 0 0,-1 0-1 0 0,1-1 1 0 0,-1 1-1 0 0,-1 0 1 0 0,-1 0 40 0 0,0 0 0 0 0,0 1 0 0 0,0-1 0 0 0,0 1 0 0 0,0 0 0 0 0,1 0 1 0 0,-1 0-1 0 0,0 1 0 0 0,-3 1 0 0 0,-1 2 12 0 0,0-1-1 0 0,0 1 1 0 0,1 0 0 0 0,0 0 0 0 0,0 1 0 0 0,0 0-1 0 0,-8 11 1 0 0,10-10 22 0 0,1 0-1 0 0,0 1 1 0 0,1 0 0 0 0,0 0-1 0 0,0 0 1 0 0,1 0 0 0 0,0 1-1 0 0,0-1 1 0 0,1 1-1 0 0,0-1 1 0 0,0 11 0 0 0,1 2 106 0 0,1 0-1 0 0,0 0 1 0 0,6 28 0 0 0,-6-44-133 0 0,0-1-1 0 0,0 1 1 0 0,0-1 0 0 0,1 1-1 0 0,0-1 1 0 0,0 1 0 0 0,0-1-1 0 0,0 0 1 0 0,0 0 0 0 0,1 0-1 0 0,4 5 1 0 0,-5-7 9 0 0,0-1 1 0 0,-1 0-1 0 0,1 0 1 0 0,0 0-1 0 0,0 0 0 0 0,0 0 1 0 0,0 0-1 0 0,-1-1 1 0 0,1 1-1 0 0,0-1 0 0 0,0 1 1 0 0,0-1-1 0 0,1 0 1 0 0,-1 1-1 0 0,0-1 0 0 0,0 0 1 0 0,0-1-1 0 0,0 1 1 0 0,0 0-1 0 0,0 0 0 0 0,0-1 1 0 0,0 1-1 0 0,0-1 0 0 0,0 0 1 0 0,0 0-1 0 0,0 0 1 0 0,-1 0-1 0 0,3-1 0 0 0,4-3 32 0 0,1 0-1 0 0,-2 0 1 0 0,1-1 0 0 0,-1 0-1 0 0,0-1 1 0 0,0 1-1 0 0,0-1 1 0 0,-1-1-1 0 0,-1 1 1 0 0,7-10-1 0 0,-6 8-397 0 0,-1-1 0 0 0,0 0 0 0 0,0 0 0 0 0,-1 0 0 0 0,0 0 0 0 0,-1-1 0 0 0,0 1 0 0 0,0-1 0 0 0,-1 0 0 0 0,-1 0-1 0 0,0 0 1 0 0,0 0 0 0 0,-1 0 0 0 0,-2-11 0 0 0,2 21 316 0 0,0-1 0 0 0,0 1 0 0 0,-1 0 0 0 0,1 0 0 0 0,-1 0 0 0 0,1 0 1 0 0,-1 0-1 0 0,1 0 0 0 0,-1 0 0 0 0,1 1 0 0 0,-1-1 0 0 0,0 0 0 0 0,1 0 0 0 0,-1 0 0 0 0,0 1 0 0 0,0-1 0 0 0,0 0 0 0 0,1 1 0 0 0,-1-1 0 0 0,0 0 0 0 0,0 1 0 0 0,0-1 0 0 0,0 1 0 0 0,0 0 0 0 0,0-1 0 0 0,0 1 0 0 0,0 0 0 0 0,-1 0 0 0 0,0-1 1 0 0,-1 1-9 0 0,1 0 0 0 0,-1 0 1 0 0,0 0-1 0 0,1 0 0 0 0,-1 1 1 0 0,1-1-1 0 0,-1 1 1 0 0,1 0-1 0 0,-1-1 0 0 0,1 1 1 0 0,-5 2-1 0 0,-1 2-2781 0 0</inkml:trace>
</inkml:ink>
</file>

<file path=ppt/ink/ink2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1 0 6241 0 0</inkml:trace>
</inkml:ink>
</file>

<file path=ppt/ink/ink2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38 5065 0 0,'-7'10'194'0'0,"0"1"0"0"0,1 0 0 0 0,0 0 0 0 0,1 0 0 0 0,0 0 0 0 0,1 1 0 0 0,1 0 0 0 0,-1 0 0 0 0,2 0 0 0 0,0 0 1 0 0,0 0-1 0 0,1 1 0 0 0,1-1 0 0 0,0 1 0 0 0,2 17 0 0 0,-2-28-158 0 0,0 1 0 0 0,1-1 1 0 0,-1 0-1 0 0,1 0 0 0 0,-1 0 1 0 0,1 0-1 0 0,0 0 0 0 0,-1-1 1 0 0,1 1-1 0 0,0 0 0 0 0,0 0 1 0 0,1 0-1 0 0,-1-1 0 0 0,0 1 1 0 0,0-1-1 0 0,1 1 0 0 0,-1-1 1 0 0,1 1-1 0 0,0-1 0 0 0,-1 0 1 0 0,1 0-1 0 0,0 1 0 0 0,0-2 1 0 0,-1 1-1 0 0,1 0 0 0 0,0 0 1 0 0,0 0-1 0 0,0-1 0 0 0,0 1 1 0 0,0-1-1 0 0,0 0 0 0 0,4 1 1 0 0,-3-1 86 0 0,0-1 1 0 0,1 0 0 0 0,-1 1 0 0 0,0-1-1 0 0,0 0 1 0 0,0 0 0 0 0,0-1-1 0 0,0 1 1 0 0,0-1 0 0 0,0 1-1 0 0,0-1 1 0 0,0 0 0 0 0,-1 0-1 0 0,1-1 1 0 0,-1 1 0 0 0,1 0-1 0 0,-1-1 1 0 0,0 1 0 0 0,3-5 0 0 0,4-7-54 0 0,-1 0 0 0 0,-1 0 0 0 0,0-1 0 0 0,-1 0 1 0 0,7-25-1 0 0,-11 33-359 0 0,0-1 1 0 0,0 0 0 0 0,-1 0-1 0 0,0 0 1 0 0,-1 0-1 0 0,0 0 1 0 0,0 0-1 0 0,-1 0 1 0 0,0 0 0 0 0,0 0-1 0 0,-1 0 1 0 0,0 1-1 0 0,-4-11 1 0 0,6 17 282 0 0,-1 0 0 0 0,1 0-1 0 0,-1-1 1 0 0,1 1 0 0 0,-1 0 0 0 0,1 0 0 0 0,-1 0 0 0 0,0 0 0 0 0,1 0 0 0 0,-1 0-1 0 0,0 0 1 0 0,0 1 0 0 0,0-1 0 0 0,0 0 0 0 0,0 0 0 0 0,0 1 0 0 0,0-1 0 0 0,0 0 0 0 0,0 1-1 0 0,0-1 1 0 0,0 1 0 0 0,-1 0 0 0 0,1-1 0 0 0,0 1 0 0 0,0 0 0 0 0,-2-1 0 0 0,1 2 27 0 0,0-1 0 0 0,0 1 1 0 0,0-1-1 0 0,0 1 0 0 0,0 0 1 0 0,0 0-1 0 0,0 0 0 0 0,0 0 1 0 0,0 0-1 0 0,0 0 0 0 0,1 0 0 0 0,-1 0 1 0 0,-2 3-1 0 0,-3 3 83 0 0,1 0-1 0 0,0 0 0 0 0,1 0 1 0 0,0 0-1 0 0,0 1 1 0 0,-4 9-1 0 0,4-7 182 0 0,1 1-1 0 0,0 0 1 0 0,-3 22 0 0 0,6-31-193 0 0,0 0 0 0 0,1 1 0 0 0,0-1 0 0 0,-1 0 0 0 0,1 0 0 0 0,0 1 0 0 0,0-1 0 0 0,0 0 0 0 0,0 0 1 0 0,1 1-1 0 0,-1-1 0 0 0,1 0 0 0 0,-1 0 0 0 0,1 0 0 0 0,0 0 0 0 0,0 0 0 0 0,0 1 0 0 0,0-1 0 0 0,0-1 0 0 0,0 1 0 0 0,1 0 1 0 0,-1 0-1 0 0,0 0 0 0 0,1-1 0 0 0,0 1 0 0 0,-1-1 0 0 0,4 3 0 0 0,-4-4-47 0 0,-1 1 0 0 0,1-1 0 0 0,0 0-1 0 0,0 1 1 0 0,0-1 0 0 0,0 0 0 0 0,0 0 0 0 0,0 1-1 0 0,0-1 1 0 0,0 0 0 0 0,0 0 0 0 0,0 0 0 0 0,0 0-1 0 0,0 0 1 0 0,0 0 0 0 0,0-1 0 0 0,0 1 0 0 0,0 0 0 0 0,0-1-1 0 0,0 1 1 0 0,0 0 0 0 0,0-1 0 0 0,0 1 0 0 0,1-2-1 0 0,0 0-34 0 0,0 1-1 0 0,0-1 0 0 0,0 0 1 0 0,0 0-1 0 0,-1-1 0 0 0,1 1 0 0 0,-1 0 1 0 0,0 0-1 0 0,2-5 0 0 0,2-5-391 0 0,-1-1-1 0 0,5-26 0 0 0,-8 34 250 0 0,1-2-8 0 0,-1 0 1 0 0,0 1-1 0 0,-1-1 0 0 0,0 1 1 0 0,0-9-1 0 0,0 14 128 0 0,0 1-1 0 0,0 0 0 0 0,0-1 1 0 0,0 1-1 0 0,0-1 1 0 0,0 1-1 0 0,-1-1 0 0 0,1 1 1 0 0,0-1-1 0 0,0 1 1 0 0,0 0-1 0 0,-1-1 0 0 0,1 1 1 0 0,0-1-1 0 0,0 1 1 0 0,-1 0-1 0 0,1-1 1 0 0,0 1-1 0 0,-1 0 0 0 0,1-1 1 0 0,0 1-1 0 0,-1 0 1 0 0,1 0-1 0 0,0-1 0 0 0,-1 1 1 0 0,1 0-1 0 0,-1 0 1 0 0,1 0-1 0 0,-1-1 0 0 0,0 1 1 0 0,0 0-17 0 0,0 1 1 0 0,-1-1-1 0 0,1 1 0 0 0,-1-1 1 0 0,1 1-1 0 0,0 0 0 0 0,-1-1 1 0 0,1 1-1 0 0,0 0 1 0 0,0 0-1 0 0,-1 0 0 0 0,1 0 1 0 0,0 0-1 0 0,-2 2 0 0 0,-1 2-73 0 0,0 0 0 0 0,0 0 0 0 0,0 0 0 0 0,0 0 0 0 0,1 1 0 0 0,0-1 0 0 0,0 1 0 0 0,0 0 0 0 0,1 0 0 0 0,0 0 0 0 0,0 0 0 0 0,-1 9 0 0 0,1 0-210 0 0</inkml:trace>
</inkml:ink>
</file>

<file path=ppt/ink/ink2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1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1 386 5529 0 0,'0'0'31'0'0,"1"1"0"0"0,-1-1 0 0 0,1 0 0 0 0,-1 1-1 0 0,1-1 1 0 0,0 0 0 0 0,-1 1 0 0 0,1-1 0 0 0,-1 0 0 0 0,1 1 0 0 0,0-1-1 0 0,-1 0 1 0 0,1 0 0 0 0,0 0 0 0 0,-1 0 0 0 0,1 0 0 0 0,0 0 0 0 0,-1 0-1 0 0,1 0 1 0 0,0 0 0 0 0,-1 0 0 0 0,1 0 0 0 0,0 0 0 0 0,25-2 162 0 0,-20 1 43 0 0,72-3 2188 0 0,104 7 1 0 0,144 11-113 0 0,-211-11-2014 0 0,28 0-179 0 0,236 18-180 0 0,-350-19 81 0 0,0-1 0 0 0,0-1-1 0 0,51-8 1 0 0,32 0 75 0 0,-108 8-60 0 0,-1 0 0 0 0,1 0 1 0 0,0 0-1 0 0,-1-1 0 0 0,1 1 1 0 0,0-1-1 0 0,-1 0 0 0 0,1 0 1 0 0,0 0-1 0 0,-1 0 0 0 0,0-1 1 0 0,1 1-1 0 0,-1-1 1 0 0,0 0-1 0 0,5-3 0 0 0,-4 4 633 0 0,-34 0 0 0 0,30 0-668 0 0,2-14 57 0 0,0 0-1 0 0,0 1 0 0 0,8-21 0 0 0,2-17 96 0 0,-8 27-138 0 0,-1-1 66 0 0,12-39 0 0 0,-14 59-173 0 0,1 0 0 0 0,1-1 0 0 0,-1 1 0 0 0,1 0-1 0 0,0 0 1 0 0,1 1 0 0 0,-1-1 0 0 0,1 1 0 0 0,0-1 0 0 0,1 1 0 0 0,5-5 0 0 0,-10 9 83 0 0,1 1 1 0 0,-1 0-1 0 0,0 0 1 0 0,0 0 0 0 0,0-1-1 0 0,0 1 1 0 0,1 0-1 0 0,-1 0 1 0 0,0 0-1 0 0,0 0 1 0 0,1-1-1 0 0,-1 1 1 0 0,0 0 0 0 0,0 0-1 0 0,0 0 1 0 0,1 0-1 0 0,-1 0 1 0 0,0 0-1 0 0,0 0 1 0 0,1 0-1 0 0,-1 0 1 0 0,0 0 0 0 0,0 0-1 0 0,1 0 1 0 0,-1 0-1 0 0,0 0 1 0 0,0 0-1 0 0,1 0 1 0 0,-1 0 0 0 0,0 0-1 0 0,0 0 1 0 0,1 0-1 0 0,-1 0 1 0 0,0 0-1 0 0,0 1 1 0 0,1-1-1 0 0,-1 0 1 0 0,0 0 0 0 0,0 0-1 0 0,0 0 1 0 0,1 1-1 0 0,-1-1 1 0 0,0 0-1 0 0,0 0 1 0 0,0 0-1 0 0,0 1 1 0 0,1-1 0 0 0,2 19 21 0 0,-6 29 416 0 0,3-42-414 0 0,-4 37 130 0 0,5 83 0 0 0,0-112-148 0 0,0 0 0 0 0,1-1 0 0 0,1 1 0 0 0,0-1 1 0 0,1 1-1 0 0,0-1 0 0 0,1 0 0 0 0,1-1 0 0 0,0 1 0 0 0,9 13 0 0 0,-14-25 6 0 0,-1 0-1 0 0,1 0 0 0 0,0 1 0 0 0,0-1 1 0 0,0 0-1 0 0,0 0 0 0 0,0 0 0 0 0,0 0 1 0 0,0 0-1 0 0,0 0 0 0 0,1-1 0 0 0,-1 1 0 0 0,0 0 1 0 0,0 0-1 0 0,1-1 0 0 0,-1 1 0 0 0,1-1 1 0 0,-1 1-1 0 0,0-1 0 0 0,1 0 0 0 0,-1 0 1 0 0,1 1-1 0 0,-1-1 0 0 0,1 0 0 0 0,1 0 1 0 0,-1-1-3 0 0,0 0 0 0 0,0 0 0 0 0,1 0 0 0 0,-1 0 0 0 0,0 0 0 0 0,0-1 0 0 0,0 1 0 0 0,0 0 0 0 0,0-1 0 0 0,-1 0 0 0 0,1 1 0 0 0,0-1 0 0 0,2-3 0 0 0,4-8-134 0 0,1 0 1 0 0,-2-1-1 0 0,11-23 1 0 0,-16 32 32 0 0,17-47-689 0 0,21-83 1 0 0,-26 82 592 0 0,33-85 1 0 0,-47 138 205 0 0,0-1 0 0 0,0 1 1 0 0,0 0-1 0 0,0-1 1 0 0,1 1-1 0 0,-1-1 0 0 0,0 1 1 0 0,0 0-1 0 0,0-1 1 0 0,0 1-1 0 0,1 0 1 0 0,-1-1-1 0 0,0 1 0 0 0,0 0 1 0 0,1-1-1 0 0,-1 1 1 0 0,0 0-1 0 0,0 0 0 0 0,1-1 1 0 0,-1 1-1 0 0,0 0 1 0 0,1 0-1 0 0,-1-1 1 0 0,1 1-1 0 0,-1 0 0 0 0,0 0 1 0 0,1 0-1 0 0,-1 0 1 0 0,1 0-1 0 0,-1 0 0 0 0,0 0 1 0 0,1-1-1 0 0,-1 1 1 0 0,1 0-1 0 0,-1 0 1 0 0,0 1-1 0 0,1-1 0 0 0,10 14 355 0 0,2 24 248 0 0,1 64-28 0 0,2 14-336 0 0,-13-102-226 0 0,1 0-1 0 0,0 0 0 0 0,1-1 1 0 0,0 1-1 0 0,14 23 0 0 0,-18-35-16 0 0,0 0-1 0 0,0-1 1 0 0,0 1-1 0 0,1 0 1 0 0,-1 0-1 0 0,0 0 0 0 0,1-1 1 0 0,0 1-1 0 0,-1-1 1 0 0,1 1-1 0 0,0-1 1 0 0,0 0-1 0 0,-1 0 0 0 0,1 0 1 0 0,0 0-1 0 0,0 0 1 0 0,0 0-1 0 0,1 0 1 0 0,2 0-1 0 0,-3-1 6 0 0,0 0 0 0 0,1 0 0 0 0,-1 0 0 0 0,0-1 0 0 0,0 1-1 0 0,0-1 1 0 0,0 0 0 0 0,0 1 0 0 0,0-1 0 0 0,0 0 0 0 0,0 0 0 0 0,0 0 0 0 0,-1 0 0 0 0,1-1 0 0 0,0 1-1 0 0,2-3 1 0 0,3-3 23 0 0,0-1-1 0 0,0-1 1 0 0,-1 1-1 0 0,0-1 1 0 0,0 0-1 0 0,7-18 0 0 0,27-81-113 0 0,-30 77 21 0 0,1 0 0 0 0,2 1 1 0 0,23-42-1 0 0,-35 70 31 0 0,0 0 0 0 0,1 0 0 0 0,-1 0 0 0 0,1 0 0 0 0,-1 0 0 0 0,1 0 1 0 0,-1 1-1 0 0,1-1 0 0 0,0 0 0 0 0,0 1 0 0 0,0 0 0 0 0,0-1 0 0 0,0 1 0 0 0,0 0 0 0 0,0 0 0 0 0,3-1 0 0 0,-4 2 21 0 0,0 0 0 0 0,-1 0-1 0 0,1 0 1 0 0,-1 0-1 0 0,1 0 1 0 0,-1 0 0 0 0,1 1-1 0 0,-1-1 1 0 0,1 0 0 0 0,0 0-1 0 0,-1 0 1 0 0,1 0 0 0 0,-1 1-1 0 0,1-1 1 0 0,-1 0-1 0 0,1 0 1 0 0,-1 1 0 0 0,0-1-1 0 0,1 0 1 0 0,-1 1 0 0 0,1-1-1 0 0,-1 1 1 0 0,0-1 0 0 0,1 1-1 0 0,-1 0 1 0 0,1 0 12 0 0,0 1 0 0 0,0 0 0 0 0,-1 0 0 0 0,1 0 1 0 0,0 0-1 0 0,-1 0 0 0 0,0 0 0 0 0,0 0 0 0 0,1-1 0 0 0,-1 5 1 0 0,-3 90 681 0 0,1 58 107 0 0,3-135-696 0 0,1-1-1 0 0,1 1 1 0 0,1-1 0 0 0,1 0-1 0 0,0 0 1 0 0,10 21 0 0 0,-15-38-72 0 0,0 0 0 0 0,0 0 0 0 0,0-1 0 0 0,1 1 0 0 0,-1 0 1 0 0,1 0-1 0 0,-1 0 0 0 0,0 0 0 0 0,1-1 0 0 0,-1 1 0 0 0,1 0 0 0 0,0-1 1 0 0,-1 1-1 0 0,1 0 0 0 0,0-1 0 0 0,-1 1 0 0 0,1-1 0 0 0,0 1 0 0 0,-1-1 1 0 0,1 1-1 0 0,0-1 0 0 0,0 1 0 0 0,1-1 0 0 0,-1 0-22 0 0,0 0 0 0 0,-1-1 0 0 0,1 1 0 0 0,0-1-1 0 0,0 1 1 0 0,-1-1 0 0 0,1 1 0 0 0,-1-1 0 0 0,1 0 0 0 0,-1 1-1 0 0,1-1 1 0 0,-1 0 0 0 0,1 1 0 0 0,-1-1 0 0 0,1 0 0 0 0,-1 0-1 0 0,0 1 1 0 0,1-1 0 0 0,-1 0 0 0 0,0-1 0 0 0,13-56-662 0 0,-12 47 494 0 0,5-25-527 0 0,-1 1 235 0 0,2 0 0 0 0,1 0 0 0 0,1 1 0 0 0,2 0 0 0 0,19-40 0 0 0,-30 73 437 0 0,0 0 0 0 0,1 0-1 0 0,-1 0 1 0 0,1 0 0 0 0,-1 0 0 0 0,1 1 0 0 0,-1-1 0 0 0,1 0-1 0 0,-1 0 1 0 0,1 0 0 0 0,0 1 0 0 0,0-1 0 0 0,-1 0 0 0 0,1 1-1 0 0,0-1 1 0 0,0 1 0 0 0,0-1 0 0 0,0 1 0 0 0,-1-1 0 0 0,1 1-1 0 0,2-1 1 0 0,-3 1 9 0 0,1 0-1 0 0,0 1 0 0 0,-1-1 1 0 0,1 0-1 0 0,-1 1 0 0 0,1-1 1 0 0,-1 1-1 0 0,1-1 0 0 0,-1 1 0 0 0,1-1 1 0 0,-1 1-1 0 0,1-1 0 0 0,-1 1 1 0 0,0 0-1 0 0,1-1 0 0 0,-1 1 1 0 0,0-1-1 0 0,0 1 0 0 0,1 0 1 0 0,-1-1-1 0 0,0 1 0 0 0,0 1 1 0 0,6 44 290 0 0,-7 3 145 0 0,0-11-1527 0 0,5 40-1 0 0,-3-63-3031 0 0</inkml:trace>
</inkml:ink>
</file>

<file path=ppt/ink/ink2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2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64 150 3225 0 0,'-8'3'403'0'0,"-27"9"-2222"0"0,34-12 1804 0 0,0 1 0 0 0,0-1-1 0 0,0 0 1 0 0,-1 1 0 0 0,1 0-1 0 0,0-1 1 0 0,0 1 0 0 0,0 0 0 0 0,0 0-1 0 0,0-1 1 0 0,0 1 0 0 0,0 0-1 0 0,1 0 1 0 0,-1 0 0 0 0,0 0-1 0 0,0 0 1 0 0,1 0 0 0 0,-1 0-1 0 0,0 1 1 0 0,1-1 0 0 0,-1 2-1 0 0,1-2 170 0 0,1-1 0 0 0,-1 1 0 0 0,1 0-1 0 0,-1-1 1 0 0,1 1 0 0 0,0 0 0 0 0,-1-1 0 0 0,1 1-1 0 0,0-1 1 0 0,0 1 0 0 0,-1-1 0 0 0,1 1 0 0 0,0-1-1 0 0,0 1 1 0 0,0-1 0 0 0,-1 0 0 0 0,1 0-1 0 0,0 1 1 0 0,0-1 0 0 0,0 0 0 0 0,0 0 0 0 0,0 0-1 0 0,0 0 1 0 0,0 0 0 0 0,-1 0 0 0 0,3 0-1 0 0,24-1 2390 0 0,349-45 4372 0 0,191 22-3304 0 0,62-34-2103 0 0,-123 4-520 0 0,-465 52-1417 0 0,87-8-5676 0 0</inkml:trace>
</inkml:ink>
</file>

<file path=ppt/ink/ink2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3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20 6449 0 0,'-1'-2'9'0'0,"0"1"1"0"0,0 0-1 0 0,0-1 0 0 0,0 1 0 0 0,-1 0 0 0 0,1 0 0 0 0,0 0 0 0 0,0 0 0 0 0,-1 0 0 0 0,1 0 0 0 0,-1 0 0 0 0,1 0 0 0 0,-1 0 0 0 0,1 1 0 0 0,-1-1 0 0 0,1 1 0 0 0,-1-1 0 0 0,0 1 1 0 0,1-1-1 0 0,-1 1 0 0 0,0 0 0 0 0,1 0 0 0 0,-1 0 0 0 0,0 0 0 0 0,1 0 0 0 0,-1 0 0 0 0,0 1 0 0 0,1-1 0 0 0,-4 1 0 0 0,3 0 80 0 0,1-1-1 0 0,-1 1 1 0 0,0-1-1 0 0,0 1 1 0 0,1-1 0 0 0,-1 1-1 0 0,1 0 1 0 0,-1 0-1 0 0,1 0 1 0 0,-1 0-1 0 0,1 0 1 0 0,0 0-1 0 0,-1 0 1 0 0,1 0-1 0 0,0 1 1 0 0,0-1 0 0 0,0 1-1 0 0,0-1 1 0 0,0 1-1 0 0,0-1 1 0 0,0 1-1 0 0,0-1 1 0 0,1 1-1 0 0,-1 0 1 0 0,0-1 0 0 0,1 1-1 0 0,-1 2 1 0 0,2-1 166 0 0,0 1 1 0 0,1-1 0 0 0,-1 1-1 0 0,1-1 1 0 0,-1 1 0 0 0,1-1-1 0 0,0 0 1 0 0,0 0 0 0 0,1 0 0 0 0,-1 0-1 0 0,1 0 1 0 0,-1 0 0 0 0,1-1-1 0 0,0 1 1 0 0,4 2 0 0 0,19 22 534 0 0,-21-19-706 0 0,-1-1 0 0 0,0 1 0 0 0,-1 0 0 0 0,0 0 0 0 0,0 0 0 0 0,-1 0 0 0 0,0 0 0 0 0,0 1 0 0 0,0 10 0 0 0,0 10 38 0 0,-4 42 0 0 0,0-5 54 0 0,28 273 633 0 0,-7-131-260 0 0,-22 54-189 0 0,0-2 36 0 0,8-215 12 0 0,13 50-1 0 0,-3-19 318 0 0,-15-68-495 0 0,0-8-247 0 0,0-1 0 0 0,0 1 0 0 0,0 0 0 0 0,0 0-1 0 0,0 0 1 0 0,1 0 0 0 0,-1 0 0 0 0,0 0 0 0 0,0 0 0 0 0,0 0 0 0 0,0 0 0 0 0,0 0 0 0 0,0 0 0 0 0,0 0 0 0 0,1 0 0 0 0,-1 0 0 0 0,0 0-1 0 0,0 0 1 0 0,0 0 0 0 0,0 0 0 0 0,0 0 0 0 0,0 0 0 0 0,0 0 0 0 0,0 0 0 0 0,1 0 0 0 0,-1 0 0 0 0,0 0 0 0 0,0 0 0 0 0,0 0 0 0 0,0 0 0 0 0,0 0-1 0 0,0 1 1 0 0,0-1 0 0 0,0 0 0 0 0,1 0 0 0 0,-1 0 0 0 0,0 0 0 0 0,0 0 0 0 0,0 0 0 0 0,0 0 0 0 0,0 0 0 0 0,0 0 0 0 0,0 0 0 0 0,0 1 0 0 0,0-1-1 0 0,0 0 1 0 0,0 0 0 0 0,0 0 0 0 0,0 0 0 0 0,0 0 0 0 0,0 0 0 0 0,0 0 0 0 0,0 1 0 0 0,0-1 0 0 0,0 0 0 0 0,0 0 0 0 0,0 0 0 0 0,0 0 0 0 0,0 0-1 0 0,0 0 1 0 0,0 0 0 0 0,0 1 0 0 0,0-1 0 0 0,0 0 0 0 0,0 0 0 0 0,0 0 0 0 0,0 0 0 0 0,0 0 0 0 0</inkml:trace>
</inkml:ink>
</file>

<file path=ppt/ink/ink2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4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53 2304 0 0,'-3'-6'396'0'0,"0"1"-1"0"0,0 0 0 0 0,0 0 0 0 0,-1 0 0 0 0,1 0 0 0 0,-1 1 0 0 0,-1-1 0 0 0,-7-6 0 0 0,12 11-364 0 0,-1 0 1 0 0,1 0-1 0 0,0 0 1 0 0,-1-1-1 0 0,1 1 1 0 0,-1 0-1 0 0,1 0 1 0 0,0 0-1 0 0,-1 0 1 0 0,1 0-1 0 0,-1 0 1 0 0,1 0-1 0 0,0 0 1 0 0,-1 0-1 0 0,1 0 1 0 0,0 0-1 0 0,-1 0 1 0 0,1 0-1 0 0,-1 0 1 0 0,1 1-1 0 0,0-1 1 0 0,-1 0-1 0 0,1 0 1 0 0,0 0-1 0 0,-1 0 1 0 0,1 1-1 0 0,0-1 1 0 0,-1 0-1 0 0,1 0 1 0 0,0 1-1 0 0,0-1 1 0 0,-1 0-1 0 0,1 1 0 0 0,0-1 1 0 0,0 0-1 0 0,0 1 1 0 0,-1-1-1 0 0,1 0 1 0 0,0 1-1 0 0,0-1 1 0 0,0 0-1 0 0,0 1 1 0 0,0-1-1 0 0,0 0 1 0 0,-1 1-1 0 0,1-1 1 0 0,0 1-1 0 0,0-1 1 0 0,0 1-1 0 0,0 0 8 0 0,0 0-1 0 0,0 0 0 0 0,0 0 0 0 0,-1 0 0 0 0,1 0 1 0 0,0 0-1 0 0,0 0 0 0 0,0 0 0 0 0,1 0 1 0 0,-1 0-1 0 0,0 0 0 0 0,0 0 0 0 0,0 0 1 0 0,1 0-1 0 0,-1 0 0 0 0,0-1 0 0 0,1 1 1 0 0,-1 0-1 0 0,1 0 0 0 0,-1 0 0 0 0,1 0 1 0 0,0 0-1 0 0,15 9 664 0 0,0-1 1 0 0,0 0 0 0 0,1-2-1 0 0,0 0 1 0 0,22 6-1 0 0,-9-3-222 0 0,2 0-3 0 0,2-1-1 0 0,-1-2 0 0 0,1-2 0 0 0,64 3 0 0 0,-93-8-464 0 0,34 4 277 0 0,-38-4-284 0 0,0 0-1 0 0,0 0 0 0 0,0 0 1 0 0,0 0-1 0 0,0 1 0 0 0,0-1 0 0 0,0 0 1 0 0,0 1-1 0 0,0-1 0 0 0,0 1 1 0 0,0-1-1 0 0,0 1 0 0 0,0-1 0 0 0,0 1 1 0 0,0-1-1 0 0,0 1 0 0 0,0 0 1 0 0,-1 0-1 0 0,1-1 0 0 0,0 1 0 0 0,-1 0 1 0 0,1 0-1 0 0,0 0 0 0 0,-1 0 1 0 0,1 0-1 0 0,-1 0 0 0 0,1 2 0 0 0,-1-2-25 0 0,-1 1 0 0 0,1 0-1 0 0,-1-1 1 0 0,1 1-1 0 0,-1 0 1 0 0,0-1-1 0 0,0 1 1 0 0,1-1 0 0 0,-1 1-1 0 0,0-1 1 0 0,-1 0-1 0 0,1 1 1 0 0,0-1 0 0 0,0 0-1 0 0,-1 0 1 0 0,1 0-1 0 0,-2 2 1 0 0,-30 18-625 0 0,22-14 472 0 0,-46 26 304 0 0,-2-3 1 0 0,-93 35-1 0 0,-12 5-253 0 0,146-61-165 0 0,1 0 1 0 0,1 1 0 0 0,0 1-1 0 0,0 1 1 0 0,-22 21-1 0 0,37-33 288 0 0,0 1 0 0 0,0 0 0 0 0,0-1 0 0 0,1 1-1 0 0,-1 0 1 0 0,0 0 0 0 0,1 0 0 0 0,-1-1-1 0 0,1 1 1 0 0,-1 0 0 0 0,1 0 0 0 0,-1 0-1 0 0,1 0 1 0 0,-1 0 0 0 0,1 0 0 0 0,0 0-1 0 0,0 0 1 0 0,-1 0 0 0 0,1 0 0 0 0,0 0-1 0 0,0 0 1 0 0,0 1 0 0 0,0-1 0 0 0,0 0 0 0 0,0 0-1 0 0,1 1 1 0 0,0 0 4 0 0,0-1-1 0 0,0 1 1 0 0,0-1 0 0 0,0 0 0 0 0,0 0-1 0 0,1 1 1 0 0,-1-1 0 0 0,0 0-1 0 0,1 0 1 0 0,-1 0 0 0 0,1 0 0 0 0,-1-1-1 0 0,1 1 1 0 0,2 1 0 0 0,7 1-88 0 0,0 0 1 0 0,1 0 0 0 0,17 2-1 0 0,103 0 1331 0 0,-17-2-631 0 0,-57-1-553 0 0,-44-3-25 0 0,0 1-1 0 0,0 1 0 0 0,-1 0 1 0 0,1 1-1 0 0,-1 0 0 0 0,20 6 1 0 0,-32-7-41 0 0,-1-1 0 0 0,1 0 0 0 0,0 1 0 0 0,0-1 0 0 0,0 0 0 0 0,-1 1 0 0 0,1-1 0 0 0,0 1 0 0 0,-1-1 0 0 0,1 1 0 0 0,0 0 0 0 0,-1-1 0 0 0,1 1 0 0 0,0 0 0 0 0,-1-1 0 0 0,1 1 0 0 0,-1 0 0 0 0,0 0 0 0 0,1 0 0 0 0,-1-1 0 0 0,0 1 0 0 0,1 0 0 0 0,-1 0 0 0 0,0 0 0 0 0,0 0 0 0 0,0 0 0 0 0,1-1 0 0 0,-1 1 0 0 0,-1 2 0 0 0,1 0-37 0 0,-1 0 0 0 0,0 0-1 0 0,0 0 1 0 0,0 0 0 0 0,0 0 0 0 0,0 0 0 0 0,-1-1 0 0 0,1 1 0 0 0,-3 3 0 0 0,-5 6-148 0 0,0-1 1 0 0,-19 18-1 0 0,-159 136-239 0 0,178-157 684 0 0,4-4-489 0 0,1-1-1 0 0,0 0 1 0 0,0 1 0 0 0,1 0-1 0 0,-1 0 1 0 0,-5 8 0 0 0,9-12 189 0 0,0 1 0 0 0,0-1 1 0 0,0 1-1 0 0,-1-1 0 0 0,1 0 0 0 0,0 1 1 0 0,0-1-1 0 0,0 1 0 0 0,0-1 1 0 0,0 1-1 0 0,0-1 0 0 0,0 1 1 0 0,0-1-1 0 0,0 1 0 0 0,0-1 0 0 0,0 1 1 0 0,0-1-1 0 0,1 1 0 0 0,-1-1 1 0 0,0 0-1 0 0,0 1 0 0 0,0-1 1 0 0,1 1-1 0 0,-1-1 0 0 0,0 0 0 0 0,0 1 1 0 0,1-1-1 0 0,-1 1 0 0 0,1 0 1 0 0,1 0-26 0 0,0 0 1 0 0,0 0-1 0 0,0 0 1 0 0,0 0-1 0 0,0-1 1 0 0,0 1-1 0 0,1 0 1 0 0,-1-1-1 0 0,0 1 1 0 0,4-1 0 0 0,61 6 212 0 0,-48-6-20 0 0,0 1 1 0 0,-1 1 0 0 0,0 1 0 0 0,0 0-1 0 0,0 2 1 0 0,0 0 0 0 0,24 10-1 0 0,-42-15-122 0 0,1 1-1 0 0,0-1 1 0 0,-1 0-1 0 0,1 1 0 0 0,-1-1 1 0 0,1 0-1 0 0,0 1 1 0 0,-1-1-1 0 0,1 1 1 0 0,-1-1-1 0 0,0 1 0 0 0,1-1 1 0 0,-1 1-1 0 0,1-1 1 0 0,-1 1-1 0 0,0-1 0 0 0,1 1 1 0 0,-1 0-1 0 0,0-1 1 0 0,1 1-1 0 0,-1 0 0 0 0,0-1 1 0 0,0 1-1 0 0,0 0 1 0 0,0-1-1 0 0,0 1 0 0 0,0 0 1 0 0,0-1-1 0 0,0 1 1 0 0,0 0-1 0 0,0-1 1 0 0,0 2-1 0 0,-1 1 94 0 0,0-1 1 0 0,0 0-1 0 0,0 1 0 0 0,-1-1 1 0 0,1 0-1 0 0,-1 0 0 0 0,1 0 1 0 0,-1 0-1 0 0,-2 3 0 0 0,-46 33 815 0 0,50-38-931 0 0,-19 13 20 0 0,8-8 11 0 0,2 1-1 0 0,-1 1 1 0 0,0 0 0 0 0,1 0-1 0 0,1 1 1 0 0,-1 0 0 0 0,1 0-1 0 0,1 1 1 0 0,-11 15 0 0 0,17-24-33 0 0,1 1 0 0 0,0 0 0 0 0,-1-1 0 0 0,1 1 0 0 0,0 0 0 0 0,-1 0 0 0 0,1 0 0 0 0,0-1 1 0 0,0 1-1 0 0,-1 0 0 0 0,1 0 0 0 0,0 0 0 0 0,0-1 0 0 0,0 1 0 0 0,0 0 0 0 0,0 0 0 0 0,0 0 0 0 0,1-1 0 0 0,-1 1 0 0 0,0 0 0 0 0,0 0 0 0 0,1 0 1 0 0,-1-1-1 0 0,0 1 0 0 0,1 0 0 0 0,-1 0 0 0 0,1 0 0 0 0,0 0-77 0 0,0 0 0 0 0,1 0 0 0 0,-1 0 0 0 0,0 0 1 0 0,1-1-1 0 0,-1 1 0 0 0,0 0 0 0 0,1-1 0 0 0,-1 1 0 0 0,1-1 0 0 0,-1 0 1 0 0,1 1-1 0 0,1-1 0 0 0,5 1-368 0 0,0-1 1 0 0,0 0-1 0 0,-1 0 1 0 0,12-3 0 0 0,0 2 236 0 0,0 0 0 0 0,0 2 0 0 0,-1 0 0 0 0,1 1 0 0 0,29 6 0 0 0,-45-7 183 0 0,14 2-13 0 0,-11-3 60 0 0</inkml:trace>
</inkml:ink>
</file>

<file path=ppt/ink/ink2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5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2 1840 0 0,'-3'0'210'0'0,"1"-1"0"0"0,0 1-1 0 0,0 0 1 0 0,0 0 0 0 0,-1-1-1 0 0,1 1 1 0 0,0 1 0 0 0,0-1-1 0 0,-1 0 1 0 0,1 0 0 0 0,0 1-1 0 0,0 0 1 0 0,0-1 0 0 0,0 1-1 0 0,0 0 1 0 0,0 0 0 0 0,0 0-1 0 0,0 0 1 0 0,0 0 0 0 0,0 0-1 0 0,0 1 1 0 0,1-1 0 0 0,-1 1-1 0 0,0-1 1 0 0,1 1 0 0 0,-1 0-1 0 0,1 0 1 0 0,0-1-1 0 0,0 1 1 0 0,-1 0 0 0 0,1 0-1 0 0,0 0 1 0 0,-1 4 0 0 0,-1 2 620 0 0,0 1 0 0 0,0-1 0 0 0,0 1 0 0 0,1-1 0 0 0,0 1 0 0 0,1 0 0 0 0,-1 14 0 0 0,-13 159 1549 0 0,-1 2-2080 0 0,35 76 413 0 0,-2-37-43 0 0,-16-196-551 0 0,-2 0 0 0 0,-5 32 0 0 0,5-50-29 0 0,-1 1 1 0 0,0-1-1 0 0,-1 0 1 0 0,1 0-1 0 0,-2 0 1 0 0,1-1-1 0 0,-2 1 1 0 0,1-1-1 0 0,-11 15 0 0 0,14-22-101 0 0,0 1-1 0 0,0-1 0 0 0,0 0 0 0 0,0 0 0 0 0,0 0 0 0 0,0 0 1 0 0,-1 0-1 0 0,1 0 0 0 0,0 0 0 0 0,-1 0 0 0 0,1 0 0 0 0,0-1 0 0 0,-1 1 1 0 0,-1 0-1 0 0,-8-4-3361 0 0</inkml:trace>
</inkml:ink>
</file>

<file path=ppt/ink/ink2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6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0 453 6793 0 0,'0'0'507'0'0,"21"-8"1538"0"0,24-1-1222 0 0,0 2-1 0 0,0 2 1 0 0,48 1 0 0 0,146 13 1006 0 0,-25-1-1639 0 0,204 23 1708 0 0,-389-28-1958 0 0,49-3-1 0 0,-57-2 1 0 0,0 2 0 0 0,0 1 0 0 0,0 0 0 0 0,41 9-1 0 0,-52-5-164 0 0,-10-4 207 0 0,0-1 0 0 0,1 1-1 0 0,-1-1 1 0 0,1 1 0 0 0,-1-1-1 0 0,0 0 1 0 0,1 1-1 0 0,-1-1 1 0 0,1 0 0 0 0,-1 0-1 0 0,1 1 1 0 0,-1-1-1 0 0,1 0 1 0 0,-1 0 0 0 0,1 0-1 0 0,-1 1 1 0 0,1-1 0 0 0,-1 0-1 0 0,1 0 1 0 0,-1 0-1 0 0,1 0 1 0 0,0 0 0 0 0,-1 0-1 0 0,1 0 1 0 0,-1 0 0 0 0,1 0-1 0 0,-1-1 1 0 0,1 1-1 0 0,-1 0 1 0 0,1 0 0 0 0,-1 0-1 0 0,1-1 1 0 0,-1 1 0 0 0,1 0-1 0 0,-1 0 1 0 0,1-1-1 0 0,-1 1 1 0 0,1 0 0 0 0,0-1-1 0 0,7-7-208 0 0,0 1 0 0 0,1 0-1 0 0,18-11 1 0 0,-17 12 80 0 0,0 0 0 0 0,-1 0 0 0 0,0-1 0 0 0,-1-1-1 0 0,0 1 1 0 0,8-10 0 0 0,17-29-135 0 0,-2-2 0 0 0,36-77-1 0 0,-61 113 355 0 0,0 2-1 0 0,1-1 0 0 0,12-15 1 0 0,-17 24-51 0 0,1-1 0 0 0,-1 1 0 0 0,1-1 0 0 0,-1 1 0 0 0,1 0 0 0 0,0 0 0 0 0,0 0 0 0 0,4-2 0 0 0,-6 4 2 0 0,1 0 0 0 0,-1-1 0 0 0,0 1 0 0 0,0 0 1 0 0,1-1-1 0 0,-1 1 0 0 0,0 0 0 0 0,0 0 0 0 0,1 0 0 0 0,-1 0 0 0 0,0 0 1 0 0,1 0-1 0 0,-1 1 0 0 0,0-1 0 0 0,0 0 0 0 0,1 1 0 0 0,-1-1 0 0 0,0 1 1 0 0,0-1-1 0 0,0 1 0 0 0,0-1 0 0 0,2 2 0 0 0,-1 0 53 0 0,-1-1-1 0 0,1 1 0 0 0,0 0 1 0 0,-1 0-1 0 0,1 0 0 0 0,-1 0 1 0 0,0 1-1 0 0,0-1 0 0 0,0 0 1 0 0,0 0-1 0 0,0 1 0 0 0,1 4 1 0 0,5 35 641 0 0,-4-23-373 0 0,-1-4-142 0 0,1 1 1 0 0,1-1 0 0 0,1 0-1 0 0,0-1 1 0 0,0 1 0 0 0,1-1 0 0 0,1 0-1 0 0,1 0 1 0 0,0-1 0 0 0,1 0-1 0 0,0 0 1 0 0,0-1 0 0 0,2 0 0 0 0,-1-1-1 0 0,16 12 1 0 0,-24-22-164 0 0,-1 1-1 0 0,1-1 1 0 0,0 0-1 0 0,0 0 1 0 0,-1 0 0 0 0,1-1-1 0 0,0 1 1 0 0,0 0 0 0 0,0-1-1 0 0,0 1 1 0 0,0-1-1 0 0,0 1 1 0 0,0-1 0 0 0,0 0-1 0 0,0 0 1 0 0,0 0-1 0 0,0 0 1 0 0,0 0 0 0 0,0-1-1 0 0,-1 1 1 0 0,4-1 0 0 0,-2-1-32 0 0,0 1 1 0 0,1-1 0 0 0,-1 0-1 0 0,0 0 1 0 0,0 0 0 0 0,0-1-1 0 0,-1 1 1 0 0,1-1 0 0 0,0 1-1 0 0,3-7 1 0 0,5-6-213 0 0,-2-1 0 0 0,0 0-1 0 0,12-30 1 0 0,-17 37 101 0 0,8-20-279 0 0,-3 5 230 0 0,1 0-1 0 0,1 0 1 0 0,1 1-1 0 0,1 0 1 0 0,1 1-1 0 0,27-31 1 0 0,-40 52 148 0 0,0-1 1 0 0,0 1-1 0 0,0 0 1 0 0,0 0 0 0 0,1-1-1 0 0,-1 1 1 0 0,0 0-1 0 0,1 0 1 0 0,-1 0-1 0 0,0 0 1 0 0,1 1 0 0 0,0-1-1 0 0,-1 0 1 0 0,1 1-1 0 0,-1-1 1 0 0,1 1 0 0 0,0-1-1 0 0,-1 1 1 0 0,1 0-1 0 0,0-1 1 0 0,-1 1-1 0 0,1 0 1 0 0,0 0 0 0 0,0 1-1 0 0,-1-1 1 0 0,1 0-1 0 0,0 0 1 0 0,-1 1-1 0 0,1-1 1 0 0,0 1 0 0 0,-1-1-1 0 0,1 1 1 0 0,-1 0-1 0 0,1 0 1 0 0,-1 0 0 0 0,1 0-1 0 0,-1 0 1 0 0,0 0-1 0 0,1 0 1 0 0,-1 0-1 0 0,0 0 1 0 0,0 1 0 0 0,0-1-1 0 0,2 2 1 0 0,4 9 202 0 0,0 0 0 0 0,0 0 0 0 0,-2 0 0 0 0,9 24 1 0 0,-4-11 85 0 0,40 73 33 0 0,7 19-262 0 0,-57-123 11 0 0,0 1 0 0 0,0 0-1 0 0,1-1 1 0 0,-1 1 0 0 0,1 0 0 0 0,0 0 0 0 0,3-6-1 0 0,14-56-1146 0 0,-14 56 1045 0 0,2-11-181 0 0,7-24-99 0 0,2 1 0 0 0,1 1 0 0 0,23-43 0 0 0,-38 85 269 0 0,0 1 1 0 0,0-1-1 0 0,-1 1 1 0 0,1-1 0 0 0,1 1-1 0 0,-1-1 1 0 0,0 1 0 0 0,0-1-1 0 0,0 1 1 0 0,1 0 0 0 0,-1 0-1 0 0,0 0 1 0 0,1-1-1 0 0,0 1 1 0 0,-1 1 0 0 0,1-1-1 0 0,-1 0 1 0 0,1 0 0 0 0,0 1-1 0 0,0-1 1 0 0,-1 1-1 0 0,1-1 1 0 0,0 1 0 0 0,3-1-1 0 0,-3 2 32 0 0,0-1-1 0 0,-1 1 1 0 0,1 0 0 0 0,0-1-1 0 0,-1 1 1 0 0,1 0-1 0 0,-1 0 1 0 0,1 0-1 0 0,-1 0 1 0 0,0 0 0 0 0,1 1-1 0 0,-1-1 1 0 0,0 0-1 0 0,0 1 1 0 0,0-1-1 0 0,0 1 1 0 0,0-1 0 0 0,0 1-1 0 0,0-1 1 0 0,0 1-1 0 0,-1 0 1 0 0,1-1-1 0 0,0 1 1 0 0,-1 0 0 0 0,1 1-1 0 0,61 307 2672 0 0,-52-248-2571 0 0,-8-44-58 0 0,-2-14-22 0 0,0 0 0 0 0,0 0-1 0 0,1 0 1 0 0,0 0-1 0 0,-1 0 1 0 0,3 5 0 0 0</inkml:trace>
</inkml:ink>
</file>

<file path=ppt/ink/ink2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7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0 186 9674 0 0,'4'-3'240'0'0,"0"0"0"0"0,0 1 0 0 0,0-1 0 0 0,1 1 0 0 0,-1 0 0 0 0,7-2 0 0 0,-7 2-130 0 0,39-16 249 0 0,1 3-1 0 0,86-20 1 0 0,97 2 2383 0 0,61 25 339 0 0,-9 0-1473 0 0,-224 4-1539 0 0,101-13-1386 0 0,-123 12-1539 0 0,34-11 0 0 0,-52 11-2009 0 0</inkml:trace>
</inkml:ink>
</file>

<file path=ppt/ink/ink2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2761 0 0,'5'124'7080'0'0,"0"61"-5198"0"0,4 143 350 0 0,-1 37-432 0 0,-11-315-1608 0 0,3 0 0 0 0,2 1 0 0 0,16 97 1 0 0,-13-131-1856 0 0</inkml:trace>
</inkml:ink>
</file>

<file path=ppt/ink/ink2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0 6913 0 0,'-3'2'-119'0'0,"-1"0"0"0"0,1 1-1 0 0,-1-1 1 0 0,1 1 0 0 0,0-1-1 0 0,-1 1 1 0 0,2 0-1 0 0,-1 0 1 0 0,0 1 0 0 0,-4 5-1 0 0,7-8 53 0 0,0 0-1 0 0,-1 0 0 0 0,1-1 1 0 0,-1 1-1 0 0,1 0 1 0 0,0 0-1 0 0,0 0 1 0 0,-1 0-1 0 0,1 0 1 0 0,0 0-1 0 0,0 0 0 0 0,0 0 1 0 0,0 0-1 0 0,0 0 1 0 0,0 0-1 0 0,0 0 1 0 0,1 0-1 0 0,-1 0 1 0 0,1 2-1 0 0,0-2 123 0 0,-1 0 0 0 0,1 0-1 0 0,0 0 1 0 0,1 1 0 0 0,-1-1 0 0 0,0 0-1 0 0,0-1 1 0 0,0 1 0 0 0,1 0 0 0 0,-1 0-1 0 0,0 0 1 0 0,1-1 0 0 0,-1 1-1 0 0,0-1 1 0 0,1 1 0 0 0,-1-1 0 0 0,3 1-1 0 0,16 2 570 0 0,0 0 0 0 0,0-2-1 0 0,0 0 1 0 0,0-1-1 0 0,23-4 1 0 0,7 1 514 0 0,-14 2-202 0 0,-1-1-522 0 0,45 4 1 0 0,-71-2-479 0 0,0 2-1 0 0,0-1 1 0 0,0 1 0 0 0,0 0-1 0 0,-1 1 1 0 0,1 0 0 0 0,-1 0 0 0 0,1 1-1 0 0,-1 0 1 0 0,9 6 0 0 0,-16-9 38 0 0,0 0 0 0 0,1 0 0 0 0,-1 0 0 0 0,0 0 0 0 0,0 0 0 0 0,0 0 0 0 0,1 1 0 0 0,-1-1 0 0 0,0 0 0 0 0,-1 1 0 0 0,1-1 0 0 0,0 1 0 0 0,0-1 0 0 0,-1 1 0 0 0,1 0 0 0 0,-1-1 0 0 0,1 1 0 0 0,-1-1 0 0 0,0 1 0 0 0,1 0 0 0 0,-1 0 0 0 0,0-1 0 0 0,0 4 0 0 0,-1-1 1 0 0,0 0-1 0 0,0-1 0 0 0,0 1 0 0 0,-1-1 1 0 0,1 1-1 0 0,-1-1 0 0 0,0 1 0 0 0,0-1 1 0 0,0 0-1 0 0,-4 4 0 0 0,-5 5 32 0 0,0 0 1 0 0,-2 0-1 0 0,-23 17 0 0 0,-40 20 734 0 0,56-38-539 0 0,1 1 0 0 0,0 0 0 0 0,1 2-1 0 0,0 0 1 0 0,-29 31 0 0 0,46-44-201 0 0,0 0 0 0 0,1-1 1 0 0,-1 1-1 0 0,0-1 0 0 0,1 1 1 0 0,-1 0-1 0 0,1 0 1 0 0,-1-1-1 0 0,1 1 0 0 0,0 0 1 0 0,-1 0-1 0 0,1 0 0 0 0,0 0 1 0 0,-1-1-1 0 0,1 1 1 0 0,0 0-1 0 0,0 0 0 0 0,0 0 1 0 0,0 0-1 0 0,0 0 0 0 0,0 0 1 0 0,0 0-1 0 0,0 0 0 0 0,0-1 1 0 0,0 2-1 0 0,1-1-19 0 0,0 0 0 0 0,0-1 0 0 0,-1 1 0 0 0,1 0 0 0 0,0-1 0 0 0,0 1 0 0 0,0-1 1 0 0,0 1-1 0 0,0-1 0 0 0,0 0 0 0 0,0 1 0 0 0,0-1 0 0 0,0 0 0 0 0,0 0 0 0 0,0 0 0 0 0,0 0 0 0 0,0 0 0 0 0,1 0 0 0 0,10 0-235 0 0,1-1 0 0 0,20-5 0 0 0,-26 5 240 0 0,14-3-105 0 0,-13 2 267 0 0,0 0 1 0 0,0 0-1 0 0,0 1 0 0 0,0 0 0 0 0,0 1 0 0 0,12 0 1 0 0,-20 1-132 0 0,0-1 1 0 0,1 0 0 0 0,-1 0-1 0 0,0 1 1 0 0,0-1 0 0 0,1 0-1 0 0,-1 1 1 0 0,0-1 0 0 0,0 0-1 0 0,0 1 1 0 0,1-1 0 0 0,-1 0-1 0 0,0 1 1 0 0,0-1 0 0 0,0 1-1 0 0,0-1 1 0 0,0 0 0 0 0,0 1 0 0 0,0-1-1 0 0,0 1 1 0 0,0-1 0 0 0,0 0-1 0 0,0 1 1 0 0,0-1 0 0 0,0 1-1 0 0,0-1 1 0 0,0 0 0 0 0,0 1-1 0 0,-1-1 1 0 0,1 0 0 0 0,0 1-1 0 0,0-1 1 0 0,0 0 0 0 0,-1 1-1 0 0,1-1 1 0 0,0 0 0 0 0,0 1-1 0 0,-1-1 1 0 0,1 0 0 0 0,0 0-1 0 0,0 1 1 0 0,-1-1 0 0 0,1 0 0 0 0,0 0-1 0 0,-1 0 1 0 0,0 1 0 0 0,-13 15 235 0 0,-55 40-391 0 0,-18 16-150 0 0,79-64 337 0 0,0 0 0 0 0,0 1-1 0 0,1 0 1 0 0,0 1 0 0 0,0-1-1 0 0,1 1 1 0 0,-5 13 0 0 0,9-20-52 0 0,1-1 1 0 0,0 1-1 0 0,0-1 0 0 0,0 1 1 0 0,0-1-1 0 0,1 1 0 0 0,-1 0 1 0 0,1-1-1 0 0,0 1 1 0 0,0 0-1 0 0,0-1 0 0 0,0 1 1 0 0,0 0-1 0 0,0-1 0 0 0,1 1 1 0 0,-1 0-1 0 0,1-1 1 0 0,0 1-1 0 0,-1 0 0 0 0,1-1 1 0 0,2 4-1 0 0,-1-4-37 0 0,0 0 0 0 0,0 0 0 0 0,0 0-1 0 0,1-1 1 0 0,-1 1 0 0 0,0-1 0 0 0,1 1 0 0 0,-1-1-1 0 0,1 0 1 0 0,-1 0 0 0 0,1 0 0 0 0,0 0 0 0 0,0 0 0 0 0,-1 0-1 0 0,1-1 1 0 0,0 0 0 0 0,0 1 0 0 0,0-1 0 0 0,-1 0-1 0 0,4-1 1 0 0,44 0-276 0 0,-27-1 549 0 0,-1 2-1 0 0,0 0 0 0 0,32 5 0 0 0,-48-4-248 0 0,0 0 1 0 0,0 1-1 0 0,0-1 0 0 0,-1 1 1 0 0,1 1-1 0 0,-1-1 0 0 0,1 1 1 0 0,-1 0-1 0 0,0 0 0 0 0,0 0 1 0 0,0 1-1 0 0,-1 0 0 0 0,1 0 1 0 0,-1 0-1 0 0,0 0 0 0 0,0 1 1 0 0,5 7-1 0 0,-8-11-54 0 0,0 0 1 0 0,-1 1-1 0 0,1-1 1 0 0,0 0-1 0 0,-1 0 1 0 0,1 0-1 0 0,-1 0 1 0 0,1 1-1 0 0,-1-1 1 0 0,0 0-1 0 0,1 0 1 0 0,-1 1-1 0 0,0-1 1 0 0,0 0-1 0 0,0 1 1 0 0,0-1-1 0 0,0 0 1 0 0,0 0-1 0 0,0 1 1 0 0,0-1-1 0 0,-1 0 1 0 0,1 1-1 0 0,-1-1 1 0 0,1 0-1 0 0,-1 0 0 0 0,1 0 1 0 0,-1 1-1 0 0,1-1 1 0 0,-1 0-1 0 0,0 0 1 0 0,0 0-1 0 0,0 0 1 0 0,1 0-1 0 0,-1 0 1 0 0,0 0-1 0 0,0-1 1 0 0,0 1-1 0 0,-3 1 1 0 0</inkml:trace>
</inkml:ink>
</file>

<file path=ppt/ink/ink2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9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 8754 0 0,'0'0'30'0'0,"-1"0"0"0"0,1 0 0 0 0,-1 0 0 0 0,1 0 1 0 0,0 0-1 0 0,-1 0 0 0 0,1 0 0 0 0,0 0 0 0 0,-1 0 0 0 0,1 0 1 0 0,-1 0-1 0 0,1 0 0 0 0,0 0 0 0 0,-1 0 0 0 0,1 0 0 0 0,0 1 0 0 0,-1-1 1 0 0,1 0-1 0 0,0 0 0 0 0,-1 0 0 0 0,1 0 0 0 0,0 1 0 0 0,-1-1 1 0 0,1 0-1 0 0,0 1 0 0 0,0-1 0 0 0,-1 0 0 0 0,1 1 0 0 0,-4 4 129 0 0,6-1 584 0 0,1 9 291 0 0,0-1 0 0 0,0 0 1 0 0,-1 0-1 0 0,0 26 0 0 0,6 284 1221 0 0,7-106-1483 0 0,1 26-407 0 0,-30 233 1408 0 0,13-466-1717 0 0,0-1 1 0 0,-1 1-1 0 0,1-1 1 0 0,-5 13-1 0 0,4-15-44 0 0,0 0-1 0 0,0 0 1 0 0,1 0-1 0 0,-1 1 1 0 0,2-1 0 0 0,-1 1-1 0 0,1-1 1 0 0,0 13 0 0 0,1-18-56 0 0,-1 0 0 0 0,0 1 0 0 0,0-1 0 0 0,1 0 0 0 0,-1 0 1 0 0,1 0-1 0 0,-1 0 0 0 0,1 0 0 0 0,-1 0 0 0 0,1 0 1 0 0,0 0-1 0 0,-1 0 0 0 0,1-1 0 0 0,0 1 0 0 0,0 0 0 0 0,1 1 1 0 0,3 2-1018 0 0,-5-3 1037 0 0,0-1 77 0 0,0 2-48 0 0,1-1-1 0 0,0 1 1 0 0,0-1-1 0 0,-1 1 1 0 0,1-1 0 0 0,0 0-1 0 0,0 1 1 0 0,0-1-1 0 0,0 0 1 0 0,0 0 0 0 0,1 0-1 0 0,0 1 1 0 0,0 0-1 0 0,4 7-78 0 0,-1 0 0 0 0,0 1-1 0 0,-1-1 1 0 0,0 1 0 0 0,0 0-1 0 0,3 15 1 0 0,-3-11 274 0 0,-2-4 37 0 0,1 0-1 0 0,-2 1 0 0 0,1-1 1 0 0,-1 16-1 0 0,-3 9-2404 0 0,-5 37-1 0 0,0-16-725 0 0,6-32 2221 0 0,2-12 102 0 0</inkml:trace>
</inkml:ink>
</file>

<file path=ppt/ink/ink2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1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4 466 7370 0 0,'0'1'25'0'0,"0"-1"1"0"0,0 0 0 0 0,0 0 0 0 0,-1 0 0 0 0,1 0 0 0 0,0 0 0 0 0,0 0 0 0 0,0 0-1 0 0,0 0 1 0 0,0 0 0 0 0,0 0 0 0 0,0 0 0 0 0,-1-1 0 0 0,1 1 0 0 0,0 0 0 0 0,0 0 0 0 0,0 0-1 0 0,0 0 1 0 0,0 0 0 0 0,0 0 0 0 0,0 0 0 0 0,0 0 0 0 0,-1 0 0 0 0,1 0 0 0 0,0 0-1 0 0,0 0 1 0 0,0 0 0 0 0,0-1 0 0 0,0 1 0 0 0,0 0 0 0 0,0 0 0 0 0,0 0 0 0 0,0 0-1 0 0,0 0 1 0 0,0 0 0 0 0,0 0 0 0 0,0 0 0 0 0,0-1 0 0 0,0 1 0 0 0,0 0 0 0 0,0 0-1 0 0,0 0 1 0 0,0 0 0 0 0,0 0 0 0 0,0 0 0 0 0,0 0 0 0 0,0-1 0 0 0,0 1 0 0 0,0 0 0 0 0,0 0-1 0 0,0 0 1 0 0,0 0 0 0 0,0 0 0 0 0,0 0 0 0 0,0 0 0 0 0,0-1 0 0 0,0 1 0 0 0,0 0-1 0 0,0 0 1 0 0,0 0 0 0 0,1 0 0 0 0,14-7-27 0 0,17 3 629 0 0,1 2 1 0 0,0 1 0 0 0,39 3-1 0 0,31 1 1352 0 0,53-9 312 0 0,210 1-274 0 0,-266 7-1736 0 0,0-5-1 0 0,151-24 0 0 0,-240 25-347 0 0,0 0-23 0 0,1 0 1 0 0,0 0-1 0 0,0 1 1 0 0,0 0-1 0 0,0 1 1 0 0,0 0-1 0 0,0 1 1 0 0,20 5-1 0 0,-31-6 31 0 0,-1 0 0 0 0,1 0 0 0 0,-1 0-1 0 0,0 0 1 0 0,1 1 0 0 0,-1-1-1 0 0,1 0 1 0 0,-1 0 0 0 0,1 1-1 0 0,-1-1 1 0 0,0 0 0 0 0,1 1-1 0 0,-1-1 1 0 0,0 0 0 0 0,1 1-1 0 0,-1-1 1 0 0,0 1 0 0 0,1-1-1 0 0,-1 0 1 0 0,0 1 0 0 0,0-1-1 0 0,0 1 1 0 0,1-1 0 0 0,-1 1 0 0 0,0-1-1 0 0,0 1 1 0 0,0-1 0 0 0,0 1-1 0 0,0-1 1 0 0,0 1 0 0 0,0-1-1 0 0,0 1 1 0 0,0-1 0 0 0,0 1-1 0 0,0-1 1 0 0,0 1 0 0 0,-10 16-2727 0 0,10-10 6036 0 0,41-16-2789 0 0,1 2 0 0 0,57-2 0 0 0,88 6 1752 0 0,-130 4-1949 0 0,21 2-337 0 0,-68-6-331 0 0,-17-4-371 0 0,6 7 723 0 0,-1-1-1 0 0,1 0 1 0 0,0 1 0 0 0,0-1 0 0 0,0 0-1 0 0,0 0 1 0 0,1 0 0 0 0,-1 0 0 0 0,0 0-1 0 0,0 0 1 0 0,1 0 0 0 0,-1 0 0 0 0,0 0 0 0 0,1 0-1 0 0,-1 0 1 0 0,0-2 0 0 0,5-53 42 0 0,2 0 1 0 0,3 0 0 0 0,21-72-1 0 0,-30 126 26 0 0,1 0-1 0 0,-1 0 1 0 0,1 0-1 0 0,0 0 0 0 0,-1 0 1 0 0,1 0-1 0 0,0 0 1 0 0,0 1-1 0 0,0-1 0 0 0,0 0 1 0 0,0 0-1 0 0,3-2 1 0 0,-4 4-22 0 0,0 0 1 0 0,1 0-1 0 0,-1 0 1 0 0,0 0-1 0 0,0 0 1 0 0,0 0-1 0 0,1 0 1 0 0,-1 0 0 0 0,0 0-1 0 0,0 0 1 0 0,0 0-1 0 0,1 0 1 0 0,-1 0-1 0 0,0 0 1 0 0,0 0-1 0 0,0 0 1 0 0,1 0 0 0 0,-1 0-1 0 0,0 0 1 0 0,0 0-1 0 0,0 0 1 0 0,0 1-1 0 0,1-1 1 0 0,-1 0-1 0 0,0 0 1 0 0,0 0 0 0 0,0 0-1 0 0,0 0 1 0 0,1 1-1 0 0,-1-1 1 0 0,0 0-1 0 0,0 0 1 0 0,0 0-1 0 0,0 0 1 0 0,0 1 0 0 0,0-1-1 0 0,0 0 1 0 0,6 19-187 0 0,7 128 693 0 0,-10-92-167 0 0,2-1 1 0 0,14 61-1 0 0,-15-99-319 0 0,0-1 0 0 0,1 0 0 0 0,1 0 0 0 0,0 0 0 0 0,12 18 0 0 0,-18-32-13 0 0,0-1-1 0 0,1 0 1 0 0,-1 0-1 0 0,0 1 1 0 0,0-1-1 0 0,0 0 1 0 0,1 0-1 0 0,-1 1 1 0 0,0-1 0 0 0,0 0-1 0 0,1 0 1 0 0,-1 0-1 0 0,0 1 1 0 0,0-1-1 0 0,1 0 1 0 0,-1 0-1 0 0,0 0 1 0 0,0 0-1 0 0,1 0 1 0 0,-1 0-1 0 0,0 0 1 0 0,1 0 0 0 0,-1 0-1 0 0,0 0 1 0 0,1 0-1 0 0,-1 0 1 0 0,0 0-1 0 0,1 0 1 0 0,-1 0-1 0 0,0 0 1 0 0,1 0-1 0 0,-1 0 1 0 0,0 0-1 0 0,0 0 1 0 0,1 0 0 0 0,-1-1-1 0 0,11-11 211 0 0,3-18 154 0 0,-14 29-365 0 0,60-203-513 0 0,-8 18-111 0 0,-45 167 579 0 0,19-49 1 0 0,-23 62-6 0 0,0 0 1 0 0,0 0-1 0 0,0 1 1 0 0,1-1-1 0 0,0 1 1 0 0,0 0-1 0 0,1 0 1 0 0,6-7 0 0 0,-10 12 39 0 0,-1 0-1 0 0,1-1 1 0 0,-1 1 0 0 0,1-1 0 0 0,-1 1 0 0 0,1 0 0 0 0,0-1 0 0 0,-1 1 0 0 0,1 0 0 0 0,0 0 0 0 0,-1 0 0 0 0,1-1 0 0 0,0 1 0 0 0,-1 0 0 0 0,1 0 0 0 0,0 0 0 0 0,-1 0 0 0 0,1 0 0 0 0,0 0 0 0 0,-1 0 0 0 0,1 0 0 0 0,0 0-1 0 0,-1 1 1 0 0,1-1 0 0 0,0 0 0 0 0,-1 0 0 0 0,1 1 0 0 0,0-1 0 0 0,-1 0 0 0 0,1 1 0 0 0,-1-1 0 0 0,1 0 0 0 0,-1 1 0 0 0,1-1 0 0 0,-1 1 0 0 0,1-1 0 0 0,-1 1 0 0 0,1-1 0 0 0,-1 1 0 0 0,0 0 0 0 0,1-1 0 0 0,-1 1 0 0 0,0-1 0 0 0,1 1-1 0 0,-1 0 1 0 0,0-1 0 0 0,0 1 0 0 0,1 1 0 0 0,9 38 457 0 0,-8-32-237 0 0,17 104 363 0 0,14 57 177 0 0,-28-148-745 0 0,-4-14 5 0 0,1 0 1 0 0,-1 0 0 0 0,1 0 0 0 0,0 0 0 0 0,1-1-1 0 0,0 1 1 0 0,0-1 0 0 0,0 0 0 0 0,1 0 0 0 0,-1 0-1 0 0,7 6 1 0 0,-9-11 2 0 0,0-1-1 0 0,1 1 0 0 0,-1-1 0 0 0,0 1 1 0 0,0-1-1 0 0,1 0 0 0 0,-1 0 1 0 0,0 0-1 0 0,1 0 0 0 0,-1 0 1 0 0,0 0-1 0 0,1 0 0 0 0,-1 0 0 0 0,0 0 1 0 0,1-1-1 0 0,-1 1 0 0 0,0 0 1 0 0,0-1-1 0 0,1 1 0 0 0,-1-1 1 0 0,0 0-1 0 0,0 1 0 0 0,0-1 0 0 0,0 0 1 0 0,0 0-1 0 0,0 1 0 0 0,0-1 1 0 0,0 0-1 0 0,0 0 0 0 0,1-2 1 0 0,29-32-920 0 0,-30 33 846 0 0,61-98-1422 0 0,-2 2 1378 0 0,-52 87 128 0 0,0 1 0 0 0,1-1 0 0 0,0 2 0 0 0,1-1 1 0 0,-1 1-1 0 0,15-9 0 0 0,-22 16-25 0 0,0 1 0 0 0,0-1 0 0 0,0 1 0 0 0,0 0 0 0 0,0 0 0 0 0,0 0 0 0 0,0 0 0 0 0,0 0 0 0 0,0 0 0 0 0,0 1 0 0 0,0-1 0 0 0,0 1 0 0 0,1 0 0 0 0,-1-1 1 0 0,0 1-1 0 0,0 0 0 0 0,1 0 0 0 0,-1 0 0 0 0,0 0 0 0 0,0 1 0 0 0,1-1 0 0 0,-1 1 0 0 0,0-1 0 0 0,0 1 0 0 0,0 0 0 0 0,0 0 0 0 0,0 0 0 0 0,0 0 0 0 0,0 0 0 0 0,0 0 0 0 0,0 1 0 0 0,0-1 0 0 0,-1 1 0 0 0,1-1 0 0 0,0 1 0 0 0,-1-1 1 0 0,0 1-1 0 0,3 3 0 0 0,3 8 157 0 0,0 0 1 0 0,0 0-1 0 0,-1 1 1 0 0,-1 0 0 0 0,4 15-1 0 0,5 12 403 0 0,-3-16-345 0 0,1 0 1 0 0,2-1-1 0 0,0 0 1 0 0,34 43-1 0 0,-47-66-227 0 0,0 0-1 0 0,0 0 0 0 0,0 0 1 0 0,0 0-1 0 0,0 0 0 0 0,0-1 0 0 0,0 1 1 0 0,0 0-1 0 0,1-1 0 0 0,-1 1 0 0 0,0 0 1 0 0,0-1-1 0 0,1 1 0 0 0,-1-1 1 0 0,0 0-1 0 0,1 1 0 0 0,-1-1 0 0 0,0 0 1 0 0,1 0-1 0 0,-1 0 0 0 0,0 0 0 0 0,1 0 1 0 0,1 0-1 0 0,0-1-51 0 0,0 0 1 0 0,0 0-1 0 0,-1-1 0 0 0,1 1 1 0 0,-1 0-1 0 0,1-1 0 0 0,-1 0 1 0 0,1 1-1 0 0,-1-1 0 0 0,3-4 1 0 0,4-3-260 0 0,-1-1 0 0 0,0 0 0 0 0,12-23 0 0 0,-11 14-407 0 0,0 0 0 0 0,-2-1 0 0 0,0-1 0 0 0,4-23 0 0 0,-5 21-715 0 0,0 1 0 0 0,19-43 0 0 0,-25 64 1331 0 0,0 1-1 0 0,0-1 1 0 0,1 0 0 0 0,-1 0-1 0 0,0 1 1 0 0,1-1-1 0 0,-1 0 1 0 0,0 1 0 0 0,1-1-1 0 0,-1 0 1 0 0,1 1-1 0 0,-1-1 1 0 0,1 1 0 0 0,0-1-1 0 0,-1 1 1 0 0,1-1-1 0 0,-1 1 1 0 0,1-1 0 0 0,0 1-1 0 0,-1-1 1 0 0,1 1-1 0 0,0 0 1 0 0,0 0-1 0 0,-1-1 1 0 0,1 1 0 0 0,0 0-1 0 0,1 0 1 0 0</inkml:trace>
</inkml:ink>
</file>

<file path=ppt/ink/ink2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2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10138 0 0,'273'4'7026'0'0,"63"7"-3330"0"0,-170 3-3018 0 0,-65-4-332 0 0,144-3 0 0 0,-202-9-214 0 0,-8 2-198 0 0,0-3 1 0 0,0 0 0 0 0,61-15 0 0 0,-86 14-1629 0 0</inkml:trace>
</inkml:ink>
</file>

<file path=ppt/ink/ink2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3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7 202 2761 0 0,'-1'-2'182'0'0,"0"0"1"0"0,0-1-1 0 0,0 1 1 0 0,1-1-1 0 0,-1 1 1 0 0,1-1-1 0 0,-1 1 1 0 0,1-1-1 0 0,0 1 1 0 0,0-1-1 0 0,0 1 1 0 0,0-1-1 0 0,0 0 1 0 0,1 1-1 0 0,-1-1 1 0 0,1 1-1 0 0,1-4 1 0 0,20-46 1568 0 0,-16 39-1114 0 0,5-19 356 0 0,-10 26-585 0 0,1 0 1 0 0,0 0-1 0 0,0 0 1 0 0,1 0-1 0 0,-1 1 0 0 0,1-1 1 0 0,0 1-1 0 0,5-6 1 0 0,-9 36 692 0 0,-1 56 148 0 0,16 149-1 0 0,-1-52-607 0 0,-8-44-448 0 0,-2 7 217 0 0,35 227 1 0 0,18-147 375 0 0,-7-29 475 0 0,-21-38-1428 0 0</inkml:trace>
</inkml:ink>
</file>

<file path=ppt/ink/ink2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4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0 6913 0 0,'-2'1'10'0'0,"-1"-1"0"0"0,1 0-1 0 0,0 1 1 0 0,0 0-1 0 0,-1 0 1 0 0,1-1-1 0 0,0 1 1 0 0,0 1-1 0 0,0-1 1 0 0,0 0-1 0 0,0 0 1 0 0,0 1-1 0 0,0-1 1 0 0,1 1-1 0 0,-1 0 1 0 0,1-1-1 0 0,-1 1 1 0 0,1 0-1 0 0,-1 0 1 0 0,-1 4 0 0 0,3-6 1 0 0,1 1 0 0 0,-1-1 0 0 0,0 1 0 0 0,1-1 0 0 0,-1 1 0 0 0,0-1 0 0 0,1 0 0 0 0,-1 1 0 0 0,1-1 0 0 0,-1 1 0 0 0,1-1 0 0 0,-1 0 0 0 0,1 0 0 0 0,-1 1 0 0 0,1-1 0 0 0,-1 0 0 0 0,1 0 0 0 0,-1 1 0 0 0,1-1 0 0 0,0 0 0 0 0,-1 0 0 0 0,1 0 0 0 0,-1 0 0 0 0,1 0 0 0 0,-1 0 0 0 0,1 0 0 0 0,1 0 0 0 0,21 0 550 0 0,-19 0-417 0 0,48-1 2250 0 0,78 3-314 0 0,-113-1-2081 0 0,-1 1 1 0 0,0 1 0 0 0,-1 1 0 0 0,1 0 0 0 0,27 11 0 0 0,-42-15 7 0 0,0 0-1 0 0,0 0 1 0 0,-1 0-1 0 0,1 1 1 0 0,0-1-1 0 0,-1 0 1 0 0,1 0-1 0 0,0 1 1 0 0,-1-1 0 0 0,1 0-1 0 0,0 1 1 0 0,-1-1-1 0 0,1 1 1 0 0,0-1-1 0 0,-1 1 1 0 0,1-1-1 0 0,-1 1 1 0 0,1-1 0 0 0,-1 1-1 0 0,1 0 1 0 0,-1-1-1 0 0,0 1 1 0 0,1 0-1 0 0,-1-1 1 0 0,0 1-1 0 0,1 0 1 0 0,-1-1-1 0 0,0 1 1 0 0,0 0 0 0 0,0 0-1 0 0,0-1 1 0 0,0 1-1 0 0,0 0 1 0 0,0 0-1 0 0,0-1 1 0 0,0 1-1 0 0,0 0 1 0 0,0 0 0 0 0,0-1-1 0 0,0 1 1 0 0,-1 0-1 0 0,1-1 1 0 0,0 1-1 0 0,0 0 1 0 0,-1-1-1 0 0,1 1 1 0 0,-1 0 0 0 0,1-1-1 0 0,0 1 1 0 0,-1 0-1 0 0,1-1 1 0 0,-1 1-1 0 0,0-1 1 0 0,1 1-1 0 0,-2 0 1 0 0,-5 4-73 0 0,0 1 0 0 0,0-2-1 0 0,0 1 1 0 0,-9 3 0 0 0,5-2-7 0 0,-371 226 1765 0 0,379-230-1716 0 0,-25 17 127 0 0,22-9-268 0 0,6-10 145 0 0,0 1-1 0 0,0-1 1 0 0,1 0 0 0 0,-1 1 0 0 0,0-1 0 0 0,1 0 0 0 0,-1 1 0 0 0,0-1 0 0 0,1 0 0 0 0,-1 0 0 0 0,0 0-1 0 0,1 1 1 0 0,-1-1 0 0 0,0 0 0 0 0,1 0 0 0 0,-1 0 0 0 0,1 0 0 0 0,-1 1 0 0 0,0-1 0 0 0,1 0 0 0 0,-1 0-1 0 0,1 0 1 0 0,-1 0 0 0 0,0 0 0 0 0,1 0 0 0 0,-1 0 0 0 0,1 0 0 0 0,-1-1 0 0 0,1 1 0 0 0,231-16 1534 0 0,0 1 818 0 0,-232 15-2328 0 0,34 2 267 0 0,-32-2-260 0 0,0 0 0 0 0,-1 0 0 0 0,1 0 0 0 0,0 0-1 0 0,-1 1 1 0 0,1-1 0 0 0,-1 1 0 0 0,1-1 0 0 0,-1 1 0 0 0,1 0 0 0 0,-1-1 0 0 0,1 1 0 0 0,-1 0 0 0 0,0 0 0 0 0,1 0 0 0 0,-1 0 0 0 0,2 2 0 0 0,-3-2-8 0 0,0 0 1 0 0,0 0 0 0 0,0 0-1 0 0,-1 0 1 0 0,1 0 0 0 0,0 0-1 0 0,0 0 1 0 0,0 0 0 0 0,-1 0-1 0 0,1 0 1 0 0,-1 0 0 0 0,1 0-1 0 0,0-1 1 0 0,-1 1 0 0 0,0 0-1 0 0,1 0 1 0 0,-1 0 0 0 0,1 0-1 0 0,-1-1 1 0 0,0 1 0 0 0,0 0-1 0 0,1-1 1 0 0,-1 1 0 0 0,-1 0-1 0 0,-23 18 86 0 0,23-18-92 0 0,-173 99-516 0 0,-2 1 21 0 0,177-101 501 0 0,-1 0 0 0 0,1 0 1 0 0,-1 0-1 0 0,0 1 1 0 0,1-1-1 0 0,-1 0 1 0 0,1 1-1 0 0,-1-1 0 0 0,1 0 1 0 0,-1 1-1 0 0,1-1 1 0 0,0 1-1 0 0,-1-1 0 0 0,1 1 1 0 0,-1-1-1 0 0,1 1 1 0 0,0-1-1 0 0,0 1 1 0 0,-1-1-1 0 0,1 1 0 0 0,0 0 1 0 0,0-1-1 0 0,-1 1 1 0 0,1-1-1 0 0,0 1 0 0 0,0 0 1 0 0,0-1-1 0 0,0 1 1 0 0,0-1-1 0 0,0 1 0 0 0,0 0 1 0 0,1 0 13 0 0,0 0 0 0 0,0 0 0 0 0,0 0 0 0 0,0 0 0 0 0,-1 0 0 0 0,1-1 0 0 0,0 1 0 0 0,1 0 0 0 0,-1-1 0 0 0,0 1 0 0 0,0-1 0 0 0,0 1 0 0 0,0-1 0 0 0,2 1 0 0 0,54 8 495 0 0,-50-8-468 0 0,355 30 1616 0 0,-361-31-1652 0 0,0 0-1 0 0,1 0 1 0 0,-1 0-1 0 0,1 0 1 0 0,-1 0-1 0 0,1 0 1 0 0,-1 1 0 0 0,0-1-1 0 0,1 0 1 0 0,-1 1-1 0 0,0-1 1 0 0,1 1-1 0 0,-1-1 1 0 0,0 1-1 0 0,1 0 1 0 0,-1 0-1 0 0,0-1 1 0 0,0 1 0 0 0,0 0-1 0 0,0 0 1 0 0,0 0-1 0 0,0 0 1 0 0,1 2-1 0 0,-2-2-20 0 0,0 0 0 0 0,0 1-1 0 0,0-1 1 0 0,-1 1-1 0 0,1-1 1 0 0,0 0 0 0 0,-1 1-1 0 0,1-1 1 0 0,-1 0-1 0 0,1 1 1 0 0,-1-1 0 0 0,0 0-1 0 0,1 0 1 0 0,-1 0 0 0 0,0 1-1 0 0,0-1 1 0 0,0 0-1 0 0,0 0 1 0 0,0 0 0 0 0,0 0-1 0 0,0-1 1 0 0,0 1 0 0 0,-2 1-1 0 0,-24 17-183 0 0,0-1 0 0 0,-1-1 1 0 0,-1-1-1 0 0,-37 15 0 0 0,23-12-522 0 0,-42 27 0 0 0,71-38 451 0 0,-57 40-1171 0 0,64-42 1208 0 0,1-1 0 0 0,-1 1 1 0 0,1 0-1 0 0,1 0 0 0 0,-1 1 0 0 0,1-1 0 0 0,-8 14 0 0 0,13-20 224 0 0,0 1-1 0 0,0-1 1 0 0,0 0 0 0 0,0 0-1 0 0,0 0 1 0 0,0 0-1 0 0,0 0 1 0 0,0 0 0 0 0,0 1-1 0 0,0-1 1 0 0,0 0 0 0 0,-1 0-1 0 0,1 0 1 0 0,0 0-1 0 0,0 0 1 0 0,0 1 0 0 0,0-1-1 0 0,0 0 1 0 0,1 0-1 0 0,-1 0 1 0 0,0 0 0 0 0,0 0-1 0 0,0 1 1 0 0,0-1 0 0 0,0 0-1 0 0,0 0 1 0 0,0 0-1 0 0,0 0 1 0 0,0 0 0 0 0,0 1-1 0 0,0-1 1 0 0,0 0-1 0 0,0 0 1 0 0,1 0 0 0 0,-1 0-1 0 0,0 0 1 0 0,0 0-1 0 0,0 0 1 0 0,0 0 0 0 0,0 0-1 0 0,0 1 1 0 0,1-1 0 0 0,-1 0-1 0 0,0 0 1 0 0,0 0-1 0 0,0 0 1 0 0,0 0 0 0 0,0 0-1 0 0,1 0 1 0 0,-1 0-1 0 0,13-1 75 0 0,12-5 608 0 0,-24 6-641 0 0,14-5 148 0 0,0 1-1 0 0,0 0 1 0 0,1 1 0 0 0,19-1-1 0 0,-31 4-150 0 0,0 0 1 0 0,0 0-1 0 0,0 0 0 0 0,-1 0 0 0 0,1 1 0 0 0,0 0 0 0 0,0-1 1 0 0,-1 1-1 0 0,1 1 0 0 0,0-1 0 0 0,-1 0 0 0 0,1 1 0 0 0,-1 0 1 0 0,0 0-1 0 0,1 0 0 0 0,-1 0 0 0 0,0 0 0 0 0,0 1 0 0 0,-1 0 1 0 0,1-1-1 0 0,0 1 0 0 0,-1 0 0 0 0,3 4 0 0 0,-4-6 5 0 0,-1 0-1 0 0,0 0 0 0 0,1-1 0 0 0,-1 1 0 0 0,0 0 1 0 0,1 0-1 0 0,-1 0 0 0 0,0 0 0 0 0,0 0 1 0 0,0 0-1 0 0,0-1 0 0 0,0 1 0 0 0,0 0 0 0 0,0 0 1 0 0,0 0-1 0 0,0 0 0 0 0,-1 0 0 0 0,1 0 0 0 0,0 0 1 0 0,0-1-1 0 0,-1 1 0 0 0,1 0 0 0 0,-1 0 1 0 0,1 0-1 0 0,-1-1 0 0 0,1 1 0 0 0,-1 0 0 0 0,1-1 1 0 0,-1 1-1 0 0,0 0 0 0 0,1-1 0 0 0,-1 1 1 0 0,0-1-1 0 0,0 1 0 0 0,-34 19 2041 0 0,16-10-1424 0 0,17-8-613 0 0,-1 0 1 0 0,0 0-1 0 0,1 0 0 0 0,0 0 1 0 0,-1 1-1 0 0,1-1 0 0 0,0 0 1 0 0,0 1-1 0 0,0 0 0 0 0,0 0 1 0 0,1-1-1 0 0,-1 1 0 0 0,1 0 1 0 0,0 0-1 0 0,-2 5 0 0 0,3-1 142 0 0,-1 0 0 0 0,1 0-1 0 0,0 0 1 0 0,1 0 0 0 0,0 0-1 0 0,2 8 1 0 0,1 22-36 0 0,0-1 1 0 0,-4 64-1 0 0,-15 76-165 0 0,1-4 23 0 0,11-3 350 0 0,25 213 0 0 0,-8-206-218 0 0,5 48 117 0 0,-19-222-263 0 0,1 1 0 0 0,-1-1-1 0 0,0 1 1 0 0,0-1 0 0 0,0 1 0 0 0,0-1 0 0 0,-1 1-1 0 0,1-1 1 0 0,-1 3 0 0 0,0-4-126 0 0,1-1 0 0 0,0 1 0 0 0,-1-1 0 0 0,1 1 0 0 0,0-1 0 0 0,-1 1 0 0 0,1-1 1 0 0,-1 0-1 0 0,1 1 0 0 0,-1-1 0 0 0,1 0 0 0 0,-1 0 0 0 0,1 1 0 0 0,-1-1 0 0 0,1 0 0 0 0,-1 0 1 0 0,1 1-1 0 0,-1-1 0 0 0,1 0 0 0 0,-1 0 0 0 0,0 0 0 0 0,1 0 0 0 0,-1 0 0 0 0,1 0 0 0 0,-1 0 0 0 0,1 0 1 0 0,-1 0-1 0 0,0 0 0 0 0,1-1 0 0 0,-1 1 0 0 0,1 0 0 0 0,-1 0 0 0 0,1 0 0 0 0,-1-1 0 0 0,1 1 0 0 0,-1 0 1 0 0,1-1-1 0 0,-1 1 0 0 0,1 0 0 0 0,-1-1 0 0 0</inkml:trace>
</inkml:ink>
</file>

<file path=ppt/ink/ink2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6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4609 0 0,'-9'10'9026'0'0,"4"-8"-8809"0"0,-2 1 82 0 0,0 0 0 0 0,-1-1 0 0 0,1 0 0 0 0,-9 1 0 0 0,9 7 2303 0 0,2 13-2796 0 0,5-23 307 0 0,-9 42 52 0 0,3 0 1 0 0,-4 81 0 0 0,16 83-32 0 0,0-33 131 0 0,-6-140-231 0 0,14 491 583 0 0,0-104 524 0 0,-14-390-805 0 0,-7 52 0 0 0,5-71-285 0 0,0 0 0 0 0,-1 0 0 0 0,0 0 0 0 0,-1 0 0 0 0,0 0 1 0 0,-1-1-1 0 0,-11 18 0 0 0,13-26-358 0 0,3-10 10 0 0,3-11-5324 0 0</inkml:trace>
</inkml:ink>
</file>

<file path=ppt/ink/ink2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7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7802 0 0,'-1'0'75'0'0,"0"0"0"0"0,0 0 1 0 0,0 0-1 0 0,0 1 1 0 0,0-1-1 0 0,0 0 0 0 0,0 0 1 0 0,0 1-1 0 0,0-1 0 0 0,1 0 1 0 0,-1 1-1 0 0,0-1 1 0 0,0 1-1 0 0,0-1 0 0 0,1 1 1 0 0,-1-1-1 0 0,0 1 0 0 0,1-1 1 0 0,-2 2-1 0 0,13 6 751 0 0,37 4-374 0 0,-41-11-437 0 0,24 6 1267 0 0,52 17-1 0 0,-72-19-1003 0 0,1 0 0 0 0,-1 0 0 0 0,0 1 1 0 0,0 0-1 0 0,-1 1 0 0 0,0 0 0 0 0,15 15 0 0 0,-24-21-322 0 0,0 0 1 0 0,0 0-1 0 0,-1 1 1 0 0,1-1-1 0 0,0 0 1 0 0,-1 1-1 0 0,1-1 1 0 0,-1 0-1 0 0,1 1 1 0 0,-1-1-1 0 0,0 0 1 0 0,1 1-1 0 0,-1-1 0 0 0,0 1 1 0 0,0-1-1 0 0,0 1 1 0 0,0-1-1 0 0,0 1 1 0 0,-1-1-1 0 0,1 0 1 0 0,0 1-1 0 0,-1-1 1 0 0,1 1-1 0 0,0-1 1 0 0,-1 0-1 0 0,0 1 1 0 0,1-1-1 0 0,-1 0 0 0 0,0 0 1 0 0,0 1-1 0 0,0-1 1 0 0,0 0-1 0 0,0 0 1 0 0,0 0-1 0 0,0 0 1 0 0,-1 1-1 0 0,-8 7-140 0 0,0 0 1 0 0,0 0-1 0 0,-13 7 0 0 0,9-5 341 0 0,-32 21-95 0 0,0-2-1 0 0,-64 30 0 0 0,19-11 224 0 0,91-49-282 0 0,0 1 0 0 0,0-1 1 0 0,0 0-1 0 0,0 0 0 0 0,0 0 1 0 0,1 0-1 0 0,-1 0 1 0 0,0 0-1 0 0,0 0 0 0 0,0 0 1 0 0,0 1-1 0 0,0-1 1 0 0,0 0-1 0 0,0 0 0 0 0,0 0 1 0 0,0 0-1 0 0,0 0 0 0 0,0 0 1 0 0,0 1-1 0 0,0-1 1 0 0,0 0-1 0 0,0 0 0 0 0,1 0 1 0 0,-1 0-1 0 0,-1 0 0 0 0,1 1 1 0 0,0-1-1 0 0,0 0 1 0 0,0 0-1 0 0,0 0 0 0 0,0 0 1 0 0,0 0-1 0 0,0 1 0 0 0,0-1 1 0 0,0 0-1 0 0,0 0 1 0 0,0 0-1 0 0,0 0 0 0 0,0 0 1 0 0,0 0-1 0 0,0 1 1 0 0,0-1-1 0 0,-1 0 0 0 0,1 0 1 0 0,0 0-1 0 0,0 0 0 0 0,0 0 1 0 0,0 0-1 0 0,0 0 1 0 0,0 0-1 0 0,-1 0 0 0 0,1 0 1 0 0,0 0-1 0 0,0 0 0 0 0,0 1 1 0 0,0-1-1 0 0,0 0 1 0 0,-1 0-1 0 0,1 0 0 0 0,0 0 1 0 0,0 0-1 0 0,20 0 118 0 0,24-6 58 0 0,286-33 2515 0 0,-324 38-2626 0 0,-3 1-45 0 0,0-1 0 0 0,-1 1-1 0 0,1 0 1 0 0,0 0 0 0 0,0 0 0 0 0,0 0 0 0 0,0 0 0 0 0,-1 1 0 0 0,1-1-1 0 0,0 1 1 0 0,0 0 0 0 0,-1 0 0 0 0,1 0 0 0 0,4 2 0 0 0,-8 0-38 0 0,0-1 1 0 0,0 1 0 0 0,-1-1-1 0 0,1 1 1 0 0,-1-1-1 0 0,1 0 1 0 0,-1 0 0 0 0,0 0-1 0 0,0 0 1 0 0,-3 3 0 0 0,4-5-15 0 0,-73 68-1874 0 0,-24 25-583 0 0,-6 13 1571 0 0,103-106 902 0 0,1 0-1 0 0,0 1 0 0 0,-1-1 1 0 0,1 0-1 0 0,0 1 1 0 0,-1-1-1 0 0,1 0 0 0 0,0 1 1 0 0,-1-1-1 0 0,1 0 1 0 0,0 1-1 0 0,0-1 0 0 0,0 1 1 0 0,-1-1-1 0 0,1 0 1 0 0,0 1-1 0 0,0-1 0 0 0,0 1 1 0 0,0-1-1 0 0,0 0 1 0 0,0 1-1 0 0,0-1 0 0 0,0 1 1 0 0,0-1-1 0 0,0 1 1 0 0,0-1-1 0 0,0 1 0 0 0,0-1 1 0 0,0 0-1 0 0,0 1 1 0 0,0-1-1 0 0,0 1 0 0 0,1-1 1 0 0,-1 1-1 0 0,0-1 1 0 0,1 1-1 0 0,17 8-532 0 0,26-4 114 0 0,-25-6 469 0 0,2 1 147 0 0,0 0-1 0 0,0 2 1 0 0,23 3 0 0 0,-40-4-146 0 0,1 0 0 0 0,-1 0 0 0 0,0 0 0 0 0,1 1 0 0 0,-1-1 0 0 0,0 1 0 0 0,0 0 0 0 0,0 0 0 0 0,0 1 0 0 0,0-1 0 0 0,0 1 0 0 0,0 0 0 0 0,-1 0 0 0 0,0 0 0 0 0,1 0 0 0 0,-1 1 0 0 0,-1-1 0 0 0,1 1 0 0 0,0 0 0 0 0,2 4 1 0 0,-5-6-24 0 0,1 0 1 0 0,-1 0-1 0 0,0 1 1 0 0,0-1-1 0 0,0 0 1 0 0,0 0-1 0 0,0 0 1 0 0,0 0-1 0 0,-1 1 1 0 0,1-1-1 0 0,-1 0 1 0 0,1 0-1 0 0,-1 0 1 0 0,0 0 0 0 0,0 0-1 0 0,0 0 1 0 0,0 0-1 0 0,0 0 1 0 0,0-1-1 0 0,0 1 1 0 0,-1 0-1 0 0,1-1 1 0 0,-1 1-1 0 0,1-1 1 0 0,-4 3-1 0 0,-3 3-12 0 0,1 0-1 0 0,-2-1 1 0 0,1 0-1 0 0,-10 4 1 0 0,-21 13 84 0 0,23-13-198 0 0,-1-1-1 0 0,0 0 0 0 0,0-1 1 0 0,-23 7-1 0 0,58-34-5047 0 0,23 9 7736 0 0,-39 9-2323 0 0,-1 1-1 0 0,1 0 0 0 0,-1-1 1 0 0,1 1-1 0 0,-1 0 1 0 0,1 0-1 0 0,0 0 1 0 0,-1 0-1 0 0,1 0 1 0 0,-1 1-1 0 0,1-1 0 0 0,-1 0 1 0 0,1 1-1 0 0,-1-1 1 0 0,1 1-1 0 0,-1-1 1 0 0,0 1-1 0 0,1 0 0 0 0,-1-1 1 0 0,0 1-1 0 0,1 0 1 0 0,-1 0-1 0 0,0 0 1 0 0,2 2-1 0 0,-3 1-46 0 0,0-1 0 0 0,0 1-1 0 0,0 0 1 0 0,0 0 0 0 0,-1 0 0 0 0,1 0 0 0 0,-1 0-1 0 0,0 0 1 0 0,0 0 0 0 0,0-1 0 0 0,-4 7 0 0 0,-1 10 341 0 0,3 3-274 0 0,1 0 0 0 0,1 1-1 0 0,1 0 1 0 0,1-1 0 0 0,6 34 0 0 0,0 8-141 0 0,-14 443 1277 0 0,-38-82-198 0 0,33-327-945 0 0,8-73-481 0 0,1-5-132 0 0,0-1 1 0 0,1 1 0 0 0,1 0 0 0 0,1-1-1 0 0,5 37 1 0 0,1-43-1739 0 0,-1-9 1013 0 0</inkml:trace>
</inkml:ink>
</file>

<file path=ppt/ink/ink2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9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75 2761 0 0,'1'-11'-127'0'0,"-3"-28"-944"0"0,-9 14 9938 0 0,6 33-6841 0 0,-3 14-1678 0 0,7-20-204 0 0,-1 9 121 0 0,1-1-1 0 0,0 0 1 0 0,1 0-1 0 0,1 15 1 0 0,0 11 1121 0 0,-21 233 82 0 0,-3 129-1429 0 0,32-193 482 0 0,-3-113-110 0 0,-5 104 1 0 0,-4-173-378 0 0,2 0 1 0 0,0 1-1 0 0,2-1 0 0 0,0 1 0 0 0,2-1 1 0 0,10 43-1 0 0,-14-64-79 0 0</inkml:trace>
</inkml:ink>
</file>

<file path=ppt/ink/ink2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0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1 4609 0 0,'-69'32'1434'0'0,"44"-22"-402"0"0,0 1 0 0 0,1 1 0 0 0,1 1 0 0 0,-38 28-1 0 0,61-41-1014 0 0,0 0 0 0 0,0 0 0 0 0,-1 0 0 0 0,1 0 0 0 0,0 0 1 0 0,-1 1-1 0 0,1-1 0 0 0,0 0 0 0 0,0 0 0 0 0,-1 0 0 0 0,1 1 0 0 0,0-1 0 0 0,0 0 0 0 0,-1 0 0 0 0,1 1 0 0 0,0-1 0 0 0,0 0 0 0 0,0 0 0 0 0,0 1 0 0 0,-1-1 0 0 0,1 0 0 0 0,0 1 0 0 0,0-1 0 0 0,0 0 0 0 0,0 1 0 0 0,0-1 0 0 0,0 0 0 0 0,0 1 0 0 0,0-1 0 0 0,0 0 0 0 0,0 0 0 0 0,0 1 0 0 0,0-1 0 0 0,0 0 0 0 0,0 1 0 0 0,0-1 0 0 0,0 0 0 0 0,0 1 0 0 0,1-1 0 0 0,-1 0 0 0 0,0 1 0 0 0,17 2 263 0 0,37-7-338 0 0,-42 3 44 0 0,65-8 155 0 0,-41 4 553 0 0,1 2 0 0 0,0 1 1 0 0,62 5-1 0 0,-96-3-597 0 0,1 0-1 0 0,-1 1 1 0 0,0 0-1 0 0,1 0 1 0 0,-1 0-1 0 0,0 0 1 0 0,0 0-1 0 0,0 0 1 0 0,6 4-1 0 0,-9-4-99 0 0,1-1-1 0 0,-1 1 0 0 0,1-1 1 0 0,-1 0-1 0 0,0 1 0 0 0,1-1 1 0 0,-1 1-1 0 0,0-1 0 0 0,1 1 1 0 0,-1-1-1 0 0,0 1 1 0 0,0 0-1 0 0,1-1 0 0 0,-1 1 1 0 0,0-1-1 0 0,0 1 0 0 0,0-1 1 0 0,0 1-1 0 0,0 0 0 0 0,0-1 1 0 0,0 1-1 0 0,0 0 0 0 0,-1 1-51 0 0,1-1 0 0 0,-1 1-1 0 0,1-1 1 0 0,-1 1-1 0 0,0-1 1 0 0,0 1-1 0 0,0-1 1 0 0,1 0 0 0 0,-1 1-1 0 0,-1-1 1 0 0,-1 2-1 0 0,-70 59-1235 0 0,52-46 1236 0 0,1 1 0 0 0,1 1-1 0 0,-18 20 1 0 0,35-36 57 0 0,0 0 1 0 0,1 0-1 0 0,-1 0 1 0 0,1 0-1 0 0,0 0 1 0 0,-1 0-1 0 0,1 0 1 0 0,0 1-1 0 0,0-1 1 0 0,1 0-1 0 0,-1 1 1 0 0,0-1-1 0 0,0 5 1 0 0,1-7-10 0 0,0 1 1 0 0,0 0-1 0 0,1-1 0 0 0,-1 1 1 0 0,0-1-1 0 0,0 1 1 0 0,0-1-1 0 0,1 1 0 0 0,-1 0 1 0 0,0-1-1 0 0,1 1 1 0 0,-1-1-1 0 0,0 1 0 0 0,1-1 1 0 0,-1 0-1 0 0,0 1 1 0 0,1-1-1 0 0,-1 1 0 0 0,1-1 1 0 0,-1 0-1 0 0,2 1 1 0 0,21 3 124 0 0,15-5-350 0 0,43-9 0 0 0,-43 5-160 0 0,43-1 0 0 0,-80 6 409 0 0,-1 0-1 0 0,0 0 1 0 0,1 0 0 0 0,-1 0 0 0 0,0 0 0 0 0,1 0 0 0 0,-1 0-1 0 0,0 0 1 0 0,1 0 0 0 0,-1 0 0 0 0,0 0 0 0 0,1 0 0 0 0,-1 0-1 0 0,0 0 1 0 0,0 0 0 0 0,1 0 0 0 0,-1 1 0 0 0,0-1 0 0 0,1 0-1 0 0,-1 0 1 0 0,0 0 0 0 0,0 0 0 0 0,1 1 0 0 0,-1-1 0 0 0,0 0-1 0 0,0 0 1 0 0,1 1 0 0 0,-1-1 0 0 0,0 0 0 0 0,0 0 0 0 0,0 1-1 0 0,1-1 1 0 0,-1 0 0 0 0,0 0 0 0 0,0 1 0 0 0,0-1 0 0 0,0 0-1 0 0,0 1 1 0 0,-7 13 364 0 0,-20 12-68 0 0,25-24-287 0 0,-159 120 286 0 0,108-86-288 0 0,-92 84 0 0 0,142-116-25 0 0,-1-1-1 0 0,1 1 1 0 0,0 0 0 0 0,0 0 0 0 0,1 0-1 0 0,-1 0 1 0 0,1 0 0 0 0,0 0-1 0 0,-2 7 1 0 0,3-10 9 0 0,1 0-1 0 0,0 0 0 0 0,0 0 1 0 0,0 0-1 0 0,0 0 0 0 0,0 0 1 0 0,0 0-1 0 0,0 0 0 0 0,0 0 1 0 0,0 0-1 0 0,0 0 0 0 0,0 0 1 0 0,1 0-1 0 0,-1 0 0 0 0,0 0 1 0 0,1 0-1 0 0,-1-1 1 0 0,1 1-1 0 0,0 1 0 0 0,0-1 25 0 0,0 1 1 0 0,1-1-1 0 0,-1 0 0 0 0,0 0 0 0 0,1-1 0 0 0,-1 1 1 0 0,1 0-1 0 0,-1 0 0 0 0,1-1 0 0 0,-1 1 1 0 0,1-1-1 0 0,0 1 0 0 0,-1-1 0 0 0,1 0 0 0 0,2 1 1 0 0,20 0 405 0 0,-1-1 0 0 0,1 0 0 0 0,-1-2 0 0 0,46-9 0 0 0,-35 5-142 0 0,41-2-1 0 0,-48 6-200 0 0,26-1 22 0 0,-49 3-103 0 0,-1 0 0 0 0,1 0 0 0 0,0 0 0 0 0,-1 1 0 0 0,1 0 0 0 0,-1 0 0 0 0,1 0 0 0 0,-1 0 0 0 0,1 0 0 0 0,4 3 0 0 0,-8-4-25 0 0,1 1-1 0 0,0 0 1 0 0,-1-1 0 0 0,1 1-1 0 0,-1 0 1 0 0,1 0 0 0 0,-1-1 0 0 0,1 1-1 0 0,-1 0 1 0 0,0 0 0 0 0,1 0-1 0 0,-1 0 1 0 0,0-1 0 0 0,0 1 0 0 0,1 0-1 0 0,-1 0 1 0 0,0 0 0 0 0,0 0-1 0 0,0 0 1 0 0,0 0 0 0 0,0 0 0 0 0,0-1-1 0 0,-1 1 1 0 0,1 0 0 0 0,0 0 0 0 0,0 0-1 0 0,-1 0 1 0 0,1 0 0 0 0,0-1-1 0 0,-1 1 1 0 0,1 0 0 0 0,-1 0 0 0 0,1-1-1 0 0,-1 1 1 0 0,1 0 0 0 0,-2 1-1 0 0,-24 29-545 0 0,21-26 496 0 0,-33 35-642 0 0,-2-1 1 0 0,-1-2-1 0 0,-78 53 1 0 0,98-79 667 0 0,21-11-110 0 0,-1 0-1 0 0,1 1 0 0 0,-1-1 1 0 0,1 0-1 0 0,-1 0 1 0 0,1 1-1 0 0,-1-1 1 0 0,1 0-1 0 0,-1 0 1 0 0,0 0-1 0 0,1 0 1 0 0,-1 0-1 0 0,1 0 1 0 0,-1 0-1 0 0,1 0 1 0 0,-1 0-1 0 0,0 0 1 0 0,1 0-1 0 0,-1 0 1 0 0,1 0-1 0 0,-1-1 1 0 0,1 1-1 0 0,-1 0 1 0 0,1 0-1 0 0,-1 0 1 0 0,1-1-1 0 0,-1 1 1 0 0,1 0-1 0 0,-1-1 1 0 0,1 1-1 0 0,0 0 1 0 0,-1-1-1 0 0,1 1 1 0 0,-1-1-1 0 0,1 1 1 0 0,-1-1-1 0 0</inkml:trace>
</inkml:ink>
</file>

<file path=ppt/ink/ink2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1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6 6913 0 0,'12'-4'3890'0'0,"-12"4"-3898"0"0,0 0 1 0 0,0 0-1 0 0,0-1 1 0 0,1 1-1 0 0,-1 0 0 0 0,0 0 1 0 0,0 0-1 0 0,1 0 1 0 0,-1 0-1 0 0,0 0 0 0 0,0 0 1 0 0,1 0-1 0 0,-1-1 1 0 0,0 1-1 0 0,0 0 0 0 0,1 0 1 0 0,-1 0-1 0 0,0 0 1 0 0,1 1-1 0 0,-1-1 0 0 0,0 0 1 0 0,0 0-1 0 0,1 0 1 0 0,-1 0-1 0 0,0 0 0 0 0,0 0 1 0 0,1 0-1 0 0,-1 0 1 0 0,0 0-1 0 0,0 1 0 0 0,1-1 1 0 0,-1 0-1 0 0,0 0 1 0 0,0 0-1 0 0,0 0 0 0 0,0 1 1 0 0,1-1-1 0 0,-1 0 1 0 0,0 0-1 0 0,0 1 0 0 0,0-1 1 0 0,0 0-1 0 0,0 0 1 0 0,1 1-1 0 0,-1-1 0 0 0,0 0 1 0 0,0 1-1 0 0,-9 37 2050 0 0,-19 53 0 0 0,14-53-861 0 0,-15 75 0 0 0,21-48-1036 0 0,2 0-1 0 0,3 0 1 0 0,3 1 0 0 0,3-1 0 0 0,3 0 0 0 0,2 0 0 0 0,4-1 0 0 0,26 86 0 0 0,-19-75 100 0 0,-3 0 0 0 0,10 113 0 0 0,-13 157 1260 0 0,-15-311-1369 0 0,-2 0 0 0 0,-1 0 0 0 0,-2-1 0 0 0,-1 1 1 0 0,-16 38-1 0 0,22-69-1260 0 0</inkml:trace>
</inkml:ink>
</file>

<file path=ppt/ink/ink2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7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2 309 11058 0 0,'0'0'46'0'0,"0"0"-1"0"0,0 0 1 0 0,0 0-1 0 0,0 0 1 0 0,0-1-1 0 0,-1 1 1 0 0,1 0-1 0 0,0 0 1 0 0,0 0-1 0 0,0 0 1 0 0,0 0-1 0 0,0 0 1 0 0,0-1-1 0 0,0 1 1 0 0,0 0-1 0 0,0 0 1 0 0,0 0-1 0 0,0 0 1 0 0,0 0-1 0 0,0-1 1 0 0,0 1-1 0 0,0 0 1 0 0,0 0-1 0 0,0 0 1 0 0,0 0-1 0 0,0-1 1 0 0,0 1-1 0 0,0 0 1 0 0,0 0-1 0 0,0 0 1 0 0,0 0-1 0 0,0 0 1 0 0,0-1-1 0 0,0 1 1 0 0,0 0-1 0 0,0 0 1 0 0,1 0-1 0 0,-1 0 1 0 0,0 0-1 0 0,0 0 1 0 0,0 0-1 0 0,0-1 1 0 0,0 1-1 0 0,0 0 1 0 0,0 0-1 0 0,1 0 1 0 0,10-9 457 0 0,14-4-536 0 0,10 4-29 0 0,-1 3-1 0 0,1 0 1 0 0,0 3-1 0 0,68 0 1 0 0,-50 2 991 0 0,221 8 1095 0 0,-161-1-1816 0 0,160-12 1 0 0,-235 0-434 0 0,0-1 0 0 0,42-15 0 0 0,-74 20 102 0 0,11 0-748 0 0,-9 2 100 0 0,-7 4-236 0 0,-6-7 597 0 0,3 2 429 0 0,0 0 1 0 0,0-1-1 0 0,0 0 0 0 0,1 1 0 0 0,-1-1 0 0 0,1 0 1 0 0,-1 0-1 0 0,1 0 0 0 0,-1 0 0 0 0,1 0 1 0 0,0 0-1 0 0,0 0 0 0 0,0 0 0 0 0,0 0 0 0 0,0-1 1 0 0,1 1-1 0 0,-1 0 0 0 0,1 0 0 0 0,-1-1 0 0 0,1 1 1 0 0,0-1-1 0 0,0 1 0 0 0,0 0 0 0 0,0-1 1 0 0,1 1-1 0 0,-1 0 0 0 0,0-1 0 0 0,1 1 0 0 0,0 0 1 0 0,0-1-1 0 0,-1 1 0 0 0,1 0 0 0 0,3-4 1 0 0,0-2 5 0 0,0 1 0 0 0,0 0 0 0 0,1-1 0 0 0,0 2 1 0 0,0-1-1 0 0,1 1 0 0 0,0-1 0 0 0,0 2 0 0 0,0-1 1 0 0,1 1-1 0 0,8-6 0 0 0,-12 9-22 0 0,0 0-1 0 0,0 1 1 0 0,0-1 0 0 0,0 1 0 0 0,0 0 0 0 0,0 0-1 0 0,1 0 1 0 0,-1 0 0 0 0,0 0 0 0 0,1 1-1 0 0,-1 0 1 0 0,0-1 0 0 0,1 1 0 0 0,-1 0-1 0 0,0 1 1 0 0,1-1 0 0 0,-1 1 0 0 0,0-1-1 0 0,1 1 1 0 0,-1 0 0 0 0,0 0 0 0 0,0 0 0 0 0,0 1-1 0 0,0-1 1 0 0,0 1 0 0 0,0 0 0 0 0,0 0-1 0 0,0 0 1 0 0,-1 0 0 0 0,5 4 0 0 0,3 6 314 0 0,-1 0 1 0 0,0 0 0 0 0,0 1 0 0 0,-1 0 0 0 0,-1 1-1 0 0,9 23 1 0 0,21 37 184 0 0,-36-73-472 0 0,-1 0 0 0 0,1 0 0 0 0,0 0 1 0 0,-1 0-1 0 0,1 0 0 0 0,0 0 1 0 0,0 0-1 0 0,0 0 0 0 0,0 0 0 0 0,0 0 1 0 0,0-1-1 0 0,0 1 0 0 0,0 0 1 0 0,0-1-1 0 0,0 1 0 0 0,0-1 0 0 0,0 1 1 0 0,0-1-1 0 0,1 1 0 0 0,-1-1 1 0 0,0 0-1 0 0,0 0 0 0 0,0 1 0 0 0,1-1 1 0 0,0 0-1 0 0,1-1 4 0 0,-1 1 0 0 0,0-1 0 0 0,0 0 0 0 0,0 0 0 0 0,0 0 0 0 0,1 0 1 0 0,-1 0-1 0 0,-1 0 0 0 0,1 0 0 0 0,0-1 0 0 0,0 1 0 0 0,2-4 0 0 0,3-2 0 0 0,-1 0 1 0 0,0-1-1 0 0,0 0 0 0 0,-1 0 1 0 0,6-14-1 0 0,14-44-476 0 0,-19 48 106 0 0,0 0-1 0 0,1 1 0 0 0,1 0 1 0 0,17-28-1 0 0,-24 44 292 0 0,0-1 0 0 0,0 1-1 0 0,0-1 1 0 0,0 1-1 0 0,0 0 1 0 0,1 0-1 0 0,-1-1 1 0 0,0 1 0 0 0,1 0-1 0 0,-1 0 1 0 0,0 0-1 0 0,1 0 1 0 0,-1 0-1 0 0,1 1 1 0 0,0-1 0 0 0,-1 0-1 0 0,1 1 1 0 0,-1-1-1 0 0,1 1 1 0 0,0 0-1 0 0,-1-1 1 0 0,4 1 0 0 0,-3 1 24 0 0,0-1 0 0 0,0 1 1 0 0,1 0-1 0 0,-1 0 1 0 0,0-1-1 0 0,0 1 0 0 0,-1 1 1 0 0,1-1-1 0 0,0 0 1 0 0,0 0-1 0 0,0 1 0 0 0,-1-1 1 0 0,1 1-1 0 0,-1-1 1 0 0,2 3-1 0 0,4 6 70 0 0,0-1 0 0 0,-1 1 1 0 0,-1 0-1 0 0,0 1 0 0 0,6 15 1 0 0,33 114 420 0 0,13 34 562 0 0,-57-172-962 0 0,1 0-1 0 0,0 0 0 0 0,0 0 0 0 0,-1 0 0 0 0,1 0 0 0 0,0 0 0 0 0,1 0 0 0 0,-1 0 1 0 0,0-1-1 0 0,0 1 0 0 0,1 0 0 0 0,-1-1 0 0 0,1 1 0 0 0,-1-1 0 0 0,1 1 0 0 0,0-1 1 0 0,0 0-1 0 0,0 0 0 0 0,-1 0 0 0 0,1 0 0 0 0,0 0 0 0 0,0 0 0 0 0,0 0 0 0 0,0-1 0 0 0,1 1 1 0 0,-1-1-1 0 0,3 1 0 0 0,-1-2-42 0 0,0 1 1 0 0,-1-1-1 0 0,1 0 0 0 0,0-1 1 0 0,-1 1-1 0 0,1 0 1 0 0,-1-1-1 0 0,1 0 0 0 0,-1 0 1 0 0,0 0-1 0 0,0 0 1 0 0,0 0-1 0 0,0-1 1 0 0,0 0-1 0 0,3-2 0 0 0,1-4-176 0 0,1 0 0 0 0,-1 0 0 0 0,-1-1 0 0 0,1 0 0 0 0,-2 0-1 0 0,8-16 1 0 0,21-71-924 0 0,-8 20 546 0 0,-22 67 454 0 0,1-4 49 0 0,1-1 0 0 0,0 1 0 0 0,1 0 0 0 0,0 1 0 0 0,1 0 0 0 0,1 0-1 0 0,0 0 1 0 0,16-16 0 0 0,-24 29 18 0 0,0-1 0 0 0,-1 0-1 0 0,1 0 1 0 0,0 1 0 0 0,1-1-1 0 0,-1 0 1 0 0,0 1-1 0 0,0-1 1 0 0,0 1 0 0 0,0-1-1 0 0,0 1 1 0 0,1 0 0 0 0,-1-1-1 0 0,0 1 1 0 0,0 0-1 0 0,1 0 1 0 0,-1 0 0 0 0,0 0-1 0 0,0 0 1 0 0,0 0 0 0 0,1 0-1 0 0,-1 0 1 0 0,0 1-1 0 0,0-1 1 0 0,1 0 0 0 0,-1 1-1 0 0,0-1 1 0 0,0 1 0 0 0,0 0-1 0 0,0-1 1 0 0,0 1-1 0 0,0 0 1 0 0,0-1 0 0 0,0 1-1 0 0,0 0 1 0 0,0 0 0 0 0,0 0-1 0 0,-1 0 1 0 0,1 0 0 0 0,0 0-1 0 0,0 0 1 0 0,-1 0-1 0 0,1 0 1 0 0,-1 0 0 0 0,1 2-1 0 0,5 8-68 0 0,-2 0-1 0 0,1 0 1 0 0,4 21 0 0 0,-7-22 61 0 0,24 106-134 0 0,-22-86 269 0 0,2 0 0 0 0,1 0-1 0 0,1-1 1 0 0,2 0 0 0 0,23 49-1 0 0,-33-77-69 0 0,1 0-1 0 0,-1 0 0 0 0,1-1 0 0 0,-1 1 1 0 0,1 0-1 0 0,-1 0 0 0 0,1-1 0 0 0,-1 1 0 0 0,1 0 1 0 0,0 0-1 0 0,-1-1 0 0 0,1 1 0 0 0,0-1 1 0 0,-1 1-1 0 0,1-1 0 0 0,0 1 0 0 0,0-1 1 0 0,0 1-1 0 0,0-1 0 0 0,-1 0 0 0 0,1 1 0 0 0,0-1 1 0 0,0 0-1 0 0,0 0 0 0 0,0 0 0 0 0,0 0 1 0 0,1 1-1 0 0,-1-2 11 0 0,1 0 1 0 0,-1 1-1 0 0,1-1 0 0 0,-1 0 1 0 0,0 0-1 0 0,1 1 0 0 0,-1-1 1 0 0,0 0-1 0 0,0 0 1 0 0,0-1-1 0 0,0 1 0 0 0,0 0 1 0 0,0 0-1 0 0,2-3 0 0 0,3-6-100 0 0,-1-1 0 0 0,1 1 0 0 0,3-15 0 0 0,-8 22-93 0 0,22-71-1870 0 0,-9 27-3094 0 0,-5 23 457 0 0</inkml:trace>
</inkml:ink>
</file>

<file path=ppt/ink/ink2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8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61 203 1840 0 0,'-6'4'-998'0'0,"3"-3"1514"0"0,1 1 0 0 0,0 0 0 0 0,-1 0 0 0 0,1-1 0 0 0,-1 0 0 0 0,1 1-1 0 0,-1-1 1 0 0,0 0 0 0 0,1 0 0 0 0,-1-1 0 0 0,0 1 0 0 0,0 0 0 0 0,0-1 0 0 0,0 0 0 0 0,0 1 0 0 0,-4-2 0 0 0,6 1-500 0 0,1 0 1 0 0,0 0 0 0 0,0 0-1 0 0,0 0 1 0 0,-1 0-1 0 0,1-1 1 0 0,0 1 0 0 0,0 0-1 0 0,0 0 1 0 0,-1 0 0 0 0,1-1-1 0 0,0 1 1 0 0,0 0 0 0 0,0 0-1 0 0,0 0 1 0 0,0-1-1 0 0,-1 1 1 0 0,1 0 0 0 0,0 0-1 0 0,0-1 1 0 0,0 1 0 0 0,0 0-1 0 0,0 0 1 0 0,0-1-1 0 0,0 1 1 0 0,0 0 0 0 0,0 0-1 0 0,0-1 1 0 0,0 1 0 0 0,0 0-1 0 0,0 0 1 0 0,0-1-1 0 0,0 1 1 0 0,0 0 0 0 0,0 0-1 0 0,0-1 1 0 0,1 1 0 0 0,-1 0-1 0 0,0 0 1 0 0,10-12 19 0 0,14-6-321 0 0,-12 13 651 0 0,1 0 1 0 0,-1 1-1 0 0,1 0 0 0 0,-1 1 1 0 0,1 1-1 0 0,15-2 0 0 0,84 0 2064 0 0,-35 2-892 0 0,203-27 379 0 0,96-4-1486 0 0,-225 29 273 0 0,292-46-1 0 0,-242 15-5752 0 0,-195 34 3353 0 0</inkml:trace>
</inkml:ink>
</file>

<file path=ppt/ink/ink2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9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0 330 8754 0 0,'2'5'-4266'0'0,"-1"-3"4371"0"0,-1 0 0 0 0,1-1-1 0 0,0 1 1 0 0,0 0 0 0 0,0 0-1 0 0,1-1 1 0 0,-1 1 0 0 0,0-1-1 0 0,1 1 1 0 0,-1-1 0 0 0,0 0 0 0 0,1 0-1 0 0,0 1 1 0 0,2 1 0 0 0,4-1 728 0 0,-1 0 0 0 0,1 0 1 0 0,0 0-1 0 0,-1-1 0 0 0,12 0 1 0 0,11-1 230 0 0,35-4 1 0 0,-28 1-723 0 0,508-23-1378 0 0,-185 10 1735 0 0,158-10-417 0 0,-506 26-406 0 0,1-1-1 0 0,-1 2 1 0 0,0 0-1 0 0,23 4 1 0 0,-30-3-121 0 0,1 0 0 0 0,-1 0 0 0 0,0 0-1 0 0,1 1 1 0 0,-1 0 0 0 0,0 0 0 0 0,-1 0 0 0 0,1 0 0 0 0,0 1 0 0 0,-1 0-1 0 0,0 0 1 0 0,5 5 0 0 0,-2-1 42 0 0,-5-7 317 0 0,-1 0 0 0 0,0 1-1 0 0,0-1 1 0 0,1 0-1 0 0,-1 1 1 0 0,0-1 0 0 0,0 0-1 0 0,0 1 1 0 0,-1 0-1 0 0,1-1 1 0 0,0 1-1 0 0,0-1 1 0 0,-1 1 0 0 0,1 0-1 0 0,3 5 3010 0 0,-2-11-2794 0 0,106-276 1496 0 0,-106 276-1864 0 0,-1 0-1 0 0,1 1 1 0 0,0 0 0 0 0,0-1 0 0 0,0 1 0 0 0,0 0 0 0 0,1 0 0 0 0,-1 0 0 0 0,4-3 0 0 0,-5 6 29 0 0,-1 0-1 0 0,1-1 1 0 0,-1 1-1 0 0,1 0 0 0 0,-1 0 1 0 0,0-1-1 0 0,1 1 0 0 0,-1 0 1 0 0,1 0-1 0 0,-1 0 0 0 0,1 0 1 0 0,0 0-1 0 0,-1-1 0 0 0,1 1 1 0 0,-1 0-1 0 0,1 0 1 0 0,-1 0-1 0 0,1 0 0 0 0,-1 1 1 0 0,1-1-1 0 0,-1 0 0 0 0,1 0 1 0 0,-1 0-1 0 0,1 0 0 0 0,-1 0 1 0 0,1 1-1 0 0,1 0-1 0 0,-1 0 0 0 0,0 1 0 0 0,0-1-1 0 0,0 0 1 0 0,0 1 0 0 0,0-1 0 0 0,0 0 0 0 0,0 1-1 0 0,-1-1 1 0 0,1 1 0 0 0,0 0 0 0 0,-1-1 0 0 0,1 3-1 0 0,14 67-95 0 0,-12-53 297 0 0,0 0 0 0 0,2 0 0 0 0,11 31 0 0 0,-13-43-56 0 0,0 1 0 0 0,1-1 0 0 0,0 1 0 0 0,0-1 0 0 0,0 0 0 0 0,1 0 0 0 0,0-1 0 0 0,6 6-1 0 0,-10-10-104 0 0,0 0-1 0 0,1 0 0 0 0,-1 0 0 0 0,0 0 0 0 0,1 0 0 0 0,-1 0 0 0 0,1-1 1 0 0,-1 1-1 0 0,1 0 0 0 0,-1-1 0 0 0,1 0 0 0 0,-1 1 0 0 0,1-1 0 0 0,-1 0 1 0 0,1 1-1 0 0,-1-1 0 0 0,1 0 0 0 0,0 0 0 0 0,-1 0 0 0 0,1-1 0 0 0,-1 1 1 0 0,1 0-1 0 0,0-1 0 0 0,-1 1 0 0 0,1-1 0 0 0,-1 1 0 0 0,1-1 0 0 0,-1 0 1 0 0,0 1-1 0 0,1-1 0 0 0,-1 0 0 0 0,0 0 0 0 0,1 0 0 0 0,-1 0 0 0 0,0 0 1 0 0,0 0-1 0 0,0-1 0 0 0,0 1 0 0 0,0 0 0 0 0,0-1 0 0 0,0 1 0 0 0,1-3 1 0 0,13-21-196 0 0,-2-1 1 0 0,0-1-1 0 0,11-37 1 0 0,-12 32 112 0 0,1 1 1 0 0,17-32 0 0 0,-28 60 27 0 0,0 0 0 0 0,-1 0-1 0 0,1 0 1 0 0,0 0-1 0 0,1 0 1 0 0,-1 1-1 0 0,0-1 1 0 0,1 1-1 0 0,-1 0 1 0 0,1 0-1 0 0,0 0 1 0 0,5-3 0 0 0,-7 4 3 0 0,1 1 0 0 0,-1 0 0 0 0,0 0 0 0 0,1 0 0 0 0,-1 0 0 0 0,1 0 0 0 0,-1 0 0 0 0,0 1 0 0 0,1-1 0 0 0,-1 0 0 0 0,0 1 0 0 0,1-1 0 0 0,-1 1 0 0 0,0-1 0 0 0,0 1 1 0 0,0 0-1 0 0,1 0 0 0 0,-1-1 0 0 0,0 1 0 0 0,0 0 0 0 0,0 0 0 0 0,0 0 0 0 0,0 0 0 0 0,0 0 0 0 0,-1 0 0 0 0,1 0 0 0 0,0 1 0 0 0,0-1 0 0 0,-1 0 0 0 0,1 0 0 0 0,-1 1 0 0 0,1 1 1 0 0,8 17 107 0 0,-1 0 0 0 0,-1 0 0 0 0,0 1 0 0 0,3 22 0 0 0,-7-23 83 0 0,2-1 0 0 0,1-1 0 0 0,0 1 0 0 0,1-1-1 0 0,14 26 1 0 0,-18-39-148 0 0,20 30 51 0 0,-21-34-61 0 0,-1 1 0 0 0,0 0 0 0 0,1-1 0 0 0,-1 0 0 0 0,1 1 0 0 0,-1-1 0 0 0,1 0 0 0 0,0 0 1 0 0,-1 1-1 0 0,1-1 0 0 0,0-1 0 0 0,0 1 0 0 0,0 0 0 0 0,0 0 0 0 0,0-1 0 0 0,0 1 0 0 0,2 0 0 0 0,-3-2 6 0 0,0 1-1 0 0,0 0 1 0 0,1-1-1 0 0,-1 1 1 0 0,0-1-1 0 0,0 1 1 0 0,0-1-1 0 0,0 0 1 0 0,0 1-1 0 0,0-1 0 0 0,0 0 1 0 0,0 0-1 0 0,0 0 1 0 0,0 0-1 0 0,0 0 1 0 0,0 0-1 0 0,-1 0 1 0 0,1 0-1 0 0,0 0 1 0 0,-1 0-1 0 0,1-1 1 0 0,13-31 59 0 0,-11 25-57 0 0,23-73-911 0 0,-21 62 346 0 0,0 0 0 0 0,2 1-1 0 0,0-1 1 0 0,0 2 0 0 0,2-1-1 0 0,18-27 1 0 0,-26 43 520 0 0,1-1 0 0 0,0 1-1 0 0,-1 0 1 0 0,1 0 0 0 0,0 0 0 0 0,0 0 0 0 0,1 0 0 0 0,-1 1-1 0 0,0-1 1 0 0,1 1 0 0 0,-1-1 0 0 0,1 1 0 0 0,-1 0-1 0 0,1 0 1 0 0,0 0 0 0 0,-1 0 0 0 0,1 1 0 0 0,0-1 0 0 0,0 1-1 0 0,-1-1 1 0 0,1 1 0 0 0,4 0 0 0 0,-4 1 109 0 0,-1 0-1 0 0,1 0 1 0 0,0 0 0 0 0,-1 0 0 0 0,1 0-1 0 0,0 0 1 0 0,-1 1 0 0 0,0 0 0 0 0,1-1-1 0 0,-1 1 1 0 0,0 0 0 0 0,0 0-1 0 0,0 0 1 0 0,0 0 0 0 0,0 1 0 0 0,0-1-1 0 0,-1 0 1 0 0,1 1 0 0 0,-1 0 0 0 0,1-1-1 0 0,0 5 1 0 0,6 12 552 0 0,-1 1-1 0 0,-1 0 0 0 0,7 41 0 0 0,-6 21-4510 0 0,-7-70-1230 0 0</inkml:trace>
</inkml:ink>
</file>

<file path=ppt/ink/ink2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0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91 5985 0 0,'-1'1'76'0'0,"-31"14"228"0"0,30-14-433 0 0,1 0 0 0 0,-1 0 1 0 0,1 0-1 0 0,-1 0 0 0 0,1 0 1 0 0,0 1-1 0 0,-1-1 0 0 0,1 1 1 0 0,0-1-1 0 0,0 1 0 0 0,0-1 0 0 0,0 1 1 0 0,0-1-1 0 0,0 1 0 0 0,0 0 1 0 0,0 2-1 0 0,1-3 112 0 0,1-1 0 0 0,-1 1 1 0 0,0-1-1 0 0,1 1 0 0 0,-1-1 1 0 0,1 1-1 0 0,-1-1 0 0 0,1 1 0 0 0,-1-1 1 0 0,1 1-1 0 0,-1-1 0 0 0,1 1 1 0 0,-1-1-1 0 0,1 0 0 0 0,-1 1 0 0 0,1-1 1 0 0,0 0-1 0 0,-1 0 0 0 0,1 1 1 0 0,0-1-1 0 0,-1 0 0 0 0,1 0 0 0 0,0 0 1 0 0,-1 0-1 0 0,1 0 0 0 0,0 0 1 0 0,-1 0-1 0 0,2 0 0 0 0,23 1 1194 0 0,-25-1-1132 0 0,39-1 3482 0 0,47-8 0 0 0,40-12-217 0 0,2-1-1880 0 0,282-7-91 0 0,-120 14-766 0 0,-88 3 119 0 0,85-9-1224 0 0,-237 12-4965 0 0,-28 6-224 0 0</inkml:trace>
</inkml:ink>
</file>

<file path=ppt/ink/ink2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1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6913 0 0,'0'0'529'0'0,"31"-2"4074"0"0,-26 2-4473 0 0,-1-1 0 0 0,1 1 0 0 0,0 0 0 0 0,0 0 0 0 0,-1 0 0 0 0,1 1 0 0 0,0-1 0 0 0,-1 1 0 0 0,1 0 0 0 0,-1 1 0 0 0,1-1 0 0 0,-1 1 0 0 0,0 0 0 0 0,1 0 0 0 0,-1 0 0 0 0,0 1 0 0 0,0-1 0 0 0,-1 1 0 0 0,1 0 0 0 0,0 0 0 0 0,-1 0 0 0 0,0 1 0 0 0,0-1 0 0 0,0 1 0 0 0,0 0 0 0 0,0 0 0 0 0,-1 0 0 0 0,1 0 0 0 0,-1 0 0 0 0,-1 0 0 0 0,1 1 0 0 0,0-1 0 0 0,-1 1 0 0 0,0-1 0 0 0,1 6 0 0 0,2 60 1043 0 0,-6 98 0 0 0,0-17-992 0 0,3 16-173 0 0,3 88-27 0 0,1-180 89 0 0,20 104-1 0 0,-15-132-28 0 0,-2-1 0 0 0,-2 2 0 0 0,-2-1 0 0 0,-2 1 0 0 0,-5 50 0 0 0,0-47-434 0 0,1 0 1 0 0,3 0-1 0 0,9 61 1 0 0,-10-111 321 0 0,0-1 0 0 0,0 1 1 0 0,0 0-1 0 0,0 0 0 0 0,0 0 0 0 0,1 0 1 0 0,-1-1-1 0 0,0 1 0 0 0,0 0 1 0 0,1 0-1 0 0,-1 0 0 0 0,1-1 0 0 0,-1 1 1 0 0,1 0-1 0 0,-1-1 0 0 0,1 1 0 0 0,-1 0 1 0 0,1-1-1 0 0,0 1 0 0 0,-1-1 1 0 0,1 1-1 0 0,0-1 0 0 0,-1 1 0 0 0,1-1 1 0 0,0 1-1 0 0,0-1 0 0 0,-1 0 0 0 0,2 1 1 0 0,3-2-740 0 0</inkml:trace>
</inkml:ink>
</file>

<file path=ppt/ink/ink2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7370 0 0,'4'-1'373'0'0,"0"0"-1"0"0,0 0 1 0 0,1 1 0 0 0,-1-1 0 0 0,0 1 0 0 0,1 0 0 0 0,-1 0 0 0 0,5 1 0 0 0,3-1-437 0 0,26-1-1359 0 0,-1 1 0 0 0,40 5 0 0 0,-15 7 3153 0 0,-61-12-1670 0 0,1 0-1 0 0,0 0 1 0 0,-1 0 0 0 0,1 1-1 0 0,0-1 1 0 0,-1 1 0 0 0,1-1-1 0 0,-1 1 1 0 0,1 0-1 0 0,-1 0 1 0 0,1 0 0 0 0,-1-1-1 0 0,0 1 1 0 0,1 1 0 0 0,-1-1-1 0 0,0 0 1 0 0,0 0-1 0 0,0 0 1 0 0,1 1 0 0 0,-2-1-1 0 0,1 0 1 0 0,0 1 0 0 0,0-1-1 0 0,0 1 1 0 0,0-1 0 0 0,-1 1-1 0 0,1 0 1 0 0,-1-1-1 0 0,1 1 1 0 0,-1-1 0 0 0,0 4-1 0 0,0-1-97 0 0,-1 0 0 0 0,0-1 1 0 0,-1 1-1 0 0,1 0 0 0 0,-1 0 0 0 0,1-1 0 0 0,-1 1 0 0 0,0-1 0 0 0,0 1 0 0 0,-1-1 0 0 0,1 0 0 0 0,-5 5 0 0 0,-28 28-531 0 0,-43 35 1 0 0,-3 3 2097 0 0,79-72-1425 0 0,0 0 0 0 0,0 0-1 0 0,0 0 1 0 0,1 0 0 0 0,-1 0 0 0 0,1 0 0 0 0,0 1-1 0 0,-2 4 1 0 0,2-7-61 0 0,1 1 1 0 0,0 0-1 0 0,0 0 0 0 0,0-1 1 0 0,0 1-1 0 0,-1 0 0 0 0,1 0 1 0 0,1 0-1 0 0,-1-1 0 0 0,0 1 0 0 0,0 0 1 0 0,0 0-1 0 0,0-1 0 0 0,0 1 1 0 0,1 0-1 0 0,-1 0 0 0 0,0-1 1 0 0,1 1-1 0 0,-1 0 0 0 0,1 1 1 0 0,1-1-9 0 0,0 1 1 0 0,0 0-1 0 0,1-1 1 0 0,-1 0-1 0 0,0 1 0 0 0,1-1 1 0 0,-1 0-1 0 0,1 0 1 0 0,-1 0-1 0 0,1-1 1 0 0,0 1-1 0 0,-1-1 1 0 0,1 1-1 0 0,-1-1 1 0 0,6 0-1 0 0,13 0 641 0 0,38-4 0 0 0,-40 1-82 0 0,-1 2 0 0 0,35 1 0 0 0,-52 0-579 0 0,0 0-1 0 0,0 0 0 0 0,0 0 1 0 0,0 0-1 0 0,0 0 0 0 0,1 0 1 0 0,-1 1-1 0 0,0-1 1 0 0,0 0-1 0 0,0 1 0 0 0,0-1 1 0 0,0 1-1 0 0,0-1 0 0 0,0 1 1 0 0,0-1-1 0 0,0 1 0 0 0,0 0 1 0 0,0 0-1 0 0,-1-1 1 0 0,1 1-1 0 0,0 0 0 0 0,1 2 1 0 0,-2-2-22 0 0,0 0 0 0 0,0 0 0 0 0,0 0 0 0 0,0 0 0 0 0,0 0 1 0 0,0 0-1 0 0,0 0 0 0 0,0 0 0 0 0,0 0 0 0 0,-1 1 0 0 0,1-1 0 0 0,0 0 1 0 0,-1 0-1 0 0,1 0 0 0 0,-1 0 0 0 0,1 0 0 0 0,-1 0 0 0 0,-1 1 0 0 0,-5 7-44 0 0,0 0-1 0 0,-1-1 1 0 0,-14 12-1 0 0,14-13 270 0 0,-1 1-138 0 0,-1 0 188 0 0,1 1-1 0 0,0 1 1 0 0,-14 17 0 0 0,22-25-242 0 0,-1 0 0 0 0,1 0 1 0 0,0-1-1 0 0,0 1 0 0 0,0 0 1 0 0,0 0-1 0 0,0 0 0 0 0,0 0 1 0 0,1 0-1 0 0,-1 1 0 0 0,1-1 1 0 0,-1 0-1 0 0,1 0 0 0 0,0 0 1 0 0,0 0-1 0 0,0 1 0 0 0,0-1 1 0 0,0 0-1 0 0,0 0 0 0 0,0 0 1 0 0,1 0-1 0 0,0 1 0 0 0,-1-1 1 0 0,1 0-1 0 0,0 0 0 0 0,0 0 1 0 0,0 0-1 0 0,0 0 0 0 0,2 2 1 0 0,1 0-43 0 0,0 0 0 0 0,1-1 0 0 0,0 0 0 0 0,-1 0 0 0 0,1 0 0 0 0,0-1 0 0 0,1 1 0 0 0,-1-1 0 0 0,0 0 0 0 0,1-1 0 0 0,-1 1 0 0 0,1-1 0 0 0,-1 0 0 0 0,1-1-1 0 0,-1 1 1 0 0,8-1 0 0 0,-6 0 0 0 0,0 1 1 0 0,0 0-1 0 0,1 0 0 0 0,-1 0 0 0 0,0 1 0 0 0,0 0 0 0 0,0 1 0 0 0,12 6 0 0 0,-18-9 10 0 0,-1 1-1 0 0,0-1 1 0 0,0 1 0 0 0,0-1 0 0 0,1 1 0 0 0,-1-1 0 0 0,0 1 0 0 0,0-1-1 0 0,0 1 1 0 0,0-1 0 0 0,0 1 0 0 0,0-1 0 0 0,0 1 0 0 0,0-1-1 0 0,0 1 1 0 0,0-1 0 0 0,0 1 0 0 0,-1-1 0 0 0,1 1 0 0 0,0-1 0 0 0,0 0-1 0 0,0 1 1 0 0,-1-1 0 0 0,1 1 0 0 0,0-1 0 0 0,0 1 0 0 0,-1-1 0 0 0,1 0-1 0 0,0 1 1 0 0,-1-1 0 0 0,1 0 0 0 0,-1 1 0 0 0,1-1 0 0 0,0 0 0 0 0,-1 1-1 0 0,1-1 1 0 0,-1 0 0 0 0,1 0 0 0 0,-1 1 0 0 0,-25 18-444 0 0,17-13 353 0 0,8-5 60 0 0,0 0-1 0 0,0-1 0 0 0,0 1 0 0 0,0 0 0 0 0,0 1 0 0 0,0-1 0 0 0,0 0 1 0 0,0 0-1 0 0,0 0 0 0 0,0 0 0 0 0,1 1 0 0 0,-1-1 0 0 0,1 0 0 0 0,-1 1 0 0 0,0 1 1 0 0,1-2-20 0 0,0 0 0 0 0,0-1 0 0 0,0 1 1 0 0,0 0-1 0 0,1-1 0 0 0,-1 1 1 0 0,0-1-1 0 0,0 1 0 0 0,1 0 0 0 0,-1-1 1 0 0,0 1-1 0 0,1-1 0 0 0,-1 1 0 0 0,0-1 1 0 0,1 1-1 0 0,-1-1 0 0 0,1 1 1 0 0,-1-1-1 0 0,1 1 0 0 0,-1-1 0 0 0,1 1 1 0 0,-1-1-1 0 0,2 1 0 0 0,4 2-318 0 0,0-1 0 0 0,0 0-1 0 0,0 0 1 0 0,0 0 0 0 0,10 1-1 0 0,-12-2 347 0 0,16 3 340 0 0,-13-2 265 0 0,1 0-1 0 0,0 0 1 0 0,0-1 0 0 0,-1 0 0 0 0,1-1-1 0 0,0 0 1 0 0,0 0 0 0 0,13-2 0 0 0,-11-4-40 0 0</inkml:trace>
</inkml:ink>
</file>

<file path=ppt/ink/ink2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 11522 0 0,'-1'0'382'0'0,"0"0"-1"0"0,0 0 1 0 0,0 1-1 0 0,0-1 1 0 0,0 0-1 0 0,-7 5 3053 0 0,7-3-3053 0 0,-21 28-3063 0 0,12-16 997 0 0,0 2 2825 0 0,0 0 0 0 0,1 0 0 0 0,1 1 0 0 0,0 0 0 0 0,-6 24 1 0 0,4-14-1149 0 0,4-10 56 0 0,1-1 0 0 0,1 1 0 0 0,1 0 0 0 0,-2 32 0 0 0,4 74 720 0 0,2-68-519 0 0,20 266-223 0 0,26-2 180 0 0,-29-207-158 0 0,-10-39 4 0 0,-4 143 0 0 0,1 11 4 0 0,0-177-897 0 0,4 50-4996 0 0</inkml:trace>
</inkml:ink>
</file>

<file path=ppt/ink/ink2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6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951 1006 3225 0 0,'3'-19'1347'0'0,"-2"18"-1196"0"0,-1-1 1 0 0,1 1 0 0 0,-1-1-1 0 0,0 1 1 0 0,1 0-1 0 0,-1-1 1 0 0,0 1 0 0 0,0-1-1 0 0,0 1 1 0 0,0-1 0 0 0,0 1-1 0 0,-1-3 1 0 0,0 3-41 0 0,0 1 0 0 0,0-1 1 0 0,1 0-1 0 0,-1 1 0 0 0,0-1 0 0 0,0 1 0 0 0,0 0 1 0 0,0-1-1 0 0,0 1 0 0 0,0 0 0 0 0,0-1 0 0 0,0 1 1 0 0,0 0-1 0 0,0 0 0 0 0,0 0 0 0 0,0 0 0 0 0,0 0 0 0 0,0 0 1 0 0,0 0-1 0 0,0 0 0 0 0,0 0 0 0 0,0 1 0 0 0,0-1 1 0 0,1 0-1 0 0,-3 1 0 0 0,0 0 200 0 0,1-1 0 0 0,-1 1 0 0 0,1-1 0 0 0,-1 0 0 0 0,0 0 0 0 0,1 0 0 0 0,-1-1 0 0 0,1 1 0 0 0,-1-1 0 0 0,1 1 0 0 0,-1-1 0 0 0,1 0 0 0 0,-1 0 0 0 0,1 0 0 0 0,0 0 0 0 0,-1 0 1 0 0,1-1-1 0 0,-3-1 0 0 0,-2-4 521 0 0,0 1 1 0 0,1-1 0 0 0,-11-14 0 0 0,12 14-689 0 0,-1 0 0 0 0,1 0 1 0 0,-1 1-1 0 0,0 0 0 0 0,-9-6 0 0 0,-26-18 86 0 0,0-2 0 0 0,2-2 1 0 0,2-1-1 0 0,1-3 0 0 0,2 0 0 0 0,-48-70 0 0 0,5 0 138 0 0,-5 4-1 0 0,-4 4 0 0 0,-122-111 1 0 0,172 185-3177 0 0</inkml:trace>
</inkml:ink>
</file>

<file path=ppt/ink/ink2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7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1845 10 10594 0 0,'0'-1'17'0'0,"0"1"0"0"0,-1-1 0 0 0,1 1 0 0 0,0-1 0 0 0,0 1 1 0 0,0-1-1 0 0,-1 1 0 0 0,1-1 0 0 0,0 1 0 0 0,-1 0 0 0 0,1-1 0 0 0,-1 1 0 0 0,1-1 0 0 0,0 1 0 0 0,-1 0 0 0 0,1-1 0 0 0,-1 1 0 0 0,1 0 0 0 0,-1-1 0 0 0,1 1 0 0 0,-1 0 0 0 0,1 0 0 0 0,-1 0 0 0 0,1 0 0 0 0,-1-1 0 0 0,1 1 0 0 0,-1 0 0 0 0,0 0 0 0 0,1 0 0 0 0,-1 0 1 0 0,1 0-1 0 0,-1 0 0 0 0,1 0 0 0 0,-1 0 0 0 0,1 0 0 0 0,-1 1 0 0 0,1-1 0 0 0,-2 0 0 0 0,-20 6-95 0 0,7 1 71 0 0,1 1 0 0 0,0 1 0 0 0,0 0-1 0 0,1 1 1 0 0,0 0 0 0 0,1 1 0 0 0,-15 17 0 0 0,-72 95 1525 0 0,77-93-1373 0 0,-512 604 1572 0 0,498-593-1714 0 0,-344 342 313 0 0,212-222 348 0 0,-36 22 454 0 0,159-147-1210 0 0,-2-3 0 0 0,-89 47 0 0 0,125-74-1232 0 0</inkml:trace>
</inkml:ink>
</file>

<file path=ppt/ink/ink2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77 210 920 0 0,'1'-1'26'0'0,"0"1"0"0"0,-1 0 0 0 0,1-1-1 0 0,0 1 1 0 0,0 0 0 0 0,0-1 0 0 0,-1 1 0 0 0,1-1-1 0 0,0 1 1 0 0,-1-1 0 0 0,1 1 0 0 0,0-1 0 0 0,-1 0-1 0 0,1 1 1 0 0,-1-1 0 0 0,1 0 0 0 0,-1 1-1 0 0,1-1 1 0 0,-1 0 0 0 0,1 0 0 0 0,-1 0 0 0 0,0 1-1 0 0,1-2 1 0 0,-1 1 46 0 0,-1 0-1 0 0,1 0 0 0 0,0 1 1 0 0,-1-1-1 0 0,1 0 1 0 0,0 1-1 0 0,-1-1 0 0 0,1 1 1 0 0,-1-1-1 0 0,1 1 0 0 0,-1-1 1 0 0,1 1-1 0 0,-1-1 1 0 0,0 1-1 0 0,1-1 0 0 0,-1 1 1 0 0,1-1-1 0 0,-1 1 1 0 0,0 0-1 0 0,-1-1 0 0 0,-2-1 252 0 0,0 1 1 0 0,-1 0-1 0 0,1 0 0 0 0,0 0 0 0 0,-1 0 0 0 0,1 0 1 0 0,-9 1-1 0 0,11 0-305 0 0,0 1 0 0 0,0-1 0 0 0,1 0 0 0 0,-1 0 0 0 0,0 0 0 0 0,0 0 0 0 0,1 0 0 0 0,-1 0 0 0 0,0-1 0 0 0,0 1 0 0 0,1-1 0 0 0,-1 1 0 0 0,0-1 0 0 0,1 0 0 0 0,-3 0 0 0 0,3 0 16 0 0,1 1 1 0 0,-1-1-1 0 0,1 1 0 0 0,-1-1 1 0 0,1 0-1 0 0,-1 1 1 0 0,1-1-1 0 0,0 0 0 0 0,-1 1 1 0 0,1-1-1 0 0,0 0 1 0 0,-1 0-1 0 0,1 1 0 0 0,0-1 1 0 0,0 0-1 0 0,0 0 1 0 0,0 0-1 0 0,0 1 0 0 0,0-1 1 0 0,0 0-1 0 0,0 0 1 0 0,0 1-1 0 0,0-3 0 0 0,1 0 165 0 0,0-1-1 0 0,1 1 0 0 0,-1-1 0 0 0,1 1 0 0 0,0-1 1 0 0,0 1-1 0 0,0 0 0 0 0,0 0 0 0 0,0 0 0 0 0,1 0 1 0 0,-1 0-1 0 0,5-3 0 0 0,7-5 74 0 0,0 2 1 0 0,0 0-1 0 0,1 0 1 0 0,0 1-1 0 0,0 1 1 0 0,1 1-1 0 0,18-6 1 0 0,3 2-111 0 0,0 2 1 0 0,42-5-1 0 0,-63 11-18 0 0,0 0-1 0 0,0 2 0 0 0,0-1 0 0 0,0 2 1 0 0,23 3-1 0 0,-35-3-110 0 0,-1 0 1 0 0,1-1-1 0 0,-1 1 0 0 0,1 1 1 0 0,-1-1-1 0 0,0 0 0 0 0,0 1 0 0 0,0-1 1 0 0,0 1-1 0 0,0 0 0 0 0,0 0 1 0 0,0 0-1 0 0,-1 1 0 0 0,1-1 1 0 0,-1 1-1 0 0,1-1 0 0 0,-1 1 1 0 0,0 0-1 0 0,0 0 0 0 0,0 0 1 0 0,0 0-1 0 0,-1 0 0 0 0,1 0 0 0 0,-1 0 1 0 0,0 1-1 0 0,0-1 0 0 0,0 1 1 0 0,0-1-1 0 0,-1 1 0 0 0,0-1 1 0 0,1 5-1 0 0,-2 9 23 0 0,0 0 0 0 0,-1 0-1 0 0,0 0 1 0 0,-2 0 0 0 0,0 0 0 0 0,-1-1 0 0 0,0 1 0 0 0,-1-1-1 0 0,-1-1 1 0 0,-17 30 0 0 0,8-21 35 0 0,0 0 0 0 0,-2-1 0 0 0,0 0 0 0 0,-2-2 0 0 0,-36 33 0 0 0,38-42-88 0 0,16-12-6 0 0,11-8-9 0 0,3-2-216 0 0,1 1 0 0 0,0 1 0 0 0,1 0 1 0 0,0 1-1 0 0,0 0 0 0 0,0 2 0 0 0,1-1 0 0 0,0 2 0 0 0,0 0 0 0 0,27-4 0 0 0,-16 5 183 0 0,1 0-1 0 0,-1 2 1 0 0,1 2 0 0 0,-1 0-1 0 0,42 7 1 0 0,-44-3 231 0 0,1 1 1 0 0,41 16-1 0 0,-60-20-114 0 0,0 0 0 0 0,0 1-1 0 0,0 0 1 0 0,0 1 0 0 0,0-1-1 0 0,-1 1 1 0 0,1 0-1 0 0,-1 0 1 0 0,0 1 0 0 0,0 0-1 0 0,-1-1 1 0 0,1 2 0 0 0,-1-1-1 0 0,0 0 1 0 0,5 11 0 0 0,-8-12 1 0 0,0-1 1 0 0,0 1 0 0 0,0-1-1 0 0,0 1 1 0 0,-1-1 0 0 0,1 1 0 0 0,-1 0-1 0 0,0-1 1 0 0,0 1 0 0 0,-1 0-1 0 0,1-1 1 0 0,-1 1 0 0 0,0-1-1 0 0,-1 7 1 0 0,-1-3 52 0 0,-1 0 0 0 0,1 0-1 0 0,-1 0 1 0 0,0-1 0 0 0,0 1 0 0 0,-9 8 0 0 0,-3 2 33 0 0,-1-1 1 0 0,-1-1 0 0 0,-31 21-1 0 0,-12 2-920 0 0,18-22-2907 0 0</inkml:trace>
</inkml:ink>
</file>

<file path=ppt/ink/ink2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2 13827 0 0,'-1'0'9'0'0,"1"-1"1"0"0,-1 1-1 0 0,0 0 0 0 0,0 0 1 0 0,1 0-1 0 0,-1 0 0 0 0,0 0 1 0 0,0 0-1 0 0,1 0 0 0 0,-1 0 1 0 0,0 0-1 0 0,0 0 0 0 0,1 0 1 0 0,-1 1-1 0 0,0-1 0 0 0,0 0 1 0 0,1 0-1 0 0,-1 1 0 0 0,0-1 1 0 0,1 0-1 0 0,-1 1 0 0 0,0-1 1 0 0,1 1-1 0 0,-1-1 0 0 0,1 1 1 0 0,-1-1-1 0 0,1 1 0 0 0,-1-1 1 0 0,1 1-1 0 0,-1 0 0 0 0,1-1 1 0 0,-1 1-1 0 0,1 0 0 0 0,-1 0 1 0 0,-23 33-313 0 0,15-21 815 0 0,4-6-643 0 0,-20 28-1498 0 0,24-35 1546 0 0,1 1 1 0 0,-1 0-1 0 0,0-1 0 0 0,1 1 0 0 0,0 0 1 0 0,-1-1-1 0 0,1 1 0 0 0,-1 0 0 0 0,1 0 1 0 0,0-1-1 0 0,-1 1 0 0 0,1 0 1 0 0,0 0-1 0 0,0 0 0 0 0,0 0 0 0 0,0-1 1 0 0,0 1-1 0 0,0 0 0 0 0,0 0 0 0 0,0 0 1 0 0,0 0-1 0 0,0-1 0 0 0,0 1 1 0 0,0 0-1 0 0,1 0 0 0 0,-1 0 0 0 0,0 0 1 0 0,0-1-1 0 0,1 1 0 0 0,-1 0 0 0 0,1 0 1 0 0,-1-1-1 0 0,1 1 0 0 0,-1 0 0 0 0,1-1 1 0 0,0 2-1 0 0,5-3 74 0 0,-1-6 62 0 0</inkml:trace>
</inkml:ink>
</file>

<file path=ppt/ink/ink2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22 163 2761 0 0,'-2'-1'182'0'0,"1"0"1"0"0,-1 0-1 0 0,1 0 0 0 0,-1 1 1 0 0,0-1-1 0 0,1-1 1 0 0,0 1-1 0 0,-1 0 1 0 0,1 0-1 0 0,0 0 1 0 0,-1-1-1 0 0,0-1 1 0 0,1 2-155 0 0,1-1 1 0 0,0 1 0 0 0,0 0 0 0 0,0 0-1 0 0,0-1 1 0 0,0 1 0 0 0,0 0-1 0 0,0 0 1 0 0,0-1 0 0 0,0 1 0 0 0,0 0-1 0 0,1 0 1 0 0,-1-1 0 0 0,0 1 0 0 0,1 0-1 0 0,-1 0 1 0 0,1 0 0 0 0,-1 0-1 0 0,1 0 1 0 0,1-2 0 0 0,2-2 91 0 0,0-1 0 0 0,0 0 1 0 0,1 1-1 0 0,0 0 0 0 0,0 0 0 0 0,1 1 1 0 0,-1 0-1 0 0,1-1 0 0 0,12-5 0 0 0,1 0 893 0 0,40-15-1 0 0,-36 17-51 0 0,36-8-1 0 0,-52 14-852 0 0,1 1-1 0 0,0 0 1 0 0,0 0-1 0 0,-1 1 1 0 0,1 0-1 0 0,0 0 1 0 0,0 1-1 0 0,15 3 1 0 0,-22-4-94 0 0,1 1 0 0 0,-1 0 0 0 0,0-1-1 0 0,1 1 1 0 0,-1 0 0 0 0,1 0 0 0 0,-1-1 0 0 0,0 1 0 0 0,0 0 0 0 0,0 0 0 0 0,1 1 0 0 0,-1-1 0 0 0,0 0-1 0 0,0 0 1 0 0,0 0 0 0 0,-1 1 0 0 0,1-1 0 0 0,0 1 0 0 0,0-1 0 0 0,0 2 0 0 0,0 1 7 0 0,0 0 1 0 0,0 0 0 0 0,-1 0 0 0 0,1 0-1 0 0,-1 0 1 0 0,0 0 0 0 0,0-1-1 0 0,-1 6 1 0 0,-2 6 49 0 0,0 0 0 0 0,-1 0 1 0 0,-6 15-1 0 0,10-29-66 0 0,-33 70 479 0 0,25-57-426 0 0,1 1-1 0 0,0 1 1 0 0,1-1 0 0 0,0 1-1 0 0,-4 22 1 0 0,10-38-63 0 0,0 1 0 0 0,0-1 0 0 0,1 1 0 0 0,-1-1 1 0 0,0 1-1 0 0,0-1 0 0 0,0 1 0 0 0,0-1 0 0 0,1 1 0 0 0,-1-1 0 0 0,0 0 1 0 0,0 1-1 0 0,1-1 0 0 0,-1 1 0 0 0,0-1 0 0 0,0 0 0 0 0,1 1 0 0 0,-1-1 0 0 0,1 0 1 0 0,-1 1-1 0 0,0-1 0 0 0,1 0 0 0 0,-1 0 0 0 0,1 1 0 0 0,-1-1 0 0 0,0 0 1 0 0,1 0-1 0 0,-1 0 0 0 0,1 0 0 0 0,-1 0 0 0 0,1 0 0 0 0,-1 1 0 0 0,1-1 1 0 0,-1 0-1 0 0,1 0 0 0 0,-1 0 0 0 0,1 0 0 0 0,-1-1 0 0 0,1 1 0 0 0,-1 0 0 0 0,1 0 1 0 0,0 0-1 0 0,27-5-551 0 0,-23 3 393 0 0,1 1 95 0 0,0 0 1 0 0,0 0-1 0 0,0 1 1 0 0,0-1-1 0 0,0 1 1 0 0,0 0-1 0 0,0 1 1 0 0,0-1-1 0 0,0 1 1 0 0,0 1-1 0 0,7 2 1 0 0,-11-3 75 0 0,1 0-1 0 0,-1 0 1 0 0,0 1 0 0 0,0-1 0 0 0,0 1 0 0 0,0 0-1 0 0,0-1 1 0 0,0 1 0 0 0,0 0 0 0 0,-1 0-1 0 0,1 0 1 0 0,-1 1 0 0 0,1-1 0 0 0,-1 0 0 0 0,0 1-1 0 0,0-1 1 0 0,0 0 0 0 0,0 1 0 0 0,0-1 0 0 0,0 1-1 0 0,-1-1 1 0 0,1 1 0 0 0,-1 0 0 0 0,0-1-1 0 0,0 1 1 0 0,0 0 0 0 0,0-1 0 0 0,-1 4 0 0 0,0 5 87 0 0,-1-1 0 0 0,0 1 0 0 0,0-1 1 0 0,-1 0-1 0 0,-1 0 0 0 0,0 0 1 0 0,0 0-1 0 0,-1 0 0 0 0,0-1 0 0 0,0 0 1 0 0,-1 0-1 0 0,-1 0 0 0 0,1-1 0 0 0,-1 0 1 0 0,-1 0-1 0 0,0 0 0 0 0,-14 10 1 0 0,7-10-2142 0 0</inkml:trace>
</inkml:ink>
</file>

<file path=ppt/ink/ink2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0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0 395 10138 0 0,'37'13'399'0'0,"19"21"-486"0"0,-10-4 1100 0 0,1-3 0 0 0,2-1 0 0 0,1-2 0 0 0,65 21 0 0 0,-113-44-980 0 0,0-1-1 0 0,0 1 0 0 0,0 0 1 0 0,1-1-1 0 0,-1 1 0 0 0,0-1 1 0 0,0 0-1 0 0,1 0 1 0 0,-1 0-1 0 0,0 0 0 0 0,1 0 1 0 0,-1 0-1 0 0,0 0 0 0 0,0-1 1 0 0,1 1-1 0 0,-1-1 0 0 0,0 0 1 0 0,0 0-1 0 0,0 0 1 0 0,0 0-1 0 0,0 0 0 0 0,0 0 1 0 0,0 0-1 0 0,0-1 0 0 0,0 1 1 0 0,0-1-1 0 0,-1 1 0 0 0,1-1 1 0 0,-1 0-1 0 0,1 0 0 0 0,-1 1 1 0 0,1-1-1 0 0,-1 0 1 0 0,0 0-1 0 0,0 0 0 0 0,0-1 1 0 0,0 1-1 0 0,-1 0 0 0 0,1 0 1 0 0,-1 0-1 0 0,1-4 0 0 0,2-11 182 0 0,-1 1 0 0 0,-1-1 0 0 0,-1 0 0 0 0,-3-29-1 0 0,2 25 104 0 0,-26-187 1503 0 0,22 181-1677 0 0,2 12-313 0 0,1 0 1 0 0,0 0-1 0 0,1 1 1 0 0,0-2-1 0 0,2 1 1 0 0,-1 0-1 0 0,2 1 1 0 0,5-24-1 0 0,0 23-669 0 0,3 5-7 0 0</inkml:trace>
</inkml:ink>
</file>

<file path=ppt/ink/ink2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17972 0 0,'0'1'18'0'0,"0"-1"1"0"0,0 1-1 0 0,0-1 1 0 0,0 1 0 0 0,0-1-1 0 0,0 1 1 0 0,0-1-1 0 0,0 0 1 0 0,0 1-1 0 0,0-1 1 0 0,0 1-1 0 0,0-1 1 0 0,0 1-1 0 0,1-1 1 0 0,-1 1 0 0 0,0-1-1 0 0,0 1 1 0 0,1-1-1 0 0,-1 0 1 0 0,0 1-1 0 0,1-1 1 0 0,-1 1-1 0 0,0-1 1 0 0,1 0-1 0 0,-1 1 1 0 0,0-1 0 0 0,1 0-1 0 0,-1 0 1 0 0,1 1-1 0 0,-1-1 1 0 0,1 0-1 0 0,-1 0 1 0 0,0 0-1 0 0,1 1 1 0 0,0-1-1 0 0,19 10-1319 0 0,6 0 729 0 0,1-2-1 0 0,52 10 0 0 0,12 3 364 0 0,173 70 2850 0 0,-209-67-1713 0 0,-1 2 0 0 0,84 54 0 0 0,92 94 29 0 0,3 1-1087 0 0,-192-148-116 0 0,1-2 0 0 0,75 32 0 0 0,-90-46 62 0 0,1-2-1 0 0,0 0 1 0 0,0-2 0 0 0,0-1-1 0 0,54 4 1 0 0,-64-10-1538 0 0</inkml:trace>
</inkml:ink>
</file>

<file path=ppt/ink/ink2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879 0 11979 0 0,'-2'1'118'0'0,"0"-1"0"0"0,1 1 0 0 0,-1-1 0 0 0,0 1 0 0 0,1 0 0 0 0,-1 0 0 0 0,0 0 0 0 0,1 0 0 0 0,-1 0 0 0 0,1 0 0 0 0,0 0 0 0 0,-1 0 0 0 0,1 0 0 0 0,0 1 0 0 0,0-1 0 0 0,0 1 0 0 0,0-1 0 0 0,-2 3 0 0 0,-20 36-957 0 0,15-24 864 0 0,-152 227-993 0 0,55-90 1783 0 0,-166 280 2870 0 0,13 8-4549 0 0,250-425 868 0 0,-9 12-666 0 0</inkml:trace>
</inkml:ink>
</file>

<file path=ppt/ink/ink2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2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524 25 2761 0 0,'-42'-18'249'0'0,"30"12"-221"0"0,11 6-60 0 0,15 28 4974 0 0,29 57 701 0 0,-28-52-5269 0 0,2-2 0 0 0,1 1 0 0 0,1-2 0 0 0,30 35 0 0 0,-11-27-162 0 0,2-1 1 0 0,2-2 0 0 0,1-2-1 0 0,1-2 1 0 0,88 46 0 0 0,-113-71-569 0 0,-15-6 347 0 0,-13-4 10 0 0,4 2-71 0 0,-1 1 0 0 0,0 0 1 0 0,1 0-1 0 0,-1 1 0 0 0,0-1 1 0 0,0 1-1 0 0,1 0 0 0 0,-1 1 0 0 0,0-1 1 0 0,1 1-1 0 0,-10 3 0 0 0,-64 23-923 0 0,62-21 933 0 0,-550 226 4422 0 0,494-202-3668 0 0,-27 11-1342 0 0,35-7-3349 0 0,46-23-1559 0 0</inkml:trace>
</inkml:ink>
</file>

<file path=ppt/ink/ink2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3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448 73 2761 0 0,'-8'-32'2167'0'0,"8"29"-2020"0"0,0 0-1 0 0,0 0 1 0 0,-1 0-1 0 0,1 0 1 0 0,-1 0 0 0 0,0 0-1 0 0,0 0 1 0 0,0 0-1 0 0,-1 0 1 0 0,1 0-1 0 0,-3-4 1 0 0,3 7-73 0 0,0 0 0 0 0,-1 0 0 0 0,1-1 1 0 0,0 1-1 0 0,0 0 0 0 0,-1 0 0 0 0,1 0 0 0 0,0 0 0 0 0,-1 0 1 0 0,1 0-1 0 0,0 1 0 0 0,0-1 0 0 0,0 0 0 0 0,-1 1 1 0 0,1-1-1 0 0,0 1 0 0 0,0-1 0 0 0,-2 2 0 0 0,-26 13 2054 0 0,27-14-1883 0 0,-12 8 42 0 0,-1 1 1 0 0,2 0-1 0 0,-1 1 0 0 0,2 1 1 0 0,-1 0-1 0 0,2 1 1 0 0,-14 17-1 0 0,-64 106 303 0 0,77-115-272 0 0,-7 9-49 0 0,-11 19 621 0 0,-44 95 0 0 0,68-130-766 0 0,1 0 0 0 0,0 0 1 0 0,1 0-1 0 0,1 1 0 0 0,0-1 0 0 0,1 1 0 0 0,0 0 0 0 0,2 0 0 0 0,-1-1 0 0 0,2 1 0 0 0,0 0 0 0 0,4 20 0 0 0,-2-26-108 0 0,0 0-1 0 0,0 0 1 0 0,1 0-1 0 0,1-1 1 0 0,0 1-1 0 0,0-1 0 0 0,0 0 1 0 0,1-1-1 0 0,0 1 1 0 0,0-1-1 0 0,1 0 1 0 0,0-1-1 0 0,0 1 0 0 0,1-1 1 0 0,0-1-1 0 0,0 0 1 0 0,0 0-1 0 0,1 0 1 0 0,10 3-1 0 0,-11-4-31 0 0,1-1 0 0 0,0 0 0 0 0,1 0 0 0 0,-1-1 0 0 0,0 0-1 0 0,1-1 1 0 0,-1 0 0 0 0,1-1 0 0 0,-1 0 0 0 0,1 0 0 0 0,-1-1 0 0 0,1 0 0 0 0,-1-1 0 0 0,1 0 0 0 0,-1 0-1 0 0,0-1 1 0 0,0 0 0 0 0,0 0 0 0 0,11-8 0 0 0,-13 7-252 0 0,-1-1-1 0 0,0 0 1 0 0,0 0-1 0 0,0-1 1 0 0,-1 1-1 0 0,1-1 1 0 0,-2-1 0 0 0,1 1-1 0 0,-1-1 1 0 0,0 1-1 0 0,0-1 1 0 0,0-1-1 0 0,-1 1 1 0 0,0 0-1 0 0,-1-1 1 0 0,0 1 0 0 0,2-11-1 0 0,-3 13 86 0 0,0-1-1 0 0,-1 1 1 0 0,0 0 0 0 0,1 0-1 0 0,-2 0 1 0 0,1 0 0 0 0,-1 0-1 0 0,1 0 1 0 0,-1 0 0 0 0,-1 0-1 0 0,1 0 1 0 0,-1 0-1 0 0,0 0 1 0 0,0 1 0 0 0,0-1-1 0 0,-1 1 1 0 0,1-1 0 0 0,-1 1-1 0 0,0 0 1 0 0,0 0-1 0 0,-1 0 1 0 0,1 0 0 0 0,-1 1-1 0 0,0-1 1 0 0,0 1 0 0 0,0 0-1 0 0,-7-3 1 0 0,7 3 161 0 0,-1 1 0 0 0,1 0 0 0 0,0-1 1 0 0,0 0-1 0 0,0 0 0 0 0,0 0 0 0 0,-5-6 0 0 0,9 8 23 0 0,-1 0-1 0 0,1 1 0 0 0,-1-1 1 0 0,1 0-1 0 0,0 0 1 0 0,-1 0-1 0 0,1 1 0 0 0,0-1 1 0 0,0 0-1 0 0,-1 0 1 0 0,1 0-1 0 0,0 0 0 0 0,0 0 1 0 0,0 1-1 0 0,0-1 1 0 0,0 0-1 0 0,0 0 0 0 0,0 0 1 0 0,1-1-1 0 0,-1 1-2 0 0,1-1 0 0 0,0 0-1 0 0,0 1 1 0 0,0-1 0 0 0,0 1-1 0 0,0 0 1 0 0,0-1 0 0 0,0 1 0 0 0,1 0-1 0 0,-1 0 1 0 0,0-1 0 0 0,1 1-1 0 0,1-1 1 0 0,10-6-202 0 0,0 1 1 0 0,1 0-1 0 0,-1 1 0 0 0,2 0 1 0 0,-1 1-1 0 0,1 1 0 0 0,-1 0 1 0 0,22-2-1 0 0,-15 3 272 0 0,0 1 1 0 0,0 1-1 0 0,0 1 0 0 0,1 1 1 0 0,30 6-1 0 0,-48-7 165 0 0,0 1 0 0 0,-1 0 0 0 0,1 1-1 0 0,0-1 1 0 0,-1 1 0 0 0,1-1 0 0 0,-1 1 0 0 0,1 0-1 0 0,-1 1 1 0 0,0-1 0 0 0,0 0 0 0 0,0 1-1 0 0,0 0 1 0 0,0 0 0 0 0,-1-1 0 0 0,1 2 0 0 0,-1-1-1 0 0,0 0 1 0 0,0 0 0 0 0,0 1 0 0 0,0-1 0 0 0,-1 1-1 0 0,1 0 1 0 0,-1-1 0 0 0,0 1 0 0 0,1 6 0 0 0,1 9 584 0 0,-1 1 0 0 0,0-1 1 0 0,-2 1-1 0 0,-2 24 1 0 0,1-2-496 0 0,1-38-299 0 0,0 29 405 0 0,4 34 0 0 0,-2-57-439 0 0,-1-1 0 0 0,1 1 0 0 0,1-1-1 0 0,-1 0 1 0 0,2 1 0 0 0,-1-2 0 0 0,1 1 0 0 0,7 11-1 0 0,-10-19-110 0 0,-1 0 0 0 0,1-1 1 0 0,-1 1-1 0 0,0-1 0 0 0,1 1 0 0 0,-1-1 0 0 0,1 1 0 0 0,-1-1 0 0 0,1 1 0 0 0,-1-1 0 0 0,1 1 0 0 0,0-1 0 0 0,-1 0 0 0 0,1 1 0 0 0,0-1 0 0 0,-1 0 1 0 0,1 1-1 0 0,0-1 0 0 0,-1 0 0 0 0,1 0 0 0 0,0 0 0 0 0,-1 0 0 0 0,1 0 0 0 0,0 0 0 0 0,-1 0 0 0 0,1 0 0 0 0,1 0 0 0 0</inkml:trace>
</inkml:ink>
</file>

<file path=ppt/ink/ink2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0 16067 0 0,'-1'1'15'0'0,"-1"-1"1"0"0,1 1-1 0 0,0 0 0 0 0,-1 0 0 0 0,1-1 0 0 0,0 1 0 0 0,-1 0 0 0 0,1 0 0 0 0,0 0 0 0 0,0 0 0 0 0,0 0 0 0 0,0 1 0 0 0,0-1 0 0 0,0 0 0 0 0,0 0 0 0 0,0 1 0 0 0,1-1 0 0 0,-1 1 0 0 0,0-1 0 0 0,1 0 0 0 0,-1 1 0 0 0,1-1 0 0 0,0 1 0 0 0,-1 0 0 0 0,1 1 0 0 0,-10 49-2944 0 0,9-45 3028 0 0,-4 40-328 0 0,1 59 0 0 0,7-34 2605 0 0,3 0 1 0 0,30 139-1 0 0,-35-207-2518 0 0,-1 0-189 0 0,1 1-1 0 0,0-1 1 0 0,0 1 0 0 0,1-1-1 0 0,-1 0 1 0 0,1 0 0 0 0,0 1-1 0 0,0-1 1 0 0,5 7 0 0 0,-3-10-1118 0 0</inkml:trace>
</inkml:ink>
</file>

<file path=ppt/ink/ink2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1 165 17972 0 0,'3'3'1185'0'0,"12"8"-4914"0"0,1 0 222 0 0,-6-1 2600 0 0,-1 1-1 0 0,0 0 0 0 0,0 1 1 0 0,-1 0-1 0 0,12 23 1 0 0,22 31 1184 0 0,-20-41 672 0 0,1 0 0 0 0,2-2-1 0 0,0-1 1 0 0,2 0-1 0 0,0-2 1 0 0,1-1-1 0 0,1-2 1 0 0,1 0 0 0 0,0-2-1 0 0,35 11 1 0 0,-57-23-936 0 0,-1-1 0 0 0,1 0 0 0 0,0-1 0 0 0,-1 0 0 0 0,1 0 1 0 0,0 0-1 0 0,0-1 0 0 0,0 0 0 0 0,-1-1 0 0 0,1 0 0 0 0,0 0 1 0 0,0-1-1 0 0,-1 0 0 0 0,1 0 0 0 0,-1 0 0 0 0,0-1 0 0 0,0-1 0 0 0,0 1 1 0 0,0-1-1 0 0,12-9 0 0 0,-11 7-50 0 0,-1 0 1 0 0,0-1-1 0 0,0 0 1 0 0,0-1-1 0 0,-1 1 1 0 0,-1-1-1 0 0,1-1 0 0 0,-1 1 1 0 0,0-1-1 0 0,-1 0 1 0 0,0 0-1 0 0,0 0 1 0 0,-1 0-1 0 0,0-1 0 0 0,-1 1 1 0 0,1-11-1 0 0,1-15 23 0 0,-3 0 0 0 0,-1 0 0 0 0,-1 0 1 0 0,-2 0-1 0 0,-13-61 0 0 0,8 65-2603 0 0,-18-47 0 0 0,18 58-2347 0 0</inkml:trace>
</inkml:ink>
</file>

<file path=ppt/ink/ink2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 6449 0 0,'-2'0'31'0'0,"0"0"-1"0"0,0 0 0 0 0,0 0 0 0 0,0 0 0 0 0,0 0 0 0 0,0 0 1 0 0,0 0-1 0 0,0 1 0 0 0,0-1 0 0 0,0 1 0 0 0,1 0 0 0 0,-1-1 1 0 0,0 1-1 0 0,0 0 0 0 0,1 0 0 0 0,-1 0 0 0 0,0 0 0 0 0,1 1 1 0 0,-1-1-1 0 0,1 0 0 0 0,-1 1 0 0 0,1-1 0 0 0,0 1 1 0 0,0-1-1 0 0,-1 1 0 0 0,1-1 0 0 0,0 1 0 0 0,1 0 0 0 0,-1 0 1 0 0,0 0-1 0 0,-1 3 0 0 0,7 135 4545 0 0,0-74-3456 0 0,3 0-1 0 0,32 124 1 0 0,-31-154-1315 0 0,-6-21-569 0 0,1-1-1 0 0,0 0 0 0 0,1 0 0 0 0,7 15 0 0 0,-7-22-409 0 0</inkml:trace>
</inkml:ink>
</file>

<file path=ppt/ink/ink2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5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32 1840 0 0,'0'-1'54'0'0,"-1"-1"-1"0"0,0 1 1 0 0,1 0-1 0 0,-1-1 1 0 0,1 1-1 0 0,-1-1 1 0 0,1 1-1 0 0,0-1 1 0 0,-1 1-1 0 0,1-1 1 0 0,0 1-1 0 0,0-3 1 0 0,0 3 3 0 0,1 1 0 0 0,-1-1 0 0 0,0 1 0 0 0,0-1 0 0 0,0 1 0 0 0,1-1 0 0 0,-1 1 0 0 0,0-1 0 0 0,0 1 0 0 0,1 0 0 0 0,-1-1 0 0 0,1 1 0 0 0,-1-1 0 0 0,0 1 0 0 0,1 0 0 0 0,-1-1 0 0 0,1 1 0 0 0,-1 0 0 0 0,0 0 0 0 0,1-1 0 0 0,-1 1 0 0 0,1 0 0 0 0,-1 0 0 0 0,2-1 0 0 0,1 1 128 0 0,0 0 1 0 0,0 0-1 0 0,1 0 1 0 0,-1 0-1 0 0,0 0 1 0 0,0 1-1 0 0,1-1 1 0 0,-1 1-1 0 0,0 0 1 0 0,5 2-1 0 0,15 5 444 0 0,0 2 0 0 0,0 0-1 0 0,-1 1 1 0 0,-1 2 0 0 0,0 0-1 0 0,0 1 1 0 0,-1 1 0 0 0,-1 1 0 0 0,20 22-1 0 0,-29-28-278 0 0,-1 1 0 0 0,-1 0-1 0 0,0 1 1 0 0,0 0-1 0 0,-1 0 1 0 0,-1 0 0 0 0,0 1-1 0 0,0 0 1 0 0,-1 0-1 0 0,-1 0 1 0 0,-1 1 0 0 0,0-1-1 0 0,0 1 1 0 0,-1 0-1 0 0,-1 0 1 0 0,0 0 0 0 0,-3 27-1 0 0,-1-26-418 0 0,0 0-1 0 0,0 0 0 0 0,-2 0 0 0 0,0-1 0 0 0,-1 1 0 0 0,0-1 1 0 0,-1-1-1 0 0,0 1 0 0 0,-1-1 0 0 0,-17 20 0 0 0,-31 29-5035 0 0,28-36-353 0 0</inkml:trace>
</inkml:ink>
</file>

<file path=ppt/ink/ink2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1.6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35 63 10594 0 0,'-1'-2'88'0'0,"-1"0"0"0"0,0-1 1 0 0,1 1-1 0 0,-1-1 0 0 0,1 0 0 0 0,0 0 0 0 0,0 1 0 0 0,0-1 0 0 0,-1-5 0 0 0,2 5 226 0 0,-1 0 1 0 0,0 0-1 0 0,0 1 0 0 0,0-1 0 0 0,0 0 0 0 0,0 0 0 0 0,-1 1 0 0 0,1-1 0 0 0,-4-3 0 0 0,4 9-185 0 0,0 0 0 0 0,0-1 0 0 0,0 1 0 0 0,0 0-1 0 0,1 0 1 0 0,-1 0 0 0 0,1 0 0 0 0,-1 4-1 0 0,1-1-87 0 0,0 188 1341 0 0,27 202 0 0 0,-20-328-1400 0 0,-5-40-376 0 0,1 0 1 0 0,1 0-1 0 0,1-1 1 0 0,10 28-1 0 0,-10-46-1195 0 0</inkml:trace>
</inkml:ink>
</file>

<file path=ppt/ink/ink2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2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83 192 3225 0 0,'-9'-5'-128'0'0,"-36"-19"626"0"0,43 23-312 0 0,0-1-1 0 0,-1 1 1 0 0,1-1-1 0 0,1 1 1 0 0,-1-1-1 0 0,0 0 1 0 0,0 1-1 0 0,1-1 0 0 0,-1 0 1 0 0,0 0-1 0 0,1 0 1 0 0,0 0-1 0 0,0-1 1 0 0,0 1-1 0 0,0 0 1 0 0,-1-3-1 0 0,2 3-126 0 0,0 0 0 0 0,0 0 0 0 0,1 1 0 0 0,-1-1 0 0 0,0 0 0 0 0,1 0 0 0 0,0 1 0 0 0,-1-1 0 0 0,1 0 1 0 0,0 1-1 0 0,0-1 0 0 0,0 0 0 0 0,0 1 0 0 0,0 0 0 0 0,0-1 0 0 0,0 1 0 0 0,1-1 0 0 0,-1 1 0 0 0,0 0 0 0 0,1 0 0 0 0,-1 0 0 0 0,1 0 0 0 0,2-1 0 0 0,43-21 100 0 0,-40 20 96 0 0,36-13 179 0 0,1 3 0 0 0,0 1-1 0 0,68-9 1 0 0,-107 20-467 0 0,0 0 0 0 0,0 0 0 0 0,0 1 1 0 0,0 0-1 0 0,0 0 0 0 0,0 0 0 0 0,1 1 0 0 0,-1 0 0 0 0,0 0 0 0 0,0 0 0 0 0,-1 1 0 0 0,9 2 0 0 0,-11-2-28 0 0,1 0-1 0 0,-1-1 1 0 0,0 1 0 0 0,1 0-1 0 0,-1 0 1 0 0,0 0-1 0 0,0 1 1 0 0,-1-1 0 0 0,1 0-1 0 0,0 1 1 0 0,-1-1-1 0 0,1 1 1 0 0,-1 0-1 0 0,0-1 1 0 0,0 1 0 0 0,0 0-1 0 0,0 0 1 0 0,0 0-1 0 0,-1-1 1 0 0,1 1 0 0 0,-1 0-1 0 0,0 6 1 0 0,1 9 194 0 0,-2 0 1 0 0,0 1 0 0 0,-1-1-1 0 0,0 0 1 0 0,-2 0-1 0 0,0-1 1 0 0,-1 1 0 0 0,0-1-1 0 0,-2 0 1 0 0,0 0-1 0 0,-1 0 1 0 0,-1-1 0 0 0,0-1-1 0 0,-1 1 1 0 0,-1-2-1 0 0,0 1 1 0 0,-1-1-1 0 0,0-1 1 0 0,-2 0 0 0 0,1-1-1 0 0,-1-1 1 0 0,-17 11-1 0 0,15-8 287 0 0,16-14-388 0 0,0 1 0 0 0,0-1-1 0 0,0 0 1 0 0,0 0-1 0 0,0 1 1 0 0,0-1 0 0 0,0 0-1 0 0,0 0 1 0 0,1 1-1 0 0,-1-1 1 0 0,0 0-1 0 0,0 0 1 0 0,0 0 0 0 0,0 0-1 0 0,0 1 1 0 0,1-1-1 0 0,-1 0 1 0 0,0 0-1 0 0,0 0 1 0 0,0 0 0 0 0,1 1-1 0 0,-1-1 1 0 0,0 0-1 0 0,0 0 1 0 0,1 0-1 0 0,-1 0 1 0 0,0 0 0 0 0,0 0-1 0 0,1 0 1 0 0,-1 0-1 0 0,0 0 1 0 0,0 0 0 0 0,0 0-1 0 0,1 0 1 0 0,-1 0-1 0 0,0 0 1 0 0,0 0-1 0 0,1 0 1 0 0,-1 0 0 0 0,44-5 2231 0 0,-34 4-2286 0 0,54-8 205 0 0,0 4 1 0 0,1 2-1 0 0,-1 3 1 0 0,121 15-1 0 0,-133-6-3132 0 0,-36-6-2008 0 0</inkml:trace>
</inkml:ink>
</file>

<file path=ppt/ink/ink2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6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3 6273 0 0,'-3'-2'723'0'0,"-6"9"284"0"0,5 3-552 0 0,1-1 0 0 0,0 1 0 0 0,0 0 0 0 0,1 0 0 0 0,1 0 0 0 0,-1 0 0 0 0,1 18 0 0 0,6 72 3171 0 0,24 80-1129 0 0,-19-132-6843 0 0,-5-19-1408 0 0</inkml:trace>
</inkml:ink>
</file>

<file path=ppt/ink/ink2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4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27 12267 0 0,'-13'-12'975'0'0,"13"12"-954"0"0,0-1 0 0 0,0 0 0 0 0,0 1 0 0 0,0-1 0 0 0,0 0 0 0 0,0 1 0 0 0,0-1 0 0 0,0 0 0 0 0,0 1 0 0 0,0-1 0 0 0,0 0 0 0 0,0 1 0 0 0,1-1 0 0 0,-1 1 0 0 0,0-1 0 0 0,0 0 0 0 0,1 1 0 0 0,-1-1 0 0 0,0 1 0 0 0,1-1 0 0 0,0 0 0 0 0,3 1 45 0 0,-1 8-25 0 0,-1 10 11 0 0,-2 47 252 0 0,7 236 3790 0 0,14-112-3338 0 0,5-65-3341 0 0,-19-110-2655 0 0</inkml:trace>
</inkml:ink>
</file>

<file path=ppt/ink/ink2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9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1 178 2304 0 0,'1'-5'53'0'0,"1"0"0"0"0,1 0 0 0 0,-1 0 0 0 0,1 0 0 0 0,0 0 0 0 0,0 1 0 0 0,0-1 0 0 0,1 1 0 0 0,-1 0 0 0 0,1 0 0 0 0,0 1 0 0 0,0-1 0 0 0,1 1 0 0 0,6-5 0 0 0,8-4 637 0 0,1 0 1 0 0,22-9-1 0 0,-17 9 48 0 0,1 1-1 0 0,0 1 0 0 0,0 1 1 0 0,1 1-1 0 0,29-4 0 0 0,-55 12-701 0 0,1-1 1 0 0,-1 1-1 0 0,1 0 1 0 0,-1 0-1 0 0,1 0 1 0 0,-1 0-1 0 0,1 0 0 0 0,-1 0 1 0 0,1 0-1 0 0,-1 1 1 0 0,1-1-1 0 0,-1 1 0 0 0,1-1 1 0 0,-1 1-1 0 0,0-1 1 0 0,1 1-1 0 0,-1 0 0 0 0,0-1 1 0 0,1 1-1 0 0,-1 0 1 0 0,0 0-1 0 0,0 0 0 0 0,2 2 1 0 0,-2-1-40 0 0,0 0 0 0 0,0 0 0 0 0,0 0 0 0 0,-1 0 0 0 0,1 0 0 0 0,0 1 0 0 0,-1-1 0 0 0,0 0 1 0 0,1 0-1 0 0,-1 1 0 0 0,0-1 0 0 0,0 0 0 0 0,-1 0 0 0 0,1 3 0 0 0,-2 7-105 0 0,-1 1-1 0 0,-1-1 1 0 0,0 1-1 0 0,-6 13 1 0 0,-12 19 438 0 0,-2-1-1 0 0,-1-2 0 0 0,-3 0 1 0 0,-59 69-1 0 0,81-104-246 0 0,-19 26 343 0 0,24-31-327 0 0,-1 0 1 0 0,1-1 0 0 0,0 1 0 0 0,0 0 0 0 0,1 0 0 0 0,-1 0-1 0 0,0 0 1 0 0,1 0 0 0 0,-1 1 0 0 0,1-1 0 0 0,-1 0 0 0 0,1 0-1 0 0,0 0 1 0 0,0 0 0 0 0,0 3 0 0 0,1-4-62 0 0,-1 0-1 0 0,1 0 1 0 0,-1 0 0 0 0,1-1-1 0 0,-1 1 1 0 0,1 0 0 0 0,0-1-1 0 0,-1 1 1 0 0,1-1 0 0 0,0 1-1 0 0,0-1 1 0 0,-1 1 0 0 0,1-1-1 0 0,0 1 1 0 0,0-1-1 0 0,0 0 1 0 0,0 1 0 0 0,-1-1-1 0 0,1 0 1 0 0,0 0 0 0 0,0 1-1 0 0,0-1 1 0 0,0 0 0 0 0,0 0-1 0 0,0 0 1 0 0,0 0 0 0 0,-1 0-1 0 0,1-1 1 0 0,1 1 0 0 0,32-5 702 0 0,-27 3-514 0 0,59-12 1079 0 0,26-5-97 0 0,-32 14-4141 0 0,-44 5-2688 0 0</inkml:trace>
</inkml:ink>
</file>

<file path=ppt/ink/ink2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4.4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32 11522 0 0,'4'-6'1250'0'0,"17"-7"-939"0"0,-18 11-359 0 0,0 1 0 0 0,0-1 0 0 0,0 1 0 0 0,0-1 0 0 0,0 1 0 0 0,0 0 0 0 0,1 1 0 0 0,-1-1 0 0 0,0 0 0 0 0,0 1 0 0 0,1 0 0 0 0,-1-1 0 0 0,7 2 0 0 0,-9 0 38 0 0,0-1 1 0 0,0 1 0 0 0,0 0 0 0 0,-1 0 0 0 0,1-1 0 0 0,0 1 0 0 0,0 0-1 0 0,-1 0 1 0 0,1 0 0 0 0,-1 0 0 0 0,1 0 0 0 0,-1 0 0 0 0,1 0 0 0 0,-1 0-1 0 0,0 0 1 0 0,1 0 0 0 0,-1 0 0 0 0,0 1 0 0 0,0 1 0 0 0,3 28 374 0 0,-3-18 15 0 0,6 163 4191 0 0,-6-133-3206 0 0,-1-42-1252 0 0,1 0 0 0 0,0 0 0 0 0,0 0 0 0 0,0 1 0 0 0,0-1 0 0 0,1 0-1 0 0,-1 0 1 0 0,0 0 0 0 0,0 0 0 0 0,1 0 0 0 0,-1 0 0 0 0,0-1 0 0 0,1 1-1 0 0,-1 0 1 0 0,1 0 0 0 0,-1 0 0 0 0,1 0 0 0 0,0 0 0 0 0,0 0 0 0 0,0 0-66 0 0,-1-1 1 0 0,1 0 0 0 0,0 1-1 0 0,-1-1 1 0 0,1 0 0 0 0,0 0 0 0 0,0 0-1 0 0,-1 0 1 0 0,1 0 0 0 0,0 0-1 0 0,0 0 1 0 0,-1 0 0 0 0,1 0 0 0 0,0 0-1 0 0,0 0 1 0 0,-1 0 0 0 0,1 0 0 0 0,0 0-1 0 0,0-1 1 0 0,0 0 0 0 0,7-3-68 0 0,0 0 1 0 0,-1-1-1 0 0,0 0 1 0 0,7-6 0 0 0,9-5-267 0 0,-6 8-347 0 0,2 1-180 0 0</inkml:trace>
</inkml:ink>
</file>

<file path=ppt/ink/ink2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2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30 11979 0 0,'0'-3'201'0'0,"-1"1"1"0"0,1-1 0 0 0,0 0 0 0 0,-1 1 0 0 0,1-1 0 0 0,1 1 0 0 0,-1-1 0 0 0,1-5-1 0 0,1 8 244 0 0,-4 15-185 0 0,-7 35 107 0 0,3 0 0 0 0,1 0 0 0 0,3 0-1 0 0,2 1 1 0 0,2-1 0 0 0,2 1 0 0 0,16 68-1 0 0,16 34-4783 0 0,-31-135-446 0 0</inkml:trace>
</inkml:ink>
</file>

<file path=ppt/ink/ink2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5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1 151 1872 0 0,'0'-3'56'0'0,"1"0"-1"0"0,-1 0 1 0 0,1 0-1 0 0,0 0 1 0 0,0 0-1 0 0,1 0 1 0 0,-1 0-1 0 0,1 1 1 0 0,-1-1-1 0 0,1 1 1 0 0,0-1-1 0 0,3-3 1 0 0,28-28 495 0 0,-30 31-482 0 0,7-5 221 0 0,1 0 1 0 0,-1 1-1 0 0,1 0 1 0 0,0 0-1 0 0,1 1 0 0 0,-1 1 1 0 0,1 0-1 0 0,0 0 0 0 0,0 2 1 0 0,1-1-1 0 0,0 1 0 0 0,-1 1 1 0 0,1 1-1 0 0,25-1 1 0 0,-36 2-251 0 0,0 0 1 0 0,0 0-1 0 0,0 1 0 0 0,-1-1 1 0 0,1 1-1 0 0,0-1 1 0 0,0 1-1 0 0,0 0 1 0 0,0 0-1 0 0,-1 0 1 0 0,1 0-1 0 0,0 0 1 0 0,-1 0-1 0 0,1 0 1 0 0,-1 0-1 0 0,1 1 1 0 0,-1-1-1 0 0,0 1 0 0 0,1-1 1 0 0,0 3-1 0 0,0 0 8 0 0,0 0-1 0 0,0-1 0 0 0,-1 1 1 0 0,1 0-1 0 0,-1 0 0 0 0,0 1 0 0 0,0-1 1 0 0,-1 0-1 0 0,1 5 0 0 0,-1 2 105 0 0,0 0 0 0 0,-1 0-1 0 0,0-1 1 0 0,0 1 0 0 0,-2 0-1 0 0,-5 18 1 0 0,-4-4 232 0 0,-1 0-1 0 0,-1-1 1 0 0,0-1-1 0 0,-2-1 1 0 0,-1 0 0 0 0,-32 32-1 0 0,7-6 1565 0 0,34-37 192 0 0,21-17-562 0 0,4-2-1618 0 0,232-68-428 0 0,-173 55-4051 0 0,-57 16-1181 0 0</inkml:trace>
</inkml:ink>
</file>

<file path=ppt/ink/ink2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7.5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0 105 456 0 0,'7'-25'720'0'0,"-6"24"-632"0"0,-1 0 0 0 0,1 0 0 0 0,0-1-1 0 0,-1 1 1 0 0,1 0 0 0 0,-1 0-1 0 0,1-1 1 0 0,-1 1 0 0 0,0 0 0 0 0,0-1-1 0 0,1 1 1 0 0,-1 0 0 0 0,0-1-1 0 0,0 1 1 0 0,0 0 0 0 0,0-1 0 0 0,-1 1-1 0 0,1 0 1 0 0,0-1 0 0 0,-1 1-1 0 0,1 0 1 0 0,0 0 0 0 0,-1-1 0 0 0,0 1-1 0 0,1 0 1 0 0,-1 0 0 0 0,0 0-1 0 0,1-1 1 0 0,-1 1 0 0 0,-2-1 0 0 0,4 1 57 0 0,-1 0 1 0 0,0 0-1 0 0,1 1 1 0 0,-1-1-1 0 0,0 0 1 0 0,1 0 0 0 0,-1 1-1 0 0,1-1 1 0 0,-1 0-1 0 0,1 1 1 0 0,0-1-1 0 0,-1 1 1 0 0,1-1 0 0 0,-1 0-1 0 0,1 1 1 0 0,0 0-1 0 0,0-1 1 0 0,-1 1-1 0 0,1-1 1 0 0,0 1 0 0 0,0 0-1 0 0,-1-1 1 0 0,1 1-1 0 0,1 0 1 0 0,19-9-70 0 0,-14 6 30 0 0,1 0 0 0 0,0 0 0 0 0,0 1 0 0 0,0 0 0 0 0,0 1 0 0 0,0 0 0 0 0,0 0 0 0 0,0 1 0 0 0,0 0 0 0 0,0 0 1 0 0,12 2-1 0 0,-18-2-88 0 0,1 1 1 0 0,-1-1 0 0 0,1 1 0 0 0,-1 0 0 0 0,1 0 0 0 0,-1 0-1 0 0,0 0 1 0 0,1 0 0 0 0,-1 0 0 0 0,0 0 0 0 0,0 1 0 0 0,0-1-1 0 0,0 1 1 0 0,0 0 0 0 0,0-1 0 0 0,0 1 0 0 0,-1 0 0 0 0,1 0-1 0 0,-1 0 1 0 0,1 0 0 0 0,-1 0 0 0 0,0 1 0 0 0,0-1 0 0 0,0 0-1 0 0,0 1 1 0 0,0-1 0 0 0,0 1 0 0 0,-1-1 0 0 0,1 1 0 0 0,-1-1-1 0 0,0 1 1 0 0,0-1 0 0 0,0 1 0 0 0,0-1 0 0 0,0 1 0 0 0,0-1-1 0 0,-1 1 1 0 0,0 2 0 0 0,-2 8 159 0 0,-1 0-1 0 0,-1-1 1 0 0,0 0-1 0 0,-1 1 1 0 0,0-2-1 0 0,-1 1 0 0 0,0-1 1 0 0,-1 0-1 0 0,-9 10 1 0 0,-13 21 448 0 0,29-42-620 0 0,1 0 0 0 0,-1 0-1 0 0,1 1 1 0 0,0-1 0 0 0,-1 0 0 0 0,1 1 0 0 0,0-1 0 0 0,-1 1 0 0 0,1-1 0 0 0,0 0 0 0 0,-1 1 0 0 0,1-1 0 0 0,0 1 0 0 0,0-1 0 0 0,0 1 0 0 0,-1-1 0 0 0,1 1 0 0 0,0-1 0 0 0,0 1 0 0 0,0-1 0 0 0,0 1 0 0 0,0-1 0 0 0,0 1 0 0 0,0-1 0 0 0,0 1 0 0 0,0-1 0 0 0,0 1 0 0 0,0-1 0 0 0,0 1-1 0 0,0-1 1 0 0,0 0 0 0 0,1 1 0 0 0,-1-1 0 0 0,0 1 0 0 0,0-1 0 0 0,1 1 0 0 0,-1-1 0 0 0,0 1 0 0 0,1-1 0 0 0,-1 0 0 0 0,0 1 0 0 0,1-1 0 0 0,-1 0 0 0 0,0 1 0 0 0,1-1 0 0 0,-1 0 0 0 0,1 1 0 0 0,-1-1 0 0 0,0 0 0 0 0,1 0 0 0 0,-1 0 0 0 0,1 1 0 0 0,-1-1 0 0 0,1 0 0 0 0,-1 0 0 0 0,1 0 0 0 0,-1 0-1 0 0,1 0 1 0 0,-1 0 0 0 0,1 0 0 0 0,-1 0 0 0 0,1 0 0 0 0,-1 0 0 0 0,1 0 0 0 0,-1 0 0 0 0,1 0 0 0 0,-1-1 0 0 0,1 1 0 0 0,45-9 458 0 0,-36 7-419 0 0,-6 1-46 0 0,22-5-123 0 0,48-3-1 0 0,-68 8 115 0 0,0 1 0 0 0,1 0 0 0 0,-1 0 0 0 0,0 1 0 0 0,0-1 0 0 0,0 1 0 0 0,0 1 0 0 0,0-1 0 0 0,0 1 0 0 0,-1 0 0 0 0,1 1 0 0 0,0-1 0 0 0,-1 1 0 0 0,6 4 0 0 0,-9-6 83 0 0,0 1-1 0 0,0-1 1 0 0,0 1 0 0 0,0 0 0 0 0,-1-1 0 0 0,1 1 0 0 0,-1 0 0 0 0,1 0 0 0 0,-1 0 0 0 0,0 1 0 0 0,1-1-1 0 0,-1 0 1 0 0,0 0 0 0 0,-1 1 0 0 0,1-1 0 0 0,0 1 0 0 0,-1-1 0 0 0,1 1 0 0 0,-1-1 0 0 0,1 4 0 0 0,-2-2 87 0 0,1-1 0 0 0,-1 1 0 0 0,0-1 0 0 0,0 1 0 0 0,0-1 0 0 0,-1 0 1 0 0,1 1-1 0 0,-1-1 0 0 0,0 0 0 0 0,0 0 0 0 0,0 0 0 0 0,-4 4 0 0 0,-6 6-97 0 0,-1 0-1 0 0,-1-1 0 0 0,0-1 0 0 0,-22 14 1 0 0,32-23-360 0 0,-9 6-3658 0 0,0 0-1295 0 0</inkml:trace>
</inkml:ink>
</file>

<file path=ppt/ink/ink2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3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4 10594 0 0,'-2'-4'794'0'0,"2"5"-793"0"0,0-1 1 0 0,0 0-1 0 0,0 0 1 0 0,0 0-1 0 0,0 0 0 0 0,-1 0 1 0 0,1 0-1 0 0,0 0 1 0 0,0 0-1 0 0,0 1 0 0 0,0-1 1 0 0,0 0-1 0 0,0 0 0 0 0,0 0 1 0 0,0 0-1 0 0,0 0 1 0 0,-1 0-1 0 0,1 0 0 0 0,0 0 1 0 0,0 0-1 0 0,0 0 1 0 0,0 0-1 0 0,0 0 0 0 0,0 0 1 0 0,0 0-1 0 0,-1 0 0 0 0,1 0 1 0 0,0 0-1 0 0,0 0 1 0 0,0 0-1 0 0,0 0 0 0 0,0 0 1 0 0,0 0-1 0 0,-1 0 1 0 0,1 0-1 0 0,0 0 0 0 0,0 0 1 0 0,0 0-1 0 0,0 0 0 0 0,0 0 1 0 0,0 0-1 0 0,0 0 1 0 0,0 0-1 0 0,-1 0 0 0 0,1-1 1 0 0,0 1-1 0 0,-7 181 2894 0 0,16 184-1 0 0,-7-346-3376 0 0,-1 0 1 0 0,2 0-1 0 0,1-1 0 0 0,0 1 0 0 0,12 30 0 0 0,-13-44-1300 0 0</inkml:trace>
</inkml:ink>
</file>

<file path=ppt/ink/ink2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8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6 160 2761 0 0,'0'-2'-13'0'0,"-1"1"-1"0"0,1-1 1 0 0,0 0 0 0 0,-1 1 0 0 0,1-1 0 0 0,0 0 0 0 0,0 0 0 0 0,0 0 0 0 0,0 1 0 0 0,1-1 0 0 0,-1 0 0 0 0,0 1 0 0 0,1-1 0 0 0,-1 0 0 0 0,1 1 0 0 0,0-1 0 0 0,0 0-1 0 0,-1 1 1 0 0,1-1 0 0 0,0 1 0 0 0,0-1 0 0 0,0 1 0 0 0,0 0 0 0 0,1-1 0 0 0,-1 1 0 0 0,0 0 0 0 0,2-1 0 0 0,45-35-1347 0 0,-36 29 1383 0 0,3-2 336 0 0,0 0 1 0 0,1 2-1 0 0,0 0 1 0 0,0 0-1 0 0,1 2 1 0 0,17-5-1 0 0,-28 9 103 0 0,1 0-1 0 0,0 0 0 0 0,-1 1 1 0 0,1 0-1 0 0,0 0 0 0 0,-1 1 1 0 0,1 0-1 0 0,0 0 0 0 0,0 1 1 0 0,-1 0-1 0 0,1 0 1 0 0,0 0-1 0 0,-1 1 0 0 0,1 0 1 0 0,-1 0-1 0 0,0 1 0 0 0,0-1 1 0 0,11 8-1 0 0,-15-9-440 0 0,0 1 1 0 0,1 0-1 0 0,-1 1 1 0 0,0-1-1 0 0,0 0 1 0 0,0 1-1 0 0,-1-1 1 0 0,1 1-1 0 0,-1 0 1 0 0,1-1-1 0 0,-1 1 1 0 0,0 0-1 0 0,0 0 1 0 0,0 0-1 0 0,0 0 0 0 0,0 5 1 0 0,-1-1-97 0 0,1-1 1 0 0,-2 0-1 0 0,1 0 1 0 0,-1 0-1 0 0,0 1 1 0 0,0-1-1 0 0,-4 11 0 0 0,-2 1-314 0 0,-1-1-1 0 0,0 1 1 0 0,-2-2-1 0 0,-15 23 1 0 0,9-18 405 0 0,-1 0 1 0 0,-1-1-1 0 0,-38 32 1 0 0,-69 43 2722 0 0,56-45-2502 0 0,64-45-116 0 0,7-3 113 0 0,14-5 405 0 0,22-9 183 0 0,-11 3-819 0 0,1 0 1 0 0,0 2-1 0 0,0 1 0 0 0,1 1 0 0 0,0 1 0 0 0,0 2 0 0 0,0 1 0 0 0,0 1 1 0 0,0 1-1 0 0,42 8 0 0 0,-40-3-3707 0 0,-1 1-1181 0 0</inkml:trace>
</inkml:ink>
</file>

<file path=ppt/ink/ink2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2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7370 0 0,'0'0'666'0'0,"16"18"-4"0"0,-13-13-639 0 0,0 1 0 0 0,0 0 0 0 0,-1 0 0 0 0,0-1 0 0 0,0 2 0 0 0,-1-1 0 0 0,1 0 0 0 0,-1 0 0 0 0,0 0 0 0 0,-1 1 0 0 0,0-1 0 0 0,0 11 0 0 0,-3 9 58 0 0,-10 45 1 0 0,5-35 152 0 0,3-12 46 0 0,1-11 34 0 0,2 0 0 0 0,-2 24 0 0 0,4-34-106 0 0,-1 0-1 0 0,2 1 0 0 0,-1-1 0 0 0,0 0 0 0 0,1 0 1 0 0,-1 0-1 0 0,1 0 0 0 0,0 0 0 0 0,0 0 1 0 0,0 0-1 0 0,1 0 0 0 0,-1 0 0 0 0,1 0 0 0 0,-1-1 1 0 0,1 1-1 0 0,4 4 0 0 0,-5-6-130 0 0,0 0 0 0 0,1-1 0 0 0,-1 1 1 0 0,0 0-1 0 0,1-1 0 0 0,-1 1 0 0 0,1-1 0 0 0,-1 1 0 0 0,1-1 1 0 0,-1 1-1 0 0,1-1 0 0 0,-1 0 0 0 0,1 0 0 0 0,-1 0 0 0 0,1 0 1 0 0,-1 0-1 0 0,1 0 0 0 0,-1 0 0 0 0,1-1 0 0 0,2 0 0 0 0,34-12-328 0 0,-24 7-23 0 0,86-30-3990 0 0,-91 32 3408 0 0</inkml:trace>
</inkml:ink>
</file>

<file path=ppt/ink/ink2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6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 10138 0 0,'-1'3'182'0'0,"0"0"-1"0"0,0 1 0 0 0,1-1 1 0 0,-1 1-1 0 0,1 0 1 0 0,0-1-1 0 0,0 1 0 0 0,0-1 1 0 0,0 1-1 0 0,2 6 0 0 0,-1 3-165 0 0,-1-10 6 0 0,-5 156 1645 0 0,2-122-672 0 0,3 47 1 0 0,4-32-5159 0 0,0-24-838 0 0</inkml:trace>
</inkml:ink>
</file>

<file path=ppt/ink/ink2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0.5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 8754 0 0,'0'0'9'0'0,"0"0"0"0"0,0-1-1 0 0,0 1 1 0 0,0 0 0 0 0,0 0 0 0 0,0 0 0 0 0,0-1 0 0 0,0 1-1 0 0,1 0 1 0 0,-1 0 0 0 0,0 0 0 0 0,0-1 0 0 0,0 1 0 0 0,0 0-1 0 0,0 0 1 0 0,0 0 0 0 0,0-1 0 0 0,0 1 0 0 0,0 0 0 0 0,1 0-1 0 0,-1 0 1 0 0,0 0 0 0 0,0-1 0 0 0,0 1 0 0 0,0 0 0 0 0,1 0-1 0 0,-1 0 1 0 0,0 0 0 0 0,0 0 0 0 0,0 0 0 0 0,1-1 0 0 0,-1 1-1 0 0,0 0 1 0 0,0 0 0 0 0,0 0 0 0 0,1 0 0 0 0,-1 0 0 0 0,0 0-1 0 0,1 0 1 0 0,10 4 264 0 0,9 12-35 0 0,-14-1 93 0 0,-1 0-1 0 0,-1 0 1 0 0,0 0 0 0 0,-1 0-1 0 0,-1 1 1 0 0,0-1 0 0 0,-1 21-1 0 0,2 3 260 0 0,24 198 2663 0 0,-2-79-5221 0 0,-24-155 1835 0 0,-1 1-242 0 0,1 1 0 0 0,-1-1 0 0 0,1 0-1 0 0,0 0 1 0 0,1 0 0 0 0,-1 0 0 0 0,1 0 0 0 0,-1 0 0 0 0,1 0 0 0 0,1-1 0 0 0,-1 1 0 0 0,0-1 0 0 0,4 4 0 0 0,-3-5-811 0 0</inkml:trace>
</inkml:ink>
</file>

<file path=ppt/ink/ink2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0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86 6913 0 0,'8'-6'10'0'0,"0"0"-1"0"0,1 1 1 0 0,0 0-1 0 0,0 1 0 0 0,0-1 1 0 0,13-3-1 0 0,7-3-99 0 0,-18 5-23 0 0,47-18-52 0 0,-56 22 70 0 0,1 1 0 0 0,0 1 0 0 0,0-1 1 0 0,-1 0-1 0 0,1 1 0 0 0,0-1 0 0 0,0 1 1 0 0,0 0-1 0 0,-1 0 0 0 0,1 0 0 0 0,0 1 1 0 0,0-1-1 0 0,0 0 0 0 0,-1 1 0 0 0,1 0 1 0 0,0 0-1 0 0,4 2 0 0 0,-5-1 66 0 0,0 0-1 0 0,0 0 1 0 0,-1 0-1 0 0,1 0 1 0 0,-1 0-1 0 0,0 0 1 0 0,1 1-1 0 0,-1-1 1 0 0,0 1 0 0 0,0-1-1 0 0,-1 1 1 0 0,1-1-1 0 0,0 1 1 0 0,-1-1-1 0 0,1 1 1 0 0,-1-1-1 0 0,0 1 1 0 0,0 0 0 0 0,0-1-1 0 0,0 1 1 0 0,-2 4-1 0 0,0 9 435 0 0,-1 0-1 0 0,-6 19 1 0 0,6-26-145 0 0,-3 11 21 0 0,-1 0 1 0 0,-1 0 0 0 0,-1-1-1 0 0,-1 0 1 0 0,0 0 0 0 0,-2-1-1 0 0,-14 17 1 0 0,-13 12 631 0 0,-51 46 1 0 0,55-59 844 0 0,35-34-1729 0 0,0 0 0 0 0,-1 0 0 0 0,1 0 0 0 0,0 0 0 0 0,0 1 0 0 0,0-1 0 0 0,0 0 0 0 0,0 0-1 0 0,0 0 1 0 0,-1 0 0 0 0,1 0 0 0 0,0 0 0 0 0,0 0 0 0 0,0 1 0 0 0,0-1 0 0 0,0 0 0 0 0,0 0 0 0 0,0 0 0 0 0,0 0 0 0 0,0 0 0 0 0,0 0-1 0 0,0 1 1 0 0,0-1 0 0 0,0 0 0 0 0,0 0 0 0 0,0 0 0 0 0,0 0 0 0 0,0 1 0 0 0,0-1 0 0 0,0 0 0 0 0,0 0 0 0 0,0 0 0 0 0,0 0 0 0 0,0 0-1 0 0,0 1 1 0 0,0-1 0 0 0,0 0 0 0 0,0 0 0 0 0,0 0 0 0 0,0 0 0 0 0,0 0 0 0 0,0 1 0 0 0,0-1 0 0 0,0 0 0 0 0,0 0 0 0 0,1 0 0 0 0,-1 0-1 0 0,0 0 1 0 0,0 0 0 0 0,0 0 0 0 0,0 0 0 0 0,0 0 0 0 0,0 1 0 0 0,1-1 0 0 0,-1 0 0 0 0,15 1 580 0 0,30-5-624 0 0,-27 3 355 0 0,3 0 173 0 0,1 2 0 0 0,40 7-1 0 0,3 1-2302 0 0,-53-8-3231 0 0</inkml:trace>
</inkml:ink>
</file>

<file path=ppt/ink/ink2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5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1 121 6913 0 0,'2'-2'201'0'0,"0"0"0"0"0,1 0-1 0 0,-1 0 1 0 0,1 1-1 0 0,-1-1 1 0 0,1 1-1 0 0,0-1 1 0 0,0 1-1 0 0,-1 0 1 0 0,1 0-1 0 0,5-1 1 0 0,3-2 398 0 0,38-18 1601 0 0,82-27 0 0 0,-103 42-3578 0 0,0 0 0 0 0,42-4 0 0 0,-51 10 299 0 0</inkml:trace>
</inkml:ink>
</file>

<file path=ppt/ink/ink2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2.0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37 1 6913 0 0,'-12'22'3288'0'0,"0"24"-4128"0"0,5-17-151 0 0,6-27 1099 0 0,0 1 1 0 0,0-1-1 0 0,0 1 0 0 0,1-1 1 0 0,-1 0-1 0 0,1 1 0 0 0,0-1 1 0 0,0 1-1 0 0,0-1 0 0 0,0 1 1 0 0,0-1-1 0 0,0 1 1 0 0,0-1-1 0 0,1 1 0 0 0,0-1 1 0 0,-1 1-1 0 0,2 2 0 0 0,0-3 72 0 0,-1-1 0 0 0,1 0 0 0 0,-1 0 0 0 0,1 0-1 0 0,-1 0 1 0 0,1 0 0 0 0,-1 0 0 0 0,1 0-1 0 0,0-1 1 0 0,0 1 0 0 0,-1 0 0 0 0,1-1 0 0 0,0 1-1 0 0,0-1 1 0 0,0 0 0 0 0,0 0 0 0 0,0 0-1 0 0,-1 0 1 0 0,1 0 0 0 0,0 0 0 0 0,0 0 0 0 0,0-1-1 0 0,3 0 1 0 0,13-2-173 0 0,-11 2-97 0 0,1-1 1 0 0,-1 1-1 0 0,1 1 0 0 0,-1-1 1 0 0,1 1-1 0 0,14 2 1 0 0,-20-1 71 0 0,0-1 0 0 0,0 1 0 0 0,0 0 0 0 0,0 0 0 0 0,-1 0 0 0 0,1 0 0 0 0,0 0 0 0 0,0 1 0 0 0,-1-1 0 0 0,1 0 0 0 0,-1 1 0 0 0,1-1 0 0 0,-1 1 0 0 0,1 0 0 0 0,-1-1 0 0 0,0 1 0 0 0,0 0 0 0 0,0 0 0 0 0,0 0 0 0 0,0 0 0 0 0,0 0 0 0 0,-1 0 0 0 0,1 0 0 0 0,-1 0 0 0 0,1 0 0 0 0,-1 0 0 0 0,0 0 0 0 0,0 0 0 0 0,0 4 0 0 0,0 4 100 0 0,-1 0-1 0 0,0-1 1 0 0,0 1 0 0 0,-1-1-1 0 0,0 0 1 0 0,-1 1 0 0 0,0-1-1 0 0,0 0 1 0 0,-1-1 0 0 0,0 1 0 0 0,-1-1-1 0 0,0 1 1 0 0,0-2 0 0 0,-1 1-1 0 0,0 0 1 0 0,0-1 0 0 0,-1 0-1 0 0,0-1 1 0 0,0 1 0 0 0,0-1-1 0 0,-1 0 1 0 0,0-1 0 0 0,0 0 0 0 0,-1-1-1 0 0,1 1 1 0 0,-13 3 0 0 0,21-8-124 0 0,-1 1-69 0 0,0-1-1 0 0,1 0 1 0 0,-1 0 0 0 0,0 1 0 0 0,1-1 0 0 0,-1 0 0 0 0,0 0 0 0 0,0 0-1 0 0,1 0 1 0 0,-1 0 0 0 0,0 0 0 0 0,0 0 0 0 0,1 0 0 0 0,-1 0 0 0 0,0 0-1 0 0,1 0 1 0 0,-1-1 0 0 0,0 1 0 0 0,1 0 0 0 0,-1 0 0 0 0,-1-1-1 0 0,0-4-846 0 0</inkml:trace>
</inkml:ink>
</file>

<file path=ppt/ink/ink2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3.5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 3681 0 0,'0'0'753'0'0,"4"-7"1052"0"0,0 27 4296 0 0,-2-15-6173 0 0,-2-5-19 0 0</inkml:trace>
</inkml:ink>
</file>

<file path=ppt/ink/ink2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5.8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0 1 3321 0 0</inkml:trace>
</inkml:ink>
</file>

<file path=ppt/ink/ink2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1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6449 0 0,'-3'4'4267'0'0,"4"3"-2663"0"0,5 30-658 0 0,2-1 1 0 0,2 0-1 0 0,1 0 0 0 0,2-1 0 0 0,21 39 1 0 0,34 48-223 0 0,11-12-5188 0 0</inkml:trace>
</inkml:ink>
</file>

<file path=ppt/ink/ink2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6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8 181 1928 0 0,'-2'-2'56'0'0,"1"-1"-1"0"0,0 0 1 0 0,0 0-1 0 0,0 1 1 0 0,1-1-1 0 0,-1 0 1 0 0,1 0-1 0 0,-1 0 1 0 0,1 0-1 0 0,0 0 1 0 0,0 0-1 0 0,0 0 1 0 0,1 0-1 0 0,-1 0 1 0 0,1 0-1 0 0,-1 0 1 0 0,2-3-1 0 0,1 0 356 0 0,0 0-1 0 0,0 0 1 0 0,1 0 0 0 0,-1 1-1 0 0,1-1 1 0 0,8-8-1 0 0,-4 6-158 0 0,0 1-1 0 0,0 0 0 0 0,1 1 0 0 0,0-1 1 0 0,0 2-1 0 0,1-1 0 0 0,-1 1 1 0 0,1 1-1 0 0,0 0 0 0 0,15-4 0 0 0,-18 5-175 0 0,0 1 0 0 0,0 1-1 0 0,1 0 1 0 0,-1 0-1 0 0,0 0 1 0 0,0 1-1 0 0,0 0 1 0 0,1 0 0 0 0,-1 0-1 0 0,0 1 1 0 0,0 1-1 0 0,0-1 1 0 0,0 1-1 0 0,0 0 1 0 0,0 1 0 0 0,10 4-1 0 0,-14-5-49 0 0,0 1 0 0 0,0 0 0 0 0,0 0 0 0 0,-1 0 0 0 0,1 0 0 0 0,-1 0 0 0 0,1 0 0 0 0,-1 1-1 0 0,0-1 1 0 0,0 1 0 0 0,-1-1 0 0 0,1 1 0 0 0,-1 0 0 0 0,0 0 0 0 0,0 0 0 0 0,0 0 0 0 0,0 0 0 0 0,0 0 0 0 0,-1 0 0 0 0,0 0 0 0 0,0 0 0 0 0,0 0-1 0 0,-1 0 1 0 0,1 0 0 0 0,-2 7 0 0 0,-2 6 172 0 0,0 0 0 0 0,-1 0 0 0 0,-1 0 0 0 0,-11 22 0 0 0,5-17 175 0 0,-8 20 630 0 0,19-40-917 0 0,0 1-1 0 0,0 0 0 0 0,0-1 0 0 0,1 1 1 0 0,-1 0-1 0 0,1 0 0 0 0,0-1 1 0 0,0 1-1 0 0,0 0 0 0 0,0 0 0 0 0,0-1 1 0 0,0 1-1 0 0,2 3 0 0 0,-2-5-22 0 0,1-1-1 0 0,-1 1 1 0 0,1-1 0 0 0,0 0-1 0 0,-1 1 1 0 0,1-1-1 0 0,0 1 1 0 0,-1-1 0 0 0,1 0-1 0 0,0 0 1 0 0,-1 1-1 0 0,1-1 1 0 0,0 0-1 0 0,0 0 1 0 0,-1 0 0 0 0,1 0-1 0 0,0 0 1 0 0,-1 0-1 0 0,1 0 1 0 0,0 0-1 0 0,0 0 1 0 0,-1 0 0 0 0,1-1-1 0 0,0 1 1 0 0,-1 0-1 0 0,2-1 1 0 0,23-6 983 0 0,-21 6-814 0 0,8-3 294 0 0,24-8-262 0 0,1 1 0 0 0,0 2 0 0 0,1 2 1 0 0,65-5-1 0 0,-95 12-764 0 0,1 1 0 0 0,-1 0 0 0 0,0 1 0 0 0,0-1 1 0 0,0 1-1 0 0,0 1 0 0 0,0 0 0 0 0,0 0 0 0 0,-1 0 0 0 0,1 1 0 0 0,-1 0 1 0 0,0 1-1 0 0,0 0 0 0 0,8 7 0 0 0,-4 0-971 0 0</inkml:trace>
</inkml:ink>
</file>

<file path=ppt/ink/ink2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1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174 3 5529 0 0,'-2'-1'0'0'0,"1"1"1"0"0,-1-1-1 0 0,0 1 0 0 0,0 0 1 0 0,0 0-1 0 0,0 0 0 0 0,0 0 1 0 0,0 0-1 0 0,1 0 0 0 0,-1 1 0 0 0,0-1 1 0 0,0 1-1 0 0,0-1 0 0 0,1 1 1 0 0,-1 0-1 0 0,0-1 0 0 0,0 1 1 0 0,1 0-1 0 0,-1 0 0 0 0,1 0 0 0 0,-1 1 1 0 0,1-1-1 0 0,-1 0 0 0 0,1 0 1 0 0,0 1-1 0 0,0-1 0 0 0,-2 3 1 0 0,-7 7 27 0 0,2 1 0 0 0,-12 18 0 0 0,17-26 121 0 0,-11 20 928 0 0,1 1 0 0 0,0 1 0 0 0,-16 52 0 0 0,25-66-747 0 0,1 0 0 0 0,0 0 0 0 0,1 0 1 0 0,0 1-1 0 0,1-1 0 0 0,0 1 0 0 0,1-1 1 0 0,0 1-1 0 0,2-1 0 0 0,-1 1 0 0 0,5 15 1 0 0,-5-23-334 0 0,1-1 1 0 0,0 1 0 0 0,0-1 0 0 0,0 0 0 0 0,1 0 0 0 0,-1 0-1 0 0,1 0 1 0 0,0-1 0 0 0,0 1 0 0 0,1-1 0 0 0,-1 0-1 0 0,0 1 1 0 0,1-2 0 0 0,0 1 0 0 0,0 0 0 0 0,0-1 0 0 0,0 1-1 0 0,0-1 1 0 0,1 0 0 0 0,-1-1 0 0 0,0 1 0 0 0,1-1-1 0 0,-1 0 1 0 0,1 0 0 0 0,0 0 0 0 0,-1-1 0 0 0,1 1 0 0 0,0-1-1 0 0,0 0 1 0 0,-1-1 0 0 0,1 1 0 0 0,0-1 0 0 0,-1 0-1 0 0,1 0 1 0 0,-1 0 0 0 0,1-1 0 0 0,-1 0 0 0 0,0 1-1 0 0,1-1 1 0 0,-1-1 0 0 0,0 1 0 0 0,0-1 0 0 0,-1 0 0 0 0,1 0-1 0 0,0 0 1 0 0,2-3 0 0 0,4-3-35 0 0,-1-1 1 0 0,-1 1-1 0 0,0-2 1 0 0,0 1-1 0 0,-1-1 0 0 0,0 0 1 0 0,-1 0-1 0 0,-1-1 0 0 0,1 0 1 0 0,6-23-1 0 0,-12 34 10 0 0,0 0-1 0 0,1-1 0 0 0,-1 1 0 0 0,0 0 1 0 0,0 0-1 0 0,0 0 0 0 0,0 0 0 0 0,0 0 1 0 0,0 0-1 0 0,0 0 0 0 0,0-1 1 0 0,0 1-1 0 0,0 0 0 0 0,-1 0 0 0 0,1 0 1 0 0,0 0-1 0 0,-1 0 0 0 0,1 0 1 0 0,-1 0-1 0 0,1 0 0 0 0,-1 0 0 0 0,0 0 1 0 0,1 0-1 0 0,-1 1 0 0 0,0-1 1 0 0,-1-1-1 0 0,1 1 4 0 0,-1 1 1 0 0,1 0 0 0 0,-1-1-1 0 0,1 1 1 0 0,-1 0 0 0 0,0 0-1 0 0,1 0 1 0 0,-1 0-1 0 0,1 0 1 0 0,-1 0 0 0 0,1 0-1 0 0,-1 0 1 0 0,1 1-1 0 0,-1-1 1 0 0,1 0 0 0 0,-3 2-1 0 0,-4 1-102 0 0,0 1 0 0 0,0 0 0 0 0,0 0 0 0 0,0 1-1 0 0,-9 7 1 0 0,-24 28-3372 0 0,20-17-12 0 0</inkml:trace>
</inkml:ink>
</file>

<file path=ppt/ink/ink2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9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4 7858 0 0,'-1'-1'88'0'0,"0"1"1"0"0,0-1 0 0 0,0 1 0 0 0,0-1 0 0 0,0 1 0 0 0,-1 0-1 0 0,1-1 1 0 0,0 1 0 0 0,0 0 0 0 0,0 0 0 0 0,0 0-1 0 0,0 0 1 0 0,0 0 0 0 0,0 0 0 0 0,0 0 0 0 0,0 1-1 0 0,-1-1 1 0 0,1 0 0 0 0,0 0 0 0 0,0 1 0 0 0,0-1-1 0 0,0 1 1 0 0,0-1 0 0 0,0 1 0 0 0,0-1 0 0 0,1 1 0 0 0,-1 0-1 0 0,0-1 1 0 0,0 1 0 0 0,0 0 0 0 0,0 0 0 0 0,1 0-1 0 0,-1 0 1 0 0,0-1 0 0 0,1 1 0 0 0,-1 0 0 0 0,1 0-1 0 0,-1 0 1 0 0,1 0 0 0 0,0 0 0 0 0,-1 0 0 0 0,1 1 0 0 0,0-1-1 0 0,0 0 1 0 0,-1 0 0 0 0,1 0 0 0 0,0 0 0 0 0,0 1-1 0 0,0 9 153 0 0,0 0-1 0 0,1 0 1 0 0,0 0-1 0 0,3 12 1 0 0,-1-3-90 0 0,6 42 14 0 0,3 0 0 0 0,26 81 1 0 0,-1-32-4903 0 0,-30-91 720 0 0</inkml:trace>
</inkml:ink>
</file>

<file path=ppt/ink/ink2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4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7 155 5985 0 0,'-1'-1'20'0'0,"0"0"0"0"0,1 0 1 0 0,-1-1-1 0 0,0 1 0 0 0,1 0 0 0 0,-1-1 0 0 0,1 1 0 0 0,0-1 0 0 0,-1 1 0 0 0,1-1 0 0 0,0 1 0 0 0,0 0 0 0 0,0-1 0 0 0,0 1 1 0 0,0-1-1 0 0,0 1 0 0 0,0-1 0 0 0,0 1 0 0 0,1-1 0 0 0,0-1 0 0 0,1-1-103 0 0,-1-1 1 0 0,1 1-1 0 0,1 0 1 0 0,-1 0-1 0 0,1 0 1 0 0,4-6-1 0 0,3-1-286 0 0,1-1 0 0 0,1 2 0 0 0,13-11 0 0 0,-18 17 492 0 0,0-1 1 0 0,0 1-1 0 0,1 0 1 0 0,0 1-1 0 0,0 0 1 0 0,0 0-1 0 0,0 1 1 0 0,0 0-1 0 0,0 0 1 0 0,1 1-1 0 0,15 0 1 0 0,-17 0 162 0 0,0 1 1 0 0,1 1 0 0 0,-1-1 0 0 0,0 1-1 0 0,0 1 1 0 0,0-1 0 0 0,0 1-1 0 0,0 0 1 0 0,0 1 0 0 0,0 0 0 0 0,0 0-1 0 0,-1 0 1 0 0,0 1 0 0 0,7 4-1 0 0,-10-4-240 0 0,0-1 0 0 0,-1 1-1 0 0,1 0 1 0 0,0 0 0 0 0,-1 0-1 0 0,0 0 1 0 0,0 0-1 0 0,0 1 1 0 0,-1-1 0 0 0,1 1-1 0 0,-1-1 1 0 0,0 1-1 0 0,0 0 1 0 0,-1-1 0 0 0,1 1-1 0 0,-1 0 1 0 0,0-1 0 0 0,0 1-1 0 0,-2 7 1 0 0,0 7-128 0 0,-2 0 0 0 0,0 0 1 0 0,-9 25-1 0 0,6-26 462 0 0,-1-1 0 0 0,-1 0 0 0 0,0 0 0 0 0,-1-1 0 0 0,-17 21 0 0 0,11-17-208 0 0,2 1 1 0 0,-12 23-1 0 0,25-43-144 0 0,1-1 0 0 0,-1 1 0 0 0,1 0 0 0 0,0 0 0 0 0,-1-1 0 0 0,1 1 1 0 0,0 0-1 0 0,-1 0 0 0 0,1 0 0 0 0,0-1 0 0 0,0 1 0 0 0,0 0 1 0 0,0 0-1 0 0,0 0 0 0 0,0 0 0 0 0,0 0 0 0 0,0-1 0 0 0,0 1 0 0 0,0 0 1 0 0,0 0-1 0 0,1 0 0 0 0,-1 0 0 0 0,0-1 0 0 0,1 1 0 0 0,-1 0 0 0 0,0 0 1 0 0,1-1-1 0 0,-1 1 0 0 0,1 0 0 0 0,-1 0 0 0 0,1-1 0 0 0,0 1 1 0 0,-1-1-1 0 0,1 1 0 0 0,-1-1 0 0 0,1 1 0 0 0,0-1 0 0 0,0 1 0 0 0,-1-1 1 0 0,1 1-1 0 0,0-1 0 0 0,0 0 0 0 0,0 1 0 0 0,-1-1 0 0 0,1 0 0 0 0,0 0 1 0 0,0 0-1 0 0,0 0 0 0 0,0 1 0 0 0,-1-1 0 0 0,1 0 0 0 0,0-1 1 0 0,1 1-1 0 0,8 1 263 0 0,0-1 1 0 0,-1-1 0 0 0,16-2 0 0 0,-22 3-280 0 0,78-14 1 0 0,19-3-1344 0 0,-31 13-3994 0 0,-53 4 1192 0 0</inkml:trace>
</inkml:ink>
</file>

<file path=ppt/ink/ink2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8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0 151 1696 0 0,'2'-5'62'0'0,"0"0"0"0"0,1 0 0 0 0,-1 0 0 0 0,1 0 0 0 0,0 0-1 0 0,1 1 1 0 0,-1-1 0 0 0,1 1 0 0 0,0 0 0 0 0,4-4 0 0 0,-3 3 11 0 0,6-6 655 0 0,1 0 1 0 0,0 1-1 0 0,1 0 0 0 0,0 0 1 0 0,28-14-1 0 0,-36 22-335 0 0,1-1 0 0 0,0 1 1 0 0,-1 0-1 0 0,1 1 0 0 0,0-1 0 0 0,0 1 1 0 0,0 0-1 0 0,10 0 0 0 0,-13 1-291 0 0,0 1 0 0 0,0-1 0 0 0,0 1 0 0 0,0-1 0 0 0,0 1 0 0 0,0 0 0 0 0,0 0 0 0 0,0 0 0 0 0,0 0 0 0 0,0 1 0 0 0,0 0 0 0 0,-1-1 0 0 0,1 1 0 0 0,0 0 0 0 0,-1 0 0 0 0,0 0 0 0 0,3 3 0 0 0,-1 0-76 0 0,-1-1 0 0 0,0 1 0 0 0,0 0 1 0 0,0 0-1 0 0,-1 0 0 0 0,0 0 1 0 0,0 0-1 0 0,2 11 0 0 0,7 49 277 0 0,-2-10 310 0 0,25 53 1006 0 0,-24-80-1576 0 0,-1-1-1 0 0,-1 1 0 0 0,-1 1 1 0 0,-1-1-1 0 0,2 48 1 0 0,-6-58-2767 0 0</inkml:trace>
</inkml:ink>
</file>

<file path=ppt/ink/ink2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9.1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16 184 12499 0 0,'-1'0'43'0'0,"1"0"0"0"0,-1 0 0 0 0,0 0 1 0 0,1 0-1 0 0,-1 0 0 0 0,0-1 0 0 0,0 1 0 0 0,1 0 1 0 0,-1-1-1 0 0,0 1 0 0 0,1 0 0 0 0,-1-1 1 0 0,1 1-1 0 0,-1-1 0 0 0,1 1 0 0 0,-1-1 0 0 0,0 1 1 0 0,1-1-1 0 0,0 1 0 0 0,-1-1 0 0 0,1 0 0 0 0,-1 1 1 0 0,1-1-1 0 0,0 0 0 0 0,-1 1 0 0 0,1-1 1 0 0,0 0-1 0 0,0 1 0 0 0,-1-1 0 0 0,1-1 0 0 0,0 1 25 0 0,1-1 0 0 0,-1 0 0 0 0,0 0-1 0 0,1 1 1 0 0,0-1 0 0 0,-1 0-1 0 0,1 1 1 0 0,0-1 0 0 0,0 1 0 0 0,0-1-1 0 0,0 1 1 0 0,1-3 0 0 0,5-3 54 0 0,-1 0 0 0 0,1 0 0 0 0,0 1 0 0 0,10-7 0 0 0,5-1-407 0 0,1 0 1 0 0,1 2 0 0 0,42-15-1 0 0,-4 5-3436 0 0,-57 20 3128 0 0,35-12-3667 0 0</inkml:trace>
</inkml:ink>
</file>

<file path=ppt/ink/ink2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3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72 920 0 0,'6'-44'-183'0'0,"-6"42"333"0"0,1-1 0 0 0,-1 1 0 0 0,1 0 0 0 0,0 0 0 0 0,0 0 0 0 0,0-1 0 0 0,0 1 0 0 0,1 0-1 0 0,-1 0 1 0 0,0 1 0 0 0,1-1 0 0 0,0 0 0 0 0,14 6 6390 0 0,-12 24-5115 0 0,-4-28-1427 0 0,3 25 916 0 0,-2 0-1 0 0,-4 47 1 0 0,1-45-555 0 0,3 43-1 0 0,7-14-186 0 0,2-1 0 0 0,3 0 0 0 0,38 102 0 0 0,-27-84-90 0 0,-8-18-1712 0 0,-12-42-3159 0 0</inkml:trace>
</inkml:ink>
</file>

<file path=ppt/ink/ink2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7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65 8290 0 0,'4'-4'-108'0'0,"1"0"1"0"0,0 0-1 0 0,-1 1 1 0 0,1 0-1 0 0,1 0 1 0 0,-1 0-1 0 0,0 0 1 0 0,1 1-1 0 0,9-3 1 0 0,-8 2 190 0 0,9-3-309 0 0,1 1 1 0 0,0 0-1 0 0,1 1 0 0 0,30-2 1 0 0,-40 5 546 0 0,0 1-1 0 0,0 0 1 0 0,0 0-1 0 0,0 0 1 0 0,0 1 0 0 0,0 1-1 0 0,0-1 1 0 0,0 1 0 0 0,-1 1-1 0 0,1-1 1 0 0,-1 1 0 0 0,13 7-1 0 0,-17-7-287 0 0,1 0 0 0 0,-1 0 0 0 0,0 1-1 0 0,0-1 1 0 0,0 1 0 0 0,0 0 0 0 0,-1 0 0 0 0,0-1 0 0 0,1 2-1 0 0,-1-1 1 0 0,-1 0 0 0 0,1 0 0 0 0,-1 1 0 0 0,1-1-1 0 0,-1 0 1 0 0,-1 1 0 0 0,1 0 0 0 0,0-1 0 0 0,-1 1 0 0 0,0-1-1 0 0,0 1 1 0 0,-1-1 0 0 0,0 7 0 0 0,-2 6 21 0 0,0-1 1 0 0,-1 1-1 0 0,0-1 1 0 0,-2 0 0 0 0,-7 16-1 0 0,-5 2 454 0 0,-1 0-1 0 0,-2-1 1 0 0,-1-1 0 0 0,-2-1-1 0 0,-41 41 1 0 0,64-71-415 0 0,0 0 0 0 0,0 0 0 0 0,0 0-1 0 0,0 0 1 0 0,0 1 0 0 0,0-1 0 0 0,0 0 0 0 0,0 1-1 0 0,0-1 1 0 0,1 0 0 0 0,-1 1 0 0 0,1-1 0 0 0,-1 1-1 0 0,1-1 1 0 0,-1 1 0 0 0,1 1 0 0 0,0-2-53 0 0,0-1 0 0 0,1 1 0 0 0,-1-1-1 0 0,0 1 1 0 0,1-1 0 0 0,-1 1 0 0 0,0-1 0 0 0,1 0 0 0 0,-1 1 0 0 0,1-1 0 0 0,-1 0 0 0 0,0 1 0 0 0,1-1 0 0 0,-1 0 0 0 0,1 1-1 0 0,-1-1 1 0 0,1 0 0 0 0,0 0 0 0 0,-1 0 0 0 0,1 0 0 0 0,-1 1 0 0 0,1-1 0 0 0,-1 0 0 0 0,1 0 0 0 0,-1 0 0 0 0,1 0 0 0 0,0 0-1 0 0,0-1 1 0 0,10 1 265 0 0,0-2 0 0 0,0 1-1 0 0,14-6 1 0 0,-15 5-203 0 0,68-19 564 0 0,61-12 82 0 0,-123 31-971 0 0,0 0 0 0 0,0 0 0 0 0,0 2 0 0 0,0 0 0 0 0,1 1 0 0 0,23 4 0 0 0,-13 6-1781 0 0,-13 1-2986 0 0</inkml:trace>
</inkml:ink>
</file>

<file path=ppt/ink/ink2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2.3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160 231 2761 0 0,'-3'-1'53'0'0,"0"-1"1"0"0,1 1-1 0 0,-1 0 0 0 0,0 0 1 0 0,0 0-1 0 0,0 0 1 0 0,0 1-1 0 0,0-1 1 0 0,0 1-1 0 0,0 0 1 0 0,-6 0-1 0 0,-1-1 7 0 0,2 0 68 0 0,-1-1 0 0 0,1 1 0 0 0,0-1 0 0 0,0-1-1 0 0,0 0 1 0 0,0 0 0 0 0,0 0 0 0 0,-7-6 0 0 0,13 8 31 0 0,0 0 0 0 0,0-1 0 0 0,0 1 0 0 0,0-1 0 0 0,0 0 0 0 0,1 0 0 0 0,-1 0 0 0 0,0 1-1 0 0,1-2 1 0 0,0 1 0 0 0,-1 0 0 0 0,1 0 0 0 0,0 0 0 0 0,0-1 0 0 0,0 1 0 0 0,0 0 0 0 0,1-1 0 0 0,-1 1 0 0 0,1-1 0 0 0,-1 1 0 0 0,1-1 0 0 0,0 1 0 0 0,0-1 0 0 0,0 1 0 0 0,0-1 0 0 0,0 1 0 0 0,1-1 0 0 0,-1 1 0 0 0,1 0 0 0 0,0-1-1 0 0,1-3 1 0 0,1-1-152 0 0,0 1-1 0 0,1-1 1 0 0,0 0-1 0 0,0 1 1 0 0,0 0-1 0 0,1 0 0 0 0,0 0 1 0 0,0 1-1 0 0,0-1 1 0 0,1 1-1 0 0,0 1 0 0 0,0-1 1 0 0,0 1-1 0 0,1 0 1 0 0,-1 0-1 0 0,9-3 1 0 0,-4 2-154 0 0,0 1-1 0 0,1 0 1 0 0,-1 1 0 0 0,1 0 0 0 0,0 1 0 0 0,0 0 0 0 0,0 1 0 0 0,0 0 0 0 0,18 1 0 0 0,-28 0 135 0 0,1 0 0 0 0,0 0 1 0 0,0 1-1 0 0,-1-1 1 0 0,1 1-1 0 0,0-1 0 0 0,-1 1 1 0 0,1 0-1 0 0,0 0 0 0 0,-1 0 1 0 0,1 0-1 0 0,-1 1 0 0 0,0-1 1 0 0,1 1-1 0 0,-1-1 0 0 0,0 1 1 0 0,0 0-1 0 0,0 0 1 0 0,0 0-1 0 0,0 0 0 0 0,-1 0 1 0 0,1 0-1 0 0,-1 1 0 0 0,1-1 1 0 0,-1 0-1 0 0,0 1 0 0 0,1-1 1 0 0,-1 1-1 0 0,-1-1 0 0 0,1 1 1 0 0,0 0-1 0 0,-1 0 1 0 0,1-1-1 0 0,-1 1 0 0 0,0 0 1 0 0,0-1-1 0 0,0 6 0 0 0,-2 9-64 0 0,0 0 0 0 0,-1 1 0 0 0,-1-1-1 0 0,-12 31 1 0 0,8-21 202 0 0,1-7 215 0 0,2 1-1 0 0,0-1 0 0 0,1 1 1 0 0,1 0-1 0 0,0 26 1 0 0,4-42-303 0 0,-1-1 0 0 0,0 1 0 0 0,1 0 0 0 0,0 0 0 0 0,0-1 0 0 0,1 1 0 0 0,-1 0 0 0 0,1-1 0 0 0,0 1 0 0 0,0-1 0 0 0,0 0 0 0 0,5 7 1 0 0,-4-9-41 0 0,-1 1 0 0 0,1 0 0 0 0,0-1 1 0 0,1 1-1 0 0,-1-1 0 0 0,0 0 0 0 0,1 0 1 0 0,-1 0-1 0 0,1-1 0 0 0,-1 1 0 0 0,1-1 1 0 0,0 0-1 0 0,0 0 0 0 0,-1 0 0 0 0,1 0 1 0 0,0-1-1 0 0,7 1 0 0 0,2-2 234 0 0,0 0 1 0 0,0-1-1 0 0,0 0 0 0 0,0-1 0 0 0,-1 0 1 0 0,1-1-1 0 0,-1 0 0 0 0,0-1 0 0 0,0-1 1 0 0,-1 0-1 0 0,1 0 0 0 0,17-14 0 0 0,-27 18-181 0 0,0 1-1 0 0,0-1 0 0 0,0 0 0 0 0,0 1 0 0 0,-1-1 0 0 0,1 0 0 0 0,0 0 0 0 0,-1 0 0 0 0,1 0 0 0 0,-1 0 0 0 0,0-1 0 0 0,0 1 0 0 0,0 0 0 0 0,0-1 1 0 0,0 1-1 0 0,0-1 0 0 0,-1 1 0 0 0,1-1 0 0 0,-1 1 0 0 0,1-1 0 0 0,-1 1 0 0 0,0-1 0 0 0,0 1 0 0 0,0-1 0 0 0,-1 0 0 0 0,1 1 0 0 0,-1-1 1 0 0,1 1-1 0 0,-2-5 0 0 0,-1 3 61 0 0,0-1-1 0 0,0 1 1 0 0,0-1 0 0 0,0 1 0 0 0,-1 0 0 0 0,0 0 0 0 0,1 1-1 0 0,-1-1 1 0 0,-1 1 0 0 0,1 0 0 0 0,0 0 0 0 0,-1 0 0 0 0,-7-3-1 0 0,-7-3 66 0 0,-1 1 0 0 0,1 1 0 0 0,-2 1 0 0 0,1 0-1 0 0,-31-3 1 0 0,31 7-885 0 0,1 0-1 0 0,0 2 1 0 0,-27 2-1 0 0,13 3-4596 0 0</inkml:trace>
</inkml:ink>
</file>

<file path=ppt/ink/ink2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0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139 37 4609 0 0,'-2'-2'421'0'0,"1"-1"0"0"0,0 1 0 0 0,0-1 0 0 0,-1 1 0 0 0,0 0 0 0 0,1 0 0 0 0,-1-1 0 0 0,0 1 1 0 0,0 0-1 0 0,0 1 0 0 0,0-1 0 0 0,-1 0 0 0 0,1 0 0 0 0,0 1 0 0 0,-1 0 0 0 0,1-1 0 0 0,-4 0 0 0 0,4 1-177 0 0,0 1 0 0 0,0 0-1 0 0,1 0 1 0 0,-1 0 0 0 0,0 1-1 0 0,1-1 1 0 0,-1 0 0 0 0,0 1 0 0 0,0-1-1 0 0,1 1 1 0 0,-1-1 0 0 0,1 1 0 0 0,-1 0-1 0 0,0 0 1 0 0,1 0 0 0 0,-1 0-1 0 0,1 0 1 0 0,0 0 0 0 0,-1 0 0 0 0,1 0-1 0 0,0 0 1 0 0,0 1 0 0 0,0-1-1 0 0,0 0 1 0 0,0 1 0 0 0,0-1 0 0 0,0 1-1 0 0,-1 2 1 0 0,-7 12-126 0 0,1 1 0 0 0,0 1 0 0 0,1 0 0 0 0,1 0 0 0 0,1 0 0 0 0,1 0 0 0 0,0 1 0 0 0,1 0 0 0 0,1 0-1 0 0,1 26 1 0 0,1-22-7 0 0,1-1 0 0 0,1 1-1 0 0,2-1 1 0 0,0 0-1 0 0,1 0 1 0 0,1 0-1 0 0,1-1 1 0 0,14 30 0 0 0,-16-42-1365 0 0,0 1 0 0 0,1-1 0 0 0,0 0 0 0 0,0-1 0 0 0,13 14 1 0 0</inkml:trace>
</inkml:ink>
</file>

<file path=ppt/ink/ink2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5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21 220 6913 0 0,'-3'-3'3'0'0,"1"-1"-1"0"0,0 1 0 0 0,0-1 0 0 0,0 0 1 0 0,0 0-1 0 0,1 1 0 0 0,-1-1 0 0 0,1 0 1 0 0,0 0-1 0 0,0 0 0 0 0,0-1 0 0 0,1 1 1 0 0,0 0-1 0 0,0 0 0 0 0,0 0 0 0 0,0 0 0 0 0,0-1 1 0 0,1 1-1 0 0,0 0 0 0 0,0 0 0 0 0,0 0 1 0 0,0 0-1 0 0,1 0 0 0 0,1-4 0 0 0,0 2 37 0 0,0 1 1 0 0,1-1-1 0 0,-1 1 0 0 0,1-1 0 0 0,0 1 0 0 0,1 0 0 0 0,-1 0 0 0 0,1 1 1 0 0,0-1-1 0 0,0 1 0 0 0,0 0 0 0 0,1 1 0 0 0,-1-1 0 0 0,12-4 0 0 0,9-1 572 0 0,-1 1 1 0 0,1 1-1 0 0,0 1 0 0 0,0 1 0 0 0,1 2 0 0 0,36-1 1 0 0,-61 4-614 0 0,-1 0 0 0 0,1 0 0 0 0,-1 0 0 0 0,1 0 0 0 0,-1 0 0 0 0,0 0 0 0 0,1 1 0 0 0,-1-1 0 0 0,1 0 0 0 0,-1 1 0 0 0,0-1 0 0 0,1 1 0 0 0,-1-1 0 0 0,0 1 0 0 0,0 0 0 0 0,1 0 0 0 0,-1-1 0 0 0,0 1 0 0 0,0 0 0 0 0,0 0 0 0 0,0 0 0 0 0,0 0 0 0 0,0 0 0 0 0,0 0 0 0 0,1 2 0 0 0,-2-1 0 0 0,1 1 0 0 0,-1-1 0 0 0,1 0 0 0 0,-1 0 0 0 0,0 1 0 0 0,1-1 0 0 0,-1 0 0 0 0,0 1 0 0 0,-1-1 0 0 0,1 0 0 0 0,0 1 0 0 0,-1-1 0 0 0,-1 5 0 0 0,-2 4-161 0 0,0 0 0 0 0,-2 0 0 0 0,1 0 0 0 0,-14 18 0 0 0,5-10 428 0 0,-1-1 0 0 0,-1 0 0 0 0,-1-1 0 0 0,0-1 0 0 0,-1-1 0 0 0,-1 0 0 0 0,0-1 0 0 0,-25 13 1 0 0,68-31 689 0 0,41-1 1 0 0,-46 4-535 0 0,0 2 1 0 0,0 0 0 0 0,-1 0 0 0 0,1 2 0 0 0,27 7-1 0 0,-34-6-699 0 0,0 0 0 0 0,-1 1 0 0 0,0 0 0 0 0,0 0 0 0 0,0 1 0 0 0,-1 1-1 0 0,1 0 1 0 0,-2 0 0 0 0,15 13 0 0 0,-14-9-857 0 0</inkml:trace>
</inkml:ink>
</file>

<file path=ppt/ink/ink2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8.1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384 23 11058 0 0,'-3'3'-325'0'0,"1"0"-1"0"0,-1 0 1 0 0,1 0-1 0 0,0 1 1 0 0,0-1-1 0 0,1 1 1 0 0,-3 5-1 0 0,-6 12-1241 0 0,0-7 978 0 0,0 0 1 0 0,-1-1 0 0 0,0 0 0 0 0,-1-1-1 0 0,-1 0 1 0 0,-16 12 0 0 0,10-11 1618 0 0,0 0 1 0 0,-1-1 0 0 0,0-2-1 0 0,0 0 1 0 0,-1-1 0 0 0,-1-1 0 0 0,-30 8-1 0 0,50-16-1031 0 0,0 1 0 0 0,0-1 0 0 0,0 1 0 0 0,0-1 1 0 0,0 0-1 0 0,0 0 0 0 0,0 0 0 0 0,0 0 0 0 0,0 0 0 0 0,0 0 0 0 0,0 0 0 0 0,0-1 0 0 0,0 1 0 0 0,0-1 0 0 0,0 0 0 0 0,0 1 0 0 0,0-1 0 0 0,0 0 0 0 0,1 0 0 0 0,-1 0 0 0 0,0 0 0 0 0,0-1 0 0 0,-1-1 0 0 0,1 0-104 0 0,0 0 0 0 0,0 1-1 0 0,0-1 1 0 0,1-1 0 0 0,-1 1 0 0 0,1 0-1 0 0,0 0 1 0 0,0 0 0 0 0,0-1 0 0 0,0 1 0 0 0,0 0-1 0 0,1-7 1 0 0,-1-1-33 0 0,1 0-1 0 0,1 1 1 0 0,0-1 0 0 0,0 1-1 0 0,1-1 1 0 0,1 1 0 0 0,-1-1-1 0 0,7-12 1 0 0,-5 16 116 0 0,0 0 0 0 0,1 1 0 0 0,-1-1 0 0 0,1 1-1 0 0,1 0 1 0 0,-1 1 0 0 0,1-1 0 0 0,0 1 0 0 0,1 0 0 0 0,-1 0 0 0 0,1 1 0 0 0,0 0 0 0 0,0 0 0 0 0,0 1 0 0 0,0 0 0 0 0,10-3 0 0 0,-7 3 37 0 0,1 0-1 0 0,-1 0 1 0 0,0 2 0 0 0,1-1 0 0 0,-1 1 0 0 0,1 1 0 0 0,0-1 0 0 0,-1 2 0 0 0,1 0 0 0 0,-1 0 0 0 0,21 6 0 0 0,-25-6 186 0 0,0 2 0 0 0,0-1 0 0 0,0 1 0 0 0,0 0 1 0 0,-1 0-1 0 0,1 0 0 0 0,-1 1 0 0 0,0 0 0 0 0,0 0 0 0 0,0 1 1 0 0,0-1-1 0 0,-1 1 0 0 0,0 0 0 0 0,0 0 0 0 0,0 0 0 0 0,0 1 0 0 0,-1-1 1 0 0,0 1-1 0 0,4 10 0 0 0,-5-9 58 0 0,0 1 1 0 0,-1-1-1 0 0,1 1 0 0 0,-1-1 1 0 0,-1 1-1 0 0,1 0 1 0 0,-2-1-1 0 0,1 1 0 0 0,-1-1 1 0 0,0 1-1 0 0,0-1 0 0 0,-1 1 1 0 0,0-1-1 0 0,0 0 0 0 0,-1 1 1 0 0,-4 8-1 0 0,-26 54 212 0 0,29-56-1056 0 0</inkml:trace>
</inkml:ink>
</file>

<file path=ppt/ink/ink2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9.4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 8290 0 0,'2'0'1853'0'0,"-2"-1"-1756"0"0,1 1-1 0 0,0 0 1 0 0,-1-1 0 0 0,1 1-1 0 0,0 0 1 0 0,-1 0 0 0 0,1-1-1 0 0,0 1 1 0 0,-1 0 0 0 0,1 0-1 0 0,0 0 1 0 0,0 0 0 0 0,-1 0-1 0 0,1 0 1 0 0,0 0 0 0 0,0 0-1 0 0,-1 0 1 0 0,1 1 0 0 0,0-1-1 0 0,-1 0 1 0 0,1 0 0 0 0,0 1-1 0 0,-1-1 1 0 0,1 0-1 0 0,0 1 1 0 0,-1-1 0 0 0,1 1-1 0 0,-1-1 1 0 0,2 1 0 0 0,2 5 140 0 0,1-1 1 0 0,-1 1-1 0 0,-1 0 1 0 0,1 1-1 0 0,-1-1 1 0 0,0 1-1 0 0,0-1 1 0 0,-1 1-1 0 0,0 0 1 0 0,0 0-1 0 0,1 13 1 0 0,6 30 961 0 0,-4-14-1053 0 0,2 0-1 0 0,1 0 1 0 0,2 0-1 0 0,26 60 1 0 0,-19-60-3731 0 0</inkml:trace>
</inkml:ink>
</file>

<file path=ppt/ink/ink2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2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115 215 2761 0 0,'-15'-9'-722'0'0,"2"0"669"0"0,-1 1-1 0 0,1-2 0 0 0,1 0 1 0 0,-14-13-1 0 0,24 21 242 0 0,0 0 0 0 0,1 0 1 0 0,-1 0-1 0 0,0 0 0 0 0,1 0 0 0 0,-1 0 0 0 0,1 0 0 0 0,-1 0 0 0 0,1-1 0 0 0,0 1 0 0 0,0-1 0 0 0,0 1 0 0 0,1-1 0 0 0,-1 1 0 0 0,0-1 0 0 0,1 1 1 0 0,0-1-1 0 0,0 0 0 0 0,-1 1 0 0 0,1-1 0 0 0,1 1 0 0 0,-1-1 0 0 0,0 0 0 0 0,1 1 0 0 0,-1-1 0 0 0,1 1 0 0 0,0-1 0 0 0,0 1 0 0 0,0-1 0 0 0,0 1 1 0 0,0 0-1 0 0,3-5 0 0 0,1 3-74 0 0,0-1 0 0 0,0 1 0 0 0,0 0 1 0 0,0 0-1 0 0,0 0 0 0 0,1 1 0 0 0,0 0 0 0 0,0 0 1 0 0,0 0-1 0 0,0 1 0 0 0,0 0 0 0 0,7-2 1 0 0,8-1-336 0 0,0 1 1 0 0,29-3 0 0 0,-41 6 174 0 0,-1 1 0 0 0,0 0 0 0 0,1 0 0 0 0,-1 0 0 0 0,1 1 0 0 0,-1 0 0 0 0,15 5 0 0 0,-21-5 32 0 0,1 0 1 0 0,0 1 0 0 0,-1-1 0 0 0,1 1 0 0 0,-1-1 0 0 0,1 1 0 0 0,-1 0 0 0 0,0 0-1 0 0,1 0 1 0 0,-1 0 0 0 0,0 0 0 0 0,-1 1 0 0 0,1-1 0 0 0,0 1 0 0 0,-1-1 0 0 0,1 1-1 0 0,-1-1 1 0 0,0 1 0 0 0,0 0 0 0 0,0 0 0 0 0,0 0 0 0 0,0 0 0 0 0,-1-1 0 0 0,1 1 0 0 0,-1 4-1 0 0,1 0 79 0 0,-1 0-1 0 0,-1-1 1 0 0,1 1-1 0 0,-1 0 0 0 0,0 0 1 0 0,-1-1-1 0 0,1 1 0 0 0,-2 0 1 0 0,1-1-1 0 0,0 0 1 0 0,-1 0-1 0 0,-1 0 0 0 0,1 0 1 0 0,-1 0-1 0 0,1 0 0 0 0,-2-1 1 0 0,1 0-1 0 0,-1 0 1 0 0,-8 8-1 0 0,5-6 109 0 0,0 0 0 0 0,-1-1 1 0 0,0 0-1 0 0,0-1 0 0 0,0 0 0 0 0,0 0 0 0 0,-1-1 1 0 0,0 0-1 0 0,1-1 0 0 0,-2 0 0 0 0,1 0 1 0 0,-14 1-1 0 0,22-4-180 0 0,1 1 0 0 0,-1-1 0 0 0,1 0 1 0 0,0 0-1 0 0,-1 1 0 0 0,1-1 0 0 0,-1 0 0 0 0,1 0 0 0 0,-1-1 1 0 0,1 1-1 0 0,-1 0 0 0 0,1 0 0 0 0,0-1 0 0 0,-1 1 1 0 0,-1-2-1 0 0,17-7-680 0 0,39-11-128 0 0,-10 9-76 0 0,-20 6-2398 0 0</inkml:trace>
</inkml:ink>
</file>

<file path=ppt/ink/ink2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8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30 6913 0 0,'4'-3'239'0'0,"0"-1"-1"0"0,0 1 1 0 0,1 1-1 0 0,-1-1 1 0 0,1 1-1 0 0,-1 0 0 0 0,1 0 1 0 0,0 0-1 0 0,0 0 1 0 0,0 1-1 0 0,0 0 1 0 0,0 0-1 0 0,0 0 0 0 0,0 1 1 0 0,0 0-1 0 0,7 0 1 0 0,-2 0 47 0 0,-1 1-1 0 0,1 1 1 0 0,0-1 0 0 0,-1 1 0 0 0,1 1 0 0 0,-1 0 0 0 0,15 7 0 0 0,191 89 1272 0 0,-68-42-7555 0 0,-129-51 2183 0 0</inkml:trace>
</inkml:ink>
</file>

<file path=ppt/ink/ink2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4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 11979 0 0,'0'0'18'0'0,"0"0"1"0"0,0 0 0 0 0,0 0 0 0 0,0 0 0 0 0,0 0 0 0 0,1 0 0 0 0,-1-1 0 0 0,0 1-1 0 0,0 0 1 0 0,0 0 0 0 0,0 0 0 0 0,0 0 0 0 0,0 0 0 0 0,0 0 0 0 0,0 0 0 0 0,1-1-1 0 0,-1 1 1 0 0,0 0 0 0 0,0 0 0 0 0,0 0 0 0 0,0 0 0 0 0,0 0 0 0 0,0 0 0 0 0,1 0-1 0 0,-1 0 1 0 0,0 0 0 0 0,0 0 0 0 0,0 0 0 0 0,0 0 0 0 0,0 0 0 0 0,1 0 0 0 0,-1 0-1 0 0,0 0 1 0 0,0 0 0 0 0,0 0 0 0 0,0 0 0 0 0,0 0 0 0 0,1 0 0 0 0,-1 0 0 0 0,0 0-1 0 0,0 0 1 0 0,0 0 0 0 0,0 0 0 0 0,0 0 0 0 0,1 1 0 0 0,-1-1 0 0 0,0 0 0 0 0,0 0 0 0 0,0 0-1 0 0,0 0 1 0 0,0 0 0 0 0,0 0 0 0 0,0 0 0 0 0,0 0 0 0 0,0 1 0 0 0,1-1 0 0 0,-1 0-1 0 0,0 0 1 0 0,0 0 0 0 0,0 0 0 0 0,0 0 0 0 0,0 1 0 0 0,0-1 0 0 0,0 0 0 0 0,0 0-1 0 0,7 9-567 0 0,-4 1 456 0 0,-1 0 1 0 0,0 1-1 0 0,0-1 1 0 0,-1 1-1 0 0,0-1 1 0 0,-1 1-1 0 0,-2 12 1 0 0,2 15 617 0 0,2-9-455 0 0,1 0 0 0 0,2 0 0 0 0,1 0-1 0 0,1 0 1 0 0,1-1 0 0 0,2 0 0 0 0,13 28 0 0 0,-18-47-70 0 0,-1-5 0 0 0</inkml:trace>
</inkml:ink>
</file>

<file path=ppt/ink/ink2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7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42 130 9674 0 0,'-1'1'-93'0'0,"-1"-1"0"0"0,0 1 0 0 0,1-1 0 0 0,-1 1 0 0 0,1 0 0 0 0,-1-1-1 0 0,1 1 1 0 0,-1 0 0 0 0,1 0 0 0 0,0 0 0 0 0,-1 0 0 0 0,1 1 0 0 0,0-1 0 0 0,0 0 0 0 0,0 0 0 0 0,0 1 0 0 0,0-1 0 0 0,0 1-1 0 0,0-1 1 0 0,0 1 0 0 0,1-1 0 0 0,-1 1 0 0 0,1-1 0 0 0,-1 3 0 0 0,-2 6-532 0 0,0-1 0 0 0,1 1 0 0 0,0-1 0 0 0,0 19 0 0 0,2-20 911 0 0,0 0 0 0 0,1 0 1 0 0,0 0-1 0 0,0 0 0 0 0,1 0 0 0 0,0 0 0 0 0,0 0 0 0 0,1-1 1 0 0,5 13-1 0 0,-4-14-12 0 0,0 0 0 0 0,-1 0 0 0 0,2-1 0 0 0,-1 0-1 0 0,1 1 1 0 0,0-1 0 0 0,0-1 0 0 0,0 1 0 0 0,1-1 0 0 0,-1 0 0 0 0,1 0 0 0 0,0 0 0 0 0,0-1 0 0 0,1 0 0 0 0,-1 0 0 0 0,1-1 0 0 0,-1 0 0 0 0,1 0 0 0 0,0 0 0 0 0,0-1 0 0 0,7 1 0 0 0,-4-2-281 0 0,1 0 0 0 0,-1 0-1 0 0,0-1 1 0 0,0 0 0 0 0,1-1 0 0 0,-1 0 0 0 0,0-1 0 0 0,0 0 0 0 0,-1 0 0 0 0,1-1-1 0 0,-1-1 1 0 0,0 1 0 0 0,0-1 0 0 0,0-1 0 0 0,-1 0 0 0 0,10-8 0 0 0,-13 10-12 0 0,0 0 1 0 0,-1 0-1 0 0,0-1 1 0 0,0 1 0 0 0,0-1-1 0 0,0 0 1 0 0,-1-1-1 0 0,0 1 1 0 0,0 0 0 0 0,0-1-1 0 0,-1 0 1 0 0,0 1-1 0 0,0-1 1 0 0,0 0 0 0 0,-1 0-1 0 0,1 0 1 0 0,-1-1-1 0 0,-1 1 1 0 0,0 0 0 0 0,1 0-1 0 0,-2 0 1 0 0,1 0-1 0 0,-1-1 1 0 0,0 1 0 0 0,0 0-1 0 0,-1 0 1 0 0,1 0-1 0 0,-4-7 1 0 0,0 3-106 0 0,0 0 0 0 0,-1 1 0 0 0,0 0 0 0 0,0 0 1 0 0,-1 0-1 0 0,0 0 0 0 0,0 1 0 0 0,-1 0 0 0 0,0 1 0 0 0,0 0 0 0 0,-12-8 0 0 0,6 7-282 0 0,0 0 0 0 0,-1 0 0 0 0,1 1 0 0 0,-2 1 1 0 0,1 1-1 0 0,-1 0 0 0 0,-16-3 0 0 0,-13 1-683 0 0</inkml:trace>
</inkml:ink>
</file>

<file path=ppt/ink/ink2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2.9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10570 0 0,'12'30'481'0'0,"-1"0"0"0"0,-1 1 1 0 0,-2 0-1 0 0,-2 1 0 0 0,5 46 0 0 0,-5-30-312 0 0,17 59 0 0 0,-13-72 7 0 0,24 53 0 0 0,-27-73-593 0 0,1-1 0 0 0,0 1-1 0 0,1-1 1 0 0,1-1 0 0 0,20 23 0 0 0,-20-26-3849 0 0</inkml:trace>
</inkml:ink>
</file>

<file path=ppt/ink/ink2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5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1 135 3681 0 0,'0'-3'135'0'0,"0"0"0"0"0,-1 0 0 0 0,1-1 1 0 0,1 1-1 0 0,-1 0 0 0 0,0 0 0 0 0,1-1 0 0 0,0 1 1 0 0,0 0-1 0 0,0 0 0 0 0,0 0 0 0 0,0 0 0 0 0,0 0 1 0 0,1 0-1 0 0,0 0 0 0 0,2-3 0 0 0,0 0 146 0 0,0 0 0 0 0,0 1 1 0 0,0-1-1 0 0,1 1 0 0 0,0 0 0 0 0,11-9 0 0 0,-8 10-45 0 0,1-1 0 0 0,0 1 0 0 0,0 0 0 0 0,0 1 0 0 0,1 0 0 0 0,-1 0 0 0 0,1 1 0 0 0,0 1 0 0 0,0 0 0 0 0,-1 0 0 0 0,1 0 0 0 0,0 1 0 0 0,0 1 0 0 0,0 0 0 0 0,15 3 0 0 0,-24-3-240 0 0,0-1 1 0 0,0 0 0 0 0,1 1-1 0 0,-1 0 1 0 0,0-1 0 0 0,0 1 0 0 0,0 0-1 0 0,0-1 1 0 0,0 1 0 0 0,0 0-1 0 0,0 0 1 0 0,0 0 0 0 0,0 0 0 0 0,0 0-1 0 0,0 0 1 0 0,-1 0 0 0 0,1 0 0 0 0,0 0-1 0 0,-1 0 1 0 0,1 1 0 0 0,0 1-1 0 0,0 0-26 0 0,-1 0 0 0 0,0-1 0 0 0,0 1 0 0 0,0 0 0 0 0,0 0 0 0 0,0-1 0 0 0,0 1 0 0 0,-1 0 0 0 0,1-1 0 0 0,-2 4 0 0 0,-3 7-101 0 0,0 0 0 0 0,-1-1 1 0 0,-11 17-1 0 0,13-22 154 0 0,-17 29 909 0 0,-2-1-1 0 0,-1-1 1 0 0,-47 51 0 0 0,71-85-899 0 0,0 0 0 0 0,0 0 1 0 0,0 0-1 0 0,0 0 0 0 0,0 0 0 0 0,1-1 0 0 0,-1 1 1 0 0,0 0-1 0 0,0 0 0 0 0,0 0 0 0 0,0 0 0 0 0,0 0 0 0 0,0 0 1 0 0,0 0-1 0 0,1 0 0 0 0,-1 0 0 0 0,0 0 0 0 0,0 0 0 0 0,0 0 1 0 0,0 0-1 0 0,0 1 0 0 0,0-1 0 0 0,0 0 0 0 0,1 0 1 0 0,-1 0-1 0 0,0 0 0 0 0,0 0 0 0 0,0 0 0 0 0,0 0 0 0 0,0 0 1 0 0,0 0-1 0 0,0 0 0 0 0,0 0 0 0 0,0 0 0 0 0,1 1 1 0 0,-1-1-1 0 0,0 0 0 0 0,0 0 0 0 0,0 0 0 0 0,0 0 0 0 0,0 0 1 0 0,0 0-1 0 0,0 0 0 0 0,0 0 0 0 0,0 1 0 0 0,0-1 0 0 0,0 0 1 0 0,0 0-1 0 0,0 0 0 0 0,0 0 0 0 0,0 0 0 0 0,0 0 1 0 0,0 1-1 0 0,0-1 0 0 0,0 0 0 0 0,0 0 0 0 0,0 0 0 0 0,0 0 1 0 0,0 0-1 0 0,0 0 0 0 0,0 0 0 0 0,0 0 0 0 0,0 1 0 0 0,-1-1 1 0 0,1 0-1 0 0,0 0 0 0 0,19-2 917 0 0,22-7-106 0 0,-6 0-316 0 0,117-26 830 0 0,-123 30-2287 0 0,0 2-1 0 0,0 0 1 0 0,38 3 0 0 0,-39 3-2609 0 0,-15 0-1463 0 0</inkml:trace>
</inkml:ink>
</file>

<file path=ppt/ink/ink2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9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56 1 4609 0 0,'0'0'87'0'0,"-1"0"1"0"0,0 0-1 0 0,1 0 1 0 0,-1 0-1 0 0,0 0 1 0 0,1 0-1 0 0,-1 0 0 0 0,0 0 1 0 0,1 0-1 0 0,-1 0 1 0 0,1 0-1 0 0,-1 0 1 0 0,0 1-1 0 0,1-1 1 0 0,-1 0-1 0 0,0 0 0 0 0,1 1 1 0 0,-1-1-1 0 0,1 0 1 0 0,-1 1-1 0 0,1-1 1 0 0,-1 1-1 0 0,1-1 1 0 0,-1 0-1 0 0,1 1 0 0 0,-1 0 1 0 0,-12 23 535 0 0,-2 35-346 0 0,12-48 424 0 0,0 4-274 0 0,1 0 0 0 0,0-1 1 0 0,1 1-1 0 0,1 1 0 0 0,0-1 0 0 0,1 0 0 0 0,0 0 0 0 0,5 15 1 0 0,-4-20-639 0 0,1 0 0 0 0,0 0 0 0 0,1 0 0 0 0,0 0 0 0 0,1-1 0 0 0,0 0 0 0 0,9 13 0 0 0,-7-12-3732 0 0</inkml:trace>
</inkml:ink>
</file>

<file path=ppt/ink/ink2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2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14627 0 0,'2'3'201'0'0,"-1"0"0"0"0,1 0 0 0 0,-1 0-1 0 0,0 1 1 0 0,1-1 0 0 0,-1 1 0 0 0,-1-1 0 0 0,1 1 0 0 0,0-1-1 0 0,-1 1 1 0 0,0 6 0 0 0,0 51 40 0 0,0-52-313 0 0,-2 121-2264 0 0,8-43-2969 0 0,-1-47 1165 0 0</inkml:trace>
</inkml:ink>
</file>

<file path=ppt/ink/ink2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9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84 8754 0 0,'0'-17'530'0'0,"1"1"1"0"0,1-1-1 0 0,4-16 1 0 0,3 64 1821 0 0,-7 17-1058 0 0,-4 76-1 0 0,-1-75-174 0 0,6 73-1 0 0,0-88-2398 0 0,12 50 1 0 0,-12-75 900 0 0,-1-1 0 0 0,1 1 0 0 0,0 0 0 0 0,1-1 0 0 0,0 1 0 0 0,0-1 1 0 0,1 0-1 0 0,0-1 0 0 0,1 1 0 0 0,10 11 0 0 0,-4-8-3969 0 0</inkml:trace>
</inkml:ink>
</file>

<file path=ppt/ink/ink2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5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17 146 8754 0 0,'-2'-3'-16'0'0,"0"0"0"0"0,0 0 1 0 0,0 0-1 0 0,1 0 0 0 0,-1 0 0 0 0,1 0 0 0 0,0-1 1 0 0,0 1-1 0 0,0 0 0 0 0,0-1 0 0 0,1 1 1 0 0,-1-1-1 0 0,1 1 0 0 0,0-1 0 0 0,0 1 0 0 0,1-1 1 0 0,-1 1-1 0 0,0-1 0 0 0,1 1 0 0 0,0-1 1 0 0,0 1-1 0 0,0 0 0 0 0,0-1 0 0 0,1 1 0 0 0,-1 0 1 0 0,1 0-1 0 0,0 0 0 0 0,0 0 0 0 0,0 0 1 0 0,0 1-1 0 0,1-1 0 0 0,-1 0 0 0 0,1 1 1 0 0,3-3-1 0 0,-1 1-33 0 0,0 1 0 0 0,0-1-1 0 0,0 1 1 0 0,1 0 0 0 0,0 0 0 0 0,-1 1 0 0 0,1 0 0 0 0,0 0 0 0 0,0 0 0 0 0,0 1 0 0 0,0 0 0 0 0,8-1-1 0 0,-12 2 123 0 0,1 0 0 0 0,-1 0 1 0 0,0 0-1 0 0,0 0 0 0 0,0 1 0 0 0,0-1 0 0 0,0 1 0 0 0,1-1 0 0 0,-1 1 0 0 0,0 0 0 0 0,0-1 0 0 0,0 1 0 0 0,-1 0 0 0 0,1 1 0 0 0,0-1 0 0 0,0 0 0 0 0,0 0 0 0 0,-1 1 0 0 0,1-1 0 0 0,-1 1 0 0 0,1 0 0 0 0,-1-1 0 0 0,0 1 0 0 0,1 0 0 0 0,-1 0 0 0 0,0 0 0 0 0,0 0 0 0 0,0-1 0 0 0,-1 2 0 0 0,1-1 0 0 0,0 0 0 0 0,-1 0 0 0 0,1 0 0 0 0,-1 0 0 0 0,0 0 0 0 0,0 0 0 0 0,0 4 0 0 0,0 5-103 0 0,0 0-1 0 0,-1-1 1 0 0,-1 1-1 0 0,0 0 1 0 0,0-1-1 0 0,-1 1 1 0 0,0-1-1 0 0,-1 0 1 0 0,-5 10-1 0 0,-3 5 566 0 0,-1-1 0 0 0,-23 30 0 0 0,22-37 482 0 0,11-14-628 0 0,0 0 1 0 0,-1 1-1 0 0,1-1 1 0 0,1 1-1 0 0,-1 0 1 0 0,0 0-1 0 0,1 0 1 0 0,0 0 0 0 0,0 0-1 0 0,-2 8 1 0 0,4-11-302 0 0,1-1 0 0 0,-1 1 1 0 0,1 0-1 0 0,0-1 0 0 0,-1 1 1 0 0,1-1-1 0 0,0 1 1 0 0,0-1-1 0 0,-1 1 0 0 0,1-1 1 0 0,0 0-1 0 0,0 1 0 0 0,-1-1 1 0 0,1 0-1 0 0,0 0 1 0 0,0 0-1 0 0,0 1 0 0 0,0-1 1 0 0,-1 0-1 0 0,1 0 0 0 0,0 0 1 0 0,0 0-1 0 0,0 0 0 0 0,0-1 1 0 0,0 1-1 0 0,-1 0 1 0 0,1 0-1 0 0,0-1 0 0 0,1 1 1 0 0,33-7 517 0 0,-32 7-457 0 0,69-18 190 0 0,61-12-750 0 0,-115 27-1354 0 0,1 2 0 0 0,33 1 0 0 0</inkml:trace>
</inkml:ink>
</file>

<file path=ppt/ink/ink2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8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 7834 0 0,'-1'1'48'0'0,"1"-1"0"0"0,-1 1 0 0 0,1 0 1 0 0,-1 0-1 0 0,1 0 0 0 0,0-1 0 0 0,-1 1 0 0 0,1 0 1 0 0,0 0-1 0 0,0 0 0 0 0,-1 0 0 0 0,1 0 1 0 0,0 0-1 0 0,0-1 0 0 0,0 1 0 0 0,0 0 0 0 0,0 0 1 0 0,0 0-1 0 0,0 0 0 0 0,1 0 0 0 0,-1 0 0 0 0,0 1 1 0 0,7 28 249 0 0,-5-21-9 0 0,-1-6-266 0 0,27 120 2612 0 0,-1-43-5917 0 0,-18-58-543 0 0</inkml:trace>
</inkml:ink>
</file>

<file path=ppt/ink/ink2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6.3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0 140 6913 0 0,'1'-3'66'0'0,"-1"1"-1"0"0,1-1 1 0 0,-1 0-1 0 0,1 1 1 0 0,0-1-1 0 0,1 1 0 0 0,-1-1 1 0 0,0 1-1 0 0,1 0 1 0 0,-1-1-1 0 0,1 1 1 0 0,1-2-1 0 0,29-30-1241 0 0,-19 20 432 0 0,7-7-408 0 0,9-1 3565 0 0,-25 19-1961 0 0,1 1 1 0 0,0 0-1 0 0,0 0 1 0 0,0 1-1 0 0,1-1 1 0 0,-1 1-1 0 0,0 0 1 0 0,1 1 0 0 0,-1-1-1 0 0,7 1 1 0 0,-4 0-186 0 0,-1 0 0 0 0,1 1 0 0 0,-1-1 0 0 0,0 1 0 0 0,1 1 0 0 0,10 3 0 0 0,-15-4-230 0 0,-1 0 0 0 0,0 0-1 0 0,0 0 1 0 0,0 1 0 0 0,1-1-1 0 0,-1 1 1 0 0,0-1 0 0 0,-1 1-1 0 0,1 0 1 0 0,0 0-1 0 0,-1 0 1 0 0,1 0 0 0 0,-1 0-1 0 0,1 0 1 0 0,-1 0 0 0 0,0 1-1 0 0,0-1 1 0 0,0 0 0 0 0,0 1-1 0 0,0-1 1 0 0,-1 1 0 0 0,2 4-1 0 0,-1 0 156 0 0,0 1-1 0 0,0-1 1 0 0,0 1-1 0 0,-1 0 1 0 0,0-1-1 0 0,-1 1 1 0 0,0-1-1 0 0,0 1 1 0 0,0-1-1 0 0,-1 1 1 0 0,0-1-1 0 0,0 0 1 0 0,-1 1-1 0 0,0-1 1 0 0,-1 0-1 0 0,1-1 1 0 0,-1 1-1 0 0,0-1 1 0 0,-1 0-1 0 0,0 0 1 0 0,-7 8-1 0 0,68-33 2854 0 0,-23 8-3312 0 0,2 2 0 0 0,38-5 0 0 0,-10 4-3065 0 0,-34 6 96 0 0,21-3-3086 0 0</inkml:trace>
</inkml:ink>
</file>

<file path=ppt/ink/ink2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6.3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0 0 2417 0 0</inkml:trace>
</inkml:ink>
</file>

<file path=ppt/ink/ink2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7.6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442 107 2761 0 0,'-5'1'17'0'0,"0"0"-1"0"0,0 0 1 0 0,0 1 0 0 0,0-1 0 0 0,0 1 0 0 0,1 0 0 0 0,-1 1 0 0 0,1-1 0 0 0,0 1 0 0 0,-1-1 0 0 0,1 1 0 0 0,1 1 0 0 0,-5 2 0 0 0,-14 11 31 0 0,-14 9 111 0 0,1 2 0 0 0,2 1 0 0 0,1 1-1 0 0,1 2 1 0 0,2 1 0 0 0,1 1 0 0 0,2 2 0 0 0,-43 77 0 0 0,63-102 104 0 0,1 1 1 0 0,0 0-1 0 0,1 0 1 0 0,1 0-1 0 0,0 1 1 0 0,0-1-1 0 0,1 1 1 0 0,0 13 0 0 0,2-19-132 0 0,-1 0 0 0 0,2 0 0 0 0,-1 0 0 0 0,1 0 0 0 0,-1 0-1 0 0,2 0 1 0 0,-1-1 0 0 0,1 1 0 0 0,0-1 0 0 0,1 1 0 0 0,-1-1 0 0 0,1 1 0 0 0,1-1 0 0 0,-1 0 0 0 0,1-1 0 0 0,6 9 0 0 0,-8-12-114 0 0,0 0 0 0 0,0-1 0 0 0,-1 1-1 0 0,1-1 1 0 0,0 0 0 0 0,0 1 0 0 0,0-1-1 0 0,1 0 1 0 0,-1 0 0 0 0,0 0 0 0 0,0 0-1 0 0,0-1 1 0 0,1 1 0 0 0,-1-1 0 0 0,1 1-1 0 0,-1-1 1 0 0,0 0 0 0 0,1 0 0 0 0,3 0-1 0 0,-2-1 33 0 0,1 0-1 0 0,-1 0 1 0 0,0-1-1 0 0,1 1 0 0 0,-1-1 1 0 0,0 0-1 0 0,0 0 1 0 0,0-1-1 0 0,6-4 1 0 0,2-3 237 0 0,0-1 0 0 0,0 0 1 0 0,-1-1-1 0 0,16-24 0 0 0,-17 20-329 0 0,-1 0 1 0 0,0-1-1 0 0,-1 0 0 0 0,-1 0 1 0 0,-1-1-1 0 0,0 0 0 0 0,-2 0 1 0 0,0-1-1 0 0,-1 1 0 0 0,0-1 1 0 0,-2 0-1 0 0,0 0 0 0 0,-1 1 1 0 0,-1-1-1 0 0,-1 0 0 0 0,-1 0 1 0 0,0 1-1 0 0,-1 0 0 0 0,-1 0 1 0 0,-1 0-1 0 0,-1 0 0 0 0,0 1 1 0 0,-12-20-1 0 0,18 35 28 0 0,0 0 0 0 0,0 0 0 0 0,0 0-1 0 0,-1 0 1 0 0,1 0 0 0 0,-1 0 0 0 0,0 1 0 0 0,1-1 0 0 0,-1 0 0 0 0,0 1 0 0 0,0-1-1 0 0,0 1 1 0 0,0 0 0 0 0,0 0 0 0 0,0 0 0 0 0,0 0 0 0 0,-1 0 0 0 0,1 0 0 0 0,-4-1 0 0 0,4 2 9 0 0,0 1-1 0 0,0-1 1 0 0,0 0 0 0 0,1 1 0 0 0,-1-1 0 0 0,0 1 0 0 0,0-1 0 0 0,1 1 0 0 0,-1 0 0 0 0,0 0 0 0 0,1 0 0 0 0,-1 0 0 0 0,1 0 0 0 0,-1 0 0 0 0,1 0 0 0 0,0 0 0 0 0,-1 1 0 0 0,1-1 0 0 0,0 0-1 0 0,0 1 1 0 0,0-1 0 0 0,0 1 0 0 0,0 0 0 0 0,0-1 0 0 0,0 1 0 0 0,0 2 0 0 0,-8 16 65 0 0,1-1 0 0 0,1 1 0 0 0,1 1 0 0 0,1-1 0 0 0,1 1 0 0 0,1 0 0 0 0,0 0 0 0 0,1 24 0 0 0,2-31 59 0 0,1 1 0 0 0,0 0 0 0 0,1-1 1 0 0,1 1-1 0 0,0-1 0 0 0,1 0 0 0 0,0 0 1 0 0,1 0-1 0 0,1 0 0 0 0,0-1 0 0 0,1 0 1 0 0,12 18-1 0 0,-13-23-60 0 0,1-1-1 0 0,0 0 1 0 0,0 0 0 0 0,1-1 0 0 0,0 1 0 0 0,0-2-1 0 0,0 1 1 0 0,1-1 0 0 0,14 7 0 0 0,-20-11-9 0 0,0 0 1 0 0,0 1-1 0 0,0-1 0 0 0,0 0 1 0 0,0 0-1 0 0,0 0 1 0 0,0-1-1 0 0,1 1 0 0 0,-1-1 1 0 0,0 0-1 0 0,0 0 1 0 0,0 0-1 0 0,1 0 0 0 0,-1-1 1 0 0,0 1-1 0 0,0-1 1 0 0,0 1-1 0 0,1-1 0 0 0,-1 0 1 0 0,0-1-1 0 0,0 1 1 0 0,-1 0-1 0 0,1-1 0 0 0,0 0 1 0 0,0 0-1 0 0,-1 0 1 0 0,1 0-1 0 0,-1 0 0 0 0,1 0 1 0 0,-1 0-1 0 0,0-1 1 0 0,3-4-1 0 0,1-2-43 0 0,-2 0 1 0 0,1 0-1 0 0,-1-1 0 0 0,0 0 1 0 0,-1 0-1 0 0,0 0 0 0 0,-1 0 1 0 0,0 0-1 0 0,-1 0 0 0 0,1 0 1 0 0,-2-1-1 0 0,0 1 0 0 0,0 0 1 0 0,-2-12-1 0 0,1 14-169 0 0,-1 0 1 0 0,0 0 0 0 0,0 0-1 0 0,-1 0 1 0 0,0 0-1 0 0,-1 1 1 0 0,1-1-1 0 0,-1 1 1 0 0,-1 0-1 0 0,1 0 1 0 0,-1 1-1 0 0,0-1 1 0 0,-1 1-1 0 0,0 0 1 0 0,0 0-1 0 0,0 1 1 0 0,0 0 0 0 0,-9-6-1 0 0,11 9 74 0 0,0 0 0 0 0,0 0 0 0 0,-1 0-1 0 0,1 0 1 0 0,0 1 0 0 0,-1 0 0 0 0,1-1 0 0 0,-1 2-1 0 0,1-1 1 0 0,-1 0 0 0 0,0 1 0 0 0,1 0 0 0 0,-1 0-1 0 0,0 0 1 0 0,-4 2 0 0 0,1 0 43 0 0,1 0 0 0 0,-1 0 1 0 0,1 1-1 0 0,0 0 0 0 0,0 0 0 0 0,0 0 0 0 0,1 1 0 0 0,-10 7 1 0 0,4-2 78 0 0,1 1 1 0 0,0 0 0 0 0,1 1 0 0 0,1 0-1 0 0,-1 0 1 0 0,2 1 0 0 0,-1 0 0 0 0,2 0-1 0 0,-8 15 1 0 0,14-24 28 0 0,-1 1 0 0 0,1-1 0 0 0,-1 0 0 0 0,1 1 1 0 0,0-1-1 0 0,1 1 0 0 0,-1-1 0 0 0,0 1 0 0 0,1-1 0 0 0,0 1 0 0 0,0 0 0 0 0,0-1 0 0 0,0 1 0 0 0,1-1 0 0 0,-1 1 1 0 0,1-1-1 0 0,0 1 0 0 0,0-1 0 0 0,0 1 0 0 0,0-1 0 0 0,1 0 0 0 0,-1 1 0 0 0,4 3 0 0 0,-2-3 4 0 0,0-1 0 0 0,1 0 0 0 0,-1-1 0 0 0,1 1 0 0 0,-1 0 0 0 0,1-1 0 0 0,0 0 0 0 0,0 0 0 0 0,0 0 0 0 0,0-1 0 0 0,0 1 0 0 0,1-1 0 0 0,-1 0 0 0 0,0 0 0 0 0,1 0 0 0 0,-1-1 0 0 0,1 1 0 0 0,7-1 0 0 0,1-1 82 0 0,0 0 0 0 0,0-1-1 0 0,0-1 1 0 0,0 0-1 0 0,0 0 1 0 0,-1-1 0 0 0,0-1-1 0 0,1 0 1 0 0,-2-1 0 0 0,1 0-1 0 0,11-9 1 0 0,-9 6-108 0 0,0-1 0 0 0,-1-1 1 0 0,-1 0-1 0 0,0-1 0 0 0,0 0 1 0 0,-1-1-1 0 0,-1 0 0 0 0,12-18 1 0 0,-3-10-619 0 0,-18 39 480 0 0,-1 0 0 0 0,1-1 0 0 0,0 1 0 0 0,-1 0-1 0 0,1-1 1 0 0,-1 1 0 0 0,0 0 0 0 0,0-1 0 0 0,0 1 0 0 0,0-1 0 0 0,0 1 0 0 0,0 0 0 0 0,-1-1 0 0 0,1 1 0 0 0,-1-1-1 0 0,-1-1 1 0 0,2 3 51 0 0,-1 1-1 0 0,1-1 1 0 0,0 1-1 0 0,-1-1 0 0 0,0 1 1 0 0,1 0-1 0 0,-1-1 1 0 0,1 1-1 0 0,-1 0 0 0 0,1-1 1 0 0,-1 1-1 0 0,0 0 1 0 0,1 0-1 0 0,-1 0 0 0 0,1-1 1 0 0,-1 1-1 0 0,0 0 1 0 0,1 0-1 0 0,-1 0 0 0 0,0 0 1 0 0,1 0-1 0 0,-1 0 1 0 0,0 0-1 0 0,1 0 0 0 0,-1 1 1 0 0,0-1-1 0 0,1 0 1 0 0,-1 0-1 0 0,1 0 0 0 0,-1 1 1 0 0,0-1-1 0 0,1 0 0 0 0,-1 1 1 0 0,1-1-1 0 0,-1 1 1 0 0,1-1-1 0 0,-1 0 0 0 0,1 1 1 0 0,-1-1-1 0 0,1 1 1 0 0,0-1-1 0 0,-2 2 0 0 0,-18 22-519 0 0,14-15 492 0 0,1 1-1 0 0,0 0 0 0 0,0 0 0 0 0,1 0 0 0 0,1 1 0 0 0,0-1 0 0 0,0 1 0 0 0,-1 14 0 0 0,3-21 92 0 0,1-1-1 0 0,0 1 1 0 0,0-1-1 0 0,0 1 1 0 0,0-1 0 0 0,1 1-1 0 0,0-1 1 0 0,-1 1-1 0 0,1-1 1 0 0,0 0 0 0 0,1 1-1 0 0,-1-1 1 0 0,3 4-1 0 0,-3-5 8 0 0,1 0 1 0 0,0 0-1 0 0,0-1 0 0 0,-1 1 0 0 0,1 0 0 0 0,1 0 0 0 0,-1-1 0 0 0,0 0 0 0 0,0 1 0 0 0,0-1 0 0 0,1 0 0 0 0,-1 0 0 0 0,1 0 0 0 0,-1 0 0 0 0,1-1 0 0 0,-1 1 0 0 0,1-1 0 0 0,-1 1 0 0 0,1-1 0 0 0,2 0 0 0 0,3 0 117 0 0,0-1 0 0 0,0 0 1 0 0,0 0-1 0 0,-1-1 0 0 0,1 0 0 0 0,0 0 0 0 0,-1 0 0 0 0,0-1 0 0 0,1-1 0 0 0,-1 1 0 0 0,-1-1 1 0 0,1 0-1 0 0,0-1 0 0 0,-1 1 0 0 0,0-1 0 0 0,0-1 0 0 0,0 1 0 0 0,5-8 0 0 0,3-3-74 0 0,-1-1 0 0 0,0 0-1 0 0,-2-1 1 0 0,0 0-1 0 0,14-31 1 0 0,-19 33-388 0 0,-1-1 0 0 0,0 1 0 0 0,-1-1 0 0 0,-1 1 0 0 0,0-1 0 0 0,-2 0 0 0 0,0 0 0 0 0,0 0 0 0 0,-2 0 0 0 0,0 0 0 0 0,-1 0 0 0 0,-1 0 0 0 0,0 0 0 0 0,-1 1 0 0 0,-1-1 0 0 0,-13-28 0 0 0,17 42 301 0 0,0 0 1 0 0,0 1 0 0 0,-1 0-1 0 0,1-1 1 0 0,-1 1 0 0 0,1 0-1 0 0,-1-1 1 0 0,0 1 0 0 0,0 0-1 0 0,0 0 1 0 0,0 1 0 0 0,0-1-1 0 0,0 0 1 0 0,0 1 0 0 0,-1-1-1 0 0,1 1 1 0 0,-1 0 0 0 0,1-1-1 0 0,-1 1 1 0 0,1 0 0 0 0,-1 1 0 0 0,0-1-1 0 0,1 0 1 0 0,-1 1 0 0 0,0 0-1 0 0,0-1 1 0 0,1 1 0 0 0,-1 0-1 0 0,0 1 1 0 0,0-1 0 0 0,1 0-1 0 0,-1 1 1 0 0,0-1 0 0 0,1 1-1 0 0,-1 0 1 0 0,0 0 0 0 0,1 0-1 0 0,-1 0 1 0 0,1 1 0 0 0,-4 1-1 0 0,-4 4 110 0 0,0 0-1 0 0,1 1 0 0 0,0 0 0 0 0,0 0 0 0 0,1 1 1 0 0,0 0-1 0 0,-13 20 0 0 0,1 2 155 0 0,1 0 0 0 0,2 2-1 0 0,-17 44 1 0 0,28-62-95 0 0,1 0-1 0 0,0 1 0 0 0,2-1 1 0 0,0 1-1 0 0,0-1 0 0 0,1 1 1 0 0,2 0-1 0 0,-1 0 0 0 0,2 0 1 0 0,2 19-1 0 0,-1-27-26 0 0,0 0-1 0 0,1 0 1 0 0,0 0-1 0 0,0-1 1 0 0,0 1-1 0 0,1-1 1 0 0,0 0-1 0 0,1 0 1 0 0,0 0-1 0 0,5 6 1 0 0,-8-11-78 0 0,0 1 1 0 0,1-1 0 0 0,-1 0 0 0 0,0 0-1 0 0,1 0 1 0 0,0 0 0 0 0,-1 0-1 0 0,1 0 1 0 0,0-1 0 0 0,0 1 0 0 0,0-1-1 0 0,0 0 1 0 0,0 0 0 0 0,0 0-1 0 0,0 0 1 0 0,0 0 0 0 0,1-1 0 0 0,-1 1-1 0 0,0-1 1 0 0,0 0 0 0 0,1 0-1 0 0,-1 0 1 0 0,0-1 0 0 0,0 1 0 0 0,0-1-1 0 0,1 0 1 0 0,4-1 0 0 0,5-5 25 0 0,0 0 0 0 0,0-1 0 0 0,-1 0 0 0 0,-1-1 0 0 0,1 0 0 0 0,-1-1 0 0 0,-1 0 0 0 0,17-20 0 0 0,-6 2-98 0 0,-1-1 1 0 0,25-46 0 0 0,-35 55-219 0 0,-1-1-1 0 0,0 0 1 0 0,-2 0 0 0 0,0 0-1 0 0,-2-1 1 0 0,0 0-1 0 0,-1-1 1 0 0,-1 1 0 0 0,-2-1-1 0 0,0 1 1 0 0,-1-1 0 0 0,-1 1-1 0 0,-6-29 1 0 0,7 48 157 0 0,0 0 0 0 0,-1 1 0 0 0,0-1 1 0 0,0 1-1 0 0,0-1 0 0 0,0 1 0 0 0,0-1 0 0 0,0 1 0 0 0,0-1 0 0 0,-1 1 0 0 0,0 0 1 0 0,1 0-1 0 0,-1 0 0 0 0,0 0 0 0 0,0 0 0 0 0,-3-3 0 0 0,3 4 44 0 0,0 1-1 0 0,0-1 1 0 0,0 1-1 0 0,0 0 1 0 0,0-1-1 0 0,0 1 1 0 0,0 0-1 0 0,1 0 1 0 0,-1 0-1 0 0,0 0 1 0 0,0 1-1 0 0,0-1 1 0 0,0 0-1 0 0,0 1 1 0 0,0-1-1 0 0,0 1 1 0 0,1 0-1 0 0,-1 0 1 0 0,0-1-1 0 0,0 1 1 0 0,1 0-1 0 0,-1 0 1 0 0,1 1-1 0 0,-2 0 1 0 0,-16 14 82 0 0,1 0 0 0 0,0 0 0 0 0,2 2 0 0 0,0 0 0 0 0,1 1 0 0 0,1 0 0 0 0,0 1 0 0 0,2 1 0 0 0,0 0 0 0 0,2 1 0 0 0,0 0 0 0 0,-10 37 0 0 0,17-47 227 0 0,0 0 0 0 0,1 0 0 0 0,1 0-1 0 0,0 0 1 0 0,0 0 0 0 0,3 24 0 0 0,-2-31-99 0 0,1 1-1 0 0,0-1 0 0 0,0 0 1 0 0,0 0-1 0 0,1 0 1 0 0,0 0-1 0 0,-1 0 1 0 0,2-1-1 0 0,-1 1 1 0 0,1 0-1 0 0,-1-1 1 0 0,1 0-1 0 0,0 1 0 0 0,1-1 1 0 0,-1 0-1 0 0,1-1 1 0 0,0 1-1 0 0,6 4 1 0 0,-7-7-107 0 0,0 1 0 0 0,0-1 0 0 0,0 0 1 0 0,0 0-1 0 0,0-1 0 0 0,0 1 0 0 0,0-1 0 0 0,1 1 1 0 0,-1-1-1 0 0,0 0 0 0 0,0 0 0 0 0,0 0 1 0 0,0-1-1 0 0,1 1 0 0 0,-1-1 0 0 0,0 0 0 0 0,0 0 1 0 0,0 0-1 0 0,0 0 0 0 0,0 0 0 0 0,0-1 1 0 0,-1 1-1 0 0,1-1 0 0 0,0 0 0 0 0,-1 0 0 0 0,1 0 1 0 0,3-4-1 0 0,4-3 130 0 0,0-1-1 0 0,-1 0 1 0 0,0 0 0 0 0,0-1 0 0 0,7-14-1 0 0,-10 14-130 0 0,1-1-1 0 0,-2 0 1 0 0,0 0-1 0 0,0 0 1 0 0,-1-1-1 0 0,-1 1 1 0 0,4-26-1 0 0,-6 29-111 0 0,-1-1 0 0 0,1 1 0 0 0,-1 0 0 0 0,-1-1 0 0 0,0 1 0 0 0,0 0 0 0 0,-1 0 0 0 0,0-1 0 0 0,-1 1 0 0 0,0 1 0 0 0,-8-17 0 0 0,10 21 41 0 0,-1 1-1 0 0,0 0 0 0 0,0 1 1 0 0,0-1-1 0 0,0 0 0 0 0,-1 0 1 0 0,1 1-1 0 0,-1-1 0 0 0,1 1 1 0 0,-1 0-1 0 0,0 0 1 0 0,0 0-1 0 0,0 0 0 0 0,0 1 1 0 0,0-1-1 0 0,0 1 0 0 0,-1-1 1 0 0,1 1-1 0 0,0 0 0 0 0,-1 1 1 0 0,1-1-1 0 0,-1 0 0 0 0,1 1 1 0 0,-1 0-1 0 0,1 0 0 0 0,-1 0 1 0 0,1 0-1 0 0,-1 1 1 0 0,1-1-1 0 0,-1 1 0 0 0,1 0 1 0 0,0 0-1 0 0,-1 0 0 0 0,1 0 1 0 0,-4 3-1 0 0,-4 1 59 0 0,1 0-1 0 0,-1 1 1 0 0,2 1 0 0 0,-1-1-1 0 0,0 1 1 0 0,1 1 0 0 0,1 0-1 0 0,-1 0 1 0 0,-8 13 0 0 0,8-10-39 0 0,0 1 1 0 0,1 0 0 0 0,1 0 0 0 0,0 1 0 0 0,1 0 0 0 0,0 0 0 0 0,1 0-1 0 0,0 1 1 0 0,1-1 0 0 0,1 1 0 0 0,0 0 0 0 0,-1 17 0 0 0,4-2-5441 0 0</inkml:trace>
</inkml:ink>
</file>

<file path=ppt/ink/ink2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0.0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185 1 6913 0 0,'-6'3'31'0'0,"0"-1"0"0"0,1 2 0 0 0,-1-1 0 0 0,1 1 0 0 0,0-1 0 0 0,0 1 0 0 0,0 1 0 0 0,1-1 0 0 0,0 1 0 0 0,-7 8 0 0 0,-36 58-159 0 0,37-56 357 0 0,3-2-115 0 0,-1-1 0 0 0,2 1 0 0 0,0 1-1 0 0,0-1 1 0 0,1 1 0 0 0,1 0 0 0 0,-4 21 0 0 0,7-26 45 0 0,0-1 1 0 0,1 1-1 0 0,0-1 0 0 0,0 1 1 0 0,1-1-1 0 0,0 0 0 0 0,1 1 0 0 0,0-1 1 0 0,0 0-1 0 0,0 0 0 0 0,1 0 1 0 0,1 0-1 0 0,-1 0 0 0 0,6 8 1 0 0,-6-11 42 0 0,0 0 1 0 0,0-1-1 0 0,1 1 1 0 0,-1-1-1 0 0,1 0 1 0 0,0 0-1 0 0,0 0 1 0 0,1-1-1 0 0,-1 1 1 0 0,1-1-1 0 0,-1 0 1 0 0,9 4-1 0 0,-11-7-158 0 0,1 1 0 0 0,-1 0 0 0 0,1-1 0 0 0,-1 1 0 0 0,1-1 0 0 0,0 0 0 0 0,-1 0 0 0 0,1 0 0 0 0,0 0 0 0 0,-1 0-1 0 0,1-1 1 0 0,-1 1 0 0 0,1-1 0 0 0,0 0 0 0 0,-1 1 0 0 0,1-1 0 0 0,-1 0 0 0 0,0-1 0 0 0,1 1 0 0 0,-1 0 0 0 0,0-1-1 0 0,0 1 1 0 0,0-1 0 0 0,0 0 0 0 0,0 1 0 0 0,0-1 0 0 0,0 0 0 0 0,2-3 0 0 0,3-6 62 0 0,0 1 0 0 0,0-1 0 0 0,-1 0 0 0 0,0 0 0 0 0,-1-1 0 0 0,0 0 0 0 0,-1 1 0 0 0,-1-2 0 0 0,3-13 0 0 0,0-4-342 0 0,-2 0-1 0 0,0-53 1 0 0,-4 79 60 0 0,0 0 0 0 0,0 0 1 0 0,0-1-1 0 0,-1 1 1 0 0,0 0-1 0 0,0 0 1 0 0,0 0-1 0 0,0 0 0 0 0,-3-4 1 0 0,4 7 120 0 0,0 0 1 0 0,0 1-1 0 0,-1 0 1 0 0,1-1-1 0 0,-1 1 0 0 0,1-1 1 0 0,0 1-1 0 0,-1-1 1 0 0,1 1-1 0 0,-1 0 1 0 0,1-1-1 0 0,-1 1 0 0 0,1 0 1 0 0,-1-1-1 0 0,1 1 1 0 0,-1 0-1 0 0,1 0 0 0 0,-1-1 1 0 0,1 1-1 0 0,-1 0 1 0 0,0 0-1 0 0,1 0 1 0 0,-1 0-1 0 0,1 0 0 0 0,-2 0 1 0 0,0 0-14 0 0,1 1 0 0 0,-1 0 0 0 0,1-1 0 0 0,-1 1 0 0 0,1 0 0 0 0,-1 0 0 0 0,1 0 0 0 0,-1 0 0 0 0,1 0 0 0 0,0 0 0 0 0,0 0 0 0 0,0 1 0 0 0,-2 1 0 0 0,-6 9-4 0 0,2-1 0 0 0,-1 1 0 0 0,2 0 0 0 0,-1 1 0 0 0,2 0 0 0 0,0 0 0 0 0,0 0 0 0 0,-4 24 0 0 0,4-13 536 0 0,1 0 0 0 0,1 1 0 0 0,2 0 1 0 0,0 27-1 0 0,2-49-333 0 0,-1 1 1 0 0,0-1 0 0 0,1 0-1 0 0,0 1 1 0 0,0-1-1 0 0,0 0 1 0 0,0 0 0 0 0,0 0-1 0 0,1 0 1 0 0,-1 0 0 0 0,1 0-1 0 0,0 0 1 0 0,0 0-1 0 0,3 3 1 0 0,-4-5-81 0 0,-1-1-1 0 0,1 1 1 0 0,0 0 0 0 0,0-1-1 0 0,0 1 1 0 0,-1-1 0 0 0,1 1-1 0 0,0-1 1 0 0,0 0 0 0 0,0 1-1 0 0,0-1 1 0 0,0 0 0 0 0,0 0-1 0 0,0 1 1 0 0,0-1-1 0 0,0 0 1 0 0,0 0 0 0 0,0 0-1 0 0,2-1 1 0 0,-1 1-18 0 0,-1-1 1 0 0,1 1-1 0 0,0-1 1 0 0,0 0-1 0 0,-1 0 1 0 0,1 0-1 0 0,-1 0 0 0 0,1 0 1 0 0,-1 0-1 0 0,0-1 1 0 0,1 1-1 0 0,-1 0 1 0 0,0-1-1 0 0,2-2 0 0 0,2-4-137 0 0,-1 1 0 0 0,0-1-1 0 0,-1 0 1 0 0,0-1-1 0 0,0 1 1 0 0,-1-1 0 0 0,0 1-1 0 0,0-1 1 0 0,-1 0-1 0 0,0 1 1 0 0,0-17 0 0 0,-2-1-780 0 0,0 1 0 0 0,-10-47 0 0 0,8 59 417 0 0,0 0 1 0 0,-1 1 0 0 0,-1-1 0 0 0,0 1 0 0 0,-10-18-1 0 0,13 27 344 0 0,1 0 0 0 0,-1 1-1 0 0,0-1 1 0 0,0 1-1 0 0,0-1 1 0 0,-1 1 0 0 0,1 0-1 0 0,0 0 1 0 0,-1 0 0 0 0,0 0-1 0 0,1 0 1 0 0,-6-2 0 0 0,6 4 75 0 0,1-1 0 0 0,-1 1 0 0 0,0 0 0 0 0,0 0 0 0 0,0-1 0 0 0,0 1-1 0 0,0 1 1 0 0,1-1 0 0 0,-1 0 0 0 0,0 0 0 0 0,0 1 0 0 0,0-1 0 0 0,1 1 0 0 0,-1-1 0 0 0,0 1 0 0 0,0 0 0 0 0,1 0 0 0 0,-1-1 0 0 0,1 1 0 0 0,-1 1 0 0 0,1-1 0 0 0,-1 0 0 0 0,-2 2 0 0 0,-5 6 268 0 0,0 1 0 0 0,1 0 0 0 0,0 0-1 0 0,0 0 1 0 0,1 1 0 0 0,1 0-1 0 0,0 0 1 0 0,-8 20 0 0 0,10-21 41 0 0,0 0 1 0 0,1 1-1 0 0,1-1 0 0 0,-1 1 1 0 0,2 0-1 0 0,-1-1 1 0 0,2 1-1 0 0,-1 0 1 0 0,1 0-1 0 0,3 18 0 0 0,-3-28-211 0 0,1 1 0 0 0,-1-1 0 0 0,0 0-1 0 0,1 1 1 0 0,-1-1 0 0 0,1 1 0 0 0,-1-1-1 0 0,1 0 1 0 0,0 1 0 0 0,0-1 0 0 0,-1 0-1 0 0,1 0 1 0 0,0 1 0 0 0,0-1-1 0 0,0 0 1 0 0,0 0 0 0 0,0 0 0 0 0,1 0-1 0 0,-1 0 1 0 0,0-1 0 0 0,0 1 0 0 0,1 0-1 0 0,2 1 1 0 0,-2-2-2 0 0,1 1 1 0 0,0-1-1 0 0,0 0 0 0 0,0 0 1 0 0,-1 0-1 0 0,1 0 0 0 0,0 0 1 0 0,0 0-1 0 0,0-1 1 0 0,-1 0-1 0 0,1 1 0 0 0,2-2 1 0 0,5-2-12 0 0,-1 0 1 0 0,0 0-1 0 0,-1-1 0 0 0,1 0 1 0 0,-1-1-1 0 0,10-8 1 0 0,-8 5-242 0 0,-1 0 0 0 0,0-1 0 0 0,-1 0 0 0 0,0-1 1 0 0,0 0-1 0 0,-2 0 0 0 0,1 0 0 0 0,-1-1 0 0 0,-1 0 0 0 0,0 0 0 0 0,0 0 1 0 0,-2-1-1 0 0,1 0 0 0 0,-2 0 0 0 0,0 1 0 0 0,0-1 0 0 0,-1-1 1 0 0,0 1-1 0 0,-2 0 0 0 0,-1-15 0 0 0,2 26 151 0 0,-1-1 0 0 0,1 1 1 0 0,-1-1-1 0 0,0 1 0 0 0,1 0 0 0 0,-1-1 0 0 0,0 1 0 0 0,-1 0 1 0 0,1-1-1 0 0,0 1 0 0 0,-1 0 0 0 0,1 0 0 0 0,-1 0 1 0 0,0 1-1 0 0,1-1 0 0 0,-1 0 0 0 0,-4-2 0 0 0,5 3 44 0 0,-1 1-1 0 0,1-1 1 0 0,0 1 0 0 0,-1 0-1 0 0,1 0 1 0 0,-1 0-1 0 0,1 0 1 0 0,0 0-1 0 0,-1 0 1 0 0,1 0 0 0 0,0 0-1 0 0,-1 1 1 0 0,1-1-1 0 0,-1 0 1 0 0,1 1 0 0 0,0-1-1 0 0,0 1 1 0 0,-1 0-1 0 0,1-1 1 0 0,0 1-1 0 0,0 0 1 0 0,0 0 0 0 0,0 0-1 0 0,0-1 1 0 0,0 1-1 0 0,0 0 1 0 0,0 1 0 0 0,0-1-1 0 0,0 0 1 0 0,0 0-1 0 0,1 0 1 0 0,-1 0 0 0 0,0 1-1 0 0,0 0 1 0 0,-9 17 340 0 0,0 1 1 0 0,1 0 0 0 0,1 0 0 0 0,1 1-1 0 0,1 0 1 0 0,1 0 0 0 0,0 0-1 0 0,2 1 1 0 0,0-1 0 0 0,1 37-1 0 0,2-56-301 0 0,0 0 0 0 0,0 0-1 0 0,0 0 1 0 0,0 0-1 0 0,0 0 1 0 0,0 0-1 0 0,1 0 1 0 0,-1 0 0 0 0,1 0-1 0 0,-1 0 1 0 0,1-1-1 0 0,0 1 1 0 0,0 0-1 0 0,-1 0 1 0 0,1-1 0 0 0,1 1-1 0 0,-1 0 1 0 0,0-1-1 0 0,0 1 1 0 0,1-1-1 0 0,-1 1 1 0 0,0-1 0 0 0,1 0-1 0 0,0 0 1 0 0,-1 1-1 0 0,1-1 1 0 0,0 0-1 0 0,-1 0 1 0 0,1-1-1 0 0,0 1 1 0 0,0 0 0 0 0,0-1-1 0 0,0 1 1 0 0,0-1-1 0 0,0 1 1 0 0,-1-1-1 0 0,1 0 1 0 0,0 0 0 0 0,0 0-1 0 0,0 0 1 0 0,0 0-1 0 0,0 0 1 0 0,0-1-1 0 0,3 0 1 0 0,5-1 53 0 0,-1-1 0 0 0,1-1 0 0 0,-1 1 0 0 0,1-2 0 0 0,-1 1-1 0 0,0-1 1 0 0,12-9 0 0 0,11-12-213 0 0,-1-1-1 0 0,-2-2 1 0 0,0 0-1 0 0,-2-3 1 0 0,-1 0-1 0 0,25-43 1 0 0,-55 135-2247 0 0,2-54 2377 0 0</inkml:trace>
</inkml:ink>
</file>

<file path=ppt/ink/ink2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8.6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618 279 6449 0 0,'-22'-11'163'0'0,"1"-1"-1"0"0,-23-15 0 0 0,25 13-4 0 0,-1 2 0 0 0,-22-10 0 0 0,34 19-136 0 0,-1 0-1 0 0,1 0 1 0 0,0 1-1 0 0,0 0 1 0 0,-1 0-1 0 0,0 1 1 0 0,1 0 0 0 0,-1 1-1 0 0,-11 0 1 0 0,7 1 37 0 0,1 0 1 0 0,-1 1-1 0 0,1 1 1 0 0,0 0-1 0 0,-1 0 1 0 0,1 2-1 0 0,1-1 1 0 0,-1 1-1 0 0,1 1 1 0 0,0 0-1 0 0,0 1 1 0 0,0 0 0 0 0,1 0-1 0 0,0 1 1 0 0,1 1-1 0 0,0-1 1 0 0,0 2-1 0 0,1-1 1 0 0,0 1-1 0 0,0 0 1 0 0,1 1-1 0 0,1 0 1 0 0,0 0-1 0 0,-8 21 1 0 0,-5 12 345 0 0,1 2 0 0 0,3 0 1 0 0,2 1-1 0 0,2 1 0 0 0,-8 81 0 0 0,18-118-314 0 0,2-1 0 0 0,-1 1-1 0 0,2 0 1 0 0,-1 0 0 0 0,1-1 0 0 0,1 1-1 0 0,0-1 1 0 0,1 1 0 0 0,-1-1 0 0 0,2 0 0 0 0,0-1-1 0 0,0 1 1 0 0,1-1 0 0 0,0 0 0 0 0,0 0-1 0 0,1 0 1 0 0,0-1 0 0 0,1 0 0 0 0,-1-1-1 0 0,18 13 1 0 0,-17-14-67 0 0,0-1-1 0 0,1 0 0 0 0,-1 0 1 0 0,1 0-1 0 0,0-1 0 0 0,0-1 1 0 0,0 0-1 0 0,0 0 1 0 0,1 0-1 0 0,-1-2 0 0 0,1 1 1 0 0,0-1-1 0 0,0 0 1 0 0,-1-1-1 0 0,1 0 0 0 0,0-1 1 0 0,-1 0-1 0 0,1 0 0 0 0,0-1 1 0 0,-1 0-1 0 0,1-1 1 0 0,-1 0-1 0 0,12-6 0 0 0,-5 0 92 0 0,0-1 0 0 0,-1-1 0 0 0,0 0 0 0 0,-1-1 0 0 0,0-1 0 0 0,-1 0-1 0 0,0-1 1 0 0,-1-1 0 0 0,-1 1 0 0 0,16-29 0 0 0,-3 1 215 0 0,-2-2 1 0 0,30-86-1 0 0,-42 100-208 0 0,-2-1-1 0 0,0 1 0 0 0,-3-1 0 0 0,0 0 0 0 0,-2-1 0 0 0,-1 1 0 0 0,-3-40 0 0 0,0 55-167 0 0,-1 0 1 0 0,0 0-1 0 0,-1 0 0 0 0,-1 1 1 0 0,0-1-1 0 0,-2 1 0 0 0,1 0 1 0 0,-2 0-1 0 0,0 1 0 0 0,-1 0 1 0 0,0 0-1 0 0,-1 0 0 0 0,0 1 1 0 0,-1 1-1 0 0,-1 0 0 0 0,-12-11 1 0 0,20 20-73 0 0,-1 0 0 0 0,1 0 0 0 0,-1 1 0 0 0,0-1 1 0 0,0 1-1 0 0,0 0 0 0 0,0 0 0 0 0,0 1 0 0 0,-1-1 1 0 0,1 1-1 0 0,0 0 0 0 0,-1 0 0 0 0,1 1 1 0 0,-1-1-1 0 0,1 1 0 0 0,-1 0 0 0 0,1 0 0 0 0,-1 0 1 0 0,1 1-1 0 0,-1-1 0 0 0,1 1 0 0 0,-1 0 0 0 0,1 1 1 0 0,0-1-1 0 0,-1 1 0 0 0,1 0 0 0 0,-6 3 0 0 0,-24 15-760 0 0</inkml:trace>
</inkml:ink>
</file>

<file path=ppt/ink/ink2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1.0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 32 9850 0 0,'0'-1'43'0'0,"1"0"1"0"0,-1 0-1 0 0,1 0 0 0 0,-1 0 0 0 0,1 0 0 0 0,0 0 1 0 0,0 0-1 0 0,-1 1 0 0 0,1-1 0 0 0,0 0 0 0 0,0 1 1 0 0,0-1-1 0 0,0 0 0 0 0,0 1 0 0 0,0-1 1 0 0,0 1-1 0 0,0 0 0 0 0,0-1 0 0 0,0 1 0 0 0,0 0 1 0 0,0-1-1 0 0,0 1 0 0 0,0 0 0 0 0,0 0 0 0 0,0 0 1 0 0,1 0-1 0 0,-1 0 0 0 0,0 0 0 0 0,0 0 1 0 0,0 1-1 0 0,0-1 0 0 0,0 0 0 0 0,0 1 0 0 0,2 0 1 0 0,-1 0 5 0 0,0 0 0 0 0,0 0 1 0 0,1 0-1 0 0,-1 0 0 0 0,0 1 1 0 0,0-1-1 0 0,0 1 0 0 0,0-1 1 0 0,0 1-1 0 0,-1 0 0 0 0,1 0 1 0 0,-1 0-1 0 0,1 0 0 0 0,1 3 1 0 0,3 10-126 0 0,-2 0 0 0 0,0 1 0 0 0,0-1 0 0 0,-1 0 0 0 0,-1 1 0 0 0,-1 0 1 0 0,-1 31-1 0 0,0-28 60 0 0,0 0 1 0 0,2 0-1 0 0,0 0 1 0 0,7 29-1 0 0,-9-47 38 0 0,0 0-1 0 0,0-1 0 0 0,0 1 0 0 0,0-1 0 0 0,0 1 0 0 0,0-1 0 0 0,1 1 0 0 0,-1 0 0 0 0,0-1 1 0 0,0 1-1 0 0,1-1 0 0 0,-1 1 0 0 0,0-1 0 0 0,1 1 0 0 0,-1-1 0 0 0,0 1 0 0 0,1-1 0 0 0,-1 1 1 0 0,1-1-1 0 0,-1 0 0 0 0,0 1 0 0 0,1-1 0 0 0,-1 0 0 0 0,1 1 0 0 0,-1-1 0 0 0,1 0 0 0 0,0 1 1 0 0,-1-1-1 0 0,1 0 0 0 0,-1 0 0 0 0,2 0 0 0 0,-1 0 19 0 0,-1-1-1 0 0,1 1 1 0 0,0-1 0 0 0,0 0 0 0 0,0 1-1 0 0,0-1 1 0 0,0 0 0 0 0,-1 0-1 0 0,1 0 1 0 0,0 1 0 0 0,0-1 0 0 0,-1 0-1 0 0,1 0 1 0 0,-1 0 0 0 0,1-1-1 0 0,19-48 995 0 0,-18 44-885 0 0,25-64 1115 0 0,-15 40-1802 0 0,-1-1 1 0 0,-1 0-1 0 0,9-50 0 0 0,-19 71-1348 0 0,-14 25-1070 0 0,-8 28 1936 0 0,15-28 821 0 0,2-4 250 0 0,0 0 0 0 0,0 0 0 0 0,1 0 0 0 0,1 0 0 0 0,0 0 0 0 0,0 1 0 0 0,1-1 0 0 0,1 1 0 0 0,-1 18 0 0 0,2-29-8 0 0,0-1 1 0 0,0 1 0 0 0,0-1 0 0 0,1 0 0 0 0,-1 1 0 0 0,0-1-1 0 0,0 1 1 0 0,0-1 0 0 0,0 1 0 0 0,1-1 0 0 0,-1 0 0 0 0,0 1-1 0 0,0-1 1 0 0,1 1 0 0 0,-1-1 0 0 0,0 0 0 0 0,1 1 0 0 0,-1-1-1 0 0,0 0 1 0 0,1 0 0 0 0,-1 1 0 0 0,0-1 0 0 0,1 0-1 0 0,-1 0 1 0 0,1 1 0 0 0,-1-1 0 0 0,1 0 0 0 0,-1 0 0 0 0,0 0-1 0 0,1 0 1 0 0,-1 0 0 0 0,1 0 0 0 0,-1 0 0 0 0,1 0 0 0 0,-1 0-1 0 0,1 0 1 0 0,-1 0 0 0 0,1 0 0 0 0,-1 0 0 0 0,0 0 0 0 0,1 0-1 0 0,-1 0 1 0 0,1 0 0 0 0,-1-1 0 0 0,1 1 0 0 0,-1 0 0 0 0,0 0-1 0 0,1-1 1 0 0,-1 1 0 0 0,1 0 0 0 0,-1 0 0 0 0,0-1 0 0 0,1 1-1 0 0,-1 0 1 0 0,0-1 0 0 0,0 1 0 0 0,1-1 0 0 0,21-20 1398 0 0,-11 8-1580 0 0,-1-1 0 0 0,-1 0 0 0 0,0 0 0 0 0,-1-1-1 0 0,0-1 1 0 0,-1 1 0 0 0,-1-1 0 0 0,0 0 0 0 0,-1-1-1 0 0,3-20 1 0 0,-8 36 100 0 0,0 1 0 0 0,0-1 0 0 0,1 0 0 0 0,-1 0 0 0 0,0 1 0 0 0,0-1 0 0 0,0 0 0 0 0,0 0 0 0 0,0 0 0 0 0,-1 1 0 0 0,1-1 0 0 0,0 0 0 0 0,0 0 0 0 0,0 1 0 0 0,-1-1 0 0 0,1 0 0 0 0,0 0-1 0 0,-1 1 1 0 0,1-1 0 0 0,-1 0 0 0 0,0 0 0 0 0,1 1 16 0 0,-1 0 0 0 0,1 0 0 0 0,-1 0 1 0 0,1 0-1 0 0,-1 0 0 0 0,1 0 0 0 0,-1 0 0 0 0,1 0 0 0 0,-1 0 0 0 0,1 0 0 0 0,-1 0 0 0 0,1 0 0 0 0,-1 1 0 0 0,1-1 0 0 0,-1 0 0 0 0,1 0 0 0 0,0 0 0 0 0,-1 1 0 0 0,1-1 0 0 0,-1 0 0 0 0,1 1 0 0 0,0-1 0 0 0,-1 1 0 0 0,-22 26-542 0 0,17-16 708 0 0,1-1 0 0 0,1 1 0 0 0,0 1 0 0 0,0-1 0 0 0,1 0 0 0 0,0 1 0 0 0,1 0 0 0 0,1-1 0 0 0,0 1 0 0 0,0 0 0 0 0,1 0 0 0 0,1 0 0 0 0,2 16 0 0 0,-3-26-70 0 0,1-1 1 0 0,-1 0-1 0 0,0 0 0 0 0,1 0 0 0 0,-1 0 0 0 0,0 0 1 0 0,1 0-1 0 0,-1 0 0 0 0,1 0 0 0 0,0 0 1 0 0,-1 0-1 0 0,1 0 0 0 0,0-1 0 0 0,-1 1 0 0 0,1 0 1 0 0,0 0-1 0 0,0-1 0 0 0,0 1 0 0 0,1 1 0 0 0,-1-2-28 0 0,0 0 0 0 0,0 0-1 0 0,-1 0 1 0 0,1 0 0 0 0,0 0-1 0 0,0 0 1 0 0,-1 0 0 0 0,1 0-1 0 0,0 0 1 0 0,0 0 0 0 0,-1-1-1 0 0,1 1 1 0 0,0 0-1 0 0,0 0 1 0 0,-1-1 0 0 0,1 1-1 0 0,0 0 1 0 0,-1-1 0 0 0,1 1-1 0 0,-1-1 1 0 0,2 0 0 0 0,0-1 42 0 0,0 0 1 0 0,-1 0-1 0 0,1 0 0 0 0,0 0 1 0 0,-1 0-1 0 0,1 0 1 0 0,-1 0-1 0 0,0-1 1 0 0,0 1-1 0 0,0 0 0 0 0,0-1 1 0 0,0 1-1 0 0,0-1 1 0 0,-1 1-1 0 0,1-6 1 0 0,-1 5-77 0 0,0-1 1 0 0,-1 0-1 0 0,1 1 1 0 0,-1-1-1 0 0,0 1 1 0 0,0-1-1 0 0,0 1 1 0 0,0 0-1 0 0,-1-1 1 0 0,0 1 0 0 0,1 0-1 0 0,-1 0 1 0 0,0 0-1 0 0,0 0 1 0 0,-1 0-1 0 0,1 0 1 0 0,-1 1-1 0 0,1-1 1 0 0,-1 1-1 0 0,0 0 1 0 0,0 0-1 0 0,0 0 1 0 0,0 0 0 0 0,0 0-1 0 0,0 0 1 0 0,-1 1-1 0 0,1 0 1 0 0,-7-2-1 0 0,3 1-224 0 0,0 0 0 0 0,0 1 0 0 0,0 0 0 0 0,-1 0 0 0 0,1 1 0 0 0,0 0 0 0 0,0 0 0 0 0,-1 0 0 0 0,1 1 0 0 0,0 0 0 0 0,0 1 0 0 0,-1 0 0 0 0,-8 3 0 0 0,6 0-88 0 0,0 0 0 0 0,0 1-1 0 0,1 0 1 0 0,0 0 0 0 0,1 1-1 0 0,-1 0 1 0 0,1 1 0 0 0,1-1 0 0 0,-1 2-1 0 0,1-1 1 0 0,-10 18 0 0 0,6-8-2549 0 0</inkml:trace>
</inkml:ink>
</file>

<file path=ppt/ink/ink2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2.2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257 41 6449 0 0,'-5'-2'118'0'0,"-1"0"-1"0"0,1 1 1 0 0,0-1-1 0 0,-1 1 1 0 0,1 0-1 0 0,0 1 1 0 0,-1-1 0 0 0,1 1-1 0 0,-1 0 1 0 0,1 1-1 0 0,-1-1 1 0 0,1 1-1 0 0,-1 0 1 0 0,1 0-1 0 0,0 1 1 0 0,-9 3-1 0 0,7-1 23 0 0,0 0-1 0 0,0 1 1 0 0,0-1-1 0 0,0 2 1 0 0,1-1-1 0 0,0 0 1 0 0,1 1-1 0 0,-1 0 1 0 0,1 1-1 0 0,-6 7 1 0 0,0 6 10 0 0,0 0 1 0 0,1 0 0 0 0,0 1 0 0 0,2 0 0 0 0,1 0 0 0 0,1 1 0 0 0,-5 26 0 0 0,7-26-186 0 0,2 0 0 0 0,0 0-1 0 0,1 0 1 0 0,2 0 0 0 0,0 0 0 0 0,5 25-1 0 0,-5-38 89 0 0,1 0 0 0 0,0 0-1 0 0,1 0 1 0 0,0 0-1 0 0,0 0 1 0 0,1-1 0 0 0,0 0-1 0 0,1 0 1 0 0,-1 0-1 0 0,2 0 1 0 0,-1-1 0 0 0,1 1-1 0 0,0-1 1 0 0,1-1-1 0 0,-1 1 1 0 0,1-1 0 0 0,11 7-1 0 0,-15-11 32 0 0,0 0-1 0 0,1-1 1 0 0,-1 1-1 0 0,1-1 1 0 0,-1 1-1 0 0,1-1 1 0 0,0 0-1 0 0,-1-1 1 0 0,1 1 0 0 0,0-1-1 0 0,0 1 1 0 0,0-1-1 0 0,0 0 1 0 0,-1 0-1 0 0,1-1 1 0 0,4 0-1 0 0,-2-1 5 0 0,0 0 0 0 0,0 0 0 0 0,0 0 0 0 0,-1-1 0 0 0,1 0 0 0 0,-1 0 0 0 0,0-1 0 0 0,0 1 0 0 0,5-6 0 0 0,6-6 121 0 0,-1 0 0 0 0,-1-2 0 0 0,-1 0 0 0 0,19-29 0 0 0,-16 20-630 0 0,-2-1 1 0 0,0 0-1 0 0,19-56 0 0 0,-27 63 10 0 0,-1 1-1 0 0,-1-2 1 0 0,0 1-1 0 0,-2 0 0 0 0,0-1 1 0 0,-2-35-1 0 0,0 53 353 0 0,0 1 0 0 0,-1-1 0 0 0,1 0-1 0 0,-1 1 1 0 0,1-1 0 0 0,-1 1 0 0 0,0-1 0 0 0,0 1-1 0 0,0-1 1 0 0,0 1 0 0 0,0 0 0 0 0,0 0 0 0 0,-1-1 0 0 0,1 1-1 0 0,-1 0 1 0 0,1 0 0 0 0,-1 0 0 0 0,-2-2 0 0 0,2 4 44 0 0,0-1 0 0 0,0 0 0 0 0,1 0 1 0 0,-1 1-1 0 0,0-1 0 0 0,0 1 0 0 0,0 0 0 0 0,0-1 1 0 0,0 1-1 0 0,1 0 0 0 0,-1 0 0 0 0,0 0 1 0 0,0 0-1 0 0,0 1 0 0 0,0-1 0 0 0,0 0 1 0 0,0 1-1 0 0,1-1 0 0 0,-1 1 0 0 0,0 0 1 0 0,0 0-1 0 0,1-1 0 0 0,-1 1 0 0 0,0 0 1 0 0,-1 2-1 0 0,-11 7 95 0 0,0 1 1 0 0,1 0 0 0 0,0 0-1 0 0,1 1 1 0 0,1 1-1 0 0,0 0 1 0 0,-9 15-1 0 0,-8 14 210 0 0,-22 49 0 0 0,42-78-140 0 0,2 0-1 0 0,0 1 1 0 0,0 0-1 0 0,1 0 1 0 0,1 0-1 0 0,-3 18 1 0 0,7-29-91 0 0,-1 0 0 0 0,1 0 0 0 0,0 0 1 0 0,0 0-1 0 0,0 1 0 0 0,0-1 0 0 0,1 0 0 0 0,-1 0 1 0 0,1 0-1 0 0,0 0 0 0 0,0 0 0 0 0,0 0 0 0 0,0 0 1 0 0,0 0-1 0 0,1-1 0 0 0,-1 1 0 0 0,1 0 0 0 0,0-1 1 0 0,0 1-1 0 0,0-1 0 0 0,0 1 0 0 0,0-1 0 0 0,1 0 1 0 0,-1 0-1 0 0,0 0 0 0 0,1 0 0 0 0,0-1 1 0 0,-1 1-1 0 0,1-1 0 0 0,0 1 0 0 0,0-1 0 0 0,0 0 1 0 0,0 0-1 0 0,0 0 0 0 0,5 0 0 0 0,-2 0 20 0 0,-1 0 1 0 0,1 0-1 0 0,-1-1 0 0 0,1 0 0 0 0,-1 0 0 0 0,1 0 1 0 0,-1-1-1 0 0,1 1 0 0 0,-1-2 0 0 0,0 1 0 0 0,1 0 1 0 0,8-5-1 0 0,-5 2 21 0 0,0-1 1 0 0,0 0-1 0 0,-1-1 1 0 0,0 0-1 0 0,0 0 1 0 0,12-12-1 0 0,-7 4-86 0 0,-1 0-1 0 0,0-1 0 0 0,-1-1 1 0 0,0 0-1 0 0,-1-1 1 0 0,14-34-1 0 0,-20 40-246 0 0,-1 0-1 0 0,0 0 0 0 0,-1-1 0 0 0,0 1 1 0 0,-1-1-1 0 0,-1 1 0 0 0,1-1 0 0 0,-2 1 1 0 0,0-1-1 0 0,0 0 0 0 0,-4-15 1 0 0,3 18-93 0 0,-1-1 1 0 0,0 1 0 0 0,0 0-1 0 0,-1 0 1 0 0,0 0 0 0 0,0 1-1 0 0,-1-1 1 0 0,0 1 0 0 0,-1 0-1 0 0,1 1 1 0 0,-2-1 0 0 0,1 1 0 0 0,-1 0-1 0 0,-9-6 1 0 0,14 11 249 0 0,-1 0 0 0 0,0 0 1 0 0,0 1-1 0 0,0-1 0 0 0,1 1 0 0 0,-1 0 0 0 0,-1 0 0 0 0,1 0 1 0 0,0 0-1 0 0,0 0 0 0 0,0 1 0 0 0,0-1 0 0 0,-1 1 1 0 0,1 0-1 0 0,0 0 0 0 0,0 0 0 0 0,-5 1 0 0 0,3 1 158 0 0,0-1-1 0 0,0 1 1 0 0,0 0-1 0 0,1 0 1 0 0,-1 0-1 0 0,1 1 0 0 0,-1 0 1 0 0,1-1-1 0 0,0 2 1 0 0,-5 3-1 0 0,1 1 187 0 0,1 0-1 0 0,-1 1 1 0 0,2 0 0 0 0,-1 0-1 0 0,1 0 1 0 0,0 1-1 0 0,1 0 1 0 0,0 0 0 0 0,-5 16-1 0 0,7-14-48 0 0,1 0 0 0 0,0 1 0 0 0,1-1 0 0 0,0 0 0 0 0,1 1-1 0 0,0-1 1 0 0,1 0 0 0 0,1 0 0 0 0,0 1 0 0 0,0-1 0 0 0,1 0 0 0 0,1-1 0 0 0,7 19-1 0 0,-8-24-150 0 0,-1 0-1 0 0,2 0 1 0 0,-1 0-1 0 0,0-1 1 0 0,1 1-1 0 0,0-1 0 0 0,0 1 1 0 0,1-1-1 0 0,-1-1 1 0 0,1 1-1 0 0,0-1 1 0 0,1 1-1 0 0,-1-2 0 0 0,1 1 1 0 0,-1 0-1 0 0,1-1 1 0 0,0 0-1 0 0,0-1 1 0 0,1 1-1 0 0,-1-1 1 0 0,1 0-1 0 0,-1-1 0 0 0,1 1 1 0 0,-1-1-1 0 0,1-1 1 0 0,9 1-1 0 0,-10-2-121 0 0,0 1 0 0 0,0-1 0 0 0,0-1 0 0 0,0 1 0 0 0,0-1 0 0 0,-1 0 0 0 0,1 0 0 0 0,-1 0 0 0 0,1-1 0 0 0,-1 0 0 0 0,0 0 0 0 0,7-6 0 0 0,-4 3 67 0 0,0-2 1 0 0,-1 1 0 0 0,0-1-1 0 0,0 0 1 0 0,-1 0 0 0 0,9-15-1 0 0,-3-2 49 0 0,0 1-1 0 0,-2-1 0 0 0,-1-1 1 0 0,10-44-1 0 0,-19 70-60 0 0,6-25-58 0 0,4-45-1 0 0,-9 64 43 0 0,-1-1 0 0 0,0 0 0 0 0,0 0 0 0 0,-1 1-1 0 0,1-1 1 0 0,-2 0 0 0 0,1 1 0 0 0,-1-1 0 0 0,0 1-1 0 0,0-1 1 0 0,-7-11 0 0 0,8 16 7 0 0,0 0-1 0 0,0 0 1 0 0,-1 0-1 0 0,1 1 1 0 0,-1-1-1 0 0,0 0 1 0 0,0 1-1 0 0,1-1 1 0 0,-1 1-1 0 0,0-1 1 0 0,0 1-1 0 0,0 0 1 0 0,0 0-1 0 0,-1 0 1 0 0,1 0-1 0 0,0 0 1 0 0,0 1-1 0 0,-1-1 1 0 0,1 1-1 0 0,0-1 1 0 0,-1 1-1 0 0,1 0 1 0 0,0 0-1 0 0,-1 0 1 0 0,1 0-1 0 0,0 0 1 0 0,-1 0-1 0 0,1 1 1 0 0,0-1-1 0 0,-1 1 1 0 0,1 0-1 0 0,0 0 1 0 0,0 0-1 0 0,0 0 1 0 0,-3 1-1 0 0,-3 3-88 0 0,0-1 0 0 0,0 1 0 0 0,0 1 0 0 0,1 0 0 0 0,0 0 0 0 0,0 0 0 0 0,-10 12 0 0 0,7-5-875 0 0,1 1 0 0 0,0-1 0 0 0,-8 18 0 0 0,-1 12-3012 0 0</inkml:trace>
</inkml:ink>
</file>

<file path=ppt/ink/ink2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3.6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41 145 9218 0 0,'-2'4'81'0'0,"1"0"0"0"0,0-1 1 0 0,0 1-1 0 0,0 0 0 0 0,0 1 0 0 0,0-1 1 0 0,1 8-1 0 0,-1-5-19 0 0,-11 68-656 0 0,4-35-250 0 0,-3 60 0 0 0,10-89 1054 0 0,1 0 1 0 0,1 1-1 0 0,0-1 0 0 0,0 0 1 0 0,1 0-1 0 0,1 0 1 0 0,-1 0-1 0 0,2-1 0 0 0,0 1 1 0 0,5 11-1 0 0,-7-18-75 0 0,0 0 1 0 0,0-1-1 0 0,1 1 1 0 0,-1-1-1 0 0,1 1 0 0 0,-1-1 1 0 0,1 0-1 0 0,0 0 0 0 0,0 0 1 0 0,1 0-1 0 0,-1 0 0 0 0,0-1 1 0 0,1 0-1 0 0,0 0 0 0 0,-1 0 1 0 0,1 0-1 0 0,0 0 0 0 0,0-1 1 0 0,0 1-1 0 0,0-1 1 0 0,1 0-1 0 0,-1 0 0 0 0,0-1 1 0 0,0 0-1 0 0,0 1 0 0 0,6-2 1 0 0,-2 0 11 0 0,0 0 1 0 0,-1-1 0 0 0,1-1-1 0 0,-1 1 1 0 0,0-1-1 0 0,0 0 1 0 0,0-1 0 0 0,0 0-1 0 0,0 0 1 0 0,-1 0-1 0 0,0-1 1 0 0,0 0 0 0 0,9-9-1 0 0,20-21-39 0 0,-2-2-1 0 0,42-62 1 0 0,-61 78-811 0 0,-2 0 1 0 0,0-1-1 0 0,-1 0 1 0 0,-1-1 0 0 0,-1 0-1 0 0,12-48 1 0 0,-20 67 412 0 0,-1 0 1 0 0,1 1-1 0 0,-1-1 0 0 0,0 0 0 0 0,0 0 1 0 0,0 0-1 0 0,-1 0 0 0 0,1 0 1 0 0,-3-7-1 0 0,3 11 225 0 0,0-1 1 0 0,0 0-1 0 0,-1 1 1 0 0,1-1-1 0 0,0 1 1 0 0,-1-1-1 0 0,1 1 1 0 0,0-1-1 0 0,-1 1 1 0 0,1-1-1 0 0,-1 1 1 0 0,1-1-1 0 0,-1 1 1 0 0,1 0-1 0 0,-1-1 1 0 0,1 1-1 0 0,-1 0 1 0 0,1-1-1 0 0,-1 1 1 0 0,0 0 0 0 0,1 0-1 0 0,-1-1 1 0 0,1 1-1 0 0,-2 0 1 0 0,0 0 16 0 0,1 0 0 0 0,-1 1 0 0 0,1-1 0 0 0,-1 0 0 0 0,1 1 0 0 0,-1-1 0 0 0,1 1 0 0 0,-1 0 1 0 0,1 0-1 0 0,-1-1 0 0 0,1 1 0 0 0,0 0 0 0 0,-1 0 0 0 0,-1 2 0 0 0,-13 11 52 0 0,0 2-1 0 0,1 0 1 0 0,0 1-1 0 0,-23 35 1 0 0,-38 82 1867 0 0,73-128-1667 0 0,0 0 1 0 0,1 0-1 0 0,0 0 1 0 0,0 0-1 0 0,0 1 1 0 0,1-1-1 0 0,0 1 1 0 0,0-1-1 0 0,1 1 1 0 0,0-1-1 0 0,0 7 1 0 0,1-10-87 0 0,-1-1 1 0 0,0 0 0 0 0,1 0-1 0 0,0 0 1 0 0,-1 0 0 0 0,1 0-1 0 0,0 0 1 0 0,0 0 0 0 0,0 0 0 0 0,0-1-1 0 0,0 1 1 0 0,1 0 0 0 0,-1 0-1 0 0,0-1 1 0 0,1 1 0 0 0,0-1-1 0 0,-1 1 1 0 0,1-1 0 0 0,0 0-1 0 0,-1 0 1 0 0,1 0 0 0 0,0 0 0 0 0,0 0-1 0 0,0 0 1 0 0,0 0 0 0 0,0 0-1 0 0,0-1 1 0 0,0 1 0 0 0,0-1-1 0 0,1 0 1 0 0,-1 0 0 0 0,0 1-1 0 0,0-1 1 0 0,0 0 0 0 0,0-1-1 0 0,4 0 1 0 0,2 0-162 0 0,0 0-1 0 0,-1-1 1 0 0,1 0 0 0 0,0-1-1 0 0,-1 0 1 0 0,0 0 0 0 0,0 0-1 0 0,0-1 1 0 0,0 0-1 0 0,0 0 1 0 0,-1-1 0 0 0,0 0-1 0 0,0 0 1 0 0,0 0 0 0 0,0-1-1 0 0,-1 0 1 0 0,0 0-1 0 0,-1 0 1 0 0,1-1 0 0 0,-1 0-1 0 0,0 0 1 0 0,-1 0 0 0 0,4-9-1 0 0,-2 6-336 0 0,-2 0-1 0 0,1 0 1 0 0,-1 0-1 0 0,-1 0 0 0 0,0 0 1 0 0,0-1-1 0 0,-1 1 1 0 0,0-1-1 0 0,-1 1 1 0 0,0-1-1 0 0,-1 1 0 0 0,0-1 1 0 0,-1 1-1 0 0,0 0 1 0 0,0 0-1 0 0,-1-1 1 0 0,-6-11-1 0 0,8 20 394 0 0,0-1-1 0 0,0 1 1 0 0,0-1 0 0 0,-1 1-1 0 0,1 0 1 0 0,-1 0-1 0 0,0 0 1 0 0,0 0 0 0 0,1 0-1 0 0,-1 0 1 0 0,-1 0-1 0 0,1 1 1 0 0,0-1 0 0 0,0 1-1 0 0,0-1 1 0 0,-1 1-1 0 0,-2-1 1 0 0,3 1 37 0 0,0 1 0 0 0,0 0 0 0 0,-1 0 0 0 0,1 0 0 0 0,0 0 0 0 0,0 0 1 0 0,0 0-1 0 0,0 0 0 0 0,0 1 0 0 0,0-1 0 0 0,0 1 0 0 0,0-1 0 0 0,0 1 0 0 0,1 0 0 0 0,-1 0 0 0 0,0 0 0 0 0,-3 2 0 0 0,0 0 33 0 0,1 1 0 0 0,-1 0-1 0 0,1 1 1 0 0,0-1 0 0 0,0 1-1 0 0,1-1 1 0 0,-1 1 0 0 0,1 0-1 0 0,0 0 1 0 0,0 1 0 0 0,0-1 0 0 0,1 1-1 0 0,-3 10 1 0 0,2 0 26 0 0,0 0-1 0 0,1 0 1 0 0,1 0 0 0 0,1 0-1 0 0,0 1 1 0 0,3 19 0 0 0,-2-29 0 0 0,0 1 0 0 0,1-1 0 0 0,-1 1 0 0 0,2-1 0 0 0,-1 0 0 0 0,1 0 0 0 0,0 0 0 0 0,0 0 0 0 0,1 0 0 0 0,0-1 0 0 0,0 1 0 0 0,1-1 1 0 0,0 0-1 0 0,0-1 0 0 0,7 7 0 0 0,-10-9-37 0 0,1-1 1 0 0,0 0-1 0 0,0 0 1 0 0,0-1-1 0 0,0 1 1 0 0,0 0-1 0 0,0-1 1 0 0,1 0-1 0 0,-1 0 1 0 0,0 0-1 0 0,1 0 1 0 0,-1 0-1 0 0,1-1 1 0 0,-1 0-1 0 0,1 1 1 0 0,-1-1-1 0 0,1-1 1 0 0,-1 1-1 0 0,1 0 1 0 0,-1-1-1 0 0,1 0 1 0 0,-1 0-1 0 0,0 0 1 0 0,1 0-1 0 0,-1 0 1 0 0,0-1-1 0 0,6-3 1 0 0,-4 2 46 0 0,0-1 0 0 0,-1 0 1 0 0,1 0-1 0 0,-1 0 0 0 0,0 0 1 0 0,0-1-1 0 0,0 0 0 0 0,-1 0 1 0 0,0 0-1 0 0,0 0 1 0 0,0 0-1 0 0,0-1 0 0 0,-1 1 1 0 0,0-1-1 0 0,2-7 0 0 0,-1-3-252 0 0,0 0 0 0 0,-1-1-1 0 0,-1 1 1 0 0,-1-1-1 0 0,0 1 1 0 0,-4-26 0 0 0,3 35 62 0 0,0-1 1 0 0,-1 1 0 0 0,0-1-1 0 0,0 1 1 0 0,0-1 0 0 0,-1 1-1 0 0,0 0 1 0 0,-1 0 0 0 0,1 1-1 0 0,-1-1 1 0 0,-1 1 0 0 0,1-1-1 0 0,-1 1 1 0 0,0 1 0 0 0,-12-11-1 0 0,14 14-46 0 0,-1 0-1 0 0,1 0 1 0 0,-1 1-1 0 0,0 0 1 0 0,1-1-1 0 0,-1 1 1 0 0,0 1 0 0 0,0-1-1 0 0,0 1 1 0 0,0-1-1 0 0,0 1 1 0 0,0 0-1 0 0,0 0 1 0 0,0 1-1 0 0,1-1 1 0 0,-1 1-1 0 0,0 0 1 0 0,0 0-1 0 0,0 0 1 0 0,1 1 0 0 0,-1-1-1 0 0,0 1 1 0 0,1 0-1 0 0,0 0 1 0 0,-1 0-1 0 0,-3 3 1 0 0,-7 5-98 0 0,0 1-1 0 0,1 1 1 0 0,0 0 0 0 0,-17 20 0 0 0,19-19 270 0 0,1-1 0 0 0,1 2 0 0 0,0-1 0 0 0,1 1 0 0 0,0 1 0 0 0,1-1 1 0 0,-9 30-1 0 0,14-40 42 0 0,1 1 0 0 0,0-1 0 0 0,0 1 0 0 0,0-1 0 0 0,1 1 0 0 0,0-1 0 0 0,0 1 0 0 0,0-1 0 0 0,0 1 0 0 0,1-1 0 0 0,-1 1 0 0 0,1-1 0 0 0,0 1 0 0 0,1-1 0 0 0,-1 1 0 0 0,1-1 0 0 0,0 0 0 0 0,0 0 0 0 0,0 0 0 0 0,0 0 0 0 0,1 0 0 0 0,0-1 0 0 0,0 1 0 0 0,0-1 0 0 0,0 1 0 0 0,0-1 0 0 0,1 0 0 0 0,-1 0 0 0 0,1-1 0 0 0,0 1 0 0 0,0-1 0 0 0,6 3 0 0 0,-3-1 8 0 0,0-1 1 0 0,1 0-1 0 0,-1 0 1 0 0,1-1-1 0 0,-1 1 1 0 0,1-2-1 0 0,0 1 1 0 0,0-1-1 0 0,0-1 1 0 0,0 1-1 0 0,0-1 1 0 0,-1-1-1 0 0,1 0 1 0 0,0 0-1 0 0,10-2 1 0 0,-8-1 45 0 0,-1 1 1 0 0,0-1-1 0 0,-1 0 1 0 0,1-1-1 0 0,-1 0 1 0 0,0 0-1 0 0,0-1 1 0 0,0 0-1 0 0,-1 0 1 0 0,0-1-1 0 0,8-9 1 0 0,-3 2-117 0 0,-2-1 1 0 0,0 0-1 0 0,0-1 1 0 0,-1 0-1 0 0,-1 0 1 0 0,-1-1-1 0 0,0 0 1 0 0,-1 0-1 0 0,-1-1 1 0 0,-1 0-1 0 0,0 0 1 0 0,2-35-1 0 0,-6 31-248 0 0,-1 0-1 0 0,-4-33 0 0 0,4 49 137 0 0,0 0 0 0 0,0 0 0 0 0,-1 0 0 0 0,0 0 0 0 0,0 0 0 0 0,0 1 0 0 0,-1-1 0 0 0,1 0 0 0 0,-1 1 0 0 0,-1 0 0 0 0,1 0 0 0 0,-1 0 0 0 0,-7-8 0 0 0,9 12 27 0 0,0 0-1 0 0,1 0 1 0 0,-1 0-1 0 0,0 0 1 0 0,0 0-1 0 0,1 0 1 0 0,-1 1-1 0 0,0-1 1 0 0,0 1-1 0 0,0-1 1 0 0,0 1-1 0 0,0 0 1 0 0,0 0-1 0 0,0 0 1 0 0,0 0-1 0 0,1 0 1 0 0,-1 0-1 0 0,0 0 1 0 0,0 1-1 0 0,0-1 1 0 0,0 1-1 0 0,0 0 1 0 0,0-1-1 0 0,-3 3 1 0 0,-2 1-373 0 0,0 0 0 0 0,1 0 1 0 0,-1 1-1 0 0,-9 9 1 0 0,-12 13-3876 0 0</inkml:trace>
</inkml:ink>
</file>

<file path=ppt/ink/ink2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4.9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122 356 10594 0 0,'-4'-41'-408'0'0,"-2"-16"615"0"0,6 55-129 0 0,0 0 0 0 0,-1 0 0 0 0,0-1 1 0 0,1 1-1 0 0,-1 0 0 0 0,0 0 0 0 0,0 1 0 0 0,0-1 0 0 0,0 0 1 0 0,-1 0-1 0 0,1 0 0 0 0,0 1 0 0 0,-1-1 0 0 0,1 1 0 0 0,-1-1 1 0 0,0 1-1 0 0,1 0 0 0 0,-1-1 0 0 0,0 1 0 0 0,-4-2 1 0 0,5 3-26 0 0,-1 0 0 0 0,0-1 1 0 0,0 1-1 0 0,0 0 1 0 0,1 0-1 0 0,-1 0 1 0 0,0 0-1 0 0,0 0 0 0 0,0 1 1 0 0,1-1-1 0 0,-1 1 1 0 0,0-1-1 0 0,0 1 1 0 0,1-1-1 0 0,-1 1 0 0 0,0 0 1 0 0,1 0-1 0 0,-1 0 1 0 0,1 0-1 0 0,-1 0 1 0 0,1 0-1 0 0,-1 0 0 0 0,1 1 1 0 0,0-1-1 0 0,0 0 1 0 0,0 1-1 0 0,0-1 0 0 0,0 1 1 0 0,0-1-1 0 0,0 1 1 0 0,0-1-1 0 0,-1 4 1 0 0,-3 5 178 0 0,1 0 0 0 0,0 0 1 0 0,0 0-1 0 0,-1 11 0 0 0,2-8 6 0 0,0 0 1 0 0,1 1-1 0 0,1-1 0 0 0,0 0 1 0 0,1 0-1 0 0,0 1 0 0 0,1-1 1 0 0,5 26-1 0 0,-5-33-173 0 0,1-1-1 0 0,0 1 1 0 0,0-1-1 0 0,0 1 1 0 0,1-1 0 0 0,0 0-1 0 0,0 0 1 0 0,0 0 0 0 0,0-1-1 0 0,1 1 1 0 0,0-1 0 0 0,0 1-1 0 0,0-1 1 0 0,0 0 0 0 0,1-1-1 0 0,0 1 1 0 0,0-1-1 0 0,0 0 1 0 0,0 0 0 0 0,0-1-1 0 0,0 1 1 0 0,9 2 0 0 0,-5-2-79 0 0,1-1 0 0 0,-1 0 0 0 0,1 0 0 0 0,0-1 0 0 0,0 0 0 0 0,-1 0 0 0 0,1-1 0 0 0,0-1 0 0 0,0 0 1 0 0,0 0-1 0 0,-1-1 0 0 0,1 0 0 0 0,0 0 0 0 0,-1-1 0 0 0,0-1 0 0 0,0 0 0 0 0,0 0 0 0 0,0 0 0 0 0,-1-1 0 0 0,1-1 1 0 0,-1 1-1 0 0,0-1 0 0 0,-1 0 0 0 0,0-1 0 0 0,0 0 0 0 0,0 0 0 0 0,8-12 0 0 0,-2 1-253 0 0,-1 0 0 0 0,0-1 0 0 0,-1-1 0 0 0,11-26 0 0 0,-19 39 175 0 0,-1 0 0 0 0,0 0 0 0 0,0 0 1 0 0,0 0-1 0 0,-1 0 0 0 0,0 0 0 0 0,0 0 1 0 0,0-1-1 0 0,-1 1 0 0 0,-1 0 0 0 0,1 0 0 0 0,-1-1 1 0 0,0 1-1 0 0,-1 0 0 0 0,1 0 0 0 0,-2 0 1 0 0,-2-7-1 0 0,4 12 17 0 0,1 0 0 0 0,-1 1 0 0 0,0-1 0 0 0,0 1 0 0 0,0-1 0 0 0,0 1 0 0 0,-1-1 0 0 0,1 1 0 0 0,0 0-1 0 0,0 0 1 0 0,-1 0 0 0 0,1-1 0 0 0,-1 1 0 0 0,1 0 0 0 0,-1 1 0 0 0,0-1 0 0 0,1 0 0 0 0,-1 0 0 0 0,0 1 0 0 0,1-1 0 0 0,-1 1 0 0 0,0-1 0 0 0,-3 1 0 0 0,1 0-50 0 0,0 0 0 0 0,0 1 1 0 0,0 0-1 0 0,0-1 0 0 0,0 2 0 0 0,0-1 1 0 0,0 0-1 0 0,1 1 0 0 0,-1-1 0 0 0,-5 4 0 0 0,-5 5-268 0 0,0 0-1 0 0,1 0 0 0 0,0 1 0 0 0,-13 14 0 0 0,-3 6-150 0 0,-38 52 0 0 0,56-67 585 0 0,1-1 0 0 0,1 2 1 0 0,0 0-1 0 0,1 0 0 0 0,-11 34 0 0 0,18-49 36 0 0,1 0 1 0 0,-1 0-1 0 0,1 1 1 0 0,-1-1-1 0 0,1 0 0 0 0,0 1 1 0 0,0-1-1 0 0,0 1 1 0 0,0-1-1 0 0,0 0 1 0 0,0 1-1 0 0,1-1 0 0 0,-1 0 1 0 0,1 1-1 0 0,0-1 1 0 0,-1 0-1 0 0,1 0 0 0 0,0 0 1 0 0,0 1-1 0 0,1-1 1 0 0,-1 0-1 0 0,0 0 1 0 0,1-1-1 0 0,2 4 0 0 0,-2-3-18 0 0,0-1 0 0 0,0 0 0 0 0,0 0-1 0 0,0-1 1 0 0,0 1 0 0 0,0 0 0 0 0,0-1-1 0 0,0 1 1 0 0,0-1 0 0 0,0 0 0 0 0,0 1 0 0 0,0-1-1 0 0,0 0 1 0 0,1 0 0 0 0,-1 0 0 0 0,0-1-1 0 0,0 1 1 0 0,0 0 0 0 0,0-1 0 0 0,0 0-1 0 0,0 1 1 0 0,0-1 0 0 0,0 0 0 0 0,0 0-1 0 0,0 0 1 0 0,0 0 0 0 0,1-2 0 0 0,10-6-154 0 0,0-1 0 0 0,-1-1 0 0 0,0 0 1 0 0,0-1-1 0 0,-2 0 0 0 0,1 0 0 0 0,14-25 1 0 0,-9 11-135 0 0,-1-1 0 0 0,-1-1 1 0 0,11-34-1 0 0,-20 47-129 0 0,0-1-1 0 0,-2 1 0 0 0,1-1 0 0 0,-2 0 0 0 0,1-20 1 0 0,-3 29 119 0 0,0 0 1 0 0,0 0-1 0 0,-1 0 1 0 0,0 0-1 0 0,0 0 1 0 0,0 0 0 0 0,-1 0-1 0 0,0 0 1 0 0,-1 1-1 0 0,1-1 1 0 0,-1 1-1 0 0,-1 0 1 0 0,1-1 0 0 0,-6-6-1 0 0,8 11 186 0 0,-1 1 0 0 0,1 0 0 0 0,0 0-1 0 0,0 0 1 0 0,-1 0 0 0 0,1 0 0 0 0,0 0 0 0 0,-1 0 0 0 0,1 0-1 0 0,-1 1 1 0 0,0-1 0 0 0,1 0 0 0 0,-1 1 0 0 0,1 0 0 0 0,-1-1-1 0 0,0 1 1 0 0,1 0 0 0 0,-1 0 0 0 0,0 0 0 0 0,-1 0 0 0 0,-1 0-4 0 0,0 1 1 0 0,0 0-1 0 0,0 0 1 0 0,0 0-1 0 0,0 0 1 0 0,0 1-1 0 0,0-1 1 0 0,-3 3-1 0 0,-5 4 67 0 0,0 0-1 0 0,0 1 1 0 0,-16 16-1 0 0,8-5 265 0 0,1 0 1 0 0,0 2-1 0 0,2 0 0 0 0,1 1 0 0 0,1 1 0 0 0,0 0 0 0 0,2 1 1 0 0,1 0-1 0 0,-13 42 0 0 0,24-64-165 0 0,1 1 0 0 0,-1-1 0 0 0,1 0 0 0 0,0 1 0 0 0,0-1 0 0 0,0 0 0 0 0,1 1 0 0 0,-1-1 0 0 0,1 0 1 0 0,0 1-1 0 0,0-1 0 0 0,0 0 0 0 0,2 3 0 0 0,-3-5-69 0 0,0 0 1 0 0,1 0 0 0 0,-1-1-1 0 0,0 1 1 0 0,1-1 0 0 0,-1 1-1 0 0,1 0 1 0 0,-1-1 0 0 0,1 1-1 0 0,0-1 1 0 0,-1 1-1 0 0,1-1 1 0 0,-1 1 0 0 0,1-1-1 0 0,0 0 1 0 0,-1 1 0 0 0,1-1-1 0 0,0 0 1 0 0,0 1 0 0 0,-1-1-1 0 0,1 0 1 0 0,1 0 0 0 0,0 0-29 0 0,-1 0 0 0 0,0-1 0 0 0,0 1 0 0 0,1 0 0 0 0,-1-1 0 0 0,0 0 0 0 0,0 1 0 0 0,0-1 0 0 0,0 0 0 0 0,1 1 0 0 0,-1-1 0 0 0,0 0 0 0 0,0 0 0 0 0,-1 0 0 0 0,1 0 0 0 0,0 0 0 0 0,0 0 0 0 0,1-2 0 0 0,7-11-239 0 0,0-1 1 0 0,-1 0-1 0 0,0 0 1 0 0,-1 0-1 0 0,-1-1 1 0 0,-1 0-1 0 0,0-1 1 0 0,4-26-1 0 0,-5 17-184 0 0,-1 0-1 0 0,-2 0 0 0 0,0-1 1 0 0,-7-49-1 0 0,6 71 385 0 0,-12-56-196 0 0,11 59 223 0 0,0-1 0 0 0,1 1 0 0 0,-1-1-1 0 0,0 1 1 0 0,0-1 0 0 0,0 1 0 0 0,-1 0-1 0 0,1-1 1 0 0,0 1 0 0 0,-1 0 0 0 0,0 0-1 0 0,1 0 1 0 0,-1 0 0 0 0,0 0 0 0 0,0 1-1 0 0,0-1 1 0 0,0 0 0 0 0,-1 1 0 0 0,-2-2-1 0 0,3 3 56 0 0,0 0 0 0 0,1 0-1 0 0,-1 0 1 0 0,0 0 0 0 0,0 0-1 0 0,0 1 1 0 0,1-1-1 0 0,-1 0 1 0 0,0 1 0 0 0,0 0-1 0 0,1-1 1 0 0,-1 1 0 0 0,1 0-1 0 0,-1 0 1 0 0,1 0-1 0 0,-1 0 1 0 0,1 0 0 0 0,-1 0-1 0 0,1 0 1 0 0,0 1 0 0 0,-1-1-1 0 0,1 0 1 0 0,0 1-1 0 0,0-1 1 0 0,0 1 0 0 0,0-1-1 0 0,1 1 1 0 0,-2 2 0 0 0,-2 4 254 0 0,0 0 0 0 0,0 0 1 0 0,1 0-1 0 0,-3 13 1 0 0,2-6 13 0 0,1 0 1 0 0,1 0-1 0 0,0 0 1 0 0,1 0 0 0 0,1 0-1 0 0,0 0 1 0 0,1 0-1 0 0,0 0 1 0 0,2 0-1 0 0,0 0 1 0 0,0 0-1 0 0,1 0 1 0 0,1-1 0 0 0,1 0-1 0 0,0 0 1 0 0,1 0-1 0 0,0-1 1 0 0,1 0-1 0 0,0 0 1 0 0,15 16 0 0 0,-9-12-61 0 0,2-1 0 0 0,-1 0 0 0 0,33 23 0 0 0,-23-22-485 0 0</inkml:trace>
</inkml:ink>
</file>

<file path=ppt/ink/ink2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6.1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298 10 7834 0 0,'3'-9'1223'0'0,"-14"20"1082"0"0,-38 72-1361 0 0,-34 60-1029 0 0,70-115 70 0 0,0 0 1 0 0,1 0-1 0 0,-9 39 1 0 0,18-51 168 0 0,0 0 0 0 0,0 0 0 0 0,2 1 0 0 0,0-1 0 0 0,2 26 0 0 0,0-32 22 0 0,0-1 1 0 0,1 1-1 0 0,0-1 1 0 0,0 0-1 0 0,1 1 0 0 0,1-1 1 0 0,-1 0-1 0 0,1-1 0 0 0,1 1 1 0 0,9 14-1 0 0,-13-21-124 0 0,1 0-1 0 0,0 0 1 0 0,-1-1-1 0 0,1 1 1 0 0,0-1-1 0 0,0 1 1 0 0,0-1-1 0 0,0 1 1 0 0,0-1-1 0 0,0 0 1 0 0,0 0-1 0 0,0 0 1 0 0,1 0-1 0 0,-1-1 1 0 0,0 1-1 0 0,1 0 1 0 0,-1-1-1 0 0,3 1 1 0 0,0-1 12 0 0,-1 0 1 0 0,1-1-1 0 0,-1 1 1 0 0,1-1-1 0 0,-1 0 1 0 0,0 0-1 0 0,1-1 1 0 0,-1 1-1 0 0,4-3 1 0 0,6-3 66 0 0,0-1 1 0 0,-1 0-1 0 0,0-1 0 0 0,17-16 1 0 0,-11 9-244 0 0,-2-2-1 0 0,0 0 1 0 0,17-23 0 0 0,-29 34-145 0 0,0 0 0 0 0,0 0 0 0 0,-1 0 0 0 0,0 0 0 0 0,-1-1 0 0 0,1 0 0 0 0,-1 1 0 0 0,-1-1-1 0 0,0 0 1 0 0,0-1 0 0 0,0 1 0 0 0,-1 0 0 0 0,0-11 0 0 0,-1 18 182 0 0,0-1 0 0 0,0 1 0 0 0,0-1 0 0 0,0 1 0 0 0,0-1 0 0 0,0 1 0 0 0,0 0 0 0 0,-1-1 0 0 0,1 1 0 0 0,-1-1 0 0 0,1 1 0 0 0,-1-1 0 0 0,0 1 0 0 0,1 0 0 0 0,-1 0 0 0 0,0-1 0 0 0,0 1 0 0 0,0 0 0 0 0,0 0 0 0 0,0 0-1 0 0,0 0 1 0 0,0 0 0 0 0,0 0 0 0 0,0 0 0 0 0,-1 0 0 0 0,1 0 0 0 0,0 1 0 0 0,-1-1 0 0 0,1 0 0 0 0,0 1 0 0 0,-1-1 0 0 0,1 1 0 0 0,-1 0 0 0 0,1-1 0 0 0,-1 1 0 0 0,1 0 0 0 0,-1 0 0 0 0,1 0 0 0 0,-1 0 0 0 0,1 0 0 0 0,-1 0 0 0 0,1 0 0 0 0,-1 1 0 0 0,1-1 0 0 0,0 0 0 0 0,-3 2 0 0 0,-5 1-88 0 0,1 0 0 0 0,-1 0 1 0 0,1 1-1 0 0,1 1 0 0 0,-1-1 1 0 0,-11 10-1 0 0,0 1 166 0 0,0 2-1 0 0,2 0 0 0 0,0 1 1 0 0,-17 26-1 0 0,24-31 115 0 0,1 1 1 0 0,0 0-1 0 0,1 1 0 0 0,1 0 1 0 0,0 0-1 0 0,1 1 1 0 0,-4 19-1 0 0,8-28-34 0 0,2 0 0 0 0,-1-1 0 0 0,1 1-1 0 0,0-1 1 0 0,0 1 0 0 0,1 0 0 0 0,0-1 0 0 0,0 1 0 0 0,0-1-1 0 0,1 1 1 0 0,0-1 0 0 0,4 10 0 0 0,-4-13 12 0 0,0 1-1 0 0,-1-1 1 0 0,1 0-1 0 0,1 1 1 0 0,-1-1 0 0 0,0 0-1 0 0,1 0 1 0 0,-1-1-1 0 0,1 1 1 0 0,0 0 0 0 0,0-1-1 0 0,0 0 1 0 0,0 1-1 0 0,1-1 1 0 0,-1-1 0 0 0,1 1-1 0 0,-1 0 1 0 0,1-1-1 0 0,-1 0 1 0 0,1 0 0 0 0,0 0-1 0 0,7 1 1 0 0,-8-2-36 0 0,1-1 0 0 0,0 1 1 0 0,0-1-1 0 0,0 0 0 0 0,-1 0 1 0 0,1 0-1 0 0,-1 0 0 0 0,1-1 1 0 0,-1 0-1 0 0,1 1 0 0 0,-1-1 1 0 0,0-1-1 0 0,0 1 0 0 0,0 0 1 0 0,0-1-1 0 0,0 1 1 0 0,0-1-1 0 0,2-3 0 0 0,7-8 59 0 0,-1-1-1 0 0,13-20 1 0 0,-22 31-113 0 0,7-10-183 0 0,-1-2-1 0 0,-1 1 0 0 0,0-1 0 0 0,-1-1 0 0 0,-1 1 0 0 0,4-19 0 0 0,-6 22-90 0 0,-1 1-1 0 0,-1-1 0 0 0,0 0 0 0 0,0 0 0 0 0,-1 0 0 0 0,-1 0 0 0 0,0 0 0 0 0,-6-23 1 0 0,6 33 242 0 0,0 0 1 0 0,0 0 0 0 0,0 0-1 0 0,0 0 1 0 0,0 1 0 0 0,-1-1-1 0 0,1 0 1 0 0,-1 0 0 0 0,0 1-1 0 0,0-1 1 0 0,0 1 0 0 0,0 0 0 0 0,0-1-1 0 0,0 1 1 0 0,-6-3 0 0 0,6 4 5 0 0,0 0 0 0 0,-1 0 1 0 0,1 0-1 0 0,-1 0 1 0 0,1 1-1 0 0,0-1 1 0 0,-1 1-1 0 0,0-1 1 0 0,1 1-1 0 0,-1 0 0 0 0,1 0 1 0 0,-1 0-1 0 0,1 1 1 0 0,-1-1-1 0 0,-4 2 1 0 0,0 0-51 0 0,0 1 1 0 0,-1 0 0 0 0,1 1-1 0 0,1-1 1 0 0,-1 2 0 0 0,1-1-1 0 0,-1 1 1 0 0,1-1 0 0 0,0 2 0 0 0,1-1-1 0 0,-8 10 1 0 0,0 1 10 0 0,1 1 0 0 0,1 1 0 0 0,1 0 0 0 0,1 0 0 0 0,0 1 0 0 0,-12 38 1 0 0,18-46 213 0 0,0 0 1 0 0,0 0 0 0 0,1 0 0 0 0,1 1 0 0 0,0-1 0 0 0,0 0 0 0 0,1 1 0 0 0,1-1 0 0 0,0 0 0 0 0,0 0 0 0 0,1 1 0 0 0,1-1-1 0 0,0 0 1 0 0,5 13 0 0 0,-6-20-86 0 0,-1-1 0 0 0,1 1 0 0 0,0-1 0 0 0,0 0 0 0 0,0 1 0 0 0,1-1-1 0 0,-1 0 1 0 0,1-1 0 0 0,0 1 0 0 0,0 0 0 0 0,0-1 0 0 0,0 1 0 0 0,0-1 0 0 0,0 0-1 0 0,1 0 1 0 0,-1-1 0 0 0,1 1 0 0 0,-1-1 0 0 0,1 1 0 0 0,6 0 0 0 0,-7-1-29 0 0,1-1 0 0 0,0 0 0 0 0,-1 0 1 0 0,1-1-1 0 0,-1 1 0 0 0,1-1 1 0 0,0 0-1 0 0,-1 0 0 0 0,1 0 0 0 0,-1 0 1 0 0,1 0-1 0 0,-1-1 0 0 0,0 0 1 0 0,0 0-1 0 0,0 0 0 0 0,0 0 0 0 0,0 0 1 0 0,0 0-1 0 0,0-1 0 0 0,-1 1 1 0 0,5-7-1 0 0,4-4-123 0 0,-2-1-1 0 0,0 0 1 0 0,0-1 0 0 0,-2 0 0 0 0,1 0 0 0 0,-2-1-1 0 0,0 0 1 0 0,-1 0 0 0 0,-1 0 0 0 0,0-1 0 0 0,-1 1-1 0 0,-1-1 1 0 0,0-30 0 0 0,-3 19-51 0 0,0 0 0 0 0,-2 1 0 0 0,-1-1 0 0 0,-1 1-1 0 0,-2 0 1 0 0,0 0 0 0 0,-19-42 0 0 0,24 63 254 0 0,-1 0 0 0 0,1 1-1 0 0,-2-1 1 0 0,1 1 0 0 0,-1 0 0 0 0,1 0-1 0 0,-1 0 1 0 0,-1 0 0 0 0,1 0 0 0 0,-1 1 0 0 0,0 0-1 0 0,0 0 1 0 0,-9-5 0 0 0,10 7-32 0 0,-1 0 1 0 0,1 0-1 0 0,-1 1 0 0 0,0 0 1 0 0,0 0-1 0 0,0 0 0 0 0,0 0 1 0 0,0 1-1 0 0,1 0 0 0 0,-1 0 1 0 0,0 0-1 0 0,0 1 0 0 0,0-1 1 0 0,0 1-1 0 0,0 0 0 0 0,0 1 1 0 0,1-1-1 0 0,-6 4 0 0 0,-7 2-189 0 0,0 1 0 0 0,1 1 0 0 0,-18 14 0 0 0,-17 17-3784 0 0,19-10-453 0 0</inkml:trace>
</inkml:ink>
</file>

<file path=ppt/ink/ink2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7.1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268 7 5065 0 0,'-9'5'142'0'0,"1"1"-1"0"0,0-1 1 0 0,0 1 0 0 0,1 1-1 0 0,-1-1 1 0 0,2 1-1 0 0,-1 0 1 0 0,-10 16 0 0 0,-4 2 73 0 0,9-12-41 0 0,-75 91 1234 0 0,76-88-1094 0 0,1-1-1 0 0,0 1 0 0 0,1 1 0 0 0,1-1 1 0 0,-8 23-1 0 0,15-36-261 0 0,0-1 1 0 0,0 1 0 0 0,0-1-1 0 0,1 1 1 0 0,-1 0 0 0 0,1-1-1 0 0,0 1 1 0 0,0-1 0 0 0,0 1-1 0 0,0 0 1 0 0,0-1-1 0 0,0 1 1 0 0,1 0 0 0 0,-1-1-1 0 0,1 1 1 0 0,0-1 0 0 0,0 1-1 0 0,0-1 1 0 0,0 1 0 0 0,0-1-1 0 0,0 0 1 0 0,1 0 0 0 0,-1 1-1 0 0,3 1 1 0 0,-2-2-3 0 0,0-1 1 0 0,0 0 0 0 0,0 1-1 0 0,1-1 1 0 0,-1 0-1 0 0,0-1 1 0 0,0 1 0 0 0,0 0-1 0 0,1-1 1 0 0,-1 1-1 0 0,0-1 1 0 0,1 0-1 0 0,-1 1 1 0 0,1-1 0 0 0,-1 0-1 0 0,0-1 1 0 0,1 1-1 0 0,-1 0 1 0 0,0-1 0 0 0,1 1-1 0 0,-1-1 1 0 0,0 0-1 0 0,0 0 1 0 0,1 0 0 0 0,-1 0-1 0 0,4-2 1 0 0,5-4 234 0 0,0-1 1 0 0,0 0 0 0 0,0-1-1 0 0,-1 0 1 0 0,0 0-1 0 0,-1-1 1 0 0,9-13-1 0 0,53-80-98 0 0,-71 102-190 0 0,7-9-325 0 0,-1 1 1 0 0,-1-2-1 0 0,1 1 0 0 0,-2-1 0 0 0,1 0 0 0 0,-2 0 0 0 0,1 0 0 0 0,-1 0 1 0 0,-1-1-1 0 0,0 1 0 0 0,0-17 0 0 0,-2 28 273 0 0,0-1 0 0 0,0 1 0 0 0,0-1 0 0 0,0 1 0 0 0,0-1 0 0 0,0 0 0 0 0,0 1 0 0 0,0-1 0 0 0,0 1 0 0 0,0-1 0 0 0,0 1 0 0 0,-1-1 0 0 0,1 1 0 0 0,0-1 0 0 0,0 1 1 0 0,-1-1-1 0 0,1 1 0 0 0,0-1 0 0 0,-1 1 0 0 0,1-1 0 0 0,0 1 0 0 0,-1 0 0 0 0,1-1 0 0 0,-1 1 0 0 0,1 0 0 0 0,0-1 0 0 0,-1 1 0 0 0,1 0 0 0 0,-2-1 0 0 0,-13 7-797 0 0,-11 23 693 0 0,4 7 956 0 0,2 1 0 0 0,2 1 0 0 0,1 1 0 0 0,2 0 0 0 0,-10 43 0 0 0,24-75-652 0 0,-1-1-1 0 0,1 0 1 0 0,0 1-1 0 0,0-1 1 0 0,0 1 0 0 0,1 0-1 0 0,0-1 1 0 0,1 1 0 0 0,-1-1-1 0 0,1 1 1 0 0,2 7 0 0 0,-2-12-66 0 0,0 1 1 0 0,1-1-1 0 0,-1 1 1 0 0,0-1-1 0 0,1 0 1 0 0,-1 1-1 0 0,1-1 1 0 0,0 0-1 0 0,0 0 1 0 0,0 0-1 0 0,0 0 0 0 0,0 0 1 0 0,0-1-1 0 0,0 1 1 0 0,1-1-1 0 0,-1 1 1 0 0,1-1-1 0 0,-1 0 1 0 0,1 0-1 0 0,-1 0 1 0 0,1 0-1 0 0,0 0 1 0 0,-1-1-1 0 0,1 1 1 0 0,0-1-1 0 0,0 0 1 0 0,-1 0-1 0 0,7 0 1 0 0,-2-1 46 0 0,1 0 0 0 0,-1 0 0 0 0,0-1 0 0 0,1 0 0 0 0,-1 0 0 0 0,0-1 0 0 0,0 0 0 0 0,0 0 0 0 0,-1-1 0 0 0,1 0 0 0 0,-1 0 0 0 0,0 0 0 0 0,0-1 0 0 0,0 0 0 0 0,-1 0 0 0 0,0-1-1 0 0,0 1 1 0 0,0-1 0 0 0,5-8 0 0 0,4-7-201 0 0,0-1 0 0 0,-2 0 0 0 0,0 0 0 0 0,12-36 0 0 0,-15 35-147 0 0,-2 0 0 0 0,7-36 0 0 0,-13 51 109 0 0,0 0 1 0 0,0 0-1 0 0,0 0 0 0 0,-1 0 1 0 0,0 0-1 0 0,-1 0 1 0 0,0-1-1 0 0,0 1 0 0 0,-1 0 1 0 0,0 1-1 0 0,-3-11 0 0 0,4 17 58 0 0,0-1 0 0 0,0 1 0 0 0,0-1 0 0 0,0 1-1 0 0,0-1 1 0 0,0 1 0 0 0,0 0 0 0 0,0 0 0 0 0,-1-1-1 0 0,1 1 1 0 0,0 0 0 0 0,-1 0 0 0 0,1 0-1 0 0,-1 0 1 0 0,1 1 0 0 0,-1-1 0 0 0,0 0 0 0 0,1 1-1 0 0,-1-1 1 0 0,0 1 0 0 0,1-1 0 0 0,-1 1 0 0 0,0 0-1 0 0,0 0 1 0 0,1 0 0 0 0,-1 0 0 0 0,0 0 0 0 0,0 0-1 0 0,1 0 1 0 0,-1 1 0 0 0,0-1 0 0 0,1 0 0 0 0,-1 1-1 0 0,0 0 1 0 0,1-1 0 0 0,-1 1 0 0 0,-1 1-1 0 0,-4 1-86 0 0,0 1-1 0 0,0 0 0 0 0,0 0 0 0 0,0 1 0 0 0,1 0 0 0 0,-11 10 0 0 0,8-4 126 0 0,0 0 0 0 0,0 0 0 0 0,1 0 0 0 0,1 1-1 0 0,0 1 1 0 0,0-1 0 0 0,2 1 0 0 0,-1 0 0 0 0,1 0-1 0 0,1 1 1 0 0,1-1 0 0 0,0 1 0 0 0,1 0 0 0 0,0 0-1 0 0,1 0 1 0 0,0 0 0 0 0,1 0 0 0 0,4 26 0 0 0,-2-28 45 0 0,0 0 0 0 0,1-1 0 0 0,1 1 0 0 0,0-1 1 0 0,0 0-1 0 0,1 0 0 0 0,0 0 0 0 0,1 0 0 0 0,0-1 0 0 0,1 0 1 0 0,0-1-1 0 0,1 1 0 0 0,0-1 0 0 0,0-1 0 0 0,1 1 1 0 0,0-2-1 0 0,1 1 0 0 0,-1-1 0 0 0,1 0 0 0 0,1-1 0 0 0,-1-1 1 0 0,16 7-1 0 0,-18-9 57 0 0,0 0 1 0 0,0-1 0 0 0,0-1-1 0 0,0 1 1 0 0,0-1-1 0 0,0 0 1 0 0,1-1-1 0 0,-1 0 1 0 0,0 0-1 0 0,0-1 1 0 0,0 0 0 0 0,1 0-1 0 0,-1-1 1 0 0,0 0-1 0 0,-1-1 1 0 0,1 0-1 0 0,0 0 1 0 0,-1 0-1 0 0,0-1 1 0 0,1 0 0 0 0,-1-1-1 0 0,-1 1 1 0 0,1-1-1 0 0,8-9 1 0 0,-5 4 52 0 0,0 0 0 0 0,0-1 1 0 0,-1 0-1 0 0,-1-1 0 0 0,0 0 0 0 0,-1-1 0 0 0,0 1 1 0 0,0-1-1 0 0,-2 0 0 0 0,1-1 0 0 0,-2 0 1 0 0,0 1-1 0 0,3-19 0 0 0,-4 5-51 0 0,0 0 0 0 0,-2-1 0 0 0,-4-49 1 0 0,2 65-117 0 0,-1 0 1 0 0,0 1-1 0 0,-1-1 1 0 0,0 1-1 0 0,0 0 1 0 0,-1 0-1 0 0,-1 0 1 0 0,0 0-1 0 0,0 1 1 0 0,-1-1-1 0 0,-10-11 1 0 0,13 18-15 0 0,-1 1 1 0 0,0 0-1 0 0,0 0 1 0 0,0 0-1 0 0,-1 0 1 0 0,1 1-1 0 0,-1-1 1 0 0,1 1-1 0 0,-1 0 0 0 0,0 1 1 0 0,0-1-1 0 0,0 1 1 0 0,0 0-1 0 0,0 0 1 0 0,0 1-1 0 0,0-1 1 0 0,0 1-1 0 0,0 0 1 0 0,0 1-1 0 0,-1-1 1 0 0,1 1-1 0 0,0 0 1 0 0,-7 2-1 0 0,-1 1-15 0 0,0 0 0 0 0,0 1-1 0 0,1 0 1 0 0,0 1 0 0 0,0 0-1 0 0,0 1 1 0 0,-19 14 0 0 0,24-15-110 0 0,1 0 1 0 0,0 0-1 0 0,0 1 1 0 0,0 0-1 0 0,1 0 1 0 0,0 1-1 0 0,0-1 1 0 0,1 1-1 0 0,0 0 1 0 0,0 0-1 0 0,1 0 1 0 0,0 1-1 0 0,1-1 1 0 0,-2 11-1 0 0,-2 12-5217 0 0</inkml:trace>
</inkml:ink>
</file>

<file path=ppt/ink/ink2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8.3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173 141 6913 0 0,'-6'-25'544'0'0,"4"14"-418"0"0,0 1 0 0 0,0 0 0 0 0,-1 0 0 0 0,0 1-1 0 0,-1-1 1 0 0,0 0 0 0 0,-1 1 0 0 0,0 0-1 0 0,-7-10 1 0 0,12 19-75 0 0,-1-1-1 0 0,0 0 1 0 0,0 0-1 0 0,0 1 1 0 0,0-1 0 0 0,0 0-1 0 0,0 1 1 0 0,0-1-1 0 0,0 1 1 0 0,0 0-1 0 0,0-1 1 0 0,0 1 0 0 0,0 0-1 0 0,0-1 1 0 0,0 1-1 0 0,0 0 1 0 0,-1 0-1 0 0,1 0 1 0 0,0 0 0 0 0,0 0-1 0 0,0 0 1 0 0,0 0-1 0 0,0 1 1 0 0,0-1-1 0 0,-1 0 1 0 0,1 1-1 0 0,0-1 1 0 0,0 0 0 0 0,0 1-1 0 0,0-1 1 0 0,0 1-1 0 0,0 0 1 0 0,0-1-1 0 0,1 1 1 0 0,-1 0 0 0 0,0 0-1 0 0,0-1 1 0 0,0 1-1 0 0,1 0 1 0 0,-1 0-1 0 0,0 0 1 0 0,0 1 0 0 0,-5 6 266 0 0,0-1 1 0 0,1 2-1 0 0,-7 13 1 0 0,10-19-237 0 0,-6 12 117 0 0,1 0 0 0 0,0 0 0 0 0,1 1-1 0 0,0-1 1 0 0,2 2 0 0 0,0-1 0 0 0,0 0-1 0 0,2 1 1 0 0,-1 22 0 0 0,3-34-178 0 0,1 0 1 0 0,0 0-1 0 0,0-1 1 0 0,0 1-1 0 0,1 0 1 0 0,0-1-1 0 0,0 0 0 0 0,0 1 1 0 0,0-1-1 0 0,1 0 1 0 0,0 0-1 0 0,0 0 1 0 0,0 0-1 0 0,0-1 0 0 0,0 1 1 0 0,1-1-1 0 0,0 0 1 0 0,-1 0-1 0 0,1 0 1 0 0,0 0-1 0 0,1-1 1 0 0,-1 1-1 0 0,0-1 0 0 0,8 2 1 0 0,-7-1 71 0 0,1-1 0 0 0,-1-1 0 0 0,1 1 0 0 0,0-1 0 0 0,0 0 0 0 0,0 0 0 0 0,0-1 0 0 0,-1 1 1 0 0,1-1-1 0 0,0-1 0 0 0,0 1 0 0 0,0-1 0 0 0,0 0 0 0 0,0 0 0 0 0,-1-1 0 0 0,1 0 0 0 0,0 0 0 0 0,-1 0 0 0 0,10-5 1 0 0,-4-2-144 0 0,0 0 0 0 0,0-1 0 0 0,0 0 1 0 0,-1-1-1 0 0,-1 0 0 0 0,0 0 0 0 0,13-23 1 0 0,-15 22-383 0 0,0 0 1 0 0,-2 0 0 0 0,1-1-1 0 0,-2 0 1 0 0,1 0 0 0 0,-2 0-1 0 0,0-1 1 0 0,2-18 0 0 0,-5 31 371 0 0,0-1 0 0 0,1 0 0 0 0,-1 1 0 0 0,0-1 0 0 0,0 1 1 0 0,0-1-1 0 0,-1 0 0 0 0,1 1 0 0 0,0-1 0 0 0,-1 1 0 0 0,1-1 1 0 0,-1 1-1 0 0,0-3 0 0 0,1 4 50 0 0,-1 0 1 0 0,1 0-1 0 0,0-1 0 0 0,0 1 1 0 0,-1 0-1 0 0,1 0 0 0 0,0 0 1 0 0,-1 0-1 0 0,1 0 1 0 0,0 0-1 0 0,-1 0 0 0 0,1 0 1 0 0,0-1-1 0 0,-1 1 0 0 0,1 0 1 0 0,0 0-1 0 0,-1 1 1 0 0,1-1-1 0 0,0 0 0 0 0,-1 0 1 0 0,1 0-1 0 0,0 0 0 0 0,-1 0 1 0 0,1 0-1 0 0,0 0 0 0 0,-1 0 1 0 0,1 1-1 0 0,0-1 1 0 0,-1 0-1 0 0,1 0 0 0 0,0 0 1 0 0,0 1-1 0 0,-1-1 0 0 0,1 0 1 0 0,0 1-1 0 0,-4 2 32 0 0,0 1-1 0 0,1 0 1 0 0,0 0-1 0 0,0 0 1 0 0,0 0-1 0 0,-3 7 1 0 0,-10 22 518 0 0,-16 49 1 0 0,28-69-412 0 0,0 0-1 0 0,1 0 1 0 0,0 0-1 0 0,1 1 0 0 0,1-1 1 0 0,0 1-1 0 0,1 15 1 0 0,1-25-75 0 0,-1 0 1 0 0,1-1-1 0 0,0 1 1 0 0,1 0-1 0 0,-1-1 1 0 0,0 1 0 0 0,1-1-1 0 0,0 1 1 0 0,0-1-1 0 0,0 0 1 0 0,0 0-1 0 0,0 1 1 0 0,1-2-1 0 0,-1 1 1 0 0,1 0-1 0 0,0 0 1 0 0,0-1-1 0 0,0 0 1 0 0,0 1-1 0 0,0-1 1 0 0,1 0-1 0 0,-1-1 1 0 0,1 1-1 0 0,-1-1 1 0 0,1 1-1 0 0,0-1 1 0 0,-1 0 0 0 0,1 0-1 0 0,0-1 1 0 0,0 1-1 0 0,-1-1 1 0 0,1 0-1 0 0,0 0 1 0 0,0 0-1 0 0,0 0 1 0 0,0-1-1 0 0,-1 0 1 0 0,1 1-1 0 0,0-1 1 0 0,-1-1-1 0 0,1 1 1 0 0,0 0-1 0 0,-1-1 1 0 0,1 0-1 0 0,-1 0 1 0 0,0 0-1 0 0,0 0 1 0 0,0 0 0 0 0,0-1-1 0 0,0 1 1 0 0,3-5-1 0 0,5-7-87 0 0,0-1-1 0 0,-1 1 1 0 0,-1-2 0 0 0,0 1-1 0 0,-1-2 1 0 0,-1 1-1 0 0,0-1 1 0 0,7-29 0 0 0,-12 35-159 0 0,0 0 1 0 0,0 1 0 0 0,-2-1 0 0 0,1 0 0 0 0,-1 0-1 0 0,-3-21 1 0 0,2 26-9 0 0,0 0 0 0 0,-1-1 0 0 0,0 1 0 0 0,0 0 0 0 0,-1 0 0 0 0,0 0 0 0 0,0 0 0 0 0,0 1-1 0 0,-1-1 1 0 0,1 1 0 0 0,-1 0 0 0 0,-6-7 0 0 0,8 10 162 0 0,-1 0 0 0 0,1 0-1 0 0,-1 0 1 0 0,1 0 0 0 0,-1 0-1 0 0,0 1 1 0 0,0-1 0 0 0,0 1-1 0 0,1 0 1 0 0,-1-1 0 0 0,-1 1-1 0 0,1 1 1 0 0,0-1 0 0 0,0 0-1 0 0,0 1 1 0 0,0 0 0 0 0,-6-1-1 0 0,4 2 48 0 0,-1 0 1 0 0,1 0-1 0 0,-1 0 0 0 0,0 1 0 0 0,1 0 0 0 0,0 0 0 0 0,-1 0 1 0 0,1 0-1 0 0,-6 5 0 0 0,-4 3 42 0 0,0 1 0 0 0,0 1 0 0 0,1 0 1 0 0,1 1-1 0 0,-12 15 0 0 0,9-10-11 0 0,2 0 0 0 0,-17 30 1 0 0,27-43 65 0 0,1 0 1 0 0,0 1 0 0 0,1-1 0 0 0,-1 1 0 0 0,1 0 0 0 0,0 0 0 0 0,1-1-1 0 0,-1 1 1 0 0,1 0 0 0 0,1 1 0 0 0,-1-1 0 0 0,1 0 0 0 0,0 0 0 0 0,1 10-1 0 0,0-13-41 0 0,0 0 0 0 0,0 0 0 0 0,0 0 0 0 0,1 0 0 0 0,-1 0 0 0 0,1 0 0 0 0,0 0-1 0 0,0 0 1 0 0,0-1 0 0 0,0 1 0 0 0,0-1 0 0 0,1 1 0 0 0,-1-1 0 0 0,1 0-1 0 0,-1 0 1 0 0,1 0 0 0 0,0 0 0 0 0,0-1 0 0 0,0 1 0 0 0,0-1 0 0 0,0 0-1 0 0,0 0 1 0 0,0 0 0 0 0,1 0 0 0 0,-1 0 0 0 0,0 0 0 0 0,6-1 0 0 0,0 1-114 0 0,0-1 1 0 0,0 0 0 0 0,0 0-1 0 0,-1-1 1 0 0,1-1 0 0 0,0 1-1 0 0,-1-1 1 0 0,1-1 0 0 0,9-3-1 0 0,-7 0 75 0 0,0 0-1 0 0,-1 0 0 0 0,1-1 0 0 0,-1 0 0 0 0,-1-1 1 0 0,0 0-1 0 0,0-1 0 0 0,0 0 0 0 0,9-13 0 0 0,-13 15-20 0 0,0 0-1 0 0,0 0 0 0 0,0 0 0 0 0,-1-1 1 0 0,0 0-1 0 0,-1 0 0 0 0,0 0 0 0 0,0 0 1 0 0,0 0-1 0 0,-1-1 0 0 0,-1 1 0 0 0,1-1 1 0 0,-2 0-1 0 0,1-8 0 0 0,-1 15 0 0 0,0 0-1 0 0,0 1 1 0 0,0-1 0 0 0,0 1-1 0 0,0-1 1 0 0,0 0 0 0 0,-1 1-1 0 0,1-1 1 0 0,-1 1-1 0 0,1-1 1 0 0,-1 1 0 0 0,0-1-1 0 0,0 1 1 0 0,1 0 0 0 0,-1-1-1 0 0,0 1 1 0 0,0 0-1 0 0,0-1 1 0 0,0 1 0 0 0,-1 0-1 0 0,1 0 1 0 0,0 0 0 0 0,0 0-1 0 0,-1 0 1 0 0,1 0-1 0 0,0 1 1 0 0,-1-1 0 0 0,1 0-1 0 0,-1 1 1 0 0,1-1 0 0 0,-1 1-1 0 0,-2-1 1 0 0,2 1-2 0 0,0 0 1 0 0,0 0 0 0 0,0 1-1 0 0,0-1 1 0 0,0 0-1 0 0,0 1 1 0 0,0 0-1 0 0,0-1 1 0 0,0 1 0 0 0,1 0-1 0 0,-1 0 1 0 0,0 0-1 0 0,0 0 1 0 0,1 1 0 0 0,-1-1-1 0 0,1 0 1 0 0,-1 1-1 0 0,1-1 1 0 0,0 1 0 0 0,-1-1-1 0 0,1 1 1 0 0,0-1-1 0 0,0 1 1 0 0,0 0 0 0 0,-1 2-1 0 0,-3 9-155 0 0,0 0 0 0 0,1 1-1 0 0,1-1 1 0 0,0 0 0 0 0,1 1-1 0 0,-1 15 1 0 0,1-2-198 0 0</inkml:trace>
</inkml:ink>
</file>

<file path=ppt/ink/ink2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2.7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76 2328 0 0,'6'-7'209'0'0,"-3"2"-209"0"0,1 0 0 0 0,-3 1 0 0 0,1 2 0 0 0,0 1 0 0 0,0-1 0 0 0,1-2 0 0 0,2-3 0 0 0,2 0 0 0 0,0 0 0 0 0,0 0 0 0 0,-1 2 0 0 0,-3 2 0 0 0,1-3 0 0 0,-3 3 0 0 0</inkml:trace>
</inkml:ink>
</file>

<file path=ppt/ink/ink2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3.1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438 26 6913 0 0,'-1'-2'141'0'0,"1"1"0"0"0,-1 0 0 0 0,1-1 0 0 0,-1 1-1 0 0,0 0 1 0 0,1-1 0 0 0,-1 1 0 0 0,0 0 0 0 0,0 0-1 0 0,0 0 1 0 0,0 0 0 0 0,0 0 0 0 0,0 0-1 0 0,0 0 1 0 0,-1 0 0 0 0,1 0 0 0 0,0 0 0 0 0,0 0-1 0 0,-1 1 1 0 0,1-1 0 0 0,0 1 0 0 0,-1-1-1 0 0,1 1 1 0 0,-1-1 0 0 0,-1 1 0 0 0,-1 1-3 0 0,1-1 1 0 0,0 2-1 0 0,-1-1 0 0 0,1 0 1 0 0,0 1-1 0 0,0-1 0 0 0,0 1 1 0 0,0 0-1 0 0,0 0 1 0 0,-3 2-1 0 0,-27 23 128 0 0,1 1-1 0 0,2 1 1 0 0,-35 43 0 0 0,-1 0 259 0 0,-61 57 1010 0 0,125-128-1522 0 0,1 0-1 0 0,0 0 1 0 0,-1 0 0 0 0,1 1-1 0 0,0-1 1 0 0,0 0-1 0 0,0 0 1 0 0,0 1 0 0 0,0-1-1 0 0,0 1 1 0 0,0-1-1 0 0,1 1 1 0 0,-1-1 0 0 0,1 1-1 0 0,-1 0 1 0 0,1-1-1 0 0,-1 1 1 0 0,1 0 0 0 0,0-1-1 0 0,0 1 1 0 0,0 0-1 0 0,0-1 1 0 0,0 1 0 0 0,0 0-1 0 0,1 2 1 0 0,0-2-89 0 0,0-1 0 0 0,0 1 1 0 0,0-1-1 0 0,1 1 0 0 0,-1-1 1 0 0,1 0-1 0 0,-1 0 0 0 0,1 0 1 0 0,-1 0-1 0 0,1 0 0 0 0,0 0 0 0 0,0 0 1 0 0,-1-1-1 0 0,1 1 0 0 0,0 0 1 0 0,0-1-1 0 0,0 1 0 0 0,0-1 0 0 0,-1 0 1 0 0,1 0-1 0 0,0 0 0 0 0,2 0 1 0 0,54 2-1704 0 0,-42-3 1694 0 0,0 1 0 0 0,-1 1-1 0 0,1 0 1 0 0,-1 1 0 0 0,0 1 0 0 0,1 1-1 0 0,26 9 1 0 0,-28-7 244 0 0,-1 0 0 0 0,0 2-1 0 0,-1-1 1 0 0,0 1 0 0 0,0 1 0 0 0,0 0 0 0 0,18 20-1 0 0,-28-27-103 0 0,1 1-1 0 0,-1 0 0 0 0,0 0 0 0 0,0 1 0 0 0,0-1 1 0 0,-1 0-1 0 0,1 1 0 0 0,-1-1 0 0 0,0 1 0 0 0,0-1 0 0 0,0 1 1 0 0,0 0-1 0 0,0 0 0 0 0,-1 6 0 0 0,0-6-16 0 0,-1-1-1 0 0,0 1 1 0 0,0 0 0 0 0,0-1 0 0 0,0 1-1 0 0,0-1 1 0 0,-1 1 0 0 0,0-1 0 0 0,0 0-1 0 0,0 1 1 0 0,0-1 0 0 0,0 0-1 0 0,0-1 1 0 0,-1 1 0 0 0,0 0 0 0 0,1-1-1 0 0,-6 5 1 0 0,-124 89 1315 0 0,41-32-2614 0 0,85-59-183 0 0</inkml:trace>
</inkml:ink>
</file>

<file path=ppt/ink/ink2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3.5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 57 6913 0 0,'1'-8'282'0'0,"-1"4"-147"0"0,0 0 1 0 0,0 1 0 0 0,1-1 0 0 0,-1 1-1 0 0,1-1 1 0 0,0 0 0 0 0,0 1 0 0 0,1 0-1 0 0,-1-1 1 0 0,1 1 0 0 0,-1 0 0 0 0,3-4-1 0 0,-6 37 2946 0 0,-18 59-637 0 0,9-45-940 0 0,-6 58 0 0 0,-3 159 601 0 0,17-149-7676 0 0,3-62-453 0 0</inkml:trace>
</inkml:ink>
</file>

<file path=ppt/ink/ink2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4.4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362 155 2761 0 0,'-4'-12'629'0'0,"0"-3"227"0"0,-1 0 1 0 0,-1 1 0 0 0,0-1-1 0 0,-1 1 1 0 0,-13-20 0 0 0,18 32-794 0 0,-1-1-1 0 0,1 0 1 0 0,0 0 0 0 0,-1 1 0 0 0,0-1-1 0 0,1 1 1 0 0,-1 0 0 0 0,0 0-1 0 0,0 0 1 0 0,-1 0 0 0 0,1 0 0 0 0,0 1-1 0 0,0 0 1 0 0,-1-1 0 0 0,1 1-1 0 0,-1 0 1 0 0,1 1 0 0 0,-1-1 0 0 0,1 1-1 0 0,-1-1 1 0 0,0 1 0 0 0,1 0-1 0 0,-1 0 1 0 0,1 1 0 0 0,-1-1 0 0 0,0 1-1 0 0,1 0 1 0 0,-1 0 0 0 0,1 0 0 0 0,-5 2-1 0 0,-3 2 70 0 0,-1 1 0 0 0,1 1 0 0 0,0-1 1 0 0,0 2-1 0 0,1 0 0 0 0,-1 0 0 0 0,2 1 0 0 0,0 0 0 0 0,0 0 0 0 0,-15 22 0 0 0,11-14 243 0 0,2 1-1 0 0,0 1 0 0 0,1 0 1 0 0,1 0-1 0 0,-13 40 1 0 0,22-57-359 0 0,-1 1 0 0 0,1 0 0 0 0,0-1 0 0 0,0 1 0 0 0,0-1 0 0 0,0 1 0 0 0,0 0-1 0 0,0-1 1 0 0,1 1 0 0 0,-1-1 0 0 0,1 1 0 0 0,0-1 0 0 0,-1 1 0 0 0,1-1 0 0 0,1 1 0 0 0,-1-1 0 0 0,0 0 0 0 0,0 0 0 0 0,1 0 0 0 0,-1 1 0 0 0,1-1 0 0 0,0-1 0 0 0,0 1 0 0 0,0 0 0 0 0,0 0 0 0 0,0-1 0 0 0,3 3 0 0 0,8 4 108 0 0,0 0 1 0 0,1-1-1 0 0,24 10 0 0 0,-14-7-71 0 0,1 1-97 0 0,0 1-1 0 0,-1 2 1 0 0,0 0-1 0 0,-1 2 0 0 0,22 19 1 0 0,-39-30 25 0 0,0 1 0 0 0,-1 0 0 0 0,1 1 0 0 0,-1-1 0 0 0,-1 1 0 0 0,1 0 0 0 0,-1 0 0 0 0,-1 0 0 0 0,5 12 0 0 0,-6-13 13 0 0,-1-1-1 0 0,0 1 1 0 0,0 0-1 0 0,0 0 1 0 0,-1 0-1 0 0,0 0 1 0 0,0 0-1 0 0,0 0 1 0 0,-1-1-1 0 0,0 1 1 0 0,0 0-1 0 0,0 0 1 0 0,-1-1-1 0 0,-4 10 0 0 0,3-8 64 0 0,-1 0-1 0 0,1-1 1 0 0,-2 1-1 0 0,1-1 1 0 0,-1 0-1 0 0,1 0 0 0 0,-2-1 1 0 0,1 1-1 0 0,-1-1 1 0 0,1-1-1 0 0,-1 1 1 0 0,-1-1-1 0 0,-10 7 0 0 0,-7 0-226 0 0,0-1 0 0 0,-41 12 0 0 0,16-6-3228 0 0,37-13-930 0 0</inkml:trace>
</inkml:ink>
</file>

<file path=ppt/ink/ink2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5.2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24 112 3225 0 0,'50'-46'-805'0'0,"3"-3"6512"0"0,-52 47-5603 0 0,0 1-1 0 0,1 0 0 0 0,-1-1 1 0 0,0 1-1 0 0,1 0 1 0 0,-1 0-1 0 0,1 0 1 0 0,-1 0-1 0 0,1 0 1 0 0,-1 0-1 0 0,1 0 0 0 0,0 1 1 0 0,-1-1-1 0 0,1 1 1 0 0,0-1-1 0 0,-1 1 1 0 0,1-1-1 0 0,0 1 1 0 0,0 0-1 0 0,0 0 0 0 0,2 0 1 0 0,-3 1-37 0 0,0 0 0 0 0,0-1 0 0 0,0 1 0 0 0,0 0 1 0 0,0 0-1 0 0,0 0 0 0 0,0 0 0 0 0,0 0 0 0 0,0 0 0 0 0,0 0 0 0 0,-1 0 0 0 0,1 0 1 0 0,0 0-1 0 0,-1 1 0 0 0,1-1 0 0 0,-1 0 0 0 0,1 0 0 0 0,-1 1 0 0 0,1-1 1 0 0,-1 0-1 0 0,0 1 0 0 0,0-1 0 0 0,0 0 0 0 0,0 1 0 0 0,0-1 0 0 0,0 0 0 0 0,0 3 1 0 0,-1 10-87 0 0,-1 1 0 0 0,0-1 0 0 0,0 0 0 0 0,-1 0 0 0 0,-1 0 0 0 0,-8 18 0 0 0,-40 79-137 0 0,37-81 159 0 0,-60 120 2764 0 0,64-136 617 0 0,29-17-2057 0 0,34-9-1088 0 0,126-22-1437 0 0,-151 31-5443 0 0</inkml:trace>
</inkml:ink>
</file>

<file path=ppt/ink/ink2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6.3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292 70 10138 0 0,'-2'-17'1069'0'0,"1"10"-978"0"0,1 2-1 0 0,-1-1 1 0 0,0 0 0 0 0,0 0-1 0 0,-3-7 1 0 0,4 12-96 0 0,-1 1 0 0 0,1-1 1 0 0,0 1-1 0 0,0-1 0 0 0,-1 1 1 0 0,1-1-1 0 0,-1 1 0 0 0,1-1 1 0 0,0 1-1 0 0,-1-1 0 0 0,1 1 0 0 0,-1-1 1 0 0,1 1-1 0 0,-1 0 0 0 0,1-1 1 0 0,-1 1-1 0 0,1 0 0 0 0,-1-1 0 0 0,0 1 1 0 0,1 0-1 0 0,-1 0 0 0 0,0-1 1 0 0,0 2-8 0 0,-1-1 1 0 0,1 0 0 0 0,0 0-1 0 0,0 0 1 0 0,0 1 0 0 0,0-1-1 0 0,-1 1 1 0 0,1-1 0 0 0,0 1 0 0 0,0-1-1 0 0,0 1 1 0 0,0 0 0 0 0,0-1-1 0 0,0 1 1 0 0,0 0 0 0 0,0 1-1 0 0,-32 29-777 0 0,2 2 0 0 0,-28 38 0 0 0,31-33 2217 0 0,-43 78 0 0 0,66-106-1083 0 0,1-1 1 0 0,-1 1-1 0 0,2 0 1 0 0,-1 0 0 0 0,1 0-1 0 0,-2 15 1 0 0,5-21-297 0 0,-1-1 0 0 0,1 1 0 0 0,0-1 0 0 0,0 0 0 0 0,1 1 0 0 0,-1-1 0 0 0,1 0 1 0 0,-1 1-1 0 0,1-1 0 0 0,0 0 0 0 0,0 0 0 0 0,1 0 0 0 0,-1 1 0 0 0,1-1 0 0 0,-1 0 0 0 0,1-1 0 0 0,0 1 0 0 0,0 0 0 0 0,0-1 0 0 0,0 1 0 0 0,1-1 0 0 0,-1 1 0 0 0,6 3 0 0 0,19 11-223 0 0,53 25 1 0 0,-51-29 58 0 0,-1 2 0 0 0,26 18 0 0 0,-23-10 193 0 0,0 1-1 0 0,27 28 0 0 0,-50-45-52 0 0,-1 1-1 0 0,-1 0 1 0 0,1 0 0 0 0,-1 0-1 0 0,0 0 1 0 0,-1 1-1 0 0,0 0 1 0 0,0 0-1 0 0,-1 1 1 0 0,-1-1 0 0 0,1 1-1 0 0,-1 0 1 0 0,1 10-1 0 0,-3-15 81 0 0,-1 1 0 0 0,0-1 0 0 0,-1 0-1 0 0,1 0 1 0 0,-1 1 0 0 0,0-1 0 0 0,0 0-1 0 0,0 0 1 0 0,-1 0 0 0 0,0 0 0 0 0,0 0-1 0 0,0-1 1 0 0,-4 6 0 0 0,1-2 78 0 0,-1 0-1 0 0,0 0 1 0 0,0-1 0 0 0,-1 0-1 0 0,0 0 1 0 0,-12 9 0 0 0,-4 0-371 0 0,-1-2 0 0 0,-1 0 0 0 0,-48 20 0 0 0,-6-4-4326 0 0,53-21-367 0 0</inkml:trace>
</inkml:ink>
</file>

<file path=ppt/ink/ink2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6.6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18 4289 0 0,'0'0'0'0'0,"0"1"0"0"0,-1-1 0 0 0,1-1 0 0 0,-2-1 0 0 0,5-3-80 0 0,3-6 80 0 0</inkml:trace>
</inkml:ink>
</file>

<file path=ppt/ink/ink2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7.3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111 115 6913 0 0,'-3'1'-95'0'0,"1"1"-1"0"0,0-1 0 0 0,0 0 0 0 0,-1 0 0 0 0,1 0 0 0 0,-1 0 0 0 0,1 0 0 0 0,-1 0 0 0 0,1-1 0 0 0,-1 1 1 0 0,1-1-1 0 0,-1 1 0 0 0,1-1 0 0 0,-1 0 0 0 0,0 0 0 0 0,1-1 0 0 0,-1 1 0 0 0,1 0 0 0 0,-1-1 0 0 0,0 1 0 0 0,1-1 1 0 0,-3-1-1 0 0,3 2 39 0 0,0-1 0 0 0,1 1 0 0 0,-1 0 0 0 0,0 0 0 0 0,1 0 0 0 0,-1 1 0 0 0,0-1 0 0 0,1 0 0 0 0,-1 0 0 0 0,0 1 0 0 0,1-1 1 0 0,-1 1-1 0 0,1 0 0 0 0,-3 1 0 0 0,-19 13 4371 0 0,32-22-3440 0 0,0 0 0 0 0,0 1 0 0 0,1 0-1 0 0,16-8 1 0 0,12-7-167 0 0,-16 8-286 0 0,1 0 1 0 0,0 1-1 0 0,1 1 0 0 0,0 1 0 0 0,34-9 0 0 0,-55 19-413 0 0,0-1-1 0 0,-1 0 1 0 0,1 1-1 0 0,-1 0 1 0 0,1 0-1 0 0,0-1 0 0 0,-1 2 1 0 0,1-1-1 0 0,0 0 1 0 0,-1 0-1 0 0,1 1 1 0 0,-1-1-1 0 0,1 1 1 0 0,-1 0-1 0 0,1 0 0 0 0,-1 0 1 0 0,1 0-1 0 0,-1 0 1 0 0,0 1-1 0 0,0-1 1 0 0,4 4-1 0 0,-3-2-35 0 0,0 0 0 0 0,-1 1-1 0 0,1 0 1 0 0,-1-1 0 0 0,0 1 0 0 0,-1 0-1 0 0,1 0 1 0 0,0 0 0 0 0,-1 0 0 0 0,0 0-1 0 0,0 0 1 0 0,1 6 0 0 0,-1 7-139 0 0,0 0 1 0 0,-1 0-1 0 0,-1-1 1 0 0,0 1-1 0 0,-8 32 0 0 0,2-19 131 0 0,-2 1-1 0 0,-2-1 1 0 0,0-1-1 0 0,-21 39 1 0 0,30-65 47 0 0,-1 1 46 0 0,1 0 0 0 0,0 0 1 0 0,0 1-1 0 0,0-1 0 0 0,0 1 1 0 0,-2 9-1 0 0,7-15-34 0 0,0 0-1 0 0,0 0 1 0 0,-1 0 0 0 0,1 0 0 0 0,-1 0 0 0 0,1-1 0 0 0,-1 1 0 0 0,4-4-1 0 0,-5 5-27 0 0,2-2-8 0 0,0 0-1 0 0,1 0 1 0 0,-1 1 0 0 0,0 0 0 0 0,0-1-1 0 0,1 1 1 0 0,-1 0 0 0 0,1 1 0 0 0,-1-1-1 0 0,1 1 1 0 0,-1-1 0 0 0,1 1 0 0 0,-1 0-1 0 0,1 0 1 0 0,-1 1 0 0 0,1-1 0 0 0,-1 1-1 0 0,5 1 1 0 0,-2 0 2 0 0,-1 0-1 0 0,1 1 1 0 0,-1 0-1 0 0,0 0 1 0 0,0 0-1 0 0,0 0 1 0 0,0 1-1 0 0,-1 0 1 0 0,1 0-1 0 0,4 6 1 0 0,-3-2 8 0 0,0-1 0 0 0,0 1 0 0 0,-1 0 0 0 0,0 0 0 0 0,-1 0 0 0 0,1 1 1 0 0,-2-1-1 0 0,1 1 0 0 0,-1 0 0 0 0,-1 0 0 0 0,1 0 0 0 0,-2 1 0 0 0,2 16 0 0 0,-4-16 70 0 0,-1 0 0 0 0,0 0-1 0 0,0 0 1 0 0,-1-1 0 0 0,0 1 0 0 0,-1-1 0 0 0,0 0-1 0 0,-1 0 1 0 0,0 0 0 0 0,0-1 0 0 0,0 1-1 0 0,-9 8 1 0 0,-8 9 360 0 0,-2-1-1 0 0,-32 26 0 0 0,14-19-1735 0 0,22-17-4226 0 0</inkml:trace>
</inkml:ink>
</file>

<file path=ppt/ink/ink2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1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364 14 5065 0 0,'-2'-1'158'0'0,"1"-1"1"0"0,-1 1-1 0 0,1 0 0 0 0,-1 0 1 0 0,0 0-1 0 0,1 0 0 0 0,-1 0 1 0 0,0 0-1 0 0,0 0 0 0 0,0 1 1 0 0,1-1-1 0 0,-1 1 0 0 0,0-1 1 0 0,0 1-1 0 0,0 0 1 0 0,0 0-1 0 0,0-1 0 0 0,-3 2 1 0 0,0-1 44 0 0,1 1 1 0 0,-1 0 0 0 0,1 0-1 0 0,0 1 1 0 0,0-1 0 0 0,-1 1-1 0 0,-6 4 1 0 0,-3 3 7 0 0,1 0 0 0 0,0 1-1 0 0,-15 15 1 0 0,12-7 156 0 0,0 1-1 0 0,1 0 1 0 0,2 1-1 0 0,0 1 1 0 0,0 0-1 0 0,2 0 1 0 0,1 1-1 0 0,1 1 1 0 0,-9 32-1 0 0,17-53-319 0 0,0 0-1 0 0,1 0 1 0 0,-1 0 0 0 0,1 0-1 0 0,-1 0 1 0 0,1 0 0 0 0,0 1-1 0 0,0-1 1 0 0,0 0 0 0 0,0 0-1 0 0,0 0 1 0 0,1 0 0 0 0,-1 0 0 0 0,0 0-1 0 0,1 0 1 0 0,0 1 0 0 0,-1-1-1 0 0,1 0 1 0 0,0-1 0 0 0,0 1-1 0 0,0 0 1 0 0,1 0 0 0 0,-1 0-1 0 0,0-1 1 0 0,1 1 0 0 0,-1 0-1 0 0,1-1 1 0 0,-1 1 0 0 0,1-1-1 0 0,0 0 1 0 0,-1 0 0 0 0,1 0-1 0 0,0 1 1 0 0,0-1 0 0 0,0-1-1 0 0,0 1 1 0 0,2 1 0 0 0,9 1-39 0 0,-1 0 0 0 0,1-1 0 0 0,1 0 0 0 0,-1 0 0 0 0,14-2 0 0 0,4 2 34 0 0,-14 0-65 0 0,0 0-1 0 0,0 2 1 0 0,0 0-1 0 0,-1 1 1 0 0,0 0-1 0 0,21 11 1 0 0,-31-13 19 0 0,0 0 1 0 0,0 0 0 0 0,0 1-1 0 0,-1 0 1 0 0,1 0 0 0 0,-1 0-1 0 0,0 1 1 0 0,0 0-1 0 0,-1 0 1 0 0,0 0 0 0 0,1 0-1 0 0,-2 1 1 0 0,1 0 0 0 0,-1 0-1 0 0,0 0 1 0 0,0 0-1 0 0,0 0 1 0 0,-1 0 0 0 0,2 8-1 0 0,-4-9 6 0 0,1-1 0 0 0,-1 0-1 0 0,-1 0 1 0 0,1 0-1 0 0,-1 0 1 0 0,1 0 0 0 0,-1 0-1 0 0,0 0 1 0 0,0-1-1 0 0,-1 1 1 0 0,1 0 0 0 0,-1 0-1 0 0,0-1 1 0 0,0 1-1 0 0,0-1 1 0 0,0 1 0 0 0,-1-1-1 0 0,1 0 1 0 0,-1 0 0 0 0,-5 4-1 0 0,-7 7 48 0 0,0-2 0 0 0,-32 21 0 0 0,40-29-34 0 0,-12 9 51 0 0,-1-1 0 0 0,0 0-1 0 0,-1-2 1 0 0,-1-1 0 0 0,1 0 0 0 0,-1-2-1 0 0,0 0 1 0 0,-1-2 0 0 0,0 0-1 0 0,0-2 1 0 0,-28 2 0 0 0,30-3-39 0 0,18-1-330 0 0,0 0 0 0 0,0-1-1 0 0,0 1 1 0 0,-1-1 0 0 0,1 0-1 0 0,0 0 1 0 0,0 0-1 0 0,0 0 1 0 0,-6-2 0 0 0</inkml:trace>
</inkml:ink>
</file>

<file path=ppt/ink/ink2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5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153 1 10594 0 0,'-1'0'157'0'0,"0"0"-1"0"0,0 0 1 0 0,0 0-1 0 0,0 0 0 0 0,-1 0 1 0 0,1 0-1 0 0,0 0 1 0 0,0 0-1 0 0,0 1 0 0 0,0-1 1 0 0,0 0-1 0 0,0 1 1 0 0,-1-1-1 0 0,1 1 0 0 0,0-1 1 0 0,0 1-1 0 0,0 0 1 0 0,0-1-1 0 0,-1 3 1 0 0,-21 24 921 0 0,-11 41-840 0 0,31-61 0 0 0,-18 35 237 0 0,14-29-495 0 0,0 0 1 0 0,0 0-1 0 0,1 1 1 0 0,1 0-1 0 0,1 0 1 0 0,0 0 0 0 0,0 1-1 0 0,-1 14 1 0 0,5-26 29 0 0,0 0 0 0 0,1 0 1 0 0,-1-1-1 0 0,0 1 1 0 0,1 0-1 0 0,0 0 0 0 0,-1-1 1 0 0,1 1-1 0 0,0-1 1 0 0,0 1-1 0 0,1-1 1 0 0,-1 1-1 0 0,0-1 0 0 0,1 1 1 0 0,0-1-1 0 0,-1 0 1 0 0,1 0-1 0 0,2 2 0 0 0,0-1 80 0 0,0-1-1 0 0,0 1 0 0 0,0-1 0 0 0,0 1 1 0 0,0-2-1 0 0,0 1 0 0 0,0 0 0 0 0,1-1 1 0 0,-1 1-1 0 0,6 0 0 0 0,1-1 235 0 0,1 0-1 0 0,-1 0 1 0 0,1-1-1 0 0,0 0 1 0 0,-1-1-1 0 0,1 0 1 0 0,20-6-1 0 0,-3-1-1325 0 0,34-16 0 0 0,-47 16-167 0 0</inkml:trace>
</inkml:ink>
</file>

<file path=ppt/ink/ink2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9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114 1 1840 0 0,'-18'13'14839'0'0,"18"-5"-17127"0"0,-1 23 2895 0 0,-1 0 1 0 0,-2 0-1 0 0,-1-1 1 0 0,-2 1-1 0 0,-11 33 1 0 0,-6 27-467 0 0,-5 92-2748 0 0,23-134-3073 0 0</inkml:trace>
</inkml:ink>
</file>

<file path=ppt/ink/ink2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0.6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1 0 4145 0 0</inkml:trace>
</inkml:ink>
</file>

<file path=ppt/ink/ink2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1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314 56 4577 0 0,'0'-3'83'0'0,"0"1"0"0"0,0-1 0 0 0,0 1 0 0 0,-1-1 0 0 0,1 1 0 0 0,-1-1 0 0 0,0 1 0 0 0,1 0 1 0 0,-1-1-1 0 0,0 1 0 0 0,-1 0 0 0 0,1-1 0 0 0,0 1 0 0 0,-1 0 0 0 0,1 0 0 0 0,-1 0 0 0 0,1 0 0 0 0,-1 1 0 0 0,0-1 0 0 0,-2-1 0 0 0,2 2-15 0 0,1 0 0 0 0,-1 0 0 0 0,0 0 0 0 0,0 0 0 0 0,0 0 0 0 0,1 1-1 0 0,-1-1 1 0 0,0 1 0 0 0,0 0 0 0 0,0-1 0 0 0,0 1 0 0 0,0 0 0 0 0,0 0-1 0 0,0 0 1 0 0,0 1 0 0 0,0-1 0 0 0,0 0 0 0 0,0 1 0 0 0,0-1 0 0 0,1 1 0 0 0,-1 0-1 0 0,0-1 1 0 0,0 1 0 0 0,0 0 0 0 0,1 0 0 0 0,-3 2 0 0 0,-14 10 143 0 0,1 1 0 0 0,1 0-1 0 0,0 2 1 0 0,-25 32 0 0 0,-46 76 1703 0 0,85-122-1833 0 0,0 1 0 0 0,0 0 0 0 0,1-1 0 0 0,-1 1 0 0 0,1 0-1 0 0,0 0 1 0 0,-1 0 0 0 0,2 0 0 0 0,-1 1 0 0 0,0-1 0 0 0,0 0 0 0 0,1 0-1 0 0,0 0 1 0 0,0 1 0 0 0,0-1 0 0 0,0 0 0 0 0,0 0 0 0 0,1 1 0 0 0,-1-1-1 0 0,1 0 1 0 0,0 0 0 0 0,0 0 0 0 0,1 3 0 0 0,1-1-80 0 0,0 0 0 0 0,1-1 0 0 0,-1 1 0 0 0,1-1 0 0 0,0 0 1 0 0,0 0-1 0 0,0-1 0 0 0,1 1 0 0 0,-1-1 0 0 0,1 0 0 0 0,0 0 0 0 0,8 4 0 0 0,-3-2 158 0 0,112 62 194 0 0,-110-59-373 0 0,0 1-1 0 0,0 0 1 0 0,-1 0-1 0 0,-1 1 1 0 0,1 1-1 0 0,-2 0 1 0 0,13 17 0 0 0,-20-26 19 0 0,-1 0 1 0 0,0 0 0 0 0,1 0 0 0 0,-1 0 0 0 0,0 1 0 0 0,0-1 0 0 0,0 0 0 0 0,0 1 0 0 0,-1-1 0 0 0,1 0-1 0 0,-1 1 1 0 0,1-1 0 0 0,-1 1 0 0 0,0-1 0 0 0,0 1 0 0 0,0-1 0 0 0,0 0 0 0 0,0 1 0 0 0,-1-1-1 0 0,1 1 1 0 0,-1-1 0 0 0,1 1 0 0 0,-1-1 0 0 0,-1 3 0 0 0,-1-1 19 0 0,-1 1 1 0 0,1-1-1 0 0,-1 0 1 0 0,0-1 0 0 0,0 1-1 0 0,0-1 1 0 0,0 1-1 0 0,0-1 1 0 0,-1 0-1 0 0,-6 3 1 0 0,-10 5 209 0 0,-1 0 0 0 0,0-2 1 0 0,0 0-1 0 0,-25 6 1 0 0,37-13-517 0 0,0 1 1 0 0,0-1 0 0 0,0-1-1 0 0,0 0 1 0 0,-1-1 0 0 0,1 0-1 0 0,0 0 1 0 0,0-1 0 0 0,0 0-1 0 0,0-1 1 0 0,0 0 0 0 0,-12-4-1 0 0,15 2-1193 0 0</inkml:trace>
</inkml:ink>
</file>

<file path=ppt/ink/ink2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5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83 2761 0 0,'-30'-10'1860'0'0,"30"10"-1794"0"0,0 0 0 0 0,0 0 0 0 0,0 0 0 0 0,-1 0 0 0 0,1-1 66 0 0,0 1-66 0 0,0 0 0 0 0,0 0 0 0 0,0 0 0 0 0,-1 0 0 0 0,1-1 0 0 0,0 1 0 0 0,0 0 0 0 0,0 0 0 0 0,0 0 0 0 0,0-1 0 0 0,0 1 0 0 0,0 0 0 0 0,0 0 0 0 0,0 0 0 0 0,0-1 0 0 0,0 1 0 0 0,0 0 0 0 0,0 0 0 0 0,0 0 0 0 0,0-1 0 0 0,0 1 0 0 0,0 0 0 0 0,0 0 0 0 0,0 0 0 0 0,0-1 0 0 0,0 1 0 0 0,0 0 0 0 0,0 0 0 0 0,0 0 0 0 0,0-1 0 0 0,1 1 0 0 0,15-10 1565 0 0,18-1-990 0 0,0 2-1 0 0,1 0 1 0 0,54-4 0 0 0,-14 2-3425 0 0,-61 9-916 0 0</inkml:trace>
</inkml:ink>
</file>

<file path=ppt/ink/ink2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9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88 18 1840 0 0,'-3'0'-263'0'0,"2"0"345"0"0,1 0 1 0 0,-1 0-1 0 0,0 0 0 0 0,1 0 1 0 0,-1 0-1 0 0,1-1 0 0 0,-1 1 1 0 0,1 0-1 0 0,-1 0 0 0 0,1 0 0 0 0,-1 0 1 0 0,1-1-1 0 0,-1 1 0 0 0,1 0 1 0 0,-1-1-1 0 0,1 1 0 0 0,0 0 1 0 0,-1-1-1 0 0,1 1 0 0 0,-1 0 1 0 0,1-1-1 0 0,0 1 0 0 0,-1-1 0 0 0,1 1 1 0 0,0-1-1 0 0,0 1 0 0 0,-1-1 1 0 0,1 1-1 0 0,0-1 0 0 0,0 1 1 0 0,0-1-1 0 0,-1 1 0 0 0,1-1 0 0 0,0 1 1 0 0,0-1-1 0 0,0 1 0 0 0,0-1 1 0 0,0 1-1 0 0,0-1 0 0 0,0 1 1 0 0,0-1-1 0 0,1 0 0 0 0,-1 0 226 0 0,-1 7-213 0 0,-3 12 20 0 0,0-1 0 0 0,-2-1 0 0 0,0 1 1 0 0,-9 18-1 0 0,4-10 1457 0 0,-12 37 0 0 0,23-61-1467 0 0,0 0-1 0 0,-1 0 0 0 0,1 0 0 0 0,0 0 0 0 0,0 0 0 0 0,0 0 1 0 0,-1 0-1 0 0,1 0 0 0 0,0 0 0 0 0,1 0 0 0 0,-1 0 1 0 0,0 0-1 0 0,0 0 0 0 0,0 0 0 0 0,1 0 0 0 0,-1 0 1 0 0,0 0-1 0 0,1 0 0 0 0,-1 0 0 0 0,1 0 0 0 0,-1 0 1 0 0,1 0-1 0 0,-1 0 0 0 0,1-1 0 0 0,1 3 0 0 0,0-2 1 0 0,0 0-1 0 0,0 0 1 0 0,-1 0-1 0 0,1 0 1 0 0,0 0-1 0 0,0-1 1 0 0,1 1-1 0 0,-1-1 0 0 0,0 1 1 0 0,0-1-1 0 0,4 1 1 0 0,8-1-27 0 0,-1-1 1 0 0,0 0-1 0 0,17-4 1 0 0,-22 4-76 0 0,5-2-93 0 0,0 1 0 0 0,0 1 0 0 0,1 0 0 0 0,-1 1 0 0 0,0 1 1 0 0,1 0-1 0 0,23 5 0 0 0,-33-5 66 0 0,1 0 1 0 0,-1 1 0 0 0,0 0-1 0 0,0-1 1 0 0,-1 1 0 0 0,1 1-1 0 0,0-1 1 0 0,-1 0 0 0 0,1 1-1 0 0,-1 0 1 0 0,0 0 0 0 0,0 0-1 0 0,0 0 1 0 0,0 0-1 0 0,-1 1 1 0 0,1-1 0 0 0,-1 1-1 0 0,0-1 1 0 0,0 1 0 0 0,0 0-1 0 0,0 0 1 0 0,-1 0 0 0 0,1 0-1 0 0,-1 0 1 0 0,0 1 0 0 0,-1-1-1 0 0,1 0 1 0 0,0 6 0 0 0,-1-7 72 0 0,-1 0 0 0 0,1 1 0 0 0,-1-1 0 0 0,1 0 0 0 0,-1 0 1 0 0,0 0-1 0 0,0 0 0 0 0,0 0 0 0 0,-1 0 0 0 0,1 0 0 0 0,-1 0 0 0 0,1-1 1 0 0,-1 1-1 0 0,0 0 0 0 0,0-1 0 0 0,0 1 0 0 0,0-1 0 0 0,-1 0 0 0 0,1 0 1 0 0,-1 0-1 0 0,1 0 0 0 0,-6 3 0 0 0,-7 4 456 0 0,-1-1 1 0 0,-32 13-1 0 0,31-14-395 0 0,-44 15-1710 0 0,43-15-3205 0 0</inkml:trace>
</inkml:ink>
</file>

<file path=ppt/ink/ink2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3.4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285 49 456 0 0,'5'-8'-41'0'0,"-3"4"373"0"0,0 0-1 0 0,0 0 1 0 0,0 0-1 0 0,-1 0 1 0 0,1 0-1 0 0,-1 0 1 0 0,1-9-1 0 0,-26 32 437 0 0,-69 66 4317 0 0,53-50-3424 0 0,1 1 0 0 0,-47 58 0 0 0,83-92-1584 0 0,1 1 0 0 0,0 0 0 0 0,0-1 0 0 0,1 1 0 0 0,-1 0 0 0 0,0 0 0 0 0,1 0 0 0 0,0 0 0 0 0,0 1 0 0 0,0-1 0 0 0,0 0 0 0 0,0 0 1 0 0,1 1-1 0 0,-1 3 0 0 0,2-6-35 0 0,-1 1 0 0 0,1 0 1 0 0,-1-1-1 0 0,1 1 0 0 0,0-1 1 0 0,-1 1-1 0 0,1-1 0 0 0,0 1 1 0 0,0-1-1 0 0,0 1 0 0 0,0-1 1 0 0,1 0-1 0 0,-1 0 0 0 0,0 1 1 0 0,0-1-1 0 0,1 0 0 0 0,-1 0 1 0 0,1 0-1 0 0,-1-1 0 0 0,1 1 1 0 0,-1 0-1 0 0,1 0 0 0 0,0-1 1 0 0,-1 1-1 0 0,1-1 0 0 0,0 0 1 0 0,-1 1-1 0 0,1-1 0 0 0,2 0 1 0 0,19 4 149 0 0,0-2-1 0 0,42 0 1 0 0,-40-2-40 0 0,0 0 1 0 0,33 7-1 0 0,-44-5-299 0 0,74 18-663 0 0,-80-17 766 0 0,0-1-1 0 0,-1 1 1 0 0,0 0-1 0 0,1 1 1 0 0,-1 0-1 0 0,0 0 1 0 0,-1 0-1 0 0,11 9 0 0 0,-15-11 32 0 0,-1 0 0 0 0,0 0-1 0 0,0 0 1 0 0,-1 0-1 0 0,1-1 1 0 0,0 1-1 0 0,-1 0 1 0 0,1 0-1 0 0,-1 0 1 0 0,1 0-1 0 0,-1 1 1 0 0,0-1 0 0 0,0 0-1 0 0,0 0 1 0 0,0 0-1 0 0,0 0 1 0 0,0 0-1 0 0,-1 0 1 0 0,1 0-1 0 0,-1 0 1 0 0,0 0-1 0 0,1 0 1 0 0,-1 0 0 0 0,0 0-1 0 0,0-1 1 0 0,0 1-1 0 0,0 0 1 0 0,0 0-1 0 0,-3 2 1 0 0,-2 5-28 0 0,0-1 1 0 0,-1 0-1 0 0,0-1 0 0 0,-13 12 1 0 0,-22 12-96 0 0,-1-2 1 0 0,-85 42-1 0 0,-44 28-4220 0 0</inkml:trace>
</inkml:ink>
</file>

<file path=ppt/ink/ink2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4.0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244 48 3225 0 0,'-1'-2'54'0'0,"0"1"0"0"0,1 0 0 0 0,-1 0 0 0 0,1-1 0 0 0,0 1 0 0 0,-1 0 0 0 0,1-1 0 0 0,0 1 0 0 0,0-1 0 0 0,-1 1 0 0 0,1 0 0 0 0,0-1 0 0 0,1 1 0 0 0,-1-3 0 0 0,0 3 78 0 0,1 0 0 0 0,-1 0 0 0 0,0 0 0 0 0,0 0 1 0 0,0 0-1 0 0,0 0 0 0 0,0 0 0 0 0,0 0 0 0 0,0 1 0 0 0,0-1 1 0 0,0 0-1 0 0,0 0 0 0 0,0 0 0 0 0,-1 0 0 0 0,1 0 0 0 0,0 0 0 0 0,-1 0 1 0 0,1 0-1 0 0,-1 1 0 0 0,1-1 0 0 0,-1 0 0 0 0,1 0 0 0 0,-1 1 1 0 0,1-1-1 0 0,-1 0 0 0 0,0 0 0 0 0,-1 2 12 0 0,0 0 0 0 0,0 0-1 0 0,0 0 1 0 0,0 1 0 0 0,1-1 0 0 0,-1 1 0 0 0,0-1 0 0 0,1 1-1 0 0,0 0 1 0 0,-1-1 0 0 0,1 1 0 0 0,0 0 0 0 0,0 0 0 0 0,0 0-1 0 0,0 0 1 0 0,-1 2 0 0 0,-1 2 181 0 0,-15 25 341 0 0,0 0 0 0 0,3 1-1 0 0,0 1 1 0 0,3 1 0 0 0,0 0 0 0 0,-11 62 0 0 0,20-80-448 0 0,2 1-1 0 0,0 25 1 0 0,1-35-238 0 0,0 0 0 0 0,1-1 0 0 0,0 1 0 0 0,0 0 0 0 0,1-1 0 0 0,0 1 0 0 0,0-1 0 0 0,6 12 0 0 0,-7-16-2 0 0,1 0-1 0 0,-1-1 1 0 0,1 1-1 0 0,-1-1 1 0 0,1 0-1 0 0,0 1 1 0 0,0-1-1 0 0,-1 0 1 0 0,1 0-1 0 0,0 0 1 0 0,0 0-1 0 0,0-1 1 0 0,0 1-1 0 0,0 0 1 0 0,0-1-1 0 0,0 1 1 0 0,0-1-1 0 0,1 0 1 0 0,-1 0-1 0 0,0 0 1 0 0,0 0-1 0 0,0 0 1 0 0,0 0-1 0 0,0 0 1 0 0,0-1-1 0 0,0 1 1 0 0,0-1-1 0 0,1 0 1 0 0,-2 1-1 0 0,1-1 1 0 0,3-1 0 0 0,5-2 103 0 0,-1-1 1 0 0,1 0 0 0 0,-1 0 0 0 0,16-13 0 0 0,-3-1-346 0 0,-2 0-1 0 0,0-2 1 0 0,-2 0 0 0 0,19-27 0 0 0,-36 46 178 0 0,1 0 1 0 0,-1 0-1 0 0,0 0 0 0 0,1 0 0 0 0,-1 0 0 0 0,0 0 0 0 0,0 0 0 0 0,-1 0 0 0 0,1 0 0 0 0,0-1 1 0 0,-1 1-1 0 0,1 0 0 0 0,-1 0 0 0 0,0-3 0 0 0,0 4 44 0 0,-1 0-1 0 0,1 0 1 0 0,0 1-1 0 0,-1-1 1 0 0,0 0 0 0 0,1 0-1 0 0,-1 1 1 0 0,1-1-1 0 0,-1 0 1 0 0,0 1-1 0 0,1-1 1 0 0,-1 0 0 0 0,0 1-1 0 0,0-1 1 0 0,0 1-1 0 0,1-1 1 0 0,-1 1 0 0 0,0 0-1 0 0,0-1 1 0 0,0 1-1 0 0,0 0 1 0 0,0 0-1 0 0,0 0 1 0 0,0-1 0 0 0,0 1-1 0 0,0 0 1 0 0,1 0-1 0 0,-1 0 1 0 0,0 1 0 0 0,0-1-1 0 0,0 0 1 0 0,0 0-1 0 0,0 0 1 0 0,0 1-1 0 0,-1-1 1 0 0,-20 4-196 0 0,0 0 0 0 0,1 2 0 0 0,-1 0 0 0 0,-33 16 0 0 0,-78 46-671 0 0,104-50 640 0 0,2 1-150 0 0</inkml:trace>
</inkml:ink>
</file>

<file path=ppt/ink/ink2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5.6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259 101 6449 0 0,'-11'4'718'0'0,"11"-2"-1136"0"0,4-3-978 0 0,45-41 1164 0 0,-38 30 1042 0 0,2 1 0 0 0,-1 1 0 0 0,1 0 0 0 0,20-11 0 0 0,-34 25-398 0 0,0-1 0 0 0,-1 1 0 0 0,1-1 0 0 0,-1 1 0 0 0,1-1 0 0 0,-1 1 0 0 0,-3 3 0 0 0,-278 343 828 0 0,278-345-1140 0 0,1 0 0 0 0,0 1-1 0 0,1-1 1 0 0,-1 1 0 0 0,1 0 0 0 0,-3 9 0 0 0,5-13-71 0 0,1-1-1 0 0,-1 1 1 0 0,1 0 0 0 0,0-1 0 0 0,-1 1 0 0 0,1 0 0 0 0,0 0 0 0 0,1-1 0 0 0,-1 1-1 0 0,0 0 1 0 0,0 0 0 0 0,1-1 0 0 0,-1 1 0 0 0,1 0 0 0 0,-1-1 0 0 0,1 1 0 0 0,0 0 0 0 0,-1-1-1 0 0,1 1 1 0 0,0-1 0 0 0,0 1 0 0 0,0-1 0 0 0,0 0 0 0 0,1 1 0 0 0,-1-1 0 0 0,0 0-1 0 0,0 0 1 0 0,3 2 0 0 0,17 10 121 0 0,-1 0-1 0 0,2-2 0 0 0,30 13 1 0 0,-30-15-205 0 0,0 1 0 0 0,0 1 0 0 0,31 22 0 0 0,-41-24-22 0 0,1 1 0 0 0,-1 1 0 0 0,-1-1 0 0 0,0 2 0 0 0,16 22 0 0 0,-24-30 61 0 0,-1 0 1 0 0,1 0 0 0 0,-1 0-1 0 0,0 0 1 0 0,0 1-1 0 0,-1-1 1 0 0,1 1-1 0 0,-1 0 1 0 0,0-1-1 0 0,0 1 1 0 0,0 0-1 0 0,-1 0 1 0 0,0-1-1 0 0,0 1 1 0 0,0 0-1 0 0,-1 0 1 0 0,1 0-1 0 0,-1-1 1 0 0,0 1-1 0 0,0 0 1 0 0,-1-1-1 0 0,1 1 1 0 0,-4 5-1 0 0,-2 3 57 0 0,-1 0 0 0 0,-1-1 0 0 0,0 0 1 0 0,-1 0-1 0 0,0-1 0 0 0,0 0 0 0 0,-2-1 0 0 0,1 0 0 0 0,-13 8 0 0 0,-22 12 306 0 0,-57 28-1 0 0,19-12-178 0 0,26-14-6246 0 0</inkml:trace>
</inkml:ink>
</file>

<file path=ppt/ink/ink2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6.0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1 109 10594 0 0,'0'0'15'0'0,"0"-1"0"0"0,-1 1 1 0 0,1-1-1 0 0,0 1 0 0 0,0 0 0 0 0,0-1 0 0 0,0 1 0 0 0,0 0 0 0 0,0-1 0 0 0,0 1 0 0 0,0-1 0 0 0,0 1 0 0 0,0 0 0 0 0,0-1 1 0 0,1 1-1 0 0,-1-1 0 0 0,0 1 0 0 0,0 0 0 0 0,0-1 0 0 0,0 1 0 0 0,1 0 0 0 0,-1-1 0 0 0,0 1 0 0 0,0 0 0 0 0,1-1 0 0 0,-1 1 1 0 0,0 0-1 0 0,0 0 0 0 0,1-1 0 0 0,-1 1 0 0 0,0 0 0 0 0,1 0 0 0 0,-1 0 0 0 0,1-1 0 0 0,22-11-215 0 0,31-6 596 0 0,-50 17-17 0 0,41-13 783 0 0,-10 2-1036 0 0,0 1 1 0 0,1 2 0 0 0,0 2-1 0 0,60-5 1 0 0,-94 12-106 0 0,0 0-1 0 0,0 0 1 0 0,1 0 0 0 0,-1 0-1 0 0,0 0 1 0 0,0 0 0 0 0,0 0-1 0 0,0 1 1 0 0,0-1-1 0 0,0 1 1 0 0,0-1 0 0 0,0 1-1 0 0,0 0 1 0 0,0 0-1 0 0,0 0 1 0 0,-1 0 0 0 0,1 0-1 0 0,0 0 1 0 0,0 1 0 0 0,-1-1-1 0 0,1 0 1 0 0,-1 1-1 0 0,1 0 1 0 0,0 1 0 0 0,-1 1 21 0 0,0-1 0 0 0,0 0-1 0 0,0 1 1 0 0,-1-1 0 0 0,0 1 0 0 0,1-1 0 0 0,-1 1 0 0 0,-1-1 0 0 0,1 1 0 0 0,0 0 0 0 0,-1-1 0 0 0,0 0 0 0 0,-1 5 0 0 0,-85 281 4180 0 0,59-203-3519 0 0,10-35-625 0 0,11-36-392 0 0,1 1 0 0 0,1-1 1 0 0,0 1-1 0 0,1 0 1 0 0,1 1-1 0 0,-1 21 0 0 0,5-29-1562 0 0,-1-6 657 0 0</inkml:trace>
</inkml:ink>
</file>

<file path=ppt/ink/ink2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6.4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1 191 17972 0 0,'9'-8'82'0'0,"0"0"1"0"0,0 1 0 0 0,1 0-1 0 0,0 1 1 0 0,0 0-1 0 0,1 1 1 0 0,0 0 0 0 0,0 0-1 0 0,14-3 1 0 0,8-5-170 0 0,230-76-1067 0 0,-230 79-3210 0 0,-4-4-1315 0 0</inkml:trace>
</inkml:ink>
</file>

<file path=ppt/ink/ink2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7.3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334 0 10594 0 0,'-35'39'-1493'0'0,"14"-16"659"0"0,-80 97-2043 0 0,87-101 3428 0 0,2 0-1 0 0,-16 30 1 0 0,27-47-452 0 0,0 0 1 0 0,-1 1 0 0 0,1-1 0 0 0,0 0 0 0 0,1 1 0 0 0,-1-1-1 0 0,0 1 1 0 0,1-1 0 0 0,-1 1 0 0 0,1-1 0 0 0,0 1 0 0 0,0-1 0 0 0,0 1-1 0 0,0-1 1 0 0,0 1 0 0 0,0-1 0 0 0,1 1 0 0 0,-1-1 0 0 0,1 0 0 0 0,0 1-1 0 0,0-1 1 0 0,0 1 0 0 0,1 2 0 0 0,2-2-43 0 0,-1 1-1 0 0,1-1 1 0 0,-1 0 0 0 0,1 0 0 0 0,0 0-1 0 0,0 0 1 0 0,1-1 0 0 0,-1 1 0 0 0,0-1-1 0 0,10 3 1 0 0,17 7-5 0 0,-2-1-202 0 0,0 1-1 0 0,36 21 1 0 0,-58-29 133 0 0,0 1 0 0 0,0 0-1 0 0,0 1 1 0 0,0-1 0 0 0,-1 1 0 0 0,0 0 0 0 0,0 1-1 0 0,-1-1 1 0 0,0 1 0 0 0,0 1 0 0 0,0-1-1 0 0,-1 0 1 0 0,4 11 0 0 0,-7-15 20 0 0,0 1-1 0 0,-1-1 1 0 0,1 0-1 0 0,-1 1 1 0 0,0-1-1 0 0,0 1 1 0 0,0-1 0 0 0,0 0-1 0 0,-1 1 1 0 0,1-1-1 0 0,-1 1 1 0 0,0-1-1 0 0,0 0 1 0 0,0 0 0 0 0,0 0-1 0 0,-1 0 1 0 0,0 1-1 0 0,1-2 1 0 0,-1 1-1 0 0,0 0 1 0 0,0 0 0 0 0,0-1-1 0 0,-1 1 1 0 0,1-1-1 0 0,-6 5 1 0 0,-6 5 270 0 0,0-1 0 0 0,-1-1 0 0 0,-24 13 1 0 0,32-19-59 0 0,-38 19 527 0 0,-1-3-1 0 0,-1-2 1 0 0,-51 13-1 0 0,83-26-845 0 0,-7 1-483 0 0,0-2-218 0 0</inkml:trace>
</inkml:ink>
</file>

<file path=ppt/ink/ink2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8.0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77 343 6913 0 0,'-4'-1'55'0'0,"1"0"-1"0"0,0-1 0 0 0,-1 0 0 0 0,1 1 0 0 0,0-1 0 0 0,0 0 0 0 0,0-1 0 0 0,0 1 0 0 0,0 0 0 0 0,1-1 0 0 0,-1 0 0 0 0,1 1 0 0 0,0-1 0 0 0,0 0 0 0 0,0 0 0 0 0,0 0 0 0 0,-2-5 1 0 0,0 0 111 0 0,0-1 0 0 0,0 0 0 0 0,1 0 0 0 0,0 0 0 0 0,-3-14 0 0 0,5 14-145 0 0,1 1 0 0 0,-1-1 0 0 0,1 0 0 0 0,1 0 0 0 0,0 1 0 0 0,0-1 0 0 0,1 1 0 0 0,0-1 0 0 0,0 1 0 0 0,1-1 0 0 0,0 1 1 0 0,0 0-1 0 0,1 0 0 0 0,0 1 0 0 0,0-1 0 0 0,1 1 0 0 0,0 0 0 0 0,1 0 0 0 0,-1 0 0 0 0,1 1 0 0 0,0 0 0 0 0,1 0 0 0 0,0 1 0 0 0,0-1 0 0 0,0 1 0 0 0,0 1 0 0 0,1 0 0 0 0,0 0 0 0 0,-1 0 0 0 0,2 1 0 0 0,-1 0 0 0 0,0 0 0 0 0,14-1 0 0 0,-17 2 57 0 0,0 1-1 0 0,1 1 1 0 0,-1-1-1 0 0,0 1 1 0 0,1 0-1 0 0,-1 0 1 0 0,0 1-1 0 0,1-1 0 0 0,7 3 1 0 0,-11-2-83 0 0,0-1 0 0 0,-1 1 0 0 0,1 0 1 0 0,-1 0-1 0 0,1 0 0 0 0,-1 0 0 0 0,1 0 0 0 0,-1 1 0 0 0,0-1 1 0 0,0 0-1 0 0,1 1 0 0 0,-1-1 0 0 0,0 0 0 0 0,0 1 0 0 0,0 0 1 0 0,-1-1-1 0 0,1 1 0 0 0,0-1 0 0 0,0 1 0 0 0,-1 0 0 0 0,1 0 1 0 0,-1-1-1 0 0,0 1 0 0 0,1 0 0 0 0,-1 0 0 0 0,0 0 0 0 0,0-1 1 0 0,0 1-1 0 0,0 0 0 0 0,-1 0 0 0 0,0 2 0 0 0,-4 31-233 0 0,-3 0-1 0 0,0-1 1 0 0,-26 63-1 0 0,-10 37 950 0 0,40-117-469 0 0,1 1 0 0 0,0-1 0 0 0,1 1 0 0 0,1-1 0 0 0,2 36-1 0 0,-1-50-162 0 0,1 0-1 0 0,-1 1 0 0 0,1-1 1 0 0,0 0-1 0 0,0 1 0 0 0,0-1 1 0 0,0 0-1 0 0,0 0 0 0 0,1 0 1 0 0,-1 0-1 0 0,1 0 0 0 0,0 0 1 0 0,0 0-1 0 0,0 0 0 0 0,0-1 0 0 0,0 1 1 0 0,1-1-1 0 0,-1 0 0 0 0,1 1 1 0 0,0-1-1 0 0,0 0 0 0 0,-1-1 1 0 0,1 1-1 0 0,4 1 0 0 0,-3-2 14 0 0,0 0 0 0 0,0 0 0 0 0,1 0-1 0 0,-1-1 1 0 0,0 1 0 0 0,0-1 0 0 0,1 0-1 0 0,-1 0 1 0 0,0-1 0 0 0,0 1 0 0 0,0-1-1 0 0,1 0 1 0 0,-1 0 0 0 0,0-1 0 0 0,0 1-1 0 0,0-1 1 0 0,-1 0 0 0 0,1 0 0 0 0,4-3-1 0 0,-2 1 8 0 0,1 0 0 0 0,-2 0 0 0 0,1-1 0 0 0,0 0-1 0 0,-1 0 1 0 0,0 0 0 0 0,0-1 0 0 0,-1 0 0 0 0,1 0 0 0 0,-1 0-1 0 0,0 0 1 0 0,-1-1 0 0 0,0 1 0 0 0,0-1 0 0 0,0 0 0 0 0,2-11-1 0 0,-4 13-41 0 0,-1 0 0 0 0,1 0-1 0 0,-1 0 1 0 0,0 0-1 0 0,0-1 1 0 0,-1 1-1 0 0,1 0 1 0 0,-1 0 0 0 0,0 0-1 0 0,-1 0 1 0 0,1 0-1 0 0,-1 0 1 0 0,0 0-1 0 0,0 0 1 0 0,-1 1 0 0 0,0-1-1 0 0,1 1 1 0 0,-1 0-1 0 0,-1 0 1 0 0,1 0 0 0 0,0 0-1 0 0,-1 0 1 0 0,-8-6-1 0 0,4 4-166 0 0,0 0-1 0 0,-1 1 1 0 0,0 0-1 0 0,1 0 1 0 0,-2 1-1 0 0,1 0 1 0 0,0 1-1 0 0,-18-5 1 0 0,15 6-609 0 0,1 1-1 0 0,-1-1 1 0 0,1 2 0 0 0,-15 0 0 0 0,-2 2-4386 0 0</inkml:trace>
</inkml:ink>
</file>

<file path=ppt/ink/ink2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9.4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181 127 3225 0 0,'16'-43'1913'0'0,"-13"38"-1645"0"0,-1 0 0 0 0,1-1 1 0 0,-1 0-1 0 0,0 1 1 0 0,0-1-1 0 0,-1 0 0 0 0,0 0 1 0 0,0 0-1 0 0,0 0 0 0 0,0-8 1 0 0,-1 14-262 0 0,0-1 1 0 0,-1 0-1 0 0,1 1 0 0 0,0-1 1 0 0,0 1-1 0 0,0-1 1 0 0,0 1-1 0 0,0-1 1 0 0,-1 1-1 0 0,1-1 0 0 0,0 1 1 0 0,0-1-1 0 0,-1 1 1 0 0,1-1-1 0 0,0 1 1 0 0,-1-1-1 0 0,1 1 0 0 0,0 0 1 0 0,-1-1-1 0 0,1 1 1 0 0,-1-1-1 0 0,1 1 1 0 0,-1 0-1 0 0,1 0 0 0 0,-1-1 1 0 0,1 1-1 0 0,-1 0 1 0 0,1 0-1 0 0,-1-1 0 0 0,1 1 1 0 0,-1 0-1 0 0,0 0 1 0 0,-20 7 451 0 0,-18 24 553 0 0,37-29-945 0 0,-15 13 351 0 0,1 1 0 0 0,0 1 0 0 0,1 1 0 0 0,1 0 0 0 0,0 1 0 0 0,2 0 0 0 0,-19 38 0 0 0,30-54-356 0 0,0-1 0 0 0,0 0-1 0 0,0 1 1 0 0,0-1-1 0 0,1 1 1 0 0,-1-1 0 0 0,1 1-1 0 0,0 0 1 0 0,0-1-1 0 0,0 1 1 0 0,0-1 0 0 0,0 1-1 0 0,0 0 1 0 0,1-1-1 0 0,-1 1 1 0 0,1-1 0 0 0,0 1-1 0 0,-1-1 1 0 0,1 0-1 0 0,1 1 1 0 0,-1-1-1 0 0,0 0 1 0 0,0 1 0 0 0,1-1-1 0 0,-1 0 1 0 0,1 0-1 0 0,0 0 1 0 0,0 0 0 0 0,0-1-1 0 0,-1 1 1 0 0,2 0-1 0 0,-1-1 1 0 0,0 0 0 0 0,0 1-1 0 0,0-1 1 0 0,1 0-1 0 0,2 1 1 0 0,11 4-7 0 0,-1-1 1 0 0,0-1-1 0 0,1-1 0 0 0,30 4 1 0 0,-26-5-72 0 0,11 3-23 0 0,0 0 0 0 0,53 18 0 0 0,-76-20-34 0 0,-1-1 1 0 0,0 1-1 0 0,1 1 1 0 0,-1-1-1 0 0,0 1 0 0 0,-1 0 1 0 0,1 1-1 0 0,-1 0 0 0 0,0 0 1 0 0,0 0-1 0 0,0 1 0 0 0,-1-1 1 0 0,0 1-1 0 0,0 1 0 0 0,0-1 1 0 0,6 12-1 0 0,-10-15 78 0 0,-1 0 1 0 0,1 0-1 0 0,0 1 0 0 0,-1-1 0 0 0,0 0 0 0 0,0 0 1 0 0,0 0-1 0 0,0 0 0 0 0,-1 0 0 0 0,1 0 0 0 0,-1 0 1 0 0,1 1-1 0 0,-1-1 0 0 0,0-1 0 0 0,0 1 0 0 0,-1 0 1 0 0,1 0-1 0 0,-1 0 0 0 0,1-1 0 0 0,-1 1 1 0 0,0 0-1 0 0,0-1 0 0 0,0 0 0 0 0,0 1 0 0 0,0-1 1 0 0,-1 0-1 0 0,-4 3 0 0 0,-8 7 155 0 0,0-1-1 0 0,-1-1 1 0 0,-22 12 0 0 0,28-17-49 0 0,-9 5-283 0 0,-1-1-1 0 0,0-1 0 0 0,0-1 0 0 0,-27 6 0 0 0,23-8-2664 0 0,-41 4 0 0 0,53-9 1766 0 0</inkml:trace>
</inkml:ink>
</file>

<file path=ppt/ink/ink2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00.3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408 120 6913 0 0,'1'0'123'0'0,"0"1"-1"0"0,-1-1 0 0 0,1 1 0 0 0,-1-1 0 0 0,0 1 0 0 0,1-1 1 0 0,-1 1-1 0 0,1 0 0 0 0,-1-1 0 0 0,0 1 0 0 0,1 0 0 0 0,-1-1 0 0 0,0 1 1 0 0,0 0-1 0 0,0 0 0 0 0,1-1 0 0 0,-1 1 0 0 0,0 0 0 0 0,0-1 0 0 0,0 1 1 0 0,0 0-1 0 0,0 0 0 0 0,0-1 0 0 0,-1 1 0 0 0,1 0 0 0 0,0 0 0 0 0,0-1 1 0 0,0 1-1 0 0,-1 0 0 0 0,1-1 0 0 0,0 1 0 0 0,-1 1 0 0 0,-8 26-441 0 0,3-17 127 0 0,0 0 1 0 0,0 0-1 0 0,-1 0 0 0 0,0-1 1 0 0,-1 0-1 0 0,0 0 0 0 0,-1-1 1 0 0,1 0-1 0 0,-2 0 0 0 0,0-1 1 0 0,0-1-1 0 0,-21 13 0 0 0,22-15 602 0 0,-1 0-1 0 0,0-1 1 0 0,0 0-1 0 0,0 0 1 0 0,0-1-1 0 0,-1-1 1 0 0,1 0-1 0 0,-1 0 1 0 0,-16 0-1 0 0,14-2-148 0 0,0-1 1 0 0,1 0-1 0 0,0-1 0 0 0,-1 0 1 0 0,1-1-1 0 0,-19-6 0 0 0,28 8-338 0 0,0 0-1 0 0,0-1 0 0 0,0 1 1 0 0,0 0-1 0 0,1-1 0 0 0,-1 1 0 0 0,0-1 1 0 0,1 0-1 0 0,0 0 0 0 0,-1 0 1 0 0,1 0-1 0 0,0-1 0 0 0,0 1 0 0 0,0-1 1 0 0,0 1-1 0 0,0-1 0 0 0,1 1 1 0 0,-1-1-1 0 0,1 0 0 0 0,0 0 0 0 0,0 0 1 0 0,0 0-1 0 0,0 0 0 0 0,0 0 0 0 0,1 0 1 0 0,-1 0-1 0 0,1 0 0 0 0,0 0 1 0 0,0 0-1 0 0,0-1 0 0 0,1-4 0 0 0,1-4-141 0 0,1-1-1 0 0,0 1 0 0 0,1 0 0 0 0,1 0 0 0 0,-1 0 0 0 0,2 0 0 0 0,0 1 0 0 0,0 0 0 0 0,1 0 0 0 0,1 1 0 0 0,-1 0 0 0 0,19-18 0 0 0,-17 20 428 0 0,0 1-1 0 0,0 0 1 0 0,1 0-1 0 0,0 1 1 0 0,0 0-1 0 0,1 1 1 0 0,-1 0-1 0 0,1 0 1 0 0,0 1-1 0 0,0 1 1 0 0,1 0-1 0 0,-1 1 1 0 0,1 0-1 0 0,15-1 1 0 0,-23 3-186 0 0,0 0 0 0 0,0 0 0 0 0,0 0-1 0 0,0 1 1 0 0,0 0 0 0 0,0-1 0 0 0,0 1 0 0 0,0 1 0 0 0,0-1 0 0 0,-1 1 0 0 0,1-1-1 0 0,0 1 1 0 0,-1 0 0 0 0,1 0 0 0 0,-1 1 0 0 0,5 4 0 0 0,-3-2 8 0 0,0 0 1 0 0,0 1-1 0 0,-1 0 1 0 0,0 0-1 0 0,0 0 1 0 0,0 0-1 0 0,-1 1 1 0 0,5 11-1 0 0,-1 6 186 0 0,-1 0-1 0 0,-1 0 1 0 0,0 1 0 0 0,0 33-1 0 0,-2-27 206 0 0,-2-1 0 0 0,-2 1 0 0 0,0 0 0 0 0,-2 0 0 0 0,-8 34 0 0 0,8-53-232 0 0,0-1 0 0 0,-1 0 0 0 0,0 1-1 0 0,-1-1 1 0 0,0-1 0 0 0,-1 1 0 0 0,0-1 0 0 0,0 0 0 0 0,-1 0-1 0 0,-1-1 1 0 0,1 0 0 0 0,-1 0 0 0 0,-1-1 0 0 0,0 0-1 0 0,0 0 1 0 0,-14 8 0 0 0,-17 5-472 0 0,29-19-258 0 0</inkml:trace>
</inkml:ink>
</file>

<file path=ppt/ink/ink2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4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55 920 0 0,'-3'0'114'0'0,"-1"-1"0"0"0,1 0 1 0 0,0 0-1 0 0,0 0 0 0 0,-1 0 0 0 0,1 0 0 0 0,0-1 0 0 0,0 1 0 0 0,1-1 0 0 0,-1 0 1 0 0,0 0-1 0 0,0 0 0 0 0,1 0 0 0 0,-4-4 0 0 0,3 3-221 0 0,0 1-1 0 0,0-1 1 0 0,0 1 0 0 0,0 0-1 0 0,-1-1 1 0 0,1 2-1 0 0,-1-1 1 0 0,-4-2 0 0 0,-5 3-71 0 0,-7-3 3483 0 0,18 2-2833 0 0</inkml:trace>
</inkml:ink>
</file>

<file path=ppt/ink/ink2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8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1 533 3225 0 0,'-1'-11'6760'0'0,"46"10"-5111"0"0,47 6-1 0 0,41 0-631 0 0,41-9 23 0 0,184-11-100 0 0,-332 12-936 0 0,-1 2-1 0 0,1 1 1 0 0,-1 1-1 0 0,32 5 1 0 0,-36 8-47 0 0,-21-14 155 0 0,5 1-279 0 0,-3-1 169 0 0,-1 0-1 0 0,1 0 1 0 0,-1 0-1 0 0,1-1 1 0 0,-1 1-1 0 0,1 0 1 0 0,-1-1-1 0 0,0 1 1 0 0,1 0-1 0 0,-1-1 1 0 0,1 0-1 0 0,-1 1 1 0 0,0-1-1 0 0,1 0 0 0 0,-1 0 1 0 0,0 0-1 0 0,0 0 1 0 0,0 0-1 0 0,0 0 1 0 0,2-1-1 0 0,0-3-38 0 0,0 1 0 0 0,0 0 0 0 0,-1-1 0 0 0,1 0 0 0 0,-1 0 0 0 0,1-5 0 0 0,16-46-361 0 0,18-87-1 0 0,-30 126 539 0 0,-4 31-116 0 0,-1 30-95 0 0,-4 9 188 0 0,5 82 0 0 0,-1-116 65 0 0,1-1 0 0 0,0 1 0 0 0,2-1 0 0 0,0 0-1 0 0,1 0 1 0 0,1-1 0 0 0,17 33 0 0 0,-14-32-145 0 0,-8-13-32 0 0,0 0 0 0 0,1 0-1 0 0,0-1 1 0 0,-1 1 0 0 0,1-1 0 0 0,1 0-1 0 0,-1 0 1 0 0,7 7 0 0 0,-8-14 7 0 0,1 1 1 0 0,-1-1 0 0 0,0 1-1 0 0,0-1 1 0 0,-1 0 0 0 0,1 0-1 0 0,-1 0 1 0 0,1 0 0 0 0,0-4-1 0 0,14-46-67 0 0,-3-2-1 0 0,-2 1 0 0 0,4-61 0 0 0,-10 64-332 0 0,2 0 0 0 0,3 0-1 0 0,31-94 1 0 0,-41 144 358 0 0,0 0-1 0 0,1 0 1 0 0,-1 0-1 0 0,0 0 1 0 0,1 0-1 0 0,-1 0 1 0 0,1 0-1 0 0,0 0 1 0 0,-1 0 0 0 0,1 0-1 0 0,0 0 1 0 0,-1 0-1 0 0,1 0 1 0 0,0 1-1 0 0,0-1 1 0 0,0 0-1 0 0,1-1 1 0 0,-1 2 21 0 0,-1 1-1 0 0,1-1 1 0 0,-1 0-1 0 0,1 0 1 0 0,-1 0-1 0 0,1 0 1 0 0,-1 1 0 0 0,1-1-1 0 0,-1 0 1 0 0,1 0-1 0 0,-1 1 1 0 0,1-1-1 0 0,-1 0 1 0 0,0 1 0 0 0,1-1-1 0 0,-1 0 1 0 0,0 1-1 0 0,1-1 1 0 0,-1 1 0 0 0,0-1-1 0 0,0 1 1 0 0,1-1-1 0 0,-1 1 1 0 0,0-1-1 0 0,0 1 1 0 0,1 0 0 0 0,11 49 101 0 0,-9-37 51 0 0,1 4 21 0 0,44 158 956 0 0,-40-152-1040 0 0,1 0 1 0 0,1-1 0 0 0,1 0 0 0 0,0 0 0 0 0,21 26 0 0 0,-29-43-76 0 0,1 0 1 0 0,0-1 0 0 0,0 0 0 0 0,0 0 0 0 0,0 0 0 0 0,1 0 0 0 0,0 0 0 0 0,9 5 0 0 0,-13-9-4 0 0,-1-1 0 0 0,1 1 0 0 0,-1 0 0 0 0,1 0 0 0 0,-1 0 0 0 0,1-1 0 0 0,-1 1 0 0 0,1 0 0 0 0,-1-1 0 0 0,1 1-1 0 0,-1 0 1 0 0,0-1 0 0 0,1 1 0 0 0,-1-1 0 0 0,0 1 0 0 0,1-1 0 0 0,-1 1 0 0 0,0-1 0 0 0,1 1 0 0 0,-1-1 0 0 0,0 1 0 0 0,0-1 0 0 0,1 1 0 0 0,-1-1 0 0 0,0 1 0 0 0,0-1 0 0 0,0 1 0 0 0,0-1 0 0 0,0 1 0 0 0,0-1 0 0 0,0 0 0 0 0,0 1 0 0 0,0-2 0 0 0,2-26 77 0 0,-2 21-98 0 0,14-97-326 0 0,5 0 1 0 0,46-149 0 0 0,-55 216 262 0 0,-9 35 67 0 0,7-25-83 0 0,-7 26 96 0 0,-1 1 1 0 0,0-1-1 0 0,0 0 1 0 0,0 0-1 0 0,1 1 0 0 0,-1-1 1 0 0,0 0-1 0 0,0 1 1 0 0,1-1-1 0 0,-1 0 0 0 0,1 1 1 0 0,-1-1-1 0 0,1 1 1 0 0,-1-1-1 0 0,1 0 0 0 0,-1 1 1 0 0,1-1-1 0 0,-1 1 0 0 0,1 0 1 0 0,0-1-1 0 0,-1 1 1 0 0,1-1-1 0 0,0 1 0 0 0,-1 0 1 0 0,1-1-1 0 0,1 1 1 0 0,-1 2-25 0 0,0 0 0 0 0,0 0 0 0 0,0 0 0 0 0,0 0 0 0 0,0 0 0 0 0,0 0 0 0 0,-1 1 0 0 0,1-1 1 0 0,-1 0-1 0 0,1 0 0 0 0,-1 1 0 0 0,0-1 0 0 0,0 0 0 0 0,0 5 0 0 0,0-4-15 0 0,2 101 212 0 0,-1-33-185 0 0,12 86-1 0 0,-10-135 167 0 0,1-1-1 0 0,1-1 0 0 0,1 1 1 0 0,1-1-1 0 0,1 0 1 0 0,0 0-1 0 0,1-1 0 0 0,19 28 1 0 0,-28-46-129 0 0,1 0 1 0 0,-1 0-1 0 0,1 0 1 0 0,0-1-1 0 0,-1 1 1 0 0,1 0 0 0 0,-1 0-1 0 0,1 0 1 0 0,0-1-1 0 0,0 1 1 0 0,0 0-1 0 0,-1-1 1 0 0,1 1 0 0 0,0 0-1 0 0,0-1 1 0 0,0 1-1 0 0,0-1 1 0 0,0 0 0 0 0,0 1-1 0 0,0-1 1 0 0,0 0-1 0 0,0 0 1 0 0,0 1-1 0 0,0-1 1 0 0,1 0 0 0 0,-1-1-19 0 0,0 1 1 0 0,1-1-1 0 0,-1 0 1 0 0,0 1-1 0 0,0-1 1 0 0,-1 0 0 0 0,1 0-1 0 0,0 1 1 0 0,0-1-1 0 0,0 0 1 0 0,0 0-1 0 0,-1 0 1 0 0,1 0 0 0 0,0 0-1 0 0,-1 0 1 0 0,1 0-1 0 0,0-3 1 0 0,3-7-135 0 0,-1 0-1 0 0,0 0 1 0 0,3-16 0 0 0,-6 22 49 0 0,12-94-1061 0 0,-11 76 1071 0 0,1 0 0 0 0,1 0 0 0 0,1 1 0 0 0,0-1 0 0 0,2 1 0 0 0,15-36 0 0 0,-21 58 57 0 0,0 0 1 0 0,0-1-1 0 0,0 1 1 0 0,0-1-1 0 0,0 1 1 0 0,0-1-1 0 0,0 1 1 0 0,1-1-1 0 0,-1 1 1 0 0,0 0-1 0 0,0-1 1 0 0,1 1-1 0 0,-1-1 1 0 0,0 1-1 0 0,0 0 0 0 0,1-1 1 0 0,-1 1-1 0 0,0 0 1 0 0,1-1-1 0 0,-1 1 1 0 0,1 0-1 0 0,-1 0 1 0 0,0-1-1 0 0,1 1 1 0 0,-1 0-1 0 0,1 0 1 0 0,-1 0-1 0 0,1 0 1 0 0,-1 0-1 0 0,0-1 1 0 0,1 1-1 0 0,-1 0 1 0 0,1 0-1 0 0,5 15-36 0 0,-3 24 246 0 0,-4-10 31 0 0,0-20-190 0 0,1 1 1 0 0,-1-1-1 0 0,2 1 1 0 0,-1 0 0 0 0,1-1-1 0 0,1 0 1 0 0,0 1-1 0 0,6 17 1 0 0,-8-26-92 0 0,1-1-1 0 0,0 1 1 0 0,-1 0 0 0 0,1 0-1 0 0,0-1 1 0 0,0 1 0 0 0,0 0-1 0 0,-1-1 1 0 0,1 1 0 0 0,0-1-1 0 0,0 1 1 0 0,0-1 0 0 0,0 1-1 0 0,0-1 1 0 0,0 0-1 0 0,0 1 1 0 0,0-1 0 0 0,0 0-1 0 0,1 0 1 0 0,0 0 0 0 0,29 0-1353 0 0,-16-1 4317 0 0,-10 1-2844 0 0,34 0 266 0 0,46-5 0 0 0,24-2 159 0 0,447-3 359 0 0,-2-40 21 0 0,-303 6-443 0 0,-232 43-427 0 0,-16 1 3 0 0,1 0 0 0 0,-1 0 0 0 0,0 0-1 0 0,1 0 1 0 0,-1 0 0 0 0,0-1 0 0 0,0 1-1 0 0,1-1 1 0 0,-1 0 0 0 0,0 0 0 0 0,0-1-1 0 0,4-1 1 0 0,-20 3 48 0 0,5 2-58 0 0,-37 10-635 0 0</inkml:trace>
</inkml:ink>
</file>

<file path=ppt/ink/ink2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9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24 226 2449 0 0,'2'-1'629'0'0,"5"-8"2353"0"0,-1-21-2336 0 0,-6 28-588 0 0,0 1 1 0 0,1 0 0 0 0,-1-1-1 0 0,0 1 1 0 0,0-1 0 0 0,0 1-1 0 0,0-1 1 0 0,-1 1 0 0 0,1 0-1 0 0,0-1 1 0 0,0 1 0 0 0,-1 0-1 0 0,1-1 1 0 0,-1 1 0 0 0,0 0-1 0 0,1-1 1 0 0,-1 1 0 0 0,0 0-1 0 0,0 0 1 0 0,1 0 0 0 0,-1 0-1 0 0,0-1 1 0 0,-2 0 0 0 0,3 2-54 0 0,-1 0-1 0 0,1 0 1 0 0,0 0 0 0 0,-1 0 0 0 0,1-1 0 0 0,0 1-1 0 0,-1 0 1 0 0,1 0 0 0 0,0 0 0 0 0,-1 1 0 0 0,1-1-1 0 0,-1 0 1 0 0,1 0 0 0 0,0 0 0 0 0,-1 0 0 0 0,1 0-1 0 0,0 0 1 0 0,-1 0 0 0 0,1 1 0 0 0,0-1 0 0 0,0 0-1 0 0,-1 0 1 0 0,1 0 0 0 0,0 1 0 0 0,0-1 0 0 0,-1 0-1 0 0,1 0 1 0 0,0 1 0 0 0,0-1 0 0 0,-1 0 0 0 0,1 0-1 0 0,0 1 1 0 0,0 0 0 0 0,-8 17 266 0 0,3 7 95 0 0,3-16-179 0 0,1 0 0 0 0,0 1 1 0 0,0-1-1 0 0,1 0 0 0 0,0 1 1 0 0,1-1-1 0 0,0 0 0 0 0,1 0 0 0 0,0 0 1 0 0,0 0-1 0 0,1 0 0 0 0,4 12 0 0 0,-5-18-108 0 0,-1 0-1 0 0,1 0 0 0 0,0 0 0 0 0,0 0 1 0 0,0 0-1 0 0,0 0 0 0 0,1 0 1 0 0,-1-1-1 0 0,1 1 0 0 0,0-1 0 0 0,0 0 1 0 0,0 0-1 0 0,0 0 0 0 0,0 0 0 0 0,0 0 1 0 0,0 0-1 0 0,0-1 0 0 0,1 0 0 0 0,-1 0 1 0 0,1 0-1 0 0,-1 0 0 0 0,1 0 0 0 0,-1-1 1 0 0,1 1-1 0 0,0-1 0 0 0,-1 0 0 0 0,1 0 1 0 0,-1 0-1 0 0,1-1 0 0 0,0 1 0 0 0,-1-1 1 0 0,6-2-1 0 0,-3 1-50 0 0,1-1 0 0 0,-1 0 0 0 0,0 0 1 0 0,0 0-1 0 0,0-1 0 0 0,0 0 0 0 0,-1 0 0 0 0,0-1 0 0 0,1 1 0 0 0,-2-1 1 0 0,1 0-1 0 0,0-1 0 0 0,-1 1 0 0 0,5-9 0 0 0,-1 1-140 0 0,-1 0 1 0 0,0 0-1 0 0,-1 0 0 0 0,-1-1 1 0 0,7-24-1 0 0,-9 22-180 0 0,0-1 0 0 0,-1 1 1 0 0,1-28-1 0 0,-3 36 106 0 0,-1 0 1 0 0,1 0 0 0 0,-2 0-1 0 0,1 0 1 0 0,-1 0 0 0 0,0 0-1 0 0,0 1 1 0 0,-1-1 0 0 0,-5-11-1 0 0,7 18 163 0 0,0 0-1 0 0,0-1 1 0 0,0 1-1 0 0,0 0 1 0 0,0 0-1 0 0,0-1 0 0 0,-1 1 1 0 0,1 0-1 0 0,0 0 1 0 0,0 0-1 0 0,-1 0 1 0 0,1 1-1 0 0,-1-1 1 0 0,1 0-1 0 0,-1 1 1 0 0,1-1-1 0 0,-1 0 0 0 0,1 1 1 0 0,-1 0-1 0 0,1-1 1 0 0,-1 1-1 0 0,-1 0 1 0 0,-1 0 40 0 0,0 0 0 0 0,0 1 0 0 0,0-1 0 0 0,0 1 0 0 0,0 0 0 0 0,1 0 1 0 0,-1 0-1 0 0,0 1 0 0 0,-3 1 0 0 0,-1 2 12 0 0,0-1-1 0 0,0 1 1 0 0,1 0 0 0 0,0 0 0 0 0,0 1 0 0 0,0 0-1 0 0,-8 11 1 0 0,10-10 22 0 0,1 0-1 0 0,0 1 1 0 0,1 0 0 0 0,0 0-1 0 0,0 0 1 0 0,1 0 0 0 0,0 1-1 0 0,0-1 1 0 0,1 1-1 0 0,0-1 1 0 0,0 11 0 0 0,1 2 106 0 0,1 0-1 0 0,0 0 1 0 0,6 28 0 0 0,-6-44-133 0 0,0-1-1 0 0,0 1 1 0 0,0-1 0 0 0,1 1-1 0 0,0-1 1 0 0,0 1 0 0 0,0-1-1 0 0,0 0 1 0 0,0 0 0 0 0,1 0-1 0 0,4 5 1 0 0,-5-7 9 0 0,0-1 1 0 0,-1 0-1 0 0,1 0 1 0 0,0 0-1 0 0,0 0 0 0 0,0 0 1 0 0,0 0-1 0 0,-1-1 1 0 0,1 1-1 0 0,0-1 0 0 0,0 1 1 0 0,0-1-1 0 0,1 0 1 0 0,-1 1-1 0 0,0-1 0 0 0,0 0 1 0 0,0-1-1 0 0,0 1 1 0 0,0 0-1 0 0,0 0 0 0 0,0-1 1 0 0,0 1-1 0 0,0-1 0 0 0,0 0 1 0 0,0 0-1 0 0,0 0 1 0 0,-1 0-1 0 0,3-1 0 0 0,4-3 32 0 0,1 0-1 0 0,-2 0 1 0 0,1-1 0 0 0,-1 0-1 0 0,0-1 1 0 0,0 1-1 0 0,0-1 1 0 0,-1-1-1 0 0,-1 1 1 0 0,7-10-1 0 0,-6 8-397 0 0,-1-1 0 0 0,0 0 0 0 0,0 0 0 0 0,-1 0 0 0 0,0 0 0 0 0,-1-1 0 0 0,0 1 0 0 0,0-1 0 0 0,-1 0 0 0 0,-1 0-1 0 0,0 0 1 0 0,0 0 0 0 0,-1 0 0 0 0,-2-11 0 0 0,2 21 316 0 0,0-1 0 0 0,0 1 0 0 0,-1 0 0 0 0,1 0 0 0 0,-1 0 0 0 0,1 0 1 0 0,-1 0-1 0 0,1 0 0 0 0,-1 0 0 0 0,1 1 0 0 0,-1-1 0 0 0,0 0 0 0 0,1 0 0 0 0,-1 0 0 0 0,0 1 0 0 0,0-1 0 0 0,0 0 0 0 0,1 1 0 0 0,-1-1 0 0 0,0 0 0 0 0,0 1 0 0 0,0-1 0 0 0,0 1 0 0 0,0 0 0 0 0,0-1 0 0 0,0 1 0 0 0,0 0 0 0 0,-1 0 0 0 0,0-1 1 0 0,-1 1-9 0 0,1 0 0 0 0,-1 0 1 0 0,0 0-1 0 0,1 0 0 0 0,-1 1 1 0 0,1-1-1 0 0,-1 1 1 0 0,1 0-1 0 0,-1-1 0 0 0,1 1 1 0 0,-5 2-1 0 0,-1 2-2781 0 0</inkml:trace>
</inkml:ink>
</file>

<file path=ppt/ink/ink2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1 0 6241 0 0</inkml:trace>
</inkml:ink>
</file>

<file path=ppt/ink/ink2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38 5065 0 0,'-7'10'194'0'0,"0"1"0"0"0,1 0 0 0 0,0 0 0 0 0,1 0 0 0 0,0 0 0 0 0,1 1 0 0 0,1 0 0 0 0,-1 0 0 0 0,2 0 0 0 0,0 0 1 0 0,0 0-1 0 0,1 1 0 0 0,1-1 0 0 0,0 1 0 0 0,2 17 0 0 0,-2-28-158 0 0,0 1 0 0 0,1-1 1 0 0,-1 0-1 0 0,1 0 0 0 0,-1 0 1 0 0,1 0-1 0 0,0 0 0 0 0,-1-1 1 0 0,1 1-1 0 0,0 0 0 0 0,0 0 1 0 0,1 0-1 0 0,-1-1 0 0 0,0 1 1 0 0,0-1-1 0 0,1 1 0 0 0,-1-1 1 0 0,1 1-1 0 0,0-1 0 0 0,-1 0 1 0 0,1 0-1 0 0,0 1 0 0 0,0-2 1 0 0,-1 1-1 0 0,1 0 0 0 0,0 0 1 0 0,0 0-1 0 0,0-1 0 0 0,0 1 1 0 0,0-1-1 0 0,0 0 0 0 0,4 1 1 0 0,-3-1 86 0 0,0-1 1 0 0,1 0 0 0 0,-1 1 0 0 0,0-1-1 0 0,0 0 1 0 0,0 0 0 0 0,0-1-1 0 0,0 1 1 0 0,0-1 0 0 0,0 1-1 0 0,0-1 1 0 0,0 0 0 0 0,-1 0-1 0 0,1-1 1 0 0,-1 1 0 0 0,1 0-1 0 0,-1-1 1 0 0,0 1 0 0 0,3-5 0 0 0,4-7-54 0 0,-1 0 0 0 0,-1 0 0 0 0,0-1 0 0 0,-1 0 1 0 0,7-25-1 0 0,-11 33-359 0 0,0-1 1 0 0,0 0 0 0 0,-1 0-1 0 0,0 0 1 0 0,-1 0-1 0 0,0 0 1 0 0,0 0-1 0 0,-1 0 1 0 0,0 0 0 0 0,0 0-1 0 0,-1 0 1 0 0,0 1-1 0 0,-4-11 1 0 0,6 17 282 0 0,-1 0 0 0 0,1 0-1 0 0,-1-1 1 0 0,1 1 0 0 0,-1 0 0 0 0,1 0 0 0 0,-1 0 0 0 0,0 0 0 0 0,1 0 0 0 0,-1 0-1 0 0,0 0 1 0 0,0 1 0 0 0,0-1 0 0 0,0 0 0 0 0,0 0 0 0 0,0 1 0 0 0,0-1 0 0 0,0 0 0 0 0,0 1-1 0 0,0-1 1 0 0,0 1 0 0 0,-1 0 0 0 0,1-1 0 0 0,0 1 0 0 0,0 0 0 0 0,-2-1 0 0 0,1 2 27 0 0,0-1 0 0 0,0 1 1 0 0,0-1-1 0 0,0 1 0 0 0,0 0 1 0 0,0 0-1 0 0,0 0 0 0 0,0 0 1 0 0,0 0-1 0 0,0 0 0 0 0,1 0 0 0 0,-1 0 1 0 0,-2 3-1 0 0,-3 3 83 0 0,1 0-1 0 0,0 0 0 0 0,1 0 1 0 0,0 0-1 0 0,0 1 1 0 0,-4 9-1 0 0,4-7 182 0 0,1 1-1 0 0,0 0 1 0 0,-3 22 0 0 0,6-31-193 0 0,0 0 0 0 0,1 1 0 0 0,0-1 0 0 0,-1 0 0 0 0,1 0 0 0 0,0 1 0 0 0,0-1 0 0 0,0 0 0 0 0,0 0 1 0 0,1 1-1 0 0,-1-1 0 0 0,1 0 0 0 0,-1 0 0 0 0,1 0 0 0 0,0 0 0 0 0,0 0 0 0 0,0 1 0 0 0,0-1 0 0 0,0-1 0 0 0,0 1 0 0 0,1 0 1 0 0,-1 0-1 0 0,0 0 0 0 0,1-1 0 0 0,0 1 0 0 0,-1-1 0 0 0,4 3 0 0 0,-4-4-47 0 0,-1 1 0 0 0,1-1 0 0 0,0 0-1 0 0,0 1 1 0 0,0-1 0 0 0,0 0 0 0 0,0 0 0 0 0,0 1-1 0 0,0-1 1 0 0,0 0 0 0 0,0 0 0 0 0,0 0 0 0 0,0 0-1 0 0,0 0 1 0 0,0 0 0 0 0,0-1 0 0 0,0 1 0 0 0,0 0 0 0 0,0-1-1 0 0,0 1 1 0 0,0 0 0 0 0,0-1 0 0 0,0 1 0 0 0,1-2-1 0 0,0 0-34 0 0,0 1-1 0 0,0-1 0 0 0,0 0 1 0 0,0 0-1 0 0,-1-1 0 0 0,1 1 0 0 0,-1 0 1 0 0,0 0-1 0 0,2-5 0 0 0,2-5-391 0 0,-1-1-1 0 0,5-26 0 0 0,-8 34 250 0 0,1-2-8 0 0,-1 0 1 0 0,0 1-1 0 0,-1-1 0 0 0,0 1 1 0 0,0-9-1 0 0,0 14 128 0 0,0 1-1 0 0,0 0 0 0 0,0-1 1 0 0,0 1-1 0 0,0-1 1 0 0,0 1-1 0 0,-1-1 0 0 0,1 1 1 0 0,0-1-1 0 0,0 1 1 0 0,0 0-1 0 0,-1-1 0 0 0,1 1 1 0 0,0-1-1 0 0,0 1 1 0 0,-1 0-1 0 0,1-1 1 0 0,0 1-1 0 0,-1 0 0 0 0,1-1 1 0 0,0 1-1 0 0,-1 0 1 0 0,1 0-1 0 0,0-1 0 0 0,-1 1 1 0 0,1 0-1 0 0,-1 0 1 0 0,1 0-1 0 0,-1-1 0 0 0,0 1 1 0 0,0 0-17 0 0,0 1 1 0 0,-1-1-1 0 0,1 1 0 0 0,-1-1 1 0 0,1 1-1 0 0,0 0 0 0 0,-1-1 1 0 0,1 1-1 0 0,0 0 1 0 0,0 0-1 0 0,-1 0 0 0 0,1 0 1 0 0,0 0-1 0 0,-2 2 0 0 0,-1 2-73 0 0,0 0 0 0 0,0 0 0 0 0,0 0 0 0 0,0 0 0 0 0,1 1 0 0 0,0-1 0 0 0,0 1 0 0 0,0 0 0 0 0,1 0 0 0 0,0 0 0 0 0,0 0 0 0 0,-1 9 0 0 0,1 0-210 0 0</inkml:trace>
</inkml:ink>
</file>

<file path=ppt/ink/ink2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1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1 386 5529 0 0,'0'0'31'0'0,"1"1"0"0"0,-1-1 0 0 0,1 0 0 0 0,-1 1-1 0 0,1-1 1 0 0,0 0 0 0 0,-1 1 0 0 0,1-1 0 0 0,-1 0 0 0 0,1 1 0 0 0,0-1-1 0 0,-1 0 1 0 0,1 0 0 0 0,0 0 0 0 0,-1 0 0 0 0,1 0 0 0 0,0 0 0 0 0,-1 0-1 0 0,1 0 1 0 0,0 0 0 0 0,-1 0 0 0 0,1 0 0 0 0,0 0 0 0 0,25-2 162 0 0,-20 1 43 0 0,72-3 2188 0 0,104 7 1 0 0,144 11-113 0 0,-211-11-2014 0 0,28 0-179 0 0,236 18-180 0 0,-350-19 81 0 0,0-1 0 0 0,0-1-1 0 0,51-8 1 0 0,32 0 75 0 0,-108 8-60 0 0,-1 0 0 0 0,1 0 1 0 0,0 0-1 0 0,-1-1 0 0 0,1 1 1 0 0,0-1-1 0 0,-1 0 0 0 0,1 0 1 0 0,0 0-1 0 0,-1 0 0 0 0,0-1 1 0 0,1 1-1 0 0,-1-1 1 0 0,0 0-1 0 0,5-3 0 0 0,-4 4 633 0 0,-34 0 0 0 0,30 0-668 0 0,2-14 57 0 0,0 0-1 0 0,0 1 0 0 0,8-21 0 0 0,2-17 96 0 0,-8 27-138 0 0,-1-1 66 0 0,12-39 0 0 0,-14 59-173 0 0,1 0 0 0 0,1-1 0 0 0,-1 1 0 0 0,1 0-1 0 0,0 0 1 0 0,1 1 0 0 0,-1-1 0 0 0,1 1 0 0 0,0-1 0 0 0,1 1 0 0 0,5-5 0 0 0,-10 9 83 0 0,1 1 1 0 0,-1 0-1 0 0,0 0 1 0 0,0 0 0 0 0,0-1-1 0 0,0 1 1 0 0,1 0-1 0 0,-1 0 1 0 0,0 0-1 0 0,0 0 1 0 0,1-1-1 0 0,-1 1 1 0 0,0 0 0 0 0,0 0-1 0 0,0 0 1 0 0,1 0-1 0 0,-1 0 1 0 0,0 0-1 0 0,0 0 1 0 0,1 0-1 0 0,-1 0 1 0 0,0 0 0 0 0,0 0-1 0 0,1 0 1 0 0,-1 0-1 0 0,0 0 1 0 0,0 0-1 0 0,1 0 1 0 0,-1 0 0 0 0,0 0-1 0 0,0 0 1 0 0,1 0-1 0 0,-1 0 1 0 0,0 0-1 0 0,0 1 1 0 0,1-1-1 0 0,-1 0 1 0 0,0 0 0 0 0,0 0-1 0 0,0 0 1 0 0,1 1-1 0 0,-1-1 1 0 0,0 0-1 0 0,0 0 1 0 0,0 0-1 0 0,0 1 1 0 0,1-1 0 0 0,2 19 21 0 0,-6 29 416 0 0,3-42-414 0 0,-4 37 130 0 0,5 83 0 0 0,0-112-148 0 0,0 0 0 0 0,1-1 0 0 0,1 1 0 0 0,0-1 1 0 0,1 1-1 0 0,0-1 0 0 0,1 0 0 0 0,1-1 0 0 0,0 1 0 0 0,9 13 0 0 0,-14-25 6 0 0,-1 0-1 0 0,1 0 0 0 0,0 1 0 0 0,0-1 1 0 0,0 0-1 0 0,0 0 0 0 0,0 0 0 0 0,0 0 1 0 0,0 0-1 0 0,0 0 0 0 0,1-1 0 0 0,-1 1 0 0 0,0 0 1 0 0,0 0-1 0 0,1-1 0 0 0,-1 1 0 0 0,1-1 1 0 0,-1 1-1 0 0,0-1 0 0 0,1 0 0 0 0,-1 0 1 0 0,1 1-1 0 0,-1-1 0 0 0,1 0 0 0 0,1 0 1 0 0,-1-1-3 0 0,0 0 0 0 0,0 0 0 0 0,1 0 0 0 0,-1 0 0 0 0,0 0 0 0 0,0-1 0 0 0,0 1 0 0 0,0 0 0 0 0,0-1 0 0 0,-1 0 0 0 0,1 1 0 0 0,0-1 0 0 0,2-3 0 0 0,4-8-134 0 0,1 0 1 0 0,-2-1-1 0 0,11-23 1 0 0,-16 32 32 0 0,17-47-689 0 0,21-83 1 0 0,-26 82 592 0 0,33-85 1 0 0,-47 138 205 0 0,0-1 0 0 0,0 1 1 0 0,0 0-1 0 0,0-1 1 0 0,1 1-1 0 0,-1-1 0 0 0,0 1 1 0 0,0 0-1 0 0,0-1 1 0 0,0 1-1 0 0,1 0 1 0 0,-1-1-1 0 0,0 1 0 0 0,0 0 1 0 0,1-1-1 0 0,-1 1 1 0 0,0 0-1 0 0,0 0 0 0 0,1-1 1 0 0,-1 1-1 0 0,0 0 1 0 0,1 0-1 0 0,-1-1 1 0 0,1 1-1 0 0,-1 0 0 0 0,0 0 1 0 0,1 0-1 0 0,-1 0 1 0 0,1 0-1 0 0,-1 0 0 0 0,0 0 1 0 0,1-1-1 0 0,-1 1 1 0 0,1 0-1 0 0,-1 0 1 0 0,0 1-1 0 0,1-1 0 0 0,10 14 355 0 0,2 24 248 0 0,1 64-28 0 0,2 14-336 0 0,-13-102-226 0 0,1 0-1 0 0,0 0 0 0 0,1-1 1 0 0,0 1-1 0 0,14 23 0 0 0,-18-35-16 0 0,0 0-1 0 0,0-1 1 0 0,0 1-1 0 0,1 0 1 0 0,-1 0-1 0 0,0 0 0 0 0,1-1 1 0 0,0 1-1 0 0,-1-1 1 0 0,1 1-1 0 0,0-1 1 0 0,0 0-1 0 0,-1 0 0 0 0,1 0 1 0 0,0 0-1 0 0,0 0 1 0 0,0 0-1 0 0,1 0 1 0 0,2 0-1 0 0,-3-1 6 0 0,0 0 0 0 0,1 0 0 0 0,-1 0 0 0 0,0-1 0 0 0,0 1-1 0 0,0-1 1 0 0,0 0 0 0 0,0 1 0 0 0,0-1 0 0 0,0 0 0 0 0,0 0 0 0 0,0 0 0 0 0,-1 0 0 0 0,1-1 0 0 0,0 1-1 0 0,2-3 1 0 0,3-3 23 0 0,0-1-1 0 0,0-1 1 0 0,-1 1-1 0 0,0-1 1 0 0,0 0-1 0 0,7-18 0 0 0,27-81-113 0 0,-30 77 21 0 0,1 0 0 0 0,2 1 1 0 0,23-42-1 0 0,-35 70 31 0 0,0 0 0 0 0,1 0 0 0 0,-1 0 0 0 0,1 0 0 0 0,-1 0 0 0 0,1 0 1 0 0,-1 1-1 0 0,1-1 0 0 0,0 0 0 0 0,0 1 0 0 0,0 0 0 0 0,0-1 0 0 0,0 1 0 0 0,0 0 0 0 0,0 0 0 0 0,3-1 0 0 0,-4 2 21 0 0,0 0 0 0 0,-1 0-1 0 0,1 0 1 0 0,-1 0-1 0 0,1 0 1 0 0,-1 0 0 0 0,1 1-1 0 0,-1-1 1 0 0,1 0 0 0 0,0 0-1 0 0,-1 0 1 0 0,1 0 0 0 0,-1 1-1 0 0,1-1 1 0 0,-1 0-1 0 0,1 0 1 0 0,-1 1 0 0 0,0-1-1 0 0,1 0 1 0 0,-1 1 0 0 0,1-1-1 0 0,-1 1 1 0 0,0-1 0 0 0,1 1-1 0 0,-1 0 1 0 0,1 0 12 0 0,0 1 0 0 0,0 0 0 0 0,-1 0 0 0 0,1 0 1 0 0,0 0-1 0 0,-1 0 0 0 0,0 0 0 0 0,0 0 0 0 0,1-1 0 0 0,-1 5 1 0 0,-3 90 681 0 0,1 58 107 0 0,3-135-696 0 0,1-1-1 0 0,1 1 1 0 0,1-1 0 0 0,1 0-1 0 0,0 0 1 0 0,10 21 0 0 0,-15-38-72 0 0,0 0 0 0 0,0 0 0 0 0,0-1 0 0 0,1 1 0 0 0,-1 0 1 0 0,1 0-1 0 0,-1 0 0 0 0,0 0 0 0 0,1-1 0 0 0,-1 1 0 0 0,1 0 0 0 0,0-1 1 0 0,-1 1-1 0 0,1 0 0 0 0,0-1 0 0 0,-1 1 0 0 0,1-1 0 0 0,0 1 0 0 0,-1-1 1 0 0,1 1-1 0 0,0-1 0 0 0,0 1 0 0 0,1-1 0 0 0,-1 0-22 0 0,0 0 0 0 0,-1-1 0 0 0,1 1 0 0 0,0-1-1 0 0,0 1 1 0 0,-1-1 0 0 0,1 1 0 0 0,-1-1 0 0 0,1 0 0 0 0,-1 1-1 0 0,1-1 1 0 0,-1 0 0 0 0,1 1 0 0 0,-1-1 0 0 0,1 0 0 0 0,-1 0-1 0 0,0 1 1 0 0,1-1 0 0 0,-1 0 0 0 0,0-1 0 0 0,13-56-662 0 0,-12 47 494 0 0,5-25-527 0 0,-1 1 235 0 0,2 0 0 0 0,1 0 0 0 0,1 1 0 0 0,2 0 0 0 0,19-40 0 0 0,-30 73 437 0 0,0 0 0 0 0,1 0-1 0 0,-1 0 1 0 0,1 0 0 0 0,-1 0 0 0 0,1 1 0 0 0,-1-1 0 0 0,1 0-1 0 0,-1 0 1 0 0,1 0 0 0 0,0 1 0 0 0,0-1 0 0 0,-1 0 0 0 0,1 1-1 0 0,0-1 1 0 0,0 1 0 0 0,0-1 0 0 0,0 1 0 0 0,-1-1 0 0 0,1 1-1 0 0,2-1 1 0 0,-3 1 9 0 0,1 0-1 0 0,0 1 0 0 0,-1-1 1 0 0,1 0-1 0 0,-1 1 0 0 0,1-1 1 0 0,-1 1-1 0 0,1-1 0 0 0,-1 1 0 0 0,1-1 1 0 0,-1 1-1 0 0,1-1 0 0 0,-1 1 1 0 0,0 0-1 0 0,1-1 0 0 0,-1 1 1 0 0,0-1-1 0 0,0 1 0 0 0,1 0 1 0 0,-1-1-1 0 0,0 1 0 0 0,0 1 1 0 0,6 44 290 0 0,-7 3 145 0 0,0-11-1527 0 0,5 40-1 0 0,-3-63-3031 0 0</inkml:trace>
</inkml:ink>
</file>

<file path=ppt/ink/ink2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2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64 150 3225 0 0,'-8'3'403'0'0,"-27"9"-2222"0"0,34-12 1804 0 0,0 1 0 0 0,0-1-1 0 0,0 0 1 0 0,-1 1 0 0 0,1 0-1 0 0,0-1 1 0 0,0 1 0 0 0,0 0 0 0 0,0 0-1 0 0,0-1 1 0 0,0 1 0 0 0,0 0-1 0 0,1 0 1 0 0,-1 0 0 0 0,0 0-1 0 0,0 0 1 0 0,1 0 0 0 0,-1 0-1 0 0,0 1 1 0 0,1-1 0 0 0,-1 2-1 0 0,1-2 170 0 0,1-1 0 0 0,-1 1 0 0 0,1 0-1 0 0,-1-1 1 0 0,1 1 0 0 0,0 0 0 0 0,-1-1 0 0 0,1 1-1 0 0,0-1 1 0 0,0 1 0 0 0,-1-1 0 0 0,1 1 0 0 0,0-1-1 0 0,0 1 1 0 0,0-1 0 0 0,-1 0 0 0 0,1 0-1 0 0,0 1 1 0 0,0-1 0 0 0,0 0 0 0 0,0 0 0 0 0,0 0-1 0 0,0 0 1 0 0,0 0 0 0 0,-1 0 0 0 0,3 0-1 0 0,24-1 2390 0 0,349-45 4372 0 0,191 22-3304 0 0,62-34-2103 0 0,-123 4-520 0 0,-465 52-1417 0 0,87-8-5676 0 0</inkml:trace>
</inkml:ink>
</file>

<file path=ppt/ink/ink2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3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20 6449 0 0,'-1'-2'9'0'0,"0"1"1"0"0,0 0-1 0 0,0-1 0 0 0,0 1 0 0 0,-1 0 0 0 0,1 0 0 0 0,0 0 0 0 0,0 0 0 0 0,-1 0 0 0 0,1 0 0 0 0,-1 0 0 0 0,1 0 0 0 0,-1 0 0 0 0,1 1 0 0 0,-1-1 0 0 0,1 1 0 0 0,-1-1 0 0 0,0 1 1 0 0,1-1-1 0 0,-1 1 0 0 0,0 0 0 0 0,1 0 0 0 0,-1 0 0 0 0,0 0 0 0 0,1 0 0 0 0,-1 0 0 0 0,0 1 0 0 0,1-1 0 0 0,-4 1 0 0 0,3 0 80 0 0,1-1-1 0 0,-1 1 1 0 0,0-1-1 0 0,0 1 1 0 0,1-1 0 0 0,-1 1-1 0 0,1 0 1 0 0,-1 0-1 0 0,1 0 1 0 0,-1 0-1 0 0,1 0 1 0 0,0 0-1 0 0,-1 0 1 0 0,1 0-1 0 0,0 1 1 0 0,0-1 0 0 0,0 1-1 0 0,0-1 1 0 0,0 1-1 0 0,0-1 1 0 0,0 1-1 0 0,0-1 1 0 0,1 1-1 0 0,-1 0 1 0 0,0-1 0 0 0,1 1-1 0 0,-1 2 1 0 0,2-1 166 0 0,0 1 1 0 0,1-1 0 0 0,-1 1-1 0 0,1-1 1 0 0,-1 1 0 0 0,1-1-1 0 0,0 0 1 0 0,0 0 0 0 0,1 0 0 0 0,-1 0-1 0 0,1 0 1 0 0,-1 0 0 0 0,1-1-1 0 0,0 1 1 0 0,4 2 0 0 0,19 22 534 0 0,-21-19-706 0 0,-1-1 0 0 0,0 1 0 0 0,-1 0 0 0 0,0 0 0 0 0,0 0 0 0 0,-1 0 0 0 0,0 0 0 0 0,0 1 0 0 0,0 10 0 0 0,0 10 38 0 0,-4 42 0 0 0,0-5 54 0 0,28 273 633 0 0,-7-131-260 0 0,-22 54-189 0 0,0-2 36 0 0,8-215 12 0 0,13 50-1 0 0,-3-19 318 0 0,-15-68-495 0 0,0-8-247 0 0,0-1 0 0 0,0 1 0 0 0,0 0 0 0 0,0 0-1 0 0,0 0 1 0 0,1 0 0 0 0,-1 0 0 0 0,0 0 0 0 0,0 0 0 0 0,0 0 0 0 0,0 0 0 0 0,0 0 0 0 0,0 0 0 0 0,0 0 0 0 0,1 0 0 0 0,-1 0 0 0 0,0 0-1 0 0,0 0 1 0 0,0 0 0 0 0,0 0 0 0 0,0 0 0 0 0,0 0 0 0 0,0 0 0 0 0,0 0 0 0 0,1 0 0 0 0,-1 0 0 0 0,0 0 0 0 0,0 0 0 0 0,0 0 0 0 0,0 0 0 0 0,0 0-1 0 0,0 1 1 0 0,0-1 0 0 0,0 0 0 0 0,1 0 0 0 0,-1 0 0 0 0,0 0 0 0 0,0 0 0 0 0,0 0 0 0 0,0 0 0 0 0,0 0 0 0 0,0 0 0 0 0,0 0 0 0 0,0 1 0 0 0,0-1-1 0 0,0 0 1 0 0,0 0 0 0 0,0 0 0 0 0,0 0 0 0 0,0 0 0 0 0,0 0 0 0 0,0 0 0 0 0,0 1 0 0 0,0-1 0 0 0,0 0 0 0 0,0 0 0 0 0,0 0 0 0 0,0 0 0 0 0,0 0-1 0 0,0 0 1 0 0,0 0 0 0 0,0 1 0 0 0,0-1 0 0 0,0 0 0 0 0,0 0 0 0 0,0 0 0 0 0,0 0 0 0 0,0 0 0 0 0</inkml:trace>
</inkml:ink>
</file>

<file path=ppt/ink/ink2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4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53 2304 0 0,'-3'-6'396'0'0,"0"1"-1"0"0,0 0 0 0 0,0 0 0 0 0,-1 0 0 0 0,1 0 0 0 0,-1 1 0 0 0,-1-1 0 0 0,-7-6 0 0 0,12 11-364 0 0,-1 0 1 0 0,1 0-1 0 0,0 0 1 0 0,-1-1-1 0 0,1 1 1 0 0,-1 0-1 0 0,1 0 1 0 0,0 0-1 0 0,-1 0 1 0 0,1 0-1 0 0,-1 0 1 0 0,1 0-1 0 0,0 0 1 0 0,-1 0-1 0 0,1 0 1 0 0,0 0-1 0 0,-1 0 1 0 0,1 0-1 0 0,-1 0 1 0 0,1 1-1 0 0,0-1 1 0 0,-1 0-1 0 0,1 0 1 0 0,0 0-1 0 0,-1 0 1 0 0,1 1-1 0 0,0-1 1 0 0,-1 0-1 0 0,1 0 1 0 0,0 1-1 0 0,0-1 1 0 0,-1 0-1 0 0,1 1 0 0 0,0-1 1 0 0,0 0-1 0 0,0 1 1 0 0,-1-1-1 0 0,1 0 1 0 0,0 1-1 0 0,0-1 1 0 0,0 0-1 0 0,0 1 1 0 0,0-1-1 0 0,0 0 1 0 0,-1 1-1 0 0,1-1 1 0 0,0 1-1 0 0,0-1 1 0 0,0 1-1 0 0,0 0 8 0 0,0 0-1 0 0,0 0 0 0 0,0 0 0 0 0,-1 0 0 0 0,1 0 1 0 0,0 0-1 0 0,0 0 0 0 0,0 0 0 0 0,1 0 1 0 0,-1 0-1 0 0,0 0 0 0 0,0 0 0 0 0,0 0 1 0 0,1 0-1 0 0,-1 0 0 0 0,0-1 0 0 0,1 1 1 0 0,-1 0-1 0 0,1 0 0 0 0,-1 0 0 0 0,1 0 1 0 0,0 0-1 0 0,15 9 664 0 0,0-1 1 0 0,0 0 0 0 0,1-2-1 0 0,0 0 1 0 0,22 6-1 0 0,-9-3-222 0 0,2 0-3 0 0,2-1-1 0 0,-1-2 0 0 0,1-2 0 0 0,64 3 0 0 0,-93-8-464 0 0,34 4 277 0 0,-38-4-284 0 0,0 0-1 0 0,0 0 0 0 0,0 0 1 0 0,0 0-1 0 0,0 1 0 0 0,0-1 0 0 0,0 0 1 0 0,0 1-1 0 0,0-1 0 0 0,0 1 1 0 0,0-1-1 0 0,0 1 0 0 0,0-1 0 0 0,0 1 1 0 0,0-1-1 0 0,0 1 0 0 0,0 0 1 0 0,-1 0-1 0 0,1-1 0 0 0,0 1 0 0 0,-1 0 1 0 0,1 0-1 0 0,0 0 0 0 0,-1 0 1 0 0,1 0-1 0 0,-1 0 0 0 0,1 2 0 0 0,-1-2-25 0 0,-1 1 0 0 0,1 0-1 0 0,-1-1 1 0 0,1 1-1 0 0,-1 0 1 0 0,0-1-1 0 0,0 1 1 0 0,1-1 0 0 0,-1 1-1 0 0,0-1 1 0 0,-1 0-1 0 0,1 1 1 0 0,0-1 0 0 0,0 0-1 0 0,-1 0 1 0 0,1 0-1 0 0,-2 2 1 0 0,-30 18-625 0 0,22-14 472 0 0,-46 26 304 0 0,-2-3 1 0 0,-93 35-1 0 0,-12 5-253 0 0,146-61-165 0 0,1 0 1 0 0,1 1 0 0 0,0 1-1 0 0,0 1 1 0 0,-22 21-1 0 0,37-33 288 0 0,0 1 0 0 0,0 0 0 0 0,0-1 0 0 0,1 1-1 0 0,-1 0 1 0 0,0 0 0 0 0,1 0 0 0 0,-1-1-1 0 0,1 1 1 0 0,-1 0 0 0 0,1 0 0 0 0,-1 0-1 0 0,1 0 1 0 0,-1 0 0 0 0,1 0 0 0 0,0 0-1 0 0,0 0 1 0 0,-1 0 0 0 0,1 0 0 0 0,0 0-1 0 0,0 0 1 0 0,0 1 0 0 0,0-1 0 0 0,0 0 0 0 0,0 0-1 0 0,1 1 1 0 0,0 0 4 0 0,0-1-1 0 0,0 1 1 0 0,0-1 0 0 0,0 0 0 0 0,0 0-1 0 0,1 1 1 0 0,-1-1 0 0 0,0 0-1 0 0,1 0 1 0 0,-1 0 0 0 0,1 0 0 0 0,-1-1-1 0 0,1 1 1 0 0,2 1 0 0 0,7 1-88 0 0,0 0 1 0 0,1 0 0 0 0,17 2-1 0 0,103 0 1331 0 0,-17-2-631 0 0,-57-1-553 0 0,-44-3-25 0 0,0 1-1 0 0,0 1 0 0 0,-1 0 1 0 0,1 1-1 0 0,-1 0 0 0 0,20 6 1 0 0,-32-7-41 0 0,-1-1 0 0 0,1 0 0 0 0,0 1 0 0 0,0-1 0 0 0,0 0 0 0 0,-1 1 0 0 0,1-1 0 0 0,0 1 0 0 0,-1-1 0 0 0,1 1 0 0 0,0 0 0 0 0,-1-1 0 0 0,1 1 0 0 0,0 0 0 0 0,-1-1 0 0 0,1 1 0 0 0,-1 0 0 0 0,0 0 0 0 0,1 0 0 0 0,-1-1 0 0 0,0 1 0 0 0,1 0 0 0 0,-1 0 0 0 0,0 0 0 0 0,0 0 0 0 0,0 0 0 0 0,1-1 0 0 0,-1 1 0 0 0,-1 2 0 0 0,1 0-37 0 0,-1 0 0 0 0,0 0-1 0 0,0 0 1 0 0,0 0 0 0 0,0 0 0 0 0,0 0 0 0 0,-1-1 0 0 0,1 1 0 0 0,-3 3 0 0 0,-5 6-148 0 0,0-1 1 0 0,-19 18-1 0 0,-159 136-239 0 0,178-157 684 0 0,4-4-489 0 0,1-1-1 0 0,0 0 1 0 0,0 1 0 0 0,1 0-1 0 0,-1 0 1 0 0,-5 8 0 0 0,9-12 189 0 0,0 1 0 0 0,0-1 1 0 0,0 1-1 0 0,-1-1 0 0 0,1 0 0 0 0,0 1 1 0 0,0-1-1 0 0,0 1 0 0 0,0-1 1 0 0,0 1-1 0 0,0-1 0 0 0,0 1 1 0 0,0-1-1 0 0,0 1 0 0 0,0-1 0 0 0,0 1 1 0 0,0-1-1 0 0,1 1 0 0 0,-1-1 1 0 0,0 0-1 0 0,0 1 0 0 0,0-1 1 0 0,1 1-1 0 0,-1-1 0 0 0,0 0 0 0 0,0 1 1 0 0,1-1-1 0 0,-1 1 0 0 0,1 0 1 0 0,1 0-26 0 0,0 0 1 0 0,0 0-1 0 0,0 0 1 0 0,0 0-1 0 0,0-1 1 0 0,0 1-1 0 0,1 0 1 0 0,-1-1-1 0 0,0 1 1 0 0,4-1 0 0 0,61 6 212 0 0,-48-6-20 0 0,0 1 1 0 0,-1 1 0 0 0,0 1 0 0 0,0 0-1 0 0,0 2 1 0 0,0 0 0 0 0,24 10-1 0 0,-42-15-122 0 0,1 1-1 0 0,0-1 1 0 0,-1 0-1 0 0,1 1 0 0 0,-1-1 1 0 0,1 0-1 0 0,0 1 1 0 0,-1-1-1 0 0,1 1 1 0 0,-1-1-1 0 0,0 1 0 0 0,1-1 1 0 0,-1 1-1 0 0,1-1 1 0 0,-1 1-1 0 0,0-1 0 0 0,1 1 1 0 0,-1 0-1 0 0,0-1 1 0 0,1 1-1 0 0,-1 0 0 0 0,0-1 1 0 0,0 1-1 0 0,0 0 1 0 0,0-1-1 0 0,0 1 0 0 0,0 0 1 0 0,0-1-1 0 0,0 1 1 0 0,0 0-1 0 0,0-1 1 0 0,0 2-1 0 0,-1 1 94 0 0,0-1 1 0 0,0 0-1 0 0,0 1 0 0 0,-1-1 1 0 0,1 0-1 0 0,-1 0 0 0 0,1 0 1 0 0,-1 0-1 0 0,-2 3 0 0 0,-46 33 815 0 0,50-38-931 0 0,-19 13 20 0 0,8-8 11 0 0,2 1-1 0 0,-1 1 1 0 0,0 0 0 0 0,1 0-1 0 0,1 1 1 0 0,-1 0 0 0 0,1 0-1 0 0,1 1 1 0 0,-11 15 0 0 0,17-24-33 0 0,1 1 0 0 0,0 0 0 0 0,-1-1 0 0 0,1 1 0 0 0,0 0 0 0 0,-1 0 0 0 0,1 0 0 0 0,0-1 1 0 0,0 1-1 0 0,-1 0 0 0 0,1 0 0 0 0,0 0 0 0 0,0-1 0 0 0,0 1 0 0 0,0 0 0 0 0,0 0 0 0 0,0 0 0 0 0,1-1 0 0 0,-1 1 0 0 0,0 0 0 0 0,0 0 0 0 0,1 0 1 0 0,-1-1-1 0 0,0 1 0 0 0,1 0 0 0 0,-1 0 0 0 0,1 0 0 0 0,0 0-77 0 0,0 0 0 0 0,1 0 0 0 0,-1 0 0 0 0,0 0 1 0 0,1-1-1 0 0,-1 1 0 0 0,0 0 0 0 0,1-1 0 0 0,-1 1 0 0 0,1-1 0 0 0,-1 0 1 0 0,1 1-1 0 0,1-1 0 0 0,5 1-368 0 0,0-1 1 0 0,0 0-1 0 0,-1 0 1 0 0,12-3 0 0 0,0 2 236 0 0,0 0 0 0 0,0 2 0 0 0,-1 0 0 0 0,1 1 0 0 0,29 6 0 0 0,-45-7 183 0 0,14 2-13 0 0,-11-3 60 0 0</inkml:trace>
</inkml:ink>
</file>

<file path=ppt/ink/ink2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5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2 1840 0 0,'-3'0'210'0'0,"1"-1"0"0"0,0 1-1 0 0,0 0 1 0 0,0 0 0 0 0,-1-1-1 0 0,1 1 1 0 0,0 1 0 0 0,0-1-1 0 0,-1 0 1 0 0,1 0 0 0 0,0 1-1 0 0,0 0 1 0 0,0-1 0 0 0,0 1-1 0 0,0 0 1 0 0,0 0 0 0 0,0 0-1 0 0,0 0 1 0 0,0 0 0 0 0,0 0-1 0 0,0 1 1 0 0,1-1 0 0 0,-1 1-1 0 0,0-1 1 0 0,1 1 0 0 0,-1 0-1 0 0,1 0 1 0 0,0-1-1 0 0,0 1 1 0 0,-1 0 0 0 0,1 0-1 0 0,0 0 1 0 0,-1 4 0 0 0,-1 2 620 0 0,0 1 0 0 0,0-1 0 0 0,0 1 0 0 0,1-1 0 0 0,0 1 0 0 0,1 0 0 0 0,-1 14 0 0 0,-13 159 1549 0 0,-1 2-2080 0 0,35 76 413 0 0,-2-37-43 0 0,-16-196-551 0 0,-2 0 0 0 0,-5 32 0 0 0,5-50-29 0 0,-1 1 1 0 0,0-1-1 0 0,-1 0 1 0 0,1 0-1 0 0,-2 0 1 0 0,1-1-1 0 0,-2 1 1 0 0,1-1-1 0 0,-11 15 0 0 0,14-22-101 0 0,0 1-1 0 0,0-1 0 0 0,0 0 0 0 0,0 0 0 0 0,0 0 0 0 0,0 0 1 0 0,-1 0-1 0 0,1 0 0 0 0,0 0 0 0 0,-1 0 0 0 0,1 0 0 0 0,0-1 0 0 0,-1 1 1 0 0,-1 0-1 0 0,-8-4-3361 0 0</inkml:trace>
</inkml:ink>
</file>

<file path=ppt/ink/ink2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6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0 453 6793 0 0,'0'0'507'0'0,"21"-8"1538"0"0,24-1-1222 0 0,0 2-1 0 0,0 2 1 0 0,48 1 0 0 0,146 13 1006 0 0,-25-1-1639 0 0,204 23 1708 0 0,-389-28-1958 0 0,49-3-1 0 0,-57-2 1 0 0,0 2 0 0 0,0 1 0 0 0,0 0 0 0 0,41 9-1 0 0,-52-5-164 0 0,-10-4 207 0 0,0-1 0 0 0,1 1-1 0 0,-1-1 1 0 0,1 1 0 0 0,-1-1-1 0 0,0 0 1 0 0,1 1-1 0 0,-1-1 1 0 0,1 0 0 0 0,-1 0-1 0 0,1 1 1 0 0,-1-1-1 0 0,1 0 1 0 0,-1 0 0 0 0,1 0-1 0 0,-1 1 1 0 0,1-1 0 0 0,-1 0-1 0 0,1 0 1 0 0,-1 0-1 0 0,1 0 1 0 0,0 0 0 0 0,-1 0-1 0 0,1 0 1 0 0,-1 0 0 0 0,1 0-1 0 0,-1-1 1 0 0,1 1-1 0 0,-1 0 1 0 0,1 0 0 0 0,-1 0-1 0 0,1-1 1 0 0,-1 1 0 0 0,1 0-1 0 0,-1 0 1 0 0,1-1-1 0 0,-1 1 1 0 0,1 0 0 0 0,0-1-1 0 0,7-7-208 0 0,0 1 0 0 0,1 0-1 0 0,18-11 1 0 0,-17 12 80 0 0,0 0 0 0 0,-1 0 0 0 0,0-1 0 0 0,-1-1-1 0 0,0 1 1 0 0,8-10 0 0 0,17-29-135 0 0,-2-2 0 0 0,36-77-1 0 0,-61 113 355 0 0,0 2-1 0 0,1-1 0 0 0,12-15 1 0 0,-17 24-51 0 0,1-1 0 0 0,-1 1 0 0 0,1-1 0 0 0,-1 1 0 0 0,1 0 0 0 0,0 0 0 0 0,0 0 0 0 0,4-2 0 0 0,-6 4 2 0 0,1 0 0 0 0,-1-1 0 0 0,0 1 0 0 0,0 0 1 0 0,1-1-1 0 0,-1 1 0 0 0,0 0 0 0 0,0 0 0 0 0,1 0 0 0 0,-1 0 0 0 0,0 0 1 0 0,1 0-1 0 0,-1 1 0 0 0,0-1 0 0 0,0 0 0 0 0,1 1 0 0 0,-1-1 0 0 0,0 1 1 0 0,0-1-1 0 0,0 1 0 0 0,0-1 0 0 0,2 2 0 0 0,-1 0 53 0 0,-1-1-1 0 0,1 1 0 0 0,0 0 1 0 0,-1 0-1 0 0,1 0 0 0 0,-1 0 1 0 0,0 1-1 0 0,0-1 0 0 0,0 0 1 0 0,0 0-1 0 0,0 1 0 0 0,1 4 1 0 0,5 35 641 0 0,-4-23-373 0 0,-1-4-142 0 0,1 1 1 0 0,1-1 0 0 0,1 0-1 0 0,0-1 1 0 0,0 1 0 0 0,1-1 0 0 0,1 0-1 0 0,1 0 1 0 0,0-1 0 0 0,1 0-1 0 0,0 0 1 0 0,0-1 0 0 0,2 0 0 0 0,-1-1-1 0 0,16 12 1 0 0,-24-22-164 0 0,-1 1-1 0 0,1-1 1 0 0,0 0-1 0 0,0 0 1 0 0,-1 0 0 0 0,1-1-1 0 0,0 1 1 0 0,0 0 0 0 0,0-1-1 0 0,0 1 1 0 0,0-1-1 0 0,0 1 1 0 0,0-1 0 0 0,0 0-1 0 0,0 0 1 0 0,0 0-1 0 0,0 0 1 0 0,0 0 0 0 0,0-1-1 0 0,-1 1 1 0 0,4-1 0 0 0,-2-1-32 0 0,0 1 1 0 0,1-1 0 0 0,-1 0-1 0 0,0 0 1 0 0,0 0 0 0 0,0-1-1 0 0,-1 1 1 0 0,1-1 0 0 0,0 1-1 0 0,3-7 1 0 0,5-6-213 0 0,-2-1 0 0 0,0 0-1 0 0,12-30 1 0 0,-17 37 101 0 0,8-20-279 0 0,-3 5 230 0 0,1 0-1 0 0,1 0 1 0 0,1 1-1 0 0,1 0 1 0 0,1 1-1 0 0,27-31 1 0 0,-40 52 148 0 0,0-1 1 0 0,0 1-1 0 0,0 0 1 0 0,0 0 0 0 0,1-1-1 0 0,-1 1 1 0 0,0 0-1 0 0,1 0 1 0 0,-1 0-1 0 0,0 0 1 0 0,1 1 0 0 0,0-1-1 0 0,-1 0 1 0 0,1 1-1 0 0,-1-1 1 0 0,1 1 0 0 0,0-1-1 0 0,-1 1 1 0 0,1 0-1 0 0,0-1 1 0 0,-1 1-1 0 0,1 0 1 0 0,0 0 0 0 0,0 1-1 0 0,-1-1 1 0 0,1 0-1 0 0,0 0 1 0 0,-1 1-1 0 0,1-1 1 0 0,0 1 0 0 0,-1-1-1 0 0,1 1 1 0 0,-1 0-1 0 0,1 0 1 0 0,-1 0 0 0 0,1 0-1 0 0,-1 0 1 0 0,0 0-1 0 0,1 0 1 0 0,-1 0-1 0 0,0 0 1 0 0,0 1 0 0 0,0-1-1 0 0,2 2 1 0 0,4 9 202 0 0,0 0 0 0 0,0 0 0 0 0,-2 0 0 0 0,9 24 1 0 0,-4-11 85 0 0,40 73 33 0 0,7 19-262 0 0,-57-123 11 0 0,0 1 0 0 0,0 0-1 0 0,1-1 1 0 0,-1 1 0 0 0,1 0 0 0 0,0 0 0 0 0,3-6-1 0 0,14-56-1146 0 0,-14 56 1045 0 0,2-11-181 0 0,7-24-99 0 0,2 1 0 0 0,1 1 0 0 0,23-43 0 0 0,-38 85 269 0 0,0 1 1 0 0,0-1-1 0 0,-1 1 1 0 0,1-1 0 0 0,1 1-1 0 0,-1-1 1 0 0,0 1 0 0 0,0-1-1 0 0,0 1 1 0 0,1 0 0 0 0,-1 0-1 0 0,0 0 1 0 0,1-1-1 0 0,0 1 1 0 0,-1 1 0 0 0,1-1-1 0 0,-1 0 1 0 0,1 0 0 0 0,0 1-1 0 0,0-1 1 0 0,-1 1-1 0 0,1-1 1 0 0,0 1 0 0 0,3-1-1 0 0,-3 2 32 0 0,0-1-1 0 0,-1 1 1 0 0,1 0 0 0 0,0-1-1 0 0,-1 1 1 0 0,1 0-1 0 0,-1 0 1 0 0,1 0-1 0 0,-1 0 1 0 0,0 0 0 0 0,1 1-1 0 0,-1-1 1 0 0,0 0-1 0 0,0 1 1 0 0,0-1-1 0 0,0 1 1 0 0,0-1 0 0 0,0 1-1 0 0,0-1 1 0 0,0 1-1 0 0,-1 0 1 0 0,1-1-1 0 0,0 1 1 0 0,-1 0 0 0 0,1 1-1 0 0,61 307 2672 0 0,-52-248-2571 0 0,-8-44-58 0 0,-2-14-22 0 0,0 0 0 0 0,0 0-1 0 0,1 0 1 0 0,0 0-1 0 0,-1 0 1 0 0,3 5 0 0 0</inkml:trace>
</inkml:ink>
</file>

<file path=ppt/ink/ink2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7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0 186 9674 0 0,'4'-3'240'0'0,"0"0"0"0"0,0 1 0 0 0,0-1 0 0 0,1 1 0 0 0,-1 0 0 0 0,7-2 0 0 0,-7 2-130 0 0,39-16 249 0 0,1 3-1 0 0,86-20 1 0 0,97 2 2383 0 0,61 25 339 0 0,-9 0-1473 0 0,-224 4-1539 0 0,101-13-1386 0 0,-123 12-1539 0 0,34-11 0 0 0,-52 11-2009 0 0</inkml:trace>
</inkml:ink>
</file>

<file path=ppt/ink/ink2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2761 0 0,'5'124'7080'0'0,"0"61"-5198"0"0,4 143 350 0 0,-1 37-432 0 0,-11-315-1608 0 0,3 0 0 0 0,2 1 0 0 0,16 97 1 0 0,-13-131-1856 0 0</inkml:trace>
</inkml:ink>
</file>

<file path=ppt/ink/ink2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0 6913 0 0,'-3'2'-119'0'0,"-1"0"0"0"0,1 1-1 0 0,-1-1 1 0 0,1 1 0 0 0,0-1-1 0 0,-1 1 1 0 0,2 0-1 0 0,-1 0 1 0 0,0 1 0 0 0,-4 5-1 0 0,7-8 53 0 0,0 0-1 0 0,-1 0 0 0 0,1-1 1 0 0,-1 1-1 0 0,1 0 1 0 0,0 0-1 0 0,0 0 1 0 0,-1 0-1 0 0,1 0 1 0 0,0 0-1 0 0,0 0 0 0 0,0 0 1 0 0,0 0-1 0 0,0 0 1 0 0,0 0-1 0 0,0 0 1 0 0,1 0-1 0 0,-1 0 1 0 0,1 2-1 0 0,0-2 123 0 0,-1 0 0 0 0,1 0-1 0 0,0 0 1 0 0,1 1 0 0 0,-1-1 0 0 0,0 0-1 0 0,0-1 1 0 0,0 1 0 0 0,1 0 0 0 0,-1 0-1 0 0,0 0 1 0 0,1-1 0 0 0,-1 1-1 0 0,0-1 1 0 0,1 1 0 0 0,-1-1 0 0 0,3 1-1 0 0,16 2 570 0 0,0 0 0 0 0,0-2-1 0 0,0 0 1 0 0,0-1-1 0 0,23-4 1 0 0,7 1 514 0 0,-14 2-202 0 0,-1-1-522 0 0,45 4 1 0 0,-71-2-479 0 0,0 2-1 0 0,0-1 1 0 0,0 1 0 0 0,0 0-1 0 0,-1 1 1 0 0,1 0 0 0 0,-1 0 0 0 0,1 1-1 0 0,-1 0 1 0 0,9 6 0 0 0,-16-9 38 0 0,0 0 0 0 0,1 0 0 0 0,-1 0 0 0 0,0 0 0 0 0,0 0 0 0 0,0 0 0 0 0,1 1 0 0 0,-1-1 0 0 0,0 0 0 0 0,-1 1 0 0 0,1-1 0 0 0,0 1 0 0 0,0-1 0 0 0,-1 1 0 0 0,1 0 0 0 0,-1-1 0 0 0,1 1 0 0 0,-1-1 0 0 0,0 1 0 0 0,1 0 0 0 0,-1 0 0 0 0,0-1 0 0 0,0 4 0 0 0,-1-1 1 0 0,0 0-1 0 0,0-1 0 0 0,0 1 0 0 0,-1-1 1 0 0,1 1-1 0 0,-1-1 0 0 0,0 1 0 0 0,0-1 1 0 0,0 0-1 0 0,-4 4 0 0 0,-5 5 32 0 0,0 0 1 0 0,-2 0-1 0 0,-23 17 0 0 0,-40 20 734 0 0,56-38-539 0 0,1 1 0 0 0,0 0 0 0 0,1 2-1 0 0,0 0 1 0 0,-29 31 0 0 0,46-44-201 0 0,0 0 0 0 0,1-1 1 0 0,-1 1-1 0 0,0-1 0 0 0,1 1 1 0 0,-1 0-1 0 0,1 0 1 0 0,-1-1-1 0 0,1 1 0 0 0,0 0 1 0 0,-1 0-1 0 0,1 0 0 0 0,0 0 1 0 0,-1-1-1 0 0,1 1 1 0 0,0 0-1 0 0,0 0 0 0 0,0 0 1 0 0,0 0-1 0 0,0 0 0 0 0,0 0 1 0 0,0 0-1 0 0,0 0 0 0 0,0-1 1 0 0,0 2-1 0 0,1-1-19 0 0,0 0 0 0 0,0-1 0 0 0,-1 1 0 0 0,1 0 0 0 0,0-1 0 0 0,0 1 0 0 0,0-1 1 0 0,0 1-1 0 0,0-1 0 0 0,0 0 0 0 0,0 1 0 0 0,0-1 0 0 0,0 0 0 0 0,0 0 0 0 0,0 0 0 0 0,0 0 0 0 0,0 0 0 0 0,1 0 0 0 0,10 0-235 0 0,1-1 0 0 0,20-5 0 0 0,-26 5 240 0 0,14-3-105 0 0,-13 2 267 0 0,0 0 1 0 0,0 0-1 0 0,0 1 0 0 0,0 0 0 0 0,0 1 0 0 0,12 0 1 0 0,-20 1-132 0 0,0-1 1 0 0,1 0 0 0 0,-1 0-1 0 0,0 1 1 0 0,0-1 0 0 0,1 0-1 0 0,-1 1 1 0 0,0-1 0 0 0,0 0-1 0 0,0 1 1 0 0,1-1 0 0 0,-1 0-1 0 0,0 1 1 0 0,0-1 0 0 0,0 1-1 0 0,0-1 1 0 0,0 0 0 0 0,0 1 0 0 0,0-1-1 0 0,0 1 1 0 0,0-1 0 0 0,0 0-1 0 0,0 1 1 0 0,0-1 0 0 0,0 1-1 0 0,0-1 1 0 0,0 0 0 0 0,0 1-1 0 0,-1-1 1 0 0,1 0 0 0 0,0 1-1 0 0,0-1 1 0 0,0 0 0 0 0,-1 1-1 0 0,1-1 1 0 0,0 0 0 0 0,0 1-1 0 0,-1-1 1 0 0,1 0 0 0 0,0 0-1 0 0,0 1 1 0 0,-1-1 0 0 0,1 0 0 0 0,0 0-1 0 0,-1 0 1 0 0,0 1 0 0 0,-13 15 235 0 0,-55 40-391 0 0,-18 16-150 0 0,79-64 337 0 0,0 0 0 0 0,0 1-1 0 0,1 0 1 0 0,0 1 0 0 0,0-1-1 0 0,1 1 1 0 0,-5 13 0 0 0,9-20-52 0 0,1-1 1 0 0,0 1-1 0 0,0-1 0 0 0,0 1 1 0 0,0-1-1 0 0,1 1 0 0 0,-1 0 1 0 0,1-1-1 0 0,0 1 1 0 0,0 0-1 0 0,0-1 0 0 0,0 1 1 0 0,0 0-1 0 0,0-1 0 0 0,1 1 1 0 0,-1 0-1 0 0,1-1 1 0 0,0 1-1 0 0,-1 0 0 0 0,1-1 1 0 0,2 4-1 0 0,-1-4-37 0 0,0 0 0 0 0,0 0 0 0 0,0 0-1 0 0,1-1 1 0 0,-1 1 0 0 0,0-1 0 0 0,1 1 0 0 0,-1-1-1 0 0,1 0 1 0 0,-1 0 0 0 0,1 0 0 0 0,0 0 0 0 0,0 0 0 0 0,-1 0-1 0 0,1-1 1 0 0,0 0 0 0 0,0 1 0 0 0,0-1 0 0 0,-1 0-1 0 0,4-1 1 0 0,44 0-276 0 0,-27-1 549 0 0,-1 2-1 0 0,0 0 0 0 0,32 5 0 0 0,-48-4-248 0 0,0 0 1 0 0,0 1-1 0 0,0-1 0 0 0,-1 1 1 0 0,1 1-1 0 0,-1-1 0 0 0,1 1 1 0 0,-1 0-1 0 0,0 0 0 0 0,0 0 1 0 0,0 1-1 0 0,-1 0 0 0 0,1 0 1 0 0,-1 0-1 0 0,0 0 0 0 0,0 1 1 0 0,5 7-1 0 0,-8-11-54 0 0,0 0 1 0 0,-1 1-1 0 0,1-1 1 0 0,0 0-1 0 0,-1 0 1 0 0,1 0-1 0 0,-1 0 1 0 0,1 1-1 0 0,-1-1 1 0 0,0 0-1 0 0,1 0 1 0 0,-1 1-1 0 0,0-1 1 0 0,0 0-1 0 0,0 1 1 0 0,0-1-1 0 0,0 0 1 0 0,0 0-1 0 0,0 1 1 0 0,0-1-1 0 0,-1 0 1 0 0,1 1-1 0 0,-1-1 1 0 0,1 0-1 0 0,-1 0 0 0 0,1 0 1 0 0,-1 1-1 0 0,1-1 1 0 0,-1 0-1 0 0,0 0 1 0 0,0 0-1 0 0,0 0 1 0 0,1 0-1 0 0,-1 0 1 0 0,0 0-1 0 0,0-1 1 0 0,0 1-1 0 0,-3 1 1 0 0</inkml:trace>
</inkml:ink>
</file>

<file path=ppt/ink/ink2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9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 8754 0 0,'0'0'30'0'0,"-1"0"0"0"0,1 0 0 0 0,-1 0 0 0 0,1 0 1 0 0,0 0-1 0 0,-1 0 0 0 0,1 0 0 0 0,0 0 0 0 0,-1 0 0 0 0,1 0 1 0 0,-1 0-1 0 0,1 0 0 0 0,0 0 0 0 0,-1 0 0 0 0,1 0 0 0 0,0 1 0 0 0,-1-1 1 0 0,1 0-1 0 0,0 0 0 0 0,-1 0 0 0 0,1 0 0 0 0,0 1 0 0 0,-1-1 1 0 0,1 0-1 0 0,0 1 0 0 0,0-1 0 0 0,-1 0 0 0 0,1 1 0 0 0,-4 4 129 0 0,6-1 584 0 0,1 9 291 0 0,0-1 0 0 0,0 0 1 0 0,-1 0-1 0 0,0 26 0 0 0,6 284 1221 0 0,7-106-1483 0 0,1 26-407 0 0,-30 233 1408 0 0,13-466-1717 0 0,0-1 1 0 0,-1 1-1 0 0,1-1 1 0 0,-5 13-1 0 0,4-15-44 0 0,0 0-1 0 0,0 0 1 0 0,1 0-1 0 0,-1 1 1 0 0,2-1 0 0 0,-1 1-1 0 0,1-1 1 0 0,0 13 0 0 0,1-18-56 0 0,-1 0 0 0 0,0 1 0 0 0,0-1 0 0 0,1 0 0 0 0,-1 0 1 0 0,1 0-1 0 0,-1 0 0 0 0,1 0 0 0 0,-1 0 0 0 0,1 0 1 0 0,0 0-1 0 0,-1 0 0 0 0,1-1 0 0 0,0 1 0 0 0,0 0 0 0 0,1 1 1 0 0,3 2-1018 0 0,-5-3 1037 0 0,0-1 77 0 0,0 2-48 0 0,1-1-1 0 0,0 1 1 0 0,0-1-1 0 0,-1 1 1 0 0,1-1 0 0 0,0 0-1 0 0,0 1 1 0 0,0-1-1 0 0,0 0 1 0 0,0 0 0 0 0,1 0-1 0 0,0 1 1 0 0,0 0-1 0 0,4 7-78 0 0,-1 0 0 0 0,0 1-1 0 0,-1-1 1 0 0,0 1 0 0 0,0 0-1 0 0,3 15 1 0 0,-3-11 274 0 0,-2-4 37 0 0,1 0-1 0 0,-2 1 0 0 0,1-1 1 0 0,-1 16-1 0 0,-3 9-2404 0 0,-5 37-1 0 0,0-16-725 0 0,6-32 2221 0 0,2-12 102 0 0</inkml:trace>
</inkml:ink>
</file>

<file path=ppt/ink/ink2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1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4 466 7370 0 0,'0'1'25'0'0,"0"-1"1"0"0,0 0 0 0 0,0 0 0 0 0,-1 0 0 0 0,1 0 0 0 0,0 0 0 0 0,0 0 0 0 0,0 0-1 0 0,0 0 1 0 0,0 0 0 0 0,0 0 0 0 0,0 0 0 0 0,-1-1 0 0 0,1 1 0 0 0,0 0 0 0 0,0 0 0 0 0,0 0-1 0 0,0 0 1 0 0,0 0 0 0 0,0 0 0 0 0,0 0 0 0 0,0 0 0 0 0,-1 0 0 0 0,1 0 0 0 0,0 0-1 0 0,0 0 1 0 0,0 0 0 0 0,0-1 0 0 0,0 1 0 0 0,0 0 0 0 0,0 0 0 0 0,0 0 0 0 0,0 0-1 0 0,0 0 1 0 0,0 0 0 0 0,0 0 0 0 0,0 0 0 0 0,0-1 0 0 0,0 1 0 0 0,0 0 0 0 0,0 0-1 0 0,0 0 1 0 0,0 0 0 0 0,0 0 0 0 0,0 0 0 0 0,0 0 0 0 0,0-1 0 0 0,0 1 0 0 0,0 0 0 0 0,0 0-1 0 0,0 0 1 0 0,0 0 0 0 0,0 0 0 0 0,0 0 0 0 0,0 0 0 0 0,0-1 0 0 0,0 1 0 0 0,0 0-1 0 0,0 0 1 0 0,0 0 0 0 0,1 0 0 0 0,14-7-27 0 0,17 3 629 0 0,1 2 1 0 0,0 1 0 0 0,39 3-1 0 0,31 1 1352 0 0,53-9 312 0 0,210 1-274 0 0,-266 7-1736 0 0,0-5-1 0 0,151-24 0 0 0,-240 25-347 0 0,0 0-23 0 0,1 0 1 0 0,0 0-1 0 0,0 1 1 0 0,0 0-1 0 0,0 1 1 0 0,0 0-1 0 0,0 1 1 0 0,20 5-1 0 0,-31-6 31 0 0,-1 0 0 0 0,1 0 0 0 0,-1 0-1 0 0,0 0 1 0 0,1 1 0 0 0,-1-1-1 0 0,1 0 1 0 0,-1 0 0 0 0,1 1-1 0 0,-1-1 1 0 0,0 0 0 0 0,1 1-1 0 0,-1-1 1 0 0,0 0 0 0 0,1 1-1 0 0,-1-1 1 0 0,0 1 0 0 0,1-1-1 0 0,-1 0 1 0 0,0 1 0 0 0,0-1-1 0 0,0 1 1 0 0,1-1 0 0 0,-1 1 0 0 0,0-1-1 0 0,0 1 1 0 0,0-1 0 0 0,0 1-1 0 0,0-1 1 0 0,0 1 0 0 0,0-1-1 0 0,0 1 1 0 0,0-1 0 0 0,0 1-1 0 0,0-1 1 0 0,0 1 0 0 0,-10 16-2727 0 0,10-10 6036 0 0,41-16-2789 0 0,1 2 0 0 0,57-2 0 0 0,88 6 1752 0 0,-130 4-1949 0 0,21 2-337 0 0,-68-6-331 0 0,-17-4-371 0 0,6 7 723 0 0,-1-1-1 0 0,1 0 1 0 0,0 1 0 0 0,0-1 0 0 0,0 0-1 0 0,0 0 1 0 0,1 0 0 0 0,-1 0 0 0 0,0 0-1 0 0,0 0 1 0 0,1 0 0 0 0,-1 0 0 0 0,0 0 0 0 0,1 0-1 0 0,-1 0 1 0 0,0-2 0 0 0,5-53 42 0 0,2 0 1 0 0,3 0 0 0 0,21-72-1 0 0,-30 126 26 0 0,1 0-1 0 0,-1 0 1 0 0,1 0-1 0 0,0 0 0 0 0,-1 0 1 0 0,1 0-1 0 0,0 0 1 0 0,0 1-1 0 0,0-1 0 0 0,0 0 1 0 0,0 0-1 0 0,3-2 1 0 0,-4 4-22 0 0,0 0 1 0 0,1 0-1 0 0,-1 0 1 0 0,0 0-1 0 0,0 0 1 0 0,0 0-1 0 0,1 0 1 0 0,-1 0 0 0 0,0 0-1 0 0,0 0 1 0 0,0 0-1 0 0,1 0 1 0 0,-1 0-1 0 0,0 0 1 0 0,0 0-1 0 0,0 0 1 0 0,1 0 0 0 0,-1 0-1 0 0,0 0 1 0 0,0 0-1 0 0,0 0 1 0 0,0 1-1 0 0,1-1 1 0 0,-1 0-1 0 0,0 0 1 0 0,0 0 0 0 0,0 0-1 0 0,0 0 1 0 0,1 1-1 0 0,-1-1 1 0 0,0 0-1 0 0,0 0 1 0 0,0 0-1 0 0,0 0 1 0 0,0 1 0 0 0,0-1-1 0 0,0 0 1 0 0,6 19-187 0 0,7 128 693 0 0,-10-92-167 0 0,2-1 1 0 0,14 61-1 0 0,-15-99-319 0 0,0-1 0 0 0,1 0 0 0 0,1 0 0 0 0,0 0 0 0 0,12 18 0 0 0,-18-32-13 0 0,0-1-1 0 0,1 0 1 0 0,-1 0-1 0 0,0 1 1 0 0,0-1-1 0 0,0 0 1 0 0,1 0-1 0 0,-1 1 1 0 0,0-1 0 0 0,0 0-1 0 0,1 0 1 0 0,-1 0-1 0 0,0 1 1 0 0,0-1-1 0 0,1 0 1 0 0,-1 0-1 0 0,0 0 1 0 0,0 0-1 0 0,1 0 1 0 0,-1 0-1 0 0,0 0 1 0 0,1 0 0 0 0,-1 0-1 0 0,0 0 1 0 0,1 0-1 0 0,-1 0 1 0 0,0 0-1 0 0,1 0 1 0 0,-1 0-1 0 0,0 0 1 0 0,1 0-1 0 0,-1 0 1 0 0,0 0-1 0 0,0 0 1 0 0,1 0 0 0 0,-1-1-1 0 0,11-11 211 0 0,3-18 154 0 0,-14 29-365 0 0,60-203-513 0 0,-8 18-111 0 0,-45 167 579 0 0,19-49 1 0 0,-23 62-6 0 0,0 0 1 0 0,0 0-1 0 0,0 1 1 0 0,1-1-1 0 0,0 1 1 0 0,0 0-1 0 0,1 0 1 0 0,6-7 0 0 0,-10 12 39 0 0,-1 0-1 0 0,1-1 1 0 0,-1 1 0 0 0,1-1 0 0 0,-1 1 0 0 0,1 0 0 0 0,0-1 0 0 0,-1 1 0 0 0,1 0 0 0 0,0 0 0 0 0,-1 0 0 0 0,1-1 0 0 0,0 1 0 0 0,-1 0 0 0 0,1 0 0 0 0,0 0 0 0 0,-1 0 0 0 0,1 0 0 0 0,0 0 0 0 0,-1 0 0 0 0,1 0 0 0 0,0 0-1 0 0,-1 1 1 0 0,1-1 0 0 0,0 0 0 0 0,-1 0 0 0 0,1 1 0 0 0,0-1 0 0 0,-1 0 0 0 0,1 1 0 0 0,-1-1 0 0 0,1 0 0 0 0,-1 1 0 0 0,1-1 0 0 0,-1 1 0 0 0,1-1 0 0 0,-1 1 0 0 0,1-1 0 0 0,-1 1 0 0 0,0 0 0 0 0,1-1 0 0 0,-1 1 0 0 0,0-1 0 0 0,1 1-1 0 0,-1 0 1 0 0,0-1 0 0 0,0 1 0 0 0,1 1 0 0 0,9 38 457 0 0,-8-32-237 0 0,17 104 363 0 0,14 57 177 0 0,-28-148-745 0 0,-4-14 5 0 0,1 0 1 0 0,-1 0 0 0 0,1 0 0 0 0,0 0 0 0 0,1-1-1 0 0,0 1 1 0 0,0-1 0 0 0,0 0 0 0 0,1 0 0 0 0,-1 0-1 0 0,7 6 1 0 0,-9-11 2 0 0,0-1-1 0 0,1 1 0 0 0,-1-1 0 0 0,0 1 1 0 0,0-1-1 0 0,1 0 0 0 0,-1 0 1 0 0,0 0-1 0 0,1 0 0 0 0,-1 0 1 0 0,0 0-1 0 0,1 0 0 0 0,-1 0 0 0 0,0 0 1 0 0,1-1-1 0 0,-1 1 0 0 0,0 0 1 0 0,0-1-1 0 0,1 1 0 0 0,-1-1 1 0 0,0 0-1 0 0,0 1 0 0 0,0-1 0 0 0,0 0 1 0 0,0 0-1 0 0,0 1 0 0 0,0-1 1 0 0,0 0-1 0 0,0 0 0 0 0,1-2 1 0 0,29-32-920 0 0,-30 33 846 0 0,61-98-1422 0 0,-2 2 1378 0 0,-52 87 128 0 0,0 1 0 0 0,1-1 0 0 0,0 2 0 0 0,1-1 1 0 0,-1 1-1 0 0,15-9 0 0 0,-22 16-25 0 0,0 1 0 0 0,0-1 0 0 0,0 1 0 0 0,0 0 0 0 0,0 0 0 0 0,0 0 0 0 0,0 0 0 0 0,0 0 0 0 0,0 0 0 0 0,0 1 0 0 0,0-1 0 0 0,0 1 0 0 0,1 0 0 0 0,-1-1 1 0 0,0 1-1 0 0,0 0 0 0 0,1 0 0 0 0,-1 0 0 0 0,0 0 0 0 0,0 1 0 0 0,1-1 0 0 0,-1 1 0 0 0,0-1 0 0 0,0 1 0 0 0,0 0 0 0 0,0 0 0 0 0,0 0 0 0 0,0 0 0 0 0,0 0 0 0 0,0 0 0 0 0,0 1 0 0 0,0-1 0 0 0,-1 1 0 0 0,1-1 0 0 0,0 1 0 0 0,-1-1 1 0 0,0 1-1 0 0,3 3 0 0 0,3 8 157 0 0,0 0 1 0 0,0 0-1 0 0,-1 1 1 0 0,-1 0 0 0 0,4 15-1 0 0,5 12 403 0 0,-3-16-345 0 0,1 0 1 0 0,2-1-1 0 0,0 0 1 0 0,34 43-1 0 0,-47-66-227 0 0,0 0-1 0 0,0 0 0 0 0,0 0 1 0 0,0 0-1 0 0,0 0 0 0 0,0-1 0 0 0,0 1 1 0 0,0 0-1 0 0,1-1 0 0 0,-1 1 0 0 0,0 0 1 0 0,0-1-1 0 0,1 1 0 0 0,-1-1 1 0 0,0 0-1 0 0,1 1 0 0 0,-1-1 0 0 0,0 0 1 0 0,1 0-1 0 0,-1 0 0 0 0,0 0 0 0 0,1 0 1 0 0,1 0-1 0 0,0-1-51 0 0,0 0 1 0 0,0 0-1 0 0,-1-1 0 0 0,1 1 1 0 0,-1 0-1 0 0,1-1 0 0 0,-1 0 1 0 0,1 1-1 0 0,-1-1 0 0 0,3-4 1 0 0,4-3-260 0 0,-1-1 0 0 0,0 0 0 0 0,12-23 0 0 0,-11 14-407 0 0,0 0 0 0 0,-2-1 0 0 0,0-1 0 0 0,4-23 0 0 0,-5 21-715 0 0,0 1 0 0 0,19-43 0 0 0,-25 64 1331 0 0,0 1-1 0 0,0-1 1 0 0,1 0 0 0 0,-1 0-1 0 0,0 1 1 0 0,1-1-1 0 0,-1 0 1 0 0,0 1 0 0 0,1-1-1 0 0,-1 0 1 0 0,1 1-1 0 0,-1-1 1 0 0,1 1 0 0 0,0-1-1 0 0,-1 1 1 0 0,1-1-1 0 0,-1 1 1 0 0,1-1 0 0 0,0 1-1 0 0,-1-1 1 0 0,1 1-1 0 0,0 0 1 0 0,0 0-1 0 0,-1-1 1 0 0,1 1 0 0 0,0 0-1 0 0,1 0 1 0 0</inkml:trace>
</inkml:ink>
</file>

<file path=ppt/ink/ink2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2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10138 0 0,'273'4'7026'0'0,"63"7"-3330"0"0,-170 3-3018 0 0,-65-4-332 0 0,144-3 0 0 0,-202-9-214 0 0,-8 2-198 0 0,0-3 1 0 0,0 0 0 0 0,61-15 0 0 0,-86 14-1629 0 0</inkml:trace>
</inkml:ink>
</file>

<file path=ppt/ink/ink2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3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7 202 2761 0 0,'-1'-2'182'0'0,"0"0"1"0"0,0-1-1 0 0,0 1 1 0 0,1-1-1 0 0,-1 1 1 0 0,1-1-1 0 0,-1 1 1 0 0,1-1-1 0 0,0 1 1 0 0,0-1-1 0 0,0 1 1 0 0,0-1-1 0 0,0 0 1 0 0,1 1-1 0 0,-1-1 1 0 0,1 1-1 0 0,1-4 1 0 0,20-46 1568 0 0,-16 39-1114 0 0,5-19 356 0 0,-10 26-585 0 0,1 0 1 0 0,0 0-1 0 0,0 0 1 0 0,1 0-1 0 0,-1 1 0 0 0,1-1 1 0 0,0 1-1 0 0,5-6 1 0 0,-9 36 692 0 0,-1 56 148 0 0,16 149-1 0 0,-1-52-607 0 0,-8-44-448 0 0,-2 7 217 0 0,35 227 1 0 0,18-147 375 0 0,-7-29 475 0 0,-21-38-1428 0 0</inkml:trace>
</inkml:ink>
</file>

<file path=ppt/ink/ink2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4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0 6913 0 0,'-2'1'10'0'0,"-1"-1"0"0"0,1 0-1 0 0,0 1 1 0 0,0 0-1 0 0,-1 0 1 0 0,1-1-1 0 0,0 1 1 0 0,0 1-1 0 0,0-1 1 0 0,0 0-1 0 0,0 0 1 0 0,0 1-1 0 0,0-1 1 0 0,1 1-1 0 0,-1 0 1 0 0,1-1-1 0 0,-1 1 1 0 0,1 0-1 0 0,-1 0 1 0 0,-1 4 0 0 0,3-6 1 0 0,1 1 0 0 0,-1-1 0 0 0,0 1 0 0 0,1-1 0 0 0,-1 1 0 0 0,0-1 0 0 0,1 0 0 0 0,-1 1 0 0 0,1-1 0 0 0,-1 1 0 0 0,1-1 0 0 0,-1 0 0 0 0,1 0 0 0 0,-1 1 0 0 0,1-1 0 0 0,-1 0 0 0 0,1 0 0 0 0,-1 1 0 0 0,1-1 0 0 0,0 0 0 0 0,-1 0 0 0 0,1 0 0 0 0,-1 0 0 0 0,1 0 0 0 0,-1 0 0 0 0,1 0 0 0 0,1 0 0 0 0,21 0 550 0 0,-19 0-417 0 0,48-1 2250 0 0,78 3-314 0 0,-113-1-2081 0 0,-1 1 1 0 0,0 1 0 0 0,-1 1 0 0 0,1 0 0 0 0,27 11 0 0 0,-42-15 7 0 0,0 0-1 0 0,0 0 1 0 0,-1 0-1 0 0,1 1 1 0 0,0-1-1 0 0,-1 0 1 0 0,1 0-1 0 0,0 1 1 0 0,-1-1 0 0 0,1 0-1 0 0,0 1 1 0 0,-1-1-1 0 0,1 1 1 0 0,0-1-1 0 0,-1 1 1 0 0,1-1-1 0 0,-1 1 1 0 0,1-1 0 0 0,-1 1-1 0 0,1 0 1 0 0,-1-1-1 0 0,0 1 1 0 0,1 0-1 0 0,-1-1 1 0 0,0 1-1 0 0,1 0 1 0 0,-1-1-1 0 0,0 1 1 0 0,0 0 0 0 0,0 0-1 0 0,0-1 1 0 0,0 1-1 0 0,0 0 1 0 0,0 0-1 0 0,0-1 1 0 0,0 1-1 0 0,0 0 1 0 0,0 0 0 0 0,0-1-1 0 0,0 1 1 0 0,-1 0-1 0 0,1-1 1 0 0,0 1-1 0 0,0 0 1 0 0,-1-1-1 0 0,1 1 1 0 0,-1 0 0 0 0,1-1-1 0 0,0 1 1 0 0,-1 0-1 0 0,1-1 1 0 0,-1 1-1 0 0,0-1 1 0 0,1 1-1 0 0,-2 0 1 0 0,-5 4-73 0 0,0 1 0 0 0,0-2-1 0 0,0 1 1 0 0,-9 3 0 0 0,5-2-7 0 0,-371 226 1765 0 0,379-230-1716 0 0,-25 17 127 0 0,22-9-268 0 0,6-10 145 0 0,0 1-1 0 0,0-1 1 0 0,1 0 0 0 0,-1 1 0 0 0,0-1 0 0 0,1 0 0 0 0,-1 1 0 0 0,0-1 0 0 0,1 0 0 0 0,-1 0 0 0 0,0 0-1 0 0,1 1 1 0 0,-1-1 0 0 0,0 0 0 0 0,1 0 0 0 0,-1 0 0 0 0,1 0 0 0 0,-1 1 0 0 0,0-1 0 0 0,1 0 0 0 0,-1 0-1 0 0,1 0 1 0 0,-1 0 0 0 0,0 0 0 0 0,1 0 0 0 0,-1 0 0 0 0,1 0 0 0 0,-1-1 0 0 0,1 1 0 0 0,231-16 1534 0 0,0 1 818 0 0,-232 15-2328 0 0,34 2 267 0 0,-32-2-260 0 0,0 0 0 0 0,-1 0 0 0 0,1 0 0 0 0,0 0-1 0 0,-1 1 1 0 0,1-1 0 0 0,-1 1 0 0 0,1-1 0 0 0,-1 1 0 0 0,1 0 0 0 0,-1-1 0 0 0,1 1 0 0 0,-1 0 0 0 0,0 0 0 0 0,1 0 0 0 0,-1 0 0 0 0,2 2 0 0 0,-3-2-8 0 0,0 0 1 0 0,0 0 0 0 0,0 0-1 0 0,-1 0 1 0 0,1 0 0 0 0,0 0-1 0 0,0 0 1 0 0,0 0 0 0 0,-1 0-1 0 0,1 0 1 0 0,-1 0 0 0 0,1 0-1 0 0,0-1 1 0 0,-1 1 0 0 0,0 0-1 0 0,1 0 1 0 0,-1 0 0 0 0,1 0-1 0 0,-1-1 1 0 0,0 1 0 0 0,0 0-1 0 0,1-1 1 0 0,-1 1 0 0 0,-1 0-1 0 0,-23 18 86 0 0,23-18-92 0 0,-173 99-516 0 0,-2 1 21 0 0,177-101 501 0 0,-1 0 0 0 0,1 0 1 0 0,-1 0-1 0 0,0 1 1 0 0,1-1-1 0 0,-1 0 1 0 0,1 1-1 0 0,-1-1 0 0 0,1 0 1 0 0,-1 1-1 0 0,1-1 1 0 0,0 1-1 0 0,-1-1 0 0 0,1 1 1 0 0,-1-1-1 0 0,1 1 1 0 0,0-1-1 0 0,0 1 1 0 0,-1-1-1 0 0,1 1 0 0 0,0 0 1 0 0,0-1-1 0 0,-1 1 1 0 0,1-1-1 0 0,0 1 0 0 0,0 0 1 0 0,0-1-1 0 0,0 1 1 0 0,0-1-1 0 0,0 1 0 0 0,0 0 1 0 0,1 0 13 0 0,0 0 0 0 0,0 0 0 0 0,0 0 0 0 0,0 0 0 0 0,-1 0 0 0 0,1-1 0 0 0,0 1 0 0 0,1 0 0 0 0,-1-1 0 0 0,0 1 0 0 0,0-1 0 0 0,0 1 0 0 0,0-1 0 0 0,2 1 0 0 0,54 8 495 0 0,-50-8-468 0 0,355 30 1616 0 0,-361-31-1652 0 0,0 0-1 0 0,1 0 1 0 0,-1 0-1 0 0,1 0 1 0 0,-1 0-1 0 0,1 0 1 0 0,-1 1 0 0 0,0-1-1 0 0,1 0 1 0 0,-1 1-1 0 0,0-1 1 0 0,1 1-1 0 0,-1-1 1 0 0,0 1-1 0 0,1 0 1 0 0,-1 0-1 0 0,0-1 1 0 0,0 1 0 0 0,0 0-1 0 0,0 0 1 0 0,0 0-1 0 0,0 0 1 0 0,1 2-1 0 0,-2-2-20 0 0,0 0 0 0 0,0 1-1 0 0,0-1 1 0 0,-1 1-1 0 0,1-1 1 0 0,0 0 0 0 0,-1 1-1 0 0,1-1 1 0 0,-1 0-1 0 0,1 1 1 0 0,-1-1 0 0 0,0 0-1 0 0,1 0 1 0 0,-1 0 0 0 0,0 1-1 0 0,0-1 1 0 0,0 0-1 0 0,0 0 1 0 0,0 0 0 0 0,0 0-1 0 0,0-1 1 0 0,0 1 0 0 0,-2 1-1 0 0,-24 17-183 0 0,0-1 0 0 0,-1-1 1 0 0,-1-1-1 0 0,-37 15 0 0 0,23-12-522 0 0,-42 27 0 0 0,71-38 451 0 0,-57 40-1171 0 0,64-42 1208 0 0,1-1 0 0 0,-1 1 1 0 0,1 0-1 0 0,1 0 0 0 0,-1 1 0 0 0,1-1 0 0 0,-8 14 0 0 0,13-20 224 0 0,0 1-1 0 0,0-1 1 0 0,0 0 0 0 0,0 0-1 0 0,0 0 1 0 0,0 0-1 0 0,0 0 1 0 0,0 0 0 0 0,0 1-1 0 0,0-1 1 0 0,0 0 0 0 0,-1 0-1 0 0,1 0 1 0 0,0 0-1 0 0,0 0 1 0 0,0 1 0 0 0,0-1-1 0 0,0 0 1 0 0,1 0-1 0 0,-1 0 1 0 0,0 0 0 0 0,0 0-1 0 0,0 1 1 0 0,0-1 0 0 0,0 0-1 0 0,0 0 1 0 0,0 0-1 0 0,0 0 1 0 0,0 0 0 0 0,0 1-1 0 0,0-1 1 0 0,0 0-1 0 0,0 0 1 0 0,1 0 0 0 0,-1 0-1 0 0,0 0 1 0 0,0 0-1 0 0,0 0 1 0 0,0 0 0 0 0,0 0-1 0 0,0 1 1 0 0,1-1 0 0 0,-1 0-1 0 0,0 0 1 0 0,0 0-1 0 0,0 0 1 0 0,0 0 0 0 0,0 0-1 0 0,1 0 1 0 0,-1 0-1 0 0,13-1 75 0 0,12-5 608 0 0,-24 6-641 0 0,14-5 148 0 0,0 1-1 0 0,0 0 1 0 0,1 1 0 0 0,19-1-1 0 0,-31 4-150 0 0,0 0 1 0 0,0 0-1 0 0,0 0 0 0 0,-1 0 0 0 0,1 1 0 0 0,0 0 0 0 0,0-1 1 0 0,-1 1-1 0 0,1 1 0 0 0,0-1 0 0 0,-1 0 0 0 0,1 1 0 0 0,-1 0 1 0 0,0 0-1 0 0,1 0 0 0 0,-1 0 0 0 0,0 0 0 0 0,0 1 0 0 0,-1 0 1 0 0,1-1-1 0 0,0 1 0 0 0,-1 0 0 0 0,3 4 0 0 0,-4-6 5 0 0,-1 0-1 0 0,0 0 0 0 0,1-1 0 0 0,-1 1 0 0 0,0 0 1 0 0,1 0-1 0 0,-1 0 0 0 0,0 0 0 0 0,0 0 1 0 0,0 0-1 0 0,0-1 0 0 0,0 1 0 0 0,0 0 0 0 0,0 0 1 0 0,0 0-1 0 0,0 0 0 0 0,-1 0 0 0 0,1 0 0 0 0,0 0 1 0 0,0-1-1 0 0,-1 1 0 0 0,1 0 0 0 0,-1 0 1 0 0,1 0-1 0 0,-1-1 0 0 0,1 1 0 0 0,-1 0 0 0 0,1-1 1 0 0,-1 1-1 0 0,0 0 0 0 0,1-1 0 0 0,-1 1 1 0 0,0-1-1 0 0,0 1 0 0 0,-34 19 2041 0 0,16-10-1424 0 0,17-8-613 0 0,-1 0 1 0 0,0 0-1 0 0,1 0 0 0 0,0 0 1 0 0,-1 1-1 0 0,1-1 0 0 0,0 0 1 0 0,0 1-1 0 0,0 0 0 0 0,0 0 1 0 0,1-1-1 0 0,-1 1 0 0 0,1 0 1 0 0,0 0-1 0 0,-2 5 0 0 0,3-1 142 0 0,-1 0 0 0 0,1 0-1 0 0,0 0 1 0 0,1 0 0 0 0,0 0-1 0 0,2 8 1 0 0,1 22-36 0 0,0-1 1 0 0,-4 64-1 0 0,-15 76-165 0 0,1-4 23 0 0,11-3 350 0 0,25 213 0 0 0,-8-206-218 0 0,5 48 117 0 0,-19-222-263 0 0,1 1 0 0 0,-1-1-1 0 0,0 1 1 0 0,0-1 0 0 0,0 1 0 0 0,0-1 0 0 0,-1 1-1 0 0,1-1 1 0 0,-1 3 0 0 0,0-4-126 0 0,1-1 0 0 0,0 1 0 0 0,-1-1 0 0 0,1 1 0 0 0,0-1 0 0 0,-1 1 0 0 0,1-1 1 0 0,-1 0-1 0 0,1 1 0 0 0,-1-1 0 0 0,1 0 0 0 0,-1 0 0 0 0,1 1 0 0 0,-1-1 0 0 0,1 0 0 0 0,-1 0 1 0 0,1 1-1 0 0,-1-1 0 0 0,1 0 0 0 0,-1 0 0 0 0,0 0 0 0 0,1 0 0 0 0,-1 0 0 0 0,1 0 0 0 0,-1 0 0 0 0,1 0 1 0 0,-1 0-1 0 0,0 0 0 0 0,1-1 0 0 0,-1 1 0 0 0,1 0 0 0 0,-1 0 0 0 0,1 0 0 0 0,-1-1 0 0 0,1 1 0 0 0,-1 0 1 0 0,1-1-1 0 0,-1 1 0 0 0,1 0 0 0 0,-1-1 0 0 0</inkml:trace>
</inkml:ink>
</file>

<file path=ppt/ink/ink2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6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4609 0 0,'-9'10'9026'0'0,"4"-8"-8809"0"0,-2 1 82 0 0,0 0 0 0 0,-1-1 0 0 0,1 0 0 0 0,-9 1 0 0 0,9 7 2303 0 0,2 13-2796 0 0,5-23 307 0 0,-9 42 52 0 0,3 0 1 0 0,-4 81 0 0 0,16 83-32 0 0,0-33 131 0 0,-6-140-231 0 0,14 491 583 0 0,0-104 524 0 0,-14-390-805 0 0,-7 52 0 0 0,5-71-285 0 0,0 0 0 0 0,-1 0 0 0 0,0 0 0 0 0,-1 0 0 0 0,0 0 1 0 0,-1-1-1 0 0,-11 18 0 0 0,13-26-358 0 0,3-10 10 0 0,3-11-5324 0 0</inkml:trace>
</inkml:ink>
</file>

<file path=ppt/ink/ink2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7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7802 0 0,'-1'0'75'0'0,"0"0"0"0"0,0 0 1 0 0,0 0-1 0 0,0 1 1 0 0,0-1-1 0 0,0 0 0 0 0,0 0 1 0 0,0 1-1 0 0,0-1 0 0 0,1 0 1 0 0,-1 1-1 0 0,0-1 1 0 0,0 1-1 0 0,0-1 0 0 0,1 1 1 0 0,-1-1-1 0 0,0 1 0 0 0,1-1 1 0 0,-2 2-1 0 0,13 6 751 0 0,37 4-374 0 0,-41-11-437 0 0,24 6 1267 0 0,52 17-1 0 0,-72-19-1003 0 0,1 0 0 0 0,-1 0 0 0 0,0 1 1 0 0,0 0-1 0 0,-1 1 0 0 0,0 0 0 0 0,15 15 0 0 0,-24-21-322 0 0,0 0 1 0 0,0 0-1 0 0,-1 1 1 0 0,1-1-1 0 0,0 0 1 0 0,-1 1-1 0 0,1-1 1 0 0,-1 0-1 0 0,1 1 1 0 0,-1-1-1 0 0,0 0 1 0 0,1 1-1 0 0,-1-1 0 0 0,0 1 1 0 0,0-1-1 0 0,0 1 1 0 0,0-1-1 0 0,0 1 1 0 0,-1-1-1 0 0,1 0 1 0 0,0 1-1 0 0,-1-1 1 0 0,1 1-1 0 0,0-1 1 0 0,-1 0-1 0 0,0 1 1 0 0,1-1-1 0 0,-1 0 0 0 0,0 0 1 0 0,0 1-1 0 0,0-1 1 0 0,0 0-1 0 0,0 0 1 0 0,0 0-1 0 0,0 0 1 0 0,-1 1-1 0 0,-8 7-140 0 0,0 0 1 0 0,0 0-1 0 0,-13 7 0 0 0,9-5 341 0 0,-32 21-95 0 0,0-2-1 0 0,-64 30 0 0 0,19-11 224 0 0,91-49-282 0 0,0 1 0 0 0,0-1 1 0 0,0 0-1 0 0,0 0 0 0 0,0 0 1 0 0,1 0-1 0 0,-1 0 1 0 0,0 0-1 0 0,0 0 0 0 0,0 0 1 0 0,0 1-1 0 0,0-1 1 0 0,0 0-1 0 0,0 0 0 0 0,0 0 1 0 0,0 0-1 0 0,0 0 0 0 0,0 0 1 0 0,0 1-1 0 0,0-1 1 0 0,0 0-1 0 0,0 0 0 0 0,1 0 1 0 0,-1 0-1 0 0,-1 0 0 0 0,1 1 1 0 0,0-1-1 0 0,0 0 1 0 0,0 0-1 0 0,0 0 0 0 0,0 0 1 0 0,0 0-1 0 0,0 1 0 0 0,0-1 1 0 0,0 0-1 0 0,0 0 1 0 0,0 0-1 0 0,0 0 0 0 0,0 0 1 0 0,0 0-1 0 0,0 1 1 0 0,0-1-1 0 0,-1 0 0 0 0,1 0 1 0 0,0 0-1 0 0,0 0 0 0 0,0 0 1 0 0,0 0-1 0 0,0 0 1 0 0,0 0-1 0 0,-1 0 0 0 0,1 0 1 0 0,0 0-1 0 0,0 0 0 0 0,0 1 1 0 0,0-1-1 0 0,0 0 1 0 0,-1 0-1 0 0,1 0 0 0 0,0 0 1 0 0,0 0-1 0 0,20 0 118 0 0,24-6 58 0 0,286-33 2515 0 0,-324 38-2626 0 0,-3 1-45 0 0,0-1 0 0 0,-1 1-1 0 0,1 0 1 0 0,0 0 0 0 0,0 0 0 0 0,0 0 0 0 0,0 0 0 0 0,-1 1 0 0 0,1-1-1 0 0,0 1 1 0 0,0 0 0 0 0,-1 0 0 0 0,1 0 0 0 0,4 2 0 0 0,-8 0-38 0 0,0-1 1 0 0,0 1 0 0 0,-1-1-1 0 0,1 1 1 0 0,-1-1-1 0 0,1 0 1 0 0,-1 0 0 0 0,0 0-1 0 0,0 0 1 0 0,-3 3 0 0 0,4-5-15 0 0,-73 68-1874 0 0,-24 25-583 0 0,-6 13 1571 0 0,103-106 902 0 0,1 0-1 0 0,0 1 0 0 0,-1-1 1 0 0,1 0-1 0 0,0 1 1 0 0,-1-1-1 0 0,1 0 0 0 0,0 1 1 0 0,-1-1-1 0 0,1 0 1 0 0,0 1-1 0 0,0-1 0 0 0,0 1 1 0 0,-1-1-1 0 0,1 0 1 0 0,0 1-1 0 0,0-1 0 0 0,0 1 1 0 0,0-1-1 0 0,0 0 1 0 0,0 1-1 0 0,0-1 0 0 0,0 1 1 0 0,0-1-1 0 0,0 1 1 0 0,0-1-1 0 0,0 1 0 0 0,0-1 1 0 0,0 0-1 0 0,0 1 1 0 0,0-1-1 0 0,0 1 0 0 0,1-1 1 0 0,-1 1-1 0 0,0-1 1 0 0,1 1-1 0 0,17 8-532 0 0,26-4 114 0 0,-25-6 469 0 0,2 1 147 0 0,0 0-1 0 0,0 2 1 0 0,23 3 0 0 0,-40-4-146 0 0,1 0 0 0 0,-1 0 0 0 0,0 0 0 0 0,1 1 0 0 0,-1-1 0 0 0,0 1 0 0 0,0 0 0 0 0,0 0 0 0 0,0 1 0 0 0,0-1 0 0 0,0 1 0 0 0,0 0 0 0 0,-1 0 0 0 0,0 0 0 0 0,1 0 0 0 0,-1 1 0 0 0,-1-1 0 0 0,1 1 0 0 0,0 0 0 0 0,2 4 1 0 0,-5-6-24 0 0,1 0 1 0 0,-1 0-1 0 0,0 1 1 0 0,0-1-1 0 0,0 0 1 0 0,0 0-1 0 0,0 0 1 0 0,0 0-1 0 0,-1 1 1 0 0,1-1-1 0 0,-1 0 1 0 0,1 0-1 0 0,-1 0 1 0 0,0 0 0 0 0,0 0-1 0 0,0 0 1 0 0,0 0-1 0 0,0 0 1 0 0,0-1-1 0 0,0 1 1 0 0,-1 0-1 0 0,1-1 1 0 0,-1 1-1 0 0,1-1 1 0 0,-4 3-1 0 0,-3 3-12 0 0,1 0-1 0 0,-2-1 1 0 0,1 0-1 0 0,-10 4 1 0 0,-21 13 84 0 0,23-13-198 0 0,-1-1-1 0 0,0 0 0 0 0,0-1 1 0 0,-23 7-1 0 0,58-34-5047 0 0,23 9 7736 0 0,-39 9-2323 0 0,-1 1-1 0 0,1 0 0 0 0,-1-1 1 0 0,1 1-1 0 0,-1 0 1 0 0,1 0-1 0 0,0 0 1 0 0,-1 0-1 0 0,1 0 1 0 0,-1 1-1 0 0,1-1 0 0 0,-1 0 1 0 0,1 1-1 0 0,-1-1 1 0 0,1 1-1 0 0,-1-1 1 0 0,0 1-1 0 0,1 0 0 0 0,-1-1 1 0 0,0 1-1 0 0,1 0 1 0 0,-1 0-1 0 0,0 0 1 0 0,2 2-1 0 0,-3 1-46 0 0,0-1 0 0 0,0 1-1 0 0,0 0 1 0 0,0 0 0 0 0,-1 0 0 0 0,1 0 0 0 0,-1 0-1 0 0,0 0 1 0 0,0 0 0 0 0,0-1 0 0 0,-4 7 0 0 0,-1 10 341 0 0,3 3-274 0 0,1 0 0 0 0,1 1-1 0 0,1 0 1 0 0,1-1 0 0 0,6 34 0 0 0,0 8-141 0 0,-14 443 1277 0 0,-38-82-198 0 0,33-327-945 0 0,8-73-481 0 0,1-5-132 0 0,0-1 1 0 0,1 1 0 0 0,1 0 0 0 0,1-1-1 0 0,5 37 1 0 0,1-43-1739 0 0,-1-9 1013 0 0</inkml:trace>
</inkml:ink>
</file>

<file path=ppt/ink/ink2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9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75 2761 0 0,'1'-11'-127'0'0,"-3"-28"-944"0"0,-9 14 9938 0 0,6 33-6841 0 0,-3 14-1678 0 0,7-20-204 0 0,-1 9 121 0 0,1-1-1 0 0,0 0 1 0 0,1 0-1 0 0,1 15 1 0 0,0 11 1121 0 0,-21 233 82 0 0,-3 129-1429 0 0,32-193 482 0 0,-3-113-110 0 0,-5 104 1 0 0,-4-173-378 0 0,2 0 1 0 0,0 1-1 0 0,2-1 0 0 0,0 1 0 0 0,2-1 1 0 0,10 43-1 0 0,-14-64-79 0 0</inkml:trace>
</inkml:ink>
</file>

<file path=ppt/ink/ink2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0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1 4609 0 0,'-69'32'1434'0'0,"44"-22"-402"0"0,0 1 0 0 0,1 1 0 0 0,1 1 0 0 0,-38 28-1 0 0,61-41-1014 0 0,0 0 0 0 0,0 0 0 0 0,-1 0 0 0 0,1 0 0 0 0,0 0 1 0 0,-1 1-1 0 0,1-1 0 0 0,0 0 0 0 0,0 0 0 0 0,-1 0 0 0 0,1 1 0 0 0,0-1 0 0 0,0 0 0 0 0,-1 0 0 0 0,1 1 0 0 0,0-1 0 0 0,0 0 0 0 0,0 0 0 0 0,0 1 0 0 0,-1-1 0 0 0,1 0 0 0 0,0 1 0 0 0,0-1 0 0 0,0 0 0 0 0,0 1 0 0 0,0-1 0 0 0,0 0 0 0 0,0 1 0 0 0,0-1 0 0 0,0 0 0 0 0,0 0 0 0 0,0 1 0 0 0,0-1 0 0 0,0 0 0 0 0,0 1 0 0 0,0-1 0 0 0,0 0 0 0 0,0 1 0 0 0,1-1 0 0 0,-1 0 0 0 0,0 1 0 0 0,17 2 263 0 0,37-7-338 0 0,-42 3 44 0 0,65-8 155 0 0,-41 4 553 0 0,1 2 0 0 0,0 1 1 0 0,62 5-1 0 0,-96-3-597 0 0,1 0-1 0 0,-1 1 1 0 0,0 0-1 0 0,1 0 1 0 0,-1 0-1 0 0,0 0 1 0 0,0 0-1 0 0,0 0 1 0 0,6 4-1 0 0,-9-4-99 0 0,1-1-1 0 0,-1 1 0 0 0,1-1 1 0 0,-1 0-1 0 0,0 1 0 0 0,1-1 1 0 0,-1 1-1 0 0,0-1 0 0 0,1 1 1 0 0,-1-1-1 0 0,0 1 1 0 0,0 0-1 0 0,1-1 0 0 0,-1 1 1 0 0,0-1-1 0 0,0 1 0 0 0,0-1 1 0 0,0 1-1 0 0,0 0 0 0 0,0-1 1 0 0,0 1-1 0 0,0 0 0 0 0,-1 1-51 0 0,1-1 0 0 0,-1 1-1 0 0,1-1 1 0 0,-1 1-1 0 0,0-1 1 0 0,0 1-1 0 0,0-1 1 0 0,1 0 0 0 0,-1 1-1 0 0,-1-1 1 0 0,-1 2-1 0 0,-70 59-1235 0 0,52-46 1236 0 0,1 1 0 0 0,1 1-1 0 0,-18 20 1 0 0,35-36 57 0 0,0 0 1 0 0,1 0-1 0 0,-1 0 1 0 0,1 0-1 0 0,0 0 1 0 0,-1 0-1 0 0,1 0 1 0 0,0 1-1 0 0,0-1 1 0 0,1 0-1 0 0,-1 1 1 0 0,0-1-1 0 0,0 5 1 0 0,1-7-10 0 0,0 1 1 0 0,0 0-1 0 0,1-1 0 0 0,-1 1 1 0 0,0-1-1 0 0,0 1 1 0 0,0-1-1 0 0,1 1 0 0 0,-1 0 1 0 0,0-1-1 0 0,1 1 1 0 0,-1-1-1 0 0,0 1 0 0 0,1-1 1 0 0,-1 0-1 0 0,0 1 1 0 0,1-1-1 0 0,-1 1 0 0 0,1-1 1 0 0,-1 0-1 0 0,2 1 1 0 0,21 3 124 0 0,15-5-350 0 0,43-9 0 0 0,-43 5-160 0 0,43-1 0 0 0,-80 6 409 0 0,-1 0-1 0 0,0 0 1 0 0,1 0 0 0 0,-1 0 0 0 0,0 0 0 0 0,1 0 0 0 0,-1 0-1 0 0,0 0 1 0 0,1 0 0 0 0,-1 0 0 0 0,0 0 0 0 0,1 0 0 0 0,-1 0-1 0 0,0 0 1 0 0,0 0 0 0 0,1 0 0 0 0,-1 1 0 0 0,0-1 0 0 0,1 0-1 0 0,-1 0 1 0 0,0 0 0 0 0,0 0 0 0 0,1 1 0 0 0,-1-1 0 0 0,0 0-1 0 0,0 0 1 0 0,1 1 0 0 0,-1-1 0 0 0,0 0 0 0 0,0 0 0 0 0,0 1-1 0 0,1-1 1 0 0,-1 0 0 0 0,0 0 0 0 0,0 1 0 0 0,0-1 0 0 0,0 0-1 0 0,0 1 1 0 0,-7 13 364 0 0,-20 12-68 0 0,25-24-287 0 0,-159 120 286 0 0,108-86-288 0 0,-92 84 0 0 0,142-116-25 0 0,-1-1-1 0 0,1 1 1 0 0,0 0 0 0 0,0 0 0 0 0,1 0-1 0 0,-1 0 1 0 0,1 0 0 0 0,0 0-1 0 0,-2 7 1 0 0,3-10 9 0 0,1 0-1 0 0,0 0 0 0 0,0 0 1 0 0,0 0-1 0 0,0 0 0 0 0,0 0 1 0 0,0 0-1 0 0,0 0 0 0 0,0 0 1 0 0,0 0-1 0 0,0 0 0 0 0,0 0 1 0 0,1 0-1 0 0,-1 0 0 0 0,0 0 1 0 0,1 0-1 0 0,-1-1 1 0 0,1 1-1 0 0,0 1 0 0 0,0-1 25 0 0,0 1 1 0 0,1-1-1 0 0,-1 0 0 0 0,0 0 0 0 0,1-1 0 0 0,-1 1 1 0 0,1 0-1 0 0,-1 0 0 0 0,1-1 0 0 0,-1 1 1 0 0,1-1-1 0 0,0 1 0 0 0,-1-1 0 0 0,1 0 0 0 0,2 1 1 0 0,20 0 405 0 0,-1-1 0 0 0,1 0 0 0 0,-1-2 0 0 0,46-9 0 0 0,-35 5-142 0 0,41-2-1 0 0,-48 6-200 0 0,26-1 22 0 0,-49 3-103 0 0,-1 0 0 0 0,1 0 0 0 0,0 0 0 0 0,-1 1 0 0 0,1 0 0 0 0,-1 0 0 0 0,1 0 0 0 0,-1 0 0 0 0,1 0 0 0 0,4 3 0 0 0,-8-4-25 0 0,1 1-1 0 0,0 0 1 0 0,-1-1 0 0 0,1 1-1 0 0,-1 0 1 0 0,1 0 0 0 0,-1-1 0 0 0,1 1-1 0 0,-1 0 1 0 0,0 0 0 0 0,1 0-1 0 0,-1 0 1 0 0,0-1 0 0 0,0 1 0 0 0,1 0-1 0 0,-1 0 1 0 0,0 0 0 0 0,0 0-1 0 0,0 0 1 0 0,0 0 0 0 0,0 0 0 0 0,0-1-1 0 0,-1 1 1 0 0,1 0 0 0 0,0 0 0 0 0,0 0-1 0 0,-1 0 1 0 0,1 0 0 0 0,0-1-1 0 0,-1 1 1 0 0,1 0 0 0 0,-1 0 0 0 0,1-1-1 0 0,-1 1 1 0 0,1 0 0 0 0,-2 1-1 0 0,-24 29-545 0 0,21-26 496 0 0,-33 35-642 0 0,-2-1 1 0 0,-1-2-1 0 0,-78 53 1 0 0,98-79 667 0 0,21-11-110 0 0,-1 0-1 0 0,1 1 0 0 0,-1-1 1 0 0,1 0-1 0 0,-1 0 1 0 0,1 1-1 0 0,-1-1 1 0 0,1 0-1 0 0,-1 0 1 0 0,0 0-1 0 0,1 0 1 0 0,-1 0-1 0 0,1 0 1 0 0,-1 0-1 0 0,1 0 1 0 0,-1 0-1 0 0,0 0 1 0 0,1 0-1 0 0,-1 0 1 0 0,1 0-1 0 0,-1-1 1 0 0,1 1-1 0 0,-1 0 1 0 0,1 0-1 0 0,-1 0 1 0 0,1-1-1 0 0,-1 1 1 0 0,1 0-1 0 0,-1-1 1 0 0,1 1-1 0 0,0 0 1 0 0,-1-1-1 0 0,1 1 1 0 0,-1-1-1 0 0,1 1 1 0 0,-1-1-1 0 0</inkml:trace>
</inkml:ink>
</file>

<file path=ppt/ink/ink2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1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6 6913 0 0,'12'-4'3890'0'0,"-12"4"-3898"0"0,0 0 1 0 0,0 0-1 0 0,0-1 1 0 0,1 1-1 0 0,-1 0 0 0 0,0 0 1 0 0,0 0-1 0 0,1 0 1 0 0,-1 0-1 0 0,0 0 0 0 0,0 0 1 0 0,1 0-1 0 0,-1-1 1 0 0,0 1-1 0 0,0 0 0 0 0,1 0 1 0 0,-1 0-1 0 0,0 0 1 0 0,1 1-1 0 0,-1-1 0 0 0,0 0 1 0 0,0 0-1 0 0,1 0 1 0 0,-1 0-1 0 0,0 0 0 0 0,0 0 1 0 0,1 0-1 0 0,-1 0 1 0 0,0 0-1 0 0,0 1 0 0 0,1-1 1 0 0,-1 0-1 0 0,0 0 1 0 0,0 0-1 0 0,0 0 0 0 0,0 1 1 0 0,1-1-1 0 0,-1 0 1 0 0,0 0-1 0 0,0 1 0 0 0,0-1 1 0 0,0 0-1 0 0,0 0 1 0 0,1 1-1 0 0,-1-1 0 0 0,0 0 1 0 0,0 1-1 0 0,-9 37 2050 0 0,-19 53 0 0 0,14-53-861 0 0,-15 75 0 0 0,21-48-1036 0 0,2 0-1 0 0,3 0 1 0 0,3 1 0 0 0,3-1 0 0 0,3 0 0 0 0,2 0 0 0 0,4-1 0 0 0,26 86 0 0 0,-19-75 100 0 0,-3 0 0 0 0,10 113 0 0 0,-13 157 1260 0 0,-15-311-1369 0 0,-2 0 0 0 0,-1 0 0 0 0,-2-1 0 0 0,-1 1 1 0 0,-16 38-1 0 0,22-69-1260 0 0</inkml:trace>
</inkml:ink>
</file>

<file path=ppt/ink/ink2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7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2 309 11058 0 0,'0'0'46'0'0,"0"0"-1"0"0,0 0 1 0 0,0 0-1 0 0,0 0 1 0 0,0-1-1 0 0,-1 1 1 0 0,1 0-1 0 0,0 0 1 0 0,0 0-1 0 0,0 0 1 0 0,0 0-1 0 0,0 0 1 0 0,0-1-1 0 0,0 1 1 0 0,0 0-1 0 0,0 0 1 0 0,0 0-1 0 0,0 0 1 0 0,0 0-1 0 0,0-1 1 0 0,0 1-1 0 0,0 0 1 0 0,0 0-1 0 0,0 0 1 0 0,0 0-1 0 0,0-1 1 0 0,0 1-1 0 0,0 0 1 0 0,0 0-1 0 0,0 0 1 0 0,0 0-1 0 0,0 0 1 0 0,0-1-1 0 0,0 1 1 0 0,0 0-1 0 0,0 0 1 0 0,1 0-1 0 0,-1 0 1 0 0,0 0-1 0 0,0 0 1 0 0,0 0-1 0 0,0-1 1 0 0,0 1-1 0 0,0 0 1 0 0,0 0-1 0 0,1 0 1 0 0,10-9 457 0 0,14-4-536 0 0,10 4-29 0 0,-1 3-1 0 0,1 0 1 0 0,0 3-1 0 0,68 0 1 0 0,-50 2 991 0 0,221 8 1095 0 0,-161-1-1816 0 0,160-12 1 0 0,-235 0-434 0 0,0-1 0 0 0,42-15 0 0 0,-74 20 102 0 0,11 0-748 0 0,-9 2 100 0 0,-7 4-236 0 0,-6-7 597 0 0,3 2 429 0 0,0 0 1 0 0,0-1-1 0 0,0 0 0 0 0,1 1 0 0 0,-1-1 0 0 0,1 0 1 0 0,-1 0-1 0 0,1 0 0 0 0,-1 0 0 0 0,1 0 1 0 0,0 0-1 0 0,0 0 0 0 0,0 0 0 0 0,0 0 0 0 0,0-1 1 0 0,1 1-1 0 0,-1 0 0 0 0,1 0 0 0 0,-1-1 0 0 0,1 1 1 0 0,0-1-1 0 0,0 1 0 0 0,0 0 0 0 0,0-1 1 0 0,1 1-1 0 0,-1 0 0 0 0,0-1 0 0 0,1 1 0 0 0,0 0 1 0 0,0-1-1 0 0,-1 1 0 0 0,1 0 0 0 0,3-4 1 0 0,0-2 5 0 0,0 1 0 0 0,0 0 0 0 0,1-1 0 0 0,0 2 1 0 0,0-1-1 0 0,1 1 0 0 0,0-1 0 0 0,0 2 0 0 0,0-1 1 0 0,1 1-1 0 0,8-6 0 0 0,-12 9-22 0 0,0 0-1 0 0,0 1 1 0 0,0-1 0 0 0,0 1 0 0 0,0 0 0 0 0,0 0-1 0 0,1 0 1 0 0,-1 0 0 0 0,0 0 0 0 0,1 1-1 0 0,-1 0 1 0 0,0-1 0 0 0,1 1 0 0 0,-1 0-1 0 0,0 1 1 0 0,1-1 0 0 0,-1 1 0 0 0,0-1-1 0 0,1 1 1 0 0,-1 0 0 0 0,0 0 0 0 0,0 0 0 0 0,0 1-1 0 0,0-1 1 0 0,0 1 0 0 0,0 0 0 0 0,0 0-1 0 0,0 0 1 0 0,-1 0 0 0 0,5 4 0 0 0,3 6 314 0 0,-1 0 1 0 0,0 0 0 0 0,0 1 0 0 0,-1 0 0 0 0,-1 1-1 0 0,9 23 1 0 0,21 37 184 0 0,-36-73-472 0 0,-1 0 0 0 0,1 0 0 0 0,0 0 1 0 0,-1 0-1 0 0,1 0 0 0 0,0 0 1 0 0,0 0-1 0 0,0 0 0 0 0,0 0 0 0 0,0 0 1 0 0,0-1-1 0 0,0 1 0 0 0,0 0 1 0 0,0-1-1 0 0,0 1 0 0 0,0-1 0 0 0,0 1 1 0 0,0-1-1 0 0,1 1 0 0 0,-1-1 1 0 0,0 0-1 0 0,0 0 0 0 0,0 1 0 0 0,1-1 1 0 0,0 0-1 0 0,1-1 4 0 0,-1 1 0 0 0,0-1 0 0 0,0 0 0 0 0,0 0 0 0 0,0 0 0 0 0,1 0 1 0 0,-1 0-1 0 0,-1 0 0 0 0,1 0 0 0 0,0-1 0 0 0,0 1 0 0 0,2-4 0 0 0,3-2 0 0 0,-1 0 1 0 0,0-1-1 0 0,0 0 0 0 0,-1 0 1 0 0,6-14-1 0 0,14-44-476 0 0,-19 48 106 0 0,0 0-1 0 0,1 1 0 0 0,1 0 1 0 0,17-28-1 0 0,-24 44 292 0 0,0-1 0 0 0,0 1-1 0 0,0-1 1 0 0,0 1-1 0 0,0 0 1 0 0,1 0-1 0 0,-1-1 1 0 0,0 1 0 0 0,1 0-1 0 0,-1 0 1 0 0,0 0-1 0 0,1 0 1 0 0,-1 0-1 0 0,1 1 1 0 0,0-1 0 0 0,-1 0-1 0 0,1 1 1 0 0,-1-1-1 0 0,1 1 1 0 0,0 0-1 0 0,-1-1 1 0 0,4 1 0 0 0,-3 1 24 0 0,0-1 0 0 0,0 1 1 0 0,1 0-1 0 0,-1 0 1 0 0,0-1-1 0 0,0 1 0 0 0,-1 1 1 0 0,1-1-1 0 0,0 0 1 0 0,0 0-1 0 0,0 1 0 0 0,-1-1 1 0 0,1 1-1 0 0,-1-1 1 0 0,2 3-1 0 0,4 6 70 0 0,0-1 0 0 0,-1 1 1 0 0,-1 0-1 0 0,0 1 0 0 0,6 15 1 0 0,33 114 420 0 0,13 34 562 0 0,-57-172-962 0 0,1 0-1 0 0,0 0 0 0 0,0 0 0 0 0,-1 0 0 0 0,1 0 0 0 0,0 0 0 0 0,1 0 0 0 0,-1 0 1 0 0,0-1-1 0 0,0 1 0 0 0,1 0 0 0 0,-1-1 0 0 0,1 1 0 0 0,-1-1 0 0 0,1 1 0 0 0,0-1 1 0 0,0 0-1 0 0,0 0 0 0 0,-1 0 0 0 0,1 0 0 0 0,0 0 0 0 0,0 0 0 0 0,0 0 0 0 0,0-1 0 0 0,1 1 1 0 0,-1-1-1 0 0,3 1 0 0 0,-1-2-42 0 0,0 1 1 0 0,-1-1-1 0 0,1 0 0 0 0,0-1 1 0 0,-1 1-1 0 0,1 0 1 0 0,-1-1-1 0 0,1 0 0 0 0,-1 0 1 0 0,0 0-1 0 0,0 0 1 0 0,0 0-1 0 0,0-1 1 0 0,0 0-1 0 0,3-2 0 0 0,1-4-176 0 0,1 0 0 0 0,-1 0 0 0 0,-1-1 0 0 0,1 0 0 0 0,-2 0-1 0 0,8-16 1 0 0,21-71-924 0 0,-8 20 546 0 0,-22 67 454 0 0,1-4 49 0 0,1-1 0 0 0,0 1 0 0 0,1 0 0 0 0,0 1 0 0 0,1 0 0 0 0,1 0-1 0 0,0 0 1 0 0,16-16 0 0 0,-24 29 18 0 0,0-1 0 0 0,-1 0-1 0 0,1 0 1 0 0,0 1 0 0 0,1-1-1 0 0,-1 0 1 0 0,0 1-1 0 0,0-1 1 0 0,0 1 0 0 0,0-1-1 0 0,0 1 1 0 0,1 0 0 0 0,-1-1-1 0 0,0 1 1 0 0,0 0-1 0 0,1 0 1 0 0,-1 0 0 0 0,0 0-1 0 0,0 0 1 0 0,0 0 0 0 0,1 0-1 0 0,-1 0 1 0 0,0 1-1 0 0,0-1 1 0 0,1 0 0 0 0,-1 1-1 0 0,0-1 1 0 0,0 1 0 0 0,0 0-1 0 0,0-1 1 0 0,0 1-1 0 0,0 0 1 0 0,0-1 0 0 0,0 1-1 0 0,0 0 1 0 0,0 0 0 0 0,0 0-1 0 0,-1 0 1 0 0,1 0 0 0 0,0 0-1 0 0,0 0 1 0 0,-1 0-1 0 0,1 0 1 0 0,-1 0 0 0 0,1 2-1 0 0,5 8-68 0 0,-2 0-1 0 0,1 0 1 0 0,4 21 0 0 0,-7-22 61 0 0,24 106-134 0 0,-22-86 269 0 0,2 0 0 0 0,1 0-1 0 0,1-1 1 0 0,2 0 0 0 0,23 49-1 0 0,-33-77-69 0 0,1 0-1 0 0,-1 0 0 0 0,1-1 0 0 0,-1 1 1 0 0,1 0-1 0 0,-1 0 0 0 0,1-1 0 0 0,-1 1 0 0 0,1 0 1 0 0,0 0-1 0 0,-1-1 0 0 0,1 1 0 0 0,0-1 1 0 0,-1 1-1 0 0,1-1 0 0 0,0 1 0 0 0,0-1 1 0 0,0 1-1 0 0,0-1 0 0 0,-1 0 0 0 0,1 1 0 0 0,0-1 1 0 0,0 0-1 0 0,0 0 0 0 0,0 0 0 0 0,0 0 1 0 0,1 1-1 0 0,-1-2 11 0 0,1 0 1 0 0,-1 1-1 0 0,1-1 0 0 0,-1 0 1 0 0,0 0-1 0 0,1 1 0 0 0,-1-1 1 0 0,0 0-1 0 0,0 0 1 0 0,0-1-1 0 0,0 1 0 0 0,0 0 1 0 0,0 0-1 0 0,2-3 0 0 0,3-6-100 0 0,-1-1 0 0 0,1 1 0 0 0,3-15 0 0 0,-8 22-93 0 0,22-71-1870 0 0,-9 27-3094 0 0,-5 23 457 0 0</inkml:trace>
</inkml:ink>
</file>

<file path=ppt/ink/ink2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8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61 203 1840 0 0,'-6'4'-998'0'0,"3"-3"1514"0"0,1 1 0 0 0,0 0 0 0 0,-1 0 0 0 0,1-1 0 0 0,-1 0 0 0 0,1 1-1 0 0,-1-1 1 0 0,0 0 0 0 0,1 0 0 0 0,-1-1 0 0 0,0 1 0 0 0,0 0 0 0 0,0-1 0 0 0,0 0 0 0 0,0 1 0 0 0,-4-2 0 0 0,6 1-500 0 0,1 0 1 0 0,0 0 0 0 0,0 0-1 0 0,0 0 1 0 0,-1 0-1 0 0,1-1 1 0 0,0 1 0 0 0,0 0-1 0 0,0 0 1 0 0,-1 0 0 0 0,1-1-1 0 0,0 1 1 0 0,0 0 0 0 0,0 0-1 0 0,0 0 1 0 0,0-1-1 0 0,-1 1 1 0 0,1 0 0 0 0,0 0-1 0 0,0-1 1 0 0,0 1 0 0 0,0 0-1 0 0,0 0 1 0 0,0-1-1 0 0,0 1 1 0 0,0 0 0 0 0,0 0-1 0 0,0-1 1 0 0,0 1 0 0 0,0 0-1 0 0,0 0 1 0 0,0-1-1 0 0,0 1 1 0 0,0 0 0 0 0,0 0-1 0 0,0-1 1 0 0,1 1 0 0 0,-1 0-1 0 0,0 0 1 0 0,10-12 19 0 0,14-6-321 0 0,-12 13 651 0 0,1 0 1 0 0,-1 1-1 0 0,1 0 0 0 0,-1 1 1 0 0,1 1-1 0 0,15-2 0 0 0,84 0 2064 0 0,-35 2-892 0 0,203-27 379 0 0,96-4-1486 0 0,-225 29 273 0 0,292-46-1 0 0,-242 15-5752 0 0,-195 34 3353 0 0</inkml:trace>
</inkml:ink>
</file>

<file path=ppt/ink/ink2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9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0 330 8754 0 0,'2'5'-4266'0'0,"-1"-3"4371"0"0,-1 0 0 0 0,1-1-1 0 0,0 1 1 0 0,0 0 0 0 0,0 0-1 0 0,1-1 1 0 0,-1 1 0 0 0,0-1-1 0 0,1 1 1 0 0,-1-1 0 0 0,0 0 0 0 0,1 0-1 0 0,0 1 1 0 0,2 1 0 0 0,4-1 728 0 0,-1 0 0 0 0,1 0 1 0 0,0 0-1 0 0,-1-1 0 0 0,12 0 1 0 0,11-1 230 0 0,35-4 1 0 0,-28 1-723 0 0,508-23-1378 0 0,-185 10 1735 0 0,158-10-417 0 0,-506 26-406 0 0,1-1-1 0 0,-1 2 1 0 0,0 0-1 0 0,23 4 1 0 0,-30-3-121 0 0,1 0 0 0 0,-1 0 0 0 0,0 0-1 0 0,1 1 1 0 0,-1 0 0 0 0,0 0 0 0 0,-1 0 0 0 0,1 0 0 0 0,0 1 0 0 0,-1 0-1 0 0,0 0 1 0 0,5 5 0 0 0,-2-1 42 0 0,-5-7 317 0 0,-1 0 0 0 0,0 1-1 0 0,0-1 1 0 0,1 0-1 0 0,-1 1 1 0 0,0-1 0 0 0,0 0-1 0 0,0 1 1 0 0,-1 0-1 0 0,1-1 1 0 0,0 1-1 0 0,0-1 1 0 0,-1 1 0 0 0,1 0-1 0 0,3 5 3010 0 0,-2-11-2794 0 0,106-276 1496 0 0,-106 276-1864 0 0,-1 0-1 0 0,1 1 1 0 0,0 0 0 0 0,0-1 0 0 0,0 1 0 0 0,0 0 0 0 0,1 0 0 0 0,-1 0 0 0 0,4-3 0 0 0,-5 6 29 0 0,-1 0-1 0 0,1-1 1 0 0,-1 1-1 0 0,1 0 0 0 0,-1 0 1 0 0,0-1-1 0 0,1 1 0 0 0,-1 0 1 0 0,1 0-1 0 0,-1 0 0 0 0,1 0 1 0 0,0 0-1 0 0,-1-1 0 0 0,1 1 1 0 0,-1 0-1 0 0,1 0 1 0 0,-1 0-1 0 0,1 0 0 0 0,-1 1 1 0 0,1-1-1 0 0,-1 0 0 0 0,1 0 1 0 0,-1 0-1 0 0,1 0 0 0 0,-1 0 1 0 0,1 1-1 0 0,1 0-1 0 0,-1 0 0 0 0,0 1 0 0 0,0-1-1 0 0,0 0 1 0 0,0 1 0 0 0,0-1 0 0 0,0 0 0 0 0,0 1-1 0 0,-1-1 1 0 0,1 1 0 0 0,0 0 0 0 0,-1-1 0 0 0,1 3-1 0 0,14 67-95 0 0,-12-53 297 0 0,0 0 0 0 0,2 0 0 0 0,11 31 0 0 0,-13-43-56 0 0,0 1 0 0 0,1-1 0 0 0,0 1 0 0 0,0-1 0 0 0,0 0 0 0 0,1 0 0 0 0,0-1 0 0 0,6 6-1 0 0,-10-10-104 0 0,0 0-1 0 0,1 0 0 0 0,-1 0 0 0 0,0 0 0 0 0,1 0 0 0 0,-1 0 0 0 0,1-1 1 0 0,-1 1-1 0 0,1 0 0 0 0,-1-1 0 0 0,1 0 0 0 0,-1 1 0 0 0,1-1 0 0 0,-1 0 1 0 0,1 1-1 0 0,-1-1 0 0 0,1 0 0 0 0,0 0 0 0 0,-1 0 0 0 0,1-1 0 0 0,-1 1 1 0 0,1 0-1 0 0,0-1 0 0 0,-1 1 0 0 0,1-1 0 0 0,-1 1 0 0 0,1-1 0 0 0,-1 0 1 0 0,0 1-1 0 0,1-1 0 0 0,-1 0 0 0 0,0 0 0 0 0,1 0 0 0 0,-1 0 0 0 0,0 0 1 0 0,0 0-1 0 0,0-1 0 0 0,0 1 0 0 0,0 0 0 0 0,0-1 0 0 0,0 1 0 0 0,1-3 1 0 0,13-21-196 0 0,-2-1 1 0 0,0-1-1 0 0,11-37 1 0 0,-12 32 112 0 0,1 1 1 0 0,17-32 0 0 0,-28 60 27 0 0,0 0 0 0 0,-1 0-1 0 0,1 0 1 0 0,0 0-1 0 0,1 0 1 0 0,-1 1-1 0 0,0-1 1 0 0,1 1-1 0 0,-1 0 1 0 0,1 0-1 0 0,0 0 1 0 0,5-3 0 0 0,-7 4 3 0 0,1 1 0 0 0,-1 0 0 0 0,0 0 0 0 0,1 0 0 0 0,-1 0 0 0 0,1 0 0 0 0,-1 0 0 0 0,0 1 0 0 0,1-1 0 0 0,-1 0 0 0 0,0 1 0 0 0,1-1 0 0 0,-1 1 0 0 0,0-1 0 0 0,0 1 1 0 0,0 0-1 0 0,1 0 0 0 0,-1-1 0 0 0,0 1 0 0 0,0 0 0 0 0,0 0 0 0 0,0 0 0 0 0,0 0 0 0 0,0 0 0 0 0,-1 0 0 0 0,1 0 0 0 0,0 1 0 0 0,0-1 0 0 0,-1 0 0 0 0,1 0 0 0 0,-1 1 0 0 0,1 1 1 0 0,8 17 107 0 0,-1 0 0 0 0,-1 0 0 0 0,0 1 0 0 0,3 22 0 0 0,-7-23 83 0 0,2-1 0 0 0,1-1 0 0 0,0 1 0 0 0,1-1-1 0 0,14 26 1 0 0,-18-39-148 0 0,20 30 51 0 0,-21-34-61 0 0,-1 1 0 0 0,0 0 0 0 0,1-1 0 0 0,-1 0 0 0 0,1 1 0 0 0,-1-1 0 0 0,1 0 0 0 0,0 0 1 0 0,-1 1-1 0 0,1-1 0 0 0,0-1 0 0 0,0 1 0 0 0,0 0 0 0 0,0 0 0 0 0,0-1 0 0 0,0 1 0 0 0,2 0 0 0 0,-3-2 6 0 0,0 1-1 0 0,0 0 1 0 0,1-1-1 0 0,-1 1 1 0 0,0-1-1 0 0,0 1 1 0 0,0-1-1 0 0,0 0 1 0 0,0 1-1 0 0,0-1 0 0 0,0 0 1 0 0,0 0-1 0 0,0 0 1 0 0,0 0-1 0 0,0 0 1 0 0,0 0-1 0 0,-1 0 1 0 0,1 0-1 0 0,0 0 1 0 0,-1 0-1 0 0,1-1 1 0 0,13-31 59 0 0,-11 25-57 0 0,23-73-911 0 0,-21 62 346 0 0,0 0 0 0 0,2 1-1 0 0,0-1 1 0 0,0 2 0 0 0,2-1-1 0 0,18-27 1 0 0,-26 43 520 0 0,1-1 0 0 0,0 1-1 0 0,-1 0 1 0 0,1 0 0 0 0,0 0 0 0 0,0 0 0 0 0,1 0 0 0 0,-1 1-1 0 0,0-1 1 0 0,1 1 0 0 0,-1-1 0 0 0,1 1 0 0 0,-1 0-1 0 0,1 0 1 0 0,0 0 0 0 0,-1 0 0 0 0,1 1 0 0 0,0-1 0 0 0,0 1-1 0 0,-1-1 1 0 0,1 1 0 0 0,4 0 0 0 0,-4 1 109 0 0,-1 0-1 0 0,1 0 1 0 0,0 0 0 0 0,-1 0 0 0 0,1 0-1 0 0,0 0 1 0 0,-1 1 0 0 0,0 0 0 0 0,1-1-1 0 0,-1 1 1 0 0,0 0 0 0 0,0 0-1 0 0,0 0 1 0 0,0 0 0 0 0,0 1 0 0 0,0-1-1 0 0,-1 0 1 0 0,1 1 0 0 0,-1 0 0 0 0,1-1-1 0 0,0 5 1 0 0,6 12 552 0 0,-1 1-1 0 0,-1 0 0 0 0,7 41 0 0 0,-6 21-4510 0 0,-7-70-1230 0 0</inkml:trace>
</inkml:ink>
</file>

<file path=ppt/ink/ink2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0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91 5985 0 0,'-1'1'76'0'0,"-31"14"228"0"0,30-14-433 0 0,1 0 0 0 0,-1 0 1 0 0,1 0-1 0 0,-1 0 0 0 0,1 0 1 0 0,0 1-1 0 0,-1-1 0 0 0,1 1 1 0 0,0-1-1 0 0,0 1 0 0 0,0-1 0 0 0,0 1 1 0 0,0-1-1 0 0,0 1 0 0 0,0 0 1 0 0,0 2-1 0 0,1-3 112 0 0,1-1 0 0 0,-1 1 1 0 0,0-1-1 0 0,1 1 0 0 0,-1-1 1 0 0,1 1-1 0 0,-1-1 0 0 0,1 1 0 0 0,-1-1 1 0 0,1 1-1 0 0,-1-1 0 0 0,1 1 1 0 0,-1-1-1 0 0,1 0 0 0 0,-1 1 0 0 0,1-1 1 0 0,0 0-1 0 0,-1 0 0 0 0,1 1 1 0 0,0-1-1 0 0,-1 0 0 0 0,1 0 0 0 0,0 0 1 0 0,-1 0-1 0 0,1 0 0 0 0,0 0 1 0 0,-1 0-1 0 0,2 0 0 0 0,23 1 1194 0 0,-25-1-1132 0 0,39-1 3482 0 0,47-8 0 0 0,40-12-217 0 0,2-1-1880 0 0,282-7-91 0 0,-120 14-766 0 0,-88 3 119 0 0,85-9-1224 0 0,-237 12-4965 0 0,-28 6-224 0 0</inkml:trace>
</inkml:ink>
</file>

<file path=ppt/ink/ink2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1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6913 0 0,'0'0'529'0'0,"31"-2"4074"0"0,-26 2-4473 0 0,-1-1 0 0 0,1 1 0 0 0,0 0 0 0 0,0 0 0 0 0,-1 0 0 0 0,1 1 0 0 0,0-1 0 0 0,-1 1 0 0 0,1 0 0 0 0,-1 1 0 0 0,1-1 0 0 0,-1 1 0 0 0,0 0 0 0 0,1 0 0 0 0,-1 0 0 0 0,0 1 0 0 0,0-1 0 0 0,-1 1 0 0 0,1 0 0 0 0,0 0 0 0 0,-1 0 0 0 0,0 1 0 0 0,0-1 0 0 0,0 1 0 0 0,0 0 0 0 0,0 0 0 0 0,-1 0 0 0 0,1 0 0 0 0,-1 0 0 0 0,-1 0 0 0 0,1 1 0 0 0,0-1 0 0 0,-1 1 0 0 0,0-1 0 0 0,1 6 0 0 0,2 60 1043 0 0,-6 98 0 0 0,0-17-992 0 0,3 16-173 0 0,3 88-27 0 0,1-180 89 0 0,20 104-1 0 0,-15-132-28 0 0,-2-1 0 0 0,-2 2 0 0 0,-2-1 0 0 0,-2 1 0 0 0,-5 50 0 0 0,0-47-434 0 0,1 0 1 0 0,3 0-1 0 0,9 61 1 0 0,-10-111 321 0 0,0-1 0 0 0,0 1 1 0 0,0 0-1 0 0,0 0 0 0 0,0 0 0 0 0,1 0 1 0 0,-1-1-1 0 0,0 1 0 0 0,0 0 1 0 0,1 0-1 0 0,-1 0 0 0 0,1-1 0 0 0,-1 1 1 0 0,1 0-1 0 0,-1-1 0 0 0,1 1 0 0 0,-1 0 1 0 0,1-1-1 0 0,0 1 0 0 0,-1-1 1 0 0,1 1-1 0 0,0-1 0 0 0,-1 1 0 0 0,1-1 1 0 0,0 1-1 0 0,0-1 0 0 0,-1 0 0 0 0,2 1 1 0 0,3-2-740 0 0</inkml:trace>
</inkml:ink>
</file>

<file path=ppt/ink/ink2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7370 0 0,'4'-1'373'0'0,"0"0"-1"0"0,0 0 1 0 0,1 1 0 0 0,-1-1 0 0 0,0 1 0 0 0,1 0 0 0 0,-1 0 0 0 0,5 1 0 0 0,3-1-437 0 0,26-1-1359 0 0,-1 1 0 0 0,40 5 0 0 0,-15 7 3153 0 0,-61-12-1670 0 0,1 0-1 0 0,0 0 1 0 0,-1 0 0 0 0,1 1-1 0 0,0-1 1 0 0,-1 1 0 0 0,1-1-1 0 0,-1 1 1 0 0,1 0-1 0 0,-1 0 1 0 0,1 0 0 0 0,-1-1-1 0 0,0 1 1 0 0,1 1 0 0 0,-1-1-1 0 0,0 0 1 0 0,0 0-1 0 0,0 0 1 0 0,1 1 0 0 0,-2-1-1 0 0,1 0 1 0 0,0 1 0 0 0,0-1-1 0 0,0 1 1 0 0,0-1 0 0 0,-1 1-1 0 0,1 0 1 0 0,-1-1-1 0 0,1 1 1 0 0,-1-1 0 0 0,0 4-1 0 0,0-1-97 0 0,-1 0 0 0 0,0-1 1 0 0,-1 1-1 0 0,1 0 0 0 0,-1 0 0 0 0,1-1 0 0 0,-1 1 0 0 0,0-1 0 0 0,0 1 0 0 0,-1-1 0 0 0,1 0 0 0 0,-5 5 0 0 0,-28 28-531 0 0,-43 35 1 0 0,-3 3 2097 0 0,79-72-1425 0 0,0 0 0 0 0,0 0-1 0 0,0 0 1 0 0,1 0 0 0 0,-1 0 0 0 0,1 0 0 0 0,0 1-1 0 0,-2 4 1 0 0,2-7-61 0 0,1 1 1 0 0,0 0-1 0 0,0 0 0 0 0,0-1 1 0 0,0 1-1 0 0,-1 0 0 0 0,1 0 1 0 0,1 0-1 0 0,-1-1 0 0 0,0 1 0 0 0,0 0 1 0 0,0 0-1 0 0,0-1 0 0 0,0 1 1 0 0,1 0-1 0 0,-1 0 0 0 0,0-1 1 0 0,1 1-1 0 0,-1 0 0 0 0,1 1 1 0 0,1-1-9 0 0,0 1 1 0 0,0 0-1 0 0,1-1 1 0 0,-1 0-1 0 0,0 1 0 0 0,1-1 1 0 0,-1 0-1 0 0,1 0 1 0 0,-1 0-1 0 0,1-1 1 0 0,0 1-1 0 0,-1-1 1 0 0,1 1-1 0 0,-1-1 1 0 0,6 0-1 0 0,13 0 641 0 0,38-4 0 0 0,-40 1-82 0 0,-1 2 0 0 0,35 1 0 0 0,-52 0-579 0 0,0 0-1 0 0,0 0 0 0 0,0 0 1 0 0,0 0-1 0 0,0 0 0 0 0,1 0 1 0 0,-1 1-1 0 0,0-1 1 0 0,0 0-1 0 0,0 1 0 0 0,0-1 1 0 0,0 1-1 0 0,0-1 0 0 0,0 1 1 0 0,0-1-1 0 0,0 1 0 0 0,0 0 1 0 0,0 0-1 0 0,-1-1 1 0 0,1 1-1 0 0,0 0 0 0 0,1 2 1 0 0,-2-2-22 0 0,0 0 0 0 0,0 0 0 0 0,0 0 0 0 0,0 0 0 0 0,0 0 1 0 0,0 0-1 0 0,0 0 0 0 0,0 0 0 0 0,0 0 0 0 0,-1 1 0 0 0,1-1 0 0 0,0 0 1 0 0,-1 0-1 0 0,1 0 0 0 0,-1 0 0 0 0,1 0 0 0 0,-1 0 0 0 0,-1 1 0 0 0,-5 7-44 0 0,0 0-1 0 0,-1-1 1 0 0,-14 12-1 0 0,14-13 270 0 0,-1 1-138 0 0,-1 0 188 0 0,1 1-1 0 0,0 1 1 0 0,-14 17 0 0 0,22-25-242 0 0,-1 0 0 0 0,1 0 1 0 0,0-1-1 0 0,0 1 0 0 0,0 0 1 0 0,0 0-1 0 0,0 0 0 0 0,0 0 1 0 0,1 0-1 0 0,-1 1 0 0 0,1-1 1 0 0,-1 0-1 0 0,1 0 0 0 0,0 0 1 0 0,0 0-1 0 0,0 1 0 0 0,0-1 1 0 0,0 0-1 0 0,0 0 0 0 0,0 0 1 0 0,1 0-1 0 0,0 1 0 0 0,-1-1 1 0 0,1 0-1 0 0,0 0 0 0 0,0 0 1 0 0,0 0-1 0 0,0 0 0 0 0,2 2 1 0 0,1 0-43 0 0,0 0 0 0 0,1-1 0 0 0,0 0 0 0 0,-1 0 0 0 0,1 0 0 0 0,0-1 0 0 0,1 1 0 0 0,-1-1 0 0 0,0 0 0 0 0,1-1 0 0 0,-1 1 0 0 0,1-1 0 0 0,-1 0 0 0 0,1-1-1 0 0,-1 1 1 0 0,8-1 0 0 0,-6 0 0 0 0,0 1 1 0 0,0 0-1 0 0,1 0 0 0 0,-1 0 0 0 0,0 1 0 0 0,0 0 0 0 0,0 1 0 0 0,12 6 0 0 0,-18-9 10 0 0,-1 1-1 0 0,0-1 1 0 0,0 1 0 0 0,0-1 0 0 0,1 1 0 0 0,-1-1 0 0 0,0 1 0 0 0,0-1-1 0 0,0 1 1 0 0,0-1 0 0 0,0 1 0 0 0,0-1 0 0 0,0 1 0 0 0,0-1-1 0 0,0 1 1 0 0,0-1 0 0 0,0 1 0 0 0,-1-1 0 0 0,1 1 0 0 0,0-1 0 0 0,0 0-1 0 0,0 1 1 0 0,-1-1 0 0 0,1 1 0 0 0,0-1 0 0 0,0 1 0 0 0,-1-1 0 0 0,1 0-1 0 0,0 1 1 0 0,-1-1 0 0 0,1 0 0 0 0,-1 1 0 0 0,1-1 0 0 0,0 0 0 0 0,-1 1-1 0 0,1-1 1 0 0,-1 0 0 0 0,1 0 0 0 0,-1 1 0 0 0,-25 18-444 0 0,17-13 353 0 0,8-5 60 0 0,0 0-1 0 0,0-1 0 0 0,0 1 0 0 0,0 0 0 0 0,0 1 0 0 0,0-1 0 0 0,0 0 1 0 0,0 0-1 0 0,0 0 0 0 0,0 0 0 0 0,1 1 0 0 0,-1-1 0 0 0,1 0 0 0 0,-1 1 0 0 0,0 1 1 0 0,1-2-20 0 0,0 0 0 0 0,0-1 0 0 0,0 1 1 0 0,0 0-1 0 0,1-1 0 0 0,-1 1 1 0 0,0-1-1 0 0,0 1 0 0 0,1 0 0 0 0,-1-1 1 0 0,0 1-1 0 0,1-1 0 0 0,-1 1 0 0 0,0-1 1 0 0,1 1-1 0 0,-1-1 0 0 0,1 1 1 0 0,-1-1-1 0 0,1 1 0 0 0,-1-1 0 0 0,1 1 1 0 0,-1-1-1 0 0,2 1 0 0 0,4 2-318 0 0,0-1 0 0 0,0 0-1 0 0,0 0 1 0 0,0 0 0 0 0,10 1-1 0 0,-12-2 347 0 0,16 3 340 0 0,-13-2 265 0 0,1 0-1 0 0,0 0 1 0 0,0-1 0 0 0,-1 0 0 0 0,1-1-1 0 0,0 0 1 0 0,0 0 0 0 0,13-2 0 0 0,-11-4-40 0 0</inkml:trace>
</inkml:ink>
</file>

<file path=ppt/ink/ink2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 11522 0 0,'-1'0'382'0'0,"0"0"-1"0"0,0 0 1 0 0,0 1-1 0 0,0-1 1 0 0,0 0-1 0 0,-7 5 3053 0 0,7-3-3053 0 0,-21 28-3063 0 0,12-16 997 0 0,0 2 2825 0 0,0 0 0 0 0,1 0 0 0 0,1 1 0 0 0,0 0 0 0 0,-6 24 1 0 0,4-14-1149 0 0,4-10 56 0 0,1-1 0 0 0,1 1 0 0 0,1 0 0 0 0,-2 32 0 0 0,4 74 720 0 0,2-68-519 0 0,20 266-223 0 0,26-2 180 0 0,-29-207-158 0 0,-10-39 4 0 0,-4 143 0 0 0,1 11 4 0 0,0-177-897 0 0,4 50-4996 0 0</inkml:trace>
</inkml:ink>
</file>

<file path=ppt/ink/ink2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6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951 1006 3225 0 0,'3'-19'1347'0'0,"-2"18"-1196"0"0,-1-1 1 0 0,1 1 0 0 0,-1-1-1 0 0,0 1 1 0 0,1 0-1 0 0,-1-1 1 0 0,0 1 0 0 0,0-1-1 0 0,0 1 1 0 0,0-1 0 0 0,0 1-1 0 0,-1-3 1 0 0,0 3-41 0 0,0 1 0 0 0,0-1 1 0 0,1 0-1 0 0,-1 1 0 0 0,0-1 0 0 0,0 1 0 0 0,0 0 1 0 0,0-1-1 0 0,0 1 0 0 0,0 0 0 0 0,0-1 0 0 0,0 1 1 0 0,0 0-1 0 0,0 0 0 0 0,0 0 0 0 0,0 0 0 0 0,0 0 0 0 0,0 0 1 0 0,0 0-1 0 0,0 0 0 0 0,0 0 0 0 0,0 1 0 0 0,0-1 1 0 0,1 0-1 0 0,-3 1 0 0 0,0 0 200 0 0,1-1 0 0 0,-1 1 0 0 0,1-1 0 0 0,-1 0 0 0 0,0 0 0 0 0,1 0 0 0 0,-1-1 0 0 0,1 1 0 0 0,-1-1 0 0 0,1 1 0 0 0,-1-1 0 0 0,1 0 0 0 0,-1 0 0 0 0,1 0 0 0 0,0 0 0 0 0,-1 0 1 0 0,1-1-1 0 0,-3-1 0 0 0,-2-4 521 0 0,0 1 1 0 0,1-1 0 0 0,-11-14 0 0 0,12 14-689 0 0,-1 0 0 0 0,1 0 1 0 0,-1 1-1 0 0,0 0 0 0 0,-9-6 0 0 0,-26-18 86 0 0,0-2 0 0 0,2-2 1 0 0,2-1-1 0 0,1-3 0 0 0,2 0 0 0 0,-48-70 0 0 0,5 0 138 0 0,-5 4-1 0 0,-4 4 0 0 0,-122-111 1 0 0,172 185-3177 0 0</inkml:trace>
</inkml:ink>
</file>

<file path=ppt/ink/ink2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7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1845 10 10594 0 0,'0'-1'17'0'0,"0"1"0"0"0,-1-1 0 0 0,1 1 0 0 0,0-1 0 0 0,0 1 1 0 0,0-1-1 0 0,-1 1 0 0 0,1-1 0 0 0,0 1 0 0 0,-1 0 0 0 0,1-1 0 0 0,-1 1 0 0 0,1-1 0 0 0,0 1 0 0 0,-1 0 0 0 0,1-1 0 0 0,-1 1 0 0 0,1 0 0 0 0,-1-1 0 0 0,1 1 0 0 0,-1 0 0 0 0,1 0 0 0 0,-1 0 0 0 0,1 0 0 0 0,-1-1 0 0 0,1 1 0 0 0,-1 0 0 0 0,0 0 0 0 0,1 0 0 0 0,-1 0 1 0 0,1 0-1 0 0,-1 0 0 0 0,1 0 0 0 0,-1 0 0 0 0,1 0 0 0 0,-1 1 0 0 0,1-1 0 0 0,-2 0 0 0 0,-20 6-95 0 0,7 1 71 0 0,1 1 0 0 0,0 1 0 0 0,0 0-1 0 0,1 1 1 0 0,0 0 0 0 0,1 1 0 0 0,-15 17 0 0 0,-72 95 1525 0 0,77-93-1373 0 0,-512 604 1572 0 0,498-593-1714 0 0,-344 342 313 0 0,212-222 348 0 0,-36 22 454 0 0,159-147-1210 0 0,-2-3 0 0 0,-89 47 0 0 0,125-74-1232 0 0</inkml:trace>
</inkml:ink>
</file>

<file path=ppt/ink/ink2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77 210 920 0 0,'1'-1'26'0'0,"0"1"0"0"0,-1 0 0 0 0,1-1-1 0 0,0 1 1 0 0,0 0 0 0 0,0-1 0 0 0,-1 1 0 0 0,1-1-1 0 0,0 1 1 0 0,-1-1 0 0 0,1 1 0 0 0,0-1 0 0 0,-1 0-1 0 0,1 1 1 0 0,-1-1 0 0 0,1 0 0 0 0,-1 1-1 0 0,1-1 1 0 0,-1 0 0 0 0,1 0 0 0 0,-1 0 0 0 0,0 1-1 0 0,1-2 1 0 0,-1 1 46 0 0,-1 0-1 0 0,1 0 0 0 0,0 1 1 0 0,-1-1-1 0 0,1 0 1 0 0,0 1-1 0 0,-1-1 0 0 0,1 1 1 0 0,-1-1-1 0 0,1 1 0 0 0,-1-1 1 0 0,1 1-1 0 0,-1-1 1 0 0,0 1-1 0 0,1-1 0 0 0,-1 1 1 0 0,1-1-1 0 0,-1 1 1 0 0,0 0-1 0 0,-1-1 0 0 0,-2-1 252 0 0,0 1 1 0 0,-1 0-1 0 0,1 0 0 0 0,0 0 0 0 0,-1 0 0 0 0,1 0 1 0 0,-9 1-1 0 0,11 0-305 0 0,0 1 0 0 0,0-1 0 0 0,1 0 0 0 0,-1 0 0 0 0,0 0 0 0 0,0 0 0 0 0,1 0 0 0 0,-1 0 0 0 0,0-1 0 0 0,0 1 0 0 0,1-1 0 0 0,-1 1 0 0 0,0-1 0 0 0,1 0 0 0 0,-3 0 0 0 0,3 0 16 0 0,1 1 1 0 0,-1-1-1 0 0,1 1 0 0 0,-1-1 1 0 0,1 0-1 0 0,-1 1 1 0 0,1-1-1 0 0,0 0 0 0 0,-1 1 1 0 0,1-1-1 0 0,0 0 1 0 0,-1 0-1 0 0,1 1 0 0 0,0-1 1 0 0,0 0-1 0 0,0 0 1 0 0,0 0-1 0 0,0 1 0 0 0,0-1 1 0 0,0 0-1 0 0,0 0 1 0 0,0 1-1 0 0,0-3 0 0 0,1 0 165 0 0,0-1-1 0 0,1 1 0 0 0,-1-1 0 0 0,1 1 0 0 0,0-1 1 0 0,0 1-1 0 0,0 0 0 0 0,0 0 0 0 0,0 0 0 0 0,1 0 1 0 0,-1 0-1 0 0,5-3 0 0 0,7-5 74 0 0,0 2 1 0 0,0 0-1 0 0,1 0 1 0 0,0 1-1 0 0,0 1 1 0 0,1 1-1 0 0,18-6 1 0 0,3 2-111 0 0,0 2 1 0 0,42-5-1 0 0,-63 11-18 0 0,0 0-1 0 0,0 2 0 0 0,0-1 0 0 0,0 2 1 0 0,23 3-1 0 0,-35-3-110 0 0,-1 0 1 0 0,1-1-1 0 0,-1 1 0 0 0,1 1 1 0 0,-1-1-1 0 0,0 0 0 0 0,0 1 0 0 0,0-1 1 0 0,0 1-1 0 0,0 0 0 0 0,0 0 1 0 0,0 0-1 0 0,-1 1 0 0 0,1-1 1 0 0,-1 1-1 0 0,1-1 0 0 0,-1 1 1 0 0,0 0-1 0 0,0 0 0 0 0,0 0 1 0 0,0 0-1 0 0,-1 0 0 0 0,1 0 0 0 0,-1 0 1 0 0,0 1-1 0 0,0-1 0 0 0,0 1 1 0 0,0-1-1 0 0,-1 1 0 0 0,0-1 1 0 0,1 5-1 0 0,-2 9 23 0 0,0 0 0 0 0,-1 0-1 0 0,0 0 1 0 0,-2 0 0 0 0,0 0 0 0 0,-1-1 0 0 0,0 1 0 0 0,-1-1-1 0 0,-1-1 1 0 0,-17 30 0 0 0,8-21 35 0 0,0 0 0 0 0,-2-1 0 0 0,0 0 0 0 0,-2-2 0 0 0,-36 33 0 0 0,38-42-88 0 0,16-12-6 0 0,11-8-9 0 0,3-2-216 0 0,1 1 0 0 0,0 1 0 0 0,1 0 1 0 0,0 1-1 0 0,0 0 0 0 0,0 2 0 0 0,1-1 0 0 0,0 2 0 0 0,0 0 0 0 0,27-4 0 0 0,-16 5 183 0 0,1 0-1 0 0,-1 2 1 0 0,1 2 0 0 0,-1 0-1 0 0,42 7 1 0 0,-44-3 231 0 0,1 1 1 0 0,41 16-1 0 0,-60-20-114 0 0,0 0 0 0 0,0 1-1 0 0,0 0 1 0 0,0 1 0 0 0,0-1-1 0 0,-1 1 1 0 0,1 0-1 0 0,-1 0 1 0 0,0 1 0 0 0,0 0-1 0 0,-1-1 1 0 0,1 2 0 0 0,-1-1-1 0 0,0 0 1 0 0,5 11 0 0 0,-8-12 1 0 0,0-1 1 0 0,0 1 0 0 0,0-1-1 0 0,0 1 1 0 0,-1-1 0 0 0,1 1 0 0 0,-1 0-1 0 0,0-1 1 0 0,0 1 0 0 0,-1 0-1 0 0,1-1 1 0 0,-1 1 0 0 0,0-1-1 0 0,-1 7 1 0 0,-1-3 52 0 0,-1 0 0 0 0,1 0-1 0 0,-1 0 1 0 0,0-1 0 0 0,0 1 0 0 0,-9 8 0 0 0,-3 2 33 0 0,-1-1 1 0 0,-1-1 0 0 0,-31 21-1 0 0,-12 2-920 0 0,18-22-2907 0 0</inkml:trace>
</inkml:ink>
</file>

<file path=ppt/ink/ink2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2 13827 0 0,'-1'0'9'0'0,"1"-1"1"0"0,-1 1-1 0 0,0 0 0 0 0,0 0 1 0 0,1 0-1 0 0,-1 0 0 0 0,0 0 1 0 0,0 0-1 0 0,1 0 0 0 0,-1 0 1 0 0,0 0-1 0 0,0 0 0 0 0,1 0 1 0 0,-1 1-1 0 0,0-1 0 0 0,0 0 1 0 0,1 0-1 0 0,-1 1 0 0 0,0-1 1 0 0,1 0-1 0 0,-1 1 0 0 0,0-1 1 0 0,1 1-1 0 0,-1-1 0 0 0,1 1 1 0 0,-1-1-1 0 0,1 1 0 0 0,-1-1 1 0 0,1 1-1 0 0,-1 0 0 0 0,1-1 1 0 0,-1 1-1 0 0,1 0 0 0 0,-1 0 1 0 0,-23 33-313 0 0,15-21 815 0 0,4-6-643 0 0,-20 28-1498 0 0,24-35 1546 0 0,1 1 1 0 0,-1 0-1 0 0,0-1 0 0 0,1 1 0 0 0,0 0 1 0 0,-1-1-1 0 0,1 1 0 0 0,-1 0 0 0 0,1 0 1 0 0,0-1-1 0 0,-1 1 0 0 0,1 0 1 0 0,0 0-1 0 0,0 0 0 0 0,0 0 0 0 0,0-1 1 0 0,0 1-1 0 0,0 0 0 0 0,0 0 0 0 0,0 0 1 0 0,0 0-1 0 0,0-1 0 0 0,0 1 1 0 0,0 0-1 0 0,1 0 0 0 0,-1 0 0 0 0,0 0 1 0 0,0-1-1 0 0,1 1 0 0 0,-1 0 0 0 0,1 0 1 0 0,-1-1-1 0 0,1 1 0 0 0,-1 0 0 0 0,1-1 1 0 0,0 2-1 0 0,5-3 74 0 0,-1-6 62 0 0</inkml:trace>
</inkml:ink>
</file>

<file path=ppt/ink/ink2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22 163 2761 0 0,'-2'-1'182'0'0,"1"0"1"0"0,-1 0-1 0 0,1 0 0 0 0,-1 1 1 0 0,0-1-1 0 0,1-1 1 0 0,0 1-1 0 0,-1 0 1 0 0,1 0-1 0 0,0 0 1 0 0,-1-1-1 0 0,0-1 1 0 0,1 2-155 0 0,1-1 1 0 0,0 1 0 0 0,0 0 0 0 0,0 0-1 0 0,0-1 1 0 0,0 1 0 0 0,0 0-1 0 0,0 0 1 0 0,0-1 0 0 0,0 1 0 0 0,0 0-1 0 0,1 0 1 0 0,-1-1 0 0 0,0 1 0 0 0,1 0-1 0 0,-1 0 1 0 0,1 0 0 0 0,-1 0-1 0 0,1 0 1 0 0,1-2 0 0 0,2-2 91 0 0,0-1 0 0 0,0 0 1 0 0,1 1-1 0 0,0 0 0 0 0,0 0 0 0 0,1 1 1 0 0,-1 0-1 0 0,1-1 0 0 0,12-5 0 0 0,1 0 893 0 0,40-15-1 0 0,-36 17-51 0 0,36-8-1 0 0,-52 14-852 0 0,1 1-1 0 0,0 0 1 0 0,0 0-1 0 0,-1 1 1 0 0,1 0-1 0 0,0 0 1 0 0,0 1-1 0 0,15 3 1 0 0,-22-4-94 0 0,1 1 0 0 0,-1 0 0 0 0,0-1-1 0 0,1 1 1 0 0,-1 0 0 0 0,1 0 0 0 0,-1-1 0 0 0,0 1 0 0 0,0 0 0 0 0,0 0 0 0 0,1 1 0 0 0,-1-1 0 0 0,0 0-1 0 0,0 0 1 0 0,0 0 0 0 0,-1 1 0 0 0,1-1 0 0 0,0 1 0 0 0,0-1 0 0 0,0 2 0 0 0,0 1 7 0 0,0 0 1 0 0,0 0 0 0 0,-1 0 0 0 0,1 0-1 0 0,-1 0 1 0 0,0 0 0 0 0,0-1-1 0 0,-1 6 1 0 0,-2 6 49 0 0,0 0 0 0 0,-1 0 1 0 0,-6 15-1 0 0,10-29-66 0 0,-33 70 479 0 0,25-57-426 0 0,1 1-1 0 0,0 1 1 0 0,1-1 0 0 0,0 1-1 0 0,-4 22 1 0 0,10-38-63 0 0,0 1 0 0 0,0-1 0 0 0,1 1 0 0 0,-1-1 1 0 0,0 1-1 0 0,0-1 0 0 0,0 1 0 0 0,0-1 0 0 0,1 1 0 0 0,-1-1 0 0 0,0 0 1 0 0,0 1-1 0 0,1-1 0 0 0,-1 1 0 0 0,0-1 0 0 0,0 0 0 0 0,1 1 0 0 0,-1-1 0 0 0,1 0 1 0 0,-1 1-1 0 0,0-1 0 0 0,1 0 0 0 0,-1 0 0 0 0,1 1 0 0 0,-1-1 0 0 0,0 0 1 0 0,1 0-1 0 0,-1 0 0 0 0,1 0 0 0 0,-1 0 0 0 0,1 0 0 0 0,-1 1 0 0 0,1-1 1 0 0,-1 0-1 0 0,1 0 0 0 0,-1 0 0 0 0,1 0 0 0 0,-1-1 0 0 0,1 1 0 0 0,-1 0 0 0 0,1 0 1 0 0,0 0-1 0 0,27-5-551 0 0,-23 3 393 0 0,1 1 95 0 0,0 0 1 0 0,0 0-1 0 0,0 1 1 0 0,0-1-1 0 0,0 1 1 0 0,0 0-1 0 0,0 1 1 0 0,0-1-1 0 0,0 1 1 0 0,0 1-1 0 0,7 2 1 0 0,-11-3 75 0 0,1 0-1 0 0,-1 0 1 0 0,0 1 0 0 0,0-1 0 0 0,0 1 0 0 0,0 0-1 0 0,0-1 1 0 0,0 1 0 0 0,0 0 0 0 0,-1 0-1 0 0,1 0 1 0 0,-1 1 0 0 0,1-1 0 0 0,-1 0 0 0 0,0 1-1 0 0,0-1 1 0 0,0 0 0 0 0,0 1 0 0 0,0-1 0 0 0,0 1-1 0 0,-1-1 1 0 0,1 1 0 0 0,-1 0 0 0 0,0-1-1 0 0,0 1 1 0 0,0 0 0 0 0,0-1 0 0 0,-1 4 0 0 0,0 5 87 0 0,-1-1 0 0 0,0 1 0 0 0,0-1 1 0 0,-1 0-1 0 0,-1 0 0 0 0,0 0 1 0 0,0 0-1 0 0,-1 0 0 0 0,0-1 0 0 0,0 0 1 0 0,-1 0-1 0 0,-1 0 0 0 0,1-1 0 0 0,-1 0 1 0 0,-1 0-1 0 0,0 0 0 0 0,-14 10 1 0 0,7-10-2142 0 0</inkml:trace>
</inkml:ink>
</file>

<file path=ppt/ink/ink2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0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0 395 10138 0 0,'37'13'399'0'0,"19"21"-486"0"0,-10-4 1100 0 0,1-3 0 0 0,2-1 0 0 0,1-2 0 0 0,65 21 0 0 0,-113-44-980 0 0,0-1-1 0 0,0 1 0 0 0,0 0 1 0 0,1-1-1 0 0,-1 1 0 0 0,0-1 1 0 0,0 0-1 0 0,1 0 1 0 0,-1 0-1 0 0,0 0 0 0 0,1 0 1 0 0,-1 0-1 0 0,0 0 0 0 0,0-1 1 0 0,1 1-1 0 0,-1-1 0 0 0,0 0 1 0 0,0 0-1 0 0,0 0 1 0 0,0 0-1 0 0,0 0 0 0 0,0 0 1 0 0,0 0-1 0 0,0-1 0 0 0,0 1 1 0 0,0-1-1 0 0,-1 1 0 0 0,1-1 1 0 0,-1 0-1 0 0,1 0 0 0 0,-1 1 1 0 0,1-1-1 0 0,-1 0 1 0 0,0 0-1 0 0,0 0 0 0 0,0-1 1 0 0,0 1-1 0 0,-1 0 0 0 0,1 0 1 0 0,-1 0-1 0 0,1-4 0 0 0,2-11 182 0 0,-1 1 0 0 0,-1-1 0 0 0,-1 0 0 0 0,-3-29-1 0 0,2 25 104 0 0,-26-187 1503 0 0,22 181-1677 0 0,2 12-313 0 0,1 0 1 0 0,0 0-1 0 0,1 1 1 0 0,0-2-1 0 0,2 1 1 0 0,-1 0-1 0 0,2 1 1 0 0,5-24-1 0 0,0 23-669 0 0,3 5-7 0 0</inkml:trace>
</inkml:ink>
</file>

<file path=ppt/ink/ink2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17972 0 0,'0'1'18'0'0,"0"-1"1"0"0,0 1-1 0 0,0-1 1 0 0,0 1 0 0 0,0-1-1 0 0,0 1 1 0 0,0-1-1 0 0,0 0 1 0 0,0 1-1 0 0,0-1 1 0 0,0 1-1 0 0,0-1 1 0 0,0 1-1 0 0,1-1 1 0 0,-1 1 0 0 0,0-1-1 0 0,0 1 1 0 0,1-1-1 0 0,-1 0 1 0 0,0 1-1 0 0,1-1 1 0 0,-1 1-1 0 0,0-1 1 0 0,1 0-1 0 0,-1 1 1 0 0,0-1 0 0 0,1 0-1 0 0,-1 0 1 0 0,1 1-1 0 0,-1-1 1 0 0,1 0-1 0 0,-1 0 1 0 0,0 0-1 0 0,1 1 1 0 0,0-1-1 0 0,19 10-1319 0 0,6 0 729 0 0,1-2-1 0 0,52 10 0 0 0,12 3 364 0 0,173 70 2850 0 0,-209-67-1713 0 0,-1 2 0 0 0,84 54 0 0 0,92 94 29 0 0,3 1-1087 0 0,-192-148-116 0 0,1-2 0 0 0,75 32 0 0 0,-90-46 62 0 0,1-2-1 0 0,0 0 1 0 0,0-2 0 0 0,0-1-1 0 0,54 4 1 0 0,-64-10-1538 0 0</inkml:trace>
</inkml:ink>
</file>

<file path=ppt/ink/ink2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879 0 11979 0 0,'-2'1'118'0'0,"0"-1"0"0"0,1 1 0 0 0,-1-1 0 0 0,0 1 0 0 0,1 0 0 0 0,-1 0 0 0 0,0 0 0 0 0,1 0 0 0 0,-1 0 0 0 0,1 0 0 0 0,0 0 0 0 0,-1 0 0 0 0,1 0 0 0 0,0 1 0 0 0,0-1 0 0 0,0 1 0 0 0,0-1 0 0 0,-2 3 0 0 0,-20 36-957 0 0,15-24 864 0 0,-152 227-993 0 0,55-90 1783 0 0,-166 280 2870 0 0,13 8-4549 0 0,250-425 868 0 0,-9 12-666 0 0</inkml:trace>
</inkml:ink>
</file>

<file path=ppt/ink/ink2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2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524 25 2761 0 0,'-42'-18'249'0'0,"30"12"-221"0"0,11 6-60 0 0,15 28 4974 0 0,29 57 701 0 0,-28-52-5269 0 0,2-2 0 0 0,1 1 0 0 0,1-2 0 0 0,30 35 0 0 0,-11-27-162 0 0,2-1 1 0 0,2-2 0 0 0,1-2-1 0 0,1-2 1 0 0,88 46 0 0 0,-113-71-569 0 0,-15-6 347 0 0,-13-4 10 0 0,4 2-71 0 0,-1 1 0 0 0,0 0 1 0 0,1 0-1 0 0,-1 1 0 0 0,0-1 1 0 0,0 1-1 0 0,1 0 0 0 0,-1 1 0 0 0,0-1 1 0 0,1 1-1 0 0,-10 3 0 0 0,-64 23-923 0 0,62-21 933 0 0,-550 226 4422 0 0,494-202-3668 0 0,-27 11-1342 0 0,35-7-3349 0 0,46-23-1559 0 0</inkml:trace>
</inkml:ink>
</file>

<file path=ppt/ink/ink2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3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448 73 2761 0 0,'-8'-32'2167'0'0,"8"29"-2020"0"0,0 0-1 0 0,0 0 1 0 0,-1 0-1 0 0,1 0 1 0 0,-1 0 0 0 0,0 0-1 0 0,0 0 1 0 0,0 0-1 0 0,-1 0 1 0 0,1 0-1 0 0,-3-4 1 0 0,3 7-73 0 0,0 0 0 0 0,-1 0 0 0 0,1-1 1 0 0,0 1-1 0 0,0 0 0 0 0,-1 0 0 0 0,1 0 0 0 0,0 0 0 0 0,-1 0 1 0 0,1 0-1 0 0,0 1 0 0 0,0-1 0 0 0,0 0 0 0 0,-1 1 1 0 0,1-1-1 0 0,0 1 0 0 0,0-1 0 0 0,-2 2 0 0 0,-26 13 2054 0 0,27-14-1883 0 0,-12 8 42 0 0,-1 1 1 0 0,2 0-1 0 0,-1 1 0 0 0,2 1 1 0 0,-1 0-1 0 0,2 1 1 0 0,-14 17-1 0 0,-64 106 303 0 0,77-115-272 0 0,-7 9-49 0 0,-11 19 621 0 0,-44 95 0 0 0,68-130-766 0 0,1 0 0 0 0,0 0 1 0 0,1 0-1 0 0,1 1 0 0 0,0-1 0 0 0,1 1 0 0 0,0 0 0 0 0,2 0 0 0 0,-1-1 0 0 0,2 1 0 0 0,0 0 0 0 0,4 20 0 0 0,-2-26-108 0 0,0 0-1 0 0,0 0 1 0 0,1 0-1 0 0,1-1 1 0 0,0 1-1 0 0,0-1 0 0 0,0 0 1 0 0,1-1-1 0 0,0 1 1 0 0,0-1-1 0 0,1 0 1 0 0,0-1-1 0 0,0 1 0 0 0,1-1 1 0 0,0-1-1 0 0,0 0 1 0 0,0 0-1 0 0,1 0 1 0 0,10 3-1 0 0,-11-4-31 0 0,1-1 0 0 0,0 0 0 0 0,1 0 0 0 0,-1-1 0 0 0,0 0-1 0 0,1-1 1 0 0,-1 0 0 0 0,1-1 0 0 0,-1 0 0 0 0,1 0 0 0 0,-1-1 0 0 0,1 0 0 0 0,-1-1 0 0 0,1 0 0 0 0,-1 0-1 0 0,0-1 1 0 0,0 0 0 0 0,0 0 0 0 0,11-8 0 0 0,-13 7-252 0 0,-1-1-1 0 0,0 0 1 0 0,0 0-1 0 0,0-1 1 0 0,-1 1-1 0 0,1-1 1 0 0,-2-1 0 0 0,1 1-1 0 0,-1-1 1 0 0,0 1-1 0 0,0-1 1 0 0,0-1-1 0 0,-1 1 1 0 0,0 0-1 0 0,-1-1 1 0 0,0 1 0 0 0,2-11-1 0 0,-3 13 86 0 0,0-1-1 0 0,-1 1 1 0 0,0 0 0 0 0,1 0-1 0 0,-2 0 1 0 0,1 0 0 0 0,-1 0-1 0 0,1 0 1 0 0,-1 0 0 0 0,-1 0-1 0 0,1 0 1 0 0,-1 0-1 0 0,0 0 1 0 0,0 1 0 0 0,0-1-1 0 0,-1 1 1 0 0,1-1 0 0 0,-1 1-1 0 0,0 0 1 0 0,0 0-1 0 0,-1 0 1 0 0,1 0 0 0 0,-1 1-1 0 0,0-1 1 0 0,0 1 0 0 0,0 0-1 0 0,-7-3 1 0 0,7 3 161 0 0,-1 1 0 0 0,1 0 0 0 0,0-1 1 0 0,0 0-1 0 0,0 0 0 0 0,0 0 0 0 0,-5-6 0 0 0,9 8 23 0 0,-1 0-1 0 0,1 1 0 0 0,-1-1 1 0 0,1 0-1 0 0,0 0 1 0 0,-1 0-1 0 0,1 1 0 0 0,0-1 1 0 0,0 0-1 0 0,-1 0 1 0 0,1 0-1 0 0,0 0 0 0 0,0 0 1 0 0,0 1-1 0 0,0-1 1 0 0,0 0-1 0 0,0 0 0 0 0,0 0 1 0 0,1-1-1 0 0,-1 1-2 0 0,1-1 0 0 0,0 0-1 0 0,0 1 1 0 0,0-1 0 0 0,0 1-1 0 0,0 0 1 0 0,0-1 0 0 0,0 1 0 0 0,1 0-1 0 0,-1 0 1 0 0,0-1 0 0 0,1 1-1 0 0,1-1 1 0 0,10-6-202 0 0,0 1 1 0 0,1 0-1 0 0,-1 1 0 0 0,2 0 1 0 0,-1 1-1 0 0,1 1 0 0 0,-1 0 1 0 0,22-2-1 0 0,-15 3 272 0 0,0 1 1 0 0,0 1-1 0 0,0 1 0 0 0,1 1 1 0 0,30 6-1 0 0,-48-7 165 0 0,0 1 0 0 0,-1 0 0 0 0,1 1-1 0 0,0-1 1 0 0,-1 1 0 0 0,1-1 0 0 0,-1 1 0 0 0,1 0-1 0 0,-1 1 1 0 0,0-1 0 0 0,0 0 0 0 0,0 1-1 0 0,0 0 1 0 0,0 0 0 0 0,-1-1 0 0 0,1 2 0 0 0,-1-1-1 0 0,0 0 1 0 0,0 0 0 0 0,0 1 0 0 0,0-1 0 0 0,-1 1-1 0 0,1 0 1 0 0,-1-1 0 0 0,0 1 0 0 0,1 6 0 0 0,1 9 584 0 0,-1 1 0 0 0,0-1 1 0 0,-2 1-1 0 0,-2 24 1 0 0,1-2-496 0 0,1-38-299 0 0,0 29 405 0 0,4 34 0 0 0,-2-57-439 0 0,-1-1 0 0 0,1 1 0 0 0,1-1-1 0 0,-1 0 1 0 0,2 1 0 0 0,-1-2 0 0 0,1 1 0 0 0,7 11-1 0 0,-10-19-110 0 0,-1 0 0 0 0,1-1 1 0 0,-1 1-1 0 0,0-1 0 0 0,1 1 0 0 0,-1-1 0 0 0,1 1 0 0 0,-1-1 0 0 0,1 1 0 0 0,-1-1 0 0 0,1 1 0 0 0,0-1 0 0 0,-1 0 0 0 0,1 1 0 0 0,0-1 0 0 0,-1 0 1 0 0,1 1-1 0 0,0-1 0 0 0,-1 0 0 0 0,1 0 0 0 0,0 0 0 0 0,-1 0 0 0 0,1 0 0 0 0,0 0 0 0 0,-1 0 0 0 0,1 0 0 0 0,1 0 0 0 0</inkml:trace>
</inkml:ink>
</file>

<file path=ppt/ink/ink2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0 16067 0 0,'-1'1'15'0'0,"-1"-1"1"0"0,1 1-1 0 0,0 0 0 0 0,-1 0 0 0 0,1-1 0 0 0,0 1 0 0 0,-1 0 0 0 0,1 0 0 0 0,0 0 0 0 0,0 0 0 0 0,0 0 0 0 0,0 1 0 0 0,0-1 0 0 0,0 0 0 0 0,0 0 0 0 0,0 1 0 0 0,1-1 0 0 0,-1 1 0 0 0,0-1 0 0 0,1 0 0 0 0,-1 1 0 0 0,1-1 0 0 0,0 1 0 0 0,-1 0 0 0 0,1 1 0 0 0,-10 49-2944 0 0,9-45 3028 0 0,-4 40-328 0 0,1 59 0 0 0,7-34 2605 0 0,3 0 1 0 0,30 139-1 0 0,-35-207-2518 0 0,-1 0-189 0 0,1 1-1 0 0,0-1 1 0 0,0 1 0 0 0,1-1-1 0 0,-1 0 1 0 0,1 0 0 0 0,0 1-1 0 0,0-1 1 0 0,5 7 0 0 0,-3-10-1118 0 0</inkml:trace>
</inkml:ink>
</file>

<file path=ppt/ink/ink2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1 165 17972 0 0,'3'3'1185'0'0,"12"8"-4914"0"0,1 0 222 0 0,-6-1 2600 0 0,-1 1-1 0 0,0 0 0 0 0,0 1 1 0 0,-1 0-1 0 0,12 23 1 0 0,22 31 1184 0 0,-20-41 672 0 0,1 0 0 0 0,2-2-1 0 0,0-1 1 0 0,2 0-1 0 0,0-2 1 0 0,1-1-1 0 0,1-2 1 0 0,1 0 0 0 0,0-2-1 0 0,35 11 1 0 0,-57-23-936 0 0,-1-1 0 0 0,1 0 0 0 0,0-1 0 0 0,-1 0 0 0 0,1 0 1 0 0,0 0-1 0 0,0-1 0 0 0,0 0 0 0 0,-1-1 0 0 0,1 0 0 0 0,0 0 1 0 0,0-1-1 0 0,-1 0 0 0 0,1 0 0 0 0,-1 0 0 0 0,0-1 0 0 0,0-1 0 0 0,0 1 1 0 0,0-1-1 0 0,12-9 0 0 0,-11 7-50 0 0,-1 0 1 0 0,0-1-1 0 0,0 0 1 0 0,0-1-1 0 0,-1 1 1 0 0,-1-1-1 0 0,1-1 0 0 0,-1 1 1 0 0,0-1-1 0 0,-1 0 1 0 0,0 0-1 0 0,0 0 1 0 0,-1 0-1 0 0,0-1 0 0 0,-1 1 1 0 0,1-11-1 0 0,1-15 23 0 0,-3 0 0 0 0,-1 0 0 0 0,-1 0 1 0 0,-2 0-1 0 0,-13-61 0 0 0,8 65-2603 0 0,-18-47 0 0 0,18 58-2347 0 0</inkml:trace>
</inkml:ink>
</file>

<file path=ppt/ink/ink2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 6449 0 0,'-2'0'31'0'0,"0"0"-1"0"0,0 0 0 0 0,0 0 0 0 0,0 0 0 0 0,0 0 0 0 0,0 0 1 0 0,0 0-1 0 0,0 1 0 0 0,0-1 0 0 0,0 1 0 0 0,1 0 0 0 0,-1-1 1 0 0,0 1-1 0 0,0 0 0 0 0,1 0 0 0 0,-1 0 0 0 0,0 0 0 0 0,1 1 1 0 0,-1-1-1 0 0,1 0 0 0 0,-1 1 0 0 0,1-1 0 0 0,0 1 1 0 0,0-1-1 0 0,-1 1 0 0 0,1-1 0 0 0,0 1 0 0 0,1 0 0 0 0,-1 0 1 0 0,0 0-1 0 0,-1 3 0 0 0,7 135 4545 0 0,0-74-3456 0 0,3 0-1 0 0,32 124 1 0 0,-31-154-1315 0 0,-6-21-569 0 0,1-1-1 0 0,0 0 0 0 0,1 0 0 0 0,7 15 0 0 0,-7-22-409 0 0</inkml:trace>
</inkml:ink>
</file>

<file path=ppt/ink/ink2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5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32 1840 0 0,'0'-1'54'0'0,"-1"-1"-1"0"0,0 1 1 0 0,1 0-1 0 0,-1-1 1 0 0,1 1-1 0 0,-1-1 1 0 0,1 1-1 0 0,0-1 1 0 0,-1 1-1 0 0,1-1 1 0 0,0 1-1 0 0,0-3 1 0 0,0 3 3 0 0,1 1 0 0 0,-1-1 0 0 0,0 1 0 0 0,0-1 0 0 0,0 1 0 0 0,1-1 0 0 0,-1 1 0 0 0,0-1 0 0 0,0 1 0 0 0,1 0 0 0 0,-1-1 0 0 0,1 1 0 0 0,-1-1 0 0 0,0 1 0 0 0,1 0 0 0 0,-1-1 0 0 0,1 1 0 0 0,-1 0 0 0 0,0 0 0 0 0,1-1 0 0 0,-1 1 0 0 0,1 0 0 0 0,-1 0 0 0 0,2-1 0 0 0,1 1 128 0 0,0 0 1 0 0,0 0-1 0 0,1 0 1 0 0,-1 0-1 0 0,0 0 1 0 0,0 1-1 0 0,1-1 1 0 0,-1 1-1 0 0,0 0 1 0 0,5 2-1 0 0,15 5 444 0 0,0 2 0 0 0,0 0-1 0 0,-1 1 1 0 0,-1 2 0 0 0,0 0-1 0 0,0 1 1 0 0,-1 1 0 0 0,-1 1 0 0 0,20 22-1 0 0,-29-28-278 0 0,-1 1 0 0 0,-1 0-1 0 0,0 1 1 0 0,0 0-1 0 0,-1 0 1 0 0,-1 0 0 0 0,0 1-1 0 0,0 0 1 0 0,-1 0-1 0 0,-1 0 1 0 0,-1 1 0 0 0,0-1-1 0 0,0 1 1 0 0,-1 0-1 0 0,-1 0 1 0 0,0 0 0 0 0,-3 27-1 0 0,-1-26-418 0 0,0 0-1 0 0,0 0 0 0 0,-2 0 0 0 0,0-1 0 0 0,-1 1 0 0 0,0-1 1 0 0,-1-1-1 0 0,0 1 0 0 0,-1-1 0 0 0,-17 20 0 0 0,-31 29-5035 0 0,28-36-353 0 0</inkml:trace>
</inkml:ink>
</file>

<file path=ppt/ink/ink2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1.6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35 63 10594 0 0,'-1'-2'88'0'0,"-1"0"0"0"0,0-1 1 0 0,1 1-1 0 0,-1-1 0 0 0,1 0 0 0 0,0 0 0 0 0,0 1 0 0 0,0-1 0 0 0,-1-5 0 0 0,2 5 226 0 0,-1 0 1 0 0,0 0-1 0 0,0 1 0 0 0,0-1 0 0 0,0 0 0 0 0,0 0 0 0 0,-1 1 0 0 0,1-1 0 0 0,-4-3 0 0 0,4 9-185 0 0,0 0 0 0 0,0-1 0 0 0,0 1 0 0 0,0 0-1 0 0,1 0 1 0 0,-1 0 0 0 0,1 0 0 0 0,-1 4-1 0 0,1-1-87 0 0,0 188 1341 0 0,27 202 0 0 0,-20-328-1400 0 0,-5-40-376 0 0,1 0 1 0 0,1 0-1 0 0,1-1 1 0 0,10 28-1 0 0,-10-46-1195 0 0</inkml:trace>
</inkml:ink>
</file>

<file path=ppt/ink/ink2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2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83 192 3225 0 0,'-9'-5'-128'0'0,"-36"-19"626"0"0,43 23-312 0 0,0-1-1 0 0,-1 1 1 0 0,1-1-1 0 0,1 1 1 0 0,-1-1-1 0 0,0 0 1 0 0,0 1-1 0 0,1-1 0 0 0,-1 0 1 0 0,0 0-1 0 0,1 0 1 0 0,0 0-1 0 0,0-1 1 0 0,0 1-1 0 0,0 0 1 0 0,-1-3-1 0 0,2 3-126 0 0,0 0 0 0 0,0 0 0 0 0,1 1 0 0 0,-1-1 0 0 0,0 0 0 0 0,1 0 0 0 0,0 1 0 0 0,-1-1 0 0 0,1 0 1 0 0,0 1-1 0 0,0-1 0 0 0,0 0 0 0 0,0 1 0 0 0,0 0 0 0 0,0-1 0 0 0,0 1 0 0 0,1-1 0 0 0,-1 1 0 0 0,0 0 0 0 0,1 0 0 0 0,-1 0 0 0 0,1 0 0 0 0,2-1 0 0 0,43-21 100 0 0,-40 20 96 0 0,36-13 179 0 0,1 3 0 0 0,0 1-1 0 0,68-9 1 0 0,-107 20-467 0 0,0 0 0 0 0,0 0 0 0 0,0 1 1 0 0,0 0-1 0 0,0 0 0 0 0,0 0 0 0 0,1 1 0 0 0,-1 0 0 0 0,0 0 0 0 0,0 0 0 0 0,-1 1 0 0 0,9 2 0 0 0,-11-2-28 0 0,1 0-1 0 0,-1-1 1 0 0,0 1 0 0 0,1 0-1 0 0,-1 0 1 0 0,0 0-1 0 0,0 1 1 0 0,-1-1 0 0 0,1 0-1 0 0,0 1 1 0 0,-1-1-1 0 0,1 1 1 0 0,-1 0-1 0 0,0-1 1 0 0,0 1 0 0 0,0 0-1 0 0,0 0 1 0 0,0 0-1 0 0,-1-1 1 0 0,1 1 0 0 0,-1 0-1 0 0,0 6 1 0 0,1 9 194 0 0,-2 0 1 0 0,0 1 0 0 0,-1-1-1 0 0,0 0 1 0 0,-2 0-1 0 0,0-1 1 0 0,-1 1 0 0 0,0-1-1 0 0,-2 0 1 0 0,0 0-1 0 0,-1 0 1 0 0,-1-1 0 0 0,0-1-1 0 0,-1 1 1 0 0,-1-2-1 0 0,0 1 1 0 0,-1-1-1 0 0,0-1 1 0 0,-2 0 0 0 0,1-1-1 0 0,-1-1 1 0 0,-17 11-1 0 0,15-8 287 0 0,16-14-388 0 0,0 1 0 0 0,0-1-1 0 0,0 0 1 0 0,0 0-1 0 0,0 1 1 0 0,0-1 0 0 0,0 0-1 0 0,0 0 1 0 0,1 1-1 0 0,-1-1 1 0 0,0 0-1 0 0,0 0 1 0 0,0 0 0 0 0,0 0-1 0 0,0 1 1 0 0,1-1-1 0 0,-1 0 1 0 0,0 0-1 0 0,0 0 1 0 0,0 0 0 0 0,1 1-1 0 0,-1-1 1 0 0,0 0-1 0 0,0 0 1 0 0,1 0-1 0 0,-1 0 1 0 0,0 0 0 0 0,0 0-1 0 0,1 0 1 0 0,-1 0-1 0 0,0 0 1 0 0,0 0 0 0 0,0 0-1 0 0,1 0 1 0 0,-1 0-1 0 0,0 0 1 0 0,0 0-1 0 0,1 0 1 0 0,-1 0 0 0 0,44-5 2231 0 0,-34 4-2286 0 0,54-8 205 0 0,0 4 1 0 0,1 2-1 0 0,-1 3 1 0 0,121 15-1 0 0,-133-6-3132 0 0,-36-6-2008 0 0</inkml:trace>
</inkml:ink>
</file>

<file path=ppt/ink/ink2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6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3 6273 0 0,'-3'-2'723'0'0,"-6"9"284"0"0,5 3-552 0 0,1-1 0 0 0,0 1 0 0 0,0 0 0 0 0,1 0 0 0 0,1 0 0 0 0,-1 0 0 0 0,1 18 0 0 0,6 72 3171 0 0,24 80-1129 0 0,-19-132-6843 0 0,-5-19-1408 0 0</inkml:trace>
</inkml:ink>
</file>

<file path=ppt/ink/ink2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4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27 12267 0 0,'-13'-12'975'0'0,"13"12"-954"0"0,0-1 0 0 0,0 0 0 0 0,0 1 0 0 0,0-1 0 0 0,0 0 0 0 0,0 1 0 0 0,0-1 0 0 0,0 0 0 0 0,0 1 0 0 0,0-1 0 0 0,0 0 0 0 0,0 1 0 0 0,1-1 0 0 0,-1 1 0 0 0,0-1 0 0 0,0 0 0 0 0,1 1 0 0 0,-1-1 0 0 0,0 1 0 0 0,1-1 0 0 0,0 0 0 0 0,3 1 45 0 0,-1 8-25 0 0,-1 10 11 0 0,-2 47 252 0 0,7 236 3790 0 0,14-112-3338 0 0,5-65-3341 0 0,-19-110-2655 0 0</inkml:trace>
</inkml:ink>
</file>

<file path=ppt/ink/ink2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9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1 178 2304 0 0,'1'-5'53'0'0,"1"0"0"0"0,1 0 0 0 0,-1 0 0 0 0,1 0 0 0 0,0 0 0 0 0,0 1 0 0 0,0-1 0 0 0,1 1 0 0 0,-1 0 0 0 0,1 0 0 0 0,0 1 0 0 0,0-1 0 0 0,1 1 0 0 0,6-5 0 0 0,8-4 637 0 0,1 0 1 0 0,22-9-1 0 0,-17 9 48 0 0,1 1-1 0 0,0 1 0 0 0,0 1 1 0 0,1 1-1 0 0,29-4 0 0 0,-55 12-701 0 0,1-1 1 0 0,-1 1-1 0 0,1 0 1 0 0,-1 0-1 0 0,1 0 1 0 0,-1 0-1 0 0,1 0 0 0 0,-1 0 1 0 0,1 0-1 0 0,-1 1 1 0 0,1-1-1 0 0,-1 1 0 0 0,1-1 1 0 0,-1 1-1 0 0,0-1 1 0 0,1 1-1 0 0,-1 0 0 0 0,0-1 1 0 0,1 1-1 0 0,-1 0 1 0 0,0 0-1 0 0,0 0 0 0 0,2 2 1 0 0,-2-1-40 0 0,0 0 0 0 0,0 0 0 0 0,0 0 0 0 0,-1 0 0 0 0,1 0 0 0 0,0 1 0 0 0,-1-1 0 0 0,0 0 1 0 0,1 0-1 0 0,-1 1 0 0 0,0-1 0 0 0,0 0 0 0 0,-1 0 0 0 0,1 3 0 0 0,-2 7-105 0 0,-1 1-1 0 0,-1-1 1 0 0,0 1-1 0 0,-6 13 1 0 0,-12 19 438 0 0,-2-1-1 0 0,-1-2 0 0 0,-3 0 1 0 0,-59 69-1 0 0,81-104-246 0 0,-19 26 343 0 0,24-31-327 0 0,-1 0 1 0 0,1-1 0 0 0,0 1 0 0 0,0 0 0 0 0,1 0 0 0 0,-1 0-1 0 0,0 0 1 0 0,1 0 0 0 0,-1 1 0 0 0,1-1 0 0 0,-1 0 0 0 0,1 0-1 0 0,0 0 1 0 0,0 0 0 0 0,0 3 0 0 0,1-4-62 0 0,-1 0-1 0 0,1 0 1 0 0,-1 0 0 0 0,1-1-1 0 0,-1 1 1 0 0,1 0 0 0 0,0-1-1 0 0,-1 1 1 0 0,1-1 0 0 0,0 1-1 0 0,0-1 1 0 0,-1 1 0 0 0,1-1-1 0 0,0 1 1 0 0,0-1-1 0 0,0 0 1 0 0,0 1 0 0 0,-1-1-1 0 0,1 0 1 0 0,0 0 0 0 0,0 1-1 0 0,0-1 1 0 0,0 0 0 0 0,0 0-1 0 0,0 0 1 0 0,0 0 0 0 0,-1 0-1 0 0,1-1 1 0 0,1 1 0 0 0,32-5 702 0 0,-27 3-514 0 0,59-12 1079 0 0,26-5-97 0 0,-32 14-4141 0 0,-44 5-2688 0 0</inkml:trace>
</inkml:ink>
</file>

<file path=ppt/ink/ink2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4.4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32 11522 0 0,'4'-6'1250'0'0,"17"-7"-939"0"0,-18 11-359 0 0,0 1 0 0 0,0-1 0 0 0,0 1 0 0 0,0-1 0 0 0,0 1 0 0 0,0 0 0 0 0,1 1 0 0 0,-1-1 0 0 0,0 0 0 0 0,0 1 0 0 0,1 0 0 0 0,-1-1 0 0 0,7 2 0 0 0,-9 0 38 0 0,0-1 1 0 0,0 1 0 0 0,0 0 0 0 0,-1 0 0 0 0,1-1 0 0 0,0 1 0 0 0,0 0-1 0 0,-1 0 1 0 0,1 0 0 0 0,-1 0 0 0 0,1 0 0 0 0,-1 0 0 0 0,1 0 0 0 0,-1 0-1 0 0,0 0 1 0 0,1 0 0 0 0,-1 0 0 0 0,0 1 0 0 0,0 1 0 0 0,3 28 374 0 0,-3-18 15 0 0,6 163 4191 0 0,-6-133-3206 0 0,-1-42-1252 0 0,1 0 0 0 0,0 0 0 0 0,0 0 0 0 0,0 1 0 0 0,0-1 0 0 0,1 0-1 0 0,-1 0 1 0 0,0 0 0 0 0,0 0 0 0 0,1 0 0 0 0,-1 0 0 0 0,0-1 0 0 0,1 1-1 0 0,-1 0 1 0 0,1 0 0 0 0,-1 0 0 0 0,1 0 0 0 0,0 0 0 0 0,0 0 0 0 0,0 0-66 0 0,-1-1 1 0 0,1 0 0 0 0,0 1-1 0 0,-1-1 1 0 0,1 0 0 0 0,0 0 0 0 0,0 0-1 0 0,-1 0 1 0 0,1 0 0 0 0,0 0-1 0 0,0 0 1 0 0,-1 0 0 0 0,1 0 0 0 0,0 0-1 0 0,0 0 1 0 0,-1 0 0 0 0,1 0 0 0 0,0 0-1 0 0,0-1 1 0 0,0 0 0 0 0,7-3-68 0 0,0 0 1 0 0,-1-1-1 0 0,0 0 1 0 0,7-6 0 0 0,9-5-267 0 0,-6 8-347 0 0,2 1-180 0 0</inkml:trace>
</inkml:ink>
</file>

<file path=ppt/ink/ink2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2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30 11979 0 0,'0'-3'201'0'0,"-1"1"1"0"0,1-1 0 0 0,0 0 0 0 0,-1 1 0 0 0,1-1 0 0 0,1 1 0 0 0,-1-1 0 0 0,1-5-1 0 0,1 8 244 0 0,-4 15-185 0 0,-7 35 107 0 0,3 0 0 0 0,1 0 0 0 0,3 0-1 0 0,2 1 1 0 0,2-1 0 0 0,2 1 0 0 0,16 68-1 0 0,16 34-4783 0 0,-31-135-446 0 0</inkml:trace>
</inkml:ink>
</file>

<file path=ppt/ink/ink2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5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1 151 1872 0 0,'0'-3'56'0'0,"1"0"-1"0"0,-1 0 1 0 0,1 0-1 0 0,0 0 1 0 0,0 0-1 0 0,1 0 1 0 0,-1 0-1 0 0,1 1 1 0 0,-1-1-1 0 0,1 1 1 0 0,0-1-1 0 0,3-3 1 0 0,28-28 495 0 0,-30 31-482 0 0,7-5 221 0 0,1 0 1 0 0,-1 1-1 0 0,1 0 1 0 0,0 0-1 0 0,1 1 0 0 0,-1 1 1 0 0,1 0-1 0 0,0 0 0 0 0,0 2 1 0 0,1-1-1 0 0,0 1 0 0 0,-1 1 1 0 0,1 1-1 0 0,25-1 1 0 0,-36 2-251 0 0,0 0 1 0 0,0 0-1 0 0,0 1 0 0 0,-1-1 1 0 0,1 1-1 0 0,0-1 1 0 0,0 1-1 0 0,0 0 1 0 0,0 0-1 0 0,-1 0 1 0 0,1 0-1 0 0,0 0 1 0 0,-1 0-1 0 0,1 0 1 0 0,-1 0-1 0 0,1 1 1 0 0,-1-1-1 0 0,0 1 0 0 0,1-1 1 0 0,0 3-1 0 0,0 0 8 0 0,0 0-1 0 0,0-1 0 0 0,-1 1 1 0 0,1 0-1 0 0,-1 0 0 0 0,0 1 0 0 0,0-1 1 0 0,-1 0-1 0 0,1 5 0 0 0,-1 2 105 0 0,0 0 0 0 0,-1 0-1 0 0,0-1 1 0 0,0 1 0 0 0,-2 0-1 0 0,-5 18 1 0 0,-4-4 232 0 0,-1 0-1 0 0,-1-1 1 0 0,0-1-1 0 0,-2-1 1 0 0,-1 0 0 0 0,-32 32-1 0 0,7-6 1565 0 0,34-37 192 0 0,21-17-562 0 0,4-2-1618 0 0,232-68-428 0 0,-173 55-4051 0 0,-57 16-1181 0 0</inkml:trace>
</inkml:ink>
</file>

<file path=ppt/ink/ink2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7.5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0 105 456 0 0,'7'-25'720'0'0,"-6"24"-632"0"0,-1 0 0 0 0,1 0 0 0 0,0-1-1 0 0,-1 1 1 0 0,1 0 0 0 0,-1 0-1 0 0,1-1 1 0 0,-1 1 0 0 0,0 0 0 0 0,0-1-1 0 0,1 1 1 0 0,-1 0 0 0 0,0-1-1 0 0,0 1 1 0 0,0 0 0 0 0,0-1 0 0 0,-1 1-1 0 0,1 0 1 0 0,0-1 0 0 0,-1 1-1 0 0,1 0 1 0 0,0 0 0 0 0,-1-1 0 0 0,0 1-1 0 0,1 0 1 0 0,-1 0 0 0 0,0 0-1 0 0,1-1 1 0 0,-1 1 0 0 0,-2-1 0 0 0,4 1 57 0 0,-1 0 1 0 0,0 0-1 0 0,1 1 1 0 0,-1-1-1 0 0,0 0 1 0 0,1 0 0 0 0,-1 1-1 0 0,1-1 1 0 0,-1 0-1 0 0,1 1 1 0 0,0-1-1 0 0,-1 1 1 0 0,1-1 0 0 0,-1 0-1 0 0,1 1 1 0 0,0 0-1 0 0,0-1 1 0 0,-1 1-1 0 0,1-1 1 0 0,0 1 0 0 0,0 0-1 0 0,-1-1 1 0 0,1 1-1 0 0,1 0 1 0 0,19-9-70 0 0,-14 6 30 0 0,1 0 0 0 0,0 0 0 0 0,0 1 0 0 0,0 0 0 0 0,0 1 0 0 0,0 0 0 0 0,0 0 0 0 0,0 1 0 0 0,0 0 0 0 0,0 0 1 0 0,12 2-1 0 0,-18-2-88 0 0,1 1 1 0 0,-1-1 0 0 0,1 1 0 0 0,-1 0 0 0 0,1 0 0 0 0,-1 0-1 0 0,0 0 1 0 0,1 0 0 0 0,-1 0 0 0 0,0 0 0 0 0,0 1 0 0 0,0-1-1 0 0,0 1 1 0 0,0 0 0 0 0,0-1 0 0 0,0 1 0 0 0,-1 0 0 0 0,1 0-1 0 0,-1 0 1 0 0,1 0 0 0 0,-1 0 0 0 0,0 1 0 0 0,0-1 0 0 0,0 0-1 0 0,0 1 1 0 0,0-1 0 0 0,0 1 0 0 0,-1-1 0 0 0,1 1 0 0 0,-1-1-1 0 0,0 1 1 0 0,0-1 0 0 0,0 1 0 0 0,0-1 0 0 0,0 1 0 0 0,0-1-1 0 0,-1 1 1 0 0,0 2 0 0 0,-2 8 159 0 0,-1 0-1 0 0,-1-1 1 0 0,0 0-1 0 0,-1 1 1 0 0,0-2-1 0 0,-1 1 0 0 0,0-1 1 0 0,-1 0-1 0 0,-9 10 1 0 0,-13 21 448 0 0,29-42-620 0 0,1 0 0 0 0,-1 0-1 0 0,1 1 1 0 0,0-1 0 0 0,-1 0 0 0 0,1 1 0 0 0,0-1 0 0 0,-1 1 0 0 0,1-1 0 0 0,0 0 0 0 0,-1 1 0 0 0,1-1 0 0 0,0 1 0 0 0,0-1 0 0 0,0 1 0 0 0,-1-1 0 0 0,1 1 0 0 0,0-1 0 0 0,0 1 0 0 0,0-1 0 0 0,0 1 0 0 0,0-1 0 0 0,0 1 0 0 0,0-1 0 0 0,0 1 0 0 0,0-1 0 0 0,0 1 0 0 0,0-1 0 0 0,0 1-1 0 0,0-1 1 0 0,0 0 0 0 0,1 1 0 0 0,-1-1 0 0 0,0 1 0 0 0,0-1 0 0 0,1 1 0 0 0,-1-1 0 0 0,0 1 0 0 0,1-1 0 0 0,-1 0 0 0 0,0 1 0 0 0,1-1 0 0 0,-1 0 0 0 0,0 1 0 0 0,1-1 0 0 0,-1 0 0 0 0,1 1 0 0 0,-1-1 0 0 0,0 0 0 0 0,1 0 0 0 0,-1 0 0 0 0,1 1 0 0 0,-1-1 0 0 0,1 0 0 0 0,-1 0 0 0 0,1 0 0 0 0,-1 0-1 0 0,1 0 1 0 0,-1 0 0 0 0,1 0 0 0 0,-1 0 0 0 0,1 0 0 0 0,-1 0 0 0 0,1 0 0 0 0,-1 0 0 0 0,1 0 0 0 0,-1-1 0 0 0,1 1 0 0 0,45-9 458 0 0,-36 7-419 0 0,-6 1-46 0 0,22-5-123 0 0,48-3-1 0 0,-68 8 115 0 0,0 1 0 0 0,1 0 0 0 0,-1 0 0 0 0,0 1 0 0 0,0-1 0 0 0,0 1 0 0 0,0 1 0 0 0,0-1 0 0 0,0 1 0 0 0,-1 0 0 0 0,1 1 0 0 0,0-1 0 0 0,-1 1 0 0 0,6 4 0 0 0,-9-6 83 0 0,0 1-1 0 0,0-1 1 0 0,0 1 0 0 0,0 0 0 0 0,-1-1 0 0 0,1 1 0 0 0,-1 0 0 0 0,1 0 0 0 0,-1 0 0 0 0,0 1 0 0 0,1-1-1 0 0,-1 0 1 0 0,0 0 0 0 0,-1 1 0 0 0,1-1 0 0 0,0 1 0 0 0,-1-1 0 0 0,1 1 0 0 0,-1-1 0 0 0,1 4 0 0 0,-2-2 87 0 0,1-1 0 0 0,-1 1 0 0 0,0-1 0 0 0,0 1 0 0 0,0-1 0 0 0,-1 0 1 0 0,1 1-1 0 0,-1-1 0 0 0,0 0 0 0 0,0 0 0 0 0,0 0 0 0 0,-4 4 0 0 0,-6 6-97 0 0,-1 0-1 0 0,-1-1 0 0 0,0-1 0 0 0,-22 14 1 0 0,32-23-360 0 0,-9 6-3658 0 0,0 0-1295 0 0</inkml:trace>
</inkml:ink>
</file>

<file path=ppt/ink/ink2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3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4 10594 0 0,'-2'-4'794'0'0,"2"5"-793"0"0,0-1 1 0 0,0 0-1 0 0,0 0 1 0 0,0 0-1 0 0,0 0 0 0 0,-1 0 1 0 0,1 0-1 0 0,0 0 1 0 0,0 0-1 0 0,0 1 0 0 0,0-1 1 0 0,0 0-1 0 0,0 0 0 0 0,0 0 1 0 0,0 0-1 0 0,0 0 1 0 0,-1 0-1 0 0,1 0 0 0 0,0 0 1 0 0,0 0-1 0 0,0 0 1 0 0,0 0-1 0 0,0 0 0 0 0,0 0 1 0 0,0 0-1 0 0,-1 0 0 0 0,1 0 1 0 0,0 0-1 0 0,0 0 1 0 0,0 0-1 0 0,0 0 0 0 0,0 0 1 0 0,0 0-1 0 0,-1 0 1 0 0,1 0-1 0 0,0 0 0 0 0,0 0 1 0 0,0 0-1 0 0,0 0 0 0 0,0 0 1 0 0,0 0-1 0 0,0 0 1 0 0,0 0-1 0 0,-1 0 0 0 0,1-1 1 0 0,0 1-1 0 0,-7 181 2894 0 0,16 184-1 0 0,-7-346-3376 0 0,-1 0 1 0 0,2 0-1 0 0,1-1 0 0 0,0 1 0 0 0,12 30 0 0 0,-13-44-1300 0 0</inkml:trace>
</inkml:ink>
</file>

<file path=ppt/ink/ink2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8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6 160 2761 0 0,'0'-2'-13'0'0,"-1"1"-1"0"0,1-1 1 0 0,0 0 0 0 0,-1 1 0 0 0,1-1 0 0 0,0 0 0 0 0,0 0 0 0 0,0 0 0 0 0,0 1 0 0 0,1-1 0 0 0,-1 0 0 0 0,0 1 0 0 0,1-1 0 0 0,-1 0 0 0 0,1 1 0 0 0,0-1 0 0 0,0 0-1 0 0,-1 1 1 0 0,1-1 0 0 0,0 1 0 0 0,0-1 0 0 0,0 1 0 0 0,0 0 0 0 0,1-1 0 0 0,-1 1 0 0 0,0 0 0 0 0,2-1 0 0 0,45-35-1347 0 0,-36 29 1383 0 0,3-2 336 0 0,0 0 1 0 0,1 2-1 0 0,0 0 1 0 0,0 0-1 0 0,1 2 1 0 0,17-5-1 0 0,-28 9 103 0 0,1 0-1 0 0,0 0 0 0 0,-1 1 1 0 0,1 0-1 0 0,0 0 0 0 0,-1 1 1 0 0,1 0-1 0 0,0 0 0 0 0,0 1 1 0 0,-1 0-1 0 0,1 0 1 0 0,0 0-1 0 0,-1 1 0 0 0,1 0 1 0 0,-1 0-1 0 0,0 1 0 0 0,0-1 1 0 0,11 8-1 0 0,-15-9-440 0 0,0 1 1 0 0,1 0-1 0 0,-1 1 1 0 0,0-1-1 0 0,0 0 1 0 0,0 1-1 0 0,-1-1 1 0 0,1 1-1 0 0,-1 0 1 0 0,1-1-1 0 0,-1 1 1 0 0,0 0-1 0 0,0 0 1 0 0,0 0-1 0 0,0 0 0 0 0,0 5 1 0 0,-1-1-97 0 0,1-1 1 0 0,-2 0-1 0 0,1 0 1 0 0,-1 0-1 0 0,0 1 1 0 0,0-1-1 0 0,-4 11 0 0 0,-2 1-314 0 0,-1-1-1 0 0,0 1 1 0 0,-2-2-1 0 0,-15 23 1 0 0,9-18 405 0 0,-1 0 1 0 0,-1-1-1 0 0,-38 32 1 0 0,-69 43 2722 0 0,56-45-2502 0 0,64-45-116 0 0,7-3 113 0 0,14-5 405 0 0,22-9 183 0 0,-11 3-819 0 0,1 0 1 0 0,0 2-1 0 0,0 1 0 0 0,1 1 0 0 0,0 1 0 0 0,0 2 0 0 0,0 1 0 0 0,0 1 1 0 0,0 1-1 0 0,42 8 0 0 0,-40-3-3707 0 0,-1 1-1181 0 0</inkml:trace>
</inkml:ink>
</file>

<file path=ppt/ink/ink2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2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7370 0 0,'0'0'666'0'0,"16"18"-4"0"0,-13-13-639 0 0,0 1 0 0 0,0 0 0 0 0,-1 0 0 0 0,0-1 0 0 0,0 2 0 0 0,-1-1 0 0 0,1 0 0 0 0,-1 0 0 0 0,0 0 0 0 0,-1 1 0 0 0,0-1 0 0 0,0 11 0 0 0,-3 9 58 0 0,-10 45 1 0 0,5-35 152 0 0,3-12 46 0 0,1-11 34 0 0,2 0 0 0 0,-2 24 0 0 0,4-34-106 0 0,-1 0-1 0 0,2 1 0 0 0,-1-1 0 0 0,0 0 0 0 0,1 0 1 0 0,-1 0-1 0 0,1 0 0 0 0,0 0 0 0 0,0 0 1 0 0,0 0-1 0 0,1 0 0 0 0,-1 0 0 0 0,1 0 0 0 0,-1-1 1 0 0,1 1-1 0 0,4 4 0 0 0,-5-6-130 0 0,0 0 0 0 0,1-1 0 0 0,-1 1 1 0 0,0 0-1 0 0,1-1 0 0 0,-1 1 0 0 0,1-1 0 0 0,-1 1 0 0 0,1-1 1 0 0,-1 1-1 0 0,1-1 0 0 0,-1 0 0 0 0,1 0 0 0 0,-1 0 0 0 0,1 0 1 0 0,-1 0-1 0 0,1 0 0 0 0,-1 0 0 0 0,1-1 0 0 0,2 0 0 0 0,34-12-328 0 0,-24 7-23 0 0,86-30-3990 0 0,-91 32 3408 0 0</inkml:trace>
</inkml:ink>
</file>

<file path=ppt/ink/ink2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6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 10138 0 0,'-1'3'182'0'0,"0"0"-1"0"0,0 1 0 0 0,1-1 1 0 0,-1 1-1 0 0,1 0 1 0 0,0-1-1 0 0,0 1 0 0 0,0-1 1 0 0,0 1-1 0 0,2 6 0 0 0,-1 3-165 0 0,-1-10 6 0 0,-5 156 1645 0 0,2-122-672 0 0,3 47 1 0 0,4-32-5159 0 0,0-24-838 0 0</inkml:trace>
</inkml:ink>
</file>

<file path=ppt/ink/ink2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0.5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 8754 0 0,'0'0'9'0'0,"0"0"0"0"0,0-1-1 0 0,0 1 1 0 0,0 0 0 0 0,0 0 0 0 0,0 0 0 0 0,0-1 0 0 0,0 1-1 0 0,1 0 1 0 0,-1 0 0 0 0,0 0 0 0 0,0-1 0 0 0,0 1 0 0 0,0 0-1 0 0,0 0 1 0 0,0 0 0 0 0,0-1 0 0 0,0 1 0 0 0,0 0 0 0 0,1 0-1 0 0,-1 0 1 0 0,0 0 0 0 0,0-1 0 0 0,0 1 0 0 0,0 0 0 0 0,1 0-1 0 0,-1 0 1 0 0,0 0 0 0 0,0 0 0 0 0,0 0 0 0 0,1-1 0 0 0,-1 1-1 0 0,0 0 1 0 0,0 0 0 0 0,0 0 0 0 0,1 0 0 0 0,-1 0 0 0 0,0 0-1 0 0,1 0 1 0 0,10 4 264 0 0,9 12-35 0 0,-14-1 93 0 0,-1 0-1 0 0,-1 0 1 0 0,0 0 0 0 0,-1 0-1 0 0,-1 1 1 0 0,0-1 0 0 0,-1 21-1 0 0,2 3 260 0 0,24 198 2663 0 0,-2-79-5221 0 0,-24-155 1835 0 0,-1 1-242 0 0,1 1 0 0 0,-1-1 0 0 0,1 0-1 0 0,0 0 1 0 0,1 0 0 0 0,-1 0 0 0 0,1 0 0 0 0,-1 0 0 0 0,1 0 0 0 0,1-1 0 0 0,-1 1 0 0 0,0-1 0 0 0,4 4 0 0 0,-3-5-811 0 0</inkml:trace>
</inkml:ink>
</file>

<file path=ppt/ink/ink2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0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86 6913 0 0,'8'-6'10'0'0,"0"0"-1"0"0,1 1 1 0 0,0 0-1 0 0,0 1 0 0 0,0-1 1 0 0,13-3-1 0 0,7-3-99 0 0,-18 5-23 0 0,47-18-52 0 0,-56 22 70 0 0,1 1 0 0 0,0 1 0 0 0,0-1 1 0 0,-1 0-1 0 0,1 1 0 0 0,0-1 0 0 0,0 1 1 0 0,0 0-1 0 0,-1 0 0 0 0,1 0 0 0 0,0 1 1 0 0,0-1-1 0 0,0 0 0 0 0,-1 1 0 0 0,1 0 1 0 0,0 0-1 0 0,4 2 0 0 0,-5-1 66 0 0,0 0-1 0 0,0 0 1 0 0,-1 0-1 0 0,1 0 1 0 0,-1 0-1 0 0,0 0 1 0 0,1 1-1 0 0,-1-1 1 0 0,0 1 0 0 0,0-1-1 0 0,-1 1 1 0 0,1-1-1 0 0,0 1 1 0 0,-1-1-1 0 0,1 1 1 0 0,-1-1-1 0 0,0 1 1 0 0,0 0 0 0 0,0-1-1 0 0,0 1 1 0 0,-2 4-1 0 0,0 9 435 0 0,-1 0-1 0 0,-6 19 1 0 0,6-26-145 0 0,-3 11 21 0 0,-1 0 1 0 0,-1 0 0 0 0,-1-1-1 0 0,-1 0 1 0 0,0 0 0 0 0,-2-1-1 0 0,-14 17 1 0 0,-13 12 631 0 0,-51 46 1 0 0,55-59 844 0 0,35-34-1729 0 0,0 0 0 0 0,-1 0 0 0 0,1 0 0 0 0,0 0 0 0 0,0 1 0 0 0,0-1 0 0 0,0 0 0 0 0,0 0-1 0 0,0 0 1 0 0,-1 0 0 0 0,1 0 0 0 0,0 0 0 0 0,0 0 0 0 0,0 1 0 0 0,0-1 0 0 0,0 0 0 0 0,0 0 0 0 0,0 0 0 0 0,0 0 0 0 0,0 0 0 0 0,0 0-1 0 0,0 1 1 0 0,0-1 0 0 0,0 0 0 0 0,0 0 0 0 0,0 0 0 0 0,0 0 0 0 0,0 1 0 0 0,0-1 0 0 0,0 0 0 0 0,0 0 0 0 0,0 0 0 0 0,0 0 0 0 0,0 0-1 0 0,0 1 1 0 0,0-1 0 0 0,0 0 0 0 0,0 0 0 0 0,0 0 0 0 0,0 0 0 0 0,0 0 0 0 0,0 1 0 0 0,0-1 0 0 0,0 0 0 0 0,0 0 0 0 0,1 0 0 0 0,-1 0-1 0 0,0 0 1 0 0,0 0 0 0 0,0 0 0 0 0,0 0 0 0 0,0 0 0 0 0,0 1 0 0 0,1-1 0 0 0,-1 0 0 0 0,15 1 580 0 0,30-5-624 0 0,-27 3 355 0 0,3 0 173 0 0,1 2 0 0 0,40 7-1 0 0,3 1-2302 0 0,-53-8-3231 0 0</inkml:trace>
</inkml:ink>
</file>

<file path=ppt/ink/ink2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5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1 121 6913 0 0,'2'-2'201'0'0,"0"0"0"0"0,1 0-1 0 0,-1 0 1 0 0,1 1-1 0 0,-1-1 1 0 0,1 1-1 0 0,0-1 1 0 0,0 1-1 0 0,-1 0 1 0 0,1 0-1 0 0,5-1 1 0 0,3-2 398 0 0,38-18 1601 0 0,82-27 0 0 0,-103 42-3578 0 0,0 0 0 0 0,42-4 0 0 0,-51 10 299 0 0</inkml:trace>
</inkml:ink>
</file>

<file path=ppt/ink/ink2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2.0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37 1 6913 0 0,'-12'22'3288'0'0,"0"24"-4128"0"0,5-17-151 0 0,6-27 1099 0 0,0 1 1 0 0,0-1-1 0 0,0 1 0 0 0,1-1 1 0 0,-1 0-1 0 0,1 1 0 0 0,0-1 1 0 0,0 1-1 0 0,0-1 0 0 0,0 1 1 0 0,0-1-1 0 0,0 1 1 0 0,0-1-1 0 0,1 1 0 0 0,0-1 1 0 0,-1 1-1 0 0,2 2 0 0 0,0-3 72 0 0,-1-1 0 0 0,1 0 0 0 0,-1 0 0 0 0,1 0-1 0 0,-1 0 1 0 0,1 0 0 0 0,-1 0 0 0 0,1 0-1 0 0,0-1 1 0 0,0 1 0 0 0,-1 0 0 0 0,1-1 0 0 0,0 1-1 0 0,0-1 1 0 0,0 0 0 0 0,0 0 0 0 0,0 0-1 0 0,-1 0 1 0 0,1 0 0 0 0,0 0 0 0 0,0 0 0 0 0,0-1-1 0 0,3 0 1 0 0,13-2-173 0 0,-11 2-97 0 0,1-1 1 0 0,-1 1-1 0 0,1 1 0 0 0,-1-1 1 0 0,1 1-1 0 0,14 2 1 0 0,-20-1 71 0 0,0-1 0 0 0,0 1 0 0 0,0 0 0 0 0,0 0 0 0 0,-1 0 0 0 0,1 0 0 0 0,0 0 0 0 0,0 1 0 0 0,-1-1 0 0 0,1 0 0 0 0,-1 1 0 0 0,1-1 0 0 0,-1 1 0 0 0,1 0 0 0 0,-1-1 0 0 0,0 1 0 0 0,0 0 0 0 0,0 0 0 0 0,0 0 0 0 0,0 0 0 0 0,0 0 0 0 0,-1 0 0 0 0,1 0 0 0 0,-1 0 0 0 0,1 0 0 0 0,-1 0 0 0 0,0 0 0 0 0,0 0 0 0 0,0 4 0 0 0,0 4 100 0 0,-1 0-1 0 0,0-1 1 0 0,0 1 0 0 0,-1-1-1 0 0,0 0 1 0 0,-1 1 0 0 0,0-1-1 0 0,0 0 1 0 0,-1-1 0 0 0,0 1 0 0 0,-1-1-1 0 0,0 1 1 0 0,0-2 0 0 0,-1 1-1 0 0,0 0 1 0 0,0-1 0 0 0,-1 0-1 0 0,0-1 1 0 0,0 1 0 0 0,0-1-1 0 0,-1 0 1 0 0,0-1 0 0 0,0 0 0 0 0,-1-1-1 0 0,1 1 1 0 0,-13 3 0 0 0,21-8-124 0 0,-1 1-69 0 0,0-1-1 0 0,1 0 1 0 0,-1 0 0 0 0,0 1 0 0 0,1-1 0 0 0,-1 0 0 0 0,0 0 0 0 0,0 0-1 0 0,1 0 1 0 0,-1 0 0 0 0,0 0 0 0 0,0 0 0 0 0,1 0 0 0 0,-1 0 0 0 0,0 0-1 0 0,1 0 1 0 0,-1-1 0 0 0,0 1 0 0 0,1 0 0 0 0,-1 0 0 0 0,-1-1-1 0 0,0-4-846 0 0</inkml:trace>
</inkml:ink>
</file>

<file path=ppt/ink/ink2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3.5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 3681 0 0,'0'0'753'0'0,"4"-7"1052"0"0,0 27 4296 0 0,-2-15-6173 0 0,-2-5-19 0 0</inkml:trace>
</inkml:ink>
</file>

<file path=ppt/ink/ink2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5.8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0 1 3321 0 0</inkml:trace>
</inkml:ink>
</file>

<file path=ppt/ink/ink2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1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6449 0 0,'-3'4'4267'0'0,"4"3"-2663"0"0,5 30-658 0 0,2-1 1 0 0,2 0-1 0 0,1 0 0 0 0,2-1 0 0 0,21 39 1 0 0,34 48-223 0 0,11-12-5188 0 0</inkml:trace>
</inkml:ink>
</file>

<file path=ppt/ink/ink2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6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8 181 1928 0 0,'-2'-2'56'0'0,"1"-1"-1"0"0,0 0 1 0 0,0 0-1 0 0,0 1 1 0 0,1-1-1 0 0,-1 0 1 0 0,1 0-1 0 0,-1 0 1 0 0,1 0-1 0 0,0 0 1 0 0,0 0-1 0 0,0 0 1 0 0,1 0-1 0 0,-1 0 1 0 0,1 0-1 0 0,-1 0 1 0 0,2-3-1 0 0,1 0 356 0 0,0 0-1 0 0,0 0 1 0 0,1 0 0 0 0,-1 1-1 0 0,1-1 1 0 0,8-8-1 0 0,-4 6-158 0 0,0 1-1 0 0,0 0 0 0 0,1 1 0 0 0,0-1 1 0 0,0 2-1 0 0,1-1 0 0 0,-1 1 1 0 0,1 1-1 0 0,0 0 0 0 0,15-4 0 0 0,-18 5-175 0 0,0 1 0 0 0,0 1-1 0 0,1 0 1 0 0,-1 0-1 0 0,0 0 1 0 0,0 1-1 0 0,0 0 1 0 0,1 0 0 0 0,-1 0-1 0 0,0 1 1 0 0,0 1-1 0 0,0-1 1 0 0,0 1-1 0 0,0 0 1 0 0,0 1 0 0 0,10 4-1 0 0,-14-5-49 0 0,0 1 0 0 0,0 0 0 0 0,0 0 0 0 0,-1 0 0 0 0,1 0 0 0 0,-1 0 0 0 0,1 0 0 0 0,-1 1-1 0 0,0-1 1 0 0,0 1 0 0 0,-1-1 0 0 0,1 1 0 0 0,-1 0 0 0 0,0 0 0 0 0,0 0 0 0 0,0 0 0 0 0,0 0 0 0 0,0 0 0 0 0,-1 0 0 0 0,0 0 0 0 0,0 0 0 0 0,0 0-1 0 0,-1 0 1 0 0,1 0 0 0 0,-2 7 0 0 0,-2 6 172 0 0,0 0 0 0 0,-1 0 0 0 0,-1 0 0 0 0,-11 22 0 0 0,5-17 175 0 0,-8 20 630 0 0,19-40-917 0 0,0 1-1 0 0,0 0 0 0 0,0-1 0 0 0,1 1 1 0 0,-1 0-1 0 0,1 0 0 0 0,0-1 1 0 0,0 1-1 0 0,0 0 0 0 0,0 0 0 0 0,0-1 1 0 0,0 1-1 0 0,2 3 0 0 0,-2-5-22 0 0,1-1-1 0 0,-1 1 1 0 0,1-1 0 0 0,0 0-1 0 0,-1 1 1 0 0,1-1-1 0 0,0 1 1 0 0,-1-1 0 0 0,1 0-1 0 0,0 0 1 0 0,-1 1-1 0 0,1-1 1 0 0,0 0-1 0 0,0 0 1 0 0,-1 0 0 0 0,1 0-1 0 0,0 0 1 0 0,-1 0-1 0 0,1 0 1 0 0,0 0-1 0 0,0 0 1 0 0,-1 0 0 0 0,1-1-1 0 0,0 1 1 0 0,-1 0-1 0 0,2-1 1 0 0,23-6 983 0 0,-21 6-814 0 0,8-3 294 0 0,24-8-262 0 0,1 1 0 0 0,0 2 0 0 0,1 2 1 0 0,65-5-1 0 0,-95 12-764 0 0,1 1 0 0 0,-1 0 0 0 0,0 1 0 0 0,0-1 1 0 0,0 1-1 0 0,0 1 0 0 0,0 0 0 0 0,0 0 0 0 0,-1 0 0 0 0,1 1 0 0 0,-1 0 1 0 0,0 1-1 0 0,0 0 0 0 0,8 7 0 0 0,-4 0-971 0 0</inkml:trace>
</inkml:ink>
</file>

<file path=ppt/ink/ink2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1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174 3 5529 0 0,'-2'-1'0'0'0,"1"1"1"0"0,-1-1-1 0 0,0 1 0 0 0,0 0 1 0 0,0 0-1 0 0,0 0 0 0 0,0 0 1 0 0,0 0-1 0 0,1 0 0 0 0,-1 1 0 0 0,0-1 1 0 0,0 1-1 0 0,0-1 0 0 0,1 1 1 0 0,-1 0-1 0 0,0-1 0 0 0,0 1 1 0 0,1 0-1 0 0,-1 0 0 0 0,1 0 0 0 0,-1 1 1 0 0,1-1-1 0 0,-1 0 0 0 0,1 0 1 0 0,0 1-1 0 0,0-1 0 0 0,-2 3 1 0 0,-7 7 27 0 0,2 1 0 0 0,-12 18 0 0 0,17-26 121 0 0,-11 20 928 0 0,1 1 0 0 0,0 1 0 0 0,-16 52 0 0 0,25-66-747 0 0,1 0 0 0 0,0 0 0 0 0,1 0 1 0 0,0 1-1 0 0,1-1 0 0 0,0 1 0 0 0,1-1 1 0 0,0 1-1 0 0,2-1 0 0 0,-1 1 0 0 0,5 15 1 0 0,-5-23-334 0 0,1-1 1 0 0,0 1 0 0 0,0-1 0 0 0,0 0 0 0 0,1 0 0 0 0,-1 0-1 0 0,1 0 1 0 0,0-1 0 0 0,0 1 0 0 0,1-1 0 0 0,-1 0-1 0 0,0 1 1 0 0,1-2 0 0 0,0 1 0 0 0,0 0 0 0 0,0-1 0 0 0,0 1-1 0 0,0-1 1 0 0,1 0 0 0 0,-1-1 0 0 0,0 1 0 0 0,1-1-1 0 0,-1 0 1 0 0,1 0 0 0 0,0 0 0 0 0,-1-1 0 0 0,1 1 0 0 0,0-1-1 0 0,0 0 1 0 0,-1-1 0 0 0,1 1 0 0 0,0-1 0 0 0,-1 0-1 0 0,1 0 1 0 0,-1 0 0 0 0,1-1 0 0 0,-1 0 0 0 0,0 1-1 0 0,1-1 1 0 0,-1-1 0 0 0,0 1 0 0 0,0-1 0 0 0,-1 0 0 0 0,1 0-1 0 0,0 0 1 0 0,2-3 0 0 0,4-3-35 0 0,-1-1 1 0 0,-1 1-1 0 0,0-2 1 0 0,0 1-1 0 0,-1-1 0 0 0,0 0 1 0 0,-1 0-1 0 0,-1-1 0 0 0,1 0 1 0 0,6-23-1 0 0,-12 34 10 0 0,0 0-1 0 0,1-1 0 0 0,-1 1 0 0 0,0 0 1 0 0,0 0-1 0 0,0 0 0 0 0,0 0 0 0 0,0 0 1 0 0,0 0-1 0 0,0 0 0 0 0,0-1 1 0 0,0 1-1 0 0,0 0 0 0 0,-1 0 0 0 0,1 0 1 0 0,0 0-1 0 0,-1 0 0 0 0,1 0 1 0 0,-1 0-1 0 0,1 0 0 0 0,-1 0 0 0 0,0 0 1 0 0,1 0-1 0 0,-1 1 0 0 0,0-1 1 0 0,-1-1-1 0 0,1 1 4 0 0,-1 1 1 0 0,1 0 0 0 0,-1-1-1 0 0,1 1 1 0 0,-1 0 0 0 0,0 0-1 0 0,1 0 1 0 0,-1 0-1 0 0,1 0 1 0 0,-1 0 0 0 0,1 0-1 0 0,-1 0 1 0 0,1 1-1 0 0,-1-1 1 0 0,1 0 0 0 0,-3 2-1 0 0,-4 1-102 0 0,0 1 0 0 0,0 0 0 0 0,0 0 0 0 0,0 1-1 0 0,-9 7 1 0 0,-24 28-3372 0 0,20-17-12 0 0</inkml:trace>
</inkml:ink>
</file>

<file path=ppt/ink/ink2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9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4 7858 0 0,'-1'-1'88'0'0,"0"1"1"0"0,0-1 0 0 0,0 1 0 0 0,0-1 0 0 0,0 1 0 0 0,-1 0-1 0 0,1-1 1 0 0,0 1 0 0 0,0 0 0 0 0,0 0 0 0 0,0 0-1 0 0,0 0 1 0 0,0 0 0 0 0,0 0 0 0 0,0 0 0 0 0,0 1-1 0 0,-1-1 1 0 0,1 0 0 0 0,0 0 0 0 0,0 1 0 0 0,0-1-1 0 0,0 1 1 0 0,0-1 0 0 0,0 1 0 0 0,0-1 0 0 0,1 1 0 0 0,-1 0-1 0 0,0-1 1 0 0,0 1 0 0 0,0 0 0 0 0,0 0 0 0 0,1 0-1 0 0,-1 0 1 0 0,0-1 0 0 0,1 1 0 0 0,-1 0 0 0 0,1 0-1 0 0,-1 0 1 0 0,1 0 0 0 0,0 0 0 0 0,-1 0 0 0 0,1 1 0 0 0,0-1-1 0 0,0 0 1 0 0,-1 0 0 0 0,1 0 0 0 0,0 0 0 0 0,0 1-1 0 0,0 9 153 0 0,0 0-1 0 0,1 0 1 0 0,0 0-1 0 0,3 12 1 0 0,-1-3-90 0 0,6 42 14 0 0,3 0 0 0 0,26 81 1 0 0,-1-32-4903 0 0,-30-91 720 0 0</inkml:trace>
</inkml:ink>
</file>

<file path=ppt/ink/ink2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4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7 155 5985 0 0,'-1'-1'20'0'0,"0"0"0"0"0,1 0 1 0 0,-1-1-1 0 0,0 1 0 0 0,1 0 0 0 0,-1-1 0 0 0,1 1 0 0 0,0-1 0 0 0,-1 1 0 0 0,1-1 0 0 0,0 1 0 0 0,0 0 0 0 0,0-1 0 0 0,0 1 1 0 0,0-1-1 0 0,0 1 0 0 0,0-1 0 0 0,0 1 0 0 0,1-1 0 0 0,0-1 0 0 0,1-1-103 0 0,-1-1 1 0 0,1 1-1 0 0,1 0 1 0 0,-1 0-1 0 0,1 0 1 0 0,4-6-1 0 0,3-1-286 0 0,1-1 0 0 0,1 2 0 0 0,13-11 0 0 0,-18 17 492 0 0,0-1 1 0 0,0 1-1 0 0,1 0 1 0 0,0 1-1 0 0,0 0 1 0 0,0 0-1 0 0,0 1 1 0 0,0 0-1 0 0,0 0 1 0 0,1 1-1 0 0,15 0 1 0 0,-17 0 162 0 0,0 1 1 0 0,1 1 0 0 0,-1-1 0 0 0,0 1-1 0 0,0 1 1 0 0,0-1 0 0 0,0 1-1 0 0,0 0 1 0 0,0 1 0 0 0,0 0 0 0 0,0 0-1 0 0,-1 0 1 0 0,0 1 0 0 0,7 4-1 0 0,-10-4-240 0 0,0-1 0 0 0,-1 1-1 0 0,1 0 1 0 0,0 0 0 0 0,-1 0-1 0 0,0 0 1 0 0,0 0-1 0 0,0 1 1 0 0,-1-1 0 0 0,1 1-1 0 0,-1-1 1 0 0,0 1-1 0 0,0 0 1 0 0,-1-1 0 0 0,1 1-1 0 0,-1 0 1 0 0,0-1 0 0 0,0 1-1 0 0,-2 7 1 0 0,0 7-128 0 0,-2 0 0 0 0,0 0 1 0 0,-9 25-1 0 0,6-26 462 0 0,-1-1 0 0 0,-1 0 0 0 0,0 0 0 0 0,-1-1 0 0 0,-17 21 0 0 0,11-17-208 0 0,2 1 1 0 0,-12 23-1 0 0,25-43-144 0 0,1-1 0 0 0,-1 1 0 0 0,1 0 0 0 0,0 0 0 0 0,-1-1 0 0 0,1 1 1 0 0,0 0-1 0 0,-1 0 0 0 0,1 0 0 0 0,0-1 0 0 0,0 1 0 0 0,0 0 1 0 0,0 0-1 0 0,0 0 0 0 0,0 0 0 0 0,0 0 0 0 0,0-1 0 0 0,0 1 0 0 0,0 0 1 0 0,0 0-1 0 0,1 0 0 0 0,-1 0 0 0 0,0-1 0 0 0,1 1 0 0 0,-1 0 0 0 0,0 0 1 0 0,1-1-1 0 0,-1 1 0 0 0,1 0 0 0 0,-1 0 0 0 0,1-1 0 0 0,0 1 1 0 0,-1-1-1 0 0,1 1 0 0 0,-1-1 0 0 0,1 1 0 0 0,0-1 0 0 0,0 1 0 0 0,-1-1 1 0 0,1 1-1 0 0,0-1 0 0 0,0 0 0 0 0,0 1 0 0 0,-1-1 0 0 0,1 0 0 0 0,0 0 1 0 0,0 0-1 0 0,0 0 0 0 0,0 1 0 0 0,-1-1 0 0 0,1 0 0 0 0,0-1 1 0 0,1 1-1 0 0,8 1 263 0 0,0-1 1 0 0,-1-1 0 0 0,16-2 0 0 0,-22 3-280 0 0,78-14 1 0 0,19-3-1344 0 0,-31 13-3994 0 0,-53 4 1192 0 0</inkml:trace>
</inkml:ink>
</file>

<file path=ppt/ink/ink2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8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0 151 1696 0 0,'2'-5'62'0'0,"0"0"0"0"0,1 0 0 0 0,-1 0 0 0 0,1 0 0 0 0,0 0-1 0 0,1 1 1 0 0,-1-1 0 0 0,1 1 0 0 0,0 0 0 0 0,4-4 0 0 0,-3 3 11 0 0,6-6 655 0 0,1 0 1 0 0,0 1-1 0 0,1 0 0 0 0,0 0 1 0 0,28-14-1 0 0,-36 22-335 0 0,1-1 0 0 0,0 1 1 0 0,-1 0-1 0 0,1 1 0 0 0,0-1 0 0 0,0 1 1 0 0,0 0-1 0 0,10 0 0 0 0,-13 1-291 0 0,0 1 0 0 0,0-1 0 0 0,0 1 0 0 0,0-1 0 0 0,0 1 0 0 0,0 0 0 0 0,0 0 0 0 0,0 0 0 0 0,0 0 0 0 0,0 1 0 0 0,0 0 0 0 0,-1-1 0 0 0,1 1 0 0 0,0 0 0 0 0,-1 0 0 0 0,0 0 0 0 0,3 3 0 0 0,-1 0-76 0 0,-1-1 0 0 0,0 1 0 0 0,0 0 1 0 0,0 0-1 0 0,-1 0 0 0 0,0 0 1 0 0,0 0-1 0 0,2 11 0 0 0,7 49 277 0 0,-2-10 310 0 0,25 53 1006 0 0,-24-80-1576 0 0,-1-1-1 0 0,-1 1 0 0 0,-1 1 1 0 0,-1-1-1 0 0,2 48 1 0 0,-6-58-2767 0 0</inkml:trace>
</inkml:ink>
</file>

<file path=ppt/ink/ink2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9.1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16 184 12499 0 0,'-1'0'43'0'0,"1"0"0"0"0,-1 0 0 0 0,0 0 1 0 0,1 0-1 0 0,-1 0 0 0 0,0-1 0 0 0,0 1 0 0 0,1 0 1 0 0,-1-1-1 0 0,0 1 0 0 0,1 0 0 0 0,-1-1 1 0 0,1 1-1 0 0,-1-1 0 0 0,1 1 0 0 0,-1-1 0 0 0,0 1 1 0 0,1-1-1 0 0,0 1 0 0 0,-1-1 0 0 0,1 0 0 0 0,-1 1 1 0 0,1-1-1 0 0,0 0 0 0 0,-1 1 0 0 0,1-1 1 0 0,0 0-1 0 0,0 1 0 0 0,-1-1 0 0 0,1-1 0 0 0,0 1 25 0 0,1-1 0 0 0,-1 0 0 0 0,0 0-1 0 0,1 1 1 0 0,0-1 0 0 0,-1 0-1 0 0,1 1 1 0 0,0-1 0 0 0,0 1 0 0 0,0-1-1 0 0,0 1 1 0 0,1-3 0 0 0,5-3 54 0 0,-1 0 0 0 0,1 0 0 0 0,0 1 0 0 0,10-7 0 0 0,5-1-407 0 0,1 0 1 0 0,1 2 0 0 0,42-15-1 0 0,-4 5-3436 0 0,-57 20 3128 0 0,35-12-3667 0 0</inkml:trace>
</inkml:ink>
</file>

<file path=ppt/ink/ink2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3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72 920 0 0,'6'-44'-183'0'0,"-6"42"333"0"0,1-1 0 0 0,-1 1 0 0 0,1 0 0 0 0,0 0 0 0 0,0 0 0 0 0,0-1 0 0 0,0 1 0 0 0,1 0-1 0 0,-1 0 1 0 0,0 1 0 0 0,1-1 0 0 0,0 0 0 0 0,14 6 6390 0 0,-12 24-5115 0 0,-4-28-1427 0 0,3 25 916 0 0,-2 0-1 0 0,-4 47 1 0 0,1-45-555 0 0,3 43-1 0 0,7-14-186 0 0,2-1 0 0 0,3 0 0 0 0,38 102 0 0 0,-27-84-90 0 0,-8-18-1712 0 0,-12-42-3159 0 0</inkml:trace>
</inkml:ink>
</file>

<file path=ppt/ink/ink2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7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65 8290 0 0,'4'-4'-108'0'0,"1"0"1"0"0,0 0-1 0 0,-1 1 1 0 0,1 0-1 0 0,1 0 1 0 0,-1 0-1 0 0,0 0 1 0 0,1 1-1 0 0,9-3 1 0 0,-8 2 190 0 0,9-3-309 0 0,1 1 1 0 0,0 0-1 0 0,1 1 0 0 0,30-2 1 0 0,-40 5 546 0 0,0 1-1 0 0,0 0 1 0 0,0 0-1 0 0,0 0 1 0 0,0 1 0 0 0,0 1-1 0 0,0-1 1 0 0,0 1 0 0 0,-1 1-1 0 0,1-1 1 0 0,-1 1 0 0 0,13 7-1 0 0,-17-7-287 0 0,1 0 0 0 0,-1 0 0 0 0,0 1-1 0 0,0-1 1 0 0,0 1 0 0 0,0 0 0 0 0,-1 0 0 0 0,0-1 0 0 0,1 2-1 0 0,-1-1 1 0 0,-1 0 0 0 0,1 0 0 0 0,-1 1 0 0 0,1-1-1 0 0,-1 0 1 0 0,-1 1 0 0 0,1 0 0 0 0,0-1 0 0 0,-1 1 0 0 0,0-1-1 0 0,0 1 1 0 0,-1-1 0 0 0,0 7 0 0 0,-2 6 21 0 0,0-1 1 0 0,-1 1-1 0 0,0-1 1 0 0,-2 0 0 0 0,-7 16-1 0 0,-5 2 454 0 0,-1 0-1 0 0,-2-1 1 0 0,-1-1 0 0 0,-2-1-1 0 0,-41 41 1 0 0,64-71-415 0 0,0 0 0 0 0,0 0 0 0 0,0 0-1 0 0,0 0 1 0 0,0 1 0 0 0,0-1 0 0 0,0 0 0 0 0,0 1-1 0 0,0-1 1 0 0,1 0 0 0 0,-1 1 0 0 0,1-1 0 0 0,-1 1-1 0 0,1-1 1 0 0,-1 1 0 0 0,1 1 0 0 0,0-2-53 0 0,0-1 0 0 0,1 1 0 0 0,-1-1-1 0 0,0 1 1 0 0,1-1 0 0 0,-1 1 0 0 0,0-1 0 0 0,1 0 0 0 0,-1 1 0 0 0,1-1 0 0 0,-1 0 0 0 0,0 1 0 0 0,1-1 0 0 0,-1 0 0 0 0,1 1-1 0 0,-1-1 1 0 0,1 0 0 0 0,0 0 0 0 0,-1 0 0 0 0,1 0 0 0 0,-1 1 0 0 0,1-1 0 0 0,-1 0 0 0 0,1 0 0 0 0,-1 0 0 0 0,1 0 0 0 0,0 0-1 0 0,0-1 1 0 0,10 1 265 0 0,0-2 0 0 0,0 1-1 0 0,14-6 1 0 0,-15 5-203 0 0,68-19 564 0 0,61-12 82 0 0,-123 31-971 0 0,0 0 0 0 0,0 0 0 0 0,0 2 0 0 0,0 0 0 0 0,1 1 0 0 0,23 4 0 0 0,-13 6-1781 0 0,-13 1-2986 0 0</inkml:trace>
</inkml:ink>
</file>

<file path=ppt/ink/ink2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2.3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160 231 2761 0 0,'-3'-1'53'0'0,"0"-1"1"0"0,1 1-1 0 0,-1 0 0 0 0,0 0 1 0 0,0 0-1 0 0,0 0 1 0 0,0 1-1 0 0,0-1 1 0 0,0 1-1 0 0,0 0 1 0 0,-6 0-1 0 0,-1-1 7 0 0,2 0 68 0 0,-1-1 0 0 0,1 1 0 0 0,0-1 0 0 0,0-1-1 0 0,0 0 1 0 0,0 0 0 0 0,0 0 0 0 0,-7-6 0 0 0,13 8 31 0 0,0 0 0 0 0,0-1 0 0 0,0 1 0 0 0,0-1 0 0 0,0 0 0 0 0,1 0 0 0 0,-1 0 0 0 0,0 1-1 0 0,1-2 1 0 0,0 1 0 0 0,-1 0 0 0 0,1 0 0 0 0,0 0 0 0 0,0-1 0 0 0,0 1 0 0 0,0 0 0 0 0,1-1 0 0 0,-1 1 0 0 0,1-1 0 0 0,-1 1 0 0 0,1-1 0 0 0,0 1 0 0 0,0-1 0 0 0,0 1 0 0 0,0-1 0 0 0,0 1 0 0 0,1-1 0 0 0,-1 1 0 0 0,1 0 0 0 0,0-1-1 0 0,1-3 1 0 0,1-1-152 0 0,0 1-1 0 0,1-1 1 0 0,0 0-1 0 0,0 1 1 0 0,0 0-1 0 0,1 0 0 0 0,0 0 1 0 0,0 1-1 0 0,0-1 1 0 0,1 1-1 0 0,0 1 0 0 0,0-1 1 0 0,0 1-1 0 0,1 0 1 0 0,-1 0-1 0 0,9-3 1 0 0,-4 2-154 0 0,0 1-1 0 0,1 0 1 0 0,-1 1 0 0 0,1 0 0 0 0,0 1 0 0 0,0 0 0 0 0,0 1 0 0 0,0 0 0 0 0,18 1 0 0 0,-28 0 135 0 0,1 0 0 0 0,0 0 1 0 0,0 1-1 0 0,-1-1 1 0 0,1 1-1 0 0,0-1 0 0 0,-1 1 1 0 0,1 0-1 0 0,0 0 0 0 0,-1 0 1 0 0,1 0-1 0 0,-1 1 0 0 0,0-1 1 0 0,1 1-1 0 0,-1-1 0 0 0,0 1 1 0 0,0 0-1 0 0,0 0 1 0 0,0 0-1 0 0,0 0 0 0 0,-1 0 1 0 0,1 0-1 0 0,-1 1 0 0 0,1-1 1 0 0,-1 0-1 0 0,0 1 0 0 0,1-1 1 0 0,-1 1-1 0 0,-1-1 0 0 0,1 1 1 0 0,0 0-1 0 0,-1 0 1 0 0,1-1-1 0 0,-1 1 0 0 0,0 0 1 0 0,0-1-1 0 0,0 6 0 0 0,-2 9-64 0 0,0 0 0 0 0,-1 1 0 0 0,-1-1-1 0 0,-12 31 1 0 0,8-21 202 0 0,1-7 215 0 0,2 1-1 0 0,0-1 0 0 0,1 1 1 0 0,1 0-1 0 0,0 26 1 0 0,4-42-303 0 0,-1-1 0 0 0,0 1 0 0 0,1 0 0 0 0,0 0 0 0 0,0-1 0 0 0,1 1 0 0 0,-1 0 0 0 0,1-1 0 0 0,0 1 0 0 0,0-1 0 0 0,0 0 0 0 0,5 7 1 0 0,-4-9-41 0 0,-1 1 0 0 0,1 0 0 0 0,0-1 1 0 0,1 1-1 0 0,-1-1 0 0 0,0 0 0 0 0,1 0 1 0 0,-1 0-1 0 0,1-1 0 0 0,-1 1 0 0 0,1-1 1 0 0,0 0-1 0 0,0 0 0 0 0,-1 0 0 0 0,1 0 1 0 0,0-1-1 0 0,7 1 0 0 0,2-2 234 0 0,0 0 1 0 0,0-1-1 0 0,0 0 0 0 0,0-1 0 0 0,-1 0 1 0 0,1-1-1 0 0,-1 0 0 0 0,0-1 0 0 0,0-1 1 0 0,-1 0-1 0 0,1 0 0 0 0,17-14 0 0 0,-27 18-181 0 0,0 1-1 0 0,0-1 0 0 0,0 0 0 0 0,0 1 0 0 0,-1-1 0 0 0,1 0 0 0 0,0 0 0 0 0,-1 0 0 0 0,1 0 0 0 0,-1 0 0 0 0,0-1 0 0 0,0 1 0 0 0,0 0 0 0 0,0-1 1 0 0,0 1-1 0 0,0-1 0 0 0,-1 1 0 0 0,1-1 0 0 0,-1 1 0 0 0,1-1 0 0 0,-1 1 0 0 0,0-1 0 0 0,0 1 0 0 0,0-1 0 0 0,-1 0 0 0 0,1 1 0 0 0,-1-1 1 0 0,1 1-1 0 0,-2-5 0 0 0,-1 3 61 0 0,0-1-1 0 0,0 1 1 0 0,0-1 0 0 0,0 1 0 0 0,-1 0 0 0 0,0 0 0 0 0,1 1-1 0 0,-1-1 1 0 0,-1 1 0 0 0,1 0 0 0 0,0 0 0 0 0,-1 0 0 0 0,-7-3-1 0 0,-7-3 66 0 0,-1 1 0 0 0,1 1 0 0 0,-2 1 0 0 0,1 0-1 0 0,-31-3 1 0 0,31 7-885 0 0,1 0-1 0 0,0 2 1 0 0,-27 2-1 0 0,13 3-4596 0 0</inkml:trace>
</inkml:ink>
</file>

<file path=ppt/ink/ink2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0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139 37 4609 0 0,'-2'-2'421'0'0,"1"-1"0"0"0,0 1 0 0 0,0-1 0 0 0,-1 1 0 0 0,0 0 0 0 0,1 0 0 0 0,-1-1 0 0 0,0 1 1 0 0,0 0-1 0 0,0 1 0 0 0,0-1 0 0 0,-1 0 0 0 0,1 0 0 0 0,0 1 0 0 0,-1 0 0 0 0,1-1 0 0 0,-4 0 0 0 0,4 1-177 0 0,0 1 0 0 0,0 0-1 0 0,1 0 1 0 0,-1 0 0 0 0,0 1-1 0 0,1-1 1 0 0,-1 0 0 0 0,0 1 0 0 0,0-1-1 0 0,1 1 1 0 0,-1-1 0 0 0,1 1 0 0 0,-1 0-1 0 0,0 0 1 0 0,1 0 0 0 0,-1 0-1 0 0,1 0 1 0 0,0 0 0 0 0,-1 0 0 0 0,1 0-1 0 0,0 0 1 0 0,0 1 0 0 0,0-1-1 0 0,0 0 1 0 0,0 1 0 0 0,0-1 0 0 0,0 1-1 0 0,-1 2 1 0 0,-7 12-126 0 0,1 1 0 0 0,0 1 0 0 0,1 0 0 0 0,1 0 0 0 0,1 0 0 0 0,1 0 0 0 0,0 1 0 0 0,1 0 0 0 0,1 0-1 0 0,1 26 1 0 0,1-22-7 0 0,1-1 0 0 0,1 1-1 0 0,2-1 1 0 0,0 0-1 0 0,1 0 1 0 0,1 0-1 0 0,1-1 1 0 0,14 30 0 0 0,-16-42-1365 0 0,0 1 0 0 0,1-1 0 0 0,0 0 0 0 0,0-1 0 0 0,13 14 1 0 0</inkml:trace>
</inkml:ink>
</file>

<file path=ppt/ink/ink2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5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21 220 6913 0 0,'-3'-3'3'0'0,"1"-1"-1"0"0,0 1 0 0 0,0-1 0 0 0,0 0 1 0 0,0 0-1 0 0,1 1 0 0 0,-1-1 0 0 0,1 0 1 0 0,0 0-1 0 0,0 0 0 0 0,0-1 0 0 0,1 1 1 0 0,0 0-1 0 0,0 0 0 0 0,0 0 0 0 0,0 0 0 0 0,0-1 1 0 0,1 1-1 0 0,0 0 0 0 0,0 0 0 0 0,0 0 1 0 0,0 0-1 0 0,1 0 0 0 0,1-4 0 0 0,0 2 37 0 0,0 1 1 0 0,1-1-1 0 0,-1 1 0 0 0,1-1 0 0 0,0 1 0 0 0,1 0 0 0 0,-1 0 0 0 0,1 1 1 0 0,0-1-1 0 0,0 1 0 0 0,0 0 0 0 0,1 1 0 0 0,-1-1 0 0 0,12-4 0 0 0,9-1 572 0 0,-1 1 1 0 0,1 1-1 0 0,0 1 0 0 0,0 1 0 0 0,1 2 0 0 0,36-1 1 0 0,-61 4-614 0 0,-1 0 0 0 0,1 0 0 0 0,-1 0 0 0 0,1 0 0 0 0,-1 0 0 0 0,0 0 0 0 0,1 1 0 0 0,-1-1 0 0 0,1 0 0 0 0,-1 1 0 0 0,0-1 0 0 0,1 1 0 0 0,-1-1 0 0 0,0 1 0 0 0,0 0 0 0 0,1 0 0 0 0,-1-1 0 0 0,0 1 0 0 0,0 0 0 0 0,0 0 0 0 0,0 0 0 0 0,0 0 0 0 0,0 0 0 0 0,0 0 0 0 0,1 2 0 0 0,-2-1 0 0 0,1 1 0 0 0,-1-1 0 0 0,1 0 0 0 0,-1 0 0 0 0,0 1 0 0 0,1-1 0 0 0,-1 0 0 0 0,0 1 0 0 0,-1-1 0 0 0,1 0 0 0 0,0 1 0 0 0,-1-1 0 0 0,-1 5 0 0 0,-2 4-161 0 0,0 0 0 0 0,-2 0 0 0 0,1 0 0 0 0,-14 18 0 0 0,5-10 428 0 0,-1-1 0 0 0,-1 0 0 0 0,-1-1 0 0 0,0-1 0 0 0,-1-1 0 0 0,-1 0 0 0 0,0-1 0 0 0,-25 13 1 0 0,68-31 689 0 0,41-1 1 0 0,-46 4-535 0 0,0 2 1 0 0,0 0 0 0 0,-1 0 0 0 0,1 2 0 0 0,27 7-1 0 0,-34-6-699 0 0,0 0 0 0 0,-1 1 0 0 0,0 0 0 0 0,0 0 0 0 0,0 1 0 0 0,-1 1-1 0 0,1 0 1 0 0,-2 0 0 0 0,15 13 0 0 0,-14-9-857 0 0</inkml:trace>
</inkml:ink>
</file>

<file path=ppt/ink/ink2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8.1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384 23 11058 0 0,'-3'3'-325'0'0,"1"0"-1"0"0,-1 0 1 0 0,1 0-1 0 0,0 1 1 0 0,0-1-1 0 0,1 1 1 0 0,-3 5-1 0 0,-6 12-1241 0 0,0-7 978 0 0,0 0 1 0 0,-1-1 0 0 0,0 0 0 0 0,-1-1-1 0 0,-1 0 1 0 0,-16 12 0 0 0,10-11 1618 0 0,0 0 1 0 0,-1-1 0 0 0,0-2-1 0 0,0 0 1 0 0,-1-1 0 0 0,-1-1 0 0 0,-30 8-1 0 0,50-16-1031 0 0,0 1 0 0 0,0-1 0 0 0,0 1 0 0 0,0-1 1 0 0,0 0-1 0 0,0 0 0 0 0,0 0 0 0 0,0 0 0 0 0,0 0 0 0 0,0 0 0 0 0,0 0 0 0 0,0-1 0 0 0,0 1 0 0 0,0-1 0 0 0,0 0 0 0 0,0 1 0 0 0,0-1 0 0 0,0 0 0 0 0,1 0 0 0 0,-1 0 0 0 0,0 0 0 0 0,0-1 0 0 0,-1-1 0 0 0,1 0-104 0 0,0 0 0 0 0,0 1-1 0 0,0-1 1 0 0,1-1 0 0 0,-1 1 0 0 0,1 0-1 0 0,0 0 1 0 0,0 0 0 0 0,0-1 0 0 0,0 1 0 0 0,0 0-1 0 0,1-7 1 0 0,-1-1-33 0 0,1 0-1 0 0,1 1 1 0 0,0-1 0 0 0,0 1-1 0 0,1-1 1 0 0,1 1 0 0 0,-1-1-1 0 0,7-12 1 0 0,-5 16 116 0 0,0 0 0 0 0,1 1 0 0 0,-1-1 0 0 0,1 1-1 0 0,1 0 1 0 0,-1 1 0 0 0,1-1 0 0 0,0 1 0 0 0,1 0 0 0 0,-1 0 0 0 0,1 1 0 0 0,0 0 0 0 0,0 0 0 0 0,0 1 0 0 0,0 0 0 0 0,10-3 0 0 0,-7 3 37 0 0,1 0-1 0 0,-1 0 1 0 0,0 2 0 0 0,1-1 0 0 0,-1 1 0 0 0,1 1 0 0 0,0-1 0 0 0,-1 2 0 0 0,1 0 0 0 0,-1 0 0 0 0,21 6 0 0 0,-25-6 186 0 0,0 2 0 0 0,0-1 0 0 0,0 1 0 0 0,0 0 1 0 0,-1 0-1 0 0,1 0 0 0 0,-1 1 0 0 0,0 0 0 0 0,0 0 0 0 0,0 1 1 0 0,0-1-1 0 0,-1 1 0 0 0,0 0 0 0 0,0 0 0 0 0,0 0 0 0 0,0 1 0 0 0,-1-1 1 0 0,0 1-1 0 0,4 10 0 0 0,-5-9 58 0 0,0 1 1 0 0,-1-1-1 0 0,1 1 0 0 0,-1-1 1 0 0,-1 1-1 0 0,1 0 1 0 0,-2-1-1 0 0,1 1 0 0 0,-1-1 1 0 0,0 1-1 0 0,0-1 0 0 0,-1 1 1 0 0,0-1-1 0 0,0 0 0 0 0,-1 1 1 0 0,-4 8-1 0 0,-26 54 212 0 0,29-56-1056 0 0</inkml:trace>
</inkml:ink>
</file>

<file path=ppt/ink/ink2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9.4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 8290 0 0,'2'0'1853'0'0,"-2"-1"-1756"0"0,1 1-1 0 0,0 0 1 0 0,-1-1 0 0 0,1 1-1 0 0,0 0 1 0 0,-1 0 0 0 0,1-1-1 0 0,0 1 1 0 0,-1 0 0 0 0,1 0-1 0 0,0 0 1 0 0,0 0 0 0 0,-1 0-1 0 0,1 0 1 0 0,0 0 0 0 0,0 0-1 0 0,-1 0 1 0 0,1 1 0 0 0,0-1-1 0 0,-1 0 1 0 0,1 0 0 0 0,0 1-1 0 0,-1-1 1 0 0,1 0-1 0 0,0 1 1 0 0,-1-1 0 0 0,1 1-1 0 0,-1-1 1 0 0,2 1 0 0 0,2 5 140 0 0,1-1 1 0 0,-1 1-1 0 0,-1 0 1 0 0,1 1-1 0 0,-1-1 1 0 0,0 1-1 0 0,0-1 1 0 0,-1 1-1 0 0,0 0 1 0 0,0 0-1 0 0,1 13 1 0 0,6 30 961 0 0,-4-14-1053 0 0,2 0-1 0 0,1 0 1 0 0,2 0-1 0 0,26 60 1 0 0,-19-60-3731 0 0</inkml:trace>
</inkml:ink>
</file>

<file path=ppt/ink/ink2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2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115 215 2761 0 0,'-15'-9'-722'0'0,"2"0"669"0"0,-1 1-1 0 0,1-2 0 0 0,1 0 1 0 0,-14-13-1 0 0,24 21 242 0 0,0 0 0 0 0,1 0 1 0 0,-1 0-1 0 0,0 0 0 0 0,1 0 0 0 0,-1 0 0 0 0,1 0 0 0 0,-1 0 0 0 0,1-1 0 0 0,0 1 0 0 0,0-1 0 0 0,0 1 0 0 0,1-1 0 0 0,-1 1 0 0 0,0-1 0 0 0,1 1 1 0 0,0-1-1 0 0,0 0 0 0 0,-1 1 0 0 0,1-1 0 0 0,1 1 0 0 0,-1-1 0 0 0,0 0 0 0 0,1 1 0 0 0,-1-1 0 0 0,1 1 0 0 0,0-1 0 0 0,0 1 0 0 0,0-1 0 0 0,0 1 1 0 0,0 0-1 0 0,3-5 0 0 0,1 3-74 0 0,0-1 0 0 0,0 1 0 0 0,0 0 1 0 0,0 0-1 0 0,0 0 0 0 0,1 1 0 0 0,0 0 0 0 0,0 0 1 0 0,0 0-1 0 0,0 1 0 0 0,0 0 0 0 0,7-2 1 0 0,8-1-336 0 0,0 1 1 0 0,29-3 0 0 0,-41 6 174 0 0,-1 1 0 0 0,0 0 0 0 0,1 0 0 0 0,-1 0 0 0 0,1 1 0 0 0,-1 0 0 0 0,15 5 0 0 0,-21-5 32 0 0,1 0 1 0 0,0 1 0 0 0,-1-1 0 0 0,1 1 0 0 0,-1-1 0 0 0,1 1 0 0 0,-1 0 0 0 0,0 0-1 0 0,1 0 1 0 0,-1 0 0 0 0,0 0 0 0 0,-1 1 0 0 0,1-1 0 0 0,0 1 0 0 0,-1-1 0 0 0,1 1-1 0 0,-1-1 1 0 0,0 1 0 0 0,0 0 0 0 0,0 0 0 0 0,0 0 0 0 0,0 0 0 0 0,-1-1 0 0 0,1 1 0 0 0,-1 4-1 0 0,1 0 79 0 0,-1 0-1 0 0,-1-1 1 0 0,1 1-1 0 0,-1 0 0 0 0,0 0 1 0 0,-1-1-1 0 0,1 1 0 0 0,-2 0 1 0 0,1-1-1 0 0,0 0 1 0 0,-1 0-1 0 0,-1 0 0 0 0,1 0 1 0 0,-1 0-1 0 0,1 0 0 0 0,-2-1 1 0 0,1 0-1 0 0,-1 0 1 0 0,-8 8-1 0 0,5-6 109 0 0,0 0 0 0 0,-1-1 1 0 0,0 0-1 0 0,0-1 0 0 0,0 0 0 0 0,0 0 0 0 0,-1-1 1 0 0,0 0-1 0 0,1-1 0 0 0,-2 0 0 0 0,1 0 1 0 0,-14 1-1 0 0,22-4-180 0 0,1 1 0 0 0,-1-1 0 0 0,1 0 1 0 0,0 0-1 0 0,-1 1 0 0 0,1-1 0 0 0,-1 0 0 0 0,1 0 0 0 0,-1-1 1 0 0,1 1-1 0 0,-1 0 0 0 0,1 0 0 0 0,0-1 0 0 0,-1 1 1 0 0,-1-2-1 0 0,17-7-680 0 0,39-11-128 0 0,-10 9-76 0 0,-20 6-2398 0 0</inkml:trace>
</inkml:ink>
</file>

<file path=ppt/ink/ink2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8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30 6913 0 0,'4'-3'239'0'0,"0"-1"-1"0"0,0 1 1 0 0,1 1-1 0 0,-1-1 1 0 0,1 1-1 0 0,-1 0 0 0 0,1 0 1 0 0,0 0-1 0 0,0 0 1 0 0,0 1-1 0 0,0 0 1 0 0,0 0-1 0 0,0 0 0 0 0,0 1 1 0 0,0 0-1 0 0,7 0 1 0 0,-2 0 47 0 0,-1 1-1 0 0,1 1 1 0 0,0-1 0 0 0,-1 1 0 0 0,1 1 0 0 0,-1 0 0 0 0,15 7 0 0 0,191 89 1272 0 0,-68-42-7555 0 0,-129-51 2183 0 0</inkml:trace>
</inkml:ink>
</file>

<file path=ppt/ink/ink2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4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 11979 0 0,'0'0'18'0'0,"0"0"1"0"0,0 0 0 0 0,0 0 0 0 0,0 0 0 0 0,0 0 0 0 0,1 0 0 0 0,-1-1 0 0 0,0 1-1 0 0,0 0 1 0 0,0 0 0 0 0,0 0 0 0 0,0 0 0 0 0,0 0 0 0 0,0 0 0 0 0,0 0 0 0 0,1-1-1 0 0,-1 1 1 0 0,0 0 0 0 0,0 0 0 0 0,0 0 0 0 0,0 0 0 0 0,0 0 0 0 0,0 0 0 0 0,1 0-1 0 0,-1 0 1 0 0,0 0 0 0 0,0 0 0 0 0,0 0 0 0 0,0 0 0 0 0,0 0 0 0 0,1 0 0 0 0,-1 0-1 0 0,0 0 1 0 0,0 0 0 0 0,0 0 0 0 0,0 0 0 0 0,0 0 0 0 0,1 0 0 0 0,-1 0 0 0 0,0 0-1 0 0,0 0 1 0 0,0 0 0 0 0,0 0 0 0 0,0 0 0 0 0,1 1 0 0 0,-1-1 0 0 0,0 0 0 0 0,0 0 0 0 0,0 0-1 0 0,0 0 1 0 0,0 0 0 0 0,0 0 0 0 0,0 0 0 0 0,0 0 0 0 0,0 1 0 0 0,1-1 0 0 0,-1 0-1 0 0,0 0 1 0 0,0 0 0 0 0,0 0 0 0 0,0 0 0 0 0,0 1 0 0 0,0-1 0 0 0,0 0 0 0 0,0 0-1 0 0,7 9-567 0 0,-4 1 456 0 0,-1 0 1 0 0,0 1-1 0 0,0-1 1 0 0,-1 1-1 0 0,0-1 1 0 0,-1 1-1 0 0,-2 12 1 0 0,2 15 617 0 0,2-9-455 0 0,1 0 0 0 0,2 0 0 0 0,1 0-1 0 0,1 0 1 0 0,1-1 0 0 0,2 0 0 0 0,13 28 0 0 0,-18-47-70 0 0,-1-5 0 0 0</inkml:trace>
</inkml:ink>
</file>

<file path=ppt/ink/ink2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7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42 130 9674 0 0,'-1'1'-93'0'0,"-1"-1"0"0"0,0 1 0 0 0,1-1 0 0 0,-1 1 0 0 0,1 0 0 0 0,-1-1-1 0 0,1 1 1 0 0,-1 0 0 0 0,1 0 0 0 0,0 0 0 0 0,-1 0 0 0 0,1 1 0 0 0,0-1 0 0 0,0 0 0 0 0,0 0 0 0 0,0 1 0 0 0,0-1 0 0 0,0 1-1 0 0,0-1 1 0 0,0 1 0 0 0,1-1 0 0 0,-1 1 0 0 0,1-1 0 0 0,-1 3 0 0 0,-2 6-532 0 0,0-1 0 0 0,1 1 0 0 0,0-1 0 0 0,0 19 0 0 0,2-20 911 0 0,0 0 0 0 0,1 0 1 0 0,0 0-1 0 0,0 0 0 0 0,1 0 0 0 0,0 0 0 0 0,0 0 0 0 0,1-1 1 0 0,5 13-1 0 0,-4-14-12 0 0,0 0 0 0 0,-1 0 0 0 0,2-1 0 0 0,-1 0-1 0 0,1 1 1 0 0,0-1 0 0 0,0-1 0 0 0,0 1 0 0 0,1-1 0 0 0,-1 0 0 0 0,1 0 0 0 0,0 0 0 0 0,0-1 0 0 0,1 0 0 0 0,-1 0 0 0 0,1-1 0 0 0,-1 0 0 0 0,1 0 0 0 0,0 0 0 0 0,0-1 0 0 0,7 1 0 0 0,-4-2-281 0 0,1 0 0 0 0,-1 0-1 0 0,0-1 1 0 0,0 0 0 0 0,1-1 0 0 0,-1 0 0 0 0,0-1 0 0 0,0 0 0 0 0,-1 0 0 0 0,1-1-1 0 0,-1-1 1 0 0,0 1 0 0 0,0-1 0 0 0,0-1 0 0 0,-1 0 0 0 0,10-8 0 0 0,-13 10-12 0 0,0 0 1 0 0,-1 0-1 0 0,0-1 1 0 0,0 1 0 0 0,0-1-1 0 0,0 0 1 0 0,-1-1-1 0 0,0 1 1 0 0,0 0 0 0 0,0-1-1 0 0,-1 0 1 0 0,0 1-1 0 0,0-1 1 0 0,0 0 0 0 0,-1 0-1 0 0,1 0 1 0 0,-1-1-1 0 0,-1 1 1 0 0,0 0 0 0 0,1 0-1 0 0,-2 0 1 0 0,1 0-1 0 0,-1-1 1 0 0,0 1 0 0 0,0 0-1 0 0,-1 0 1 0 0,1 0-1 0 0,-4-7 1 0 0,0 3-106 0 0,0 0 0 0 0,-1 1 0 0 0,0 0 0 0 0,0 0 1 0 0,-1 0-1 0 0,0 0 0 0 0,0 1 0 0 0,-1 0 0 0 0,0 1 0 0 0,0 0 0 0 0,-12-8 0 0 0,6 7-282 0 0,0 0 0 0 0,-1 0 0 0 0,1 1 0 0 0,-2 1 1 0 0,1 1-1 0 0,-1 0 0 0 0,-16-3 0 0 0,-13 1-683 0 0</inkml:trace>
</inkml:ink>
</file>

<file path=ppt/ink/ink2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2.9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10570 0 0,'12'30'481'0'0,"-1"0"0"0"0,-1 1 1 0 0,-2 0-1 0 0,-2 1 0 0 0,5 46 0 0 0,-5-30-312 0 0,17 59 0 0 0,-13-72 7 0 0,24 53 0 0 0,-27-73-593 0 0,1-1 0 0 0,0 1-1 0 0,1-1 1 0 0,1-1 0 0 0,20 23 0 0 0,-20-26-3849 0 0</inkml:trace>
</inkml:ink>
</file>

<file path=ppt/ink/ink2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5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1 135 3681 0 0,'0'-3'135'0'0,"0"0"0"0"0,-1 0 0 0 0,1-1 1 0 0,1 1-1 0 0,-1 0 0 0 0,0 0 0 0 0,1-1 0 0 0,0 1 1 0 0,0 0-1 0 0,0 0 0 0 0,0 0 0 0 0,0 0 0 0 0,0 0 1 0 0,1 0-1 0 0,0 0 0 0 0,2-3 0 0 0,0 0 146 0 0,0 0 0 0 0,0 1 1 0 0,0-1-1 0 0,1 1 0 0 0,0 0 0 0 0,11-9 0 0 0,-8 10-45 0 0,1-1 0 0 0,0 1 0 0 0,0 0 0 0 0,0 1 0 0 0,1 0 0 0 0,-1 0 0 0 0,1 1 0 0 0,0 1 0 0 0,0 0 0 0 0,-1 0 0 0 0,1 0 0 0 0,0 1 0 0 0,0 1 0 0 0,0 0 0 0 0,15 3 0 0 0,-24-3-240 0 0,0-1 1 0 0,0 0 0 0 0,1 1-1 0 0,-1 0 1 0 0,0-1 0 0 0,0 1 0 0 0,0 0-1 0 0,0-1 1 0 0,0 1 0 0 0,0 0-1 0 0,0 0 1 0 0,0 0 0 0 0,0 0 0 0 0,0 0-1 0 0,0 0 1 0 0,-1 0 0 0 0,1 0 0 0 0,0 0-1 0 0,-1 0 1 0 0,1 1 0 0 0,0 1-1 0 0,0 0-26 0 0,-1 0 0 0 0,0-1 0 0 0,0 1 0 0 0,0 0 0 0 0,0 0 0 0 0,0-1 0 0 0,0 1 0 0 0,-1 0 0 0 0,1-1 0 0 0,-2 4 0 0 0,-3 7-101 0 0,0 0 0 0 0,-1-1 1 0 0,-11 17-1 0 0,13-22 154 0 0,-17 29 909 0 0,-2-1-1 0 0,-1-1 1 0 0,-47 51 0 0 0,71-85-899 0 0,0 0 0 0 0,0 0 1 0 0,0 0-1 0 0,0 0 0 0 0,0 0 0 0 0,1-1 0 0 0,-1 1 1 0 0,0 0-1 0 0,0 0 0 0 0,0 0 0 0 0,0 0 0 0 0,0 0 0 0 0,0 0 1 0 0,0 0-1 0 0,1 0 0 0 0,-1 0 0 0 0,0 0 0 0 0,0 0 0 0 0,0 0 1 0 0,0 0-1 0 0,0 1 0 0 0,0-1 0 0 0,0 0 0 0 0,1 0 1 0 0,-1 0-1 0 0,0 0 0 0 0,0 0 0 0 0,0 0 0 0 0,0 0 0 0 0,0 0 1 0 0,0 0-1 0 0,0 0 0 0 0,0 0 0 0 0,0 0 0 0 0,1 1 1 0 0,-1-1-1 0 0,0 0 0 0 0,0 0 0 0 0,0 0 0 0 0,0 0 0 0 0,0 0 1 0 0,0 0-1 0 0,0 0 0 0 0,0 0 0 0 0,0 1 0 0 0,0-1 0 0 0,0 0 1 0 0,0 0-1 0 0,0 0 0 0 0,0 0 0 0 0,0 0 0 0 0,0 0 1 0 0,0 1-1 0 0,0-1 0 0 0,0 0 0 0 0,0 0 0 0 0,0 0 0 0 0,0 0 1 0 0,0 0-1 0 0,0 0 0 0 0,0 0 0 0 0,0 0 0 0 0,0 1 0 0 0,-1-1 1 0 0,1 0-1 0 0,0 0 0 0 0,19-2 917 0 0,22-7-106 0 0,-6 0-316 0 0,117-26 830 0 0,-123 30-2287 0 0,0 2-1 0 0,0 0 1 0 0,38 3 0 0 0,-39 3-2609 0 0,-15 0-1463 0 0</inkml:trace>
</inkml:ink>
</file>

<file path=ppt/ink/ink2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9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56 1 4609 0 0,'0'0'87'0'0,"-1"0"1"0"0,0 0-1 0 0,1 0 1 0 0,-1 0-1 0 0,0 0 1 0 0,1 0-1 0 0,-1 0 0 0 0,0 0 1 0 0,1 0-1 0 0,-1 0 1 0 0,1 0-1 0 0,-1 0 1 0 0,0 1-1 0 0,1-1 1 0 0,-1 0-1 0 0,0 0 0 0 0,1 1 1 0 0,-1-1-1 0 0,1 0 1 0 0,-1 1-1 0 0,1-1 1 0 0,-1 1-1 0 0,1-1 1 0 0,-1 0-1 0 0,1 1 0 0 0,-1 0 1 0 0,-12 23 535 0 0,-2 35-346 0 0,12-48 424 0 0,0 4-274 0 0,1 0 0 0 0,0-1 1 0 0,1 1-1 0 0,1 1 0 0 0,0-1 0 0 0,1 0 0 0 0,0 0 0 0 0,5 15 1 0 0,-4-20-639 0 0,1 0 0 0 0,0 0 0 0 0,1 0 0 0 0,0 0 0 0 0,1-1 0 0 0,0 0 0 0 0,9 13 0 0 0,-7-12-3732 0 0</inkml:trace>
</inkml:ink>
</file>

<file path=ppt/ink/ink2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2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14627 0 0,'2'3'201'0'0,"-1"0"0"0"0,1 0 0 0 0,-1 0-1 0 0,0 1 1 0 0,1-1 0 0 0,-1 1 0 0 0,-1-1 0 0 0,1 1 0 0 0,0-1-1 0 0,-1 1 1 0 0,0 6 0 0 0,0 51 40 0 0,0-52-313 0 0,-2 121-2264 0 0,8-43-2969 0 0,-1-47 1165 0 0</inkml:trace>
</inkml:ink>
</file>

<file path=ppt/ink/ink2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9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84 8754 0 0,'0'-17'530'0'0,"1"1"1"0"0,1-1-1 0 0,4-16 1 0 0,3 64 1821 0 0,-7 17-1058 0 0,-4 76-1 0 0,-1-75-174 0 0,6 73-1 0 0,0-88-2398 0 0,12 50 1 0 0,-12-75 900 0 0,-1-1 0 0 0,1 1 0 0 0,0 0 0 0 0,1-1 0 0 0,0 1 0 0 0,0-1 1 0 0,1 0-1 0 0,0-1 0 0 0,1 1 0 0 0,10 11 0 0 0,-4-8-3969 0 0</inkml:trace>
</inkml:ink>
</file>

<file path=ppt/ink/ink2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5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17 146 8754 0 0,'-2'-3'-16'0'0,"0"0"0"0"0,0 0 1 0 0,0 0-1 0 0,1 0 0 0 0,-1 0 0 0 0,1 0 0 0 0,0-1 1 0 0,0 1-1 0 0,0 0 0 0 0,0-1 0 0 0,1 1 1 0 0,-1-1-1 0 0,1 1 0 0 0,0-1 0 0 0,0 1 0 0 0,1-1 1 0 0,-1 1-1 0 0,0-1 0 0 0,1 1 0 0 0,0-1 1 0 0,0 1-1 0 0,0 0 0 0 0,0-1 0 0 0,1 1 0 0 0,-1 0 1 0 0,1 0-1 0 0,0 0 0 0 0,0 0 0 0 0,0 0 1 0 0,0 1-1 0 0,1-1 0 0 0,-1 0 0 0 0,1 1 1 0 0,3-3-1 0 0,-1 1-33 0 0,0 1 0 0 0,0-1-1 0 0,0 1 1 0 0,1 0 0 0 0,0 0 0 0 0,-1 1 0 0 0,1 0 0 0 0,0 0 0 0 0,0 0 0 0 0,0 1 0 0 0,0 0 0 0 0,8-1-1 0 0,-12 2 123 0 0,1 0 0 0 0,-1 0 1 0 0,0 0-1 0 0,0 0 0 0 0,0 1 0 0 0,0-1 0 0 0,0 1 0 0 0,1-1 0 0 0,-1 1 0 0 0,0 0 0 0 0,0-1 0 0 0,0 1 0 0 0,-1 0 0 0 0,1 1 0 0 0,0-1 0 0 0,0 0 0 0 0,0 0 0 0 0,-1 1 0 0 0,1-1 0 0 0,-1 1 0 0 0,1 0 0 0 0,-1-1 0 0 0,0 1 0 0 0,1 0 0 0 0,-1 0 0 0 0,0 0 0 0 0,0 0 0 0 0,0-1 0 0 0,-1 2 0 0 0,1-1 0 0 0,0 0 0 0 0,-1 0 0 0 0,1 0 0 0 0,-1 0 0 0 0,0 0 0 0 0,0 0 0 0 0,0 4 0 0 0,0 5-103 0 0,0 0-1 0 0,-1-1 1 0 0,-1 1-1 0 0,0 0 1 0 0,0-1-1 0 0,-1 1 1 0 0,0-1-1 0 0,-1 0 1 0 0,-5 10-1 0 0,-3 5 566 0 0,-1-1 0 0 0,-23 30 0 0 0,22-37 482 0 0,11-14-628 0 0,0 0 1 0 0,-1 1-1 0 0,1-1 1 0 0,1 1-1 0 0,-1 0 1 0 0,0 0-1 0 0,1 0 1 0 0,0 0 0 0 0,0 0-1 0 0,-2 8 1 0 0,4-11-302 0 0,1-1 0 0 0,-1 1 1 0 0,1 0-1 0 0,0-1 0 0 0,-1 1 1 0 0,1-1-1 0 0,0 1 1 0 0,0-1-1 0 0,-1 1 0 0 0,1-1 1 0 0,0 0-1 0 0,0 1 0 0 0,-1-1 1 0 0,1 0-1 0 0,0 0 1 0 0,0 0-1 0 0,0 1 0 0 0,0-1 1 0 0,-1 0-1 0 0,1 0 0 0 0,0 0 1 0 0,0 0-1 0 0,0 0 0 0 0,0-1 1 0 0,0 1-1 0 0,-1 0 1 0 0,1 0-1 0 0,0-1 0 0 0,1 1 1 0 0,33-7 517 0 0,-32 7-457 0 0,69-18 190 0 0,61-12-750 0 0,-115 27-1354 0 0,1 2 0 0 0,33 1 0 0 0</inkml:trace>
</inkml:ink>
</file>

<file path=ppt/ink/ink2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8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 7834 0 0,'-1'1'48'0'0,"1"-1"0"0"0,-1 1 0 0 0,1 0 1 0 0,-1 0-1 0 0,1 0 0 0 0,0-1 0 0 0,-1 1 0 0 0,1 0 1 0 0,0 0-1 0 0,0 0 0 0 0,-1 0 0 0 0,1 0 1 0 0,0 0-1 0 0,0-1 0 0 0,0 1 0 0 0,0 0 0 0 0,0 0 1 0 0,0 0-1 0 0,0 0 0 0 0,1 0 0 0 0,-1 0 0 0 0,0 1 1 0 0,7 28 249 0 0,-5-21-9 0 0,-1-6-266 0 0,27 120 2612 0 0,-1-43-5917 0 0,-18-58-543 0 0</inkml:trace>
</inkml:ink>
</file>

<file path=ppt/ink/ink2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6.3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0 140 6913 0 0,'1'-3'66'0'0,"-1"1"-1"0"0,1-1 1 0 0,-1 0-1 0 0,1 1 1 0 0,0-1-1 0 0,1 1 0 0 0,-1-1 1 0 0,0 1-1 0 0,1 0 1 0 0,-1-1-1 0 0,1 1 1 0 0,1-2-1 0 0,29-30-1241 0 0,-19 20 432 0 0,7-7-408 0 0,9-1 3565 0 0,-25 19-1961 0 0,1 1 1 0 0,0 0-1 0 0,0 0 1 0 0,0 1-1 0 0,1-1 1 0 0,-1 1-1 0 0,0 0 1 0 0,1 1 0 0 0,-1-1-1 0 0,7 1 1 0 0,-4 0-186 0 0,-1 0 0 0 0,1 1 0 0 0,-1-1 0 0 0,0 1 0 0 0,1 1 0 0 0,10 3 0 0 0,-15-4-230 0 0,-1 0 0 0 0,0 0-1 0 0,0 0 1 0 0,0 1 0 0 0,1-1-1 0 0,-1 1 1 0 0,0-1 0 0 0,-1 1-1 0 0,1 0 1 0 0,0 0-1 0 0,-1 0 1 0 0,1 0 0 0 0,-1 0-1 0 0,1 0 1 0 0,-1 0 0 0 0,0 1-1 0 0,0-1 1 0 0,0 0 0 0 0,0 1-1 0 0,0-1 1 0 0,-1 1 0 0 0,2 4-1 0 0,-1 0 156 0 0,0 1-1 0 0,0-1 1 0 0,0 1-1 0 0,-1 0 1 0 0,0-1-1 0 0,-1 1 1 0 0,0-1-1 0 0,0 1 1 0 0,0-1-1 0 0,-1 1 1 0 0,0-1-1 0 0,0 0 1 0 0,-1 1-1 0 0,0-1 1 0 0,-1 0-1 0 0,1-1 1 0 0,-1 1-1 0 0,0-1 1 0 0,-1 0-1 0 0,0 0 1 0 0,-7 8-1 0 0,68-33 2854 0 0,-23 8-3312 0 0,2 2 0 0 0,38-5 0 0 0,-10 4-3065 0 0,-34 6 96 0 0,21-3-3086 0 0</inkml:trace>
</inkml:ink>
</file>

<file path=ppt/ink/ink2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6.3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0 0 2417 0 0</inkml:trace>
</inkml:ink>
</file>

<file path=ppt/ink/ink2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7.6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442 107 2761 0 0,'-5'1'17'0'0,"0"0"-1"0"0,0 0 1 0 0,0 1 0 0 0,0-1 0 0 0,0 1 0 0 0,1 0 0 0 0,-1 1 0 0 0,1-1 0 0 0,0 1 0 0 0,-1-1 0 0 0,1 1 0 0 0,1 1 0 0 0,-5 2 0 0 0,-14 11 31 0 0,-14 9 111 0 0,1 2 0 0 0,2 1 0 0 0,1 1-1 0 0,1 2 1 0 0,2 1 0 0 0,1 1 0 0 0,2 2 0 0 0,-43 77 0 0 0,63-102 104 0 0,1 1 1 0 0,0 0-1 0 0,1 0 1 0 0,1 0-1 0 0,0 1 1 0 0,0-1-1 0 0,1 1 1 0 0,0 13 0 0 0,2-19-132 0 0,-1 0 0 0 0,2 0 0 0 0,-1 0 0 0 0,1 0 0 0 0,-1 0-1 0 0,2 0 1 0 0,-1-1 0 0 0,1 1 0 0 0,0-1 0 0 0,1 1 0 0 0,-1-1 0 0 0,1 1 0 0 0,1-1 0 0 0,-1 0 0 0 0,1-1 0 0 0,6 9 0 0 0,-8-12-114 0 0,0 0 0 0 0,0-1 0 0 0,-1 1-1 0 0,1-1 1 0 0,0 0 0 0 0,0 1 0 0 0,0-1-1 0 0,1 0 1 0 0,-1 0 0 0 0,0 0 0 0 0,0 0-1 0 0,0-1 1 0 0,1 1 0 0 0,-1-1 0 0 0,1 1-1 0 0,-1-1 1 0 0,0 0 0 0 0,1 0 0 0 0,3 0-1 0 0,-2-1 33 0 0,1 0-1 0 0,-1 0 1 0 0,0-1-1 0 0,1 1 0 0 0,-1-1 1 0 0,0 0-1 0 0,0 0 1 0 0,0-1-1 0 0,6-4 1 0 0,2-3 237 0 0,0-1 0 0 0,0 0 1 0 0,-1-1-1 0 0,16-24 0 0 0,-17 20-329 0 0,-1 0 1 0 0,0-1-1 0 0,-1 0 0 0 0,-1 0 1 0 0,-1-1-1 0 0,0 0 0 0 0,-2 0 1 0 0,0-1-1 0 0,-1 1 0 0 0,0-1 1 0 0,-2 0-1 0 0,0 0 0 0 0,-1 1 1 0 0,-1-1-1 0 0,-1 0 0 0 0,-1 0 1 0 0,0 1-1 0 0,-1 0 0 0 0,-1 0 1 0 0,-1 0-1 0 0,-1 0 0 0 0,0 1 1 0 0,-12-20-1 0 0,18 35 28 0 0,0 0 0 0 0,0 0 0 0 0,0 0-1 0 0,-1 0 1 0 0,1 0 0 0 0,-1 0 0 0 0,0 1 0 0 0,1-1 0 0 0,-1 0 0 0 0,0 1 0 0 0,0-1-1 0 0,0 1 1 0 0,0 0 0 0 0,0 0 0 0 0,0 0 0 0 0,0 0 0 0 0,-1 0 0 0 0,1 0 0 0 0,-4-1 0 0 0,4 2 9 0 0,0 1-1 0 0,0-1 1 0 0,0 0 0 0 0,1 1 0 0 0,-1-1 0 0 0,0 1 0 0 0,0-1 0 0 0,1 1 0 0 0,-1 0 0 0 0,0 0 0 0 0,1 0 0 0 0,-1 0 0 0 0,1 0 0 0 0,-1 0 0 0 0,1 0 0 0 0,0 0 0 0 0,-1 1 0 0 0,1-1 0 0 0,0 0-1 0 0,0 1 1 0 0,0-1 0 0 0,0 1 0 0 0,0 0 0 0 0,0-1 0 0 0,0 1 0 0 0,0 2 0 0 0,-8 16 65 0 0,1-1 0 0 0,1 1 0 0 0,1 1 0 0 0,1-1 0 0 0,1 1 0 0 0,1 0 0 0 0,0 0 0 0 0,1 24 0 0 0,2-31 59 0 0,1 1 0 0 0,0 0 0 0 0,1-1 1 0 0,1 1-1 0 0,0-1 0 0 0,1 0 0 0 0,0 0 1 0 0,1 0-1 0 0,1 0 0 0 0,0-1 0 0 0,1 0 1 0 0,12 18-1 0 0,-13-23-60 0 0,1-1-1 0 0,0 0 1 0 0,0 0 0 0 0,1-1 0 0 0,0 1 0 0 0,0-2-1 0 0,0 1 1 0 0,1-1 0 0 0,14 7 0 0 0,-20-11-9 0 0,0 0 1 0 0,0 1-1 0 0,0-1 0 0 0,0 0 1 0 0,0 0-1 0 0,0 0 1 0 0,0-1-1 0 0,1 1 0 0 0,-1-1 1 0 0,0 0-1 0 0,0 0 1 0 0,0 0-1 0 0,1 0 0 0 0,-1-1 1 0 0,0 1-1 0 0,0-1 1 0 0,0 1-1 0 0,1-1 0 0 0,-1 0 1 0 0,0-1-1 0 0,0 1 1 0 0,-1 0-1 0 0,1-1 0 0 0,0 0 1 0 0,0 0-1 0 0,-1 0 1 0 0,1 0-1 0 0,-1 0 0 0 0,1 0 1 0 0,-1 0-1 0 0,0-1 1 0 0,3-4-1 0 0,1-2-43 0 0,-2 0 1 0 0,1 0-1 0 0,-1-1 0 0 0,0 0 1 0 0,-1 0-1 0 0,0 0 0 0 0,-1 0 1 0 0,0 0-1 0 0,-1 0 0 0 0,1 0 1 0 0,-2-1-1 0 0,0 1 0 0 0,0 0 1 0 0,-2-12-1 0 0,1 14-169 0 0,-1 0 1 0 0,0 0 0 0 0,0 0-1 0 0,-1 0 1 0 0,0 0-1 0 0,-1 1 1 0 0,1-1-1 0 0,-1 1 1 0 0,-1 0-1 0 0,1 0 1 0 0,-1 1-1 0 0,0-1 1 0 0,-1 1-1 0 0,0 0 1 0 0,0 0-1 0 0,0 1 1 0 0,0 0 0 0 0,-9-6-1 0 0,11 9 74 0 0,0 0 0 0 0,0 0 0 0 0,-1 0-1 0 0,1 0 1 0 0,0 1 0 0 0,-1 0 0 0 0,1-1 0 0 0,-1 2-1 0 0,1-1 1 0 0,-1 0 0 0 0,0 1 0 0 0,1 0 0 0 0,-1 0-1 0 0,0 0 1 0 0,-4 2 0 0 0,1 0 43 0 0,1 0 0 0 0,-1 0 1 0 0,1 1-1 0 0,0 0 0 0 0,0 0 0 0 0,0 0 0 0 0,1 1 0 0 0,-10 7 1 0 0,4-2 78 0 0,1 1 1 0 0,0 0 0 0 0,1 1 0 0 0,1 0-1 0 0,-1 0 1 0 0,2 1 0 0 0,-1 0 0 0 0,2 0-1 0 0,-8 15 1 0 0,14-24 28 0 0,-1 1 0 0 0,1-1 0 0 0,-1 0 0 0 0,1 1 1 0 0,0-1-1 0 0,1 1 0 0 0,-1-1 0 0 0,0 1 0 0 0,1-1 0 0 0,0 1 0 0 0,0 0 0 0 0,0-1 0 0 0,0 1 0 0 0,1-1 0 0 0,-1 1 1 0 0,1-1-1 0 0,0 1 0 0 0,0-1 0 0 0,0 1 0 0 0,0-1 0 0 0,1 0 0 0 0,-1 1 0 0 0,4 3 0 0 0,-2-3 4 0 0,0-1 0 0 0,1 0 0 0 0,-1-1 0 0 0,1 1 0 0 0,-1 0 0 0 0,1-1 0 0 0,0 0 0 0 0,0 0 0 0 0,0 0 0 0 0,0-1 0 0 0,0 1 0 0 0,1-1 0 0 0,-1 0 0 0 0,0 0 0 0 0,1 0 0 0 0,-1-1 0 0 0,1 1 0 0 0,7-1 0 0 0,1-1 82 0 0,0 0 0 0 0,0-1-1 0 0,0-1 1 0 0,0 0-1 0 0,0 0 1 0 0,-1-1 0 0 0,0-1-1 0 0,1 0 1 0 0,-2-1 0 0 0,1 0-1 0 0,11-9 1 0 0,-9 6-108 0 0,0-1 0 0 0,-1-1 1 0 0,-1 0-1 0 0,0-1 0 0 0,0 0 1 0 0,-1-1-1 0 0,-1 0 0 0 0,12-18 1 0 0,-3-10-619 0 0,-18 39 480 0 0,-1 0 0 0 0,1-1 0 0 0,0 1 0 0 0,-1 0-1 0 0,1-1 1 0 0,-1 1 0 0 0,0 0 0 0 0,0-1 0 0 0,0 1 0 0 0,0-1 0 0 0,0 1 0 0 0,0 0 0 0 0,-1-1 0 0 0,1 1 0 0 0,-1-1-1 0 0,-1-1 1 0 0,2 3 51 0 0,-1 1-1 0 0,1-1 1 0 0,0 1-1 0 0,-1-1 0 0 0,0 1 1 0 0,1 0-1 0 0,-1-1 1 0 0,1 1-1 0 0,-1 0 0 0 0,1-1 1 0 0,-1 1-1 0 0,0 0 1 0 0,1 0-1 0 0,-1 0 0 0 0,1-1 1 0 0,-1 1-1 0 0,0 0 1 0 0,1 0-1 0 0,-1 0 0 0 0,0 0 1 0 0,1 0-1 0 0,-1 0 1 0 0,0 0-1 0 0,1 0 0 0 0,-1 1 1 0 0,0-1-1 0 0,1 0 1 0 0,-1 0-1 0 0,1 0 0 0 0,-1 1 1 0 0,0-1-1 0 0,1 0 0 0 0,-1 1 1 0 0,1-1-1 0 0,-1 1 1 0 0,1-1-1 0 0,-1 0 0 0 0,1 1 1 0 0,-1-1-1 0 0,1 1 1 0 0,0-1-1 0 0,-2 2 0 0 0,-18 22-519 0 0,14-15 492 0 0,1 1-1 0 0,0 0 0 0 0,0 0 0 0 0,1 0 0 0 0,1 1 0 0 0,0-1 0 0 0,0 1 0 0 0,-1 14 0 0 0,3-21 92 0 0,1-1-1 0 0,0 1 1 0 0,0-1-1 0 0,0 1 1 0 0,0-1 0 0 0,1 1-1 0 0,0-1 1 0 0,-1 1-1 0 0,1-1 1 0 0,0 0 0 0 0,1 1-1 0 0,-1-1 1 0 0,3 4-1 0 0,-3-5 8 0 0,1 0 1 0 0,0 0-1 0 0,0-1 0 0 0,-1 1 0 0 0,1 0 0 0 0,1 0 0 0 0,-1-1 0 0 0,0 0 0 0 0,0 1 0 0 0,0-1 0 0 0,1 0 0 0 0,-1 0 0 0 0,1 0 0 0 0,-1 0 0 0 0,1-1 0 0 0,-1 1 0 0 0,1-1 0 0 0,-1 1 0 0 0,1-1 0 0 0,2 0 0 0 0,3 0 117 0 0,0-1 0 0 0,0 0 1 0 0,0 0-1 0 0,-1-1 0 0 0,1 0 0 0 0,0 0 0 0 0,-1 0 0 0 0,0-1 0 0 0,1-1 0 0 0,-1 1 0 0 0,-1-1 1 0 0,1 0-1 0 0,0-1 0 0 0,-1 1 0 0 0,0-1 0 0 0,0-1 0 0 0,0 1 0 0 0,5-8 0 0 0,3-3-74 0 0,-1-1 0 0 0,0 0-1 0 0,-2-1 1 0 0,0 0-1 0 0,14-31 1 0 0,-19 33-388 0 0,-1-1 0 0 0,0 1 0 0 0,-1-1 0 0 0,-1 1 0 0 0,0-1 0 0 0,-2 0 0 0 0,0 0 0 0 0,0 0 0 0 0,-2 0 0 0 0,0 0 0 0 0,-1 0 0 0 0,-1 0 0 0 0,0 0 0 0 0,-1 1 0 0 0,-1-1 0 0 0,-13-28 0 0 0,17 42 301 0 0,0 0 1 0 0,0 1 0 0 0,-1 0-1 0 0,1-1 1 0 0,-1 1 0 0 0,1 0-1 0 0,-1-1 1 0 0,0 1 0 0 0,0 0-1 0 0,0 0 1 0 0,0 1 0 0 0,0-1-1 0 0,0 0 1 0 0,0 1 0 0 0,-1-1-1 0 0,1 1 1 0 0,-1 0 0 0 0,1-1-1 0 0,-1 1 1 0 0,1 0 0 0 0,-1 1 0 0 0,0-1-1 0 0,1 0 1 0 0,-1 1 0 0 0,0 0-1 0 0,0-1 1 0 0,1 1 0 0 0,-1 0-1 0 0,0 1 1 0 0,0-1 0 0 0,1 0-1 0 0,-1 1 1 0 0,0-1 0 0 0,1 1-1 0 0,-1 0 1 0 0,0 0 0 0 0,1 0-1 0 0,-1 0 1 0 0,1 1 0 0 0,-4 1-1 0 0,-4 4 110 0 0,0 0-1 0 0,1 1 0 0 0,0 0 0 0 0,0 0 0 0 0,1 1 1 0 0,0 0-1 0 0,-13 20 0 0 0,1 2 155 0 0,1 0 0 0 0,2 2-1 0 0,-17 44 1 0 0,28-62-95 0 0,1 0-1 0 0,0 1 0 0 0,2-1 1 0 0,0 1-1 0 0,0-1 0 0 0,1 1 1 0 0,2 0-1 0 0,-1 0 0 0 0,2 0 1 0 0,2 19-1 0 0,-1-27-26 0 0,0 0-1 0 0,1 0 1 0 0,0 0-1 0 0,0-1 1 0 0,0 1-1 0 0,1-1 1 0 0,0 0-1 0 0,1 0 1 0 0,0 0-1 0 0,5 6 1 0 0,-8-11-78 0 0,0 1 1 0 0,1-1 0 0 0,-1 0 0 0 0,0 0-1 0 0,1 0 1 0 0,0 0 0 0 0,-1 0-1 0 0,1 0 1 0 0,0-1 0 0 0,0 1 0 0 0,0-1-1 0 0,0 0 1 0 0,0 0 0 0 0,0 0-1 0 0,0 0 1 0 0,0 0 0 0 0,1-1 0 0 0,-1 1-1 0 0,0-1 1 0 0,0 0 0 0 0,1 0-1 0 0,-1 0 1 0 0,0-1 0 0 0,0 1 0 0 0,0-1-1 0 0,1 0 1 0 0,4-1 0 0 0,5-5 25 0 0,0 0 0 0 0,0-1 0 0 0,-1 0 0 0 0,-1-1 0 0 0,1 0 0 0 0,-1-1 0 0 0,-1 0 0 0 0,17-20 0 0 0,-6 2-98 0 0,-1-1 1 0 0,25-46 0 0 0,-35 55-219 0 0,-1-1-1 0 0,0 0 1 0 0,-2 0 0 0 0,0 0-1 0 0,-2-1 1 0 0,0 0-1 0 0,-1-1 1 0 0,-1 1 0 0 0,-2-1-1 0 0,0 1 1 0 0,-1-1 0 0 0,-1 1-1 0 0,-6-29 1 0 0,7 48 157 0 0,0 0 0 0 0,-1 1 0 0 0,0-1 1 0 0,0 1-1 0 0,0-1 0 0 0,0 1 0 0 0,0-1 0 0 0,0 1 0 0 0,0-1 0 0 0,-1 1 0 0 0,0 0 1 0 0,1 0-1 0 0,-1 0 0 0 0,0 0 0 0 0,0 0 0 0 0,-3-3 0 0 0,3 4 44 0 0,0 1-1 0 0,0-1 1 0 0,0 1-1 0 0,0 0 1 0 0,0-1-1 0 0,0 1 1 0 0,0 0-1 0 0,1 0 1 0 0,-1 0-1 0 0,0 0 1 0 0,0 1-1 0 0,0-1 1 0 0,0 0-1 0 0,0 1 1 0 0,0-1-1 0 0,0 1 1 0 0,1 0-1 0 0,-1 0 1 0 0,0-1-1 0 0,0 1 1 0 0,1 0-1 0 0,-1 0 1 0 0,1 1-1 0 0,-2 0 1 0 0,-16 14 82 0 0,1 0 0 0 0,0 0 0 0 0,2 2 0 0 0,0 0 0 0 0,1 1 0 0 0,1 0 0 0 0,0 1 0 0 0,2 1 0 0 0,0 0 0 0 0,2 1 0 0 0,0 0 0 0 0,-10 37 0 0 0,17-47 227 0 0,0 0 0 0 0,1 0 0 0 0,1 0-1 0 0,0 0 1 0 0,0 0 0 0 0,3 24 0 0 0,-2-31-99 0 0,1 1-1 0 0,0-1 0 0 0,0 0 1 0 0,0 0-1 0 0,1 0 1 0 0,0 0-1 0 0,-1 0 1 0 0,2-1-1 0 0,-1 1 1 0 0,1 0-1 0 0,-1-1 1 0 0,1 0-1 0 0,0 1 0 0 0,1-1 1 0 0,-1 0-1 0 0,1-1 1 0 0,0 1-1 0 0,6 4 1 0 0,-7-7-107 0 0,0 1 0 0 0,0-1 0 0 0,0 0 1 0 0,0 0-1 0 0,0-1 0 0 0,0 1 0 0 0,0-1 0 0 0,1 1 1 0 0,-1-1-1 0 0,0 0 0 0 0,0 0 0 0 0,0 0 1 0 0,0-1-1 0 0,1 1 0 0 0,-1-1 0 0 0,0 0 0 0 0,0 0 1 0 0,0 0-1 0 0,0 0 0 0 0,0 0 0 0 0,0-1 1 0 0,-1 1-1 0 0,1-1 0 0 0,0 0 0 0 0,-1 0 0 0 0,1 0 1 0 0,3-4-1 0 0,4-3 130 0 0,0-1-1 0 0,-1 0 1 0 0,0 0 0 0 0,0-1 0 0 0,7-14-1 0 0,-10 14-130 0 0,1-1-1 0 0,-2 0 1 0 0,0 0-1 0 0,0 0 1 0 0,-1-1-1 0 0,-1 1 1 0 0,4-26-1 0 0,-6 29-111 0 0,-1-1 0 0 0,1 1 0 0 0,-1 0 0 0 0,-1-1 0 0 0,0 1 0 0 0,0 0 0 0 0,-1 0 0 0 0,0-1 0 0 0,-1 1 0 0 0,0 1 0 0 0,-8-17 0 0 0,10 21 41 0 0,-1 1-1 0 0,0 0 0 0 0,0 1 1 0 0,0-1-1 0 0,0 0 0 0 0,-1 0 1 0 0,1 1-1 0 0,-1-1 0 0 0,1 1 1 0 0,-1 0-1 0 0,0 0 1 0 0,0 0-1 0 0,0 0 0 0 0,0 1 1 0 0,0-1-1 0 0,0 1 0 0 0,-1-1 1 0 0,1 1-1 0 0,0 0 0 0 0,-1 1 1 0 0,1-1-1 0 0,-1 0 0 0 0,1 1 1 0 0,-1 0-1 0 0,1 0 0 0 0,-1 0 1 0 0,1 0-1 0 0,-1 1 1 0 0,1-1-1 0 0,-1 1 0 0 0,1 0 1 0 0,0 0-1 0 0,-1 0 0 0 0,1 0 1 0 0,-4 3-1 0 0,-4 1 59 0 0,1 0-1 0 0,-1 1 1 0 0,2 1 0 0 0,-1-1-1 0 0,0 1 1 0 0,1 1 0 0 0,1 0-1 0 0,-1 0 1 0 0,-8 13 0 0 0,8-10-39 0 0,0 1 1 0 0,1 0 0 0 0,1 0 0 0 0,0 1 0 0 0,1 0 0 0 0,0 0 0 0 0,1 0-1 0 0,0 1 1 0 0,1-1 0 0 0,1 1 0 0 0,0 0 0 0 0,-1 17 0 0 0,4-2-5441 0 0</inkml:trace>
</inkml:ink>
</file>

<file path=ppt/ink/ink2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0.0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185 1 6913 0 0,'-6'3'31'0'0,"0"-1"0"0"0,1 2 0 0 0,-1-1 0 0 0,1 1 0 0 0,0-1 0 0 0,0 1 0 0 0,0 1 0 0 0,1-1 0 0 0,0 1 0 0 0,-7 8 0 0 0,-36 58-159 0 0,37-56 357 0 0,3-2-115 0 0,-1-1 0 0 0,2 1 0 0 0,0 1-1 0 0,0-1 1 0 0,1 1 0 0 0,1 0 0 0 0,-4 21 0 0 0,7-26 45 0 0,0-1 1 0 0,1 1-1 0 0,0-1 0 0 0,0 1 1 0 0,1-1-1 0 0,0 0 0 0 0,1 1 0 0 0,0-1 1 0 0,0 0-1 0 0,0 0 0 0 0,1 0 1 0 0,1 0-1 0 0,-1 0 0 0 0,6 8 1 0 0,-6-11 42 0 0,0 0 1 0 0,0-1-1 0 0,1 1 1 0 0,-1-1-1 0 0,1 0 1 0 0,0 0-1 0 0,0 0 1 0 0,1-1-1 0 0,-1 1 1 0 0,1-1-1 0 0,-1 0 1 0 0,9 4-1 0 0,-11-7-158 0 0,1 1 0 0 0,-1 0 0 0 0,1-1 0 0 0,-1 1 0 0 0,1-1 0 0 0,0 0 0 0 0,-1 0 0 0 0,1 0 0 0 0,0 0 0 0 0,-1 0-1 0 0,1-1 1 0 0,-1 1 0 0 0,1-1 0 0 0,0 0 0 0 0,-1 1 0 0 0,1-1 0 0 0,-1 0 0 0 0,0-1 0 0 0,1 1 0 0 0,-1 0 0 0 0,0-1-1 0 0,0 1 1 0 0,0-1 0 0 0,0 0 0 0 0,0 1 0 0 0,0-1 0 0 0,0 0 0 0 0,2-3 0 0 0,3-6 62 0 0,0 1 0 0 0,0-1 0 0 0,-1 0 0 0 0,0 0 0 0 0,-1-1 0 0 0,0 0 0 0 0,-1 1 0 0 0,-1-2 0 0 0,3-13 0 0 0,0-4-342 0 0,-2 0-1 0 0,0-53 1 0 0,-4 79 60 0 0,0 0 0 0 0,0 0 1 0 0,0-1-1 0 0,-1 1 1 0 0,0 0-1 0 0,0 0 1 0 0,0 0-1 0 0,0 0 0 0 0,-3-4 1 0 0,4 7 120 0 0,0 0 1 0 0,0 1-1 0 0,-1 0 1 0 0,1-1-1 0 0,-1 1 0 0 0,1-1 1 0 0,0 1-1 0 0,-1-1 1 0 0,1 1-1 0 0,-1 0 1 0 0,1-1-1 0 0,-1 1 0 0 0,1 0 1 0 0,-1-1-1 0 0,1 1 1 0 0,-1 0-1 0 0,1 0 0 0 0,-1-1 1 0 0,1 1-1 0 0,-1 0 1 0 0,0 0-1 0 0,1 0 1 0 0,-1 0-1 0 0,1 0 0 0 0,-2 0 1 0 0,0 0-14 0 0,1 1 0 0 0,-1 0 0 0 0,1-1 0 0 0,-1 1 0 0 0,1 0 0 0 0,-1 0 0 0 0,1 0 0 0 0,-1 0 0 0 0,1 0 0 0 0,0 0 0 0 0,0 0 0 0 0,0 1 0 0 0,-2 1 0 0 0,-6 9-4 0 0,2-1 0 0 0,-1 1 0 0 0,2 0 0 0 0,-1 1 0 0 0,2 0 0 0 0,0 0 0 0 0,0 0 0 0 0,-4 24 0 0 0,4-13 536 0 0,1 0 0 0 0,1 1 0 0 0,2 0 1 0 0,0 27-1 0 0,2-49-333 0 0,-1 1 1 0 0,0-1 0 0 0,1 0-1 0 0,0 1 1 0 0,0-1-1 0 0,0 0 1 0 0,0 0 0 0 0,0 0-1 0 0,1 0 1 0 0,-1 0 0 0 0,1 0-1 0 0,0 0 1 0 0,0 0-1 0 0,3 3 1 0 0,-4-5-81 0 0,-1-1-1 0 0,1 1 1 0 0,0 0 0 0 0,0-1-1 0 0,0 1 1 0 0,-1-1 0 0 0,1 1-1 0 0,0-1 1 0 0,0 0 0 0 0,0 1-1 0 0,0-1 1 0 0,0 0 0 0 0,0 0-1 0 0,0 1 1 0 0,0-1-1 0 0,0 0 1 0 0,0 0 0 0 0,0 0-1 0 0,2-1 1 0 0,-1 1-18 0 0,-1-1 1 0 0,1 1-1 0 0,0-1 1 0 0,0 0-1 0 0,-1 0 1 0 0,1 0-1 0 0,-1 0 0 0 0,1 0 1 0 0,-1 0-1 0 0,0-1 1 0 0,1 1-1 0 0,-1 0 1 0 0,0-1-1 0 0,2-2 0 0 0,2-4-137 0 0,-1 1 0 0 0,0-1-1 0 0,-1 0 1 0 0,0-1-1 0 0,0 1 1 0 0,-1-1 0 0 0,0 1-1 0 0,0-1 1 0 0,-1 0-1 0 0,0 1 1 0 0,0-17 0 0 0,-2-1-780 0 0,0 1 0 0 0,-10-47 0 0 0,8 59 417 0 0,0 0 1 0 0,-1 1 0 0 0,-1-1 0 0 0,0 1 0 0 0,-10-18-1 0 0,13 27 344 0 0,1 0 0 0 0,-1 1-1 0 0,0-1 1 0 0,0 1-1 0 0,0-1 1 0 0,-1 1 0 0 0,1 0-1 0 0,0 0 1 0 0,-1 0 0 0 0,0 0-1 0 0,1 0 1 0 0,-6-2 0 0 0,6 4 75 0 0,1-1 0 0 0,-1 1 0 0 0,0 0 0 0 0,0 0 0 0 0,0-1 0 0 0,0 1-1 0 0,0 1 1 0 0,1-1 0 0 0,-1 0 0 0 0,0 0 0 0 0,0 1 0 0 0,0-1 0 0 0,1 1 0 0 0,-1-1 0 0 0,0 1 0 0 0,0 0 0 0 0,1 0 0 0 0,-1-1 0 0 0,1 1 0 0 0,-1 1 0 0 0,1-1 0 0 0,-1 0 0 0 0,-2 2 0 0 0,-5 6 268 0 0,0 1 0 0 0,1 0 0 0 0,0 0-1 0 0,0 0 1 0 0,1 1 0 0 0,1 0-1 0 0,0 0 1 0 0,-8 20 0 0 0,10-21 41 0 0,0 0 1 0 0,1 1-1 0 0,1-1 0 0 0,-1 1 1 0 0,2 0-1 0 0,-1-1 1 0 0,2 1-1 0 0,-1 0 1 0 0,1 0-1 0 0,3 18 0 0 0,-3-28-211 0 0,1 1 0 0 0,-1-1 0 0 0,0 0-1 0 0,1 1 1 0 0,-1-1 0 0 0,1 1 0 0 0,-1-1-1 0 0,1 0 1 0 0,0 1 0 0 0,0-1 0 0 0,-1 0-1 0 0,1 0 1 0 0,0 1 0 0 0,0-1-1 0 0,0 0 1 0 0,0 0 0 0 0,0 0 0 0 0,1 0-1 0 0,-1 0 1 0 0,0-1 0 0 0,0 1 0 0 0,1 0-1 0 0,2 1 1 0 0,-2-2-2 0 0,1 1 1 0 0,0-1-1 0 0,0 0 0 0 0,0 0 1 0 0,-1 0-1 0 0,1 0 0 0 0,0 0 1 0 0,0 0-1 0 0,0-1 1 0 0,-1 0-1 0 0,1 1 0 0 0,2-2 1 0 0,5-2-12 0 0,-1 0 1 0 0,0 0-1 0 0,-1-1 0 0 0,1 0 1 0 0,-1-1-1 0 0,10-8 1 0 0,-8 5-242 0 0,-1 0 0 0 0,0-1 0 0 0,-1 0 0 0 0,0-1 1 0 0,0 0-1 0 0,-2 0 0 0 0,1 0 0 0 0,-1-1 0 0 0,-1 0 0 0 0,0 0 0 0 0,0 0 1 0 0,-2-1-1 0 0,1 0 0 0 0,-2 0 0 0 0,0 1 0 0 0,0-1 0 0 0,-1-1 1 0 0,0 1-1 0 0,-2 0 0 0 0,-1-15 0 0 0,2 26 151 0 0,-1-1 0 0 0,1 1 1 0 0,-1-1-1 0 0,0 1 0 0 0,1 0 0 0 0,-1-1 0 0 0,0 1 0 0 0,-1 0 1 0 0,1-1-1 0 0,0 1 0 0 0,-1 0 0 0 0,1 0 0 0 0,-1 0 1 0 0,0 1-1 0 0,1-1 0 0 0,-1 0 0 0 0,-4-2 0 0 0,5 3 44 0 0,-1 1-1 0 0,1-1 1 0 0,0 1 0 0 0,-1 0-1 0 0,1 0 1 0 0,-1 0-1 0 0,1 0 1 0 0,0 0-1 0 0,-1 0 1 0 0,1 0 0 0 0,0 0-1 0 0,-1 1 1 0 0,1-1-1 0 0,-1 0 1 0 0,1 1 0 0 0,0-1-1 0 0,0 1 1 0 0,-1 0-1 0 0,1-1 1 0 0,0 1-1 0 0,0 0 1 0 0,0 0 0 0 0,0 0-1 0 0,0-1 1 0 0,0 1-1 0 0,0 0 1 0 0,0 1 0 0 0,0-1-1 0 0,0 0 1 0 0,0 0-1 0 0,1 0 1 0 0,-1 0 0 0 0,0 1-1 0 0,0 0 1 0 0,-9 17 340 0 0,0 1 1 0 0,1 0 0 0 0,1 0 0 0 0,1 1-1 0 0,1 0 1 0 0,1 0 0 0 0,0 0-1 0 0,2 1 1 0 0,0-1 0 0 0,1 37-1 0 0,2-56-301 0 0,0 0 0 0 0,0 0-1 0 0,0 0 1 0 0,0 0-1 0 0,0 0 1 0 0,0 0-1 0 0,1 0 1 0 0,-1 0 0 0 0,1 0-1 0 0,-1 0 1 0 0,1-1-1 0 0,0 1 1 0 0,0 0-1 0 0,-1 0 1 0 0,1-1 0 0 0,1 1-1 0 0,-1 0 1 0 0,0-1-1 0 0,0 1 1 0 0,1-1-1 0 0,-1 1 1 0 0,0-1 0 0 0,1 0-1 0 0,0 0 1 0 0,-1 1-1 0 0,1-1 1 0 0,0 0-1 0 0,-1 0 1 0 0,1-1-1 0 0,0 1 1 0 0,0 0 0 0 0,0-1-1 0 0,0 1 1 0 0,0-1-1 0 0,0 1 1 0 0,-1-1-1 0 0,1 0 1 0 0,0 0 0 0 0,0 0-1 0 0,0 0 1 0 0,0 0-1 0 0,0 0 1 0 0,0-1-1 0 0,3 0 1 0 0,5-1 53 0 0,-1-1 0 0 0,1-1 0 0 0,-1 1 0 0 0,1-2 0 0 0,-1 1-1 0 0,0-1 1 0 0,12-9 0 0 0,11-12-213 0 0,-1-1-1 0 0,-2-2 1 0 0,0 0-1 0 0,-2-3 1 0 0,-1 0-1 0 0,25-43 1 0 0,-55 135-2247 0 0,2-54 2377 0 0</inkml:trace>
</inkml:ink>
</file>

<file path=ppt/ink/ink2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8.6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618 279 6449 0 0,'-22'-11'163'0'0,"1"-1"-1"0"0,-23-15 0 0 0,25 13-4 0 0,-1 2 0 0 0,-22-10 0 0 0,34 19-136 0 0,-1 0-1 0 0,1 0 1 0 0,0 1-1 0 0,0 0 1 0 0,-1 0-1 0 0,0 1 1 0 0,1 0 0 0 0,-1 1-1 0 0,-11 0 1 0 0,7 1 37 0 0,1 0 1 0 0,-1 1-1 0 0,1 1 1 0 0,0 0-1 0 0,-1 0 1 0 0,1 2-1 0 0,1-1 1 0 0,-1 1-1 0 0,1 1 1 0 0,0 0-1 0 0,0 1 1 0 0,0 0 0 0 0,1 0-1 0 0,0 1 1 0 0,1 1-1 0 0,0-1 1 0 0,0 2-1 0 0,1-1 1 0 0,0 1-1 0 0,0 0 1 0 0,1 1-1 0 0,1 0 1 0 0,0 0-1 0 0,-8 21 1 0 0,-5 12 345 0 0,1 2 0 0 0,3 0 1 0 0,2 1-1 0 0,2 1 0 0 0,-8 81 0 0 0,18-118-314 0 0,2-1 0 0 0,-1 1-1 0 0,2 0 1 0 0,-1 0 0 0 0,1-1 0 0 0,1 1-1 0 0,0-1 1 0 0,1 1 0 0 0,-1-1 0 0 0,2 0 0 0 0,0-1-1 0 0,0 1 1 0 0,1-1 0 0 0,0 0 0 0 0,0 0-1 0 0,1 0 1 0 0,0-1 0 0 0,1 0 0 0 0,-1-1-1 0 0,18 13 1 0 0,-17-14-67 0 0,0-1-1 0 0,1 0 0 0 0,-1 0 1 0 0,1 0-1 0 0,0-1 0 0 0,0-1 1 0 0,0 0-1 0 0,0 0 1 0 0,1 0-1 0 0,-1-2 0 0 0,1 1 1 0 0,0-1-1 0 0,0 0 1 0 0,-1-1-1 0 0,1 0 0 0 0,0-1 1 0 0,-1 0-1 0 0,1 0 0 0 0,0-1 1 0 0,-1 0-1 0 0,1-1 1 0 0,-1 0-1 0 0,12-6 0 0 0,-5 0 92 0 0,0-1 0 0 0,-1-1 0 0 0,0 0 0 0 0,-1-1 0 0 0,0-1 0 0 0,-1 0-1 0 0,0-1 1 0 0,-1-1 0 0 0,-1 1 0 0 0,16-29 0 0 0,-3 1 215 0 0,-2-2 1 0 0,30-86-1 0 0,-42 100-208 0 0,-2-1-1 0 0,0 1 0 0 0,-3-1 0 0 0,0 0 0 0 0,-2-1 0 0 0,-1 1 0 0 0,-3-40 0 0 0,0 55-167 0 0,-1 0 1 0 0,0 0-1 0 0,-1 0 0 0 0,-1 1 1 0 0,0-1-1 0 0,-2 1 0 0 0,1 0 1 0 0,-2 0-1 0 0,0 1 0 0 0,-1 0 1 0 0,0 0-1 0 0,-1 0 0 0 0,0 1 1 0 0,-1 1-1 0 0,-1 0 0 0 0,-12-11 1 0 0,20 20-73 0 0,-1 0 0 0 0,1 0 0 0 0,-1 1 0 0 0,0-1 1 0 0,0 1-1 0 0,0 0 0 0 0,0 0 0 0 0,0 1 0 0 0,-1-1 1 0 0,1 1-1 0 0,0 0 0 0 0,-1 0 0 0 0,1 1 1 0 0,-1-1-1 0 0,1 1 0 0 0,-1 0 0 0 0,1 0 0 0 0,-1 0 1 0 0,1 1-1 0 0,-1-1 0 0 0,1 1 0 0 0,-1 0 0 0 0,1 1 1 0 0,0-1-1 0 0,-1 1 0 0 0,1 0 0 0 0,-6 3 0 0 0,-24 15-760 0 0</inkml:trace>
</inkml:ink>
</file>

<file path=ppt/ink/ink2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1.0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 32 9850 0 0,'0'-1'43'0'0,"1"0"1"0"0,-1 0-1 0 0,1 0 0 0 0,-1 0 0 0 0,1 0 0 0 0,0 0 1 0 0,0 0-1 0 0,-1 1 0 0 0,1-1 0 0 0,0 0 0 0 0,0 1 1 0 0,0-1-1 0 0,0 0 0 0 0,0 1 0 0 0,0-1 1 0 0,0 1-1 0 0,0 0 0 0 0,0-1 0 0 0,0 1 0 0 0,0 0 1 0 0,0-1-1 0 0,0 1 0 0 0,0 0 0 0 0,0 0 0 0 0,0 0 1 0 0,1 0-1 0 0,-1 0 0 0 0,0 0 0 0 0,0 0 1 0 0,0 1-1 0 0,0-1 0 0 0,0 0 0 0 0,0 1 0 0 0,2 0 1 0 0,-1 0 5 0 0,0 0 0 0 0,0 0 1 0 0,1 0-1 0 0,-1 0 0 0 0,0 1 1 0 0,0-1-1 0 0,0 1 0 0 0,0-1 1 0 0,0 1-1 0 0,-1 0 0 0 0,1 0 1 0 0,-1 0-1 0 0,1 0 0 0 0,1 3 1 0 0,3 10-126 0 0,-2 0 0 0 0,0 1 0 0 0,0-1 0 0 0,-1 0 0 0 0,-1 1 0 0 0,-1 0 1 0 0,-1 31-1 0 0,0-28 60 0 0,0 0 1 0 0,2 0-1 0 0,0 0 1 0 0,7 29-1 0 0,-9-47 38 0 0,0 0-1 0 0,0-1 0 0 0,0 1 0 0 0,0-1 0 0 0,0 1 0 0 0,0-1 0 0 0,1 1 0 0 0,-1 0 0 0 0,0-1 1 0 0,0 1-1 0 0,1-1 0 0 0,-1 1 0 0 0,0-1 0 0 0,1 1 0 0 0,-1-1 0 0 0,0 1 0 0 0,1-1 0 0 0,-1 1 1 0 0,1-1-1 0 0,-1 0 0 0 0,0 1 0 0 0,1-1 0 0 0,-1 0 0 0 0,1 1 0 0 0,-1-1 0 0 0,1 0 0 0 0,0 1 1 0 0,-1-1-1 0 0,1 0 0 0 0,-1 0 0 0 0,2 0 0 0 0,-1 0 19 0 0,-1-1-1 0 0,1 1 1 0 0,0-1 0 0 0,0 0 0 0 0,0 1-1 0 0,0-1 1 0 0,0 0 0 0 0,-1 0-1 0 0,1 0 1 0 0,0 1 0 0 0,0-1 0 0 0,-1 0-1 0 0,1 0 1 0 0,-1 0 0 0 0,1-1-1 0 0,19-48 995 0 0,-18 44-885 0 0,25-64 1115 0 0,-15 40-1802 0 0,-1-1 1 0 0,-1 0-1 0 0,9-50 0 0 0,-19 71-1348 0 0,-14 25-1070 0 0,-8 28 1936 0 0,15-28 821 0 0,2-4 250 0 0,0 0 0 0 0,0 0 0 0 0,1 0 0 0 0,1 0 0 0 0,0 0 0 0 0,0 1 0 0 0,1-1 0 0 0,1 1 0 0 0,-1 18 0 0 0,2-29-8 0 0,0-1 1 0 0,0 1 0 0 0,0-1 0 0 0,1 0 0 0 0,-1 1 0 0 0,0-1-1 0 0,0 1 1 0 0,0-1 0 0 0,0 1 0 0 0,1-1 0 0 0,-1 0 0 0 0,0 1-1 0 0,0-1 1 0 0,1 1 0 0 0,-1-1 0 0 0,0 0 0 0 0,1 1 0 0 0,-1-1-1 0 0,0 0 1 0 0,1 0 0 0 0,-1 1 0 0 0,0-1 0 0 0,1 0-1 0 0,-1 0 1 0 0,1 1 0 0 0,-1-1 0 0 0,1 0 0 0 0,-1 0 0 0 0,0 0-1 0 0,1 0 1 0 0,-1 0 0 0 0,1 0 0 0 0,-1 0 0 0 0,1 0 0 0 0,-1 0-1 0 0,1 0 1 0 0,-1 0 0 0 0,1 0 0 0 0,-1 0 0 0 0,0 0 0 0 0,1 0-1 0 0,-1 0 1 0 0,1 0 0 0 0,-1-1 0 0 0,1 1 0 0 0,-1 0 0 0 0,0 0-1 0 0,1-1 1 0 0,-1 1 0 0 0,1 0 0 0 0,-1 0 0 0 0,0-1 0 0 0,1 1-1 0 0,-1 0 1 0 0,0-1 0 0 0,0 1 0 0 0,1-1 0 0 0,21-20 1398 0 0,-11 8-1580 0 0,-1-1 0 0 0,-1 0 0 0 0,0 0 0 0 0,-1-1-1 0 0,0-1 1 0 0,-1 1 0 0 0,-1-1 0 0 0,0 0 0 0 0,-1-1-1 0 0,3-20 1 0 0,-8 36 100 0 0,0 1 0 0 0,0-1 0 0 0,1 0 0 0 0,-1 0 0 0 0,0 1 0 0 0,0-1 0 0 0,0 0 0 0 0,0 0 0 0 0,0 0 0 0 0,-1 1 0 0 0,1-1 0 0 0,0 0 0 0 0,0 0 0 0 0,0 1 0 0 0,-1-1 0 0 0,1 0 0 0 0,0 0-1 0 0,-1 1 1 0 0,1-1 0 0 0,-1 0 0 0 0,0 0 0 0 0,1 1 16 0 0,-1 0 0 0 0,1 0 0 0 0,-1 0 1 0 0,1 0-1 0 0,-1 0 0 0 0,1 0 0 0 0,-1 0 0 0 0,1 0 0 0 0,-1 0 0 0 0,1 0 0 0 0,-1 0 0 0 0,1 0 0 0 0,-1 1 0 0 0,1-1 0 0 0,-1 0 0 0 0,1 0 0 0 0,0 0 0 0 0,-1 1 0 0 0,1-1 0 0 0,-1 0 0 0 0,1 1 0 0 0,0-1 0 0 0,-1 1 0 0 0,-22 26-542 0 0,17-16 708 0 0,1-1 0 0 0,1 1 0 0 0,0 1 0 0 0,0-1 0 0 0,1 0 0 0 0,0 1 0 0 0,1 0 0 0 0,1-1 0 0 0,0 1 0 0 0,0 0 0 0 0,1 0 0 0 0,1 0 0 0 0,2 16 0 0 0,-3-26-70 0 0,1-1 1 0 0,-1 0-1 0 0,0 0 0 0 0,1 0 0 0 0,-1 0 0 0 0,0 0 1 0 0,1 0-1 0 0,-1 0 0 0 0,1 0 0 0 0,0 0 1 0 0,-1 0-1 0 0,1 0 0 0 0,0-1 0 0 0,-1 1 0 0 0,1 0 1 0 0,0 0-1 0 0,0-1 0 0 0,0 1 0 0 0,1 1 0 0 0,-1-2-28 0 0,0 0 0 0 0,0 0-1 0 0,-1 0 1 0 0,1 0 0 0 0,0 0-1 0 0,0 0 1 0 0,-1 0 0 0 0,1 0-1 0 0,0 0 1 0 0,0 0 0 0 0,-1-1-1 0 0,1 1 1 0 0,0 0-1 0 0,0 0 1 0 0,-1-1 0 0 0,1 1-1 0 0,0 0 1 0 0,-1-1 0 0 0,1 1-1 0 0,-1-1 1 0 0,2 0 0 0 0,0-1 42 0 0,0 0 1 0 0,-1 0-1 0 0,1 0 0 0 0,0 0 1 0 0,-1 0-1 0 0,1 0 1 0 0,-1 0-1 0 0,0-1 1 0 0,0 1-1 0 0,0 0 0 0 0,0-1 1 0 0,0 1-1 0 0,0-1 1 0 0,-1 1-1 0 0,1-6 1 0 0,-1 5-77 0 0,0-1 1 0 0,-1 0-1 0 0,1 1 1 0 0,-1-1-1 0 0,0 1 1 0 0,0-1-1 0 0,0 1 1 0 0,0 0-1 0 0,-1-1 1 0 0,0 1 0 0 0,1 0-1 0 0,-1 0 1 0 0,0 0-1 0 0,0 0 1 0 0,-1 0-1 0 0,1 0 1 0 0,-1 1-1 0 0,1-1 1 0 0,-1 1-1 0 0,0 0 1 0 0,0 0-1 0 0,0 0 1 0 0,0 0 0 0 0,0 0-1 0 0,0 0 1 0 0,-1 1-1 0 0,1 0 1 0 0,-7-2-1 0 0,3 1-224 0 0,0 0 0 0 0,0 1 0 0 0,0 0 0 0 0,-1 0 0 0 0,1 1 0 0 0,0 0 0 0 0,0 0 0 0 0,-1 0 0 0 0,1 1 0 0 0,0 0 0 0 0,0 1 0 0 0,-1 0 0 0 0,-8 3 0 0 0,6 0-88 0 0,0 0 0 0 0,0 1-1 0 0,1 0 1 0 0,0 0 0 0 0,1 1-1 0 0,-1 0 1 0 0,1 1 0 0 0,1-1 0 0 0,-1 2-1 0 0,1-1 1 0 0,-10 18 0 0 0,6-8-2549 0 0</inkml:trace>
</inkml:ink>
</file>

<file path=ppt/ink/ink2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2.2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257 41 6449 0 0,'-5'-2'118'0'0,"-1"0"-1"0"0,1 1 1 0 0,0-1-1 0 0,-1 1 1 0 0,1 0-1 0 0,0 1 1 0 0,-1-1 0 0 0,1 1-1 0 0,-1 0 1 0 0,1 1-1 0 0,-1-1 1 0 0,1 1-1 0 0,-1 0 1 0 0,1 0-1 0 0,0 1 1 0 0,-9 3-1 0 0,7-1 23 0 0,0 0-1 0 0,0 1 1 0 0,0-1-1 0 0,0 2 1 0 0,1-1-1 0 0,0 0 1 0 0,1 1-1 0 0,-1 0 1 0 0,1 1-1 0 0,-6 7 1 0 0,0 6 10 0 0,0 0 1 0 0,1 0 0 0 0,0 1 0 0 0,2 0 0 0 0,1 0 0 0 0,1 1 0 0 0,-5 26 0 0 0,7-26-186 0 0,2 0 0 0 0,0 0-1 0 0,1 0 1 0 0,2 0 0 0 0,0 0 0 0 0,5 25-1 0 0,-5-38 89 0 0,1 0 0 0 0,0 0-1 0 0,1 0 1 0 0,0 0-1 0 0,0 0 1 0 0,1-1 0 0 0,0 0-1 0 0,1 0 1 0 0,-1 0-1 0 0,2 0 1 0 0,-1-1 0 0 0,1 1-1 0 0,0-1 1 0 0,1-1-1 0 0,-1 1 1 0 0,1-1 0 0 0,11 7-1 0 0,-15-11 32 0 0,0 0-1 0 0,1-1 1 0 0,-1 1-1 0 0,1-1 1 0 0,-1 1-1 0 0,1-1 1 0 0,0 0-1 0 0,-1-1 1 0 0,1 1 0 0 0,0-1-1 0 0,0 1 1 0 0,0-1-1 0 0,0 0 1 0 0,-1 0-1 0 0,1-1 1 0 0,4 0-1 0 0,-2-1 5 0 0,0 0 0 0 0,0 0 0 0 0,0 0 0 0 0,-1-1 0 0 0,1 0 0 0 0,-1 0 0 0 0,0-1 0 0 0,0 1 0 0 0,5-6 0 0 0,6-6 121 0 0,-1 0 0 0 0,-1-2 0 0 0,-1 0 0 0 0,19-29 0 0 0,-16 20-630 0 0,-2-1 1 0 0,0 0-1 0 0,19-56 0 0 0,-27 63 10 0 0,-1 1-1 0 0,-1-2 1 0 0,0 1-1 0 0,-2 0 0 0 0,0-1 1 0 0,-2-35-1 0 0,0 53 353 0 0,0 1 0 0 0,-1-1 0 0 0,1 0-1 0 0,-1 1 1 0 0,1-1 0 0 0,-1 1 0 0 0,0-1 0 0 0,0 1-1 0 0,0-1 1 0 0,0 1 0 0 0,0 0 0 0 0,0 0 0 0 0,-1-1 0 0 0,1 1-1 0 0,-1 0 1 0 0,1 0 0 0 0,-1 0 0 0 0,-2-2 0 0 0,2 4 44 0 0,0-1 0 0 0,0 0 0 0 0,1 0 1 0 0,-1 1-1 0 0,0-1 0 0 0,0 1 0 0 0,0 0 0 0 0,0-1 1 0 0,0 1-1 0 0,1 0 0 0 0,-1 0 0 0 0,0 0 1 0 0,0 0-1 0 0,0 1 0 0 0,0-1 0 0 0,0 0 1 0 0,0 1-1 0 0,1-1 0 0 0,-1 1 0 0 0,0 0 1 0 0,0 0-1 0 0,1-1 0 0 0,-1 1 0 0 0,0 0 1 0 0,-1 2-1 0 0,-11 7 95 0 0,0 1 1 0 0,1 0 0 0 0,0 0-1 0 0,1 1 1 0 0,1 1-1 0 0,0 0 1 0 0,-9 15-1 0 0,-8 14 210 0 0,-22 49 0 0 0,42-78-140 0 0,2 0-1 0 0,0 1 1 0 0,0 0-1 0 0,1 0 1 0 0,1 0-1 0 0,-3 18 1 0 0,7-29-91 0 0,-1 0 0 0 0,1 0 0 0 0,0 0 1 0 0,0 0-1 0 0,0 1 0 0 0,0-1 0 0 0,1 0 0 0 0,-1 0 1 0 0,1 0-1 0 0,0 0 0 0 0,0 0 0 0 0,0 0 0 0 0,0 0 1 0 0,0 0-1 0 0,1-1 0 0 0,-1 1 0 0 0,1 0 0 0 0,0-1 1 0 0,0 1-1 0 0,0-1 0 0 0,0 1 0 0 0,0-1 0 0 0,1 0 1 0 0,-1 0-1 0 0,0 0 0 0 0,1 0 0 0 0,0-1 1 0 0,-1 1-1 0 0,1-1 0 0 0,0 1 0 0 0,0-1 0 0 0,0 0 1 0 0,0 0-1 0 0,0 0 0 0 0,5 0 0 0 0,-2 0 20 0 0,-1 0 1 0 0,1 0-1 0 0,-1-1 0 0 0,1 0 0 0 0,-1 0 0 0 0,1 0 1 0 0,-1-1-1 0 0,1 1 0 0 0,-1-2 0 0 0,0 1 0 0 0,1 0 1 0 0,8-5-1 0 0,-5 2 21 0 0,0-1 1 0 0,0 0-1 0 0,-1-1 1 0 0,0 0-1 0 0,0 0 1 0 0,12-12-1 0 0,-7 4-86 0 0,-1 0-1 0 0,0-1 0 0 0,-1-1 1 0 0,0 0-1 0 0,-1-1 1 0 0,14-34-1 0 0,-20 40-246 0 0,-1 0-1 0 0,0 0 0 0 0,-1-1 0 0 0,0 1 1 0 0,-1-1-1 0 0,-1 1 0 0 0,1-1 0 0 0,-2 1 1 0 0,0-1-1 0 0,0 0 0 0 0,-4-15 1 0 0,3 18-93 0 0,-1-1 1 0 0,0 1 0 0 0,0 0-1 0 0,-1 0 1 0 0,0 0 0 0 0,0 1-1 0 0,-1-1 1 0 0,0 1 0 0 0,-1 0-1 0 0,1 1 1 0 0,-2-1 0 0 0,1 1 0 0 0,-1 0-1 0 0,-9-6 1 0 0,14 11 249 0 0,-1 0 0 0 0,0 0 1 0 0,0 1-1 0 0,0-1 0 0 0,1 1 0 0 0,-1 0 0 0 0,-1 0 0 0 0,1 0 1 0 0,0 0-1 0 0,0 0 0 0 0,0 1 0 0 0,0-1 0 0 0,-1 1 1 0 0,1 0-1 0 0,0 0 0 0 0,0 0 0 0 0,-5 1 0 0 0,3 1 158 0 0,0-1-1 0 0,0 1 1 0 0,0 0-1 0 0,1 0 1 0 0,-1 0-1 0 0,1 1 0 0 0,-1 0 1 0 0,1-1-1 0 0,0 2 1 0 0,-5 3-1 0 0,1 1 187 0 0,1 0-1 0 0,-1 1 1 0 0,2 0 0 0 0,-1 0-1 0 0,1 0 1 0 0,0 1-1 0 0,1 0 1 0 0,0 0 0 0 0,-5 16-1 0 0,7-14-48 0 0,1 0 0 0 0,0 1 0 0 0,1-1 0 0 0,0 0 0 0 0,1 1-1 0 0,0-1 1 0 0,1 0 0 0 0,1 0 0 0 0,0 1 0 0 0,0-1 0 0 0,1 0 0 0 0,1-1 0 0 0,7 19-1 0 0,-8-24-150 0 0,-1 0-1 0 0,2 0 1 0 0,-1 0-1 0 0,0-1 1 0 0,1 1-1 0 0,0-1 0 0 0,0 1 1 0 0,1-1-1 0 0,-1-1 1 0 0,1 1-1 0 0,0-1 1 0 0,1 1-1 0 0,-1-2 0 0 0,1 1 1 0 0,-1 0-1 0 0,1-1 1 0 0,0 0-1 0 0,0-1 1 0 0,1 1-1 0 0,-1-1 1 0 0,1 0-1 0 0,-1-1 0 0 0,1 1 1 0 0,-1-1-1 0 0,1-1 1 0 0,9 1-1 0 0,-10-2-121 0 0,0 1 0 0 0,0-1 0 0 0,0-1 0 0 0,0 1 0 0 0,0-1 0 0 0,-1 0 0 0 0,1 0 0 0 0,-1 0 0 0 0,1-1 0 0 0,-1 0 0 0 0,0 0 0 0 0,7-6 0 0 0,-4 3 67 0 0,0-2 1 0 0,-1 1 0 0 0,0-1-1 0 0,0 0 1 0 0,-1 0 0 0 0,9-15-1 0 0,-3-2 49 0 0,0 1-1 0 0,-2-1 0 0 0,-1-1 1 0 0,10-44-1 0 0,-19 70-60 0 0,6-25-58 0 0,4-45-1 0 0,-9 64 43 0 0,-1-1 0 0 0,0 0 0 0 0,0 0 0 0 0,-1 1-1 0 0,1-1 1 0 0,-2 0 0 0 0,1 1 0 0 0,-1-1 0 0 0,0 1-1 0 0,0-1 1 0 0,-7-11 0 0 0,8 16 7 0 0,0 0-1 0 0,0 0 1 0 0,-1 0-1 0 0,1 1 1 0 0,-1-1-1 0 0,0 0 1 0 0,0 1-1 0 0,1-1 1 0 0,-1 1-1 0 0,0-1 1 0 0,0 1-1 0 0,0 0 1 0 0,0 0-1 0 0,-1 0 1 0 0,1 0-1 0 0,0 0 1 0 0,0 1-1 0 0,-1-1 1 0 0,1 1-1 0 0,0-1 1 0 0,-1 1-1 0 0,1 0 1 0 0,0 0-1 0 0,-1 0 1 0 0,1 0-1 0 0,0 0 1 0 0,-1 0-1 0 0,1 1 1 0 0,0-1-1 0 0,-1 1 1 0 0,1 0-1 0 0,0 0 1 0 0,0 0-1 0 0,0 0 1 0 0,-3 1-1 0 0,-3 3-88 0 0,0-1 0 0 0,0 1 0 0 0,0 1 0 0 0,1 0 0 0 0,0 0 0 0 0,0 0 0 0 0,-10 12 0 0 0,7-5-875 0 0,1 1 0 0 0,0-1 0 0 0,-8 18 0 0 0,-1 12-3012 0 0</inkml:trace>
</inkml:ink>
</file>

<file path=ppt/ink/ink2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3.6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41 145 9218 0 0,'-2'4'81'0'0,"1"0"0"0"0,0-1 1 0 0,0 1-1 0 0,0 0 0 0 0,0 1 0 0 0,0-1 1 0 0,1 8-1 0 0,-1-5-19 0 0,-11 68-656 0 0,4-35-250 0 0,-3 60 0 0 0,10-89 1054 0 0,1 0 1 0 0,1 1-1 0 0,0-1 0 0 0,0 0 1 0 0,1 0-1 0 0,1 0 1 0 0,-1 0-1 0 0,2-1 0 0 0,0 1 1 0 0,5 11-1 0 0,-7-18-75 0 0,0 0 1 0 0,0-1-1 0 0,1 1 1 0 0,-1-1-1 0 0,1 1 0 0 0,-1-1 1 0 0,1 0-1 0 0,0 0 0 0 0,0 0 1 0 0,1 0-1 0 0,-1 0 0 0 0,0-1 1 0 0,1 0-1 0 0,0 0 0 0 0,-1 0 1 0 0,1 0-1 0 0,0 0 0 0 0,0-1 1 0 0,0 1-1 0 0,0-1 1 0 0,1 0-1 0 0,-1 0 0 0 0,0-1 1 0 0,0 0-1 0 0,0 1 0 0 0,6-2 1 0 0,-2 0 11 0 0,0 0 1 0 0,-1-1 0 0 0,1-1-1 0 0,-1 1 1 0 0,0-1-1 0 0,0 0 1 0 0,0-1 0 0 0,0 0-1 0 0,0 0 1 0 0,-1 0-1 0 0,0-1 1 0 0,0 0 0 0 0,9-9-1 0 0,20-21-39 0 0,-2-2-1 0 0,42-62 1 0 0,-61 78-811 0 0,-2 0 1 0 0,0-1-1 0 0,-1 0 1 0 0,-1-1 0 0 0,-1 0-1 0 0,12-48 1 0 0,-20 67 412 0 0,-1 0 1 0 0,1 1-1 0 0,-1-1 0 0 0,0 0 0 0 0,0 0 1 0 0,0 0-1 0 0,-1 0 0 0 0,1 0 1 0 0,-3-7-1 0 0,3 11 225 0 0,0-1 1 0 0,0 0-1 0 0,-1 1 1 0 0,1-1-1 0 0,0 1 1 0 0,-1-1-1 0 0,1 1 1 0 0,0-1-1 0 0,-1 1 1 0 0,1-1-1 0 0,-1 1 1 0 0,1-1-1 0 0,-1 1 1 0 0,1 0-1 0 0,-1-1 1 0 0,1 1-1 0 0,-1 0 1 0 0,1-1-1 0 0,-1 1 1 0 0,0 0 0 0 0,1 0-1 0 0,-1-1 1 0 0,1 1-1 0 0,-2 0 1 0 0,0 0 16 0 0,1 0 0 0 0,-1 1 0 0 0,1-1 0 0 0,-1 0 0 0 0,1 1 0 0 0,-1-1 0 0 0,1 1 0 0 0,-1 0 1 0 0,1 0-1 0 0,-1-1 0 0 0,1 1 0 0 0,0 0 0 0 0,-1 0 0 0 0,-1 2 0 0 0,-13 11 52 0 0,0 2-1 0 0,1 0 1 0 0,0 1-1 0 0,-23 35 1 0 0,-38 82 1867 0 0,73-128-1667 0 0,0 0 1 0 0,1 0-1 0 0,0 0 1 0 0,0 0-1 0 0,0 1 1 0 0,1-1-1 0 0,0 1 1 0 0,0-1-1 0 0,1 1 1 0 0,0-1-1 0 0,0 7 1 0 0,1-10-87 0 0,-1-1 1 0 0,0 0 0 0 0,1 0-1 0 0,0 0 1 0 0,-1 0 0 0 0,1 0-1 0 0,0 0 1 0 0,0 0 0 0 0,0 0 0 0 0,0-1-1 0 0,0 1 1 0 0,1 0 0 0 0,-1 0-1 0 0,0-1 1 0 0,1 1 0 0 0,0-1-1 0 0,-1 1 1 0 0,1-1 0 0 0,0 0-1 0 0,-1 0 1 0 0,1 0 0 0 0,0 0 0 0 0,0 0-1 0 0,0 0 1 0 0,0 0 0 0 0,0 0-1 0 0,0-1 1 0 0,0 1 0 0 0,0-1-1 0 0,1 0 1 0 0,-1 0 0 0 0,0 1-1 0 0,0-1 1 0 0,0 0 0 0 0,0-1-1 0 0,4 0 1 0 0,2 0-162 0 0,0 0-1 0 0,-1-1 1 0 0,1 0 0 0 0,0-1-1 0 0,-1 0 1 0 0,0 0 0 0 0,0 0-1 0 0,0-1 1 0 0,0 0-1 0 0,0 0 1 0 0,-1-1 0 0 0,0 0-1 0 0,0 0 1 0 0,0 0 0 0 0,0-1-1 0 0,-1 0 1 0 0,0 0-1 0 0,-1 0 1 0 0,1-1 0 0 0,-1 0-1 0 0,0 0 1 0 0,-1 0 0 0 0,4-9-1 0 0,-2 6-336 0 0,-2 0-1 0 0,1 0 1 0 0,-1 0-1 0 0,-1 0 0 0 0,0 0 1 0 0,0-1-1 0 0,-1 1 1 0 0,0-1-1 0 0,-1 1 1 0 0,0-1-1 0 0,-1 1 0 0 0,0-1 1 0 0,-1 1-1 0 0,0 0 1 0 0,0 0-1 0 0,-1-1 1 0 0,-6-11-1 0 0,8 20 394 0 0,0-1-1 0 0,0 1 1 0 0,0-1 0 0 0,-1 1-1 0 0,1 0 1 0 0,-1 0-1 0 0,0 0 1 0 0,0 0 0 0 0,1 0-1 0 0,-1 0 1 0 0,-1 0-1 0 0,1 1 1 0 0,0-1 0 0 0,0 1-1 0 0,0-1 1 0 0,-1 1-1 0 0,-2-1 1 0 0,3 1 37 0 0,0 1 0 0 0,0 0 0 0 0,-1 0 0 0 0,1 0 0 0 0,0 0 0 0 0,0 0 1 0 0,0 0-1 0 0,0 0 0 0 0,0 1 0 0 0,0-1 0 0 0,0 1 0 0 0,0-1 0 0 0,0 1 0 0 0,1 0 0 0 0,-1 0 0 0 0,0 0 0 0 0,-3 2 0 0 0,0 0 33 0 0,1 1 0 0 0,-1 0-1 0 0,1 1 1 0 0,0-1 0 0 0,0 1-1 0 0,1-1 1 0 0,-1 1 0 0 0,1 0-1 0 0,0 0 1 0 0,0 1 0 0 0,0-1 0 0 0,1 1-1 0 0,-3 10 1 0 0,2 0 26 0 0,0 0-1 0 0,1 0 1 0 0,1 0 0 0 0,1 0-1 0 0,0 1 1 0 0,3 19 0 0 0,-2-29 0 0 0,0 1 0 0 0,1-1 0 0 0,-1 1 0 0 0,2-1 0 0 0,-1 0 0 0 0,1 0 0 0 0,0 0 0 0 0,0 0 0 0 0,1 0 0 0 0,0-1 0 0 0,0 1 0 0 0,1-1 1 0 0,0 0-1 0 0,0-1 0 0 0,7 7 0 0 0,-10-9-37 0 0,1-1 1 0 0,0 0-1 0 0,0 0 1 0 0,0-1-1 0 0,0 1 1 0 0,0 0-1 0 0,0-1 1 0 0,1 0-1 0 0,-1 0 1 0 0,0 0-1 0 0,1 0 1 0 0,-1 0-1 0 0,1-1 1 0 0,-1 0-1 0 0,1 1 1 0 0,-1-1-1 0 0,1-1 1 0 0,-1 1-1 0 0,1 0 1 0 0,-1-1-1 0 0,1 0 1 0 0,-1 0-1 0 0,0 0 1 0 0,1 0-1 0 0,-1 0 1 0 0,0-1-1 0 0,6-3 1 0 0,-4 2 46 0 0,0-1 0 0 0,-1 0 1 0 0,1 0-1 0 0,-1 0 0 0 0,0 0 1 0 0,0-1-1 0 0,0 0 0 0 0,-1 0 1 0 0,0 0-1 0 0,0 0 1 0 0,0 0-1 0 0,0-1 0 0 0,-1 1 1 0 0,0-1-1 0 0,2-7 0 0 0,-1-3-252 0 0,0 0 0 0 0,-1-1-1 0 0,-1 1 1 0 0,-1-1-1 0 0,0 1 1 0 0,-4-26 0 0 0,3 35 62 0 0,0-1 1 0 0,-1 1 0 0 0,0-1-1 0 0,0 1 1 0 0,0-1 0 0 0,-1 1-1 0 0,0 0 1 0 0,-1 0 0 0 0,1 1-1 0 0,-1-1 1 0 0,-1 1 0 0 0,1-1-1 0 0,-1 1 1 0 0,0 1 0 0 0,-12-11-1 0 0,14 14-46 0 0,-1 0-1 0 0,1 0 1 0 0,-1 1-1 0 0,0 0 1 0 0,1-1-1 0 0,-1 1 1 0 0,0 1 0 0 0,0-1-1 0 0,0 1 1 0 0,0-1-1 0 0,0 1 1 0 0,0 0-1 0 0,0 0 1 0 0,0 1-1 0 0,1-1 1 0 0,-1 1-1 0 0,0 0 1 0 0,0 0-1 0 0,0 0 1 0 0,1 1 0 0 0,-1-1-1 0 0,0 1 1 0 0,1 0-1 0 0,0 0 1 0 0,-1 0-1 0 0,-3 3 1 0 0,-7 5-98 0 0,0 1-1 0 0,1 1 1 0 0,0 0 0 0 0,-17 20 0 0 0,19-19 270 0 0,1-1 0 0 0,1 2 0 0 0,0-1 0 0 0,1 1 0 0 0,0 1 0 0 0,1-1 1 0 0,-9 30-1 0 0,14-40 42 0 0,1 1 0 0 0,0-1 0 0 0,0 1 0 0 0,0-1 0 0 0,1 1 0 0 0,0-1 0 0 0,0 1 0 0 0,0-1 0 0 0,0 1 0 0 0,1-1 0 0 0,-1 1 0 0 0,1-1 0 0 0,0 1 0 0 0,1-1 0 0 0,-1 1 0 0 0,1-1 0 0 0,0 0 0 0 0,0 0 0 0 0,0 0 0 0 0,0 0 0 0 0,1 0 0 0 0,0-1 0 0 0,0 1 0 0 0,0-1 0 0 0,0 1 0 0 0,0-1 0 0 0,1 0 0 0 0,-1 0 0 0 0,1-1 0 0 0,0 1 0 0 0,0-1 0 0 0,6 3 0 0 0,-3-1 8 0 0,0-1 1 0 0,1 0-1 0 0,-1 0 1 0 0,1-1-1 0 0,-1 1 1 0 0,1-2-1 0 0,0 1 1 0 0,0-1-1 0 0,0-1 1 0 0,0 1-1 0 0,0-1 1 0 0,-1-1-1 0 0,1 0 1 0 0,0 0-1 0 0,10-2 1 0 0,-8-1 45 0 0,-1 1 1 0 0,0-1-1 0 0,-1 0 1 0 0,1-1-1 0 0,-1 0 1 0 0,0 0-1 0 0,0-1 1 0 0,0 0-1 0 0,-1 0 1 0 0,0-1-1 0 0,8-9 1 0 0,-3 2-117 0 0,-2-1 1 0 0,0 0-1 0 0,0-1 1 0 0,-1 0-1 0 0,-1 0 1 0 0,-1-1-1 0 0,0 0 1 0 0,-1 0-1 0 0,-1-1 1 0 0,-1 0-1 0 0,0 0 1 0 0,2-35-1 0 0,-6 31-248 0 0,-1 0-1 0 0,-4-33 0 0 0,4 49 137 0 0,0 0 0 0 0,0 0 0 0 0,-1 0 0 0 0,0 0 0 0 0,0 0 0 0 0,0 1 0 0 0,-1-1 0 0 0,1 0 0 0 0,-1 1 0 0 0,-1 0 0 0 0,1 0 0 0 0,-1 0 0 0 0,-7-8 0 0 0,9 12 27 0 0,0 0-1 0 0,1 0 1 0 0,-1 0-1 0 0,0 0 1 0 0,0 0-1 0 0,1 0 1 0 0,-1 1-1 0 0,0-1 1 0 0,0 1-1 0 0,0-1 1 0 0,0 1-1 0 0,0 0 1 0 0,0 0-1 0 0,0 0 1 0 0,0 0-1 0 0,1 0 1 0 0,-1 0-1 0 0,0 0 1 0 0,0 1-1 0 0,0-1 1 0 0,0 1-1 0 0,0 0 1 0 0,0-1-1 0 0,-3 3 1 0 0,-2 1-373 0 0,0 0 0 0 0,1 0 1 0 0,-1 1-1 0 0,-9 9 1 0 0,-12 13-3876 0 0</inkml:trace>
</inkml:ink>
</file>

<file path=ppt/ink/ink2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4.9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122 356 10594 0 0,'-4'-41'-408'0'0,"-2"-16"615"0"0,6 55-129 0 0,0 0 0 0 0,-1 0 0 0 0,0-1 1 0 0,1 1-1 0 0,-1 0 0 0 0,0 0 0 0 0,0 1 0 0 0,0-1 0 0 0,0 0 1 0 0,-1 0-1 0 0,1 0 0 0 0,0 1 0 0 0,-1-1 0 0 0,1 1 0 0 0,-1-1 1 0 0,0 1-1 0 0,1 0 0 0 0,-1-1 0 0 0,0 1 0 0 0,-4-2 1 0 0,5 3-26 0 0,-1 0 0 0 0,0-1 1 0 0,0 1-1 0 0,0 0 1 0 0,1 0-1 0 0,-1 0 1 0 0,0 0-1 0 0,0 0 0 0 0,0 1 1 0 0,1-1-1 0 0,-1 1 1 0 0,0-1-1 0 0,0 1 1 0 0,1-1-1 0 0,-1 1 0 0 0,0 0 1 0 0,1 0-1 0 0,-1 0 1 0 0,1 0-1 0 0,-1 0 1 0 0,1 0-1 0 0,-1 0 0 0 0,1 1 1 0 0,0-1-1 0 0,0 0 1 0 0,0 1-1 0 0,0-1 0 0 0,0 1 1 0 0,0-1-1 0 0,0 1 1 0 0,0-1-1 0 0,-1 4 1 0 0,-3 5 178 0 0,1 0 0 0 0,0 0 1 0 0,0 0-1 0 0,-1 11 0 0 0,2-8 6 0 0,0 0 1 0 0,1 1-1 0 0,1-1 0 0 0,0 0 1 0 0,1 0-1 0 0,0 1 0 0 0,1-1 1 0 0,5 26-1 0 0,-5-33-173 0 0,1-1-1 0 0,0 1 1 0 0,0-1-1 0 0,0 1 1 0 0,1-1 0 0 0,0 0-1 0 0,0 0 1 0 0,0 0 0 0 0,0-1-1 0 0,1 1 1 0 0,0-1 0 0 0,0 1-1 0 0,0-1 1 0 0,0 0 0 0 0,1-1-1 0 0,0 1 1 0 0,0-1-1 0 0,0 0 1 0 0,0 0 0 0 0,0-1-1 0 0,0 1 1 0 0,9 2 0 0 0,-5-2-79 0 0,1-1 0 0 0,-1 0 0 0 0,1 0 0 0 0,0-1 0 0 0,0 0 0 0 0,-1 0 0 0 0,1-1 0 0 0,0-1 0 0 0,0 0 1 0 0,0 0-1 0 0,-1-1 0 0 0,1 0 0 0 0,0 0 0 0 0,-1-1 0 0 0,0-1 0 0 0,0 0 0 0 0,0 0 0 0 0,0 0 0 0 0,-1-1 0 0 0,1-1 1 0 0,-1 1-1 0 0,0-1 0 0 0,-1 0 0 0 0,0-1 0 0 0,0 0 0 0 0,0 0 0 0 0,8-12 0 0 0,-2 1-253 0 0,-1 0 0 0 0,0-1 0 0 0,-1-1 0 0 0,11-26 0 0 0,-19 39 175 0 0,-1 0 0 0 0,0 0 0 0 0,0 0 1 0 0,0 0-1 0 0,-1 0 0 0 0,0 0 0 0 0,0 0 1 0 0,0-1-1 0 0,-1 1 0 0 0,-1 0 0 0 0,1 0 0 0 0,-1-1 1 0 0,0 1-1 0 0,-1 0 0 0 0,1 0 0 0 0,-2 0 1 0 0,-2-7-1 0 0,4 12 17 0 0,1 0 0 0 0,-1 1 0 0 0,0-1 0 0 0,0 1 0 0 0,0-1 0 0 0,0 1 0 0 0,-1-1 0 0 0,1 1 0 0 0,0 0-1 0 0,0 0 1 0 0,-1 0 0 0 0,1-1 0 0 0,-1 1 0 0 0,1 0 0 0 0,-1 1 0 0 0,0-1 0 0 0,1 0 0 0 0,-1 0 0 0 0,0 1 0 0 0,1-1 0 0 0,-1 1 0 0 0,0-1 0 0 0,-3 1 0 0 0,1 0-50 0 0,0 0 0 0 0,0 1 1 0 0,0 0-1 0 0,0-1 0 0 0,0 2 0 0 0,0-1 1 0 0,0 0-1 0 0,1 1 0 0 0,-1-1 0 0 0,-5 4 0 0 0,-5 5-268 0 0,0 0-1 0 0,1 0 0 0 0,0 1 0 0 0,-13 14 0 0 0,-3 6-150 0 0,-38 52 0 0 0,56-67 585 0 0,1-1 0 0 0,1 2 1 0 0,0 0-1 0 0,1 0 0 0 0,-11 34 0 0 0,18-49 36 0 0,1 0 1 0 0,-1 0-1 0 0,1 1 1 0 0,-1-1-1 0 0,1 0 0 0 0,0 1 1 0 0,0-1-1 0 0,0 1 1 0 0,0-1-1 0 0,0 0 1 0 0,0 1-1 0 0,1-1 0 0 0,-1 0 1 0 0,1 1-1 0 0,0-1 1 0 0,-1 0-1 0 0,1 0 0 0 0,0 0 1 0 0,0 1-1 0 0,1-1 1 0 0,-1 0-1 0 0,0 0 1 0 0,1-1-1 0 0,2 4 0 0 0,-2-3-18 0 0,0-1 0 0 0,0 0 0 0 0,0 0-1 0 0,0-1 1 0 0,0 1 0 0 0,0 0 0 0 0,0-1-1 0 0,0 1 1 0 0,0-1 0 0 0,0 0 0 0 0,0 1 0 0 0,0-1-1 0 0,0 0 1 0 0,1 0 0 0 0,-1 0 0 0 0,0-1-1 0 0,0 1 1 0 0,0 0 0 0 0,0-1 0 0 0,0 0-1 0 0,0 1 1 0 0,0-1 0 0 0,0 0 0 0 0,0 0-1 0 0,0 0 1 0 0,0 0 0 0 0,1-2 0 0 0,10-6-154 0 0,0-1 0 0 0,-1-1 0 0 0,0 0 1 0 0,0-1-1 0 0,-2 0 0 0 0,1 0 0 0 0,14-25 1 0 0,-9 11-135 0 0,-1-1 0 0 0,-1-1 1 0 0,11-34-1 0 0,-20 47-129 0 0,0-1-1 0 0,-2 1 0 0 0,1-1 0 0 0,-2 0 0 0 0,1-20 1 0 0,-3 29 119 0 0,0 0 1 0 0,0 0-1 0 0,-1 0 1 0 0,0 0-1 0 0,0 0 1 0 0,0 0 0 0 0,-1 0-1 0 0,0 0 1 0 0,-1 1-1 0 0,1-1 1 0 0,-1 1-1 0 0,-1 0 1 0 0,1-1 0 0 0,-6-6-1 0 0,8 11 186 0 0,-1 1 0 0 0,1 0 0 0 0,0 0-1 0 0,0 0 1 0 0,-1 0 0 0 0,1 0 0 0 0,0 0 0 0 0,-1 0 0 0 0,1 0-1 0 0,-1 1 1 0 0,0-1 0 0 0,1 0 0 0 0,-1 1 0 0 0,1 0 0 0 0,-1-1-1 0 0,0 1 1 0 0,1 0 0 0 0,-1 0 0 0 0,0 0 0 0 0,-1 0 0 0 0,-1 0-4 0 0,0 1 1 0 0,0 0-1 0 0,0 0 1 0 0,0 0-1 0 0,0 0 1 0 0,0 1-1 0 0,0-1 1 0 0,-3 3-1 0 0,-5 4 67 0 0,0 0-1 0 0,0 1 1 0 0,-16 16-1 0 0,8-5 265 0 0,1 0 1 0 0,0 2-1 0 0,2 0 0 0 0,1 1 0 0 0,1 1 0 0 0,0 0 0 0 0,2 1 1 0 0,1 0-1 0 0,-13 42 0 0 0,24-64-165 0 0,1 1 0 0 0,-1-1 0 0 0,1 0 0 0 0,0 1 0 0 0,0-1 0 0 0,0 0 0 0 0,1 1 0 0 0,-1-1 0 0 0,1 0 1 0 0,0 1-1 0 0,0-1 0 0 0,0 0 0 0 0,2 3 0 0 0,-3-5-69 0 0,0 0 1 0 0,1 0 0 0 0,-1-1-1 0 0,0 1 1 0 0,1-1 0 0 0,-1 1-1 0 0,1 0 1 0 0,-1-1 0 0 0,1 1-1 0 0,0-1 1 0 0,-1 1-1 0 0,1-1 1 0 0,-1 1 0 0 0,1-1-1 0 0,0 0 1 0 0,-1 1 0 0 0,1-1-1 0 0,0 0 1 0 0,0 1 0 0 0,-1-1-1 0 0,1 0 1 0 0,1 0 0 0 0,0 0-29 0 0,-1 0 0 0 0,0-1 0 0 0,0 1 0 0 0,1 0 0 0 0,-1-1 0 0 0,0 0 0 0 0,0 1 0 0 0,0-1 0 0 0,0 0 0 0 0,1 1 0 0 0,-1-1 0 0 0,0 0 0 0 0,0 0 0 0 0,-1 0 0 0 0,1 0 0 0 0,0 0 0 0 0,0 0 0 0 0,1-2 0 0 0,7-11-239 0 0,0-1 1 0 0,-1 0-1 0 0,0 0 1 0 0,-1 0-1 0 0,-1-1 1 0 0,-1 0-1 0 0,0-1 1 0 0,4-26-1 0 0,-5 17-184 0 0,-1 0-1 0 0,-2 0 0 0 0,0-1 1 0 0,-7-49-1 0 0,6 71 385 0 0,-12-56-196 0 0,11 59 223 0 0,0-1 0 0 0,1 1 0 0 0,-1-1-1 0 0,0 1 1 0 0,0-1 0 0 0,0 1 0 0 0,-1 0-1 0 0,1-1 1 0 0,0 1 0 0 0,-1 0 0 0 0,0 0-1 0 0,1 0 1 0 0,-1 0 0 0 0,0 0 0 0 0,0 1-1 0 0,0-1 1 0 0,0 0 0 0 0,-1 1 0 0 0,-2-2-1 0 0,3 3 56 0 0,0 0 0 0 0,1 0-1 0 0,-1 0 1 0 0,0 0 0 0 0,0 0-1 0 0,0 1 1 0 0,1-1-1 0 0,-1 0 1 0 0,0 1 0 0 0,0 0-1 0 0,1-1 1 0 0,-1 1 0 0 0,1 0-1 0 0,-1 0 1 0 0,1 0-1 0 0,-1 0 1 0 0,1 0 0 0 0,-1 0-1 0 0,1 0 1 0 0,0 1 0 0 0,-1-1-1 0 0,1 0 1 0 0,0 1-1 0 0,0-1 1 0 0,0 1 0 0 0,0-1-1 0 0,1 1 1 0 0,-2 2 0 0 0,-2 4 254 0 0,0 0 0 0 0,0 0 1 0 0,1 0-1 0 0,-3 13 1 0 0,2-6 13 0 0,1 0 1 0 0,1 0-1 0 0,0 0 1 0 0,1 0 0 0 0,1 0-1 0 0,0 0 1 0 0,1 0-1 0 0,0 0 1 0 0,2 0-1 0 0,0 0 1 0 0,0 0-1 0 0,1 0 1 0 0,1-1 0 0 0,1 0-1 0 0,0 0 1 0 0,1 0-1 0 0,0-1 1 0 0,1 0-1 0 0,0 0 1 0 0,15 16 0 0 0,-9-12-61 0 0,2-1 0 0 0,-1 0 0 0 0,33 23 0 0 0,-23-22-485 0 0</inkml:trace>
</inkml:ink>
</file>

<file path=ppt/ink/ink2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6.1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298 10 7834 0 0,'3'-9'1223'0'0,"-14"20"1082"0"0,-38 72-1361 0 0,-34 60-1029 0 0,70-115 70 0 0,0 0 1 0 0,1 0-1 0 0,-9 39 1 0 0,18-51 168 0 0,0 0 0 0 0,0 0 0 0 0,2 1 0 0 0,0-1 0 0 0,2 26 0 0 0,0-32 22 0 0,0-1 1 0 0,1 1-1 0 0,0-1 1 0 0,0 0-1 0 0,1 1 0 0 0,1-1 1 0 0,-1 0-1 0 0,1-1 0 0 0,1 1 1 0 0,9 14-1 0 0,-13-21-124 0 0,1 0-1 0 0,0 0 1 0 0,-1-1-1 0 0,1 1 1 0 0,0-1-1 0 0,0 1 1 0 0,0-1-1 0 0,0 1 1 0 0,0-1-1 0 0,0 0 1 0 0,0 0-1 0 0,0 0 1 0 0,1 0-1 0 0,-1-1 1 0 0,0 1-1 0 0,1 0 1 0 0,-1-1-1 0 0,3 1 1 0 0,0-1 12 0 0,-1 0 1 0 0,1-1-1 0 0,-1 1 1 0 0,1-1-1 0 0,-1 0 1 0 0,0 0-1 0 0,1-1 1 0 0,-1 1-1 0 0,4-3 1 0 0,6-3 66 0 0,0-1 1 0 0,-1 0-1 0 0,0-1 0 0 0,17-16 1 0 0,-11 9-244 0 0,-2-2-1 0 0,0 0 1 0 0,17-23 0 0 0,-29 34-145 0 0,0 0 0 0 0,0 0 0 0 0,-1 0 0 0 0,0 0 0 0 0,-1-1 0 0 0,1 0 0 0 0,-1 1 0 0 0,-1-1-1 0 0,0 0 1 0 0,0-1 0 0 0,0 1 0 0 0,-1 0 0 0 0,0-11 0 0 0,-1 18 182 0 0,0-1 0 0 0,0 1 0 0 0,0-1 0 0 0,0 1 0 0 0,0-1 0 0 0,0 1 0 0 0,0 0 0 0 0,-1-1 0 0 0,1 1 0 0 0,-1-1 0 0 0,1 1 0 0 0,-1-1 0 0 0,0 1 0 0 0,1 0 0 0 0,-1 0 0 0 0,0-1 0 0 0,0 1 0 0 0,0 0 0 0 0,0 0 0 0 0,0 0-1 0 0,0 0 1 0 0,0 0 0 0 0,0 0 0 0 0,0 0 0 0 0,-1 0 0 0 0,1 0 0 0 0,0 1 0 0 0,-1-1 0 0 0,1 0 0 0 0,0 1 0 0 0,-1-1 0 0 0,1 1 0 0 0,-1 0 0 0 0,1-1 0 0 0,-1 1 0 0 0,1 0 0 0 0,-1 0 0 0 0,1 0 0 0 0,-1 0 0 0 0,1 0 0 0 0,-1 0 0 0 0,1 0 0 0 0,-1 1 0 0 0,1-1 0 0 0,0 0 0 0 0,-3 2 0 0 0,-5 1-88 0 0,1 0 0 0 0,-1 0 1 0 0,1 1-1 0 0,1 1 0 0 0,-1-1 1 0 0,-11 10-1 0 0,0 1 166 0 0,0 2-1 0 0,2 0 0 0 0,0 1 1 0 0,-17 26-1 0 0,24-31 115 0 0,1 1 1 0 0,0 0-1 0 0,1 1 0 0 0,1 0 1 0 0,0 0-1 0 0,1 1 1 0 0,-4 19-1 0 0,8-28-34 0 0,2 0 0 0 0,-1-1 0 0 0,1 1-1 0 0,0-1 1 0 0,0 1 0 0 0,1 0 0 0 0,0-1 0 0 0,0 1 0 0 0,0-1-1 0 0,1 1 1 0 0,0-1 0 0 0,4 10 0 0 0,-4-13 12 0 0,0 1-1 0 0,-1-1 1 0 0,1 0-1 0 0,1 1 1 0 0,-1-1 0 0 0,0 0-1 0 0,1 0 1 0 0,-1-1-1 0 0,1 1 1 0 0,0 0 0 0 0,0-1-1 0 0,0 0 1 0 0,0 1-1 0 0,1-1 1 0 0,-1-1 0 0 0,1 1-1 0 0,-1 0 1 0 0,1-1-1 0 0,-1 0 1 0 0,1 0 0 0 0,0 0-1 0 0,7 1 1 0 0,-8-2-36 0 0,1-1 0 0 0,0 1 1 0 0,0-1-1 0 0,0 0 0 0 0,-1 0 1 0 0,1 0-1 0 0,-1 0 0 0 0,1-1 1 0 0,-1 0-1 0 0,1 1 0 0 0,-1-1 1 0 0,0-1-1 0 0,0 1 0 0 0,0 0 1 0 0,0-1-1 0 0,0 1 1 0 0,0-1-1 0 0,2-3 0 0 0,7-8 59 0 0,-1-1-1 0 0,13-20 1 0 0,-22 31-113 0 0,7-10-183 0 0,-1-2-1 0 0,-1 1 0 0 0,0-1 0 0 0,-1-1 0 0 0,-1 1 0 0 0,4-19 0 0 0,-6 22-90 0 0,-1 1-1 0 0,-1-1 0 0 0,0 0 0 0 0,0 0 0 0 0,-1 0 0 0 0,-1 0 0 0 0,0 0 0 0 0,-6-23 1 0 0,6 33 242 0 0,0 0 1 0 0,0 0 0 0 0,0 0-1 0 0,0 0 1 0 0,0 1 0 0 0,-1-1-1 0 0,1 0 1 0 0,-1 0 0 0 0,0 1-1 0 0,0-1 1 0 0,0 1 0 0 0,0 0 0 0 0,0-1-1 0 0,0 1 1 0 0,-6-3 0 0 0,6 4 5 0 0,0 0 0 0 0,-1 0 1 0 0,1 0-1 0 0,-1 0 1 0 0,1 1-1 0 0,0-1 1 0 0,-1 1-1 0 0,0-1 1 0 0,1 1-1 0 0,-1 0 0 0 0,1 0 1 0 0,-1 0-1 0 0,1 1 1 0 0,-1-1-1 0 0,-4 2 1 0 0,0 0-51 0 0,0 1 1 0 0,-1 0 0 0 0,1 1-1 0 0,1-1 1 0 0,-1 2 0 0 0,1-1-1 0 0,-1 1 1 0 0,1-1 0 0 0,0 2 0 0 0,1-1-1 0 0,-8 10 1 0 0,0 1 10 0 0,1 1 0 0 0,1 1 0 0 0,1 0 0 0 0,1 0 0 0 0,0 1 0 0 0,-12 38 1 0 0,18-46 213 0 0,0 0 1 0 0,0 0 0 0 0,1 0 0 0 0,1 1 0 0 0,0-1 0 0 0,0 0 0 0 0,1 1 0 0 0,1-1 0 0 0,0 0 0 0 0,0 0 0 0 0,1 1 0 0 0,1-1-1 0 0,0 0 1 0 0,5 13 0 0 0,-6-20-86 0 0,-1-1 0 0 0,1 1 0 0 0,0-1 0 0 0,0 0 0 0 0,0 1 0 0 0,1-1-1 0 0,-1 0 1 0 0,1-1 0 0 0,0 1 0 0 0,0 0 0 0 0,0-1 0 0 0,0 1 0 0 0,0-1 0 0 0,0 0-1 0 0,1 0 1 0 0,-1-1 0 0 0,1 1 0 0 0,-1-1 0 0 0,1 1 0 0 0,6 0 0 0 0,-7-1-29 0 0,1-1 0 0 0,0 0 0 0 0,-1 0 1 0 0,1-1-1 0 0,-1 1 0 0 0,1-1 1 0 0,0 0-1 0 0,-1 0 0 0 0,1 0 0 0 0,-1 0 1 0 0,1 0-1 0 0,-1-1 0 0 0,0 0 1 0 0,0 0-1 0 0,0 0 0 0 0,0 0 0 0 0,0 0 1 0 0,0 0-1 0 0,0-1 0 0 0,-1 1 1 0 0,5-7-1 0 0,4-4-123 0 0,-2-1-1 0 0,0 0 1 0 0,0-1 0 0 0,-2 0 0 0 0,1 0 0 0 0,-2-1-1 0 0,0 0 1 0 0,-1 0 0 0 0,-1 0 0 0 0,0-1 0 0 0,-1 1-1 0 0,-1-1 1 0 0,0-30 0 0 0,-3 19-51 0 0,0 0 0 0 0,-2 1 0 0 0,-1-1 0 0 0,-1 1-1 0 0,-2 0 1 0 0,0 0 0 0 0,-19-42 0 0 0,24 63 254 0 0,-1 0 0 0 0,1 1-1 0 0,-2-1 1 0 0,1 1 0 0 0,-1 0 0 0 0,1 0-1 0 0,-1 0 1 0 0,-1 0 0 0 0,1 0 0 0 0,-1 1 0 0 0,0 0-1 0 0,0 0 1 0 0,-9-5 0 0 0,10 7-32 0 0,-1 0 1 0 0,1 0-1 0 0,-1 1 0 0 0,0 0 1 0 0,0 0-1 0 0,0 0 0 0 0,0 0 1 0 0,0 1-1 0 0,1 0 0 0 0,-1 0 1 0 0,0 0-1 0 0,0 1 0 0 0,0-1 1 0 0,0 1-1 0 0,0 0 0 0 0,0 1 1 0 0,1-1-1 0 0,-6 4 0 0 0,-7 2-189 0 0,0 1 0 0 0,1 1 0 0 0,-18 14 0 0 0,-17 17-3784 0 0,19-10-453 0 0</inkml:trace>
</inkml:ink>
</file>

<file path=ppt/ink/ink2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7.1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268 7 5065 0 0,'-9'5'142'0'0,"1"1"-1"0"0,0-1 1 0 0,0 1 0 0 0,1 1-1 0 0,-1-1 1 0 0,2 1-1 0 0,-1 0 1 0 0,-10 16 0 0 0,-4 2 73 0 0,9-12-41 0 0,-75 91 1234 0 0,76-88-1094 0 0,1-1-1 0 0,0 1 0 0 0,1 1 0 0 0,1-1 1 0 0,-8 23-1 0 0,15-36-261 0 0,0-1 1 0 0,0 1 0 0 0,0-1-1 0 0,1 1 1 0 0,-1 0 0 0 0,1-1-1 0 0,0 1 1 0 0,0-1 0 0 0,0 1-1 0 0,0 0 1 0 0,0-1-1 0 0,0 1 1 0 0,1 0 0 0 0,-1-1-1 0 0,1 1 1 0 0,0-1 0 0 0,0 1-1 0 0,0-1 1 0 0,0 1 0 0 0,0-1-1 0 0,0 0 1 0 0,1 0 0 0 0,-1 1-1 0 0,3 1 1 0 0,-2-2-3 0 0,0-1 1 0 0,0 0 0 0 0,0 1-1 0 0,1-1 1 0 0,-1 0-1 0 0,0-1 1 0 0,0 1 0 0 0,0 0-1 0 0,1-1 1 0 0,-1 1-1 0 0,0-1 1 0 0,1 0-1 0 0,-1 1 1 0 0,1-1 0 0 0,-1 0-1 0 0,0-1 1 0 0,1 1-1 0 0,-1 0 1 0 0,0-1 0 0 0,1 1-1 0 0,-1-1 1 0 0,0 0-1 0 0,0 0 1 0 0,1 0 0 0 0,-1 0-1 0 0,4-2 1 0 0,5-4 234 0 0,0-1 1 0 0,0 0 0 0 0,0-1-1 0 0,-1 0 1 0 0,0 0-1 0 0,-1-1 1 0 0,9-13-1 0 0,53-80-98 0 0,-71 102-190 0 0,7-9-325 0 0,-1 1 1 0 0,-1-2-1 0 0,1 1 0 0 0,-2-1 0 0 0,1 0 0 0 0,-2 0 0 0 0,1 0 0 0 0,-1 0 1 0 0,-1-1-1 0 0,0 1 0 0 0,0-17 0 0 0,-2 28 273 0 0,0-1 0 0 0,0 1 0 0 0,0-1 0 0 0,0 1 0 0 0,0-1 0 0 0,0 0 0 0 0,0 1 0 0 0,0-1 0 0 0,0 1 0 0 0,0-1 0 0 0,0 1 0 0 0,-1-1 0 0 0,1 1 0 0 0,0-1 0 0 0,0 1 1 0 0,-1-1-1 0 0,1 1 0 0 0,0-1 0 0 0,-1 1 0 0 0,1-1 0 0 0,0 1 0 0 0,-1 0 0 0 0,1-1 0 0 0,-1 1 0 0 0,1 0 0 0 0,0-1 0 0 0,-1 1 0 0 0,1 0 0 0 0,-2-1 0 0 0,-13 7-797 0 0,-11 23 693 0 0,4 7 956 0 0,2 1 0 0 0,2 1 0 0 0,1 1 0 0 0,2 0 0 0 0,-10 43 0 0 0,24-75-652 0 0,-1-1-1 0 0,1 0 1 0 0,0 1-1 0 0,0-1 1 0 0,0 1 0 0 0,1 0-1 0 0,0-1 1 0 0,1 1 0 0 0,-1-1-1 0 0,1 1 1 0 0,2 7 0 0 0,-2-12-66 0 0,0 1 1 0 0,1-1-1 0 0,-1 1 1 0 0,0-1-1 0 0,1 0 1 0 0,-1 1-1 0 0,1-1 1 0 0,0 0-1 0 0,0 0 1 0 0,0 0-1 0 0,0 0 0 0 0,0 0 1 0 0,0-1-1 0 0,0 1 1 0 0,1-1-1 0 0,-1 1 1 0 0,1-1-1 0 0,-1 0 1 0 0,1 0-1 0 0,-1 0 1 0 0,1 0-1 0 0,0 0 1 0 0,-1-1-1 0 0,1 1 1 0 0,0-1-1 0 0,0 0 1 0 0,-1 0-1 0 0,7 0 1 0 0,-2-1 46 0 0,1 0 0 0 0,-1 0 0 0 0,0-1 0 0 0,1 0 0 0 0,-1 0 0 0 0,0-1 0 0 0,0 0 0 0 0,0 0 0 0 0,-1-1 0 0 0,1 0 0 0 0,-1 0 0 0 0,0 0 0 0 0,0-1 0 0 0,0 0 0 0 0,-1 0 0 0 0,0-1-1 0 0,0 1 1 0 0,0-1 0 0 0,5-8 0 0 0,4-7-201 0 0,0-1 0 0 0,-2 0 0 0 0,0 0 0 0 0,12-36 0 0 0,-15 35-147 0 0,-2 0 0 0 0,7-36 0 0 0,-13 51 109 0 0,0 0 1 0 0,0 0-1 0 0,0 0 0 0 0,-1 0 1 0 0,0 0-1 0 0,-1 0 1 0 0,0-1-1 0 0,0 1 0 0 0,-1 0 1 0 0,0 1-1 0 0,-3-11 0 0 0,4 17 58 0 0,0-1 0 0 0,0 1 0 0 0,0-1 0 0 0,0 1-1 0 0,0-1 1 0 0,0 1 0 0 0,0 0 0 0 0,0 0 0 0 0,-1-1-1 0 0,1 1 1 0 0,0 0 0 0 0,-1 0 0 0 0,1 0-1 0 0,-1 0 1 0 0,1 1 0 0 0,-1-1 0 0 0,0 0 0 0 0,1 1-1 0 0,-1-1 1 0 0,0 1 0 0 0,1-1 0 0 0,-1 1 0 0 0,0 0-1 0 0,0 0 1 0 0,1 0 0 0 0,-1 0 0 0 0,0 0 0 0 0,0 0-1 0 0,1 0 1 0 0,-1 1 0 0 0,0-1 0 0 0,1 0 0 0 0,-1 1-1 0 0,0 0 1 0 0,1-1 0 0 0,-1 1 0 0 0,-1 1-1 0 0,-4 1-86 0 0,0 1-1 0 0,0 0 0 0 0,0 0 0 0 0,0 1 0 0 0,1 0 0 0 0,-11 10 0 0 0,8-4 126 0 0,0 0 0 0 0,0 0 0 0 0,1 0 0 0 0,1 1-1 0 0,0 1 1 0 0,0-1 0 0 0,2 1 0 0 0,-1 0 0 0 0,1 0-1 0 0,1 1 1 0 0,1-1 0 0 0,0 1 0 0 0,1 0 0 0 0,0 0-1 0 0,1 0 1 0 0,0 0 0 0 0,1 0 0 0 0,4 26 0 0 0,-2-28 45 0 0,0 0 0 0 0,1-1 0 0 0,1 1 0 0 0,0-1 1 0 0,0 0-1 0 0,1 0 0 0 0,0 0 0 0 0,1 0 0 0 0,0-1 0 0 0,1 0 1 0 0,0-1-1 0 0,1 1 0 0 0,0-1 0 0 0,0-1 0 0 0,1 1 1 0 0,0-2-1 0 0,1 1 0 0 0,-1-1 0 0 0,1 0 0 0 0,1-1 0 0 0,-1-1 1 0 0,16 7-1 0 0,-18-9 57 0 0,0 0 1 0 0,0-1 0 0 0,0-1-1 0 0,0 1 1 0 0,0-1-1 0 0,0 0 1 0 0,1-1-1 0 0,-1 0 1 0 0,0 0-1 0 0,0-1 1 0 0,0 0 0 0 0,1 0-1 0 0,-1-1 1 0 0,0 0-1 0 0,-1-1 1 0 0,1 0-1 0 0,0 0 1 0 0,-1 0-1 0 0,0-1 1 0 0,1 0 0 0 0,-1-1-1 0 0,-1 1 1 0 0,1-1-1 0 0,8-9 1 0 0,-5 4 52 0 0,0 0 0 0 0,0-1 1 0 0,-1 0-1 0 0,-1-1 0 0 0,0 0 0 0 0,-1-1 0 0 0,0 1 1 0 0,0-1-1 0 0,-2 0 0 0 0,1-1 0 0 0,-2 0 1 0 0,0 1-1 0 0,3-19 0 0 0,-4 5-51 0 0,0 0 0 0 0,-2-1 0 0 0,-4-49 1 0 0,2 65-117 0 0,-1 0 1 0 0,0 1-1 0 0,-1-1 1 0 0,0 1-1 0 0,0 0 1 0 0,-1 0-1 0 0,-1 0 1 0 0,0 0-1 0 0,0 1 1 0 0,-1-1-1 0 0,-10-11 1 0 0,13 18-15 0 0,-1 1 1 0 0,0 0-1 0 0,0 0 1 0 0,0 0-1 0 0,-1 0 1 0 0,1 1-1 0 0,-1-1 1 0 0,1 1-1 0 0,-1 0 0 0 0,0 1 1 0 0,0-1-1 0 0,0 1 1 0 0,0 0-1 0 0,0 0 1 0 0,0 1-1 0 0,0-1 1 0 0,0 1-1 0 0,0 0 1 0 0,0 1-1 0 0,-1-1 1 0 0,1 1-1 0 0,0 0 1 0 0,-7 2-1 0 0,-1 1-15 0 0,0 0 0 0 0,0 1-1 0 0,1 0 1 0 0,0 1 0 0 0,0 0-1 0 0,0 1 1 0 0,-19 14 0 0 0,24-15-110 0 0,1 0 1 0 0,0 0-1 0 0,0 1 1 0 0,0 0-1 0 0,1 0 1 0 0,0 1-1 0 0,0-1 1 0 0,1 1-1 0 0,0 0 1 0 0,0 0-1 0 0,1 0 1 0 0,0 1-1 0 0,1-1 1 0 0,-2 11-1 0 0,-2 12-5217 0 0</inkml:trace>
</inkml:ink>
</file>

<file path=ppt/ink/ink2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8.3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173 141 6913 0 0,'-6'-25'544'0'0,"4"14"-418"0"0,0 1 0 0 0,0 0 0 0 0,-1 0 0 0 0,0 1-1 0 0,-1-1 1 0 0,0 0 0 0 0,-1 1 0 0 0,0 0-1 0 0,-7-10 1 0 0,12 19-75 0 0,-1-1-1 0 0,0 0 1 0 0,0 0-1 0 0,0 1 1 0 0,0-1 0 0 0,0 0-1 0 0,0 1 1 0 0,0-1-1 0 0,0 1 1 0 0,0 0-1 0 0,0-1 1 0 0,0 1 0 0 0,0 0-1 0 0,0-1 1 0 0,0 1-1 0 0,0 0 1 0 0,-1 0-1 0 0,1 0 1 0 0,0 0 0 0 0,0 0-1 0 0,0 0 1 0 0,0 0-1 0 0,0 1 1 0 0,0-1-1 0 0,-1 0 1 0 0,1 1-1 0 0,0-1 1 0 0,0 0 0 0 0,0 1-1 0 0,0-1 1 0 0,0 1-1 0 0,0 0 1 0 0,0-1-1 0 0,1 1 1 0 0,-1 0 0 0 0,0 0-1 0 0,0-1 1 0 0,0 1-1 0 0,1 0 1 0 0,-1 0-1 0 0,0 0 1 0 0,0 1 0 0 0,-5 6 266 0 0,0-1 1 0 0,1 2-1 0 0,-7 13 1 0 0,10-19-237 0 0,-6 12 117 0 0,1 0 0 0 0,0 0 0 0 0,1 1-1 0 0,0-1 1 0 0,2 2 0 0 0,0-1 0 0 0,0 0-1 0 0,2 1 1 0 0,-1 22 0 0 0,3-34-178 0 0,1 0 1 0 0,0 0-1 0 0,0-1 1 0 0,0 1-1 0 0,1 0 1 0 0,0-1-1 0 0,0 0 0 0 0,0 1 1 0 0,0-1-1 0 0,1 0 1 0 0,0 0-1 0 0,0 0 1 0 0,0 0-1 0 0,0-1 0 0 0,0 1 1 0 0,1-1-1 0 0,0 0 1 0 0,-1 0-1 0 0,1 0 1 0 0,0 0-1 0 0,1-1 1 0 0,-1 1-1 0 0,0-1 0 0 0,8 2 1 0 0,-7-1 71 0 0,1-1 0 0 0,-1-1 0 0 0,1 1 0 0 0,0-1 0 0 0,0 0 0 0 0,0 0 0 0 0,0-1 0 0 0,-1 1 1 0 0,1-1-1 0 0,0-1 0 0 0,0 1 0 0 0,0-1 0 0 0,0 0 0 0 0,0 0 0 0 0,-1-1 0 0 0,1 0 0 0 0,0 0 0 0 0,-1 0 0 0 0,10-5 1 0 0,-4-2-144 0 0,0 0 0 0 0,0-1 0 0 0,0 0 1 0 0,-1-1-1 0 0,-1 0 0 0 0,0 0 0 0 0,13-23 1 0 0,-15 22-383 0 0,0 0 1 0 0,-2 0 0 0 0,1-1-1 0 0,-2 0 1 0 0,1 0 0 0 0,-2 0-1 0 0,0-1 1 0 0,2-18 0 0 0,-5 31 371 0 0,0-1 0 0 0,1 0 0 0 0,-1 1 0 0 0,0-1 0 0 0,0 1 1 0 0,0-1-1 0 0,-1 0 0 0 0,1 1 0 0 0,0-1 0 0 0,-1 1 0 0 0,1-1 1 0 0,-1 1-1 0 0,0-3 0 0 0,1 4 50 0 0,-1 0 1 0 0,1 0-1 0 0,0-1 0 0 0,0 1 1 0 0,-1 0-1 0 0,1 0 0 0 0,0 0 1 0 0,-1 0-1 0 0,1 0 1 0 0,0 0-1 0 0,-1 0 0 0 0,1 0 1 0 0,0-1-1 0 0,-1 1 0 0 0,1 0 1 0 0,0 0-1 0 0,-1 1 1 0 0,1-1-1 0 0,0 0 0 0 0,-1 0 1 0 0,1 0-1 0 0,0 0 0 0 0,-1 0 1 0 0,1 0-1 0 0,0 0 0 0 0,-1 0 1 0 0,1 1-1 0 0,0-1 1 0 0,-1 0-1 0 0,1 0 0 0 0,0 0 1 0 0,0 1-1 0 0,-1-1 0 0 0,1 0 1 0 0,0 1-1 0 0,-4 2 32 0 0,0 1-1 0 0,1 0 1 0 0,0 0-1 0 0,0 0 1 0 0,0 0-1 0 0,-3 7 1 0 0,-10 22 518 0 0,-16 49 1 0 0,28-69-412 0 0,0 0-1 0 0,1 0 1 0 0,0 0-1 0 0,1 1 0 0 0,1-1 1 0 0,0 1-1 0 0,1 15 1 0 0,1-25-75 0 0,-1 0 1 0 0,1-1-1 0 0,0 1 1 0 0,1 0-1 0 0,-1-1 1 0 0,0 1 0 0 0,1-1-1 0 0,0 1 1 0 0,0-1-1 0 0,0 0 1 0 0,0 0-1 0 0,0 1 1 0 0,1-2-1 0 0,-1 1 1 0 0,1 0-1 0 0,0 0 1 0 0,0-1-1 0 0,0 0 1 0 0,0 1-1 0 0,0-1 1 0 0,1 0-1 0 0,-1-1 1 0 0,1 1-1 0 0,-1-1 1 0 0,1 1-1 0 0,0-1 1 0 0,-1 0 0 0 0,1 0-1 0 0,0-1 1 0 0,0 1-1 0 0,-1-1 1 0 0,1 0-1 0 0,0 0 1 0 0,0 0-1 0 0,0 0 1 0 0,0-1-1 0 0,-1 0 1 0 0,1 1-1 0 0,0-1 1 0 0,-1-1-1 0 0,1 1 1 0 0,0 0-1 0 0,-1-1 1 0 0,1 0-1 0 0,-1 0 1 0 0,0 0-1 0 0,0 0 1 0 0,0 0 0 0 0,0-1-1 0 0,0 1 1 0 0,3-5-1 0 0,5-7-87 0 0,0-1-1 0 0,-1 1 1 0 0,-1-2 0 0 0,0 1-1 0 0,-1-2 1 0 0,-1 1-1 0 0,0-1 1 0 0,7-29 0 0 0,-12 35-159 0 0,0 0 1 0 0,0 1 0 0 0,-2-1 0 0 0,1 0 0 0 0,-1 0-1 0 0,-3-21 1 0 0,2 26-9 0 0,0 0 0 0 0,-1-1 0 0 0,0 1 0 0 0,0 0 0 0 0,-1 0 0 0 0,0 0 0 0 0,0 0 0 0 0,0 1-1 0 0,-1-1 1 0 0,1 1 0 0 0,-1 0 0 0 0,-6-7 0 0 0,8 10 162 0 0,-1 0 0 0 0,1 0-1 0 0,-1 0 1 0 0,1 0 0 0 0,-1 0-1 0 0,0 1 1 0 0,0-1 0 0 0,0 1-1 0 0,1 0 1 0 0,-1-1 0 0 0,-1 1-1 0 0,1 1 1 0 0,0-1 0 0 0,0 0-1 0 0,0 1 1 0 0,0 0 0 0 0,-6-1-1 0 0,4 2 48 0 0,-1 0 1 0 0,1 0-1 0 0,-1 0 0 0 0,0 1 0 0 0,1 0 0 0 0,0 0 0 0 0,-1 0 1 0 0,1 0-1 0 0,-6 5 0 0 0,-4 3 42 0 0,0 1 0 0 0,0 1 0 0 0,1 0 1 0 0,1 1-1 0 0,-12 15 0 0 0,9-10-11 0 0,2 0 0 0 0,-17 30 1 0 0,27-43 65 0 0,1 0 1 0 0,0 1 0 0 0,1-1 0 0 0,-1 1 0 0 0,1 0 0 0 0,0 0 0 0 0,1-1-1 0 0,-1 1 1 0 0,1 0 0 0 0,1 1 0 0 0,-1-1 0 0 0,1 0 0 0 0,0 0 0 0 0,1 10-1 0 0,0-13-41 0 0,0 0 0 0 0,0 0 0 0 0,0 0 0 0 0,1 0 0 0 0,-1 0 0 0 0,1 0 0 0 0,0 0-1 0 0,0 0 1 0 0,0-1 0 0 0,0 1 0 0 0,0-1 0 0 0,1 1 0 0 0,-1-1 0 0 0,1 0-1 0 0,-1 0 1 0 0,1 0 0 0 0,0 0 0 0 0,0-1 0 0 0,0 1 0 0 0,0-1 0 0 0,0 0-1 0 0,0 0 1 0 0,0 0 0 0 0,1 0 0 0 0,-1 0 0 0 0,0 0 0 0 0,6-1 0 0 0,0 1-114 0 0,0-1 1 0 0,0 0 0 0 0,0 0-1 0 0,-1-1 1 0 0,1-1 0 0 0,0 1-1 0 0,-1-1 1 0 0,1-1 0 0 0,9-3-1 0 0,-7 0 75 0 0,0 0-1 0 0,-1 0 0 0 0,1-1 0 0 0,-1 0 0 0 0,-1-1 1 0 0,0 0-1 0 0,0-1 0 0 0,0 0 0 0 0,9-13 0 0 0,-13 15-20 0 0,0 0-1 0 0,0 0 0 0 0,0 0 0 0 0,-1-1 1 0 0,0 0-1 0 0,-1 0 0 0 0,0 0 0 0 0,0 0 1 0 0,0 0-1 0 0,-1-1 0 0 0,-1 1 0 0 0,1-1 1 0 0,-2 0-1 0 0,1-8 0 0 0,-1 15 0 0 0,0 0-1 0 0,0 1 1 0 0,0-1 0 0 0,0 1-1 0 0,0-1 1 0 0,0 0 0 0 0,-1 1-1 0 0,1-1 1 0 0,-1 1-1 0 0,1-1 1 0 0,-1 1 0 0 0,0-1-1 0 0,0 1 1 0 0,1 0 0 0 0,-1-1-1 0 0,0 1 1 0 0,0 0-1 0 0,0-1 1 0 0,0 1 0 0 0,-1 0-1 0 0,1 0 1 0 0,0 0 0 0 0,0 0-1 0 0,-1 0 1 0 0,1 0-1 0 0,0 1 1 0 0,-1-1 0 0 0,1 0-1 0 0,-1 1 1 0 0,1-1 0 0 0,-1 1-1 0 0,-2-1 1 0 0,2 1-2 0 0,0 0 1 0 0,0 0 0 0 0,0 1-1 0 0,0-1 1 0 0,0 0-1 0 0,0 1 1 0 0,0 0-1 0 0,0-1 1 0 0,0 1 0 0 0,1 0-1 0 0,-1 0 1 0 0,0 0-1 0 0,0 0 1 0 0,1 1 0 0 0,-1-1-1 0 0,1 0 1 0 0,-1 1-1 0 0,1-1 1 0 0,0 1 0 0 0,-1-1-1 0 0,1 1 1 0 0,0-1-1 0 0,0 1 1 0 0,0 0 0 0 0,-1 2-1 0 0,-3 9-155 0 0,0 0 0 0 0,1 1-1 0 0,1-1 1 0 0,0 0 0 0 0,1 1-1 0 0,-1 15 1 0 0,1-2-198 0 0</inkml:trace>
</inkml:ink>
</file>

<file path=ppt/ink/ink2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2.7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76 2328 0 0,'6'-7'209'0'0,"-3"2"-209"0"0,1 0 0 0 0,-3 1 0 0 0,1 2 0 0 0,0 1 0 0 0,0-1 0 0 0,1-2 0 0 0,2-3 0 0 0,2 0 0 0 0,0 0 0 0 0,0 0 0 0 0,-1 2 0 0 0,-3 2 0 0 0,1-3 0 0 0,-3 3 0 0 0</inkml:trace>
</inkml:ink>
</file>

<file path=ppt/ink/ink2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3.1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438 26 6913 0 0,'-1'-2'141'0'0,"1"1"0"0"0,-1 0 0 0 0,1-1 0 0 0,-1 1-1 0 0,0 0 1 0 0,1-1 0 0 0,-1 1 0 0 0,0 0 0 0 0,0 0-1 0 0,0 0 1 0 0,0 0 0 0 0,0 0 0 0 0,0 0-1 0 0,0 0 1 0 0,-1 0 0 0 0,1 0 0 0 0,0 0 0 0 0,0 0-1 0 0,-1 1 1 0 0,1-1 0 0 0,0 1 0 0 0,-1-1-1 0 0,1 1 1 0 0,-1-1 0 0 0,-1 1 0 0 0,-1 1-3 0 0,1-1 1 0 0,0 2-1 0 0,-1-1 0 0 0,1 0 1 0 0,0 1-1 0 0,0-1 0 0 0,0 1 1 0 0,0 0-1 0 0,0 0 1 0 0,-3 2-1 0 0,-27 23 128 0 0,1 1-1 0 0,2 1 1 0 0,-35 43 0 0 0,-1 0 259 0 0,-61 57 1010 0 0,125-128-1522 0 0,1 0-1 0 0,0 0 1 0 0,-1 0 0 0 0,1 1-1 0 0,0-1 1 0 0,0 0-1 0 0,0 0 1 0 0,0 1 0 0 0,0-1-1 0 0,0 1 1 0 0,0-1-1 0 0,1 1 1 0 0,-1-1 0 0 0,1 1-1 0 0,-1 0 1 0 0,1-1-1 0 0,-1 1 1 0 0,1 0 0 0 0,0-1-1 0 0,0 1 1 0 0,0 0-1 0 0,0-1 1 0 0,0 1 0 0 0,0 0-1 0 0,1 2 1 0 0,0-2-89 0 0,0-1 0 0 0,0 1 1 0 0,0-1-1 0 0,1 1 0 0 0,-1-1 1 0 0,1 0-1 0 0,-1 0 0 0 0,1 0 1 0 0,-1 0-1 0 0,1 0 0 0 0,0 0 0 0 0,0 0 1 0 0,-1-1-1 0 0,1 1 0 0 0,0 0 1 0 0,0-1-1 0 0,0 1 0 0 0,0-1 0 0 0,-1 0 1 0 0,1 0-1 0 0,0 0 0 0 0,2 0 1 0 0,54 2-1704 0 0,-42-3 1694 0 0,0 1 0 0 0,-1 1-1 0 0,1 0 1 0 0,-1 1 0 0 0,0 1 0 0 0,1 1-1 0 0,26 9 1 0 0,-28-7 244 0 0,-1 0 0 0 0,0 2-1 0 0,-1-1 1 0 0,0 1 0 0 0,0 1 0 0 0,0 0 0 0 0,18 20-1 0 0,-28-27-103 0 0,1 1-1 0 0,-1 0 0 0 0,0 0 0 0 0,0 1 0 0 0,0-1 1 0 0,-1 0-1 0 0,1 1 0 0 0,-1-1 0 0 0,0 1 0 0 0,0-1 0 0 0,0 1 1 0 0,0 0-1 0 0,0 0 0 0 0,-1 6 0 0 0,0-6-16 0 0,-1-1-1 0 0,0 1 1 0 0,0 0 0 0 0,0-1 0 0 0,0 1-1 0 0,0-1 1 0 0,-1 1 0 0 0,0-1 0 0 0,0 0-1 0 0,0 1 1 0 0,0-1 0 0 0,0 0-1 0 0,0-1 1 0 0,-1 1 0 0 0,0 0 0 0 0,1-1-1 0 0,-6 5 1 0 0,-124 89 1315 0 0,41-32-2614 0 0,85-59-183 0 0</inkml:trace>
</inkml:ink>
</file>

<file path=ppt/ink/ink2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3.5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 57 6913 0 0,'1'-8'282'0'0,"-1"4"-147"0"0,0 0 1 0 0,0 1 0 0 0,1-1 0 0 0,-1 1-1 0 0,1-1 1 0 0,0 0 0 0 0,0 1 0 0 0,1 0-1 0 0,-1-1 1 0 0,1 1 0 0 0,-1 0 0 0 0,3-4-1 0 0,-6 37 2946 0 0,-18 59-637 0 0,9-45-940 0 0,-6 58 0 0 0,-3 159 601 0 0,17-149-7676 0 0,3-62-453 0 0</inkml:trace>
</inkml:ink>
</file>

<file path=ppt/ink/ink2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4.4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362 155 2761 0 0,'-4'-12'629'0'0,"0"-3"227"0"0,-1 0 1 0 0,-1 1 0 0 0,0-1-1 0 0,-1 1 1 0 0,-13-20 0 0 0,18 32-794 0 0,-1-1-1 0 0,1 0 1 0 0,0 0 0 0 0,-1 1 0 0 0,0-1-1 0 0,1 1 1 0 0,-1 0 0 0 0,0 0-1 0 0,0 0 1 0 0,-1 0 0 0 0,1 0 0 0 0,0 1-1 0 0,0 0 1 0 0,-1-1 0 0 0,1 1-1 0 0,-1 0 1 0 0,1 1 0 0 0,-1-1 0 0 0,1 1-1 0 0,-1-1 1 0 0,0 1 0 0 0,1 0-1 0 0,-1 0 1 0 0,1 1 0 0 0,-1-1 0 0 0,0 1-1 0 0,1 0 1 0 0,-1 0 0 0 0,1 0 0 0 0,-5 2-1 0 0,-3 2 70 0 0,-1 1 0 0 0,1 1 0 0 0,0-1 1 0 0,0 2-1 0 0,1 0 0 0 0,-1 0 0 0 0,2 1 0 0 0,0 0 0 0 0,0 0 0 0 0,-15 22 0 0 0,11-14 243 0 0,2 1-1 0 0,0 1 0 0 0,1 0 1 0 0,1 0-1 0 0,-13 40 1 0 0,22-57-359 0 0,-1 1 0 0 0,1 0 0 0 0,0-1 0 0 0,0 1 0 0 0,0-1 0 0 0,0 1 0 0 0,0 0-1 0 0,0-1 1 0 0,1 1 0 0 0,-1-1 0 0 0,1 1 0 0 0,0-1 0 0 0,-1 1 0 0 0,1-1 0 0 0,1 1 0 0 0,-1-1 0 0 0,0 0 0 0 0,0 0 0 0 0,1 0 0 0 0,-1 1 0 0 0,1-1 0 0 0,0-1 0 0 0,0 1 0 0 0,0 0 0 0 0,0 0 0 0 0,0-1 0 0 0,3 3 0 0 0,8 4 108 0 0,0 0 1 0 0,1-1-1 0 0,24 10 0 0 0,-14-7-71 0 0,1 1-97 0 0,0 1-1 0 0,-1 2 1 0 0,0 0-1 0 0,-1 2 0 0 0,22 19 1 0 0,-39-30 25 0 0,0 1 0 0 0,-1 0 0 0 0,1 1 0 0 0,-1-1 0 0 0,-1 1 0 0 0,1 0 0 0 0,-1 0 0 0 0,-1 0 0 0 0,5 12 0 0 0,-6-13 13 0 0,-1-1-1 0 0,0 1 1 0 0,0 0-1 0 0,0 0 1 0 0,-1 0-1 0 0,0 0 1 0 0,0 0-1 0 0,0 0 1 0 0,-1-1-1 0 0,0 1 1 0 0,0 0-1 0 0,0 0 1 0 0,-1-1-1 0 0,-4 10 0 0 0,3-8 64 0 0,-1 0-1 0 0,1-1 1 0 0,-2 1-1 0 0,1-1 1 0 0,-1 0-1 0 0,1 0 0 0 0,-2-1 1 0 0,1 1-1 0 0,-1-1 1 0 0,1-1-1 0 0,-1 1 1 0 0,-1-1-1 0 0,-10 7 0 0 0,-7 0-226 0 0,0-1 0 0 0,-41 12 0 0 0,16-6-3228 0 0,37-13-930 0 0</inkml:trace>
</inkml:ink>
</file>

<file path=ppt/ink/ink2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5.2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24 112 3225 0 0,'50'-46'-805'0'0,"3"-3"6512"0"0,-52 47-5603 0 0,0 1-1 0 0,1 0 0 0 0,-1-1 1 0 0,0 1-1 0 0,1 0 1 0 0,-1 0-1 0 0,1 0 1 0 0,-1 0-1 0 0,1 0 1 0 0,-1 0-1 0 0,1 0 0 0 0,0 1 1 0 0,-1-1-1 0 0,1 1 1 0 0,0-1-1 0 0,-1 1 1 0 0,1-1-1 0 0,0 1 1 0 0,0 0-1 0 0,0 0 0 0 0,2 0 1 0 0,-3 1-37 0 0,0 0 0 0 0,0-1 0 0 0,0 1 0 0 0,0 0 1 0 0,0 0-1 0 0,0 0 0 0 0,0 0 0 0 0,0 0 0 0 0,0 0 0 0 0,0 0 0 0 0,-1 0 0 0 0,1 0 1 0 0,0 0-1 0 0,-1 1 0 0 0,1-1 0 0 0,-1 0 0 0 0,1 0 0 0 0,-1 1 0 0 0,1-1 1 0 0,-1 0-1 0 0,0 1 0 0 0,0-1 0 0 0,0 0 0 0 0,0 1 0 0 0,0-1 0 0 0,0 0 0 0 0,0 3 1 0 0,-1 10-87 0 0,-1 1 0 0 0,0-1 0 0 0,0 0 0 0 0,-1 0 0 0 0,-1 0 0 0 0,-8 18 0 0 0,-40 79-137 0 0,37-81 159 0 0,-60 120 2764 0 0,64-136 617 0 0,29-17-2057 0 0,34-9-1088 0 0,126-22-1437 0 0,-151 31-5443 0 0</inkml:trace>
</inkml:ink>
</file>

<file path=ppt/ink/ink2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6.3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292 70 10138 0 0,'-2'-17'1069'0'0,"1"10"-978"0"0,1 2-1 0 0,-1-1 1 0 0,0 0 0 0 0,0 0-1 0 0,-3-7 1 0 0,4 12-96 0 0,-1 1 0 0 0,1-1 1 0 0,0 1-1 0 0,0-1 0 0 0,-1 1 1 0 0,1-1-1 0 0,-1 1 0 0 0,1-1 1 0 0,0 1-1 0 0,-1-1 0 0 0,1 1 0 0 0,-1-1 1 0 0,1 1-1 0 0,-1 0 0 0 0,1-1 1 0 0,-1 1-1 0 0,1 0 0 0 0,-1-1 0 0 0,0 1 1 0 0,1 0-1 0 0,-1 0 0 0 0,0-1 1 0 0,0 2-8 0 0,-1-1 1 0 0,1 0 0 0 0,0 0-1 0 0,0 0 1 0 0,0 1 0 0 0,0-1-1 0 0,-1 1 1 0 0,1-1 0 0 0,0 1 0 0 0,0-1-1 0 0,0 1 1 0 0,0 0 0 0 0,0-1-1 0 0,0 1 1 0 0,0 0 0 0 0,0 1-1 0 0,-32 29-777 0 0,2 2 0 0 0,-28 38 0 0 0,31-33 2217 0 0,-43 78 0 0 0,66-106-1083 0 0,1-1 1 0 0,-1 1-1 0 0,2 0 1 0 0,-1 0 0 0 0,1 0-1 0 0,-2 15 1 0 0,5-21-297 0 0,-1-1 0 0 0,1 1 0 0 0,0-1 0 0 0,0 0 0 0 0,1 1 0 0 0,-1-1 0 0 0,1 0 1 0 0,-1 1-1 0 0,1-1 0 0 0,0 0 0 0 0,0 0 0 0 0,1 0 0 0 0,-1 1 0 0 0,1-1 0 0 0,-1 0 0 0 0,1-1 0 0 0,0 1 0 0 0,0 0 0 0 0,0-1 0 0 0,0 1 0 0 0,1-1 0 0 0,-1 1 0 0 0,6 3 0 0 0,19 11-223 0 0,53 25 1 0 0,-51-29 58 0 0,-1 2 0 0 0,26 18 0 0 0,-23-10 193 0 0,0 1-1 0 0,27 28 0 0 0,-50-45-52 0 0,-1 1-1 0 0,-1 0 1 0 0,1 0 0 0 0,-1 0-1 0 0,0 0 1 0 0,-1 1-1 0 0,0 0 1 0 0,0 0-1 0 0,-1 1 1 0 0,-1-1 0 0 0,1 1-1 0 0,-1 0 1 0 0,1 10-1 0 0,-3-15 81 0 0,-1 1 0 0 0,0-1 0 0 0,-1 0-1 0 0,1 0 1 0 0,-1 1 0 0 0,0-1 0 0 0,0 0-1 0 0,0 0 1 0 0,-1 0 0 0 0,0 0 0 0 0,0 0-1 0 0,0-1 1 0 0,-4 6 0 0 0,1-2 78 0 0,-1 0-1 0 0,0 0 1 0 0,0-1 0 0 0,-1 0-1 0 0,0 0 1 0 0,-12 9 0 0 0,-4 0-371 0 0,-1-2 0 0 0,-1 0 0 0 0,-48 20 0 0 0,-6-4-4326 0 0,53-21-367 0 0</inkml:trace>
</inkml:ink>
</file>

<file path=ppt/ink/ink2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6.6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18 4289 0 0,'0'0'0'0'0,"0"1"0"0"0,-1-1 0 0 0,1-1 0 0 0,-2-1 0 0 0,5-3-80 0 0,3-6 80 0 0</inkml:trace>
</inkml:ink>
</file>

<file path=ppt/ink/ink2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7.3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111 115 6913 0 0,'-3'1'-95'0'0,"1"1"-1"0"0,0-1 0 0 0,0 0 0 0 0,-1 0 0 0 0,1 0 0 0 0,-1 0 0 0 0,1 0 0 0 0,-1 0 0 0 0,1-1 0 0 0,-1 1 1 0 0,1-1-1 0 0,-1 1 0 0 0,1-1 0 0 0,-1 0 0 0 0,0 0 0 0 0,1-1 0 0 0,-1 1 0 0 0,1 0 0 0 0,-1-1 0 0 0,0 1 0 0 0,1-1 1 0 0,-3-1-1 0 0,3 2 39 0 0,0-1 0 0 0,1 1 0 0 0,-1 0 0 0 0,0 0 0 0 0,1 0 0 0 0,-1 1 0 0 0,0-1 0 0 0,1 0 0 0 0,-1 0 0 0 0,0 1 0 0 0,1-1 1 0 0,-1 1-1 0 0,1 0 0 0 0,-3 1 0 0 0,-19 13 4371 0 0,32-22-3440 0 0,0 0 0 0 0,0 1 0 0 0,1 0-1 0 0,16-8 1 0 0,12-7-167 0 0,-16 8-286 0 0,1 0 1 0 0,0 1-1 0 0,1 1 0 0 0,0 1 0 0 0,34-9 0 0 0,-55 19-413 0 0,0-1-1 0 0,-1 0 1 0 0,1 1-1 0 0,-1 0 1 0 0,1 0-1 0 0,0-1 0 0 0,-1 2 1 0 0,1-1-1 0 0,0 0 1 0 0,-1 0-1 0 0,1 1 1 0 0,-1-1-1 0 0,1 1 1 0 0,-1 0-1 0 0,1 0 0 0 0,-1 0 1 0 0,1 0-1 0 0,-1 0 1 0 0,0 1-1 0 0,0-1 1 0 0,4 4-1 0 0,-3-2-35 0 0,0 0 0 0 0,-1 1-1 0 0,1 0 1 0 0,-1-1 0 0 0,0 1 0 0 0,-1 0-1 0 0,1 0 1 0 0,0 0 0 0 0,-1 0 0 0 0,0 0-1 0 0,0 0 1 0 0,1 6 0 0 0,-1 7-139 0 0,0 0 1 0 0,-1 0-1 0 0,-1-1 1 0 0,0 1-1 0 0,-8 32 0 0 0,2-19 131 0 0,-2 1-1 0 0,-2-1 1 0 0,0-1-1 0 0,-21 39 1 0 0,30-65 47 0 0,-1 1 46 0 0,1 0 0 0 0,0 0 1 0 0,0 1-1 0 0,0-1 0 0 0,0 1 1 0 0,-2 9-1 0 0,7-15-34 0 0,0 0-1 0 0,0 0 1 0 0,-1 0 0 0 0,1 0 0 0 0,-1 0 0 0 0,1-1 0 0 0,-1 1 0 0 0,4-4-1 0 0,-5 5-27 0 0,2-2-8 0 0,0 0-1 0 0,1 0 1 0 0,-1 1 0 0 0,0 0 0 0 0,0-1-1 0 0,1 1 1 0 0,-1 0 0 0 0,1 1 0 0 0,-1-1-1 0 0,1 1 1 0 0,-1-1 0 0 0,1 1 0 0 0,-1 0-1 0 0,1 0 1 0 0,-1 1 0 0 0,1-1 0 0 0,-1 1-1 0 0,5 1 1 0 0,-2 0 2 0 0,-1 0-1 0 0,1 1 1 0 0,-1 0-1 0 0,0 0 1 0 0,0 0-1 0 0,0 0 1 0 0,0 1-1 0 0,-1 0 1 0 0,1 0-1 0 0,4 6 1 0 0,-3-2 8 0 0,0-1 0 0 0,0 1 0 0 0,-1 0 0 0 0,0 0 0 0 0,-1 0 0 0 0,1 1 1 0 0,-2-1-1 0 0,1 1 0 0 0,-1 0 0 0 0,-1 0 0 0 0,1 0 0 0 0,-2 1 0 0 0,2 16 0 0 0,-4-16 70 0 0,-1 0 0 0 0,0 0-1 0 0,0 0 1 0 0,-1-1 0 0 0,0 1 0 0 0,-1-1 0 0 0,0 0-1 0 0,-1 0 1 0 0,0 0 0 0 0,0-1 0 0 0,0 1-1 0 0,-9 8 1 0 0,-8 9 360 0 0,-2-1-1 0 0,-32 26 0 0 0,14-19-1735 0 0,22-17-4226 0 0</inkml:trace>
</inkml:ink>
</file>

<file path=ppt/ink/ink2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1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364 14 5065 0 0,'-2'-1'158'0'0,"1"-1"1"0"0,-1 1-1 0 0,1 0 0 0 0,-1 0 1 0 0,0 0-1 0 0,1 0 0 0 0,-1 0 1 0 0,0 0-1 0 0,0 0 0 0 0,0 1 1 0 0,1-1-1 0 0,-1 1 0 0 0,0-1 1 0 0,0 1-1 0 0,0 0 1 0 0,0 0-1 0 0,0-1 0 0 0,-3 2 1 0 0,0-1 44 0 0,1 1 1 0 0,-1 0 0 0 0,1 0-1 0 0,0 1 1 0 0,0-1 0 0 0,-1 1-1 0 0,-6 4 1 0 0,-3 3 7 0 0,1 0 0 0 0,0 1-1 0 0,-15 15 1 0 0,12-7 156 0 0,0 1-1 0 0,1 0 1 0 0,2 1-1 0 0,0 1 1 0 0,0 0-1 0 0,2 0 1 0 0,1 1-1 0 0,1 1 1 0 0,-9 32-1 0 0,17-53-319 0 0,0 0-1 0 0,1 0 1 0 0,-1 0 0 0 0,1 0-1 0 0,-1 0 1 0 0,1 0 0 0 0,0 1-1 0 0,0-1 1 0 0,0 0 0 0 0,0 0-1 0 0,0 0 1 0 0,1 0 0 0 0,-1 0 0 0 0,0 0-1 0 0,1 0 1 0 0,0 1 0 0 0,-1-1-1 0 0,1 0 1 0 0,0-1 0 0 0,0 1-1 0 0,0 0 1 0 0,1 0 0 0 0,-1 0-1 0 0,0-1 1 0 0,1 1 0 0 0,-1 0-1 0 0,1-1 1 0 0,-1 1 0 0 0,1-1-1 0 0,0 0 1 0 0,-1 0 0 0 0,1 0-1 0 0,0 1 1 0 0,0-1 0 0 0,0-1-1 0 0,0 1 1 0 0,2 1 0 0 0,9 1-39 0 0,-1 0 0 0 0,1-1 0 0 0,1 0 0 0 0,-1 0 0 0 0,14-2 0 0 0,4 2 34 0 0,-14 0-65 0 0,0 0-1 0 0,0 2 1 0 0,0 0-1 0 0,-1 1 1 0 0,0 0-1 0 0,21 11 1 0 0,-31-13 19 0 0,0 0 1 0 0,0 0 0 0 0,0 1-1 0 0,-1 0 1 0 0,1 0 0 0 0,-1 0-1 0 0,0 1 1 0 0,0 0-1 0 0,-1 0 1 0 0,0 0 0 0 0,1 0-1 0 0,-2 1 1 0 0,1 0 0 0 0,-1 0-1 0 0,0 0 1 0 0,0 0-1 0 0,0 0 1 0 0,-1 0 0 0 0,2 8-1 0 0,-4-9 6 0 0,1-1 0 0 0,-1 0-1 0 0,-1 0 1 0 0,1 0-1 0 0,-1 0 1 0 0,1 0 0 0 0,-1 0-1 0 0,0 0 1 0 0,0-1-1 0 0,-1 1 1 0 0,1 0 0 0 0,-1 0-1 0 0,0-1 1 0 0,0 1-1 0 0,0-1 1 0 0,0 1 0 0 0,-1-1-1 0 0,1 0 1 0 0,-1 0 0 0 0,-5 4-1 0 0,-7 7 48 0 0,0-2 0 0 0,-32 21 0 0 0,40-29-34 0 0,-12 9 51 0 0,-1-1 0 0 0,0 0-1 0 0,-1-2 1 0 0,-1-1 0 0 0,1 0 0 0 0,-1-2-1 0 0,0 0 1 0 0,-1-2 0 0 0,0 0-1 0 0,0-2 1 0 0,-28 2 0 0 0,30-3-39 0 0,18-1-330 0 0,0 0 0 0 0,0-1-1 0 0,0 1 1 0 0,-1-1 0 0 0,1 0-1 0 0,0 0 1 0 0,0 0-1 0 0,0 0 1 0 0,-6-2 0 0 0</inkml:trace>
</inkml:ink>
</file>

<file path=ppt/ink/ink2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5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153 1 10594 0 0,'-1'0'157'0'0,"0"0"-1"0"0,0 0 1 0 0,0 0-1 0 0,0 0 0 0 0,-1 0 1 0 0,1 0-1 0 0,0 0 1 0 0,0 0-1 0 0,0 1 0 0 0,0-1 1 0 0,0 0-1 0 0,0 1 1 0 0,-1-1-1 0 0,1 1 0 0 0,0-1 1 0 0,0 1-1 0 0,0 0 1 0 0,0-1-1 0 0,-1 3 1 0 0,-21 24 921 0 0,-11 41-840 0 0,31-61 0 0 0,-18 35 237 0 0,14-29-495 0 0,0 0 1 0 0,0 0-1 0 0,1 1 1 0 0,1 0-1 0 0,1 0 1 0 0,0 0 0 0 0,0 1-1 0 0,-1 14 1 0 0,5-26 29 0 0,0 0 0 0 0,1 0 1 0 0,-1-1-1 0 0,0 1 1 0 0,1 0-1 0 0,0 0 0 0 0,-1-1 1 0 0,1 1-1 0 0,0-1 1 0 0,0 1-1 0 0,1-1 1 0 0,-1 1-1 0 0,0-1 0 0 0,1 1 1 0 0,0-1-1 0 0,-1 0 1 0 0,1 0-1 0 0,2 2 0 0 0,0-1 80 0 0,0-1-1 0 0,0 1 0 0 0,0-1 0 0 0,0 1 1 0 0,0-2-1 0 0,0 1 0 0 0,0 0 0 0 0,1-1 1 0 0,-1 1-1 0 0,6 0 0 0 0,1-1 235 0 0,1 0-1 0 0,-1 0 1 0 0,1-1-1 0 0,0 0 1 0 0,-1-1-1 0 0,1 0 1 0 0,20-6-1 0 0,-3-1-1325 0 0,34-16 0 0 0,-47 16-167 0 0</inkml:trace>
</inkml:ink>
</file>

<file path=ppt/ink/ink2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9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114 1 1840 0 0,'-18'13'14839'0'0,"18"-5"-17127"0"0,-1 23 2895 0 0,-1 0 1 0 0,-2 0-1 0 0,-1-1 1 0 0,-2 1-1 0 0,-11 33 1 0 0,-6 27-467 0 0,-5 92-2748 0 0,23-134-3073 0 0</inkml:trace>
</inkml:ink>
</file>

<file path=ppt/ink/ink2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0.6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1 0 4145 0 0</inkml:trace>
</inkml:ink>
</file>

<file path=ppt/ink/ink2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1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314 56 4577 0 0,'0'-3'83'0'0,"0"1"0"0"0,0-1 0 0 0,0 1 0 0 0,-1-1 0 0 0,1 1 0 0 0,-1-1 0 0 0,0 1 0 0 0,1 0 1 0 0,-1-1-1 0 0,0 1 0 0 0,-1 0 0 0 0,1-1 0 0 0,0 1 0 0 0,-1 0 0 0 0,1 0 0 0 0,-1 0 0 0 0,1 0 0 0 0,-1 1 0 0 0,0-1 0 0 0,-2-1 0 0 0,2 2-15 0 0,1 0 0 0 0,-1 0 0 0 0,0 0 0 0 0,0 0 0 0 0,0 0 0 0 0,1 1-1 0 0,-1-1 1 0 0,0 1 0 0 0,0 0 0 0 0,0-1 0 0 0,0 1 0 0 0,0 0 0 0 0,0 0-1 0 0,0 0 1 0 0,0 1 0 0 0,0-1 0 0 0,0 0 0 0 0,0 1 0 0 0,0-1 0 0 0,1 1 0 0 0,-1 0-1 0 0,0-1 1 0 0,0 1 0 0 0,0 0 0 0 0,1 0 0 0 0,-3 2 0 0 0,-14 10 143 0 0,1 1 0 0 0,1 0-1 0 0,0 2 1 0 0,-25 32 0 0 0,-46 76 1703 0 0,85-122-1833 0 0,0 1 0 0 0,0 0 0 0 0,1-1 0 0 0,-1 1 0 0 0,1 0-1 0 0,0 0 1 0 0,-1 0 0 0 0,2 0 0 0 0,-1 1 0 0 0,0-1 0 0 0,0 0 0 0 0,1 0-1 0 0,0 0 1 0 0,0 1 0 0 0,0-1 0 0 0,0 0 0 0 0,0 0 0 0 0,1 1 0 0 0,-1-1-1 0 0,1 0 1 0 0,0 0 0 0 0,0 0 0 0 0,1 3 0 0 0,1-1-80 0 0,0 0 0 0 0,1-1 0 0 0,-1 1 0 0 0,1-1 0 0 0,0 0 1 0 0,0 0-1 0 0,0-1 0 0 0,1 1 0 0 0,-1-1 0 0 0,1 0 0 0 0,0 0 0 0 0,8 4 0 0 0,-3-2 158 0 0,112 62 194 0 0,-110-59-373 0 0,0 1-1 0 0,0 0 1 0 0,-1 0-1 0 0,-1 1 1 0 0,1 1-1 0 0,-2 0 1 0 0,13 17 0 0 0,-20-26 19 0 0,-1 0 1 0 0,0 0 0 0 0,1 0 0 0 0,-1 0 0 0 0,0 1 0 0 0,0-1 0 0 0,0 0 0 0 0,0 1 0 0 0,-1-1 0 0 0,1 0-1 0 0,-1 1 1 0 0,1-1 0 0 0,-1 1 0 0 0,0-1 0 0 0,0 1 0 0 0,0-1 0 0 0,0 0 0 0 0,0 1 0 0 0,-1-1-1 0 0,1 1 1 0 0,-1-1 0 0 0,1 1 0 0 0,-1-1 0 0 0,-1 3 0 0 0,-1-1 19 0 0,-1 1 1 0 0,1-1-1 0 0,-1 0 1 0 0,0-1 0 0 0,0 1-1 0 0,0-1 1 0 0,0 1-1 0 0,0-1 1 0 0,-1 0-1 0 0,-6 3 1 0 0,-10 5 209 0 0,-1 0 0 0 0,0-2 1 0 0,0 0-1 0 0,-25 6 1 0 0,37-13-517 0 0,0 1 1 0 0,0-1 0 0 0,0-1-1 0 0,0 0 1 0 0,-1-1 0 0 0,1 0-1 0 0,0 0 1 0 0,0-1 0 0 0,0 0-1 0 0,0-1 1 0 0,0 0 0 0 0,-12-4-1 0 0,15 2-1193 0 0</inkml:trace>
</inkml:ink>
</file>

<file path=ppt/ink/ink2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5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83 2761 0 0,'-30'-10'1860'0'0,"30"10"-1794"0"0,0 0 0 0 0,0 0 0 0 0,0 0 0 0 0,-1 0 0 0 0,1-1 66 0 0,0 1-66 0 0,0 0 0 0 0,0 0 0 0 0,0 0 0 0 0,-1 0 0 0 0,1-1 0 0 0,0 1 0 0 0,0 0 0 0 0,0 0 0 0 0,0 0 0 0 0,0-1 0 0 0,0 1 0 0 0,0 0 0 0 0,0 0 0 0 0,0 0 0 0 0,0-1 0 0 0,0 1 0 0 0,0 0 0 0 0,0 0 0 0 0,0 0 0 0 0,0-1 0 0 0,0 1 0 0 0,0 0 0 0 0,0 0 0 0 0,0 0 0 0 0,0-1 0 0 0,0 1 0 0 0,0 0 0 0 0,0 0 0 0 0,0 0 0 0 0,0-1 0 0 0,1 1 0 0 0,15-10 1565 0 0,18-1-990 0 0,0 2-1 0 0,1 0 1 0 0,54-4 0 0 0,-14 2-3425 0 0,-61 9-916 0 0</inkml:trace>
</inkml:ink>
</file>

<file path=ppt/ink/ink2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9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88 18 1840 0 0,'-3'0'-263'0'0,"2"0"345"0"0,1 0 1 0 0,-1 0-1 0 0,0 0 0 0 0,1 0 1 0 0,-1 0-1 0 0,1-1 0 0 0,-1 1 1 0 0,1 0-1 0 0,-1 0 0 0 0,1 0 0 0 0,-1 0 1 0 0,1-1-1 0 0,-1 1 0 0 0,1 0 1 0 0,-1-1-1 0 0,1 1 0 0 0,0 0 1 0 0,-1-1-1 0 0,1 1 0 0 0,-1 0 1 0 0,1-1-1 0 0,0 1 0 0 0,-1-1 0 0 0,1 1 1 0 0,0-1-1 0 0,0 1 0 0 0,-1-1 1 0 0,1 1-1 0 0,0-1 0 0 0,0 1 1 0 0,0-1-1 0 0,-1 1 0 0 0,1-1 0 0 0,0 1 1 0 0,0-1-1 0 0,0 1 0 0 0,0-1 1 0 0,0 1-1 0 0,0-1 0 0 0,0 1 1 0 0,0-1-1 0 0,1 0 0 0 0,-1 0 226 0 0,-1 7-213 0 0,-3 12 20 0 0,0-1 0 0 0,-2-1 0 0 0,0 1 1 0 0,-9 18-1 0 0,4-10 1457 0 0,-12 37 0 0 0,23-61-1467 0 0,0 0-1 0 0,-1 0 0 0 0,1 0 0 0 0,0 0 0 0 0,0 0 0 0 0,0 0 1 0 0,-1 0-1 0 0,1 0 0 0 0,0 0 0 0 0,1 0 0 0 0,-1 0 1 0 0,0 0-1 0 0,0 0 0 0 0,0 0 0 0 0,1 0 0 0 0,-1 0 1 0 0,0 0-1 0 0,1 0 0 0 0,-1 0 0 0 0,1 0 0 0 0,-1 0 1 0 0,1 0-1 0 0,-1 0 0 0 0,1-1 0 0 0,1 3 0 0 0,0-2 1 0 0,0 0-1 0 0,0 0 1 0 0,-1 0-1 0 0,1 0 1 0 0,0 0-1 0 0,0-1 1 0 0,1 1-1 0 0,-1-1 0 0 0,0 1 1 0 0,0-1-1 0 0,4 1 1 0 0,8-1-27 0 0,-1-1 1 0 0,0 0-1 0 0,17-4 1 0 0,-22 4-76 0 0,5-2-93 0 0,0 1 0 0 0,0 1 0 0 0,1 0 0 0 0,-1 1 0 0 0,0 1 1 0 0,1 0-1 0 0,23 5 0 0 0,-33-5 66 0 0,1 0 1 0 0,-1 1 0 0 0,0 0-1 0 0,0-1 1 0 0,-1 1 0 0 0,1 1-1 0 0,0-1 1 0 0,-1 0 0 0 0,1 1-1 0 0,-1 0 1 0 0,0 0 0 0 0,0 0-1 0 0,0 0 1 0 0,0 0-1 0 0,-1 1 1 0 0,1-1 0 0 0,-1 1-1 0 0,0-1 1 0 0,0 1 0 0 0,0 0-1 0 0,0 0 1 0 0,-1 0 0 0 0,1 0-1 0 0,-1 0 1 0 0,0 1 0 0 0,-1-1-1 0 0,1 0 1 0 0,0 6 0 0 0,-1-7 72 0 0,-1 0 0 0 0,1 1 0 0 0,-1-1 0 0 0,1 0 0 0 0,-1 0 1 0 0,0 0-1 0 0,0 0 0 0 0,0 0 0 0 0,-1 0 0 0 0,1 0 0 0 0,-1 0 0 0 0,1-1 1 0 0,-1 1-1 0 0,0 0 0 0 0,0-1 0 0 0,0 1 0 0 0,0-1 0 0 0,-1 0 0 0 0,1 0 1 0 0,-1 0-1 0 0,1 0 0 0 0,-6 3 0 0 0,-7 4 456 0 0,-1-1 1 0 0,-32 13-1 0 0,31-14-395 0 0,-44 15-1710 0 0,43-15-3205 0 0</inkml:trace>
</inkml:ink>
</file>

<file path=ppt/ink/ink2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3.4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285 49 456 0 0,'5'-8'-41'0'0,"-3"4"373"0"0,0 0-1 0 0,0 0 1 0 0,0 0-1 0 0,-1 0 1 0 0,1 0-1 0 0,-1 0 1 0 0,1-9-1 0 0,-26 32 437 0 0,-69 66 4317 0 0,53-50-3424 0 0,1 1 0 0 0,-47 58 0 0 0,83-92-1584 0 0,1 1 0 0 0,0 0 0 0 0,0-1 0 0 0,1 1 0 0 0,-1 0 0 0 0,0 0 0 0 0,1 0 0 0 0,0 0 0 0 0,0 1 0 0 0,0-1 0 0 0,0 0 0 0 0,0 0 1 0 0,1 1-1 0 0,-1 3 0 0 0,2-6-35 0 0,-1 1 0 0 0,1 0 1 0 0,-1-1-1 0 0,1 1 0 0 0,0-1 1 0 0,-1 1-1 0 0,1-1 0 0 0,0 1 1 0 0,0-1-1 0 0,0 1 0 0 0,0-1 1 0 0,1 0-1 0 0,-1 0 0 0 0,0 1 1 0 0,0-1-1 0 0,1 0 0 0 0,-1 0 1 0 0,1 0-1 0 0,-1-1 0 0 0,1 1 1 0 0,-1 0-1 0 0,1 0 0 0 0,0-1 1 0 0,-1 1-1 0 0,1-1 0 0 0,0 0 1 0 0,-1 1-1 0 0,1-1 0 0 0,2 0 1 0 0,19 4 149 0 0,0-2-1 0 0,42 0 1 0 0,-40-2-40 0 0,0 0 1 0 0,33 7-1 0 0,-44-5-299 0 0,74 18-663 0 0,-80-17 766 0 0,0-1-1 0 0,-1 1 1 0 0,0 0-1 0 0,1 1 1 0 0,-1 0-1 0 0,0 0 1 0 0,-1 0-1 0 0,11 9 0 0 0,-15-11 32 0 0,-1 0 0 0 0,0 0-1 0 0,0 0 1 0 0,-1 0-1 0 0,1-1 1 0 0,0 1-1 0 0,-1 0 1 0 0,1 0-1 0 0,-1 0 1 0 0,1 0-1 0 0,-1 1 1 0 0,0-1 0 0 0,0 0-1 0 0,0 0 1 0 0,0 0-1 0 0,0 0 1 0 0,0 0-1 0 0,-1 0 1 0 0,1 0-1 0 0,-1 0 1 0 0,0 0-1 0 0,1 0 1 0 0,-1 0 0 0 0,0 0-1 0 0,0-1 1 0 0,0 1-1 0 0,0 0 1 0 0,0 0-1 0 0,-3 2 1 0 0,-2 5-28 0 0,0-1 1 0 0,-1 0-1 0 0,0-1 0 0 0,-13 12 1 0 0,-22 12-96 0 0,-1-2 1 0 0,-85 42-1 0 0,-44 28-4220 0 0</inkml:trace>
</inkml:ink>
</file>

<file path=ppt/ink/ink2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4.0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244 48 3225 0 0,'-1'-2'54'0'0,"0"1"0"0"0,1 0 0 0 0,-1 0 0 0 0,1-1 0 0 0,0 1 0 0 0,-1 0 0 0 0,1-1 0 0 0,0 1 0 0 0,0-1 0 0 0,-1 1 0 0 0,1 0 0 0 0,0-1 0 0 0,1 1 0 0 0,-1-3 0 0 0,0 3 78 0 0,1 0 0 0 0,-1 0 0 0 0,0 0 0 0 0,0 0 1 0 0,0 0-1 0 0,0 0 0 0 0,0 0 0 0 0,0 0 0 0 0,0 1 0 0 0,0-1 1 0 0,0 0-1 0 0,0 0 0 0 0,0 0 0 0 0,-1 0 0 0 0,1 0 0 0 0,0 0 0 0 0,-1 0 1 0 0,1 0-1 0 0,-1 1 0 0 0,1-1 0 0 0,-1 0 0 0 0,1 0 0 0 0,-1 1 1 0 0,1-1-1 0 0,-1 0 0 0 0,0 0 0 0 0,-1 2 12 0 0,0 0 0 0 0,0 0-1 0 0,0 0 1 0 0,0 1 0 0 0,1-1 0 0 0,-1 1 0 0 0,0-1 0 0 0,1 1-1 0 0,0 0 1 0 0,-1-1 0 0 0,1 1 0 0 0,0 0 0 0 0,0 0 0 0 0,0 0-1 0 0,0 0 1 0 0,-1 2 0 0 0,-1 2 181 0 0,-15 25 341 0 0,0 0 0 0 0,3 1-1 0 0,0 1 1 0 0,3 1 0 0 0,0 0 0 0 0,-11 62 0 0 0,20-80-448 0 0,2 1-1 0 0,0 25 1 0 0,1-35-238 0 0,0 0 0 0 0,1-1 0 0 0,0 1 0 0 0,0 0 0 0 0,1-1 0 0 0,0 1 0 0 0,0-1 0 0 0,6 12 0 0 0,-7-16-2 0 0,1 0-1 0 0,-1-1 1 0 0,1 1-1 0 0,-1-1 1 0 0,1 0-1 0 0,0 1 1 0 0,0-1-1 0 0,-1 0 1 0 0,1 0-1 0 0,0 0 1 0 0,0 0-1 0 0,0-1 1 0 0,0 1-1 0 0,0 0 1 0 0,0-1-1 0 0,0 1 1 0 0,0-1-1 0 0,1 0 1 0 0,-1 0-1 0 0,0 0 1 0 0,0 0-1 0 0,0 0 1 0 0,0 0-1 0 0,0 0 1 0 0,0-1-1 0 0,0 1 1 0 0,0-1-1 0 0,1 0 1 0 0,-2 1-1 0 0,1-1 1 0 0,3-1 0 0 0,5-2 103 0 0,-1-1 1 0 0,1 0 0 0 0,-1 0 0 0 0,16-13 0 0 0,-3-1-346 0 0,-2 0-1 0 0,0-2 1 0 0,-2 0 0 0 0,19-27 0 0 0,-36 46 178 0 0,1 0 1 0 0,-1 0-1 0 0,0 0 0 0 0,1 0 0 0 0,-1 0 0 0 0,0 0 0 0 0,0 0 0 0 0,-1 0 0 0 0,1 0 0 0 0,0-1 1 0 0,-1 1-1 0 0,1 0 0 0 0,-1 0 0 0 0,0-3 0 0 0,0 4 44 0 0,-1 0-1 0 0,1 0 1 0 0,0 1-1 0 0,-1-1 1 0 0,0 0 0 0 0,1 0-1 0 0,-1 1 1 0 0,1-1-1 0 0,-1 0 1 0 0,0 1-1 0 0,1-1 1 0 0,-1 0 0 0 0,0 1-1 0 0,0-1 1 0 0,0 1-1 0 0,1-1 1 0 0,-1 1 0 0 0,0 0-1 0 0,0-1 1 0 0,0 1-1 0 0,0 0 1 0 0,0 0-1 0 0,0 0 1 0 0,0-1 0 0 0,0 1-1 0 0,0 0 1 0 0,1 0-1 0 0,-1 0 1 0 0,0 1 0 0 0,0-1-1 0 0,0 0 1 0 0,0 0-1 0 0,0 0 1 0 0,0 1-1 0 0,-1-1 1 0 0,-20 4-196 0 0,0 0 0 0 0,1 2 0 0 0,-1 0 0 0 0,-33 16 0 0 0,-78 46-671 0 0,104-50 640 0 0,2 1-150 0 0</inkml:trace>
</inkml:ink>
</file>

<file path=ppt/ink/ink2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5.6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259 101 6449 0 0,'-11'4'718'0'0,"11"-2"-1136"0"0,4-3-978 0 0,45-41 1164 0 0,-38 30 1042 0 0,2 1 0 0 0,-1 1 0 0 0,1 0 0 0 0,20-11 0 0 0,-34 25-398 0 0,0-1 0 0 0,-1 1 0 0 0,1-1 0 0 0,-1 1 0 0 0,1-1 0 0 0,-1 1 0 0 0,-3 3 0 0 0,-278 343 828 0 0,278-345-1140 0 0,1 0 0 0 0,0 1-1 0 0,1-1 1 0 0,-1 1 0 0 0,1 0 0 0 0,-3 9 0 0 0,5-13-71 0 0,1-1-1 0 0,-1 1 1 0 0,1 0 0 0 0,0-1 0 0 0,-1 1 0 0 0,1 0 0 0 0,0 0 0 0 0,1-1 0 0 0,-1 1-1 0 0,0 0 1 0 0,0 0 0 0 0,1-1 0 0 0,-1 1 0 0 0,1 0 0 0 0,-1-1 0 0 0,1 1 0 0 0,0 0 0 0 0,-1-1-1 0 0,1 1 1 0 0,0-1 0 0 0,0 1 0 0 0,0-1 0 0 0,0 0 0 0 0,1 1 0 0 0,-1-1 0 0 0,0 0-1 0 0,0 0 1 0 0,3 2 0 0 0,17 10 121 0 0,-1 0-1 0 0,2-2 0 0 0,30 13 1 0 0,-30-15-205 0 0,0 1 0 0 0,0 1 0 0 0,31 22 0 0 0,-41-24-22 0 0,1 1 0 0 0,-1 1 0 0 0,-1-1 0 0 0,0 2 0 0 0,16 22 0 0 0,-24-30 61 0 0,-1 0 1 0 0,1 0 0 0 0,-1 0-1 0 0,0 0 1 0 0,0 1-1 0 0,-1-1 1 0 0,1 1-1 0 0,-1 0 1 0 0,0-1-1 0 0,0 1 1 0 0,0 0-1 0 0,-1 0 1 0 0,0-1-1 0 0,0 1 1 0 0,0 0-1 0 0,-1 0 1 0 0,1 0-1 0 0,-1-1 1 0 0,0 1-1 0 0,0 0 1 0 0,-1-1-1 0 0,1 1 1 0 0,-4 5-1 0 0,-2 3 57 0 0,-1 0 0 0 0,-1-1 0 0 0,0 0 1 0 0,-1 0-1 0 0,0-1 0 0 0,0 0 0 0 0,-2-1 0 0 0,1 0 0 0 0,-13 8 0 0 0,-22 12 306 0 0,-57 28-1 0 0,19-12-178 0 0,26-14-6246 0 0</inkml:trace>
</inkml:ink>
</file>

<file path=ppt/ink/ink2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6.0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1 109 10594 0 0,'0'0'15'0'0,"0"-1"0"0"0,-1 1 1 0 0,1-1-1 0 0,0 1 0 0 0,0 0 0 0 0,0-1 0 0 0,0 1 0 0 0,0 0 0 0 0,0-1 0 0 0,0 1 0 0 0,0-1 0 0 0,0 1 0 0 0,0 0 0 0 0,0-1 1 0 0,1 1-1 0 0,-1-1 0 0 0,0 1 0 0 0,0 0 0 0 0,0-1 0 0 0,0 1 0 0 0,1 0 0 0 0,-1-1 0 0 0,0 1 0 0 0,0 0 0 0 0,1-1 0 0 0,-1 1 1 0 0,0 0-1 0 0,0 0 0 0 0,1-1 0 0 0,-1 1 0 0 0,0 0 0 0 0,1 0 0 0 0,-1 0 0 0 0,1-1 0 0 0,22-11-215 0 0,31-6 596 0 0,-50 17-17 0 0,41-13 783 0 0,-10 2-1036 0 0,0 1 1 0 0,1 2 0 0 0,0 2-1 0 0,60-5 1 0 0,-94 12-106 0 0,0 0-1 0 0,0 0 1 0 0,1 0 0 0 0,-1 0-1 0 0,0 0 1 0 0,0 0 0 0 0,0 0-1 0 0,0 1 1 0 0,0-1-1 0 0,0 1 1 0 0,0-1 0 0 0,0 1-1 0 0,0 0 1 0 0,0 0-1 0 0,0 0 1 0 0,-1 0 0 0 0,1 0-1 0 0,0 0 1 0 0,0 1 0 0 0,-1-1-1 0 0,1 0 1 0 0,-1 1-1 0 0,1 0 1 0 0,0 1 0 0 0,-1 1 21 0 0,0-1 0 0 0,0 0-1 0 0,0 1 1 0 0,-1-1 0 0 0,0 1 0 0 0,1-1 0 0 0,-1 1 0 0 0,-1-1 0 0 0,1 1 0 0 0,0 0 0 0 0,-1-1 0 0 0,0 0 0 0 0,-1 5 0 0 0,-85 281 4180 0 0,59-203-3519 0 0,10-35-625 0 0,11-36-392 0 0,1 1 0 0 0,1-1 1 0 0,0 1-1 0 0,1 0 1 0 0,1 1-1 0 0,-1 21 0 0 0,5-29-1562 0 0,-1-6 657 0 0</inkml:trace>
</inkml:ink>
</file>

<file path=ppt/ink/ink2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6.4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1 191 17972 0 0,'9'-8'82'0'0,"0"0"1"0"0,0 1 0 0 0,1 0-1 0 0,0 1 1 0 0,0 0-1 0 0,1 1 1 0 0,0 0 0 0 0,0 0-1 0 0,14-3 1 0 0,8-5-170 0 0,230-76-1067 0 0,-230 79-3210 0 0,-4-4-1315 0 0</inkml:trace>
</inkml:ink>
</file>

<file path=ppt/ink/ink2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7.3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334 0 10594 0 0,'-35'39'-1493'0'0,"14"-16"659"0"0,-80 97-2043 0 0,87-101 3428 0 0,2 0-1 0 0,-16 30 1 0 0,27-47-452 0 0,0 0 1 0 0,-1 1 0 0 0,1-1 0 0 0,0 0 0 0 0,1 1 0 0 0,-1-1-1 0 0,0 1 1 0 0,1-1 0 0 0,-1 1 0 0 0,1-1 0 0 0,0 1 0 0 0,0-1 0 0 0,0 1-1 0 0,0-1 1 0 0,0 1 0 0 0,0-1 0 0 0,1 1 0 0 0,-1-1 0 0 0,1 0 0 0 0,0 1-1 0 0,0-1 1 0 0,0 1 0 0 0,1 2 0 0 0,2-2-43 0 0,-1 1-1 0 0,1-1 1 0 0,-1 0 0 0 0,1 0 0 0 0,0 0-1 0 0,0 0 1 0 0,1-1 0 0 0,-1 1 0 0 0,0-1-1 0 0,10 3 1 0 0,17 7-5 0 0,-2-1-202 0 0,0 1-1 0 0,36 21 1 0 0,-58-29 133 0 0,0 1 0 0 0,0 0-1 0 0,0 1 1 0 0,0-1 0 0 0,-1 1 0 0 0,0 0 0 0 0,0 1-1 0 0,-1-1 1 0 0,0 1 0 0 0,0 1 0 0 0,0-1-1 0 0,-1 0 1 0 0,4 11 0 0 0,-7-15 20 0 0,0 1-1 0 0,-1-1 1 0 0,1 0-1 0 0,-1 1 1 0 0,0-1-1 0 0,0 1 1 0 0,0-1 0 0 0,0 0-1 0 0,-1 1 1 0 0,1-1-1 0 0,-1 1 1 0 0,0-1-1 0 0,0 0 1 0 0,0 0 0 0 0,0 0-1 0 0,-1 0 1 0 0,0 1-1 0 0,1-2 1 0 0,-1 1-1 0 0,0 0 1 0 0,0 0 0 0 0,0-1-1 0 0,-1 1 1 0 0,1-1-1 0 0,-6 5 1 0 0,-6 5 270 0 0,0-1 0 0 0,-1-1 0 0 0,-24 13 1 0 0,32-19-59 0 0,-38 19 527 0 0,-1-3-1 0 0,-1-2 1 0 0,-51 13-1 0 0,83-26-845 0 0,-7 1-483 0 0,0-2-218 0 0</inkml:trace>
</inkml:ink>
</file>

<file path=ppt/ink/ink2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8.0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77 343 6913 0 0,'-4'-1'55'0'0,"1"0"-1"0"0,0-1 0 0 0,-1 0 0 0 0,1 1 0 0 0,0-1 0 0 0,0 0 0 0 0,0-1 0 0 0,0 1 0 0 0,0 0 0 0 0,1-1 0 0 0,-1 0 0 0 0,1 1 0 0 0,0-1 0 0 0,0 0 0 0 0,0 0 0 0 0,0 0 0 0 0,-2-5 1 0 0,0 0 111 0 0,0-1 0 0 0,0 0 0 0 0,1 0 0 0 0,0 0 0 0 0,-3-14 0 0 0,5 14-145 0 0,1 1 0 0 0,-1-1 0 0 0,1 0 0 0 0,1 0 0 0 0,0 1 0 0 0,0-1 0 0 0,1 1 0 0 0,0-1 0 0 0,0 1 0 0 0,1-1 0 0 0,0 1 1 0 0,0 0-1 0 0,1 0 0 0 0,0 1 0 0 0,0-1 0 0 0,1 1 0 0 0,0 0 0 0 0,1 0 0 0 0,-1 0 0 0 0,1 1 0 0 0,0 0 0 0 0,1 0 0 0 0,0 1 0 0 0,0-1 0 0 0,0 1 0 0 0,0 1 0 0 0,1 0 0 0 0,0 0 0 0 0,-1 0 0 0 0,2 1 0 0 0,-1 0 0 0 0,0 0 0 0 0,14-1 0 0 0,-17 2 57 0 0,0 1-1 0 0,1 1 1 0 0,-1-1-1 0 0,0 1 1 0 0,1 0-1 0 0,-1 0 1 0 0,0 1-1 0 0,1-1 0 0 0,7 3 1 0 0,-11-2-83 0 0,0-1 0 0 0,-1 1 0 0 0,1 0 1 0 0,-1 0-1 0 0,1 0 0 0 0,-1 0 0 0 0,1 0 0 0 0,-1 1 0 0 0,0-1 1 0 0,0 0-1 0 0,1 1 0 0 0,-1-1 0 0 0,0 0 0 0 0,0 1 0 0 0,0 0 1 0 0,-1-1-1 0 0,1 1 0 0 0,0-1 0 0 0,0 1 0 0 0,-1 0 0 0 0,1 0 1 0 0,-1-1-1 0 0,0 1 0 0 0,1 0 0 0 0,-1 0 0 0 0,0 0 0 0 0,0-1 1 0 0,0 1-1 0 0,0 0 0 0 0,-1 0 0 0 0,0 2 0 0 0,-4 31-233 0 0,-3 0-1 0 0,0-1 1 0 0,-26 63-1 0 0,-10 37 950 0 0,40-117-469 0 0,1 1 0 0 0,0-1 0 0 0,1 1 0 0 0,1-1 0 0 0,2 36-1 0 0,-1-50-162 0 0,1 0-1 0 0,-1 1 0 0 0,1-1 1 0 0,0 0-1 0 0,0 1 0 0 0,0-1 1 0 0,0 0-1 0 0,0 0 0 0 0,1 0 1 0 0,-1 0-1 0 0,1 0 0 0 0,0 0 1 0 0,0 0-1 0 0,0 0 0 0 0,0-1 0 0 0,0 1 1 0 0,1-1-1 0 0,-1 0 0 0 0,1 1 1 0 0,0-1-1 0 0,0 0 0 0 0,-1-1 1 0 0,1 1-1 0 0,4 1 0 0 0,-3-2 14 0 0,0 0 0 0 0,0 0 0 0 0,1 0-1 0 0,-1-1 1 0 0,0 1 0 0 0,0-1 0 0 0,1 0-1 0 0,-1 0 1 0 0,0-1 0 0 0,0 1 0 0 0,0-1-1 0 0,1 0 1 0 0,-1 0 0 0 0,0-1 0 0 0,0 1-1 0 0,0-1 1 0 0,-1 0 0 0 0,1 0 0 0 0,4-3-1 0 0,-2 1 8 0 0,1 0 0 0 0,-2 0 0 0 0,1-1 0 0 0,0 0-1 0 0,-1 0 1 0 0,0 0 0 0 0,0-1 0 0 0,-1 0 0 0 0,1 0 0 0 0,-1 0-1 0 0,0 0 1 0 0,-1-1 0 0 0,0 1 0 0 0,0-1 0 0 0,0 0 0 0 0,2-11-1 0 0,-4 13-41 0 0,-1 0 0 0 0,1 0-1 0 0,-1 0 1 0 0,0 0-1 0 0,0-1 1 0 0,-1 1-1 0 0,1 0 1 0 0,-1 0 0 0 0,0 0-1 0 0,-1 0 1 0 0,1 0-1 0 0,-1 0 1 0 0,0 0-1 0 0,0 0 1 0 0,-1 1 0 0 0,0-1-1 0 0,1 1 1 0 0,-1 0-1 0 0,-1 0 1 0 0,1 0 0 0 0,0 0-1 0 0,-1 0 1 0 0,-8-6-1 0 0,4 4-166 0 0,0 0-1 0 0,-1 1 1 0 0,0 0-1 0 0,1 0 1 0 0,-2 1-1 0 0,1 0 1 0 0,0 1-1 0 0,-18-5 1 0 0,15 6-609 0 0,1 1-1 0 0,-1-1 1 0 0,1 2 0 0 0,-15 0 0 0 0,-2 2-4386 0 0</inkml:trace>
</inkml:ink>
</file>

<file path=ppt/ink/ink2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9.4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181 127 3225 0 0,'16'-43'1913'0'0,"-13"38"-1645"0"0,-1 0 0 0 0,1-1 1 0 0,-1 0-1 0 0,0 1 1 0 0,0-1-1 0 0,-1 0 0 0 0,0 0 1 0 0,0 0-1 0 0,0 0 0 0 0,0-8 1 0 0,-1 14-262 0 0,0-1 1 0 0,-1 0-1 0 0,1 1 0 0 0,0-1 1 0 0,0 1-1 0 0,0-1 1 0 0,0 1-1 0 0,0-1 1 0 0,-1 1-1 0 0,1-1 0 0 0,0 1 1 0 0,0-1-1 0 0,-1 1 1 0 0,1-1-1 0 0,0 1 1 0 0,-1-1-1 0 0,1 1 0 0 0,0 0 1 0 0,-1-1-1 0 0,1 1 1 0 0,-1-1-1 0 0,1 1 1 0 0,-1 0-1 0 0,1 0 0 0 0,-1-1 1 0 0,1 1-1 0 0,-1 0 1 0 0,1 0-1 0 0,-1-1 0 0 0,1 1 1 0 0,-1 0-1 0 0,0 0 1 0 0,-20 7 451 0 0,-18 24 553 0 0,37-29-945 0 0,-15 13 351 0 0,1 1 0 0 0,0 1 0 0 0,1 1 0 0 0,1 0 0 0 0,0 1 0 0 0,2 0 0 0 0,-19 38 0 0 0,30-54-356 0 0,0-1 0 0 0,0 0-1 0 0,0 1 1 0 0,0-1-1 0 0,1 1 1 0 0,-1-1 0 0 0,1 1-1 0 0,0 0 1 0 0,0-1-1 0 0,0 1 1 0 0,0-1 0 0 0,0 1-1 0 0,0 0 1 0 0,1-1-1 0 0,-1 1 1 0 0,1-1 0 0 0,0 1-1 0 0,-1-1 1 0 0,1 0-1 0 0,1 1 1 0 0,-1-1-1 0 0,0 0 1 0 0,0 1 0 0 0,1-1-1 0 0,-1 0 1 0 0,1 0-1 0 0,0 0 1 0 0,0 0 0 0 0,0-1-1 0 0,-1 1 1 0 0,2 0-1 0 0,-1-1 1 0 0,0 0 0 0 0,0 1-1 0 0,0-1 1 0 0,1 0-1 0 0,2 1 1 0 0,11 4-7 0 0,-1-1 1 0 0,0-1-1 0 0,1-1 0 0 0,30 4 1 0 0,-26-5-72 0 0,11 3-23 0 0,0 0 0 0 0,53 18 0 0 0,-76-20-34 0 0,-1-1 1 0 0,0 1-1 0 0,1 1 1 0 0,-1-1-1 0 0,0 1 0 0 0,-1 0 1 0 0,1 1-1 0 0,-1 0 0 0 0,0 0 1 0 0,0 0-1 0 0,0 1 0 0 0,-1-1 1 0 0,0 1-1 0 0,0 1 0 0 0,0-1 1 0 0,6 12-1 0 0,-10-15 78 0 0,-1 0 1 0 0,1 0-1 0 0,0 1 0 0 0,-1-1 0 0 0,0 0 0 0 0,0 0 1 0 0,0 0-1 0 0,0 0 0 0 0,-1 0 0 0 0,1 0 0 0 0,-1 0 1 0 0,1 1-1 0 0,-1-1 0 0 0,0-1 0 0 0,0 1 0 0 0,-1 0 1 0 0,1 0-1 0 0,-1 0 0 0 0,1-1 0 0 0,-1 1 1 0 0,0 0-1 0 0,0-1 0 0 0,0 0 0 0 0,0 1 0 0 0,0-1 1 0 0,-1 0-1 0 0,-4 3 0 0 0,-8 7 155 0 0,0-1-1 0 0,-1-1 1 0 0,-22 12 0 0 0,28-17-49 0 0,-9 5-283 0 0,-1-1-1 0 0,0-1 0 0 0,0-1 0 0 0,-27 6 0 0 0,23-8-2664 0 0,-41 4 0 0 0,53-9 1766 0 0</inkml:trace>
</inkml:ink>
</file>

<file path=ppt/ink/ink2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00.3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408 120 6913 0 0,'1'0'123'0'0,"0"1"-1"0"0,-1-1 0 0 0,1 1 0 0 0,-1-1 0 0 0,0 1 0 0 0,1-1 1 0 0,-1 1-1 0 0,1 0 0 0 0,-1-1 0 0 0,0 1 0 0 0,1 0 0 0 0,-1-1 0 0 0,0 1 1 0 0,0 0-1 0 0,0 0 0 0 0,1-1 0 0 0,-1 1 0 0 0,0 0 0 0 0,0-1 0 0 0,0 1 1 0 0,0 0-1 0 0,0 0 0 0 0,0-1 0 0 0,-1 1 0 0 0,1 0 0 0 0,0 0 0 0 0,0-1 1 0 0,0 1-1 0 0,-1 0 0 0 0,1-1 0 0 0,0 1 0 0 0,-1 1 0 0 0,-8 26-441 0 0,3-17 127 0 0,0 0 1 0 0,0 0-1 0 0,-1 0 0 0 0,0-1 1 0 0,-1 0-1 0 0,0 0 0 0 0,-1-1 1 0 0,1 0-1 0 0,-2 0 0 0 0,0-1 1 0 0,0-1-1 0 0,-21 13 0 0 0,22-15 602 0 0,-1 0-1 0 0,0-1 1 0 0,0 0-1 0 0,0 0 1 0 0,0-1-1 0 0,-1-1 1 0 0,1 0-1 0 0,-1 0 1 0 0,-16 0-1 0 0,14-2-148 0 0,0-1 1 0 0,1 0-1 0 0,0-1 0 0 0,-1 0 1 0 0,1-1-1 0 0,-19-6 0 0 0,28 8-338 0 0,0 0-1 0 0,0-1 0 0 0,0 1 1 0 0,0 0-1 0 0,1-1 0 0 0,-1 1 0 0 0,0-1 1 0 0,1 0-1 0 0,0 0 0 0 0,-1 0 1 0 0,1 0-1 0 0,0-1 0 0 0,0 1 0 0 0,0-1 1 0 0,0 1-1 0 0,0-1 0 0 0,1 1 1 0 0,-1-1-1 0 0,1 0 0 0 0,0 0 0 0 0,0 0 1 0 0,0 0-1 0 0,0 0 0 0 0,0 0 0 0 0,1 0 1 0 0,-1 0-1 0 0,1 0 0 0 0,0 0 1 0 0,0 0-1 0 0,0-1 0 0 0,1-4 0 0 0,1-4-141 0 0,1-1-1 0 0,0 1 0 0 0,1 0 0 0 0,1 0 0 0 0,-1 0 0 0 0,2 0 0 0 0,0 1 0 0 0,0 0 0 0 0,1 0 0 0 0,1 1 0 0 0,-1 0 0 0 0,19-18 0 0 0,-17 20 428 0 0,0 1-1 0 0,0 0 1 0 0,1 0-1 0 0,0 1 1 0 0,0 0-1 0 0,1 1 1 0 0,-1 0-1 0 0,1 0 1 0 0,0 1-1 0 0,0 1 1 0 0,1 0-1 0 0,-1 1 1 0 0,1 0-1 0 0,15-1 1 0 0,-23 3-186 0 0,0 0 0 0 0,0 0 0 0 0,0 0-1 0 0,0 1 1 0 0,0 0 0 0 0,0-1 0 0 0,0 1 0 0 0,0 1 0 0 0,0-1 0 0 0,-1 1 0 0 0,1-1-1 0 0,0 1 1 0 0,-1 0 0 0 0,1 0 0 0 0,-1 1 0 0 0,5 4 0 0 0,-3-2 8 0 0,0 0 1 0 0,0 1-1 0 0,-1 0 1 0 0,0 0-1 0 0,0 0 1 0 0,0 0-1 0 0,-1 1 1 0 0,5 11-1 0 0,-1 6 186 0 0,-1 0-1 0 0,-1 0 1 0 0,0 1 0 0 0,0 33-1 0 0,-2-27 206 0 0,-2-1 0 0 0,-2 1 0 0 0,0 0 0 0 0,-2 0 0 0 0,-8 34 0 0 0,8-53-232 0 0,0-1 0 0 0,-1 0 0 0 0,0 1-1 0 0,-1-1 1 0 0,0-1 0 0 0,-1 1 0 0 0,0-1 0 0 0,0 0 0 0 0,-1 0-1 0 0,-1-1 1 0 0,1 0 0 0 0,-1 0 0 0 0,-1-1 0 0 0,0 0-1 0 0,0 0 1 0 0,-14 8 0 0 0,-17 5-472 0 0,29-19-258 0 0</inkml:trace>
</inkml:ink>
</file>

<file path=ppt/ink/ink2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4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55 920 0 0,'-3'0'114'0'0,"-1"-1"0"0"0,1 0 1 0 0,0 0-1 0 0,0 0 0 0 0,-1 0 0 0 0,1 0 0 0 0,0-1 0 0 0,0 1 0 0 0,1-1 0 0 0,-1 0 1 0 0,0 0-1 0 0,0 0 0 0 0,1 0 0 0 0,-4-4 0 0 0,3 3-221 0 0,0 1-1 0 0,0-1 1 0 0,0 1 0 0 0,0 0-1 0 0,-1-1 1 0 0,1 2-1 0 0,-1-1 1 0 0,-4-2 0 0 0,-5 3-71 0 0,-7-3 3483 0 0,18 2-2833 0 0</inkml:trace>
</inkml:ink>
</file>

<file path=ppt/ink/ink2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8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1 533 3225 0 0,'-1'-11'6760'0'0,"46"10"-5111"0"0,47 6-1 0 0,41 0-631 0 0,41-9 23 0 0,184-11-100 0 0,-332 12-936 0 0,-1 2-1 0 0,1 1 1 0 0,-1 1-1 0 0,32 5 1 0 0,-36 8-47 0 0,-21-14 155 0 0,5 1-279 0 0,-3-1 169 0 0,-1 0-1 0 0,1 0 1 0 0,-1 0-1 0 0,1-1 1 0 0,-1 1-1 0 0,1 0 1 0 0,-1-1-1 0 0,0 1 1 0 0,1 0-1 0 0,-1-1 1 0 0,1 0-1 0 0,-1 1 1 0 0,0-1-1 0 0,1 0 0 0 0,-1 0 1 0 0,0 0-1 0 0,0 0 1 0 0,0 0-1 0 0,0 0 1 0 0,2-1-1 0 0,0-3-38 0 0,0 1 0 0 0,0 0 0 0 0,-1-1 0 0 0,1 0 0 0 0,-1 0 0 0 0,1-5 0 0 0,16-46-361 0 0,18-87-1 0 0,-30 126 539 0 0,-4 31-116 0 0,-1 30-95 0 0,-4 9 188 0 0,5 82 0 0 0,-1-116 65 0 0,1-1 0 0 0,0 1 0 0 0,2-1 0 0 0,0 0-1 0 0,1 0 1 0 0,1-1 0 0 0,17 33 0 0 0,-14-32-145 0 0,-8-13-32 0 0,0 0 0 0 0,1 0-1 0 0,0-1 1 0 0,-1 1 0 0 0,1-1 0 0 0,1 0-1 0 0,-1 0 1 0 0,7 7 0 0 0,-8-14 7 0 0,1 1 1 0 0,-1-1 0 0 0,0 1-1 0 0,0-1 1 0 0,-1 0 0 0 0,1 0-1 0 0,-1 0 1 0 0,1 0 0 0 0,0-4-1 0 0,14-46-67 0 0,-3-2-1 0 0,-2 1 0 0 0,4-61 0 0 0,-10 64-332 0 0,2 0 0 0 0,3 0-1 0 0,31-94 1 0 0,-41 144 358 0 0,0 0-1 0 0,1 0 1 0 0,-1 0-1 0 0,0 0 1 0 0,1 0-1 0 0,-1 0 1 0 0,1 0-1 0 0,0 0 1 0 0,-1 0 0 0 0,1 0-1 0 0,0 0 1 0 0,-1 0-1 0 0,1 0 1 0 0,0 1-1 0 0,0-1 1 0 0,0 0-1 0 0,1-1 1 0 0,-1 2 21 0 0,-1 1-1 0 0,1-1 1 0 0,-1 0-1 0 0,1 0 1 0 0,-1 0-1 0 0,1 0 1 0 0,-1 1 0 0 0,1-1-1 0 0,-1 0 1 0 0,1 0-1 0 0,-1 1 1 0 0,1-1-1 0 0,-1 0 1 0 0,0 1 0 0 0,1-1-1 0 0,-1 0 1 0 0,0 1-1 0 0,1-1 1 0 0,-1 1 0 0 0,0-1-1 0 0,0 1 1 0 0,1-1-1 0 0,-1 1 1 0 0,0-1-1 0 0,0 1 1 0 0,1 0 0 0 0,11 49 101 0 0,-9-37 51 0 0,1 4 21 0 0,44 158 956 0 0,-40-152-1040 0 0,1 0 1 0 0,1-1 0 0 0,1 0 0 0 0,0 0 0 0 0,21 26 0 0 0,-29-43-76 0 0,1 0 1 0 0,0-1 0 0 0,0 0 0 0 0,0 0 0 0 0,0 0 0 0 0,1 0 0 0 0,0 0 0 0 0,9 5 0 0 0,-13-9-4 0 0,-1-1 0 0 0,1 1 0 0 0,-1 0 0 0 0,1 0 0 0 0,-1 0 0 0 0,1-1 0 0 0,-1 1 0 0 0,1 0 0 0 0,-1-1 0 0 0,1 1-1 0 0,-1 0 1 0 0,0-1 0 0 0,1 1 0 0 0,-1-1 0 0 0,0 1 0 0 0,1-1 0 0 0,-1 1 0 0 0,0-1 0 0 0,1 1 0 0 0,-1-1 0 0 0,0 1 0 0 0,0-1 0 0 0,1 1 0 0 0,-1-1 0 0 0,0 1 0 0 0,0-1 0 0 0,0 1 0 0 0,0-1 0 0 0,0 1 0 0 0,0-1 0 0 0,0 0 0 0 0,0 1 0 0 0,0-2 0 0 0,2-26 77 0 0,-2 21-98 0 0,14-97-326 0 0,5 0 1 0 0,46-149 0 0 0,-55 216 262 0 0,-9 35 67 0 0,7-25-83 0 0,-7 26 96 0 0,-1 1 1 0 0,0-1-1 0 0,0 0 1 0 0,0 0-1 0 0,1 1 0 0 0,-1-1 1 0 0,0 0-1 0 0,0 1 1 0 0,1-1-1 0 0,-1 0 0 0 0,1 1 1 0 0,-1-1-1 0 0,1 1 1 0 0,-1-1-1 0 0,1 0 0 0 0,-1 1 1 0 0,1-1-1 0 0,-1 1 0 0 0,1 0 1 0 0,0-1-1 0 0,-1 1 1 0 0,1-1-1 0 0,0 1 0 0 0,-1 0 1 0 0,1-1-1 0 0,1 1 1 0 0,-1 2-25 0 0,0 0 0 0 0,0 0 0 0 0,0 0 0 0 0,0 0 0 0 0,0 0 0 0 0,0 0 0 0 0,-1 1 0 0 0,1-1 1 0 0,-1 0-1 0 0,1 0 0 0 0,-1 1 0 0 0,0-1 0 0 0,0 0 0 0 0,0 5 0 0 0,0-4-15 0 0,2 101 212 0 0,-1-33-185 0 0,12 86-1 0 0,-10-135 167 0 0,1-1-1 0 0,1-1 0 0 0,1 1 1 0 0,1-1-1 0 0,1 0 1 0 0,0 0-1 0 0,1-1 0 0 0,19 28 1 0 0,-28-46-129 0 0,1 0 1 0 0,-1 0-1 0 0,1 0 1 0 0,0-1-1 0 0,-1 1 1 0 0,1 0 0 0 0,-1 0-1 0 0,1 0 1 0 0,0-1-1 0 0,0 1 1 0 0,0 0-1 0 0,-1-1 1 0 0,1 1 0 0 0,0 0-1 0 0,0-1 1 0 0,0 1-1 0 0,0-1 1 0 0,0 0 0 0 0,0 1-1 0 0,0-1 1 0 0,0 0-1 0 0,0 0 1 0 0,0 1-1 0 0,0-1 1 0 0,1 0 0 0 0,-1-1-19 0 0,0 1 1 0 0,1-1-1 0 0,-1 0 1 0 0,0 1-1 0 0,0-1 1 0 0,-1 0 0 0 0,1 0-1 0 0,0 1 1 0 0,0-1-1 0 0,0 0 1 0 0,0 0-1 0 0,-1 0 1 0 0,1 0 0 0 0,0 0-1 0 0,-1 0 1 0 0,1 0-1 0 0,0-3 1 0 0,3-7-135 0 0,-1 0-1 0 0,0 0 1 0 0,3-16 0 0 0,-6 22 49 0 0,12-94-1061 0 0,-11 76 1071 0 0,1 0 0 0 0,1 0 0 0 0,1 1 0 0 0,0-1 0 0 0,2 1 0 0 0,15-36 0 0 0,-21 58 57 0 0,0 0 1 0 0,0-1-1 0 0,0 1 1 0 0,0-1-1 0 0,0 1 1 0 0,0-1-1 0 0,0 1 1 0 0,1-1-1 0 0,-1 1 1 0 0,0 0-1 0 0,0-1 1 0 0,1 1-1 0 0,-1-1 1 0 0,0 1-1 0 0,0 0 0 0 0,1-1 1 0 0,-1 1-1 0 0,0 0 1 0 0,1-1-1 0 0,-1 1 1 0 0,1 0-1 0 0,-1 0 1 0 0,0-1-1 0 0,1 1 1 0 0,-1 0-1 0 0,1 0 1 0 0,-1 0-1 0 0,1 0 1 0 0,-1 0-1 0 0,0-1 1 0 0,1 1-1 0 0,-1 0 1 0 0,1 0-1 0 0,5 15-36 0 0,-3 24 246 0 0,-4-10 31 0 0,0-20-190 0 0,1 1 1 0 0,-1-1-1 0 0,2 1 1 0 0,-1 0 0 0 0,1-1-1 0 0,1 0 1 0 0,0 1-1 0 0,6 17 1 0 0,-8-26-92 0 0,1-1-1 0 0,0 1 1 0 0,-1 0 0 0 0,1 0-1 0 0,0-1 1 0 0,0 1 0 0 0,0 0-1 0 0,-1-1 1 0 0,1 1 0 0 0,0-1-1 0 0,0 1 1 0 0,0-1 0 0 0,0 1-1 0 0,0-1 1 0 0,0 0-1 0 0,0 1 1 0 0,0-1 0 0 0,0 0-1 0 0,1 0 1 0 0,0 0 0 0 0,29 0-1353 0 0,-16-1 4317 0 0,-10 1-2844 0 0,34 0 266 0 0,46-5 0 0 0,24-2 159 0 0,447-3 359 0 0,-2-40 21 0 0,-303 6-443 0 0,-232 43-427 0 0,-16 1 3 0 0,1 0 0 0 0,-1 0 0 0 0,0 0-1 0 0,1 0 1 0 0,-1 0 0 0 0,0-1 0 0 0,0 1-1 0 0,1-1 1 0 0,-1 0 0 0 0,0 0 0 0 0,0-1-1 0 0,4-1 1 0 0,-20 3 48 0 0,5 2-58 0 0,-37 10-635 0 0</inkml:trace>
</inkml:ink>
</file>

<file path=ppt/ink/ink2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9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24 226 2449 0 0,'2'-1'629'0'0,"5"-8"2353"0"0,-1-21-2336 0 0,-6 28-588 0 0,0 1 1 0 0,1 0 0 0 0,-1-1-1 0 0,0 1 1 0 0,0-1 0 0 0,0 1-1 0 0,0-1 1 0 0,-1 1 0 0 0,1 0-1 0 0,0-1 1 0 0,0 1 0 0 0,-1 0-1 0 0,1-1 1 0 0,-1 1 0 0 0,0 0-1 0 0,1-1 1 0 0,-1 1 0 0 0,0 0-1 0 0,0 0 1 0 0,1 0 0 0 0,-1 0-1 0 0,0-1 1 0 0,-2 0 0 0 0,3 2-54 0 0,-1 0-1 0 0,1 0 1 0 0,0 0 0 0 0,-1 0 0 0 0,1-1 0 0 0,0 1-1 0 0,-1 0 1 0 0,1 0 0 0 0,0 0 0 0 0,-1 1 0 0 0,1-1-1 0 0,-1 0 1 0 0,1 0 0 0 0,0 0 0 0 0,-1 0 0 0 0,1 0-1 0 0,0 0 1 0 0,-1 0 0 0 0,1 1 0 0 0,0-1 0 0 0,0 0-1 0 0,-1 0 1 0 0,1 0 0 0 0,0 1 0 0 0,0-1 0 0 0,-1 0-1 0 0,1 0 1 0 0,0 1 0 0 0,0-1 0 0 0,-1 0 0 0 0,1 0-1 0 0,0 1 1 0 0,0 0 0 0 0,-8 17 266 0 0,3 7 95 0 0,3-16-179 0 0,1 0 0 0 0,0 1 1 0 0,0-1-1 0 0,1 0 0 0 0,0 1 1 0 0,1-1-1 0 0,0 0 0 0 0,1 0 0 0 0,0 0 1 0 0,0 0-1 0 0,1 0 0 0 0,4 12 0 0 0,-5-18-108 0 0,-1 0-1 0 0,1 0 0 0 0,0 0 0 0 0,0 0 1 0 0,0 0-1 0 0,0 0 0 0 0,1 0 1 0 0,-1-1-1 0 0,1 1 0 0 0,0-1 0 0 0,0 0 1 0 0,0 0-1 0 0,0 0 0 0 0,0 0 0 0 0,0 0 1 0 0,0 0-1 0 0,0-1 0 0 0,1 0 0 0 0,-1 0 1 0 0,1 0-1 0 0,-1 0 0 0 0,1 0 0 0 0,-1-1 1 0 0,1 1-1 0 0,0-1 0 0 0,-1 0 0 0 0,1 0 1 0 0,-1 0-1 0 0,1-1 0 0 0,0 1 0 0 0,-1-1 1 0 0,6-2-1 0 0,-3 1-50 0 0,1-1 0 0 0,-1 0 0 0 0,0 0 1 0 0,0 0-1 0 0,0-1 0 0 0,0 0 0 0 0,-1 0 0 0 0,0-1 0 0 0,1 1 0 0 0,-2-1 1 0 0,1 0-1 0 0,0-1 0 0 0,-1 1 0 0 0,5-9 0 0 0,-1 1-140 0 0,-1 0 1 0 0,0 0-1 0 0,-1 0 0 0 0,-1-1 1 0 0,7-24-1 0 0,-9 22-180 0 0,0-1 0 0 0,-1 1 1 0 0,1-28-1 0 0,-3 36 106 0 0,-1 0 1 0 0,1 0 0 0 0,-2 0-1 0 0,1 0 1 0 0,-1 0 0 0 0,0 0-1 0 0,0 1 1 0 0,-1-1 0 0 0,-5-11-1 0 0,7 18 163 0 0,0 0-1 0 0,0-1 1 0 0,0 1-1 0 0,0 0 1 0 0,0 0-1 0 0,0-1 0 0 0,-1 1 1 0 0,1 0-1 0 0,0 0 1 0 0,0 0-1 0 0,-1 0 1 0 0,1 1-1 0 0,-1-1 1 0 0,1 0-1 0 0,-1 1 1 0 0,1-1-1 0 0,-1 0 0 0 0,1 1 1 0 0,-1 0-1 0 0,1-1 1 0 0,-1 1-1 0 0,-1 0 1 0 0,-1 0 40 0 0,0 0 0 0 0,0 1 0 0 0,0-1 0 0 0,0 1 0 0 0,0 0 0 0 0,1 0 1 0 0,-1 0-1 0 0,0 1 0 0 0,-3 1 0 0 0,-1 2 12 0 0,0-1-1 0 0,0 1 1 0 0,1 0 0 0 0,0 0 0 0 0,0 1 0 0 0,0 0-1 0 0,-8 11 1 0 0,10-10 22 0 0,1 0-1 0 0,0 1 1 0 0,1 0 0 0 0,0 0-1 0 0,0 0 1 0 0,1 0 0 0 0,0 1-1 0 0,0-1 1 0 0,1 1-1 0 0,0-1 1 0 0,0 11 0 0 0,1 2 106 0 0,1 0-1 0 0,0 0 1 0 0,6 28 0 0 0,-6-44-133 0 0,0-1-1 0 0,0 1 1 0 0,0-1 0 0 0,1 1-1 0 0,0-1 1 0 0,0 1 0 0 0,0-1-1 0 0,0 0 1 0 0,0 0 0 0 0,1 0-1 0 0,4 5 1 0 0,-5-7 9 0 0,0-1 1 0 0,-1 0-1 0 0,1 0 1 0 0,0 0-1 0 0,0 0 0 0 0,0 0 1 0 0,0 0-1 0 0,-1-1 1 0 0,1 1-1 0 0,0-1 0 0 0,0 1 1 0 0,0-1-1 0 0,1 0 1 0 0,-1 1-1 0 0,0-1 0 0 0,0 0 1 0 0,0-1-1 0 0,0 1 1 0 0,0 0-1 0 0,0 0 0 0 0,0-1 1 0 0,0 1-1 0 0,0-1 0 0 0,0 0 1 0 0,0 0-1 0 0,0 0 1 0 0,-1 0-1 0 0,3-1 0 0 0,4-3 32 0 0,1 0-1 0 0,-2 0 1 0 0,1-1 0 0 0,-1 0-1 0 0,0-1 1 0 0,0 1-1 0 0,0-1 1 0 0,-1-1-1 0 0,-1 1 1 0 0,7-10-1 0 0,-6 8-397 0 0,-1-1 0 0 0,0 0 0 0 0,0 0 0 0 0,-1 0 0 0 0,0 0 0 0 0,-1-1 0 0 0,0 1 0 0 0,0-1 0 0 0,-1 0 0 0 0,-1 0-1 0 0,0 0 1 0 0,0 0 0 0 0,-1 0 0 0 0,-2-11 0 0 0,2 21 316 0 0,0-1 0 0 0,0 1 0 0 0,-1 0 0 0 0,1 0 0 0 0,-1 0 0 0 0,1 0 1 0 0,-1 0-1 0 0,1 0 0 0 0,-1 0 0 0 0,1 1 0 0 0,-1-1 0 0 0,0 0 0 0 0,1 0 0 0 0,-1 0 0 0 0,0 1 0 0 0,0-1 0 0 0,0 0 0 0 0,1 1 0 0 0,-1-1 0 0 0,0 0 0 0 0,0 1 0 0 0,0-1 0 0 0,0 1 0 0 0,0 0 0 0 0,0-1 0 0 0,0 1 0 0 0,0 0 0 0 0,-1 0 0 0 0,0-1 1 0 0,-1 1-9 0 0,1 0 0 0 0,-1 0 1 0 0,0 0-1 0 0,1 0 0 0 0,-1 1 1 0 0,1-1-1 0 0,-1 1 1 0 0,1 0-1 0 0,-1-1 0 0 0,1 1 1 0 0,-5 2-1 0 0,-1 2-2781 0 0</inkml:trace>
</inkml:ink>
</file>

<file path=ppt/ink/ink2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1 0 6241 0 0</inkml:trace>
</inkml:ink>
</file>

<file path=ppt/ink/ink2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38 5065 0 0,'-7'10'194'0'0,"0"1"0"0"0,1 0 0 0 0,0 0 0 0 0,1 0 0 0 0,0 0 0 0 0,1 1 0 0 0,1 0 0 0 0,-1 0 0 0 0,2 0 0 0 0,0 0 1 0 0,0 0-1 0 0,1 1 0 0 0,1-1 0 0 0,0 1 0 0 0,2 17 0 0 0,-2-28-158 0 0,0 1 0 0 0,1-1 1 0 0,-1 0-1 0 0,1 0 0 0 0,-1 0 1 0 0,1 0-1 0 0,0 0 0 0 0,-1-1 1 0 0,1 1-1 0 0,0 0 0 0 0,0 0 1 0 0,1 0-1 0 0,-1-1 0 0 0,0 1 1 0 0,0-1-1 0 0,1 1 0 0 0,-1-1 1 0 0,1 1-1 0 0,0-1 0 0 0,-1 0 1 0 0,1 0-1 0 0,0 1 0 0 0,0-2 1 0 0,-1 1-1 0 0,1 0 0 0 0,0 0 1 0 0,0 0-1 0 0,0-1 0 0 0,0 1 1 0 0,0-1-1 0 0,0 0 0 0 0,4 1 1 0 0,-3-1 86 0 0,0-1 1 0 0,1 0 0 0 0,-1 1 0 0 0,0-1-1 0 0,0 0 1 0 0,0 0 0 0 0,0-1-1 0 0,0 1 1 0 0,0-1 0 0 0,0 1-1 0 0,0-1 1 0 0,0 0 0 0 0,-1 0-1 0 0,1-1 1 0 0,-1 1 0 0 0,1 0-1 0 0,-1-1 1 0 0,0 1 0 0 0,3-5 0 0 0,4-7-54 0 0,-1 0 0 0 0,-1 0 0 0 0,0-1 0 0 0,-1 0 1 0 0,7-25-1 0 0,-11 33-359 0 0,0-1 1 0 0,0 0 0 0 0,-1 0-1 0 0,0 0 1 0 0,-1 0-1 0 0,0 0 1 0 0,0 0-1 0 0,-1 0 1 0 0,0 0 0 0 0,0 0-1 0 0,-1 0 1 0 0,0 1-1 0 0,-4-11 1 0 0,6 17 282 0 0,-1 0 0 0 0,1 0-1 0 0,-1-1 1 0 0,1 1 0 0 0,-1 0 0 0 0,1 0 0 0 0,-1 0 0 0 0,0 0 0 0 0,1 0 0 0 0,-1 0-1 0 0,0 0 1 0 0,0 1 0 0 0,0-1 0 0 0,0 0 0 0 0,0 0 0 0 0,0 1 0 0 0,0-1 0 0 0,0 0 0 0 0,0 1-1 0 0,0-1 1 0 0,0 1 0 0 0,-1 0 0 0 0,1-1 0 0 0,0 1 0 0 0,0 0 0 0 0,-2-1 0 0 0,1 2 27 0 0,0-1 0 0 0,0 1 1 0 0,0-1-1 0 0,0 1 0 0 0,0 0 1 0 0,0 0-1 0 0,0 0 0 0 0,0 0 1 0 0,0 0-1 0 0,0 0 0 0 0,1 0 0 0 0,-1 0 1 0 0,-2 3-1 0 0,-3 3 83 0 0,1 0-1 0 0,0 0 0 0 0,1 0 1 0 0,0 0-1 0 0,0 1 1 0 0,-4 9-1 0 0,4-7 182 0 0,1 1-1 0 0,0 0 1 0 0,-3 22 0 0 0,6-31-193 0 0,0 0 0 0 0,1 1 0 0 0,0-1 0 0 0,-1 0 0 0 0,1 0 0 0 0,0 1 0 0 0,0-1 0 0 0,0 0 0 0 0,0 0 1 0 0,1 1-1 0 0,-1-1 0 0 0,1 0 0 0 0,-1 0 0 0 0,1 0 0 0 0,0 0 0 0 0,0 0 0 0 0,0 1 0 0 0,0-1 0 0 0,0-1 0 0 0,0 1 0 0 0,1 0 1 0 0,-1 0-1 0 0,0 0 0 0 0,1-1 0 0 0,0 1 0 0 0,-1-1 0 0 0,4 3 0 0 0,-4-4-47 0 0,-1 1 0 0 0,1-1 0 0 0,0 0-1 0 0,0 1 1 0 0,0-1 0 0 0,0 0 0 0 0,0 0 0 0 0,0 1-1 0 0,0-1 1 0 0,0 0 0 0 0,0 0 0 0 0,0 0 0 0 0,0 0-1 0 0,0 0 1 0 0,0 0 0 0 0,0-1 0 0 0,0 1 0 0 0,0 0 0 0 0,0-1-1 0 0,0 1 1 0 0,0 0 0 0 0,0-1 0 0 0,0 1 0 0 0,1-2-1 0 0,0 0-34 0 0,0 1-1 0 0,0-1 0 0 0,0 0 1 0 0,0 0-1 0 0,-1-1 0 0 0,1 1 0 0 0,-1 0 1 0 0,0 0-1 0 0,2-5 0 0 0,2-5-391 0 0,-1-1-1 0 0,5-26 0 0 0,-8 34 250 0 0,1-2-8 0 0,-1 0 1 0 0,0 1-1 0 0,-1-1 0 0 0,0 1 1 0 0,0-9-1 0 0,0 14 128 0 0,0 1-1 0 0,0 0 0 0 0,0-1 1 0 0,0 1-1 0 0,0-1 1 0 0,0 1-1 0 0,-1-1 0 0 0,1 1 1 0 0,0-1-1 0 0,0 1 1 0 0,0 0-1 0 0,-1-1 0 0 0,1 1 1 0 0,0-1-1 0 0,0 1 1 0 0,-1 0-1 0 0,1-1 1 0 0,0 1-1 0 0,-1 0 0 0 0,1-1 1 0 0,0 1-1 0 0,-1 0 1 0 0,1 0-1 0 0,0-1 0 0 0,-1 1 1 0 0,1 0-1 0 0,-1 0 1 0 0,1 0-1 0 0,-1-1 0 0 0,0 1 1 0 0,0 0-17 0 0,0 1 1 0 0,-1-1-1 0 0,1 1 0 0 0,-1-1 1 0 0,1 1-1 0 0,0 0 0 0 0,-1-1 1 0 0,1 1-1 0 0,0 0 1 0 0,0 0-1 0 0,-1 0 0 0 0,1 0 1 0 0,0 0-1 0 0,-2 2 0 0 0,-1 2-73 0 0,0 0 0 0 0,0 0 0 0 0,0 0 0 0 0,0 0 0 0 0,1 1 0 0 0,0-1 0 0 0,0 1 0 0 0,0 0 0 0 0,1 0 0 0 0,0 0 0 0 0,0 0 0 0 0,-1 9 0 0 0,1 0-210 0 0</inkml:trace>
</inkml:ink>
</file>

<file path=ppt/ink/ink2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1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1 386 5529 0 0,'0'0'31'0'0,"1"1"0"0"0,-1-1 0 0 0,1 0 0 0 0,-1 1-1 0 0,1-1 1 0 0,0 0 0 0 0,-1 1 0 0 0,1-1 0 0 0,-1 0 0 0 0,1 1 0 0 0,0-1-1 0 0,-1 0 1 0 0,1 0 0 0 0,0 0 0 0 0,-1 0 0 0 0,1 0 0 0 0,0 0 0 0 0,-1 0-1 0 0,1 0 1 0 0,0 0 0 0 0,-1 0 0 0 0,1 0 0 0 0,0 0 0 0 0,25-2 162 0 0,-20 1 43 0 0,72-3 2188 0 0,104 7 1 0 0,144 11-113 0 0,-211-11-2014 0 0,28 0-179 0 0,236 18-180 0 0,-350-19 81 0 0,0-1 0 0 0,0-1-1 0 0,51-8 1 0 0,32 0 75 0 0,-108 8-60 0 0,-1 0 0 0 0,1 0 1 0 0,0 0-1 0 0,-1-1 0 0 0,1 1 1 0 0,0-1-1 0 0,-1 0 0 0 0,1 0 1 0 0,0 0-1 0 0,-1 0 0 0 0,0-1 1 0 0,1 1-1 0 0,-1-1 1 0 0,0 0-1 0 0,5-3 0 0 0,-4 4 633 0 0,-34 0 0 0 0,30 0-668 0 0,2-14 57 0 0,0 0-1 0 0,0 1 0 0 0,8-21 0 0 0,2-17 96 0 0,-8 27-138 0 0,-1-1 66 0 0,12-39 0 0 0,-14 59-173 0 0,1 0 0 0 0,1-1 0 0 0,-1 1 0 0 0,1 0-1 0 0,0 0 1 0 0,1 1 0 0 0,-1-1 0 0 0,1 1 0 0 0,0-1 0 0 0,1 1 0 0 0,5-5 0 0 0,-10 9 83 0 0,1 1 1 0 0,-1 0-1 0 0,0 0 1 0 0,0 0 0 0 0,0-1-1 0 0,0 1 1 0 0,1 0-1 0 0,-1 0 1 0 0,0 0-1 0 0,0 0 1 0 0,1-1-1 0 0,-1 1 1 0 0,0 0 0 0 0,0 0-1 0 0,0 0 1 0 0,1 0-1 0 0,-1 0 1 0 0,0 0-1 0 0,0 0 1 0 0,1 0-1 0 0,-1 0 1 0 0,0 0 0 0 0,0 0-1 0 0,1 0 1 0 0,-1 0-1 0 0,0 0 1 0 0,0 0-1 0 0,1 0 1 0 0,-1 0 0 0 0,0 0-1 0 0,0 0 1 0 0,1 0-1 0 0,-1 0 1 0 0,0 0-1 0 0,0 1 1 0 0,1-1-1 0 0,-1 0 1 0 0,0 0 0 0 0,0 0-1 0 0,0 0 1 0 0,1 1-1 0 0,-1-1 1 0 0,0 0-1 0 0,0 0 1 0 0,0 0-1 0 0,0 1 1 0 0,1-1 0 0 0,2 19 21 0 0,-6 29 416 0 0,3-42-414 0 0,-4 37 130 0 0,5 83 0 0 0,0-112-148 0 0,0 0 0 0 0,1-1 0 0 0,1 1 0 0 0,0-1 1 0 0,1 1-1 0 0,0-1 0 0 0,1 0 0 0 0,1-1 0 0 0,0 1 0 0 0,9 13 0 0 0,-14-25 6 0 0,-1 0-1 0 0,1 0 0 0 0,0 1 0 0 0,0-1 1 0 0,0 0-1 0 0,0 0 0 0 0,0 0 0 0 0,0 0 1 0 0,0 0-1 0 0,0 0 0 0 0,1-1 0 0 0,-1 1 0 0 0,0 0 1 0 0,0 0-1 0 0,1-1 0 0 0,-1 1 0 0 0,1-1 1 0 0,-1 1-1 0 0,0-1 0 0 0,1 0 0 0 0,-1 0 1 0 0,1 1-1 0 0,-1-1 0 0 0,1 0 0 0 0,1 0 1 0 0,-1-1-3 0 0,0 0 0 0 0,0 0 0 0 0,1 0 0 0 0,-1 0 0 0 0,0 0 0 0 0,0-1 0 0 0,0 1 0 0 0,0 0 0 0 0,0-1 0 0 0,-1 0 0 0 0,1 1 0 0 0,0-1 0 0 0,2-3 0 0 0,4-8-134 0 0,1 0 1 0 0,-2-1-1 0 0,11-23 1 0 0,-16 32 32 0 0,17-47-689 0 0,21-83 1 0 0,-26 82 592 0 0,33-85 1 0 0,-47 138 205 0 0,0-1 0 0 0,0 1 1 0 0,0 0-1 0 0,0-1 1 0 0,1 1-1 0 0,-1-1 0 0 0,0 1 1 0 0,0 0-1 0 0,0-1 1 0 0,0 1-1 0 0,1 0 1 0 0,-1-1-1 0 0,0 1 0 0 0,0 0 1 0 0,1-1-1 0 0,-1 1 1 0 0,0 0-1 0 0,0 0 0 0 0,1-1 1 0 0,-1 1-1 0 0,0 0 1 0 0,1 0-1 0 0,-1-1 1 0 0,1 1-1 0 0,-1 0 0 0 0,0 0 1 0 0,1 0-1 0 0,-1 0 1 0 0,1 0-1 0 0,-1 0 0 0 0,0 0 1 0 0,1-1-1 0 0,-1 1 1 0 0,1 0-1 0 0,-1 0 1 0 0,0 1-1 0 0,1-1 0 0 0,10 14 355 0 0,2 24 248 0 0,1 64-28 0 0,2 14-336 0 0,-13-102-226 0 0,1 0-1 0 0,0 0 0 0 0,1-1 1 0 0,0 1-1 0 0,14 23 0 0 0,-18-35-16 0 0,0 0-1 0 0,0-1 1 0 0,0 1-1 0 0,1 0 1 0 0,-1 0-1 0 0,0 0 0 0 0,1-1 1 0 0,0 1-1 0 0,-1-1 1 0 0,1 1-1 0 0,0-1 1 0 0,0 0-1 0 0,-1 0 0 0 0,1 0 1 0 0,0 0-1 0 0,0 0 1 0 0,0 0-1 0 0,1 0 1 0 0,2 0-1 0 0,-3-1 6 0 0,0 0 0 0 0,1 0 0 0 0,-1 0 0 0 0,0-1 0 0 0,0 1-1 0 0,0-1 1 0 0,0 0 0 0 0,0 1 0 0 0,0-1 0 0 0,0 0 0 0 0,0 0 0 0 0,0 0 0 0 0,-1 0 0 0 0,1-1 0 0 0,0 1-1 0 0,2-3 1 0 0,3-3 23 0 0,0-1-1 0 0,0-1 1 0 0,-1 1-1 0 0,0-1 1 0 0,0 0-1 0 0,7-18 0 0 0,27-81-113 0 0,-30 77 21 0 0,1 0 0 0 0,2 1 1 0 0,23-42-1 0 0,-35 70 31 0 0,0 0 0 0 0,1 0 0 0 0,-1 0 0 0 0,1 0 0 0 0,-1 0 0 0 0,1 0 1 0 0,-1 1-1 0 0,1-1 0 0 0,0 0 0 0 0,0 1 0 0 0,0 0 0 0 0,0-1 0 0 0,0 1 0 0 0,0 0 0 0 0,0 0 0 0 0,3-1 0 0 0,-4 2 21 0 0,0 0 0 0 0,-1 0-1 0 0,1 0 1 0 0,-1 0-1 0 0,1 0 1 0 0,-1 0 0 0 0,1 1-1 0 0,-1-1 1 0 0,1 0 0 0 0,0 0-1 0 0,-1 0 1 0 0,1 0 0 0 0,-1 1-1 0 0,1-1 1 0 0,-1 0-1 0 0,1 0 1 0 0,-1 1 0 0 0,0-1-1 0 0,1 0 1 0 0,-1 1 0 0 0,1-1-1 0 0,-1 1 1 0 0,0-1 0 0 0,1 1-1 0 0,-1 0 1 0 0,1 0 12 0 0,0 1 0 0 0,0 0 0 0 0,-1 0 0 0 0,1 0 1 0 0,0 0-1 0 0,-1 0 0 0 0,0 0 0 0 0,0 0 0 0 0,1-1 0 0 0,-1 5 1 0 0,-3 90 681 0 0,1 58 107 0 0,3-135-696 0 0,1-1-1 0 0,1 1 1 0 0,1-1 0 0 0,1 0-1 0 0,0 0 1 0 0,10 21 0 0 0,-15-38-72 0 0,0 0 0 0 0,0 0 0 0 0,0-1 0 0 0,1 1 0 0 0,-1 0 1 0 0,1 0-1 0 0,-1 0 0 0 0,0 0 0 0 0,1-1 0 0 0,-1 1 0 0 0,1 0 0 0 0,0-1 1 0 0,-1 1-1 0 0,1 0 0 0 0,0-1 0 0 0,-1 1 0 0 0,1-1 0 0 0,0 1 0 0 0,-1-1 1 0 0,1 1-1 0 0,0-1 0 0 0,0 1 0 0 0,1-1 0 0 0,-1 0-22 0 0,0 0 0 0 0,-1-1 0 0 0,1 1 0 0 0,0-1-1 0 0,0 1 1 0 0,-1-1 0 0 0,1 1 0 0 0,-1-1 0 0 0,1 0 0 0 0,-1 1-1 0 0,1-1 1 0 0,-1 0 0 0 0,1 1 0 0 0,-1-1 0 0 0,1 0 0 0 0,-1 0-1 0 0,0 1 1 0 0,1-1 0 0 0,-1 0 0 0 0,0-1 0 0 0,13-56-662 0 0,-12 47 494 0 0,5-25-527 0 0,-1 1 235 0 0,2 0 0 0 0,1 0 0 0 0,1 1 0 0 0,2 0 0 0 0,19-40 0 0 0,-30 73 437 0 0,0 0 0 0 0,1 0-1 0 0,-1 0 1 0 0,1 0 0 0 0,-1 0 0 0 0,1 1 0 0 0,-1-1 0 0 0,1 0-1 0 0,-1 0 1 0 0,1 0 0 0 0,0 1 0 0 0,0-1 0 0 0,-1 0 0 0 0,1 1-1 0 0,0-1 1 0 0,0 1 0 0 0,0-1 0 0 0,0 1 0 0 0,-1-1 0 0 0,1 1-1 0 0,2-1 1 0 0,-3 1 9 0 0,1 0-1 0 0,0 1 0 0 0,-1-1 1 0 0,1 0-1 0 0,-1 1 0 0 0,1-1 1 0 0,-1 1-1 0 0,1-1 0 0 0,-1 1 0 0 0,1-1 1 0 0,-1 1-1 0 0,1-1 0 0 0,-1 1 1 0 0,0 0-1 0 0,1-1 0 0 0,-1 1 1 0 0,0-1-1 0 0,0 1 0 0 0,1 0 1 0 0,-1-1-1 0 0,0 1 0 0 0,0 1 1 0 0,6 44 290 0 0,-7 3 145 0 0,0-11-1527 0 0,5 40-1 0 0,-3-63-3031 0 0</inkml:trace>
</inkml:ink>
</file>

<file path=ppt/ink/ink2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2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64 150 3225 0 0,'-8'3'403'0'0,"-27"9"-2222"0"0,34-12 1804 0 0,0 1 0 0 0,0-1-1 0 0,0 0 1 0 0,-1 1 0 0 0,1 0-1 0 0,0-1 1 0 0,0 1 0 0 0,0 0 0 0 0,0 0-1 0 0,0-1 1 0 0,0 1 0 0 0,0 0-1 0 0,1 0 1 0 0,-1 0 0 0 0,0 0-1 0 0,0 0 1 0 0,1 0 0 0 0,-1 0-1 0 0,0 1 1 0 0,1-1 0 0 0,-1 2-1 0 0,1-2 170 0 0,1-1 0 0 0,-1 1 0 0 0,1 0-1 0 0,-1-1 1 0 0,1 1 0 0 0,0 0 0 0 0,-1-1 0 0 0,1 1-1 0 0,0-1 1 0 0,0 1 0 0 0,-1-1 0 0 0,1 1 0 0 0,0-1-1 0 0,0 1 1 0 0,0-1 0 0 0,-1 0 0 0 0,1 0-1 0 0,0 1 1 0 0,0-1 0 0 0,0 0 0 0 0,0 0 0 0 0,0 0-1 0 0,0 0 1 0 0,0 0 0 0 0,-1 0 0 0 0,3 0-1 0 0,24-1 2390 0 0,349-45 4372 0 0,191 22-3304 0 0,62-34-2103 0 0,-123 4-520 0 0,-465 52-1417 0 0,87-8-5676 0 0</inkml:trace>
</inkml:ink>
</file>

<file path=ppt/ink/ink2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3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20 6449 0 0,'-1'-2'9'0'0,"0"1"1"0"0,0 0-1 0 0,0-1 0 0 0,0 1 0 0 0,-1 0 0 0 0,1 0 0 0 0,0 0 0 0 0,0 0 0 0 0,-1 0 0 0 0,1 0 0 0 0,-1 0 0 0 0,1 0 0 0 0,-1 0 0 0 0,1 1 0 0 0,-1-1 0 0 0,1 1 0 0 0,-1-1 0 0 0,0 1 1 0 0,1-1-1 0 0,-1 1 0 0 0,0 0 0 0 0,1 0 0 0 0,-1 0 0 0 0,0 0 0 0 0,1 0 0 0 0,-1 0 0 0 0,0 1 0 0 0,1-1 0 0 0,-4 1 0 0 0,3 0 80 0 0,1-1-1 0 0,-1 1 1 0 0,0-1-1 0 0,0 1 1 0 0,1-1 0 0 0,-1 1-1 0 0,1 0 1 0 0,-1 0-1 0 0,1 0 1 0 0,-1 0-1 0 0,1 0 1 0 0,0 0-1 0 0,-1 0 1 0 0,1 0-1 0 0,0 1 1 0 0,0-1 0 0 0,0 1-1 0 0,0-1 1 0 0,0 1-1 0 0,0-1 1 0 0,0 1-1 0 0,0-1 1 0 0,1 1-1 0 0,-1 0 1 0 0,0-1 0 0 0,1 1-1 0 0,-1 2 1 0 0,2-1 166 0 0,0 1 1 0 0,1-1 0 0 0,-1 1-1 0 0,1-1 1 0 0,-1 1 0 0 0,1-1-1 0 0,0 0 1 0 0,0 0 0 0 0,1 0 0 0 0,-1 0-1 0 0,1 0 1 0 0,-1 0 0 0 0,1-1-1 0 0,0 1 1 0 0,4 2 0 0 0,19 22 534 0 0,-21-19-706 0 0,-1-1 0 0 0,0 1 0 0 0,-1 0 0 0 0,0 0 0 0 0,0 0 0 0 0,-1 0 0 0 0,0 0 0 0 0,0 1 0 0 0,0 10 0 0 0,0 10 38 0 0,-4 42 0 0 0,0-5 54 0 0,28 273 633 0 0,-7-131-260 0 0,-22 54-189 0 0,0-2 36 0 0,8-215 12 0 0,13 50-1 0 0,-3-19 318 0 0,-15-68-495 0 0,0-8-247 0 0,0-1 0 0 0,0 1 0 0 0,0 0 0 0 0,0 0-1 0 0,0 0 1 0 0,1 0 0 0 0,-1 0 0 0 0,0 0 0 0 0,0 0 0 0 0,0 0 0 0 0,0 0 0 0 0,0 0 0 0 0,0 0 0 0 0,0 0 0 0 0,1 0 0 0 0,-1 0 0 0 0,0 0-1 0 0,0 0 1 0 0,0 0 0 0 0,0 0 0 0 0,0 0 0 0 0,0 0 0 0 0,0 0 0 0 0,0 0 0 0 0,1 0 0 0 0,-1 0 0 0 0,0 0 0 0 0,0 0 0 0 0,0 0 0 0 0,0 0 0 0 0,0 0-1 0 0,0 1 1 0 0,0-1 0 0 0,0 0 0 0 0,1 0 0 0 0,-1 0 0 0 0,0 0 0 0 0,0 0 0 0 0,0 0 0 0 0,0 0 0 0 0,0 0 0 0 0,0 0 0 0 0,0 0 0 0 0,0 1 0 0 0,0-1-1 0 0,0 0 1 0 0,0 0 0 0 0,0 0 0 0 0,0 0 0 0 0,0 0 0 0 0,0 0 0 0 0,0 0 0 0 0,0 1 0 0 0,0-1 0 0 0,0 0 0 0 0,0 0 0 0 0,0 0 0 0 0,0 0 0 0 0,0 0-1 0 0,0 0 1 0 0,0 0 0 0 0,0 1 0 0 0,0-1 0 0 0,0 0 0 0 0,0 0 0 0 0,0 0 0 0 0,0 0 0 0 0,0 0 0 0 0</inkml:trace>
</inkml:ink>
</file>

<file path=ppt/ink/ink2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4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53 2304 0 0,'-3'-6'396'0'0,"0"1"-1"0"0,0 0 0 0 0,0 0 0 0 0,-1 0 0 0 0,1 0 0 0 0,-1 1 0 0 0,-1-1 0 0 0,-7-6 0 0 0,12 11-364 0 0,-1 0 1 0 0,1 0-1 0 0,0 0 1 0 0,-1-1-1 0 0,1 1 1 0 0,-1 0-1 0 0,1 0 1 0 0,0 0-1 0 0,-1 0 1 0 0,1 0-1 0 0,-1 0 1 0 0,1 0-1 0 0,0 0 1 0 0,-1 0-1 0 0,1 0 1 0 0,0 0-1 0 0,-1 0 1 0 0,1 0-1 0 0,-1 0 1 0 0,1 1-1 0 0,0-1 1 0 0,-1 0-1 0 0,1 0 1 0 0,0 0-1 0 0,-1 0 1 0 0,1 1-1 0 0,0-1 1 0 0,-1 0-1 0 0,1 0 1 0 0,0 1-1 0 0,0-1 1 0 0,-1 0-1 0 0,1 1 0 0 0,0-1 1 0 0,0 0-1 0 0,0 1 1 0 0,-1-1-1 0 0,1 0 1 0 0,0 1-1 0 0,0-1 1 0 0,0 0-1 0 0,0 1 1 0 0,0-1-1 0 0,0 0 1 0 0,-1 1-1 0 0,1-1 1 0 0,0 1-1 0 0,0-1 1 0 0,0 1-1 0 0,0 0 8 0 0,0 0-1 0 0,0 0 0 0 0,0 0 0 0 0,-1 0 0 0 0,1 0 1 0 0,0 0-1 0 0,0 0 0 0 0,0 0 0 0 0,1 0 1 0 0,-1 0-1 0 0,0 0 0 0 0,0 0 0 0 0,0 0 1 0 0,1 0-1 0 0,-1 0 0 0 0,0-1 0 0 0,1 1 1 0 0,-1 0-1 0 0,1 0 0 0 0,-1 0 0 0 0,1 0 1 0 0,0 0-1 0 0,15 9 664 0 0,0-1 1 0 0,0 0 0 0 0,1-2-1 0 0,0 0 1 0 0,22 6-1 0 0,-9-3-222 0 0,2 0-3 0 0,2-1-1 0 0,-1-2 0 0 0,1-2 0 0 0,64 3 0 0 0,-93-8-464 0 0,34 4 277 0 0,-38-4-284 0 0,0 0-1 0 0,0 0 0 0 0,0 0 1 0 0,0 0-1 0 0,0 1 0 0 0,0-1 0 0 0,0 0 1 0 0,0 1-1 0 0,0-1 0 0 0,0 1 1 0 0,0-1-1 0 0,0 1 0 0 0,0-1 0 0 0,0 1 1 0 0,0-1-1 0 0,0 1 0 0 0,0 0 1 0 0,-1 0-1 0 0,1-1 0 0 0,0 1 0 0 0,-1 0 1 0 0,1 0-1 0 0,0 0 0 0 0,-1 0 1 0 0,1 0-1 0 0,-1 0 0 0 0,1 2 0 0 0,-1-2-25 0 0,-1 1 0 0 0,1 0-1 0 0,-1-1 1 0 0,1 1-1 0 0,-1 0 1 0 0,0-1-1 0 0,0 1 1 0 0,1-1 0 0 0,-1 1-1 0 0,0-1 1 0 0,-1 0-1 0 0,1 1 1 0 0,0-1 0 0 0,0 0-1 0 0,-1 0 1 0 0,1 0-1 0 0,-2 2 1 0 0,-30 18-625 0 0,22-14 472 0 0,-46 26 304 0 0,-2-3 1 0 0,-93 35-1 0 0,-12 5-253 0 0,146-61-165 0 0,1 0 1 0 0,1 1 0 0 0,0 1-1 0 0,0 1 1 0 0,-22 21-1 0 0,37-33 288 0 0,0 1 0 0 0,0 0 0 0 0,0-1 0 0 0,1 1-1 0 0,-1 0 1 0 0,0 0 0 0 0,1 0 0 0 0,-1-1-1 0 0,1 1 1 0 0,-1 0 0 0 0,1 0 0 0 0,-1 0-1 0 0,1 0 1 0 0,-1 0 0 0 0,1 0 0 0 0,0 0-1 0 0,0 0 1 0 0,-1 0 0 0 0,1 0 0 0 0,0 0-1 0 0,0 0 1 0 0,0 1 0 0 0,0-1 0 0 0,0 0 0 0 0,0 0-1 0 0,1 1 1 0 0,0 0 4 0 0,0-1-1 0 0,0 1 1 0 0,0-1 0 0 0,0 0 0 0 0,0 0-1 0 0,1 1 1 0 0,-1-1 0 0 0,0 0-1 0 0,1 0 1 0 0,-1 0 0 0 0,1 0 0 0 0,-1-1-1 0 0,1 1 1 0 0,2 1 0 0 0,7 1-88 0 0,0 0 1 0 0,1 0 0 0 0,17 2-1 0 0,103 0 1331 0 0,-17-2-631 0 0,-57-1-553 0 0,-44-3-25 0 0,0 1-1 0 0,0 1 0 0 0,-1 0 1 0 0,1 1-1 0 0,-1 0 0 0 0,20 6 1 0 0,-32-7-41 0 0,-1-1 0 0 0,1 0 0 0 0,0 1 0 0 0,0-1 0 0 0,0 0 0 0 0,-1 1 0 0 0,1-1 0 0 0,0 1 0 0 0,-1-1 0 0 0,1 1 0 0 0,0 0 0 0 0,-1-1 0 0 0,1 1 0 0 0,0 0 0 0 0,-1-1 0 0 0,1 1 0 0 0,-1 0 0 0 0,0 0 0 0 0,1 0 0 0 0,-1-1 0 0 0,0 1 0 0 0,1 0 0 0 0,-1 0 0 0 0,0 0 0 0 0,0 0 0 0 0,0 0 0 0 0,1-1 0 0 0,-1 1 0 0 0,-1 2 0 0 0,1 0-37 0 0,-1 0 0 0 0,0 0-1 0 0,0 0 1 0 0,0 0 0 0 0,0 0 0 0 0,0 0 0 0 0,-1-1 0 0 0,1 1 0 0 0,-3 3 0 0 0,-5 6-148 0 0,0-1 1 0 0,-19 18-1 0 0,-159 136-239 0 0,178-157 684 0 0,4-4-489 0 0,1-1-1 0 0,0 0 1 0 0,0 1 0 0 0,1 0-1 0 0,-1 0 1 0 0,-5 8 0 0 0,9-12 189 0 0,0 1 0 0 0,0-1 1 0 0,0 1-1 0 0,-1-1 0 0 0,1 0 0 0 0,0 1 1 0 0,0-1-1 0 0,0 1 0 0 0,0-1 1 0 0,0 1-1 0 0,0-1 0 0 0,0 1 1 0 0,0-1-1 0 0,0 1 0 0 0,0-1 0 0 0,0 1 1 0 0,0-1-1 0 0,1 1 0 0 0,-1-1 1 0 0,0 0-1 0 0,0 1 0 0 0,0-1 1 0 0,1 1-1 0 0,-1-1 0 0 0,0 0 0 0 0,0 1 1 0 0,1-1-1 0 0,-1 1 0 0 0,1 0 1 0 0,1 0-26 0 0,0 0 1 0 0,0 0-1 0 0,0 0 1 0 0,0 0-1 0 0,0-1 1 0 0,0 1-1 0 0,1 0 1 0 0,-1-1-1 0 0,0 1 1 0 0,4-1 0 0 0,61 6 212 0 0,-48-6-20 0 0,0 1 1 0 0,-1 1 0 0 0,0 1 0 0 0,0 0-1 0 0,0 2 1 0 0,0 0 0 0 0,24 10-1 0 0,-42-15-122 0 0,1 1-1 0 0,0-1 1 0 0,-1 0-1 0 0,1 1 0 0 0,-1-1 1 0 0,1 0-1 0 0,0 1 1 0 0,-1-1-1 0 0,1 1 1 0 0,-1-1-1 0 0,0 1 0 0 0,1-1 1 0 0,-1 1-1 0 0,1-1 1 0 0,-1 1-1 0 0,0-1 0 0 0,1 1 1 0 0,-1 0-1 0 0,0-1 1 0 0,1 1-1 0 0,-1 0 0 0 0,0-1 1 0 0,0 1-1 0 0,0 0 1 0 0,0-1-1 0 0,0 1 0 0 0,0 0 1 0 0,0-1-1 0 0,0 1 1 0 0,0 0-1 0 0,0-1 1 0 0,0 2-1 0 0,-1 1 94 0 0,0-1 1 0 0,0 0-1 0 0,0 1 0 0 0,-1-1 1 0 0,1 0-1 0 0,-1 0 0 0 0,1 0 1 0 0,-1 0-1 0 0,-2 3 0 0 0,-46 33 815 0 0,50-38-931 0 0,-19 13 20 0 0,8-8 11 0 0,2 1-1 0 0,-1 1 1 0 0,0 0 0 0 0,1 0-1 0 0,1 1 1 0 0,-1 0 0 0 0,1 0-1 0 0,1 1 1 0 0,-11 15 0 0 0,17-24-33 0 0,1 1 0 0 0,0 0 0 0 0,-1-1 0 0 0,1 1 0 0 0,0 0 0 0 0,-1 0 0 0 0,1 0 0 0 0,0-1 1 0 0,0 1-1 0 0,-1 0 0 0 0,1 0 0 0 0,0 0 0 0 0,0-1 0 0 0,0 1 0 0 0,0 0 0 0 0,0 0 0 0 0,0 0 0 0 0,1-1 0 0 0,-1 1 0 0 0,0 0 0 0 0,0 0 0 0 0,1 0 1 0 0,-1-1-1 0 0,0 1 0 0 0,1 0 0 0 0,-1 0 0 0 0,1 0 0 0 0,0 0-77 0 0,0 0 0 0 0,1 0 0 0 0,-1 0 0 0 0,0 0 1 0 0,1-1-1 0 0,-1 1 0 0 0,0 0 0 0 0,1-1 0 0 0,-1 1 0 0 0,1-1 0 0 0,-1 0 1 0 0,1 1-1 0 0,1-1 0 0 0,5 1-368 0 0,0-1 1 0 0,0 0-1 0 0,-1 0 1 0 0,12-3 0 0 0,0 2 236 0 0,0 0 0 0 0,0 2 0 0 0,-1 0 0 0 0,1 1 0 0 0,29 6 0 0 0,-45-7 183 0 0,14 2-13 0 0,-11-3 60 0 0</inkml:trace>
</inkml:ink>
</file>

<file path=ppt/ink/ink2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5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2 1840 0 0,'-3'0'210'0'0,"1"-1"0"0"0,0 1-1 0 0,0 0 1 0 0,0 0 0 0 0,-1-1-1 0 0,1 1 1 0 0,0 1 0 0 0,0-1-1 0 0,-1 0 1 0 0,1 0 0 0 0,0 1-1 0 0,0 0 1 0 0,0-1 0 0 0,0 1-1 0 0,0 0 1 0 0,0 0 0 0 0,0 0-1 0 0,0 0 1 0 0,0 0 0 0 0,0 0-1 0 0,0 1 1 0 0,1-1 0 0 0,-1 1-1 0 0,0-1 1 0 0,1 1 0 0 0,-1 0-1 0 0,1 0 1 0 0,0-1-1 0 0,0 1 1 0 0,-1 0 0 0 0,1 0-1 0 0,0 0 1 0 0,-1 4 0 0 0,-1 2 620 0 0,0 1 0 0 0,0-1 0 0 0,0 1 0 0 0,1-1 0 0 0,0 1 0 0 0,1 0 0 0 0,-1 14 0 0 0,-13 159 1549 0 0,-1 2-2080 0 0,35 76 413 0 0,-2-37-43 0 0,-16-196-551 0 0,-2 0 0 0 0,-5 32 0 0 0,5-50-29 0 0,-1 1 1 0 0,0-1-1 0 0,-1 0 1 0 0,1 0-1 0 0,-2 0 1 0 0,1-1-1 0 0,-2 1 1 0 0,1-1-1 0 0,-11 15 0 0 0,14-22-101 0 0,0 1-1 0 0,0-1 0 0 0,0 0 0 0 0,0 0 0 0 0,0 0 0 0 0,0 0 1 0 0,-1 0-1 0 0,1 0 0 0 0,0 0 0 0 0,-1 0 0 0 0,1 0 0 0 0,0-1 0 0 0,-1 1 1 0 0,-1 0-1 0 0,-8-4-3361 0 0</inkml:trace>
</inkml:ink>
</file>

<file path=ppt/ink/ink2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6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0 453 6793 0 0,'0'0'507'0'0,"21"-8"1538"0"0,24-1-1222 0 0,0 2-1 0 0,0 2 1 0 0,48 1 0 0 0,146 13 1006 0 0,-25-1-1639 0 0,204 23 1708 0 0,-389-28-1958 0 0,49-3-1 0 0,-57-2 1 0 0,0 2 0 0 0,0 1 0 0 0,0 0 0 0 0,41 9-1 0 0,-52-5-164 0 0,-10-4 207 0 0,0-1 0 0 0,1 1-1 0 0,-1-1 1 0 0,1 1 0 0 0,-1-1-1 0 0,0 0 1 0 0,1 1-1 0 0,-1-1 1 0 0,1 0 0 0 0,-1 0-1 0 0,1 1 1 0 0,-1-1-1 0 0,1 0 1 0 0,-1 0 0 0 0,1 0-1 0 0,-1 1 1 0 0,1-1 0 0 0,-1 0-1 0 0,1 0 1 0 0,-1 0-1 0 0,1 0 1 0 0,0 0 0 0 0,-1 0-1 0 0,1 0 1 0 0,-1 0 0 0 0,1 0-1 0 0,-1-1 1 0 0,1 1-1 0 0,-1 0 1 0 0,1 0 0 0 0,-1 0-1 0 0,1-1 1 0 0,-1 1 0 0 0,1 0-1 0 0,-1 0 1 0 0,1-1-1 0 0,-1 1 1 0 0,1 0 0 0 0,0-1-1 0 0,7-7-208 0 0,0 1 0 0 0,1 0-1 0 0,18-11 1 0 0,-17 12 80 0 0,0 0 0 0 0,-1 0 0 0 0,0-1 0 0 0,-1-1-1 0 0,0 1 1 0 0,8-10 0 0 0,17-29-135 0 0,-2-2 0 0 0,36-77-1 0 0,-61 113 355 0 0,0 2-1 0 0,1-1 0 0 0,12-15 1 0 0,-17 24-51 0 0,1-1 0 0 0,-1 1 0 0 0,1-1 0 0 0,-1 1 0 0 0,1 0 0 0 0,0 0 0 0 0,0 0 0 0 0,4-2 0 0 0,-6 4 2 0 0,1 0 0 0 0,-1-1 0 0 0,0 1 0 0 0,0 0 1 0 0,1-1-1 0 0,-1 1 0 0 0,0 0 0 0 0,0 0 0 0 0,1 0 0 0 0,-1 0 0 0 0,0 0 1 0 0,1 0-1 0 0,-1 1 0 0 0,0-1 0 0 0,0 0 0 0 0,1 1 0 0 0,-1-1 0 0 0,0 1 1 0 0,0-1-1 0 0,0 1 0 0 0,0-1 0 0 0,2 2 0 0 0,-1 0 53 0 0,-1-1-1 0 0,1 1 0 0 0,0 0 1 0 0,-1 0-1 0 0,1 0 0 0 0,-1 0 1 0 0,0 1-1 0 0,0-1 0 0 0,0 0 1 0 0,0 0-1 0 0,0 1 0 0 0,1 4 1 0 0,5 35 641 0 0,-4-23-373 0 0,-1-4-142 0 0,1 1 1 0 0,1-1 0 0 0,1 0-1 0 0,0-1 1 0 0,0 1 0 0 0,1-1 0 0 0,1 0-1 0 0,1 0 1 0 0,0-1 0 0 0,1 0-1 0 0,0 0 1 0 0,0-1 0 0 0,2 0 0 0 0,-1-1-1 0 0,16 12 1 0 0,-24-22-164 0 0,-1 1-1 0 0,1-1 1 0 0,0 0-1 0 0,0 0 1 0 0,-1 0 0 0 0,1-1-1 0 0,0 1 1 0 0,0 0 0 0 0,0-1-1 0 0,0 1 1 0 0,0-1-1 0 0,0 1 1 0 0,0-1 0 0 0,0 0-1 0 0,0 0 1 0 0,0 0-1 0 0,0 0 1 0 0,0 0 0 0 0,0-1-1 0 0,-1 1 1 0 0,4-1 0 0 0,-2-1-32 0 0,0 1 1 0 0,1-1 0 0 0,-1 0-1 0 0,0 0 1 0 0,0 0 0 0 0,0-1-1 0 0,-1 1 1 0 0,1-1 0 0 0,0 1-1 0 0,3-7 1 0 0,5-6-213 0 0,-2-1 0 0 0,0 0-1 0 0,12-30 1 0 0,-17 37 101 0 0,8-20-279 0 0,-3 5 230 0 0,1 0-1 0 0,1 0 1 0 0,1 1-1 0 0,1 0 1 0 0,1 1-1 0 0,27-31 1 0 0,-40 52 148 0 0,0-1 1 0 0,0 1-1 0 0,0 0 1 0 0,0 0 0 0 0,1-1-1 0 0,-1 1 1 0 0,0 0-1 0 0,1 0 1 0 0,-1 0-1 0 0,0 0 1 0 0,1 1 0 0 0,0-1-1 0 0,-1 0 1 0 0,1 1-1 0 0,-1-1 1 0 0,1 1 0 0 0,0-1-1 0 0,-1 1 1 0 0,1 0-1 0 0,0-1 1 0 0,-1 1-1 0 0,1 0 1 0 0,0 0 0 0 0,0 1-1 0 0,-1-1 1 0 0,1 0-1 0 0,0 0 1 0 0,-1 1-1 0 0,1-1 1 0 0,0 1 0 0 0,-1-1-1 0 0,1 1 1 0 0,-1 0-1 0 0,1 0 1 0 0,-1 0 0 0 0,1 0-1 0 0,-1 0 1 0 0,0 0-1 0 0,1 0 1 0 0,-1 0-1 0 0,0 0 1 0 0,0 1 0 0 0,0-1-1 0 0,2 2 1 0 0,4 9 202 0 0,0 0 0 0 0,0 0 0 0 0,-2 0 0 0 0,9 24 1 0 0,-4-11 85 0 0,40 73 33 0 0,7 19-262 0 0,-57-123 11 0 0,0 1 0 0 0,0 0-1 0 0,1-1 1 0 0,-1 1 0 0 0,1 0 0 0 0,0 0 0 0 0,3-6-1 0 0,14-56-1146 0 0,-14 56 1045 0 0,2-11-181 0 0,7-24-99 0 0,2 1 0 0 0,1 1 0 0 0,23-43 0 0 0,-38 85 269 0 0,0 1 1 0 0,0-1-1 0 0,-1 1 1 0 0,1-1 0 0 0,1 1-1 0 0,-1-1 1 0 0,0 1 0 0 0,0-1-1 0 0,0 1 1 0 0,1 0 0 0 0,-1 0-1 0 0,0 0 1 0 0,1-1-1 0 0,0 1 1 0 0,-1 1 0 0 0,1-1-1 0 0,-1 0 1 0 0,1 0 0 0 0,0 1-1 0 0,0-1 1 0 0,-1 1-1 0 0,1-1 1 0 0,0 1 0 0 0,3-1-1 0 0,-3 2 32 0 0,0-1-1 0 0,-1 1 1 0 0,1 0 0 0 0,0-1-1 0 0,-1 1 1 0 0,1 0-1 0 0,-1 0 1 0 0,1 0-1 0 0,-1 0 1 0 0,0 0 0 0 0,1 1-1 0 0,-1-1 1 0 0,0 0-1 0 0,0 1 1 0 0,0-1-1 0 0,0 1 1 0 0,0-1 0 0 0,0 1-1 0 0,0-1 1 0 0,0 1-1 0 0,-1 0 1 0 0,1-1-1 0 0,0 1 1 0 0,-1 0 0 0 0,1 1-1 0 0,61 307 2672 0 0,-52-248-2571 0 0,-8-44-58 0 0,-2-14-22 0 0,0 0 0 0 0,0 0-1 0 0,1 0 1 0 0,0 0-1 0 0,-1 0 1 0 0,3 5 0 0 0</inkml:trace>
</inkml:ink>
</file>

<file path=ppt/ink/ink2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7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0 186 9674 0 0,'4'-3'240'0'0,"0"0"0"0"0,0 1 0 0 0,0-1 0 0 0,1 1 0 0 0,-1 0 0 0 0,7-2 0 0 0,-7 2-130 0 0,39-16 249 0 0,1 3-1 0 0,86-20 1 0 0,97 2 2383 0 0,61 25 339 0 0,-9 0-1473 0 0,-224 4-1539 0 0,101-13-1386 0 0,-123 12-1539 0 0,34-11 0 0 0,-52 11-2009 0 0</inkml:trace>
</inkml:ink>
</file>

<file path=ppt/ink/ink2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2761 0 0,'5'124'7080'0'0,"0"61"-5198"0"0,4 143 350 0 0,-1 37-432 0 0,-11-315-1608 0 0,3 0 0 0 0,2 1 0 0 0,16 97 1 0 0,-13-131-1856 0 0</inkml:trace>
</inkml:ink>
</file>

<file path=ppt/ink/ink2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0 6913 0 0,'-3'2'-119'0'0,"-1"0"0"0"0,1 1-1 0 0,-1-1 1 0 0,1 1 0 0 0,0-1-1 0 0,-1 1 1 0 0,2 0-1 0 0,-1 0 1 0 0,0 1 0 0 0,-4 5-1 0 0,7-8 53 0 0,0 0-1 0 0,-1 0 0 0 0,1-1 1 0 0,-1 1-1 0 0,1 0 1 0 0,0 0-1 0 0,0 0 1 0 0,-1 0-1 0 0,1 0 1 0 0,0 0-1 0 0,0 0 0 0 0,0 0 1 0 0,0 0-1 0 0,0 0 1 0 0,0 0-1 0 0,0 0 1 0 0,1 0-1 0 0,-1 0 1 0 0,1 2-1 0 0,0-2 123 0 0,-1 0 0 0 0,1 0-1 0 0,0 0 1 0 0,1 1 0 0 0,-1-1 0 0 0,0 0-1 0 0,0-1 1 0 0,0 1 0 0 0,1 0 0 0 0,-1 0-1 0 0,0 0 1 0 0,1-1 0 0 0,-1 1-1 0 0,0-1 1 0 0,1 1 0 0 0,-1-1 0 0 0,3 1-1 0 0,16 2 570 0 0,0 0 0 0 0,0-2-1 0 0,0 0 1 0 0,0-1-1 0 0,23-4 1 0 0,7 1 514 0 0,-14 2-202 0 0,-1-1-522 0 0,45 4 1 0 0,-71-2-479 0 0,0 2-1 0 0,0-1 1 0 0,0 1 0 0 0,0 0-1 0 0,-1 1 1 0 0,1 0 0 0 0,-1 0 0 0 0,1 1-1 0 0,-1 0 1 0 0,9 6 0 0 0,-16-9 38 0 0,0 0 0 0 0,1 0 0 0 0,-1 0 0 0 0,0 0 0 0 0,0 0 0 0 0,0 0 0 0 0,1 1 0 0 0,-1-1 0 0 0,0 0 0 0 0,-1 1 0 0 0,1-1 0 0 0,0 1 0 0 0,0-1 0 0 0,-1 1 0 0 0,1 0 0 0 0,-1-1 0 0 0,1 1 0 0 0,-1-1 0 0 0,0 1 0 0 0,1 0 0 0 0,-1 0 0 0 0,0-1 0 0 0,0 4 0 0 0,-1-1 1 0 0,0 0-1 0 0,0-1 0 0 0,0 1 0 0 0,-1-1 1 0 0,1 1-1 0 0,-1-1 0 0 0,0 1 0 0 0,0-1 1 0 0,0 0-1 0 0,-4 4 0 0 0,-5 5 32 0 0,0 0 1 0 0,-2 0-1 0 0,-23 17 0 0 0,-40 20 734 0 0,56-38-539 0 0,1 1 0 0 0,0 0 0 0 0,1 2-1 0 0,0 0 1 0 0,-29 31 0 0 0,46-44-201 0 0,0 0 0 0 0,1-1 1 0 0,-1 1-1 0 0,0-1 0 0 0,1 1 1 0 0,-1 0-1 0 0,1 0 1 0 0,-1-1-1 0 0,1 1 0 0 0,0 0 1 0 0,-1 0-1 0 0,1 0 0 0 0,0 0 1 0 0,-1-1-1 0 0,1 1 1 0 0,0 0-1 0 0,0 0 0 0 0,0 0 1 0 0,0 0-1 0 0,0 0 0 0 0,0 0 1 0 0,0 0-1 0 0,0 0 0 0 0,0-1 1 0 0,0 2-1 0 0,1-1-19 0 0,0 0 0 0 0,0-1 0 0 0,-1 1 0 0 0,1 0 0 0 0,0-1 0 0 0,0 1 0 0 0,0-1 1 0 0,0 1-1 0 0,0-1 0 0 0,0 0 0 0 0,0 1 0 0 0,0-1 0 0 0,0 0 0 0 0,0 0 0 0 0,0 0 0 0 0,0 0 0 0 0,0 0 0 0 0,1 0 0 0 0,10 0-235 0 0,1-1 0 0 0,20-5 0 0 0,-26 5 240 0 0,14-3-105 0 0,-13 2 267 0 0,0 0 1 0 0,0 0-1 0 0,0 1 0 0 0,0 0 0 0 0,0 1 0 0 0,12 0 1 0 0,-20 1-132 0 0,0-1 1 0 0,1 0 0 0 0,-1 0-1 0 0,0 1 1 0 0,0-1 0 0 0,1 0-1 0 0,-1 1 1 0 0,0-1 0 0 0,0 0-1 0 0,0 1 1 0 0,1-1 0 0 0,-1 0-1 0 0,0 1 1 0 0,0-1 0 0 0,0 1-1 0 0,0-1 1 0 0,0 0 0 0 0,0 1 0 0 0,0-1-1 0 0,0 1 1 0 0,0-1 0 0 0,0 0-1 0 0,0 1 1 0 0,0-1 0 0 0,0 1-1 0 0,0-1 1 0 0,0 0 0 0 0,0 1-1 0 0,-1-1 1 0 0,1 0 0 0 0,0 1-1 0 0,0-1 1 0 0,0 0 0 0 0,-1 1-1 0 0,1-1 1 0 0,0 0 0 0 0,0 1-1 0 0,-1-1 1 0 0,1 0 0 0 0,0 0-1 0 0,0 1 1 0 0,-1-1 0 0 0,1 0 0 0 0,0 0-1 0 0,-1 0 1 0 0,0 1 0 0 0,-13 15 235 0 0,-55 40-391 0 0,-18 16-150 0 0,79-64 337 0 0,0 0 0 0 0,0 1-1 0 0,1 0 1 0 0,0 1 0 0 0,0-1-1 0 0,1 1 1 0 0,-5 13 0 0 0,9-20-52 0 0,1-1 1 0 0,0 1-1 0 0,0-1 0 0 0,0 1 1 0 0,0-1-1 0 0,1 1 0 0 0,-1 0 1 0 0,1-1-1 0 0,0 1 1 0 0,0 0-1 0 0,0-1 0 0 0,0 1 1 0 0,0 0-1 0 0,0-1 0 0 0,1 1 1 0 0,-1 0-1 0 0,1-1 1 0 0,0 1-1 0 0,-1 0 0 0 0,1-1 1 0 0,2 4-1 0 0,-1-4-37 0 0,0 0 0 0 0,0 0 0 0 0,0 0-1 0 0,1-1 1 0 0,-1 1 0 0 0,0-1 0 0 0,1 1 0 0 0,-1-1-1 0 0,1 0 1 0 0,-1 0 0 0 0,1 0 0 0 0,0 0 0 0 0,0 0 0 0 0,-1 0-1 0 0,1-1 1 0 0,0 0 0 0 0,0 1 0 0 0,0-1 0 0 0,-1 0-1 0 0,4-1 1 0 0,44 0-276 0 0,-27-1 549 0 0,-1 2-1 0 0,0 0 0 0 0,32 5 0 0 0,-48-4-248 0 0,0 0 1 0 0,0 1-1 0 0,0-1 0 0 0,-1 1 1 0 0,1 1-1 0 0,-1-1 0 0 0,1 1 1 0 0,-1 0-1 0 0,0 0 0 0 0,0 0 1 0 0,0 1-1 0 0,-1 0 0 0 0,1 0 1 0 0,-1 0-1 0 0,0 0 0 0 0,0 1 1 0 0,5 7-1 0 0,-8-11-54 0 0,0 0 1 0 0,-1 1-1 0 0,1-1 1 0 0,0 0-1 0 0,-1 0 1 0 0,1 0-1 0 0,-1 0 1 0 0,1 1-1 0 0,-1-1 1 0 0,0 0-1 0 0,1 0 1 0 0,-1 1-1 0 0,0-1 1 0 0,0 0-1 0 0,0 1 1 0 0,0-1-1 0 0,0 0 1 0 0,0 0-1 0 0,0 1 1 0 0,0-1-1 0 0,-1 0 1 0 0,1 1-1 0 0,-1-1 1 0 0,1 0-1 0 0,-1 0 0 0 0,1 0 1 0 0,-1 1-1 0 0,1-1 1 0 0,-1 0-1 0 0,0 0 1 0 0,0 0-1 0 0,0 0 1 0 0,1 0-1 0 0,-1 0 1 0 0,0 0-1 0 0,0-1 1 0 0,0 1-1 0 0,-3 1 1 0 0</inkml:trace>
</inkml:ink>
</file>

<file path=ppt/ink/ink2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9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 8754 0 0,'0'0'30'0'0,"-1"0"0"0"0,1 0 0 0 0,-1 0 0 0 0,1 0 1 0 0,0 0-1 0 0,-1 0 0 0 0,1 0 0 0 0,0 0 0 0 0,-1 0 0 0 0,1 0 1 0 0,-1 0-1 0 0,1 0 0 0 0,0 0 0 0 0,-1 0 0 0 0,1 0 0 0 0,0 1 0 0 0,-1-1 1 0 0,1 0-1 0 0,0 0 0 0 0,-1 0 0 0 0,1 0 0 0 0,0 1 0 0 0,-1-1 1 0 0,1 0-1 0 0,0 1 0 0 0,0-1 0 0 0,-1 0 0 0 0,1 1 0 0 0,-4 4 129 0 0,6-1 584 0 0,1 9 291 0 0,0-1 0 0 0,0 0 1 0 0,-1 0-1 0 0,0 26 0 0 0,6 284 1221 0 0,7-106-1483 0 0,1 26-407 0 0,-30 233 1408 0 0,13-466-1717 0 0,0-1 1 0 0,-1 1-1 0 0,1-1 1 0 0,-5 13-1 0 0,4-15-44 0 0,0 0-1 0 0,0 0 1 0 0,1 0-1 0 0,-1 1 1 0 0,2-1 0 0 0,-1 1-1 0 0,1-1 1 0 0,0 13 0 0 0,1-18-56 0 0,-1 0 0 0 0,0 1 0 0 0,0-1 0 0 0,1 0 0 0 0,-1 0 1 0 0,1 0-1 0 0,-1 0 0 0 0,1 0 0 0 0,-1 0 0 0 0,1 0 1 0 0,0 0-1 0 0,-1 0 0 0 0,1-1 0 0 0,0 1 0 0 0,0 0 0 0 0,1 1 1 0 0,3 2-1018 0 0,-5-3 1037 0 0,0-1 77 0 0,0 2-48 0 0,1-1-1 0 0,0 1 1 0 0,0-1-1 0 0,-1 1 1 0 0,1-1 0 0 0,0 0-1 0 0,0 1 1 0 0,0-1-1 0 0,0 0 1 0 0,0 0 0 0 0,1 0-1 0 0,0 1 1 0 0,0 0-1 0 0,4 7-78 0 0,-1 0 0 0 0,0 1-1 0 0,-1-1 1 0 0,0 1 0 0 0,0 0-1 0 0,3 15 1 0 0,-3-11 274 0 0,-2-4 37 0 0,1 0-1 0 0,-2 1 0 0 0,1-1 1 0 0,-1 16-1 0 0,-3 9-2404 0 0,-5 37-1 0 0,0-16-725 0 0,6-32 2221 0 0,2-12 102 0 0</inkml:trace>
</inkml:ink>
</file>

<file path=ppt/ink/ink2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1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4 466 7370 0 0,'0'1'25'0'0,"0"-1"1"0"0,0 0 0 0 0,0 0 0 0 0,-1 0 0 0 0,1 0 0 0 0,0 0 0 0 0,0 0 0 0 0,0 0-1 0 0,0 0 1 0 0,0 0 0 0 0,0 0 0 0 0,0 0 0 0 0,-1-1 0 0 0,1 1 0 0 0,0 0 0 0 0,0 0 0 0 0,0 0-1 0 0,0 0 1 0 0,0 0 0 0 0,0 0 0 0 0,0 0 0 0 0,0 0 0 0 0,-1 0 0 0 0,1 0 0 0 0,0 0-1 0 0,0 0 1 0 0,0 0 0 0 0,0-1 0 0 0,0 1 0 0 0,0 0 0 0 0,0 0 0 0 0,0 0 0 0 0,0 0-1 0 0,0 0 1 0 0,0 0 0 0 0,0 0 0 0 0,0 0 0 0 0,0-1 0 0 0,0 1 0 0 0,0 0 0 0 0,0 0-1 0 0,0 0 1 0 0,0 0 0 0 0,0 0 0 0 0,0 0 0 0 0,0 0 0 0 0,0-1 0 0 0,0 1 0 0 0,0 0 0 0 0,0 0-1 0 0,0 0 1 0 0,0 0 0 0 0,0 0 0 0 0,0 0 0 0 0,0 0 0 0 0,0-1 0 0 0,0 1 0 0 0,0 0-1 0 0,0 0 1 0 0,0 0 0 0 0,1 0 0 0 0,14-7-27 0 0,17 3 629 0 0,1 2 1 0 0,0 1 0 0 0,39 3-1 0 0,31 1 1352 0 0,53-9 312 0 0,210 1-274 0 0,-266 7-1736 0 0,0-5-1 0 0,151-24 0 0 0,-240 25-347 0 0,0 0-23 0 0,1 0 1 0 0,0 0-1 0 0,0 1 1 0 0,0 0-1 0 0,0 1 1 0 0,0 0-1 0 0,0 1 1 0 0,20 5-1 0 0,-31-6 31 0 0,-1 0 0 0 0,1 0 0 0 0,-1 0-1 0 0,0 0 1 0 0,1 1 0 0 0,-1-1-1 0 0,1 0 1 0 0,-1 0 0 0 0,1 1-1 0 0,-1-1 1 0 0,0 0 0 0 0,1 1-1 0 0,-1-1 1 0 0,0 0 0 0 0,1 1-1 0 0,-1-1 1 0 0,0 1 0 0 0,1-1-1 0 0,-1 0 1 0 0,0 1 0 0 0,0-1-1 0 0,0 1 1 0 0,1-1 0 0 0,-1 1 0 0 0,0-1-1 0 0,0 1 1 0 0,0-1 0 0 0,0 1-1 0 0,0-1 1 0 0,0 1 0 0 0,0-1-1 0 0,0 1 1 0 0,0-1 0 0 0,0 1-1 0 0,0-1 1 0 0,0 1 0 0 0,-10 16-2727 0 0,10-10 6036 0 0,41-16-2789 0 0,1 2 0 0 0,57-2 0 0 0,88 6 1752 0 0,-130 4-1949 0 0,21 2-337 0 0,-68-6-331 0 0,-17-4-371 0 0,6 7 723 0 0,-1-1-1 0 0,1 0 1 0 0,0 1 0 0 0,0-1 0 0 0,0 0-1 0 0,0 0 1 0 0,1 0 0 0 0,-1 0 0 0 0,0 0-1 0 0,0 0 1 0 0,1 0 0 0 0,-1 0 0 0 0,0 0 0 0 0,1 0-1 0 0,-1 0 1 0 0,0-2 0 0 0,5-53 42 0 0,2 0 1 0 0,3 0 0 0 0,21-72-1 0 0,-30 126 26 0 0,1 0-1 0 0,-1 0 1 0 0,1 0-1 0 0,0 0 0 0 0,-1 0 1 0 0,1 0-1 0 0,0 0 1 0 0,0 1-1 0 0,0-1 0 0 0,0 0 1 0 0,0 0-1 0 0,3-2 1 0 0,-4 4-22 0 0,0 0 1 0 0,1 0-1 0 0,-1 0 1 0 0,0 0-1 0 0,0 0 1 0 0,0 0-1 0 0,1 0 1 0 0,-1 0 0 0 0,0 0-1 0 0,0 0 1 0 0,0 0-1 0 0,1 0 1 0 0,-1 0-1 0 0,0 0 1 0 0,0 0-1 0 0,0 0 1 0 0,1 0 0 0 0,-1 0-1 0 0,0 0 1 0 0,0 0-1 0 0,0 0 1 0 0,0 1-1 0 0,1-1 1 0 0,-1 0-1 0 0,0 0 1 0 0,0 0 0 0 0,0 0-1 0 0,0 0 1 0 0,1 1-1 0 0,-1-1 1 0 0,0 0-1 0 0,0 0 1 0 0,0 0-1 0 0,0 0 1 0 0,0 1 0 0 0,0-1-1 0 0,0 0 1 0 0,6 19-187 0 0,7 128 693 0 0,-10-92-167 0 0,2-1 1 0 0,14 61-1 0 0,-15-99-319 0 0,0-1 0 0 0,1 0 0 0 0,1 0 0 0 0,0 0 0 0 0,12 18 0 0 0,-18-32-13 0 0,0-1-1 0 0,1 0 1 0 0,-1 0-1 0 0,0 1 1 0 0,0-1-1 0 0,0 0 1 0 0,1 0-1 0 0,-1 1 1 0 0,0-1 0 0 0,0 0-1 0 0,1 0 1 0 0,-1 0-1 0 0,0 1 1 0 0,0-1-1 0 0,1 0 1 0 0,-1 0-1 0 0,0 0 1 0 0,0 0-1 0 0,1 0 1 0 0,-1 0-1 0 0,0 0 1 0 0,1 0 0 0 0,-1 0-1 0 0,0 0 1 0 0,1 0-1 0 0,-1 0 1 0 0,0 0-1 0 0,1 0 1 0 0,-1 0-1 0 0,0 0 1 0 0,1 0-1 0 0,-1 0 1 0 0,0 0-1 0 0,0 0 1 0 0,1 0 0 0 0,-1-1-1 0 0,11-11 211 0 0,3-18 154 0 0,-14 29-365 0 0,60-203-513 0 0,-8 18-111 0 0,-45 167 579 0 0,19-49 1 0 0,-23 62-6 0 0,0 0 1 0 0,0 0-1 0 0,0 1 1 0 0,1-1-1 0 0,0 1 1 0 0,0 0-1 0 0,1 0 1 0 0,6-7 0 0 0,-10 12 39 0 0,-1 0-1 0 0,1-1 1 0 0,-1 1 0 0 0,1-1 0 0 0,-1 1 0 0 0,1 0 0 0 0,0-1 0 0 0,-1 1 0 0 0,1 0 0 0 0,0 0 0 0 0,-1 0 0 0 0,1-1 0 0 0,0 1 0 0 0,-1 0 0 0 0,1 0 0 0 0,0 0 0 0 0,-1 0 0 0 0,1 0 0 0 0,0 0 0 0 0,-1 0 0 0 0,1 0 0 0 0,0 0-1 0 0,-1 1 1 0 0,1-1 0 0 0,0 0 0 0 0,-1 0 0 0 0,1 1 0 0 0,0-1 0 0 0,-1 0 0 0 0,1 1 0 0 0,-1-1 0 0 0,1 0 0 0 0,-1 1 0 0 0,1-1 0 0 0,-1 1 0 0 0,1-1 0 0 0,-1 1 0 0 0,1-1 0 0 0,-1 1 0 0 0,0 0 0 0 0,1-1 0 0 0,-1 1 0 0 0,0-1 0 0 0,1 1-1 0 0,-1 0 1 0 0,0-1 0 0 0,0 1 0 0 0,1 1 0 0 0,9 38 457 0 0,-8-32-237 0 0,17 104 363 0 0,14 57 177 0 0,-28-148-745 0 0,-4-14 5 0 0,1 0 1 0 0,-1 0 0 0 0,1 0 0 0 0,0 0 0 0 0,1-1-1 0 0,0 1 1 0 0,0-1 0 0 0,0 0 0 0 0,1 0 0 0 0,-1 0-1 0 0,7 6 1 0 0,-9-11 2 0 0,0-1-1 0 0,1 1 0 0 0,-1-1 0 0 0,0 1 1 0 0,0-1-1 0 0,1 0 0 0 0,-1 0 1 0 0,0 0-1 0 0,1 0 0 0 0,-1 0 1 0 0,0 0-1 0 0,1 0 0 0 0,-1 0 0 0 0,0 0 1 0 0,1-1-1 0 0,-1 1 0 0 0,0 0 1 0 0,0-1-1 0 0,1 1 0 0 0,-1-1 1 0 0,0 0-1 0 0,0 1 0 0 0,0-1 0 0 0,0 0 1 0 0,0 0-1 0 0,0 1 0 0 0,0-1 1 0 0,0 0-1 0 0,0 0 0 0 0,1-2 1 0 0,29-32-920 0 0,-30 33 846 0 0,61-98-1422 0 0,-2 2 1378 0 0,-52 87 128 0 0,0 1 0 0 0,1-1 0 0 0,0 2 0 0 0,1-1 1 0 0,-1 1-1 0 0,15-9 0 0 0,-22 16-25 0 0,0 1 0 0 0,0-1 0 0 0,0 1 0 0 0,0 0 0 0 0,0 0 0 0 0,0 0 0 0 0,0 0 0 0 0,0 0 0 0 0,0 0 0 0 0,0 1 0 0 0,0-1 0 0 0,0 1 0 0 0,1 0 0 0 0,-1-1 1 0 0,0 1-1 0 0,0 0 0 0 0,1 0 0 0 0,-1 0 0 0 0,0 0 0 0 0,0 1 0 0 0,1-1 0 0 0,-1 1 0 0 0,0-1 0 0 0,0 1 0 0 0,0 0 0 0 0,0 0 0 0 0,0 0 0 0 0,0 0 0 0 0,0 0 0 0 0,0 0 0 0 0,0 1 0 0 0,0-1 0 0 0,-1 1 0 0 0,1-1 0 0 0,0 1 0 0 0,-1-1 1 0 0,0 1-1 0 0,3 3 0 0 0,3 8 157 0 0,0 0 1 0 0,0 0-1 0 0,-1 1 1 0 0,-1 0 0 0 0,4 15-1 0 0,5 12 403 0 0,-3-16-345 0 0,1 0 1 0 0,2-1-1 0 0,0 0 1 0 0,34 43-1 0 0,-47-66-227 0 0,0 0-1 0 0,0 0 0 0 0,0 0 1 0 0,0 0-1 0 0,0 0 0 0 0,0-1 0 0 0,0 1 1 0 0,0 0-1 0 0,1-1 0 0 0,-1 1 0 0 0,0 0 1 0 0,0-1-1 0 0,1 1 0 0 0,-1-1 1 0 0,0 0-1 0 0,1 1 0 0 0,-1-1 0 0 0,0 0 1 0 0,1 0-1 0 0,-1 0 0 0 0,0 0 0 0 0,1 0 1 0 0,1 0-1 0 0,0-1-51 0 0,0 0 1 0 0,0 0-1 0 0,-1-1 0 0 0,1 1 1 0 0,-1 0-1 0 0,1-1 0 0 0,-1 0 1 0 0,1 1-1 0 0,-1-1 0 0 0,3-4 1 0 0,4-3-260 0 0,-1-1 0 0 0,0 0 0 0 0,12-23 0 0 0,-11 14-407 0 0,0 0 0 0 0,-2-1 0 0 0,0-1 0 0 0,4-23 0 0 0,-5 21-715 0 0,0 1 0 0 0,19-43 0 0 0,-25 64 1331 0 0,0 1-1 0 0,0-1 1 0 0,1 0 0 0 0,-1 0-1 0 0,0 1 1 0 0,1-1-1 0 0,-1 0 1 0 0,0 1 0 0 0,1-1-1 0 0,-1 0 1 0 0,1 1-1 0 0,-1-1 1 0 0,1 1 0 0 0,0-1-1 0 0,-1 1 1 0 0,1-1-1 0 0,-1 1 1 0 0,1-1 0 0 0,0 1-1 0 0,-1-1 1 0 0,1 1-1 0 0,0 0 1 0 0,0 0-1 0 0,-1-1 1 0 0,1 1 0 0 0,0 0-1 0 0,1 0 1 0 0</inkml:trace>
</inkml:ink>
</file>

<file path=ppt/ink/ink2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2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10138 0 0,'273'4'7026'0'0,"63"7"-3330"0"0,-170 3-3018 0 0,-65-4-332 0 0,144-3 0 0 0,-202-9-214 0 0,-8 2-198 0 0,0-3 1 0 0,0 0 0 0 0,61-15 0 0 0,-86 14-1629 0 0</inkml:trace>
</inkml:ink>
</file>

<file path=ppt/ink/ink2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3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7 202 2761 0 0,'-1'-2'182'0'0,"0"0"1"0"0,0-1-1 0 0,0 1 1 0 0,1-1-1 0 0,-1 1 1 0 0,1-1-1 0 0,-1 1 1 0 0,1-1-1 0 0,0 1 1 0 0,0-1-1 0 0,0 1 1 0 0,0-1-1 0 0,0 0 1 0 0,1 1-1 0 0,-1-1 1 0 0,1 1-1 0 0,1-4 1 0 0,20-46 1568 0 0,-16 39-1114 0 0,5-19 356 0 0,-10 26-585 0 0,1 0 1 0 0,0 0-1 0 0,0 0 1 0 0,1 0-1 0 0,-1 1 0 0 0,1-1 1 0 0,0 1-1 0 0,5-6 1 0 0,-9 36 692 0 0,-1 56 148 0 0,16 149-1 0 0,-1-52-607 0 0,-8-44-448 0 0,-2 7 217 0 0,35 227 1 0 0,18-147 375 0 0,-7-29 475 0 0,-21-38-1428 0 0</inkml:trace>
</inkml:ink>
</file>

<file path=ppt/ink/ink2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4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0 6913 0 0,'-2'1'10'0'0,"-1"-1"0"0"0,1 0-1 0 0,0 1 1 0 0,0 0-1 0 0,-1 0 1 0 0,1-1-1 0 0,0 1 1 0 0,0 1-1 0 0,0-1 1 0 0,0 0-1 0 0,0 0 1 0 0,0 1-1 0 0,0-1 1 0 0,1 1-1 0 0,-1 0 1 0 0,1-1-1 0 0,-1 1 1 0 0,1 0-1 0 0,-1 0 1 0 0,-1 4 0 0 0,3-6 1 0 0,1 1 0 0 0,-1-1 0 0 0,0 1 0 0 0,1-1 0 0 0,-1 1 0 0 0,0-1 0 0 0,1 0 0 0 0,-1 1 0 0 0,1-1 0 0 0,-1 1 0 0 0,1-1 0 0 0,-1 0 0 0 0,1 0 0 0 0,-1 1 0 0 0,1-1 0 0 0,-1 0 0 0 0,1 0 0 0 0,-1 1 0 0 0,1-1 0 0 0,0 0 0 0 0,-1 0 0 0 0,1 0 0 0 0,-1 0 0 0 0,1 0 0 0 0,-1 0 0 0 0,1 0 0 0 0,1 0 0 0 0,21 0 550 0 0,-19 0-417 0 0,48-1 2250 0 0,78 3-314 0 0,-113-1-2081 0 0,-1 1 1 0 0,0 1 0 0 0,-1 1 0 0 0,1 0 0 0 0,27 11 0 0 0,-42-15 7 0 0,0 0-1 0 0,0 0 1 0 0,-1 0-1 0 0,1 1 1 0 0,0-1-1 0 0,-1 0 1 0 0,1 0-1 0 0,0 1 1 0 0,-1-1 0 0 0,1 0-1 0 0,0 1 1 0 0,-1-1-1 0 0,1 1 1 0 0,0-1-1 0 0,-1 1 1 0 0,1-1-1 0 0,-1 1 1 0 0,1-1 0 0 0,-1 1-1 0 0,1 0 1 0 0,-1-1-1 0 0,0 1 1 0 0,1 0-1 0 0,-1-1 1 0 0,0 1-1 0 0,1 0 1 0 0,-1-1-1 0 0,0 1 1 0 0,0 0 0 0 0,0 0-1 0 0,0-1 1 0 0,0 1-1 0 0,0 0 1 0 0,0 0-1 0 0,0-1 1 0 0,0 1-1 0 0,0 0 1 0 0,0 0 0 0 0,0-1-1 0 0,0 1 1 0 0,-1 0-1 0 0,1-1 1 0 0,0 1-1 0 0,0 0 1 0 0,-1-1-1 0 0,1 1 1 0 0,-1 0 0 0 0,1-1-1 0 0,0 1 1 0 0,-1 0-1 0 0,1-1 1 0 0,-1 1-1 0 0,0-1 1 0 0,1 1-1 0 0,-2 0 1 0 0,-5 4-73 0 0,0 1 0 0 0,0-2-1 0 0,0 1 1 0 0,-9 3 0 0 0,5-2-7 0 0,-371 226 1765 0 0,379-230-1716 0 0,-25 17 127 0 0,22-9-268 0 0,6-10 145 0 0,0 1-1 0 0,0-1 1 0 0,1 0 0 0 0,-1 1 0 0 0,0-1 0 0 0,1 0 0 0 0,-1 1 0 0 0,0-1 0 0 0,1 0 0 0 0,-1 0 0 0 0,0 0-1 0 0,1 1 1 0 0,-1-1 0 0 0,0 0 0 0 0,1 0 0 0 0,-1 0 0 0 0,1 0 0 0 0,-1 1 0 0 0,0-1 0 0 0,1 0 0 0 0,-1 0-1 0 0,1 0 1 0 0,-1 0 0 0 0,0 0 0 0 0,1 0 0 0 0,-1 0 0 0 0,1 0 0 0 0,-1-1 0 0 0,1 1 0 0 0,231-16 1534 0 0,0 1 818 0 0,-232 15-2328 0 0,34 2 267 0 0,-32-2-260 0 0,0 0 0 0 0,-1 0 0 0 0,1 0 0 0 0,0 0-1 0 0,-1 1 1 0 0,1-1 0 0 0,-1 1 0 0 0,1-1 0 0 0,-1 1 0 0 0,1 0 0 0 0,-1-1 0 0 0,1 1 0 0 0,-1 0 0 0 0,0 0 0 0 0,1 0 0 0 0,-1 0 0 0 0,2 2 0 0 0,-3-2-8 0 0,0 0 1 0 0,0 0 0 0 0,0 0-1 0 0,-1 0 1 0 0,1 0 0 0 0,0 0-1 0 0,0 0 1 0 0,0 0 0 0 0,-1 0-1 0 0,1 0 1 0 0,-1 0 0 0 0,1 0-1 0 0,0-1 1 0 0,-1 1 0 0 0,0 0-1 0 0,1 0 1 0 0,-1 0 0 0 0,1 0-1 0 0,-1-1 1 0 0,0 1 0 0 0,0 0-1 0 0,1-1 1 0 0,-1 1 0 0 0,-1 0-1 0 0,-23 18 86 0 0,23-18-92 0 0,-173 99-516 0 0,-2 1 21 0 0,177-101 501 0 0,-1 0 0 0 0,1 0 1 0 0,-1 0-1 0 0,0 1 1 0 0,1-1-1 0 0,-1 0 1 0 0,1 1-1 0 0,-1-1 0 0 0,1 0 1 0 0,-1 1-1 0 0,1-1 1 0 0,0 1-1 0 0,-1-1 0 0 0,1 1 1 0 0,-1-1-1 0 0,1 1 1 0 0,0-1-1 0 0,0 1 1 0 0,-1-1-1 0 0,1 1 0 0 0,0 0 1 0 0,0-1-1 0 0,-1 1 1 0 0,1-1-1 0 0,0 1 0 0 0,0 0 1 0 0,0-1-1 0 0,0 1 1 0 0,0-1-1 0 0,0 1 0 0 0,0 0 1 0 0,1 0 13 0 0,0 0 0 0 0,0 0 0 0 0,0 0 0 0 0,0 0 0 0 0,-1 0 0 0 0,1-1 0 0 0,0 1 0 0 0,1 0 0 0 0,-1-1 0 0 0,0 1 0 0 0,0-1 0 0 0,0 1 0 0 0,0-1 0 0 0,2 1 0 0 0,54 8 495 0 0,-50-8-468 0 0,355 30 1616 0 0,-361-31-1652 0 0,0 0-1 0 0,1 0 1 0 0,-1 0-1 0 0,1 0 1 0 0,-1 0-1 0 0,1 0 1 0 0,-1 1 0 0 0,0-1-1 0 0,1 0 1 0 0,-1 1-1 0 0,0-1 1 0 0,1 1-1 0 0,-1-1 1 0 0,0 1-1 0 0,1 0 1 0 0,-1 0-1 0 0,0-1 1 0 0,0 1 0 0 0,0 0-1 0 0,0 0 1 0 0,0 0-1 0 0,0 0 1 0 0,1 2-1 0 0,-2-2-20 0 0,0 0 0 0 0,0 1-1 0 0,0-1 1 0 0,-1 1-1 0 0,1-1 1 0 0,0 0 0 0 0,-1 1-1 0 0,1-1 1 0 0,-1 0-1 0 0,1 1 1 0 0,-1-1 0 0 0,0 0-1 0 0,1 0 1 0 0,-1 0 0 0 0,0 1-1 0 0,0-1 1 0 0,0 0-1 0 0,0 0 1 0 0,0 0 0 0 0,0 0-1 0 0,0-1 1 0 0,0 1 0 0 0,-2 1-1 0 0,-24 17-183 0 0,0-1 0 0 0,-1-1 1 0 0,-1-1-1 0 0,-37 15 0 0 0,23-12-522 0 0,-42 27 0 0 0,71-38 451 0 0,-57 40-1171 0 0,64-42 1208 0 0,1-1 0 0 0,-1 1 1 0 0,1 0-1 0 0,1 0 0 0 0,-1 1 0 0 0,1-1 0 0 0,-8 14 0 0 0,13-20 224 0 0,0 1-1 0 0,0-1 1 0 0,0 0 0 0 0,0 0-1 0 0,0 0 1 0 0,0 0-1 0 0,0 0 1 0 0,0 0 0 0 0,0 1-1 0 0,0-1 1 0 0,0 0 0 0 0,-1 0-1 0 0,1 0 1 0 0,0 0-1 0 0,0 0 1 0 0,0 1 0 0 0,0-1-1 0 0,0 0 1 0 0,1 0-1 0 0,-1 0 1 0 0,0 0 0 0 0,0 0-1 0 0,0 1 1 0 0,0-1 0 0 0,0 0-1 0 0,0 0 1 0 0,0 0-1 0 0,0 0 1 0 0,0 0 0 0 0,0 1-1 0 0,0-1 1 0 0,0 0-1 0 0,0 0 1 0 0,1 0 0 0 0,-1 0-1 0 0,0 0 1 0 0,0 0-1 0 0,0 0 1 0 0,0 0 0 0 0,0 0-1 0 0,0 1 1 0 0,1-1 0 0 0,-1 0-1 0 0,0 0 1 0 0,0 0-1 0 0,0 0 1 0 0,0 0 0 0 0,0 0-1 0 0,1 0 1 0 0,-1 0-1 0 0,13-1 75 0 0,12-5 608 0 0,-24 6-641 0 0,14-5 148 0 0,0 1-1 0 0,0 0 1 0 0,1 1 0 0 0,19-1-1 0 0,-31 4-150 0 0,0 0 1 0 0,0 0-1 0 0,0 0 0 0 0,-1 0 0 0 0,1 1 0 0 0,0 0 0 0 0,0-1 1 0 0,-1 1-1 0 0,1 1 0 0 0,0-1 0 0 0,-1 0 0 0 0,1 1 0 0 0,-1 0 1 0 0,0 0-1 0 0,1 0 0 0 0,-1 0 0 0 0,0 0 0 0 0,0 1 0 0 0,-1 0 1 0 0,1-1-1 0 0,0 1 0 0 0,-1 0 0 0 0,3 4 0 0 0,-4-6 5 0 0,-1 0-1 0 0,0 0 0 0 0,1-1 0 0 0,-1 1 0 0 0,0 0 1 0 0,1 0-1 0 0,-1 0 0 0 0,0 0 0 0 0,0 0 1 0 0,0 0-1 0 0,0-1 0 0 0,0 1 0 0 0,0 0 0 0 0,0 0 1 0 0,0 0-1 0 0,0 0 0 0 0,-1 0 0 0 0,1 0 0 0 0,0 0 1 0 0,0-1-1 0 0,-1 1 0 0 0,1 0 0 0 0,-1 0 1 0 0,1 0-1 0 0,-1-1 0 0 0,1 1 0 0 0,-1 0 0 0 0,1-1 1 0 0,-1 1-1 0 0,0 0 0 0 0,1-1 0 0 0,-1 1 1 0 0,0-1-1 0 0,0 1 0 0 0,-34 19 2041 0 0,16-10-1424 0 0,17-8-613 0 0,-1 0 1 0 0,0 0-1 0 0,1 0 0 0 0,0 0 1 0 0,-1 1-1 0 0,1-1 0 0 0,0 0 1 0 0,0 1-1 0 0,0 0 0 0 0,0 0 1 0 0,1-1-1 0 0,-1 1 0 0 0,1 0 1 0 0,0 0-1 0 0,-2 5 0 0 0,3-1 142 0 0,-1 0 0 0 0,1 0-1 0 0,0 0 1 0 0,1 0 0 0 0,0 0-1 0 0,2 8 1 0 0,1 22-36 0 0,0-1 1 0 0,-4 64-1 0 0,-15 76-165 0 0,1-4 23 0 0,11-3 350 0 0,25 213 0 0 0,-8-206-218 0 0,5 48 117 0 0,-19-222-263 0 0,1 1 0 0 0,-1-1-1 0 0,0 1 1 0 0,0-1 0 0 0,0 1 0 0 0,0-1 0 0 0,-1 1-1 0 0,1-1 1 0 0,-1 3 0 0 0,0-4-126 0 0,1-1 0 0 0,0 1 0 0 0,-1-1 0 0 0,1 1 0 0 0,0-1 0 0 0,-1 1 0 0 0,1-1 1 0 0,-1 0-1 0 0,1 1 0 0 0,-1-1 0 0 0,1 0 0 0 0,-1 0 0 0 0,1 1 0 0 0,-1-1 0 0 0,1 0 0 0 0,-1 0 1 0 0,1 1-1 0 0,-1-1 0 0 0,1 0 0 0 0,-1 0 0 0 0,0 0 0 0 0,1 0 0 0 0,-1 0 0 0 0,1 0 0 0 0,-1 0 0 0 0,1 0 1 0 0,-1 0-1 0 0,0 0 0 0 0,1-1 0 0 0,-1 1 0 0 0,1 0 0 0 0,-1 0 0 0 0,1 0 0 0 0,-1-1 0 0 0,1 1 0 0 0,-1 0 1 0 0,1-1-1 0 0,-1 1 0 0 0,1 0 0 0 0,-1-1 0 0 0</inkml:trace>
</inkml:ink>
</file>

<file path=ppt/ink/ink2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6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4609 0 0,'-9'10'9026'0'0,"4"-8"-8809"0"0,-2 1 82 0 0,0 0 0 0 0,-1-1 0 0 0,1 0 0 0 0,-9 1 0 0 0,9 7 2303 0 0,2 13-2796 0 0,5-23 307 0 0,-9 42 52 0 0,3 0 1 0 0,-4 81 0 0 0,16 83-32 0 0,0-33 131 0 0,-6-140-231 0 0,14 491 583 0 0,0-104 524 0 0,-14-390-805 0 0,-7 52 0 0 0,5-71-285 0 0,0 0 0 0 0,-1 0 0 0 0,0 0 0 0 0,-1 0 0 0 0,0 0 1 0 0,-1-1-1 0 0,-11 18 0 0 0,13-26-358 0 0,3-10 10 0 0,3-11-5324 0 0</inkml:trace>
</inkml:ink>
</file>

<file path=ppt/ink/ink2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7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7802 0 0,'-1'0'75'0'0,"0"0"0"0"0,0 0 1 0 0,0 0-1 0 0,0 1 1 0 0,0-1-1 0 0,0 0 0 0 0,0 0 1 0 0,0 1-1 0 0,0-1 0 0 0,1 0 1 0 0,-1 1-1 0 0,0-1 1 0 0,0 1-1 0 0,0-1 0 0 0,1 1 1 0 0,-1-1-1 0 0,0 1 0 0 0,1-1 1 0 0,-2 2-1 0 0,13 6 751 0 0,37 4-374 0 0,-41-11-437 0 0,24 6 1267 0 0,52 17-1 0 0,-72-19-1003 0 0,1 0 0 0 0,-1 0 0 0 0,0 1 1 0 0,0 0-1 0 0,-1 1 0 0 0,0 0 0 0 0,15 15 0 0 0,-24-21-322 0 0,0 0 1 0 0,0 0-1 0 0,-1 1 1 0 0,1-1-1 0 0,0 0 1 0 0,-1 1-1 0 0,1-1 1 0 0,-1 0-1 0 0,1 1 1 0 0,-1-1-1 0 0,0 0 1 0 0,1 1-1 0 0,-1-1 0 0 0,0 1 1 0 0,0-1-1 0 0,0 1 1 0 0,0-1-1 0 0,0 1 1 0 0,-1-1-1 0 0,1 0 1 0 0,0 1-1 0 0,-1-1 1 0 0,1 1-1 0 0,0-1 1 0 0,-1 0-1 0 0,0 1 1 0 0,1-1-1 0 0,-1 0 0 0 0,0 0 1 0 0,0 1-1 0 0,0-1 1 0 0,0 0-1 0 0,0 0 1 0 0,0 0-1 0 0,0 0 1 0 0,-1 1-1 0 0,-8 7-140 0 0,0 0 1 0 0,0 0-1 0 0,-13 7 0 0 0,9-5 341 0 0,-32 21-95 0 0,0-2-1 0 0,-64 30 0 0 0,19-11 224 0 0,91-49-282 0 0,0 1 0 0 0,0-1 1 0 0,0 0-1 0 0,0 0 0 0 0,0 0 1 0 0,1 0-1 0 0,-1 0 1 0 0,0 0-1 0 0,0 0 0 0 0,0 0 1 0 0,0 1-1 0 0,0-1 1 0 0,0 0-1 0 0,0 0 0 0 0,0 0 1 0 0,0 0-1 0 0,0 0 0 0 0,0 0 1 0 0,0 1-1 0 0,0-1 1 0 0,0 0-1 0 0,0 0 0 0 0,1 0 1 0 0,-1 0-1 0 0,-1 0 0 0 0,1 1 1 0 0,0-1-1 0 0,0 0 1 0 0,0 0-1 0 0,0 0 0 0 0,0 0 1 0 0,0 0-1 0 0,0 1 0 0 0,0-1 1 0 0,0 0-1 0 0,0 0 1 0 0,0 0-1 0 0,0 0 0 0 0,0 0 1 0 0,0 0-1 0 0,0 1 1 0 0,0-1-1 0 0,-1 0 0 0 0,1 0 1 0 0,0 0-1 0 0,0 0 0 0 0,0 0 1 0 0,0 0-1 0 0,0 0 1 0 0,0 0-1 0 0,-1 0 0 0 0,1 0 1 0 0,0 0-1 0 0,0 0 0 0 0,0 1 1 0 0,0-1-1 0 0,0 0 1 0 0,-1 0-1 0 0,1 0 0 0 0,0 0 1 0 0,0 0-1 0 0,20 0 118 0 0,24-6 58 0 0,286-33 2515 0 0,-324 38-2626 0 0,-3 1-45 0 0,0-1 0 0 0,-1 1-1 0 0,1 0 1 0 0,0 0 0 0 0,0 0 0 0 0,0 0 0 0 0,0 0 0 0 0,-1 1 0 0 0,1-1-1 0 0,0 1 1 0 0,0 0 0 0 0,-1 0 0 0 0,1 0 0 0 0,4 2 0 0 0,-8 0-38 0 0,0-1 1 0 0,0 1 0 0 0,-1-1-1 0 0,1 1 1 0 0,-1-1-1 0 0,1 0 1 0 0,-1 0 0 0 0,0 0-1 0 0,0 0 1 0 0,-3 3 0 0 0,4-5-15 0 0,-73 68-1874 0 0,-24 25-583 0 0,-6 13 1571 0 0,103-106 902 0 0,1 0-1 0 0,0 1 0 0 0,-1-1 1 0 0,1 0-1 0 0,0 1 1 0 0,-1-1-1 0 0,1 0 0 0 0,0 1 1 0 0,-1-1-1 0 0,1 0 1 0 0,0 1-1 0 0,0-1 0 0 0,0 1 1 0 0,-1-1-1 0 0,1 0 1 0 0,0 1-1 0 0,0-1 0 0 0,0 1 1 0 0,0-1-1 0 0,0 0 1 0 0,0 1-1 0 0,0-1 0 0 0,0 1 1 0 0,0-1-1 0 0,0 1 1 0 0,0-1-1 0 0,0 1 0 0 0,0-1 1 0 0,0 0-1 0 0,0 1 1 0 0,0-1-1 0 0,0 1 0 0 0,1-1 1 0 0,-1 1-1 0 0,0-1 1 0 0,1 1-1 0 0,17 8-532 0 0,26-4 114 0 0,-25-6 469 0 0,2 1 147 0 0,0 0-1 0 0,0 2 1 0 0,23 3 0 0 0,-40-4-146 0 0,1 0 0 0 0,-1 0 0 0 0,0 0 0 0 0,1 1 0 0 0,-1-1 0 0 0,0 1 0 0 0,0 0 0 0 0,0 0 0 0 0,0 1 0 0 0,0-1 0 0 0,0 1 0 0 0,0 0 0 0 0,-1 0 0 0 0,0 0 0 0 0,1 0 0 0 0,-1 1 0 0 0,-1-1 0 0 0,1 1 0 0 0,0 0 0 0 0,2 4 1 0 0,-5-6-24 0 0,1 0 1 0 0,-1 0-1 0 0,0 1 1 0 0,0-1-1 0 0,0 0 1 0 0,0 0-1 0 0,0 0 1 0 0,0 0-1 0 0,-1 1 1 0 0,1-1-1 0 0,-1 0 1 0 0,1 0-1 0 0,-1 0 1 0 0,0 0 0 0 0,0 0-1 0 0,0 0 1 0 0,0 0-1 0 0,0 0 1 0 0,0-1-1 0 0,0 1 1 0 0,-1 0-1 0 0,1-1 1 0 0,-1 1-1 0 0,1-1 1 0 0,-4 3-1 0 0,-3 3-12 0 0,1 0-1 0 0,-2-1 1 0 0,1 0-1 0 0,-10 4 1 0 0,-21 13 84 0 0,23-13-198 0 0,-1-1-1 0 0,0 0 0 0 0,0-1 1 0 0,-23 7-1 0 0,58-34-5047 0 0,23 9 7736 0 0,-39 9-2323 0 0,-1 1-1 0 0,1 0 0 0 0,-1-1 1 0 0,1 1-1 0 0,-1 0 1 0 0,1 0-1 0 0,0 0 1 0 0,-1 0-1 0 0,1 0 1 0 0,-1 1-1 0 0,1-1 0 0 0,-1 0 1 0 0,1 1-1 0 0,-1-1 1 0 0,1 1-1 0 0,-1-1 1 0 0,0 1-1 0 0,1 0 0 0 0,-1-1 1 0 0,0 1-1 0 0,1 0 1 0 0,-1 0-1 0 0,0 0 1 0 0,2 2-1 0 0,-3 1-46 0 0,0-1 0 0 0,0 1-1 0 0,0 0 1 0 0,0 0 0 0 0,-1 0 0 0 0,1 0 0 0 0,-1 0-1 0 0,0 0 1 0 0,0 0 0 0 0,0-1 0 0 0,-4 7 0 0 0,-1 10 341 0 0,3 3-274 0 0,1 0 0 0 0,1 1-1 0 0,1 0 1 0 0,1-1 0 0 0,6 34 0 0 0,0 8-141 0 0,-14 443 1277 0 0,-38-82-198 0 0,33-327-945 0 0,8-73-481 0 0,1-5-132 0 0,0-1 1 0 0,1 1 0 0 0,1 0 0 0 0,1-1-1 0 0,5 37 1 0 0,1-43-1739 0 0,-1-9 1013 0 0</inkml:trace>
</inkml:ink>
</file>

<file path=ppt/ink/ink2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9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75 2761 0 0,'1'-11'-127'0'0,"-3"-28"-944"0"0,-9 14 9938 0 0,6 33-6841 0 0,-3 14-1678 0 0,7-20-204 0 0,-1 9 121 0 0,1-1-1 0 0,0 0 1 0 0,1 0-1 0 0,1 15 1 0 0,0 11 1121 0 0,-21 233 82 0 0,-3 129-1429 0 0,32-193 482 0 0,-3-113-110 0 0,-5 104 1 0 0,-4-173-378 0 0,2 0 1 0 0,0 1-1 0 0,2-1 0 0 0,0 1 0 0 0,2-1 1 0 0,10 43-1 0 0,-14-64-79 0 0</inkml:trace>
</inkml:ink>
</file>

<file path=ppt/ink/ink2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0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1 4609 0 0,'-69'32'1434'0'0,"44"-22"-402"0"0,0 1 0 0 0,1 1 0 0 0,1 1 0 0 0,-38 28-1 0 0,61-41-1014 0 0,0 0 0 0 0,0 0 0 0 0,-1 0 0 0 0,1 0 0 0 0,0 0 1 0 0,-1 1-1 0 0,1-1 0 0 0,0 0 0 0 0,0 0 0 0 0,-1 0 0 0 0,1 1 0 0 0,0-1 0 0 0,0 0 0 0 0,-1 0 0 0 0,1 1 0 0 0,0-1 0 0 0,0 0 0 0 0,0 0 0 0 0,0 1 0 0 0,-1-1 0 0 0,1 0 0 0 0,0 1 0 0 0,0-1 0 0 0,0 0 0 0 0,0 1 0 0 0,0-1 0 0 0,0 0 0 0 0,0 1 0 0 0,0-1 0 0 0,0 0 0 0 0,0 0 0 0 0,0 1 0 0 0,0-1 0 0 0,0 0 0 0 0,0 1 0 0 0,0-1 0 0 0,0 0 0 0 0,0 1 0 0 0,1-1 0 0 0,-1 0 0 0 0,0 1 0 0 0,17 2 263 0 0,37-7-338 0 0,-42 3 44 0 0,65-8 155 0 0,-41 4 553 0 0,1 2 0 0 0,0 1 1 0 0,62 5-1 0 0,-96-3-597 0 0,1 0-1 0 0,-1 1 1 0 0,0 0-1 0 0,1 0 1 0 0,-1 0-1 0 0,0 0 1 0 0,0 0-1 0 0,0 0 1 0 0,6 4-1 0 0,-9-4-99 0 0,1-1-1 0 0,-1 1 0 0 0,1-1 1 0 0,-1 0-1 0 0,0 1 0 0 0,1-1 1 0 0,-1 1-1 0 0,0-1 0 0 0,1 1 1 0 0,-1-1-1 0 0,0 1 1 0 0,0 0-1 0 0,1-1 0 0 0,-1 1 1 0 0,0-1-1 0 0,0 1 0 0 0,0-1 1 0 0,0 1-1 0 0,0 0 0 0 0,0-1 1 0 0,0 1-1 0 0,0 0 0 0 0,-1 1-51 0 0,1-1 0 0 0,-1 1-1 0 0,1-1 1 0 0,-1 1-1 0 0,0-1 1 0 0,0 1-1 0 0,0-1 1 0 0,1 0 0 0 0,-1 1-1 0 0,-1-1 1 0 0,-1 2-1 0 0,-70 59-1235 0 0,52-46 1236 0 0,1 1 0 0 0,1 1-1 0 0,-18 20 1 0 0,35-36 57 0 0,0 0 1 0 0,1 0-1 0 0,-1 0 1 0 0,1 0-1 0 0,0 0 1 0 0,-1 0-1 0 0,1 0 1 0 0,0 1-1 0 0,0-1 1 0 0,1 0-1 0 0,-1 1 1 0 0,0-1-1 0 0,0 5 1 0 0,1-7-10 0 0,0 1 1 0 0,0 0-1 0 0,1-1 0 0 0,-1 1 1 0 0,0-1-1 0 0,0 1 1 0 0,0-1-1 0 0,1 1 0 0 0,-1 0 1 0 0,0-1-1 0 0,1 1 1 0 0,-1-1-1 0 0,0 1 0 0 0,1-1 1 0 0,-1 0-1 0 0,0 1 1 0 0,1-1-1 0 0,-1 1 0 0 0,1-1 1 0 0,-1 0-1 0 0,2 1 1 0 0,21 3 124 0 0,15-5-350 0 0,43-9 0 0 0,-43 5-160 0 0,43-1 0 0 0,-80 6 409 0 0,-1 0-1 0 0,0 0 1 0 0,1 0 0 0 0,-1 0 0 0 0,0 0 0 0 0,1 0 0 0 0,-1 0-1 0 0,0 0 1 0 0,1 0 0 0 0,-1 0 0 0 0,0 0 0 0 0,1 0 0 0 0,-1 0-1 0 0,0 0 1 0 0,0 0 0 0 0,1 0 0 0 0,-1 1 0 0 0,0-1 0 0 0,1 0-1 0 0,-1 0 1 0 0,0 0 0 0 0,0 0 0 0 0,1 1 0 0 0,-1-1 0 0 0,0 0-1 0 0,0 0 1 0 0,1 1 0 0 0,-1-1 0 0 0,0 0 0 0 0,0 0 0 0 0,0 1-1 0 0,1-1 1 0 0,-1 0 0 0 0,0 0 0 0 0,0 1 0 0 0,0-1 0 0 0,0 0-1 0 0,0 1 1 0 0,-7 13 364 0 0,-20 12-68 0 0,25-24-287 0 0,-159 120 286 0 0,108-86-288 0 0,-92 84 0 0 0,142-116-25 0 0,-1-1-1 0 0,1 1 1 0 0,0 0 0 0 0,0 0 0 0 0,1 0-1 0 0,-1 0 1 0 0,1 0 0 0 0,0 0-1 0 0,-2 7 1 0 0,3-10 9 0 0,1 0-1 0 0,0 0 0 0 0,0 0 1 0 0,0 0-1 0 0,0 0 0 0 0,0 0 1 0 0,0 0-1 0 0,0 0 0 0 0,0 0 1 0 0,0 0-1 0 0,0 0 0 0 0,0 0 1 0 0,1 0-1 0 0,-1 0 0 0 0,0 0 1 0 0,1 0-1 0 0,-1-1 1 0 0,1 1-1 0 0,0 1 0 0 0,0-1 25 0 0,0 1 1 0 0,1-1-1 0 0,-1 0 0 0 0,0 0 0 0 0,1-1 0 0 0,-1 1 1 0 0,1 0-1 0 0,-1 0 0 0 0,1-1 0 0 0,-1 1 1 0 0,1-1-1 0 0,0 1 0 0 0,-1-1 0 0 0,1 0 0 0 0,2 1 1 0 0,20 0 405 0 0,-1-1 0 0 0,1 0 0 0 0,-1-2 0 0 0,46-9 0 0 0,-35 5-142 0 0,41-2-1 0 0,-48 6-200 0 0,26-1 22 0 0,-49 3-103 0 0,-1 0 0 0 0,1 0 0 0 0,0 0 0 0 0,-1 1 0 0 0,1 0 0 0 0,-1 0 0 0 0,1 0 0 0 0,-1 0 0 0 0,1 0 0 0 0,4 3 0 0 0,-8-4-25 0 0,1 1-1 0 0,0 0 1 0 0,-1-1 0 0 0,1 1-1 0 0,-1 0 1 0 0,1 0 0 0 0,-1-1 0 0 0,1 1-1 0 0,-1 0 1 0 0,0 0 0 0 0,1 0-1 0 0,-1 0 1 0 0,0-1 0 0 0,0 1 0 0 0,1 0-1 0 0,-1 0 1 0 0,0 0 0 0 0,0 0-1 0 0,0 0 1 0 0,0 0 0 0 0,0 0 0 0 0,0-1-1 0 0,-1 1 1 0 0,1 0 0 0 0,0 0 0 0 0,0 0-1 0 0,-1 0 1 0 0,1 0 0 0 0,0-1-1 0 0,-1 1 1 0 0,1 0 0 0 0,-1 0 0 0 0,1-1-1 0 0,-1 1 1 0 0,1 0 0 0 0,-2 1-1 0 0,-24 29-545 0 0,21-26 496 0 0,-33 35-642 0 0,-2-1 1 0 0,-1-2-1 0 0,-78 53 1 0 0,98-79 667 0 0,21-11-110 0 0,-1 0-1 0 0,1 1 0 0 0,-1-1 1 0 0,1 0-1 0 0,-1 0 1 0 0,1 1-1 0 0,-1-1 1 0 0,1 0-1 0 0,-1 0 1 0 0,0 0-1 0 0,1 0 1 0 0,-1 0-1 0 0,1 0 1 0 0,-1 0-1 0 0,1 0 1 0 0,-1 0-1 0 0,0 0 1 0 0,1 0-1 0 0,-1 0 1 0 0,1 0-1 0 0,-1-1 1 0 0,1 1-1 0 0,-1 0 1 0 0,1 0-1 0 0,-1 0 1 0 0,1-1-1 0 0,-1 1 1 0 0,1 0-1 0 0,-1-1 1 0 0,1 1-1 0 0,0 0 1 0 0,-1-1-1 0 0,1 1 1 0 0,-1-1-1 0 0,1 1 1 0 0,-1-1-1 0 0</inkml:trace>
</inkml:ink>
</file>

<file path=ppt/ink/ink2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1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6 6913 0 0,'12'-4'3890'0'0,"-12"4"-3898"0"0,0 0 1 0 0,0 0-1 0 0,0-1 1 0 0,1 1-1 0 0,-1 0 0 0 0,0 0 1 0 0,0 0-1 0 0,1 0 1 0 0,-1 0-1 0 0,0 0 0 0 0,0 0 1 0 0,1 0-1 0 0,-1-1 1 0 0,0 1-1 0 0,0 0 0 0 0,1 0 1 0 0,-1 0-1 0 0,0 0 1 0 0,1 1-1 0 0,-1-1 0 0 0,0 0 1 0 0,0 0-1 0 0,1 0 1 0 0,-1 0-1 0 0,0 0 0 0 0,0 0 1 0 0,1 0-1 0 0,-1 0 1 0 0,0 0-1 0 0,0 1 0 0 0,1-1 1 0 0,-1 0-1 0 0,0 0 1 0 0,0 0-1 0 0,0 0 0 0 0,0 1 1 0 0,1-1-1 0 0,-1 0 1 0 0,0 0-1 0 0,0 1 0 0 0,0-1 1 0 0,0 0-1 0 0,0 0 1 0 0,1 1-1 0 0,-1-1 0 0 0,0 0 1 0 0,0 1-1 0 0,-9 37 2050 0 0,-19 53 0 0 0,14-53-861 0 0,-15 75 0 0 0,21-48-1036 0 0,2 0-1 0 0,3 0 1 0 0,3 1 0 0 0,3-1 0 0 0,3 0 0 0 0,2 0 0 0 0,4-1 0 0 0,26 86 0 0 0,-19-75 100 0 0,-3 0 0 0 0,10 113 0 0 0,-13 157 1260 0 0,-15-311-1369 0 0,-2 0 0 0 0,-1 0 0 0 0,-2-1 0 0 0,-1 1 1 0 0,-16 38-1 0 0,22-69-1260 0 0</inkml:trace>
</inkml:ink>
</file>

<file path=ppt/ink/ink2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7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2 309 11058 0 0,'0'0'46'0'0,"0"0"-1"0"0,0 0 1 0 0,0 0-1 0 0,0 0 1 0 0,0-1-1 0 0,-1 1 1 0 0,1 0-1 0 0,0 0 1 0 0,0 0-1 0 0,0 0 1 0 0,0 0-1 0 0,0 0 1 0 0,0-1-1 0 0,0 1 1 0 0,0 0-1 0 0,0 0 1 0 0,0 0-1 0 0,0 0 1 0 0,0 0-1 0 0,0-1 1 0 0,0 1-1 0 0,0 0 1 0 0,0 0-1 0 0,0 0 1 0 0,0 0-1 0 0,0-1 1 0 0,0 1-1 0 0,0 0 1 0 0,0 0-1 0 0,0 0 1 0 0,0 0-1 0 0,0 0 1 0 0,0-1-1 0 0,0 1 1 0 0,0 0-1 0 0,0 0 1 0 0,1 0-1 0 0,-1 0 1 0 0,0 0-1 0 0,0 0 1 0 0,0 0-1 0 0,0-1 1 0 0,0 1-1 0 0,0 0 1 0 0,0 0-1 0 0,1 0 1 0 0,10-9 457 0 0,14-4-536 0 0,10 4-29 0 0,-1 3-1 0 0,1 0 1 0 0,0 3-1 0 0,68 0 1 0 0,-50 2 991 0 0,221 8 1095 0 0,-161-1-1816 0 0,160-12 1 0 0,-235 0-434 0 0,0-1 0 0 0,42-15 0 0 0,-74 20 102 0 0,11 0-748 0 0,-9 2 100 0 0,-7 4-236 0 0,-6-7 597 0 0,3 2 429 0 0,0 0 1 0 0,0-1-1 0 0,0 0 0 0 0,1 1 0 0 0,-1-1 0 0 0,1 0 1 0 0,-1 0-1 0 0,1 0 0 0 0,-1 0 0 0 0,1 0 1 0 0,0 0-1 0 0,0 0 0 0 0,0 0 0 0 0,0 0 0 0 0,0-1 1 0 0,1 1-1 0 0,-1 0 0 0 0,1 0 0 0 0,-1-1 0 0 0,1 1 1 0 0,0-1-1 0 0,0 1 0 0 0,0 0 0 0 0,0-1 1 0 0,1 1-1 0 0,-1 0 0 0 0,0-1 0 0 0,1 1 0 0 0,0 0 1 0 0,0-1-1 0 0,-1 1 0 0 0,1 0 0 0 0,3-4 1 0 0,0-2 5 0 0,0 1 0 0 0,0 0 0 0 0,1-1 0 0 0,0 2 1 0 0,0-1-1 0 0,1 1 0 0 0,0-1 0 0 0,0 2 0 0 0,0-1 1 0 0,1 1-1 0 0,8-6 0 0 0,-12 9-22 0 0,0 0-1 0 0,0 1 1 0 0,0-1 0 0 0,0 1 0 0 0,0 0 0 0 0,0 0-1 0 0,1 0 1 0 0,-1 0 0 0 0,0 0 0 0 0,1 1-1 0 0,-1 0 1 0 0,0-1 0 0 0,1 1 0 0 0,-1 0-1 0 0,0 1 1 0 0,1-1 0 0 0,-1 1 0 0 0,0-1-1 0 0,1 1 1 0 0,-1 0 0 0 0,0 0 0 0 0,0 0 0 0 0,0 1-1 0 0,0-1 1 0 0,0 1 0 0 0,0 0 0 0 0,0 0-1 0 0,0 0 1 0 0,-1 0 0 0 0,5 4 0 0 0,3 6 314 0 0,-1 0 1 0 0,0 0 0 0 0,0 1 0 0 0,-1 0 0 0 0,-1 1-1 0 0,9 23 1 0 0,21 37 184 0 0,-36-73-472 0 0,-1 0 0 0 0,1 0 0 0 0,0 0 1 0 0,-1 0-1 0 0,1 0 0 0 0,0 0 1 0 0,0 0-1 0 0,0 0 0 0 0,0 0 0 0 0,0 0 1 0 0,0-1-1 0 0,0 1 0 0 0,0 0 1 0 0,0-1-1 0 0,0 1 0 0 0,0-1 0 0 0,0 1 1 0 0,0-1-1 0 0,1 1 0 0 0,-1-1 1 0 0,0 0-1 0 0,0 0 0 0 0,0 1 0 0 0,1-1 1 0 0,0 0-1 0 0,1-1 4 0 0,-1 1 0 0 0,0-1 0 0 0,0 0 0 0 0,0 0 0 0 0,0 0 0 0 0,1 0 1 0 0,-1 0-1 0 0,-1 0 0 0 0,1 0 0 0 0,0-1 0 0 0,0 1 0 0 0,2-4 0 0 0,3-2 0 0 0,-1 0 1 0 0,0-1-1 0 0,0 0 0 0 0,-1 0 1 0 0,6-14-1 0 0,14-44-476 0 0,-19 48 106 0 0,0 0-1 0 0,1 1 0 0 0,1 0 1 0 0,17-28-1 0 0,-24 44 292 0 0,0-1 0 0 0,0 1-1 0 0,0-1 1 0 0,0 1-1 0 0,0 0 1 0 0,1 0-1 0 0,-1-1 1 0 0,0 1 0 0 0,1 0-1 0 0,-1 0 1 0 0,0 0-1 0 0,1 0 1 0 0,-1 0-1 0 0,1 1 1 0 0,0-1 0 0 0,-1 0-1 0 0,1 1 1 0 0,-1-1-1 0 0,1 1 1 0 0,0 0-1 0 0,-1-1 1 0 0,4 1 0 0 0,-3 1 24 0 0,0-1 0 0 0,0 1 1 0 0,1 0-1 0 0,-1 0 1 0 0,0-1-1 0 0,0 1 0 0 0,-1 1 1 0 0,1-1-1 0 0,0 0 1 0 0,0 0-1 0 0,0 1 0 0 0,-1-1 1 0 0,1 1-1 0 0,-1-1 1 0 0,2 3-1 0 0,4 6 70 0 0,0-1 0 0 0,-1 1 1 0 0,-1 0-1 0 0,0 1 0 0 0,6 15 1 0 0,33 114 420 0 0,13 34 562 0 0,-57-172-962 0 0,1 0-1 0 0,0 0 0 0 0,0 0 0 0 0,-1 0 0 0 0,1 0 0 0 0,0 0 0 0 0,1 0 0 0 0,-1 0 1 0 0,0-1-1 0 0,0 1 0 0 0,1 0 0 0 0,-1-1 0 0 0,1 1 0 0 0,-1-1 0 0 0,1 1 0 0 0,0-1 1 0 0,0 0-1 0 0,0 0 0 0 0,-1 0 0 0 0,1 0 0 0 0,0 0 0 0 0,0 0 0 0 0,0 0 0 0 0,0-1 0 0 0,1 1 1 0 0,-1-1-1 0 0,3 1 0 0 0,-1-2-42 0 0,0 1 1 0 0,-1-1-1 0 0,1 0 0 0 0,0-1 1 0 0,-1 1-1 0 0,1 0 1 0 0,-1-1-1 0 0,1 0 0 0 0,-1 0 1 0 0,0 0-1 0 0,0 0 1 0 0,0 0-1 0 0,0-1 1 0 0,0 0-1 0 0,3-2 0 0 0,1-4-176 0 0,1 0 0 0 0,-1 0 0 0 0,-1-1 0 0 0,1 0 0 0 0,-2 0-1 0 0,8-16 1 0 0,21-71-924 0 0,-8 20 546 0 0,-22 67 454 0 0,1-4 49 0 0,1-1 0 0 0,0 1 0 0 0,1 0 0 0 0,0 1 0 0 0,1 0 0 0 0,1 0-1 0 0,0 0 1 0 0,16-16 0 0 0,-24 29 18 0 0,0-1 0 0 0,-1 0-1 0 0,1 0 1 0 0,0 1 0 0 0,1-1-1 0 0,-1 0 1 0 0,0 1-1 0 0,0-1 1 0 0,0 1 0 0 0,0-1-1 0 0,0 1 1 0 0,1 0 0 0 0,-1-1-1 0 0,0 1 1 0 0,0 0-1 0 0,1 0 1 0 0,-1 0 0 0 0,0 0-1 0 0,0 0 1 0 0,0 0 0 0 0,1 0-1 0 0,-1 0 1 0 0,0 1-1 0 0,0-1 1 0 0,1 0 0 0 0,-1 1-1 0 0,0-1 1 0 0,0 1 0 0 0,0 0-1 0 0,0-1 1 0 0,0 1-1 0 0,0 0 1 0 0,0-1 0 0 0,0 1-1 0 0,0 0 1 0 0,0 0 0 0 0,0 0-1 0 0,-1 0 1 0 0,1 0 0 0 0,0 0-1 0 0,0 0 1 0 0,-1 0-1 0 0,1 0 1 0 0,-1 0 0 0 0,1 2-1 0 0,5 8-68 0 0,-2 0-1 0 0,1 0 1 0 0,4 21 0 0 0,-7-22 61 0 0,24 106-134 0 0,-22-86 269 0 0,2 0 0 0 0,1 0-1 0 0,1-1 1 0 0,2 0 0 0 0,23 49-1 0 0,-33-77-69 0 0,1 0-1 0 0,-1 0 0 0 0,1-1 0 0 0,-1 1 1 0 0,1 0-1 0 0,-1 0 0 0 0,1-1 0 0 0,-1 1 0 0 0,1 0 1 0 0,0 0-1 0 0,-1-1 0 0 0,1 1 0 0 0,0-1 1 0 0,-1 1-1 0 0,1-1 0 0 0,0 1 0 0 0,0-1 1 0 0,0 1-1 0 0,0-1 0 0 0,-1 0 0 0 0,1 1 0 0 0,0-1 1 0 0,0 0-1 0 0,0 0 0 0 0,0 0 0 0 0,0 0 1 0 0,1 1-1 0 0,-1-2 11 0 0,1 0 1 0 0,-1 1-1 0 0,1-1 0 0 0,-1 0 1 0 0,0 0-1 0 0,1 1 0 0 0,-1-1 1 0 0,0 0-1 0 0,0 0 1 0 0,0-1-1 0 0,0 1 0 0 0,0 0 1 0 0,0 0-1 0 0,2-3 0 0 0,3-6-100 0 0,-1-1 0 0 0,1 1 0 0 0,3-15 0 0 0,-8 22-93 0 0,22-71-1870 0 0,-9 27-3094 0 0,-5 23 457 0 0</inkml:trace>
</inkml:ink>
</file>

<file path=ppt/ink/ink2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8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61 203 1840 0 0,'-6'4'-998'0'0,"3"-3"1514"0"0,1 1 0 0 0,0 0 0 0 0,-1 0 0 0 0,1-1 0 0 0,-1 0 0 0 0,1 1-1 0 0,-1-1 1 0 0,0 0 0 0 0,1 0 0 0 0,-1-1 0 0 0,0 1 0 0 0,0 0 0 0 0,0-1 0 0 0,0 0 0 0 0,0 1 0 0 0,-4-2 0 0 0,6 1-500 0 0,1 0 1 0 0,0 0 0 0 0,0 0-1 0 0,0 0 1 0 0,-1 0-1 0 0,1-1 1 0 0,0 1 0 0 0,0 0-1 0 0,0 0 1 0 0,-1 0 0 0 0,1-1-1 0 0,0 1 1 0 0,0 0 0 0 0,0 0-1 0 0,0 0 1 0 0,0-1-1 0 0,-1 1 1 0 0,1 0 0 0 0,0 0-1 0 0,0-1 1 0 0,0 1 0 0 0,0 0-1 0 0,0 0 1 0 0,0-1-1 0 0,0 1 1 0 0,0 0 0 0 0,0 0-1 0 0,0-1 1 0 0,0 1 0 0 0,0 0-1 0 0,0 0 1 0 0,0-1-1 0 0,0 1 1 0 0,0 0 0 0 0,0 0-1 0 0,0-1 1 0 0,1 1 0 0 0,-1 0-1 0 0,0 0 1 0 0,10-12 19 0 0,14-6-321 0 0,-12 13 651 0 0,1 0 1 0 0,-1 1-1 0 0,1 0 0 0 0,-1 1 1 0 0,1 1-1 0 0,15-2 0 0 0,84 0 2064 0 0,-35 2-892 0 0,203-27 379 0 0,96-4-1486 0 0,-225 29 273 0 0,292-46-1 0 0,-242 15-5752 0 0,-195 34 3353 0 0</inkml:trace>
</inkml:ink>
</file>

<file path=ppt/ink/ink2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9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0 330 8754 0 0,'2'5'-4266'0'0,"-1"-3"4371"0"0,-1 0 0 0 0,1-1-1 0 0,0 1 1 0 0,0 0 0 0 0,0 0-1 0 0,1-1 1 0 0,-1 1 0 0 0,0-1-1 0 0,1 1 1 0 0,-1-1 0 0 0,0 0 0 0 0,1 0-1 0 0,0 1 1 0 0,2 1 0 0 0,4-1 728 0 0,-1 0 0 0 0,1 0 1 0 0,0 0-1 0 0,-1-1 0 0 0,12 0 1 0 0,11-1 230 0 0,35-4 1 0 0,-28 1-723 0 0,508-23-1378 0 0,-185 10 1735 0 0,158-10-417 0 0,-506 26-406 0 0,1-1-1 0 0,-1 2 1 0 0,0 0-1 0 0,23 4 1 0 0,-30-3-121 0 0,1 0 0 0 0,-1 0 0 0 0,0 0-1 0 0,1 1 1 0 0,-1 0 0 0 0,0 0 0 0 0,-1 0 0 0 0,1 0 0 0 0,0 1 0 0 0,-1 0-1 0 0,0 0 1 0 0,5 5 0 0 0,-2-1 42 0 0,-5-7 317 0 0,-1 0 0 0 0,0 1-1 0 0,0-1 1 0 0,1 0-1 0 0,-1 1 1 0 0,0-1 0 0 0,0 0-1 0 0,0 1 1 0 0,-1 0-1 0 0,1-1 1 0 0,0 1-1 0 0,0-1 1 0 0,-1 1 0 0 0,1 0-1 0 0,3 5 3010 0 0,-2-11-2794 0 0,106-276 1496 0 0,-106 276-1864 0 0,-1 0-1 0 0,1 1 1 0 0,0 0 0 0 0,0-1 0 0 0,0 1 0 0 0,0 0 0 0 0,1 0 0 0 0,-1 0 0 0 0,4-3 0 0 0,-5 6 29 0 0,-1 0-1 0 0,1-1 1 0 0,-1 1-1 0 0,1 0 0 0 0,-1 0 1 0 0,0-1-1 0 0,1 1 0 0 0,-1 0 1 0 0,1 0-1 0 0,-1 0 0 0 0,1 0 1 0 0,0 0-1 0 0,-1-1 0 0 0,1 1 1 0 0,-1 0-1 0 0,1 0 1 0 0,-1 0-1 0 0,1 0 0 0 0,-1 1 1 0 0,1-1-1 0 0,-1 0 0 0 0,1 0 1 0 0,-1 0-1 0 0,1 0 0 0 0,-1 0 1 0 0,1 1-1 0 0,1 0-1 0 0,-1 0 0 0 0,0 1 0 0 0,0-1-1 0 0,0 0 1 0 0,0 1 0 0 0,0-1 0 0 0,0 0 0 0 0,0 1-1 0 0,-1-1 1 0 0,1 1 0 0 0,0 0 0 0 0,-1-1 0 0 0,1 3-1 0 0,14 67-95 0 0,-12-53 297 0 0,0 0 0 0 0,2 0 0 0 0,11 31 0 0 0,-13-43-56 0 0,0 1 0 0 0,1-1 0 0 0,0 1 0 0 0,0-1 0 0 0,0 0 0 0 0,1 0 0 0 0,0-1 0 0 0,6 6-1 0 0,-10-10-104 0 0,0 0-1 0 0,1 0 0 0 0,-1 0 0 0 0,0 0 0 0 0,1 0 0 0 0,-1 0 0 0 0,1-1 1 0 0,-1 1-1 0 0,1 0 0 0 0,-1-1 0 0 0,1 0 0 0 0,-1 1 0 0 0,1-1 0 0 0,-1 0 1 0 0,1 1-1 0 0,-1-1 0 0 0,1 0 0 0 0,0 0 0 0 0,-1 0 0 0 0,1-1 0 0 0,-1 1 1 0 0,1 0-1 0 0,0-1 0 0 0,-1 1 0 0 0,1-1 0 0 0,-1 1 0 0 0,1-1 0 0 0,-1 0 1 0 0,0 1-1 0 0,1-1 0 0 0,-1 0 0 0 0,0 0 0 0 0,1 0 0 0 0,-1 0 0 0 0,0 0 1 0 0,0 0-1 0 0,0-1 0 0 0,0 1 0 0 0,0 0 0 0 0,0-1 0 0 0,0 1 0 0 0,1-3 1 0 0,13-21-196 0 0,-2-1 1 0 0,0-1-1 0 0,11-37 1 0 0,-12 32 112 0 0,1 1 1 0 0,17-32 0 0 0,-28 60 27 0 0,0 0 0 0 0,-1 0-1 0 0,1 0 1 0 0,0 0-1 0 0,1 0 1 0 0,-1 1-1 0 0,0-1 1 0 0,1 1-1 0 0,-1 0 1 0 0,1 0-1 0 0,0 0 1 0 0,5-3 0 0 0,-7 4 3 0 0,1 1 0 0 0,-1 0 0 0 0,0 0 0 0 0,1 0 0 0 0,-1 0 0 0 0,1 0 0 0 0,-1 0 0 0 0,0 1 0 0 0,1-1 0 0 0,-1 0 0 0 0,0 1 0 0 0,1-1 0 0 0,-1 1 0 0 0,0-1 0 0 0,0 1 1 0 0,0 0-1 0 0,1 0 0 0 0,-1-1 0 0 0,0 1 0 0 0,0 0 0 0 0,0 0 0 0 0,0 0 0 0 0,0 0 0 0 0,0 0 0 0 0,-1 0 0 0 0,1 0 0 0 0,0 1 0 0 0,0-1 0 0 0,-1 0 0 0 0,1 0 0 0 0,-1 1 0 0 0,1 1 1 0 0,8 17 107 0 0,-1 0 0 0 0,-1 0 0 0 0,0 1 0 0 0,3 22 0 0 0,-7-23 83 0 0,2-1 0 0 0,1-1 0 0 0,0 1 0 0 0,1-1-1 0 0,14 26 1 0 0,-18-39-148 0 0,20 30 51 0 0,-21-34-61 0 0,-1 1 0 0 0,0 0 0 0 0,1-1 0 0 0,-1 0 0 0 0,1 1 0 0 0,-1-1 0 0 0,1 0 0 0 0,0 0 1 0 0,-1 1-1 0 0,1-1 0 0 0,0-1 0 0 0,0 1 0 0 0,0 0 0 0 0,0 0 0 0 0,0-1 0 0 0,0 1 0 0 0,2 0 0 0 0,-3-2 6 0 0,0 1-1 0 0,0 0 1 0 0,1-1-1 0 0,-1 1 1 0 0,0-1-1 0 0,0 1 1 0 0,0-1-1 0 0,0 0 1 0 0,0 1-1 0 0,0-1 0 0 0,0 0 1 0 0,0 0-1 0 0,0 0 1 0 0,0 0-1 0 0,0 0 1 0 0,0 0-1 0 0,-1 0 1 0 0,1 0-1 0 0,0 0 1 0 0,-1 0-1 0 0,1-1 1 0 0,13-31 59 0 0,-11 25-57 0 0,23-73-911 0 0,-21 62 346 0 0,0 0 0 0 0,2 1-1 0 0,0-1 1 0 0,0 2 0 0 0,2-1-1 0 0,18-27 1 0 0,-26 43 520 0 0,1-1 0 0 0,0 1-1 0 0,-1 0 1 0 0,1 0 0 0 0,0 0 0 0 0,0 0 0 0 0,1 0 0 0 0,-1 1-1 0 0,0-1 1 0 0,1 1 0 0 0,-1-1 0 0 0,1 1 0 0 0,-1 0-1 0 0,1 0 1 0 0,0 0 0 0 0,-1 0 0 0 0,1 1 0 0 0,0-1 0 0 0,0 1-1 0 0,-1-1 1 0 0,1 1 0 0 0,4 0 0 0 0,-4 1 109 0 0,-1 0-1 0 0,1 0 1 0 0,0 0 0 0 0,-1 0 0 0 0,1 0-1 0 0,0 0 1 0 0,-1 1 0 0 0,0 0 0 0 0,1-1-1 0 0,-1 1 1 0 0,0 0 0 0 0,0 0-1 0 0,0 0 1 0 0,0 0 0 0 0,0 1 0 0 0,0-1-1 0 0,-1 0 1 0 0,1 1 0 0 0,-1 0 0 0 0,1-1-1 0 0,0 5 1 0 0,6 12 552 0 0,-1 1-1 0 0,-1 0 0 0 0,7 41 0 0 0,-6 21-4510 0 0,-7-70-1230 0 0</inkml:trace>
</inkml:ink>
</file>

<file path=ppt/ink/ink2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0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91 5985 0 0,'-1'1'76'0'0,"-31"14"228"0"0,30-14-433 0 0,1 0 0 0 0,-1 0 1 0 0,1 0-1 0 0,-1 0 0 0 0,1 0 1 0 0,0 1-1 0 0,-1-1 0 0 0,1 1 1 0 0,0-1-1 0 0,0 1 0 0 0,0-1 0 0 0,0 1 1 0 0,0-1-1 0 0,0 1 0 0 0,0 0 1 0 0,0 2-1 0 0,1-3 112 0 0,1-1 0 0 0,-1 1 1 0 0,0-1-1 0 0,1 1 0 0 0,-1-1 1 0 0,1 1-1 0 0,-1-1 0 0 0,1 1 0 0 0,-1-1 1 0 0,1 1-1 0 0,-1-1 0 0 0,1 1 1 0 0,-1-1-1 0 0,1 0 0 0 0,-1 1 0 0 0,1-1 1 0 0,0 0-1 0 0,-1 0 0 0 0,1 1 1 0 0,0-1-1 0 0,-1 0 0 0 0,1 0 0 0 0,0 0 1 0 0,-1 0-1 0 0,1 0 0 0 0,0 0 1 0 0,-1 0-1 0 0,2 0 0 0 0,23 1 1194 0 0,-25-1-1132 0 0,39-1 3482 0 0,47-8 0 0 0,40-12-217 0 0,2-1-1880 0 0,282-7-91 0 0,-120 14-766 0 0,-88 3 119 0 0,85-9-1224 0 0,-237 12-4965 0 0,-28 6-224 0 0</inkml:trace>
</inkml:ink>
</file>

<file path=ppt/ink/ink2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1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6913 0 0,'0'0'529'0'0,"31"-2"4074"0"0,-26 2-4473 0 0,-1-1 0 0 0,1 1 0 0 0,0 0 0 0 0,0 0 0 0 0,-1 0 0 0 0,1 1 0 0 0,0-1 0 0 0,-1 1 0 0 0,1 0 0 0 0,-1 1 0 0 0,1-1 0 0 0,-1 1 0 0 0,0 0 0 0 0,1 0 0 0 0,-1 0 0 0 0,0 1 0 0 0,0-1 0 0 0,-1 1 0 0 0,1 0 0 0 0,0 0 0 0 0,-1 0 0 0 0,0 1 0 0 0,0-1 0 0 0,0 1 0 0 0,0 0 0 0 0,0 0 0 0 0,-1 0 0 0 0,1 0 0 0 0,-1 0 0 0 0,-1 0 0 0 0,1 1 0 0 0,0-1 0 0 0,-1 1 0 0 0,0-1 0 0 0,1 6 0 0 0,2 60 1043 0 0,-6 98 0 0 0,0-17-992 0 0,3 16-173 0 0,3 88-27 0 0,1-180 89 0 0,20 104-1 0 0,-15-132-28 0 0,-2-1 0 0 0,-2 2 0 0 0,-2-1 0 0 0,-2 1 0 0 0,-5 50 0 0 0,0-47-434 0 0,1 0 1 0 0,3 0-1 0 0,9 61 1 0 0,-10-111 321 0 0,0-1 0 0 0,0 1 1 0 0,0 0-1 0 0,0 0 0 0 0,0 0 0 0 0,1 0 1 0 0,-1-1-1 0 0,0 1 0 0 0,0 0 1 0 0,1 0-1 0 0,-1 0 0 0 0,1-1 0 0 0,-1 1 1 0 0,1 0-1 0 0,-1-1 0 0 0,1 1 0 0 0,-1 0 1 0 0,1-1-1 0 0,0 1 0 0 0,-1-1 1 0 0,1 1-1 0 0,0-1 0 0 0,-1 1 0 0 0,1-1 1 0 0,0 1-1 0 0,0-1 0 0 0,-1 0 0 0 0,2 1 1 0 0,3-2-740 0 0</inkml:trace>
</inkml:ink>
</file>

<file path=ppt/ink/ink2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7370 0 0,'4'-1'373'0'0,"0"0"-1"0"0,0 0 1 0 0,1 1 0 0 0,-1-1 0 0 0,0 1 0 0 0,1 0 0 0 0,-1 0 0 0 0,5 1 0 0 0,3-1-437 0 0,26-1-1359 0 0,-1 1 0 0 0,40 5 0 0 0,-15 7 3153 0 0,-61-12-1670 0 0,1 0-1 0 0,0 0 1 0 0,-1 0 0 0 0,1 1-1 0 0,0-1 1 0 0,-1 1 0 0 0,1-1-1 0 0,-1 1 1 0 0,1 0-1 0 0,-1 0 1 0 0,1 0 0 0 0,-1-1-1 0 0,0 1 1 0 0,1 1 0 0 0,-1-1-1 0 0,0 0 1 0 0,0 0-1 0 0,0 0 1 0 0,1 1 0 0 0,-2-1-1 0 0,1 0 1 0 0,0 1 0 0 0,0-1-1 0 0,0 1 1 0 0,0-1 0 0 0,-1 1-1 0 0,1 0 1 0 0,-1-1-1 0 0,1 1 1 0 0,-1-1 0 0 0,0 4-1 0 0,0-1-97 0 0,-1 0 0 0 0,0-1 1 0 0,-1 1-1 0 0,1 0 0 0 0,-1 0 0 0 0,1-1 0 0 0,-1 1 0 0 0,0-1 0 0 0,0 1 0 0 0,-1-1 0 0 0,1 0 0 0 0,-5 5 0 0 0,-28 28-531 0 0,-43 35 1 0 0,-3 3 2097 0 0,79-72-1425 0 0,0 0 0 0 0,0 0-1 0 0,0 0 1 0 0,1 0 0 0 0,-1 0 0 0 0,1 0 0 0 0,0 1-1 0 0,-2 4 1 0 0,2-7-61 0 0,1 1 1 0 0,0 0-1 0 0,0 0 0 0 0,0-1 1 0 0,0 1-1 0 0,-1 0 0 0 0,1 0 1 0 0,1 0-1 0 0,-1-1 0 0 0,0 1 0 0 0,0 0 1 0 0,0 0-1 0 0,0-1 0 0 0,0 1 1 0 0,1 0-1 0 0,-1 0 0 0 0,0-1 1 0 0,1 1-1 0 0,-1 0 0 0 0,1 1 1 0 0,1-1-9 0 0,0 1 1 0 0,0 0-1 0 0,1-1 1 0 0,-1 0-1 0 0,0 1 0 0 0,1-1 1 0 0,-1 0-1 0 0,1 0 1 0 0,-1 0-1 0 0,1-1 1 0 0,0 1-1 0 0,-1-1 1 0 0,1 1-1 0 0,-1-1 1 0 0,6 0-1 0 0,13 0 641 0 0,38-4 0 0 0,-40 1-82 0 0,-1 2 0 0 0,35 1 0 0 0,-52 0-579 0 0,0 0-1 0 0,0 0 0 0 0,0 0 1 0 0,0 0-1 0 0,0 0 0 0 0,1 0 1 0 0,-1 1-1 0 0,0-1 1 0 0,0 0-1 0 0,0 1 0 0 0,0-1 1 0 0,0 1-1 0 0,0-1 0 0 0,0 1 1 0 0,0-1-1 0 0,0 1 0 0 0,0 0 1 0 0,0 0-1 0 0,-1-1 1 0 0,1 1-1 0 0,0 0 0 0 0,1 2 1 0 0,-2-2-22 0 0,0 0 0 0 0,0 0 0 0 0,0 0 0 0 0,0 0 0 0 0,0 0 1 0 0,0 0-1 0 0,0 0 0 0 0,0 0 0 0 0,0 0 0 0 0,-1 1 0 0 0,1-1 0 0 0,0 0 1 0 0,-1 0-1 0 0,1 0 0 0 0,-1 0 0 0 0,1 0 0 0 0,-1 0 0 0 0,-1 1 0 0 0,-5 7-44 0 0,0 0-1 0 0,-1-1 1 0 0,-14 12-1 0 0,14-13 270 0 0,-1 1-138 0 0,-1 0 188 0 0,1 1-1 0 0,0 1 1 0 0,-14 17 0 0 0,22-25-242 0 0,-1 0 0 0 0,1 0 1 0 0,0-1-1 0 0,0 1 0 0 0,0 0 1 0 0,0 0-1 0 0,0 0 0 0 0,0 0 1 0 0,1 0-1 0 0,-1 1 0 0 0,1-1 1 0 0,-1 0-1 0 0,1 0 0 0 0,0 0 1 0 0,0 0-1 0 0,0 1 0 0 0,0-1 1 0 0,0 0-1 0 0,0 0 0 0 0,0 0 1 0 0,1 0-1 0 0,0 1 0 0 0,-1-1 1 0 0,1 0-1 0 0,0 0 0 0 0,0 0 1 0 0,0 0-1 0 0,0 0 0 0 0,2 2 1 0 0,1 0-43 0 0,0 0 0 0 0,1-1 0 0 0,0 0 0 0 0,-1 0 0 0 0,1 0 0 0 0,0-1 0 0 0,1 1 0 0 0,-1-1 0 0 0,0 0 0 0 0,1-1 0 0 0,-1 1 0 0 0,1-1 0 0 0,-1 0 0 0 0,1-1-1 0 0,-1 1 1 0 0,8-1 0 0 0,-6 0 0 0 0,0 1 1 0 0,0 0-1 0 0,1 0 0 0 0,-1 0 0 0 0,0 1 0 0 0,0 0 0 0 0,0 1 0 0 0,12 6 0 0 0,-18-9 10 0 0,-1 1-1 0 0,0-1 1 0 0,0 1 0 0 0,0-1 0 0 0,1 1 0 0 0,-1-1 0 0 0,0 1 0 0 0,0-1-1 0 0,0 1 1 0 0,0-1 0 0 0,0 1 0 0 0,0-1 0 0 0,0 1 0 0 0,0-1-1 0 0,0 1 1 0 0,0-1 0 0 0,0 1 0 0 0,-1-1 0 0 0,1 1 0 0 0,0-1 0 0 0,0 0-1 0 0,0 1 1 0 0,-1-1 0 0 0,1 1 0 0 0,0-1 0 0 0,0 1 0 0 0,-1-1 0 0 0,1 0-1 0 0,0 1 1 0 0,-1-1 0 0 0,1 0 0 0 0,-1 1 0 0 0,1-1 0 0 0,0 0 0 0 0,-1 1-1 0 0,1-1 1 0 0,-1 0 0 0 0,1 0 0 0 0,-1 1 0 0 0,-25 18-444 0 0,17-13 353 0 0,8-5 60 0 0,0 0-1 0 0,0-1 0 0 0,0 1 0 0 0,0 0 0 0 0,0 1 0 0 0,0-1 0 0 0,0 0 1 0 0,0 0-1 0 0,0 0 0 0 0,0 0 0 0 0,1 1 0 0 0,-1-1 0 0 0,1 0 0 0 0,-1 1 0 0 0,0 1 1 0 0,1-2-20 0 0,0 0 0 0 0,0-1 0 0 0,0 1 1 0 0,0 0-1 0 0,1-1 0 0 0,-1 1 1 0 0,0-1-1 0 0,0 1 0 0 0,1 0 0 0 0,-1-1 1 0 0,0 1-1 0 0,1-1 0 0 0,-1 1 0 0 0,0-1 1 0 0,1 1-1 0 0,-1-1 0 0 0,1 1 1 0 0,-1-1-1 0 0,1 1 0 0 0,-1-1 0 0 0,1 1 1 0 0,-1-1-1 0 0,2 1 0 0 0,4 2-318 0 0,0-1 0 0 0,0 0-1 0 0,0 0 1 0 0,0 0 0 0 0,10 1-1 0 0,-12-2 347 0 0,16 3 340 0 0,-13-2 265 0 0,1 0-1 0 0,0 0 1 0 0,0-1 0 0 0,-1 0 0 0 0,1-1-1 0 0,0 0 1 0 0,0 0 0 0 0,13-2 0 0 0,-11-4-40 0 0</inkml:trace>
</inkml:ink>
</file>

<file path=ppt/ink/ink2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 11522 0 0,'-1'0'382'0'0,"0"0"-1"0"0,0 0 1 0 0,0 1-1 0 0,0-1 1 0 0,0 0-1 0 0,-7 5 3053 0 0,7-3-3053 0 0,-21 28-3063 0 0,12-16 997 0 0,0 2 2825 0 0,0 0 0 0 0,1 0 0 0 0,1 1 0 0 0,0 0 0 0 0,-6 24 1 0 0,4-14-1149 0 0,4-10 56 0 0,1-1 0 0 0,1 1 0 0 0,1 0 0 0 0,-2 32 0 0 0,4 74 720 0 0,2-68-519 0 0,20 266-223 0 0,26-2 180 0 0,-29-207-158 0 0,-10-39 4 0 0,-4 143 0 0 0,1 11 4 0 0,0-177-897 0 0,4 50-4996 0 0</inkml:trace>
</inkml:ink>
</file>

<file path=ppt/ink/ink2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6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951 1006 3225 0 0,'3'-19'1347'0'0,"-2"18"-1196"0"0,-1-1 1 0 0,1 1 0 0 0,-1-1-1 0 0,0 1 1 0 0,1 0-1 0 0,-1-1 1 0 0,0 1 0 0 0,0-1-1 0 0,0 1 1 0 0,0-1 0 0 0,0 1-1 0 0,-1-3 1 0 0,0 3-41 0 0,0 1 0 0 0,0-1 1 0 0,1 0-1 0 0,-1 1 0 0 0,0-1 0 0 0,0 1 0 0 0,0 0 1 0 0,0-1-1 0 0,0 1 0 0 0,0 0 0 0 0,0-1 0 0 0,0 1 1 0 0,0 0-1 0 0,0 0 0 0 0,0 0 0 0 0,0 0 0 0 0,0 0 0 0 0,0 0 1 0 0,0 0-1 0 0,0 0 0 0 0,0 0 0 0 0,0 1 0 0 0,0-1 1 0 0,1 0-1 0 0,-3 1 0 0 0,0 0 200 0 0,1-1 0 0 0,-1 1 0 0 0,1-1 0 0 0,-1 0 0 0 0,0 0 0 0 0,1 0 0 0 0,-1-1 0 0 0,1 1 0 0 0,-1-1 0 0 0,1 1 0 0 0,-1-1 0 0 0,1 0 0 0 0,-1 0 0 0 0,1 0 0 0 0,0 0 0 0 0,-1 0 1 0 0,1-1-1 0 0,-3-1 0 0 0,-2-4 521 0 0,0 1 1 0 0,1-1 0 0 0,-11-14 0 0 0,12 14-689 0 0,-1 0 0 0 0,1 0 1 0 0,-1 1-1 0 0,0 0 0 0 0,-9-6 0 0 0,-26-18 86 0 0,0-2 0 0 0,2-2 1 0 0,2-1-1 0 0,1-3 0 0 0,2 0 0 0 0,-48-70 0 0 0,5 0 138 0 0,-5 4-1 0 0,-4 4 0 0 0,-122-111 1 0 0,172 185-3177 0 0</inkml:trace>
</inkml:ink>
</file>

<file path=ppt/ink/ink2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7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1845 10 10594 0 0,'0'-1'17'0'0,"0"1"0"0"0,-1-1 0 0 0,1 1 0 0 0,0-1 0 0 0,0 1 1 0 0,0-1-1 0 0,-1 1 0 0 0,1-1 0 0 0,0 1 0 0 0,-1 0 0 0 0,1-1 0 0 0,-1 1 0 0 0,1-1 0 0 0,0 1 0 0 0,-1 0 0 0 0,1-1 0 0 0,-1 1 0 0 0,1 0 0 0 0,-1-1 0 0 0,1 1 0 0 0,-1 0 0 0 0,1 0 0 0 0,-1 0 0 0 0,1 0 0 0 0,-1-1 0 0 0,1 1 0 0 0,-1 0 0 0 0,0 0 0 0 0,1 0 0 0 0,-1 0 1 0 0,1 0-1 0 0,-1 0 0 0 0,1 0 0 0 0,-1 0 0 0 0,1 0 0 0 0,-1 1 0 0 0,1-1 0 0 0,-2 0 0 0 0,-20 6-95 0 0,7 1 71 0 0,1 1 0 0 0,0 1 0 0 0,0 0-1 0 0,1 1 1 0 0,0 0 0 0 0,1 1 0 0 0,-15 17 0 0 0,-72 95 1525 0 0,77-93-1373 0 0,-512 604 1572 0 0,498-593-1714 0 0,-344 342 313 0 0,212-222 348 0 0,-36 22 454 0 0,159-147-1210 0 0,-2-3 0 0 0,-89 47 0 0 0,125-74-1232 0 0</inkml:trace>
</inkml:ink>
</file>

<file path=ppt/ink/ink2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77 210 920 0 0,'1'-1'26'0'0,"0"1"0"0"0,-1 0 0 0 0,1-1-1 0 0,0 1 1 0 0,0 0 0 0 0,0-1 0 0 0,-1 1 0 0 0,1-1-1 0 0,0 1 1 0 0,-1-1 0 0 0,1 1 0 0 0,0-1 0 0 0,-1 0-1 0 0,1 1 1 0 0,-1-1 0 0 0,1 0 0 0 0,-1 1-1 0 0,1-1 1 0 0,-1 0 0 0 0,1 0 0 0 0,-1 0 0 0 0,0 1-1 0 0,1-2 1 0 0,-1 1 46 0 0,-1 0-1 0 0,1 0 0 0 0,0 1 1 0 0,-1-1-1 0 0,1 0 1 0 0,0 1-1 0 0,-1-1 0 0 0,1 1 1 0 0,-1-1-1 0 0,1 1 0 0 0,-1-1 1 0 0,1 1-1 0 0,-1-1 1 0 0,0 1-1 0 0,1-1 0 0 0,-1 1 1 0 0,1-1-1 0 0,-1 1 1 0 0,0 0-1 0 0,-1-1 0 0 0,-2-1 252 0 0,0 1 1 0 0,-1 0-1 0 0,1 0 0 0 0,0 0 0 0 0,-1 0 0 0 0,1 0 1 0 0,-9 1-1 0 0,11 0-305 0 0,0 1 0 0 0,0-1 0 0 0,1 0 0 0 0,-1 0 0 0 0,0 0 0 0 0,0 0 0 0 0,1 0 0 0 0,-1 0 0 0 0,0-1 0 0 0,0 1 0 0 0,1-1 0 0 0,-1 1 0 0 0,0-1 0 0 0,1 0 0 0 0,-3 0 0 0 0,3 0 16 0 0,1 1 1 0 0,-1-1-1 0 0,1 1 0 0 0,-1-1 1 0 0,1 0-1 0 0,-1 1 1 0 0,1-1-1 0 0,0 0 0 0 0,-1 1 1 0 0,1-1-1 0 0,0 0 1 0 0,-1 0-1 0 0,1 1 0 0 0,0-1 1 0 0,0 0-1 0 0,0 0 1 0 0,0 0-1 0 0,0 1 0 0 0,0-1 1 0 0,0 0-1 0 0,0 0 1 0 0,0 1-1 0 0,0-3 0 0 0,1 0 165 0 0,0-1-1 0 0,1 1 0 0 0,-1-1 0 0 0,1 1 0 0 0,0-1 1 0 0,0 1-1 0 0,0 0 0 0 0,0 0 0 0 0,0 0 0 0 0,1 0 1 0 0,-1 0-1 0 0,5-3 0 0 0,7-5 74 0 0,0 2 1 0 0,0 0-1 0 0,1 0 1 0 0,0 1-1 0 0,0 1 1 0 0,1 1-1 0 0,18-6 1 0 0,3 2-111 0 0,0 2 1 0 0,42-5-1 0 0,-63 11-18 0 0,0 0-1 0 0,0 2 0 0 0,0-1 0 0 0,0 2 1 0 0,23 3-1 0 0,-35-3-110 0 0,-1 0 1 0 0,1-1-1 0 0,-1 1 0 0 0,1 1 1 0 0,-1-1-1 0 0,0 0 0 0 0,0 1 0 0 0,0-1 1 0 0,0 1-1 0 0,0 0 0 0 0,0 0 1 0 0,0 0-1 0 0,-1 1 0 0 0,1-1 1 0 0,-1 1-1 0 0,1-1 0 0 0,-1 1 1 0 0,0 0-1 0 0,0 0 0 0 0,0 0 1 0 0,0 0-1 0 0,-1 0 0 0 0,1 0 0 0 0,-1 0 1 0 0,0 1-1 0 0,0-1 0 0 0,0 1 1 0 0,0-1-1 0 0,-1 1 0 0 0,0-1 1 0 0,1 5-1 0 0,-2 9 23 0 0,0 0 0 0 0,-1 0-1 0 0,0 0 1 0 0,-2 0 0 0 0,0 0 0 0 0,-1-1 0 0 0,0 1 0 0 0,-1-1-1 0 0,-1-1 1 0 0,-17 30 0 0 0,8-21 35 0 0,0 0 0 0 0,-2-1 0 0 0,0 0 0 0 0,-2-2 0 0 0,-36 33 0 0 0,38-42-88 0 0,16-12-6 0 0,11-8-9 0 0,3-2-216 0 0,1 1 0 0 0,0 1 0 0 0,1 0 1 0 0,0 1-1 0 0,0 0 0 0 0,0 2 0 0 0,1-1 0 0 0,0 2 0 0 0,0 0 0 0 0,27-4 0 0 0,-16 5 183 0 0,1 0-1 0 0,-1 2 1 0 0,1 2 0 0 0,-1 0-1 0 0,42 7 1 0 0,-44-3 231 0 0,1 1 1 0 0,41 16-1 0 0,-60-20-114 0 0,0 0 0 0 0,0 1-1 0 0,0 0 1 0 0,0 1 0 0 0,0-1-1 0 0,-1 1 1 0 0,1 0-1 0 0,-1 0 1 0 0,0 1 0 0 0,0 0-1 0 0,-1-1 1 0 0,1 2 0 0 0,-1-1-1 0 0,0 0 1 0 0,5 11 0 0 0,-8-12 1 0 0,0-1 1 0 0,0 1 0 0 0,0-1-1 0 0,0 1 1 0 0,-1-1 0 0 0,1 1 0 0 0,-1 0-1 0 0,0-1 1 0 0,0 1 0 0 0,-1 0-1 0 0,1-1 1 0 0,-1 1 0 0 0,0-1-1 0 0,-1 7 1 0 0,-1-3 52 0 0,-1 0 0 0 0,1 0-1 0 0,-1 0 1 0 0,0-1 0 0 0,0 1 0 0 0,-9 8 0 0 0,-3 2 33 0 0,-1-1 1 0 0,-1-1 0 0 0,-31 21-1 0 0,-12 2-920 0 0,18-22-2907 0 0</inkml:trace>
</inkml:ink>
</file>

<file path=ppt/ink/ink2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2 13827 0 0,'-1'0'9'0'0,"1"-1"1"0"0,-1 1-1 0 0,0 0 0 0 0,0 0 1 0 0,1 0-1 0 0,-1 0 0 0 0,0 0 1 0 0,0 0-1 0 0,1 0 0 0 0,-1 0 1 0 0,0 0-1 0 0,0 0 0 0 0,1 0 1 0 0,-1 1-1 0 0,0-1 0 0 0,0 0 1 0 0,1 0-1 0 0,-1 1 0 0 0,0-1 1 0 0,1 0-1 0 0,-1 1 0 0 0,0-1 1 0 0,1 1-1 0 0,-1-1 0 0 0,1 1 1 0 0,-1-1-1 0 0,1 1 0 0 0,-1-1 1 0 0,1 1-1 0 0,-1 0 0 0 0,1-1 1 0 0,-1 1-1 0 0,1 0 0 0 0,-1 0 1 0 0,-23 33-313 0 0,15-21 815 0 0,4-6-643 0 0,-20 28-1498 0 0,24-35 1546 0 0,1 1 1 0 0,-1 0-1 0 0,0-1 0 0 0,1 1 0 0 0,0 0 1 0 0,-1-1-1 0 0,1 1 0 0 0,-1 0 0 0 0,1 0 1 0 0,0-1-1 0 0,-1 1 0 0 0,1 0 1 0 0,0 0-1 0 0,0 0 0 0 0,0 0 0 0 0,0-1 1 0 0,0 1-1 0 0,0 0 0 0 0,0 0 0 0 0,0 0 1 0 0,0 0-1 0 0,0-1 0 0 0,0 1 1 0 0,0 0-1 0 0,1 0 0 0 0,-1 0 0 0 0,0 0 1 0 0,0-1-1 0 0,1 1 0 0 0,-1 0 0 0 0,1 0 1 0 0,-1-1-1 0 0,1 1 0 0 0,-1 0 0 0 0,1-1 1 0 0,0 2-1 0 0,5-3 74 0 0,-1-6 62 0 0</inkml:trace>
</inkml:ink>
</file>

<file path=ppt/ink/ink2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22 163 2761 0 0,'-2'-1'182'0'0,"1"0"1"0"0,-1 0-1 0 0,1 0 0 0 0,-1 1 1 0 0,0-1-1 0 0,1-1 1 0 0,0 1-1 0 0,-1 0 1 0 0,1 0-1 0 0,0 0 1 0 0,-1-1-1 0 0,0-1 1 0 0,1 2-155 0 0,1-1 1 0 0,0 1 0 0 0,0 0 0 0 0,0 0-1 0 0,0-1 1 0 0,0 1 0 0 0,0 0-1 0 0,0 0 1 0 0,0-1 0 0 0,0 1 0 0 0,0 0-1 0 0,1 0 1 0 0,-1-1 0 0 0,0 1 0 0 0,1 0-1 0 0,-1 0 1 0 0,1 0 0 0 0,-1 0-1 0 0,1 0 1 0 0,1-2 0 0 0,2-2 91 0 0,0-1 0 0 0,0 0 1 0 0,1 1-1 0 0,0 0 0 0 0,0 0 0 0 0,1 1 1 0 0,-1 0-1 0 0,1-1 0 0 0,12-5 0 0 0,1 0 893 0 0,40-15-1 0 0,-36 17-51 0 0,36-8-1 0 0,-52 14-852 0 0,1 1-1 0 0,0 0 1 0 0,0 0-1 0 0,-1 1 1 0 0,1 0-1 0 0,0 0 1 0 0,0 1-1 0 0,15 3 1 0 0,-22-4-94 0 0,1 1 0 0 0,-1 0 0 0 0,0-1-1 0 0,1 1 1 0 0,-1 0 0 0 0,1 0 0 0 0,-1-1 0 0 0,0 1 0 0 0,0 0 0 0 0,0 0 0 0 0,1 1 0 0 0,-1-1 0 0 0,0 0-1 0 0,0 0 1 0 0,0 0 0 0 0,-1 1 0 0 0,1-1 0 0 0,0 1 0 0 0,0-1 0 0 0,0 2 0 0 0,0 1 7 0 0,0 0 1 0 0,0 0 0 0 0,-1 0 0 0 0,1 0-1 0 0,-1 0 1 0 0,0 0 0 0 0,0-1-1 0 0,-1 6 1 0 0,-2 6 49 0 0,0 0 0 0 0,-1 0 1 0 0,-6 15-1 0 0,10-29-66 0 0,-33 70 479 0 0,25-57-426 0 0,1 1-1 0 0,0 1 1 0 0,1-1 0 0 0,0 1-1 0 0,-4 22 1 0 0,10-38-63 0 0,0 1 0 0 0,0-1 0 0 0,1 1 0 0 0,-1-1 1 0 0,0 1-1 0 0,0-1 0 0 0,0 1 0 0 0,0-1 0 0 0,1 1 0 0 0,-1-1 0 0 0,0 0 1 0 0,0 1-1 0 0,1-1 0 0 0,-1 1 0 0 0,0-1 0 0 0,0 0 0 0 0,1 1 0 0 0,-1-1 0 0 0,1 0 1 0 0,-1 1-1 0 0,0-1 0 0 0,1 0 0 0 0,-1 0 0 0 0,1 1 0 0 0,-1-1 0 0 0,0 0 1 0 0,1 0-1 0 0,-1 0 0 0 0,1 0 0 0 0,-1 0 0 0 0,1 0 0 0 0,-1 1 0 0 0,1-1 1 0 0,-1 0-1 0 0,1 0 0 0 0,-1 0 0 0 0,1 0 0 0 0,-1-1 0 0 0,1 1 0 0 0,-1 0 0 0 0,1 0 1 0 0,0 0-1 0 0,27-5-551 0 0,-23 3 393 0 0,1 1 95 0 0,0 0 1 0 0,0 0-1 0 0,0 1 1 0 0,0-1-1 0 0,0 1 1 0 0,0 0-1 0 0,0 1 1 0 0,0-1-1 0 0,0 1 1 0 0,0 1-1 0 0,7 2 1 0 0,-11-3 75 0 0,1 0-1 0 0,-1 0 1 0 0,0 1 0 0 0,0-1 0 0 0,0 1 0 0 0,0 0-1 0 0,0-1 1 0 0,0 1 0 0 0,0 0 0 0 0,-1 0-1 0 0,1 0 1 0 0,-1 1 0 0 0,1-1 0 0 0,-1 0 0 0 0,0 1-1 0 0,0-1 1 0 0,0 0 0 0 0,0 1 0 0 0,0-1 0 0 0,0 1-1 0 0,-1-1 1 0 0,1 1 0 0 0,-1 0 0 0 0,0-1-1 0 0,0 1 1 0 0,0 0 0 0 0,0-1 0 0 0,-1 4 0 0 0,0 5 87 0 0,-1-1 0 0 0,0 1 0 0 0,0-1 1 0 0,-1 0-1 0 0,-1 0 0 0 0,0 0 1 0 0,0 0-1 0 0,-1 0 0 0 0,0-1 0 0 0,0 0 1 0 0,-1 0-1 0 0,-1 0 0 0 0,1-1 0 0 0,-1 0 1 0 0,-1 0-1 0 0,0 0 0 0 0,-14 10 1 0 0,7-10-2142 0 0</inkml:trace>
</inkml:ink>
</file>

<file path=ppt/ink/ink2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0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0 395 10138 0 0,'37'13'399'0'0,"19"21"-486"0"0,-10-4 1100 0 0,1-3 0 0 0,2-1 0 0 0,1-2 0 0 0,65 21 0 0 0,-113-44-980 0 0,0-1-1 0 0,0 1 0 0 0,0 0 1 0 0,1-1-1 0 0,-1 1 0 0 0,0-1 1 0 0,0 0-1 0 0,1 0 1 0 0,-1 0-1 0 0,0 0 0 0 0,1 0 1 0 0,-1 0-1 0 0,0 0 0 0 0,0-1 1 0 0,1 1-1 0 0,-1-1 0 0 0,0 0 1 0 0,0 0-1 0 0,0 0 1 0 0,0 0-1 0 0,0 0 0 0 0,0 0 1 0 0,0 0-1 0 0,0-1 0 0 0,0 1 1 0 0,0-1-1 0 0,-1 1 0 0 0,1-1 1 0 0,-1 0-1 0 0,1 0 0 0 0,-1 1 1 0 0,1-1-1 0 0,-1 0 1 0 0,0 0-1 0 0,0 0 0 0 0,0-1 1 0 0,0 1-1 0 0,-1 0 0 0 0,1 0 1 0 0,-1 0-1 0 0,1-4 0 0 0,2-11 182 0 0,-1 1 0 0 0,-1-1 0 0 0,-1 0 0 0 0,-3-29-1 0 0,2 25 104 0 0,-26-187 1503 0 0,22 181-1677 0 0,2 12-313 0 0,1 0 1 0 0,0 0-1 0 0,1 1 1 0 0,0-2-1 0 0,2 1 1 0 0,-1 0-1 0 0,2 1 1 0 0,5-24-1 0 0,0 23-669 0 0,3 5-7 0 0</inkml:trace>
</inkml:ink>
</file>

<file path=ppt/ink/ink2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17972 0 0,'0'1'18'0'0,"0"-1"1"0"0,0 1-1 0 0,0-1 1 0 0,0 1 0 0 0,0-1-1 0 0,0 1 1 0 0,0-1-1 0 0,0 0 1 0 0,0 1-1 0 0,0-1 1 0 0,0 1-1 0 0,0-1 1 0 0,0 1-1 0 0,1-1 1 0 0,-1 1 0 0 0,0-1-1 0 0,0 1 1 0 0,1-1-1 0 0,-1 0 1 0 0,0 1-1 0 0,1-1 1 0 0,-1 1-1 0 0,0-1 1 0 0,1 0-1 0 0,-1 1 1 0 0,0-1 0 0 0,1 0-1 0 0,-1 0 1 0 0,1 1-1 0 0,-1-1 1 0 0,1 0-1 0 0,-1 0 1 0 0,0 0-1 0 0,1 1 1 0 0,0-1-1 0 0,19 10-1319 0 0,6 0 729 0 0,1-2-1 0 0,52 10 0 0 0,12 3 364 0 0,173 70 2850 0 0,-209-67-1713 0 0,-1 2 0 0 0,84 54 0 0 0,92 94 29 0 0,3 1-1087 0 0,-192-148-116 0 0,1-2 0 0 0,75 32 0 0 0,-90-46 62 0 0,1-2-1 0 0,0 0 1 0 0,0-2 0 0 0,0-1-1 0 0,54 4 1 0 0,-64-10-1538 0 0</inkml:trace>
</inkml:ink>
</file>

<file path=ppt/ink/ink2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879 0 11979 0 0,'-2'1'118'0'0,"0"-1"0"0"0,1 1 0 0 0,-1-1 0 0 0,0 1 0 0 0,1 0 0 0 0,-1 0 0 0 0,0 0 0 0 0,1 0 0 0 0,-1 0 0 0 0,1 0 0 0 0,0 0 0 0 0,-1 0 0 0 0,1 0 0 0 0,0 1 0 0 0,0-1 0 0 0,0 1 0 0 0,0-1 0 0 0,-2 3 0 0 0,-20 36-957 0 0,15-24 864 0 0,-152 227-993 0 0,55-90 1783 0 0,-166 280 2870 0 0,13 8-4549 0 0,250-425 868 0 0,-9 12-666 0 0</inkml:trace>
</inkml:ink>
</file>

<file path=ppt/ink/ink2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2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524 25 2761 0 0,'-42'-18'249'0'0,"30"12"-221"0"0,11 6-60 0 0,15 28 4974 0 0,29 57 701 0 0,-28-52-5269 0 0,2-2 0 0 0,1 1 0 0 0,1-2 0 0 0,30 35 0 0 0,-11-27-162 0 0,2-1 1 0 0,2-2 0 0 0,1-2-1 0 0,1-2 1 0 0,88 46 0 0 0,-113-71-569 0 0,-15-6 347 0 0,-13-4 10 0 0,4 2-71 0 0,-1 1 0 0 0,0 0 1 0 0,1 0-1 0 0,-1 1 0 0 0,0-1 1 0 0,0 1-1 0 0,1 0 0 0 0,-1 1 0 0 0,0-1 1 0 0,1 1-1 0 0,-10 3 0 0 0,-64 23-923 0 0,62-21 933 0 0,-550 226 4422 0 0,494-202-3668 0 0,-27 11-1342 0 0,35-7-3349 0 0,46-23-1559 0 0</inkml:trace>
</inkml:ink>
</file>

<file path=ppt/ink/ink2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3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448 73 2761 0 0,'-8'-32'2167'0'0,"8"29"-2020"0"0,0 0-1 0 0,0 0 1 0 0,-1 0-1 0 0,1 0 1 0 0,-1 0 0 0 0,0 0-1 0 0,0 0 1 0 0,0 0-1 0 0,-1 0 1 0 0,1 0-1 0 0,-3-4 1 0 0,3 7-73 0 0,0 0 0 0 0,-1 0 0 0 0,1-1 1 0 0,0 1-1 0 0,0 0 0 0 0,-1 0 0 0 0,1 0 0 0 0,0 0 0 0 0,-1 0 1 0 0,1 0-1 0 0,0 1 0 0 0,0-1 0 0 0,0 0 0 0 0,-1 1 1 0 0,1-1-1 0 0,0 1 0 0 0,0-1 0 0 0,-2 2 0 0 0,-26 13 2054 0 0,27-14-1883 0 0,-12 8 42 0 0,-1 1 1 0 0,2 0-1 0 0,-1 1 0 0 0,2 1 1 0 0,-1 0-1 0 0,2 1 1 0 0,-14 17-1 0 0,-64 106 303 0 0,77-115-272 0 0,-7 9-49 0 0,-11 19 621 0 0,-44 95 0 0 0,68-130-766 0 0,1 0 0 0 0,0 0 1 0 0,1 0-1 0 0,1 1 0 0 0,0-1 0 0 0,1 1 0 0 0,0 0 0 0 0,2 0 0 0 0,-1-1 0 0 0,2 1 0 0 0,0 0 0 0 0,4 20 0 0 0,-2-26-108 0 0,0 0-1 0 0,0 0 1 0 0,1 0-1 0 0,1-1 1 0 0,0 1-1 0 0,0-1 0 0 0,0 0 1 0 0,1-1-1 0 0,0 1 1 0 0,0-1-1 0 0,1 0 1 0 0,0-1-1 0 0,0 1 0 0 0,1-1 1 0 0,0-1-1 0 0,0 0 1 0 0,0 0-1 0 0,1 0 1 0 0,10 3-1 0 0,-11-4-31 0 0,1-1 0 0 0,0 0 0 0 0,1 0 0 0 0,-1-1 0 0 0,0 0-1 0 0,1-1 1 0 0,-1 0 0 0 0,1-1 0 0 0,-1 0 0 0 0,1 0 0 0 0,-1-1 0 0 0,1 0 0 0 0,-1-1 0 0 0,1 0 0 0 0,-1 0-1 0 0,0-1 1 0 0,0 0 0 0 0,0 0 0 0 0,11-8 0 0 0,-13 7-252 0 0,-1-1-1 0 0,0 0 1 0 0,0 0-1 0 0,0-1 1 0 0,-1 1-1 0 0,1-1 1 0 0,-2-1 0 0 0,1 1-1 0 0,-1-1 1 0 0,0 1-1 0 0,0-1 1 0 0,0-1-1 0 0,-1 1 1 0 0,0 0-1 0 0,-1-1 1 0 0,0 1 0 0 0,2-11-1 0 0,-3 13 86 0 0,0-1-1 0 0,-1 1 1 0 0,0 0 0 0 0,1 0-1 0 0,-2 0 1 0 0,1 0 0 0 0,-1 0-1 0 0,1 0 1 0 0,-1 0 0 0 0,-1 0-1 0 0,1 0 1 0 0,-1 0-1 0 0,0 0 1 0 0,0 1 0 0 0,0-1-1 0 0,-1 1 1 0 0,1-1 0 0 0,-1 1-1 0 0,0 0 1 0 0,0 0-1 0 0,-1 0 1 0 0,1 0 0 0 0,-1 1-1 0 0,0-1 1 0 0,0 1 0 0 0,0 0-1 0 0,-7-3 1 0 0,7 3 161 0 0,-1 1 0 0 0,1 0 0 0 0,0-1 1 0 0,0 0-1 0 0,0 0 0 0 0,0 0 0 0 0,-5-6 0 0 0,9 8 23 0 0,-1 0-1 0 0,1 1 0 0 0,-1-1 1 0 0,1 0-1 0 0,0 0 1 0 0,-1 0-1 0 0,1 1 0 0 0,0-1 1 0 0,0 0-1 0 0,-1 0 1 0 0,1 0-1 0 0,0 0 0 0 0,0 0 1 0 0,0 1-1 0 0,0-1 1 0 0,0 0-1 0 0,0 0 0 0 0,0 0 1 0 0,1-1-1 0 0,-1 1-2 0 0,1-1 0 0 0,0 0-1 0 0,0 1 1 0 0,0-1 0 0 0,0 1-1 0 0,0 0 1 0 0,0-1 0 0 0,0 1 0 0 0,1 0-1 0 0,-1 0 1 0 0,0-1 0 0 0,1 1-1 0 0,1-1 1 0 0,10-6-202 0 0,0 1 1 0 0,1 0-1 0 0,-1 1 0 0 0,2 0 1 0 0,-1 1-1 0 0,1 1 0 0 0,-1 0 1 0 0,22-2-1 0 0,-15 3 272 0 0,0 1 1 0 0,0 1-1 0 0,0 1 0 0 0,1 1 1 0 0,30 6-1 0 0,-48-7 165 0 0,0 1 0 0 0,-1 0 0 0 0,1 1-1 0 0,0-1 1 0 0,-1 1 0 0 0,1-1 0 0 0,-1 1 0 0 0,1 0-1 0 0,-1 1 1 0 0,0-1 0 0 0,0 0 0 0 0,0 1-1 0 0,0 0 1 0 0,0 0 0 0 0,-1-1 0 0 0,1 2 0 0 0,-1-1-1 0 0,0 0 1 0 0,0 0 0 0 0,0 1 0 0 0,0-1 0 0 0,-1 1-1 0 0,1 0 1 0 0,-1-1 0 0 0,0 1 0 0 0,1 6 0 0 0,1 9 584 0 0,-1 1 0 0 0,0-1 1 0 0,-2 1-1 0 0,-2 24 1 0 0,1-2-496 0 0,1-38-299 0 0,0 29 405 0 0,4 34 0 0 0,-2-57-439 0 0,-1-1 0 0 0,1 1 0 0 0,1-1-1 0 0,-1 0 1 0 0,2 1 0 0 0,-1-2 0 0 0,1 1 0 0 0,7 11-1 0 0,-10-19-110 0 0,-1 0 0 0 0,1-1 1 0 0,-1 1-1 0 0,0-1 0 0 0,1 1 0 0 0,-1-1 0 0 0,1 1 0 0 0,-1-1 0 0 0,1 1 0 0 0,-1-1 0 0 0,1 1 0 0 0,0-1 0 0 0,-1 0 0 0 0,1 1 0 0 0,0-1 0 0 0,-1 0 1 0 0,1 1-1 0 0,0-1 0 0 0,-1 0 0 0 0,1 0 0 0 0,0 0 0 0 0,-1 0 0 0 0,1 0 0 0 0,0 0 0 0 0,-1 0 0 0 0,1 0 0 0 0,1 0 0 0 0</inkml:trace>
</inkml:ink>
</file>

<file path=ppt/ink/ink2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0 16067 0 0,'-1'1'15'0'0,"-1"-1"1"0"0,1 1-1 0 0,0 0 0 0 0,-1 0 0 0 0,1-1 0 0 0,0 1 0 0 0,-1 0 0 0 0,1 0 0 0 0,0 0 0 0 0,0 0 0 0 0,0 0 0 0 0,0 1 0 0 0,0-1 0 0 0,0 0 0 0 0,0 0 0 0 0,0 1 0 0 0,1-1 0 0 0,-1 1 0 0 0,0-1 0 0 0,1 0 0 0 0,-1 1 0 0 0,1-1 0 0 0,0 1 0 0 0,-1 0 0 0 0,1 1 0 0 0,-10 49-2944 0 0,9-45 3028 0 0,-4 40-328 0 0,1 59 0 0 0,7-34 2605 0 0,3 0 1 0 0,30 139-1 0 0,-35-207-2518 0 0,-1 0-189 0 0,1 1-1 0 0,0-1 1 0 0,0 1 0 0 0,1-1-1 0 0,-1 0 1 0 0,1 0 0 0 0,0 1-1 0 0,0-1 1 0 0,5 7 0 0 0,-3-10-1118 0 0</inkml:trace>
</inkml:ink>
</file>

<file path=ppt/ink/ink2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1 165 17972 0 0,'3'3'1185'0'0,"12"8"-4914"0"0,1 0 222 0 0,-6-1 2600 0 0,-1 1-1 0 0,0 0 0 0 0,0 1 1 0 0,-1 0-1 0 0,12 23 1 0 0,22 31 1184 0 0,-20-41 672 0 0,1 0 0 0 0,2-2-1 0 0,0-1 1 0 0,2 0-1 0 0,0-2 1 0 0,1-1-1 0 0,1-2 1 0 0,1 0 0 0 0,0-2-1 0 0,35 11 1 0 0,-57-23-936 0 0,-1-1 0 0 0,1 0 0 0 0,0-1 0 0 0,-1 0 0 0 0,1 0 1 0 0,0 0-1 0 0,0-1 0 0 0,0 0 0 0 0,-1-1 0 0 0,1 0 0 0 0,0 0 1 0 0,0-1-1 0 0,-1 0 0 0 0,1 0 0 0 0,-1 0 0 0 0,0-1 0 0 0,0-1 0 0 0,0 1 1 0 0,0-1-1 0 0,12-9 0 0 0,-11 7-50 0 0,-1 0 1 0 0,0-1-1 0 0,0 0 1 0 0,0-1-1 0 0,-1 1 1 0 0,-1-1-1 0 0,1-1 0 0 0,-1 1 1 0 0,0-1-1 0 0,-1 0 1 0 0,0 0-1 0 0,0 0 1 0 0,-1 0-1 0 0,0-1 0 0 0,-1 1 1 0 0,1-11-1 0 0,1-15 23 0 0,-3 0 0 0 0,-1 0 0 0 0,-1 0 1 0 0,-2 0-1 0 0,-13-61 0 0 0,8 65-2603 0 0,-18-47 0 0 0,18 58-2347 0 0</inkml:trace>
</inkml:ink>
</file>

<file path=ppt/ink/ink2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 6449 0 0,'-2'0'31'0'0,"0"0"-1"0"0,0 0 0 0 0,0 0 0 0 0,0 0 0 0 0,0 0 0 0 0,0 0 1 0 0,0 0-1 0 0,0 1 0 0 0,0-1 0 0 0,0 1 0 0 0,1 0 0 0 0,-1-1 1 0 0,0 1-1 0 0,0 0 0 0 0,1 0 0 0 0,-1 0 0 0 0,0 0 0 0 0,1 1 1 0 0,-1-1-1 0 0,1 0 0 0 0,-1 1 0 0 0,1-1 0 0 0,0 1 1 0 0,0-1-1 0 0,-1 1 0 0 0,1-1 0 0 0,0 1 0 0 0,1 0 0 0 0,-1 0 1 0 0,0 0-1 0 0,-1 3 0 0 0,7 135 4545 0 0,0-74-3456 0 0,3 0-1 0 0,32 124 1 0 0,-31-154-1315 0 0,-6-21-569 0 0,1-1-1 0 0,0 0 0 0 0,1 0 0 0 0,7 15 0 0 0,-7-22-409 0 0</inkml:trace>
</inkml:ink>
</file>

<file path=ppt/ink/ink2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5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32 1840 0 0,'0'-1'54'0'0,"-1"-1"-1"0"0,0 1 1 0 0,1 0-1 0 0,-1-1 1 0 0,1 1-1 0 0,-1-1 1 0 0,1 1-1 0 0,0-1 1 0 0,-1 1-1 0 0,1-1 1 0 0,0 1-1 0 0,0-3 1 0 0,0 3 3 0 0,1 1 0 0 0,-1-1 0 0 0,0 1 0 0 0,0-1 0 0 0,0 1 0 0 0,1-1 0 0 0,-1 1 0 0 0,0-1 0 0 0,0 1 0 0 0,1 0 0 0 0,-1-1 0 0 0,1 1 0 0 0,-1-1 0 0 0,0 1 0 0 0,1 0 0 0 0,-1-1 0 0 0,1 1 0 0 0,-1 0 0 0 0,0 0 0 0 0,1-1 0 0 0,-1 1 0 0 0,1 0 0 0 0,-1 0 0 0 0,2-1 0 0 0,1 1 128 0 0,0 0 1 0 0,0 0-1 0 0,1 0 1 0 0,-1 0-1 0 0,0 0 1 0 0,0 1-1 0 0,1-1 1 0 0,-1 1-1 0 0,0 0 1 0 0,5 2-1 0 0,15 5 444 0 0,0 2 0 0 0,0 0-1 0 0,-1 1 1 0 0,-1 2 0 0 0,0 0-1 0 0,0 1 1 0 0,-1 1 0 0 0,-1 1 0 0 0,20 22-1 0 0,-29-28-278 0 0,-1 1 0 0 0,-1 0-1 0 0,0 1 1 0 0,0 0-1 0 0,-1 0 1 0 0,-1 0 0 0 0,0 1-1 0 0,0 0 1 0 0,-1 0-1 0 0,-1 0 1 0 0,-1 1 0 0 0,0-1-1 0 0,0 1 1 0 0,-1 0-1 0 0,-1 0 1 0 0,0 0 0 0 0,-3 27-1 0 0,-1-26-418 0 0,0 0-1 0 0,0 0 0 0 0,-2 0 0 0 0,0-1 0 0 0,-1 1 0 0 0,0-1 1 0 0,-1-1-1 0 0,0 1 0 0 0,-1-1 0 0 0,-17 20 0 0 0,-31 29-5035 0 0,28-36-353 0 0</inkml:trace>
</inkml:ink>
</file>

<file path=ppt/ink/ink2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1.6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35 63 10594 0 0,'-1'-2'88'0'0,"-1"0"0"0"0,0-1 1 0 0,1 1-1 0 0,-1-1 0 0 0,1 0 0 0 0,0 0 0 0 0,0 1 0 0 0,0-1 0 0 0,-1-5 0 0 0,2 5 226 0 0,-1 0 1 0 0,0 0-1 0 0,0 1 0 0 0,0-1 0 0 0,0 0 0 0 0,0 0 0 0 0,-1 1 0 0 0,1-1 0 0 0,-4-3 0 0 0,4 9-185 0 0,0 0 0 0 0,0-1 0 0 0,0 1 0 0 0,0 0-1 0 0,1 0 1 0 0,-1 0 0 0 0,1 0 0 0 0,-1 4-1 0 0,1-1-87 0 0,0 188 1341 0 0,27 202 0 0 0,-20-328-1400 0 0,-5-40-376 0 0,1 0 1 0 0,1 0-1 0 0,1-1 1 0 0,10 28-1 0 0,-10-46-1195 0 0</inkml:trace>
</inkml:ink>
</file>

<file path=ppt/ink/ink2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2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83 192 3225 0 0,'-9'-5'-128'0'0,"-36"-19"626"0"0,43 23-312 0 0,0-1-1 0 0,-1 1 1 0 0,1-1-1 0 0,1 1 1 0 0,-1-1-1 0 0,0 0 1 0 0,0 1-1 0 0,1-1 0 0 0,-1 0 1 0 0,0 0-1 0 0,1 0 1 0 0,0 0-1 0 0,0-1 1 0 0,0 1-1 0 0,0 0 1 0 0,-1-3-1 0 0,2 3-126 0 0,0 0 0 0 0,0 0 0 0 0,1 1 0 0 0,-1-1 0 0 0,0 0 0 0 0,1 0 0 0 0,0 1 0 0 0,-1-1 0 0 0,1 0 1 0 0,0 1-1 0 0,0-1 0 0 0,0 0 0 0 0,0 1 0 0 0,0 0 0 0 0,0-1 0 0 0,0 1 0 0 0,1-1 0 0 0,-1 1 0 0 0,0 0 0 0 0,1 0 0 0 0,-1 0 0 0 0,1 0 0 0 0,2-1 0 0 0,43-21 100 0 0,-40 20 96 0 0,36-13 179 0 0,1 3 0 0 0,0 1-1 0 0,68-9 1 0 0,-107 20-467 0 0,0 0 0 0 0,0 0 0 0 0,0 1 1 0 0,0 0-1 0 0,0 0 0 0 0,0 0 0 0 0,1 1 0 0 0,-1 0 0 0 0,0 0 0 0 0,0 0 0 0 0,-1 1 0 0 0,9 2 0 0 0,-11-2-28 0 0,1 0-1 0 0,-1-1 1 0 0,0 1 0 0 0,1 0-1 0 0,-1 0 1 0 0,0 0-1 0 0,0 1 1 0 0,-1-1 0 0 0,1 0-1 0 0,0 1 1 0 0,-1-1-1 0 0,1 1 1 0 0,-1 0-1 0 0,0-1 1 0 0,0 1 0 0 0,0 0-1 0 0,0 0 1 0 0,0 0-1 0 0,-1-1 1 0 0,1 1 0 0 0,-1 0-1 0 0,0 6 1 0 0,1 9 194 0 0,-2 0 1 0 0,0 1 0 0 0,-1-1-1 0 0,0 0 1 0 0,-2 0-1 0 0,0-1 1 0 0,-1 1 0 0 0,0-1-1 0 0,-2 0 1 0 0,0 0-1 0 0,-1 0 1 0 0,-1-1 0 0 0,0-1-1 0 0,-1 1 1 0 0,-1-2-1 0 0,0 1 1 0 0,-1-1-1 0 0,0-1 1 0 0,-2 0 0 0 0,1-1-1 0 0,-1-1 1 0 0,-17 11-1 0 0,15-8 287 0 0,16-14-388 0 0,0 1 0 0 0,0-1-1 0 0,0 0 1 0 0,0 0-1 0 0,0 1 1 0 0,0-1 0 0 0,0 0-1 0 0,0 0 1 0 0,1 1-1 0 0,-1-1 1 0 0,0 0-1 0 0,0 0 1 0 0,0 0 0 0 0,0 0-1 0 0,0 1 1 0 0,1-1-1 0 0,-1 0 1 0 0,0 0-1 0 0,0 0 1 0 0,0 0 0 0 0,1 1-1 0 0,-1-1 1 0 0,0 0-1 0 0,0 0 1 0 0,1 0-1 0 0,-1 0 1 0 0,0 0 0 0 0,0 0-1 0 0,1 0 1 0 0,-1 0-1 0 0,0 0 1 0 0,0 0 0 0 0,0 0-1 0 0,1 0 1 0 0,-1 0-1 0 0,0 0 1 0 0,0 0-1 0 0,1 0 1 0 0,-1 0 0 0 0,44-5 2231 0 0,-34 4-2286 0 0,54-8 205 0 0,0 4 1 0 0,1 2-1 0 0,-1 3 1 0 0,121 15-1 0 0,-133-6-3132 0 0,-36-6-2008 0 0</inkml:trace>
</inkml:ink>
</file>

<file path=ppt/ink/ink2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6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3 6273 0 0,'-3'-2'723'0'0,"-6"9"284"0"0,5 3-552 0 0,1-1 0 0 0,0 1 0 0 0,0 0 0 0 0,1 0 0 0 0,1 0 0 0 0,-1 0 0 0 0,1 18 0 0 0,6 72 3171 0 0,24 80-1129 0 0,-19-132-6843 0 0,-5-19-1408 0 0</inkml:trace>
</inkml:ink>
</file>

<file path=ppt/ink/ink2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4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27 12267 0 0,'-13'-12'975'0'0,"13"12"-954"0"0,0-1 0 0 0,0 0 0 0 0,0 1 0 0 0,0-1 0 0 0,0 0 0 0 0,0 1 0 0 0,0-1 0 0 0,0 0 0 0 0,0 1 0 0 0,0-1 0 0 0,0 0 0 0 0,0 1 0 0 0,1-1 0 0 0,-1 1 0 0 0,0-1 0 0 0,0 0 0 0 0,1 1 0 0 0,-1-1 0 0 0,0 1 0 0 0,1-1 0 0 0,0 0 0 0 0,3 1 45 0 0,-1 8-25 0 0,-1 10 11 0 0,-2 47 252 0 0,7 236 3790 0 0,14-112-3338 0 0,5-65-3341 0 0,-19-110-2655 0 0</inkml:trace>
</inkml:ink>
</file>

<file path=ppt/ink/ink2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9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1 178 2304 0 0,'1'-5'53'0'0,"1"0"0"0"0,1 0 0 0 0,-1 0 0 0 0,1 0 0 0 0,0 0 0 0 0,0 1 0 0 0,0-1 0 0 0,1 1 0 0 0,-1 0 0 0 0,1 0 0 0 0,0 1 0 0 0,0-1 0 0 0,1 1 0 0 0,6-5 0 0 0,8-4 637 0 0,1 0 1 0 0,22-9-1 0 0,-17 9 48 0 0,1 1-1 0 0,0 1 0 0 0,0 1 1 0 0,1 1-1 0 0,29-4 0 0 0,-55 12-701 0 0,1-1 1 0 0,-1 1-1 0 0,1 0 1 0 0,-1 0-1 0 0,1 0 1 0 0,-1 0-1 0 0,1 0 0 0 0,-1 0 1 0 0,1 0-1 0 0,-1 1 1 0 0,1-1-1 0 0,-1 1 0 0 0,1-1 1 0 0,-1 1-1 0 0,0-1 1 0 0,1 1-1 0 0,-1 0 0 0 0,0-1 1 0 0,1 1-1 0 0,-1 0 1 0 0,0 0-1 0 0,0 0 0 0 0,2 2 1 0 0,-2-1-40 0 0,0 0 0 0 0,0 0 0 0 0,0 0 0 0 0,-1 0 0 0 0,1 0 0 0 0,0 1 0 0 0,-1-1 0 0 0,0 0 1 0 0,1 0-1 0 0,-1 1 0 0 0,0-1 0 0 0,0 0 0 0 0,-1 0 0 0 0,1 3 0 0 0,-2 7-105 0 0,-1 1-1 0 0,-1-1 1 0 0,0 1-1 0 0,-6 13 1 0 0,-12 19 438 0 0,-2-1-1 0 0,-1-2 0 0 0,-3 0 1 0 0,-59 69-1 0 0,81-104-246 0 0,-19 26 343 0 0,24-31-327 0 0,-1 0 1 0 0,1-1 0 0 0,0 1 0 0 0,0 0 0 0 0,1 0 0 0 0,-1 0-1 0 0,0 0 1 0 0,1 0 0 0 0,-1 1 0 0 0,1-1 0 0 0,-1 0 0 0 0,1 0-1 0 0,0 0 1 0 0,0 0 0 0 0,0 3 0 0 0,1-4-62 0 0,-1 0-1 0 0,1 0 1 0 0,-1 0 0 0 0,1-1-1 0 0,-1 1 1 0 0,1 0 0 0 0,0-1-1 0 0,-1 1 1 0 0,1-1 0 0 0,0 1-1 0 0,0-1 1 0 0,-1 1 0 0 0,1-1-1 0 0,0 1 1 0 0,0-1-1 0 0,0 0 1 0 0,0 1 0 0 0,-1-1-1 0 0,1 0 1 0 0,0 0 0 0 0,0 1-1 0 0,0-1 1 0 0,0 0 0 0 0,0 0-1 0 0,0 0 1 0 0,0 0 0 0 0,-1 0-1 0 0,1-1 1 0 0,1 1 0 0 0,32-5 702 0 0,-27 3-514 0 0,59-12 1079 0 0,26-5-97 0 0,-32 14-4141 0 0,-44 5-2688 0 0</inkml:trace>
</inkml:ink>
</file>

<file path=ppt/ink/ink2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4.4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32 11522 0 0,'4'-6'1250'0'0,"17"-7"-939"0"0,-18 11-359 0 0,0 1 0 0 0,0-1 0 0 0,0 1 0 0 0,0-1 0 0 0,0 1 0 0 0,0 0 0 0 0,1 1 0 0 0,-1-1 0 0 0,0 0 0 0 0,0 1 0 0 0,1 0 0 0 0,-1-1 0 0 0,7 2 0 0 0,-9 0 38 0 0,0-1 1 0 0,0 1 0 0 0,0 0 0 0 0,-1 0 0 0 0,1-1 0 0 0,0 1 0 0 0,0 0-1 0 0,-1 0 1 0 0,1 0 0 0 0,-1 0 0 0 0,1 0 0 0 0,-1 0 0 0 0,1 0 0 0 0,-1 0-1 0 0,0 0 1 0 0,1 0 0 0 0,-1 0 0 0 0,0 1 0 0 0,0 1 0 0 0,3 28 374 0 0,-3-18 15 0 0,6 163 4191 0 0,-6-133-3206 0 0,-1-42-1252 0 0,1 0 0 0 0,0 0 0 0 0,0 0 0 0 0,0 1 0 0 0,0-1 0 0 0,1 0-1 0 0,-1 0 1 0 0,0 0 0 0 0,0 0 0 0 0,1 0 0 0 0,-1 0 0 0 0,0-1 0 0 0,1 1-1 0 0,-1 0 1 0 0,1 0 0 0 0,-1 0 0 0 0,1 0 0 0 0,0 0 0 0 0,0 0 0 0 0,0 0-66 0 0,-1-1 1 0 0,1 0 0 0 0,0 1-1 0 0,-1-1 1 0 0,1 0 0 0 0,0 0 0 0 0,0 0-1 0 0,-1 0 1 0 0,1 0 0 0 0,0 0-1 0 0,0 0 1 0 0,-1 0 0 0 0,1 0 0 0 0,0 0-1 0 0,0 0 1 0 0,-1 0 0 0 0,1 0 0 0 0,0 0-1 0 0,0-1 1 0 0,0 0 0 0 0,7-3-68 0 0,0 0 1 0 0,-1-1-1 0 0,0 0 1 0 0,7-6 0 0 0,9-5-267 0 0,-6 8-347 0 0,2 1-180 0 0</inkml:trace>
</inkml:ink>
</file>

<file path=ppt/ink/ink2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2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30 11979 0 0,'0'-3'201'0'0,"-1"1"1"0"0,1-1 0 0 0,0 0 0 0 0,-1 1 0 0 0,1-1 0 0 0,1 1 0 0 0,-1-1 0 0 0,1-5-1 0 0,1 8 244 0 0,-4 15-185 0 0,-7 35 107 0 0,3 0 0 0 0,1 0 0 0 0,3 0-1 0 0,2 1 1 0 0,2-1 0 0 0,2 1 0 0 0,16 68-1 0 0,16 34-4783 0 0,-31-135-446 0 0</inkml:trace>
</inkml:ink>
</file>

<file path=ppt/ink/ink2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5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1 151 1872 0 0,'0'-3'56'0'0,"1"0"-1"0"0,-1 0 1 0 0,1 0-1 0 0,0 0 1 0 0,0 0-1 0 0,1 0 1 0 0,-1 0-1 0 0,1 1 1 0 0,-1-1-1 0 0,1 1 1 0 0,0-1-1 0 0,3-3 1 0 0,28-28 495 0 0,-30 31-482 0 0,7-5 221 0 0,1 0 1 0 0,-1 1-1 0 0,1 0 1 0 0,0 0-1 0 0,1 1 0 0 0,-1 1 1 0 0,1 0-1 0 0,0 0 0 0 0,0 2 1 0 0,1-1-1 0 0,0 1 0 0 0,-1 1 1 0 0,1 1-1 0 0,25-1 1 0 0,-36 2-251 0 0,0 0 1 0 0,0 0-1 0 0,0 1 0 0 0,-1-1 1 0 0,1 1-1 0 0,0-1 1 0 0,0 1-1 0 0,0 0 1 0 0,0 0-1 0 0,-1 0 1 0 0,1 0-1 0 0,0 0 1 0 0,-1 0-1 0 0,1 0 1 0 0,-1 0-1 0 0,1 1 1 0 0,-1-1-1 0 0,0 1 0 0 0,1-1 1 0 0,0 3-1 0 0,0 0 8 0 0,0 0-1 0 0,0-1 0 0 0,-1 1 1 0 0,1 0-1 0 0,-1 0 0 0 0,0 1 0 0 0,0-1 1 0 0,-1 0-1 0 0,1 5 0 0 0,-1 2 105 0 0,0 0 0 0 0,-1 0-1 0 0,0-1 1 0 0,0 1 0 0 0,-2 0-1 0 0,-5 18 1 0 0,-4-4 232 0 0,-1 0-1 0 0,-1-1 1 0 0,0-1-1 0 0,-2-1 1 0 0,-1 0 0 0 0,-32 32-1 0 0,7-6 1565 0 0,34-37 192 0 0,21-17-562 0 0,4-2-1618 0 0,232-68-428 0 0,-173 55-4051 0 0,-57 16-1181 0 0</inkml:trace>
</inkml:ink>
</file>

<file path=ppt/ink/ink2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7.5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0 105 456 0 0,'7'-25'720'0'0,"-6"24"-632"0"0,-1 0 0 0 0,1 0 0 0 0,0-1-1 0 0,-1 1 1 0 0,1 0 0 0 0,-1 0-1 0 0,1-1 1 0 0,-1 1 0 0 0,0 0 0 0 0,0-1-1 0 0,1 1 1 0 0,-1 0 0 0 0,0-1-1 0 0,0 1 1 0 0,0 0 0 0 0,0-1 0 0 0,-1 1-1 0 0,1 0 1 0 0,0-1 0 0 0,-1 1-1 0 0,1 0 1 0 0,0 0 0 0 0,-1-1 0 0 0,0 1-1 0 0,1 0 1 0 0,-1 0 0 0 0,0 0-1 0 0,1-1 1 0 0,-1 1 0 0 0,-2-1 0 0 0,4 1 57 0 0,-1 0 1 0 0,0 0-1 0 0,1 1 1 0 0,-1-1-1 0 0,0 0 1 0 0,1 0 0 0 0,-1 1-1 0 0,1-1 1 0 0,-1 0-1 0 0,1 1 1 0 0,0-1-1 0 0,-1 1 1 0 0,1-1 0 0 0,-1 0-1 0 0,1 1 1 0 0,0 0-1 0 0,0-1 1 0 0,-1 1-1 0 0,1-1 1 0 0,0 1 0 0 0,0 0-1 0 0,-1-1 1 0 0,1 1-1 0 0,1 0 1 0 0,19-9-70 0 0,-14 6 30 0 0,1 0 0 0 0,0 0 0 0 0,0 1 0 0 0,0 0 0 0 0,0 1 0 0 0,0 0 0 0 0,0 0 0 0 0,0 1 0 0 0,0 0 0 0 0,0 0 1 0 0,12 2-1 0 0,-18-2-88 0 0,1 1 1 0 0,-1-1 0 0 0,1 1 0 0 0,-1 0 0 0 0,1 0 0 0 0,-1 0-1 0 0,0 0 1 0 0,1 0 0 0 0,-1 0 0 0 0,0 0 0 0 0,0 1 0 0 0,0-1-1 0 0,0 1 1 0 0,0 0 0 0 0,0-1 0 0 0,0 1 0 0 0,-1 0 0 0 0,1 0-1 0 0,-1 0 1 0 0,1 0 0 0 0,-1 0 0 0 0,0 1 0 0 0,0-1 0 0 0,0 0-1 0 0,0 1 1 0 0,0-1 0 0 0,0 1 0 0 0,-1-1 0 0 0,1 1 0 0 0,-1-1-1 0 0,0 1 1 0 0,0-1 0 0 0,0 1 0 0 0,0-1 0 0 0,0 1 0 0 0,0-1-1 0 0,-1 1 1 0 0,0 2 0 0 0,-2 8 159 0 0,-1 0-1 0 0,-1-1 1 0 0,0 0-1 0 0,-1 1 1 0 0,0-2-1 0 0,-1 1 0 0 0,0-1 1 0 0,-1 0-1 0 0,-9 10 1 0 0,-13 21 448 0 0,29-42-620 0 0,1 0 0 0 0,-1 0-1 0 0,1 1 1 0 0,0-1 0 0 0,-1 0 0 0 0,1 1 0 0 0,0-1 0 0 0,-1 1 0 0 0,1-1 0 0 0,0 0 0 0 0,-1 1 0 0 0,1-1 0 0 0,0 1 0 0 0,0-1 0 0 0,0 1 0 0 0,-1-1 0 0 0,1 1 0 0 0,0-1 0 0 0,0 1 0 0 0,0-1 0 0 0,0 1 0 0 0,0-1 0 0 0,0 1 0 0 0,0-1 0 0 0,0 1 0 0 0,0-1 0 0 0,0 1 0 0 0,0-1 0 0 0,0 1-1 0 0,0-1 1 0 0,0 0 0 0 0,1 1 0 0 0,-1-1 0 0 0,0 1 0 0 0,0-1 0 0 0,1 1 0 0 0,-1-1 0 0 0,0 1 0 0 0,1-1 0 0 0,-1 0 0 0 0,0 1 0 0 0,1-1 0 0 0,-1 0 0 0 0,0 1 0 0 0,1-1 0 0 0,-1 0 0 0 0,1 1 0 0 0,-1-1 0 0 0,0 0 0 0 0,1 0 0 0 0,-1 0 0 0 0,1 1 0 0 0,-1-1 0 0 0,1 0 0 0 0,-1 0 0 0 0,1 0 0 0 0,-1 0-1 0 0,1 0 1 0 0,-1 0 0 0 0,1 0 0 0 0,-1 0 0 0 0,1 0 0 0 0,-1 0 0 0 0,1 0 0 0 0,-1 0 0 0 0,1 0 0 0 0,-1-1 0 0 0,1 1 0 0 0,45-9 458 0 0,-36 7-419 0 0,-6 1-46 0 0,22-5-123 0 0,48-3-1 0 0,-68 8 115 0 0,0 1 0 0 0,1 0 0 0 0,-1 0 0 0 0,0 1 0 0 0,0-1 0 0 0,0 1 0 0 0,0 1 0 0 0,0-1 0 0 0,0 1 0 0 0,-1 0 0 0 0,1 1 0 0 0,0-1 0 0 0,-1 1 0 0 0,6 4 0 0 0,-9-6 83 0 0,0 1-1 0 0,0-1 1 0 0,0 1 0 0 0,0 0 0 0 0,-1-1 0 0 0,1 1 0 0 0,-1 0 0 0 0,1 0 0 0 0,-1 0 0 0 0,0 1 0 0 0,1-1-1 0 0,-1 0 1 0 0,0 0 0 0 0,-1 1 0 0 0,1-1 0 0 0,0 1 0 0 0,-1-1 0 0 0,1 1 0 0 0,-1-1 0 0 0,1 4 0 0 0,-2-2 87 0 0,1-1 0 0 0,-1 1 0 0 0,0-1 0 0 0,0 1 0 0 0,0-1 0 0 0,-1 0 1 0 0,1 1-1 0 0,-1-1 0 0 0,0 0 0 0 0,0 0 0 0 0,0 0 0 0 0,-4 4 0 0 0,-6 6-97 0 0,-1 0-1 0 0,-1-1 0 0 0,0-1 0 0 0,-22 14 1 0 0,32-23-360 0 0,-9 6-3658 0 0,0 0-1295 0 0</inkml:trace>
</inkml:ink>
</file>

<file path=ppt/ink/ink2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3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4 10594 0 0,'-2'-4'794'0'0,"2"5"-793"0"0,0-1 1 0 0,0 0-1 0 0,0 0 1 0 0,0 0-1 0 0,0 0 0 0 0,-1 0 1 0 0,1 0-1 0 0,0 0 1 0 0,0 0-1 0 0,0 1 0 0 0,0-1 1 0 0,0 0-1 0 0,0 0 0 0 0,0 0 1 0 0,0 0-1 0 0,0 0 1 0 0,-1 0-1 0 0,1 0 0 0 0,0 0 1 0 0,0 0-1 0 0,0 0 1 0 0,0 0-1 0 0,0 0 0 0 0,0 0 1 0 0,0 0-1 0 0,-1 0 0 0 0,1 0 1 0 0,0 0-1 0 0,0 0 1 0 0,0 0-1 0 0,0 0 0 0 0,0 0 1 0 0,0 0-1 0 0,-1 0 1 0 0,1 0-1 0 0,0 0 0 0 0,0 0 1 0 0,0 0-1 0 0,0 0 0 0 0,0 0 1 0 0,0 0-1 0 0,0 0 1 0 0,0 0-1 0 0,-1 0 0 0 0,1-1 1 0 0,0 1-1 0 0,-7 181 2894 0 0,16 184-1 0 0,-7-346-3376 0 0,-1 0 1 0 0,2 0-1 0 0,1-1 0 0 0,0 1 0 0 0,12 30 0 0 0,-13-44-1300 0 0</inkml:trace>
</inkml:ink>
</file>

<file path=ppt/ink/ink2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8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6 160 2761 0 0,'0'-2'-13'0'0,"-1"1"-1"0"0,1-1 1 0 0,0 0 0 0 0,-1 1 0 0 0,1-1 0 0 0,0 0 0 0 0,0 0 0 0 0,0 0 0 0 0,0 1 0 0 0,1-1 0 0 0,-1 0 0 0 0,0 1 0 0 0,1-1 0 0 0,-1 0 0 0 0,1 1 0 0 0,0-1 0 0 0,0 0-1 0 0,-1 1 1 0 0,1-1 0 0 0,0 1 0 0 0,0-1 0 0 0,0 1 0 0 0,0 0 0 0 0,1-1 0 0 0,-1 1 0 0 0,0 0 0 0 0,2-1 0 0 0,45-35-1347 0 0,-36 29 1383 0 0,3-2 336 0 0,0 0 1 0 0,1 2-1 0 0,0 0 1 0 0,0 0-1 0 0,1 2 1 0 0,17-5-1 0 0,-28 9 103 0 0,1 0-1 0 0,0 0 0 0 0,-1 1 1 0 0,1 0-1 0 0,0 0 0 0 0,-1 1 1 0 0,1 0-1 0 0,0 0 0 0 0,0 1 1 0 0,-1 0-1 0 0,1 0 1 0 0,0 0-1 0 0,-1 1 0 0 0,1 0 1 0 0,-1 0-1 0 0,0 1 0 0 0,0-1 1 0 0,11 8-1 0 0,-15-9-440 0 0,0 1 1 0 0,1 0-1 0 0,-1 1 1 0 0,0-1-1 0 0,0 0 1 0 0,0 1-1 0 0,-1-1 1 0 0,1 1-1 0 0,-1 0 1 0 0,1-1-1 0 0,-1 1 1 0 0,0 0-1 0 0,0 0 1 0 0,0 0-1 0 0,0 0 0 0 0,0 5 1 0 0,-1-1-97 0 0,1-1 1 0 0,-2 0-1 0 0,1 0 1 0 0,-1 0-1 0 0,0 1 1 0 0,0-1-1 0 0,-4 11 0 0 0,-2 1-314 0 0,-1-1-1 0 0,0 1 1 0 0,-2-2-1 0 0,-15 23 1 0 0,9-18 405 0 0,-1 0 1 0 0,-1-1-1 0 0,-38 32 1 0 0,-69 43 2722 0 0,56-45-2502 0 0,64-45-116 0 0,7-3 113 0 0,14-5 405 0 0,22-9 183 0 0,-11 3-819 0 0,1 0 1 0 0,0 2-1 0 0,0 1 0 0 0,1 1 0 0 0,0 1 0 0 0,0 2 0 0 0,0 1 0 0 0,0 1 1 0 0,0 1-1 0 0,42 8 0 0 0,-40-3-3707 0 0,-1 1-1181 0 0</inkml:trace>
</inkml:ink>
</file>

<file path=ppt/ink/ink2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2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7370 0 0,'0'0'666'0'0,"16"18"-4"0"0,-13-13-639 0 0,0 1 0 0 0,0 0 0 0 0,-1 0 0 0 0,0-1 0 0 0,0 2 0 0 0,-1-1 0 0 0,1 0 0 0 0,-1 0 0 0 0,0 0 0 0 0,-1 1 0 0 0,0-1 0 0 0,0 11 0 0 0,-3 9 58 0 0,-10 45 1 0 0,5-35 152 0 0,3-12 46 0 0,1-11 34 0 0,2 0 0 0 0,-2 24 0 0 0,4-34-106 0 0,-1 0-1 0 0,2 1 0 0 0,-1-1 0 0 0,0 0 0 0 0,1 0 1 0 0,-1 0-1 0 0,1 0 0 0 0,0 0 0 0 0,0 0 1 0 0,0 0-1 0 0,1 0 0 0 0,-1 0 0 0 0,1 0 0 0 0,-1-1 1 0 0,1 1-1 0 0,4 4 0 0 0,-5-6-130 0 0,0 0 0 0 0,1-1 0 0 0,-1 1 1 0 0,0 0-1 0 0,1-1 0 0 0,-1 1 0 0 0,1-1 0 0 0,-1 1 0 0 0,1-1 1 0 0,-1 1-1 0 0,1-1 0 0 0,-1 0 0 0 0,1 0 0 0 0,-1 0 0 0 0,1 0 1 0 0,-1 0-1 0 0,1 0 0 0 0,-1 0 0 0 0,1-1 0 0 0,2 0 0 0 0,34-12-328 0 0,-24 7-23 0 0,86-30-3990 0 0,-91 32 3408 0 0</inkml:trace>
</inkml:ink>
</file>

<file path=ppt/ink/ink2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6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 10138 0 0,'-1'3'182'0'0,"0"0"-1"0"0,0 1 0 0 0,1-1 1 0 0,-1 1-1 0 0,1 0 1 0 0,0-1-1 0 0,0 1 0 0 0,0-1 1 0 0,0 1-1 0 0,2 6 0 0 0,-1 3-165 0 0,-1-10 6 0 0,-5 156 1645 0 0,2-122-672 0 0,3 47 1 0 0,4-32-5159 0 0,0-24-838 0 0</inkml:trace>
</inkml:ink>
</file>

<file path=ppt/ink/ink2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0.5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 8754 0 0,'0'0'9'0'0,"0"0"0"0"0,0-1-1 0 0,0 1 1 0 0,0 0 0 0 0,0 0 0 0 0,0 0 0 0 0,0-1 0 0 0,0 1-1 0 0,1 0 1 0 0,-1 0 0 0 0,0 0 0 0 0,0-1 0 0 0,0 1 0 0 0,0 0-1 0 0,0 0 1 0 0,0 0 0 0 0,0-1 0 0 0,0 1 0 0 0,0 0 0 0 0,1 0-1 0 0,-1 0 1 0 0,0 0 0 0 0,0-1 0 0 0,0 1 0 0 0,0 0 0 0 0,1 0-1 0 0,-1 0 1 0 0,0 0 0 0 0,0 0 0 0 0,0 0 0 0 0,1-1 0 0 0,-1 1-1 0 0,0 0 1 0 0,0 0 0 0 0,0 0 0 0 0,1 0 0 0 0,-1 0 0 0 0,0 0-1 0 0,1 0 1 0 0,10 4 264 0 0,9 12-35 0 0,-14-1 93 0 0,-1 0-1 0 0,-1 0 1 0 0,0 0 0 0 0,-1 0-1 0 0,-1 1 1 0 0,0-1 0 0 0,-1 21-1 0 0,2 3 260 0 0,24 198 2663 0 0,-2-79-5221 0 0,-24-155 1835 0 0,-1 1-242 0 0,1 1 0 0 0,-1-1 0 0 0,1 0-1 0 0,0 0 1 0 0,1 0 0 0 0,-1 0 0 0 0,1 0 0 0 0,-1 0 0 0 0,1 0 0 0 0,1-1 0 0 0,-1 1 0 0 0,0-1 0 0 0,4 4 0 0 0,-3-5-811 0 0</inkml:trace>
</inkml:ink>
</file>

<file path=ppt/ink/ink2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0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86 6913 0 0,'8'-6'10'0'0,"0"0"-1"0"0,1 1 1 0 0,0 0-1 0 0,0 1 0 0 0,0-1 1 0 0,13-3-1 0 0,7-3-99 0 0,-18 5-23 0 0,47-18-52 0 0,-56 22 70 0 0,1 1 0 0 0,0 1 0 0 0,0-1 1 0 0,-1 0-1 0 0,1 1 0 0 0,0-1 0 0 0,0 1 1 0 0,0 0-1 0 0,-1 0 0 0 0,1 0 0 0 0,0 1 1 0 0,0-1-1 0 0,0 0 0 0 0,-1 1 0 0 0,1 0 1 0 0,0 0-1 0 0,4 2 0 0 0,-5-1 66 0 0,0 0-1 0 0,0 0 1 0 0,-1 0-1 0 0,1 0 1 0 0,-1 0-1 0 0,0 0 1 0 0,1 1-1 0 0,-1-1 1 0 0,0 1 0 0 0,0-1-1 0 0,-1 1 1 0 0,1-1-1 0 0,0 1 1 0 0,-1-1-1 0 0,1 1 1 0 0,-1-1-1 0 0,0 1 1 0 0,0 0 0 0 0,0-1-1 0 0,0 1 1 0 0,-2 4-1 0 0,0 9 435 0 0,-1 0-1 0 0,-6 19 1 0 0,6-26-145 0 0,-3 11 21 0 0,-1 0 1 0 0,-1 0 0 0 0,-1-1-1 0 0,-1 0 1 0 0,0 0 0 0 0,-2-1-1 0 0,-14 17 1 0 0,-13 12 631 0 0,-51 46 1 0 0,55-59 844 0 0,35-34-1729 0 0,0 0 0 0 0,-1 0 0 0 0,1 0 0 0 0,0 0 0 0 0,0 1 0 0 0,0-1 0 0 0,0 0 0 0 0,0 0-1 0 0,0 0 1 0 0,-1 0 0 0 0,1 0 0 0 0,0 0 0 0 0,0 0 0 0 0,0 1 0 0 0,0-1 0 0 0,0 0 0 0 0,0 0 0 0 0,0 0 0 0 0,0 0 0 0 0,0 0 0 0 0,0 0-1 0 0,0 1 1 0 0,0-1 0 0 0,0 0 0 0 0,0 0 0 0 0,0 0 0 0 0,0 0 0 0 0,0 1 0 0 0,0-1 0 0 0,0 0 0 0 0,0 0 0 0 0,0 0 0 0 0,0 0 0 0 0,0 0-1 0 0,0 1 1 0 0,0-1 0 0 0,0 0 0 0 0,0 0 0 0 0,0 0 0 0 0,0 0 0 0 0,0 0 0 0 0,0 1 0 0 0,0-1 0 0 0,0 0 0 0 0,0 0 0 0 0,1 0 0 0 0,-1 0-1 0 0,0 0 1 0 0,0 0 0 0 0,0 0 0 0 0,0 0 0 0 0,0 0 0 0 0,0 1 0 0 0,1-1 0 0 0,-1 0 0 0 0,15 1 580 0 0,30-5-624 0 0,-27 3 355 0 0,3 0 173 0 0,1 2 0 0 0,40 7-1 0 0,3 1-2302 0 0,-53-8-3231 0 0</inkml:trace>
</inkml:ink>
</file>

<file path=ppt/ink/ink2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5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1 121 6913 0 0,'2'-2'201'0'0,"0"0"0"0"0,1 0-1 0 0,-1 0 1 0 0,1 1-1 0 0,-1-1 1 0 0,1 1-1 0 0,0-1 1 0 0,0 1-1 0 0,-1 0 1 0 0,1 0-1 0 0,5-1 1 0 0,3-2 398 0 0,38-18 1601 0 0,82-27 0 0 0,-103 42-3578 0 0,0 0 0 0 0,42-4 0 0 0,-51 10 299 0 0</inkml:trace>
</inkml:ink>
</file>

<file path=ppt/ink/ink2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2.0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37 1 6913 0 0,'-12'22'3288'0'0,"0"24"-4128"0"0,5-17-151 0 0,6-27 1099 0 0,0 1 1 0 0,0-1-1 0 0,0 1 0 0 0,1-1 1 0 0,-1 0-1 0 0,1 1 0 0 0,0-1 1 0 0,0 1-1 0 0,0-1 0 0 0,0 1 1 0 0,0-1-1 0 0,0 1 1 0 0,0-1-1 0 0,1 1 0 0 0,0-1 1 0 0,-1 1-1 0 0,2 2 0 0 0,0-3 72 0 0,-1-1 0 0 0,1 0 0 0 0,-1 0 0 0 0,1 0-1 0 0,-1 0 1 0 0,1 0 0 0 0,-1 0 0 0 0,1 0-1 0 0,0-1 1 0 0,0 1 0 0 0,-1 0 0 0 0,1-1 0 0 0,0 1-1 0 0,0-1 1 0 0,0 0 0 0 0,0 0 0 0 0,0 0-1 0 0,-1 0 1 0 0,1 0 0 0 0,0 0 0 0 0,0 0 0 0 0,0-1-1 0 0,3 0 1 0 0,13-2-173 0 0,-11 2-97 0 0,1-1 1 0 0,-1 1-1 0 0,1 1 0 0 0,-1-1 1 0 0,1 1-1 0 0,14 2 1 0 0,-20-1 71 0 0,0-1 0 0 0,0 1 0 0 0,0 0 0 0 0,0 0 0 0 0,-1 0 0 0 0,1 0 0 0 0,0 0 0 0 0,0 1 0 0 0,-1-1 0 0 0,1 0 0 0 0,-1 1 0 0 0,1-1 0 0 0,-1 1 0 0 0,1 0 0 0 0,-1-1 0 0 0,0 1 0 0 0,0 0 0 0 0,0 0 0 0 0,0 0 0 0 0,0 0 0 0 0,0 0 0 0 0,-1 0 0 0 0,1 0 0 0 0,-1 0 0 0 0,1 0 0 0 0,-1 0 0 0 0,0 0 0 0 0,0 0 0 0 0,0 4 0 0 0,0 4 100 0 0,-1 0-1 0 0,0-1 1 0 0,0 1 0 0 0,-1-1-1 0 0,0 0 1 0 0,-1 1 0 0 0,0-1-1 0 0,0 0 1 0 0,-1-1 0 0 0,0 1 0 0 0,-1-1-1 0 0,0 1 1 0 0,0-2 0 0 0,-1 1-1 0 0,0 0 1 0 0,0-1 0 0 0,-1 0-1 0 0,0-1 1 0 0,0 1 0 0 0,0-1-1 0 0,-1 0 1 0 0,0-1 0 0 0,0 0 0 0 0,-1-1-1 0 0,1 1 1 0 0,-13 3 0 0 0,21-8-124 0 0,-1 1-69 0 0,0-1-1 0 0,1 0 1 0 0,-1 0 0 0 0,0 1 0 0 0,1-1 0 0 0,-1 0 0 0 0,0 0 0 0 0,0 0-1 0 0,1 0 1 0 0,-1 0 0 0 0,0 0 0 0 0,0 0 0 0 0,1 0 0 0 0,-1 0 0 0 0,0 0-1 0 0,1 0 1 0 0,-1-1 0 0 0,0 1 0 0 0,1 0 0 0 0,-1 0 0 0 0,-1-1-1 0 0,0-4-846 0 0</inkml:trace>
</inkml:ink>
</file>

<file path=ppt/ink/ink2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3.5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 3681 0 0,'0'0'753'0'0,"4"-7"1052"0"0,0 27 4296 0 0,-2-15-6173 0 0,-2-5-19 0 0</inkml:trace>
</inkml:ink>
</file>

<file path=ppt/ink/ink2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5.8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0 1 3321 0 0</inkml:trace>
</inkml:ink>
</file>

<file path=ppt/ink/ink2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1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6449 0 0,'-3'4'4267'0'0,"4"3"-2663"0"0,5 30-658 0 0,2-1 1 0 0,2 0-1 0 0,1 0 0 0 0,2-1 0 0 0,21 39 1 0 0,34 48-223 0 0,11-12-5188 0 0</inkml:trace>
</inkml:ink>
</file>

<file path=ppt/ink/ink2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6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8 181 1928 0 0,'-2'-2'56'0'0,"1"-1"-1"0"0,0 0 1 0 0,0 0-1 0 0,0 1 1 0 0,1-1-1 0 0,-1 0 1 0 0,1 0-1 0 0,-1 0 1 0 0,1 0-1 0 0,0 0 1 0 0,0 0-1 0 0,0 0 1 0 0,1 0-1 0 0,-1 0 1 0 0,1 0-1 0 0,-1 0 1 0 0,2-3-1 0 0,1 0 356 0 0,0 0-1 0 0,0 0 1 0 0,1 0 0 0 0,-1 1-1 0 0,1-1 1 0 0,8-8-1 0 0,-4 6-158 0 0,0 1-1 0 0,0 0 0 0 0,1 1 0 0 0,0-1 1 0 0,0 2-1 0 0,1-1 0 0 0,-1 1 1 0 0,1 1-1 0 0,0 0 0 0 0,15-4 0 0 0,-18 5-175 0 0,0 1 0 0 0,0 1-1 0 0,1 0 1 0 0,-1 0-1 0 0,0 0 1 0 0,0 1-1 0 0,0 0 1 0 0,1 0 0 0 0,-1 0-1 0 0,0 1 1 0 0,0 1-1 0 0,0-1 1 0 0,0 1-1 0 0,0 0 1 0 0,0 1 0 0 0,10 4-1 0 0,-14-5-49 0 0,0 1 0 0 0,0 0 0 0 0,0 0 0 0 0,-1 0 0 0 0,1 0 0 0 0,-1 0 0 0 0,1 0 0 0 0,-1 1-1 0 0,0-1 1 0 0,0 1 0 0 0,-1-1 0 0 0,1 1 0 0 0,-1 0 0 0 0,0 0 0 0 0,0 0 0 0 0,0 0 0 0 0,0 0 0 0 0,0 0 0 0 0,-1 0 0 0 0,0 0 0 0 0,0 0 0 0 0,0 0-1 0 0,-1 0 1 0 0,1 0 0 0 0,-2 7 0 0 0,-2 6 172 0 0,0 0 0 0 0,-1 0 0 0 0,-1 0 0 0 0,-11 22 0 0 0,5-17 175 0 0,-8 20 630 0 0,19-40-917 0 0,0 1-1 0 0,0 0 0 0 0,0-1 0 0 0,1 1 1 0 0,-1 0-1 0 0,1 0 0 0 0,0-1 1 0 0,0 1-1 0 0,0 0 0 0 0,0 0 0 0 0,0-1 1 0 0,0 1-1 0 0,2 3 0 0 0,-2-5-22 0 0,1-1-1 0 0,-1 1 1 0 0,1-1 0 0 0,0 0-1 0 0,-1 1 1 0 0,1-1-1 0 0,0 1 1 0 0,-1-1 0 0 0,1 0-1 0 0,0 0 1 0 0,-1 1-1 0 0,1-1 1 0 0,0 0-1 0 0,0 0 1 0 0,-1 0 0 0 0,1 0-1 0 0,0 0 1 0 0,-1 0-1 0 0,1 0 1 0 0,0 0-1 0 0,0 0 1 0 0,-1 0 0 0 0,1-1-1 0 0,0 1 1 0 0,-1 0-1 0 0,2-1 1 0 0,23-6 983 0 0,-21 6-814 0 0,8-3 294 0 0,24-8-262 0 0,1 1 0 0 0,0 2 0 0 0,1 2 1 0 0,65-5-1 0 0,-95 12-764 0 0,1 1 0 0 0,-1 0 0 0 0,0 1 0 0 0,0-1 1 0 0,0 1-1 0 0,0 1 0 0 0,0 0 0 0 0,0 0 0 0 0,-1 0 0 0 0,1 1 0 0 0,-1 0 1 0 0,0 1-1 0 0,0 0 0 0 0,8 7 0 0 0,-4 0-971 0 0</inkml:trace>
</inkml:ink>
</file>

<file path=ppt/ink/ink2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1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174 3 5529 0 0,'-2'-1'0'0'0,"1"1"1"0"0,-1-1-1 0 0,0 1 0 0 0,0 0 1 0 0,0 0-1 0 0,0 0 0 0 0,0 0 1 0 0,0 0-1 0 0,1 0 0 0 0,-1 1 0 0 0,0-1 1 0 0,0 1-1 0 0,0-1 0 0 0,1 1 1 0 0,-1 0-1 0 0,0-1 0 0 0,0 1 1 0 0,1 0-1 0 0,-1 0 0 0 0,1 0 0 0 0,-1 1 1 0 0,1-1-1 0 0,-1 0 0 0 0,1 0 1 0 0,0 1-1 0 0,0-1 0 0 0,-2 3 1 0 0,-7 7 27 0 0,2 1 0 0 0,-12 18 0 0 0,17-26 121 0 0,-11 20 928 0 0,1 1 0 0 0,0 1 0 0 0,-16 52 0 0 0,25-66-747 0 0,1 0 0 0 0,0 0 0 0 0,1 0 1 0 0,0 1-1 0 0,1-1 0 0 0,0 1 0 0 0,1-1 1 0 0,0 1-1 0 0,2-1 0 0 0,-1 1 0 0 0,5 15 1 0 0,-5-23-334 0 0,1-1 1 0 0,0 1 0 0 0,0-1 0 0 0,0 0 0 0 0,1 0 0 0 0,-1 0-1 0 0,1 0 1 0 0,0-1 0 0 0,0 1 0 0 0,1-1 0 0 0,-1 0-1 0 0,0 1 1 0 0,1-2 0 0 0,0 1 0 0 0,0 0 0 0 0,0-1 0 0 0,0 1-1 0 0,0-1 1 0 0,1 0 0 0 0,-1-1 0 0 0,0 1 0 0 0,1-1-1 0 0,-1 0 1 0 0,1 0 0 0 0,0 0 0 0 0,-1-1 0 0 0,1 1 0 0 0,0-1-1 0 0,0 0 1 0 0,-1-1 0 0 0,1 1 0 0 0,0-1 0 0 0,-1 0-1 0 0,1 0 1 0 0,-1 0 0 0 0,1-1 0 0 0,-1 0 0 0 0,0 1-1 0 0,1-1 1 0 0,-1-1 0 0 0,0 1 0 0 0,0-1 0 0 0,-1 0 0 0 0,1 0-1 0 0,0 0 1 0 0,2-3 0 0 0,4-3-35 0 0,-1-1 1 0 0,-1 1-1 0 0,0-2 1 0 0,0 1-1 0 0,-1-1 0 0 0,0 0 1 0 0,-1 0-1 0 0,-1-1 0 0 0,1 0 1 0 0,6-23-1 0 0,-12 34 10 0 0,0 0-1 0 0,1-1 0 0 0,-1 1 0 0 0,0 0 1 0 0,0 0-1 0 0,0 0 0 0 0,0 0 0 0 0,0 0 1 0 0,0 0-1 0 0,0 0 0 0 0,0-1 1 0 0,0 1-1 0 0,0 0 0 0 0,-1 0 0 0 0,1 0 1 0 0,0 0-1 0 0,-1 0 0 0 0,1 0 1 0 0,-1 0-1 0 0,1 0 0 0 0,-1 0 0 0 0,0 0 1 0 0,1 0-1 0 0,-1 1 0 0 0,0-1 1 0 0,-1-1-1 0 0,1 1 4 0 0,-1 1 1 0 0,1 0 0 0 0,-1-1-1 0 0,1 1 1 0 0,-1 0 0 0 0,0 0-1 0 0,1 0 1 0 0,-1 0-1 0 0,1 0 1 0 0,-1 0 0 0 0,1 0-1 0 0,-1 0 1 0 0,1 1-1 0 0,-1-1 1 0 0,1 0 0 0 0,-3 2-1 0 0,-4 1-102 0 0,0 1 0 0 0,0 0 0 0 0,0 0 0 0 0,0 1-1 0 0,-9 7 1 0 0,-24 28-3372 0 0,20-17-12 0 0</inkml:trace>
</inkml:ink>
</file>

<file path=ppt/ink/ink2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9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4 7858 0 0,'-1'-1'88'0'0,"0"1"1"0"0,0-1 0 0 0,0 1 0 0 0,0-1 0 0 0,0 1 0 0 0,-1 0-1 0 0,1-1 1 0 0,0 1 0 0 0,0 0 0 0 0,0 0 0 0 0,0 0-1 0 0,0 0 1 0 0,0 0 0 0 0,0 0 0 0 0,0 0 0 0 0,0 1-1 0 0,-1-1 1 0 0,1 0 0 0 0,0 0 0 0 0,0 1 0 0 0,0-1-1 0 0,0 1 1 0 0,0-1 0 0 0,0 1 0 0 0,0-1 0 0 0,1 1 0 0 0,-1 0-1 0 0,0-1 1 0 0,0 1 0 0 0,0 0 0 0 0,0 0 0 0 0,1 0-1 0 0,-1 0 1 0 0,0-1 0 0 0,1 1 0 0 0,-1 0 0 0 0,1 0-1 0 0,-1 0 1 0 0,1 0 0 0 0,0 0 0 0 0,-1 0 0 0 0,1 1 0 0 0,0-1-1 0 0,0 0 1 0 0,-1 0 0 0 0,1 0 0 0 0,0 0 0 0 0,0 1-1 0 0,0 9 153 0 0,0 0-1 0 0,1 0 1 0 0,0 0-1 0 0,3 12 1 0 0,-1-3-90 0 0,6 42 14 0 0,3 0 0 0 0,26 81 1 0 0,-1-32-4903 0 0,-30-91 720 0 0</inkml:trace>
</inkml:ink>
</file>

<file path=ppt/ink/ink2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4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7 155 5985 0 0,'-1'-1'20'0'0,"0"0"0"0"0,1 0 1 0 0,-1-1-1 0 0,0 1 0 0 0,1 0 0 0 0,-1-1 0 0 0,1 1 0 0 0,0-1 0 0 0,-1 1 0 0 0,1-1 0 0 0,0 1 0 0 0,0 0 0 0 0,0-1 0 0 0,0 1 1 0 0,0-1-1 0 0,0 1 0 0 0,0-1 0 0 0,0 1 0 0 0,1-1 0 0 0,0-1 0 0 0,1-1-103 0 0,-1-1 1 0 0,1 1-1 0 0,1 0 1 0 0,-1 0-1 0 0,1 0 1 0 0,4-6-1 0 0,3-1-286 0 0,1-1 0 0 0,1 2 0 0 0,13-11 0 0 0,-18 17 492 0 0,0-1 1 0 0,0 1-1 0 0,1 0 1 0 0,0 1-1 0 0,0 0 1 0 0,0 0-1 0 0,0 1 1 0 0,0 0-1 0 0,0 0 1 0 0,1 1-1 0 0,15 0 1 0 0,-17 0 162 0 0,0 1 1 0 0,1 1 0 0 0,-1-1 0 0 0,0 1-1 0 0,0 1 1 0 0,0-1 0 0 0,0 1-1 0 0,0 0 1 0 0,0 1 0 0 0,0 0 0 0 0,0 0-1 0 0,-1 0 1 0 0,0 1 0 0 0,7 4-1 0 0,-10-4-240 0 0,0-1 0 0 0,-1 1-1 0 0,1 0 1 0 0,0 0 0 0 0,-1 0-1 0 0,0 0 1 0 0,0 0-1 0 0,0 1 1 0 0,-1-1 0 0 0,1 1-1 0 0,-1-1 1 0 0,0 1-1 0 0,0 0 1 0 0,-1-1 0 0 0,1 1-1 0 0,-1 0 1 0 0,0-1 0 0 0,0 1-1 0 0,-2 7 1 0 0,0 7-128 0 0,-2 0 0 0 0,0 0 1 0 0,-9 25-1 0 0,6-26 462 0 0,-1-1 0 0 0,-1 0 0 0 0,0 0 0 0 0,-1-1 0 0 0,-17 21 0 0 0,11-17-208 0 0,2 1 1 0 0,-12 23-1 0 0,25-43-144 0 0,1-1 0 0 0,-1 1 0 0 0,1 0 0 0 0,0 0 0 0 0,-1-1 0 0 0,1 1 1 0 0,0 0-1 0 0,-1 0 0 0 0,1 0 0 0 0,0-1 0 0 0,0 1 0 0 0,0 0 1 0 0,0 0-1 0 0,0 0 0 0 0,0 0 0 0 0,0 0 0 0 0,0-1 0 0 0,0 1 0 0 0,0 0 1 0 0,0 0-1 0 0,1 0 0 0 0,-1 0 0 0 0,0-1 0 0 0,1 1 0 0 0,-1 0 0 0 0,0 0 1 0 0,1-1-1 0 0,-1 1 0 0 0,1 0 0 0 0,-1 0 0 0 0,1-1 0 0 0,0 1 1 0 0,-1-1-1 0 0,1 1 0 0 0,-1-1 0 0 0,1 1 0 0 0,0-1 0 0 0,0 1 0 0 0,-1-1 1 0 0,1 1-1 0 0,0-1 0 0 0,0 0 0 0 0,0 1 0 0 0,-1-1 0 0 0,1 0 0 0 0,0 0 1 0 0,0 0-1 0 0,0 0 0 0 0,0 1 0 0 0,-1-1 0 0 0,1 0 0 0 0,0-1 1 0 0,1 1-1 0 0,8 1 263 0 0,0-1 1 0 0,-1-1 0 0 0,16-2 0 0 0,-22 3-280 0 0,78-14 1 0 0,19-3-1344 0 0,-31 13-3994 0 0,-53 4 1192 0 0</inkml:trace>
</inkml:ink>
</file>

<file path=ppt/ink/ink2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8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0 151 1696 0 0,'2'-5'62'0'0,"0"0"0"0"0,1 0 0 0 0,-1 0 0 0 0,1 0 0 0 0,0 0-1 0 0,1 1 1 0 0,-1-1 0 0 0,1 1 0 0 0,0 0 0 0 0,4-4 0 0 0,-3 3 11 0 0,6-6 655 0 0,1 0 1 0 0,0 1-1 0 0,1 0 0 0 0,0 0 1 0 0,28-14-1 0 0,-36 22-335 0 0,1-1 0 0 0,0 1 1 0 0,-1 0-1 0 0,1 1 0 0 0,0-1 0 0 0,0 1 1 0 0,0 0-1 0 0,10 0 0 0 0,-13 1-291 0 0,0 1 0 0 0,0-1 0 0 0,0 1 0 0 0,0-1 0 0 0,0 1 0 0 0,0 0 0 0 0,0 0 0 0 0,0 0 0 0 0,0 0 0 0 0,0 1 0 0 0,0 0 0 0 0,-1-1 0 0 0,1 1 0 0 0,0 0 0 0 0,-1 0 0 0 0,0 0 0 0 0,3 3 0 0 0,-1 0-76 0 0,-1-1 0 0 0,0 1 0 0 0,0 0 1 0 0,0 0-1 0 0,-1 0 0 0 0,0 0 1 0 0,0 0-1 0 0,2 11 0 0 0,7 49 277 0 0,-2-10 310 0 0,25 53 1006 0 0,-24-80-1576 0 0,-1-1-1 0 0,-1 1 0 0 0,-1 1 1 0 0,-1-1-1 0 0,2 48 1 0 0,-6-58-2767 0 0</inkml:trace>
</inkml:ink>
</file>

<file path=ppt/ink/ink2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9.1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16 184 12499 0 0,'-1'0'43'0'0,"1"0"0"0"0,-1 0 0 0 0,0 0 1 0 0,1 0-1 0 0,-1 0 0 0 0,0-1 0 0 0,0 1 0 0 0,1 0 1 0 0,-1-1-1 0 0,0 1 0 0 0,1 0 0 0 0,-1-1 1 0 0,1 1-1 0 0,-1-1 0 0 0,1 1 0 0 0,-1-1 0 0 0,0 1 1 0 0,1-1-1 0 0,0 1 0 0 0,-1-1 0 0 0,1 0 0 0 0,-1 1 1 0 0,1-1-1 0 0,0 0 0 0 0,-1 1 0 0 0,1-1 1 0 0,0 0-1 0 0,0 1 0 0 0,-1-1 0 0 0,1-1 0 0 0,0 1 25 0 0,1-1 0 0 0,-1 0 0 0 0,0 0-1 0 0,1 1 1 0 0,0-1 0 0 0,-1 0-1 0 0,1 1 1 0 0,0-1 0 0 0,0 1 0 0 0,0-1-1 0 0,0 1 1 0 0,1-3 0 0 0,5-3 54 0 0,-1 0 0 0 0,1 0 0 0 0,0 1 0 0 0,10-7 0 0 0,5-1-407 0 0,1 0 1 0 0,1 2 0 0 0,42-15-1 0 0,-4 5-3436 0 0,-57 20 3128 0 0,35-12-3667 0 0</inkml:trace>
</inkml:ink>
</file>

<file path=ppt/ink/ink2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3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72 920 0 0,'6'-44'-183'0'0,"-6"42"333"0"0,1-1 0 0 0,-1 1 0 0 0,1 0 0 0 0,0 0 0 0 0,0 0 0 0 0,0-1 0 0 0,0 1 0 0 0,1 0-1 0 0,-1 0 1 0 0,0 1 0 0 0,1-1 0 0 0,0 0 0 0 0,14 6 6390 0 0,-12 24-5115 0 0,-4-28-1427 0 0,3 25 916 0 0,-2 0-1 0 0,-4 47 1 0 0,1-45-555 0 0,3 43-1 0 0,7-14-186 0 0,2-1 0 0 0,3 0 0 0 0,38 102 0 0 0,-27-84-90 0 0,-8-18-1712 0 0,-12-42-3159 0 0</inkml:trace>
</inkml:ink>
</file>

<file path=ppt/ink/ink2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7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65 8290 0 0,'4'-4'-108'0'0,"1"0"1"0"0,0 0-1 0 0,-1 1 1 0 0,1 0-1 0 0,1 0 1 0 0,-1 0-1 0 0,0 0 1 0 0,1 1-1 0 0,9-3 1 0 0,-8 2 190 0 0,9-3-309 0 0,1 1 1 0 0,0 0-1 0 0,1 1 0 0 0,30-2 1 0 0,-40 5 546 0 0,0 1-1 0 0,0 0 1 0 0,0 0-1 0 0,0 0 1 0 0,0 1 0 0 0,0 1-1 0 0,0-1 1 0 0,0 1 0 0 0,-1 1-1 0 0,1-1 1 0 0,-1 1 0 0 0,13 7-1 0 0,-17-7-287 0 0,1 0 0 0 0,-1 0 0 0 0,0 1-1 0 0,0-1 1 0 0,0 1 0 0 0,0 0 0 0 0,-1 0 0 0 0,0-1 0 0 0,1 2-1 0 0,-1-1 1 0 0,-1 0 0 0 0,1 0 0 0 0,-1 1 0 0 0,1-1-1 0 0,-1 0 1 0 0,-1 1 0 0 0,1 0 0 0 0,0-1 0 0 0,-1 1 0 0 0,0-1-1 0 0,0 1 1 0 0,-1-1 0 0 0,0 7 0 0 0,-2 6 21 0 0,0-1 1 0 0,-1 1-1 0 0,0-1 1 0 0,-2 0 0 0 0,-7 16-1 0 0,-5 2 454 0 0,-1 0-1 0 0,-2-1 1 0 0,-1-1 0 0 0,-2-1-1 0 0,-41 41 1 0 0,64-71-415 0 0,0 0 0 0 0,0 0 0 0 0,0 0-1 0 0,0 0 1 0 0,0 1 0 0 0,0-1 0 0 0,0 0 0 0 0,0 1-1 0 0,0-1 1 0 0,1 0 0 0 0,-1 1 0 0 0,1-1 0 0 0,-1 1-1 0 0,1-1 1 0 0,-1 1 0 0 0,1 1 0 0 0,0-2-53 0 0,0-1 0 0 0,1 1 0 0 0,-1-1-1 0 0,0 1 1 0 0,1-1 0 0 0,-1 1 0 0 0,0-1 0 0 0,1 0 0 0 0,-1 1 0 0 0,1-1 0 0 0,-1 0 0 0 0,0 1 0 0 0,1-1 0 0 0,-1 0 0 0 0,1 1-1 0 0,-1-1 1 0 0,1 0 0 0 0,0 0 0 0 0,-1 0 0 0 0,1 0 0 0 0,-1 1 0 0 0,1-1 0 0 0,-1 0 0 0 0,1 0 0 0 0,-1 0 0 0 0,1 0 0 0 0,0 0-1 0 0,0-1 1 0 0,10 1 265 0 0,0-2 0 0 0,0 1-1 0 0,14-6 1 0 0,-15 5-203 0 0,68-19 564 0 0,61-12 82 0 0,-123 31-971 0 0,0 0 0 0 0,0 0 0 0 0,0 2 0 0 0,0 0 0 0 0,1 1 0 0 0,23 4 0 0 0,-13 6-1781 0 0,-13 1-2986 0 0</inkml:trace>
</inkml:ink>
</file>

<file path=ppt/ink/ink2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2.3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160 231 2761 0 0,'-3'-1'53'0'0,"0"-1"1"0"0,1 1-1 0 0,-1 0 0 0 0,0 0 1 0 0,0 0-1 0 0,0 0 1 0 0,0 1-1 0 0,0-1 1 0 0,0 1-1 0 0,0 0 1 0 0,-6 0-1 0 0,-1-1 7 0 0,2 0 68 0 0,-1-1 0 0 0,1 1 0 0 0,0-1 0 0 0,0-1-1 0 0,0 0 1 0 0,0 0 0 0 0,0 0 0 0 0,-7-6 0 0 0,13 8 31 0 0,0 0 0 0 0,0-1 0 0 0,0 1 0 0 0,0-1 0 0 0,0 0 0 0 0,1 0 0 0 0,-1 0 0 0 0,0 1-1 0 0,1-2 1 0 0,0 1 0 0 0,-1 0 0 0 0,1 0 0 0 0,0 0 0 0 0,0-1 0 0 0,0 1 0 0 0,0 0 0 0 0,1-1 0 0 0,-1 1 0 0 0,1-1 0 0 0,-1 1 0 0 0,1-1 0 0 0,0 1 0 0 0,0-1 0 0 0,0 1 0 0 0,0-1 0 0 0,0 1 0 0 0,1-1 0 0 0,-1 1 0 0 0,1 0 0 0 0,0-1-1 0 0,1-3 1 0 0,1-1-152 0 0,0 1-1 0 0,1-1 1 0 0,0 0-1 0 0,0 1 1 0 0,0 0-1 0 0,1 0 0 0 0,0 0 1 0 0,0 1-1 0 0,0-1 1 0 0,1 1-1 0 0,0 1 0 0 0,0-1 1 0 0,0 1-1 0 0,1 0 1 0 0,-1 0-1 0 0,9-3 1 0 0,-4 2-154 0 0,0 1-1 0 0,1 0 1 0 0,-1 1 0 0 0,1 0 0 0 0,0 1 0 0 0,0 0 0 0 0,0 1 0 0 0,0 0 0 0 0,18 1 0 0 0,-28 0 135 0 0,1 0 0 0 0,0 0 1 0 0,0 1-1 0 0,-1-1 1 0 0,1 1-1 0 0,0-1 0 0 0,-1 1 1 0 0,1 0-1 0 0,0 0 0 0 0,-1 0 1 0 0,1 0-1 0 0,-1 1 0 0 0,0-1 1 0 0,1 1-1 0 0,-1-1 0 0 0,0 1 1 0 0,0 0-1 0 0,0 0 1 0 0,0 0-1 0 0,0 0 0 0 0,-1 0 1 0 0,1 0-1 0 0,-1 1 0 0 0,1-1 1 0 0,-1 0-1 0 0,0 1 0 0 0,1-1 1 0 0,-1 1-1 0 0,-1-1 0 0 0,1 1 1 0 0,0 0-1 0 0,-1 0 1 0 0,1-1-1 0 0,-1 1 0 0 0,0 0 1 0 0,0-1-1 0 0,0 6 0 0 0,-2 9-64 0 0,0 0 0 0 0,-1 1 0 0 0,-1-1-1 0 0,-12 31 1 0 0,8-21 202 0 0,1-7 215 0 0,2 1-1 0 0,0-1 0 0 0,1 1 1 0 0,1 0-1 0 0,0 26 1 0 0,4-42-303 0 0,-1-1 0 0 0,0 1 0 0 0,1 0 0 0 0,0 0 0 0 0,0-1 0 0 0,1 1 0 0 0,-1 0 0 0 0,1-1 0 0 0,0 1 0 0 0,0-1 0 0 0,0 0 0 0 0,5 7 1 0 0,-4-9-41 0 0,-1 1 0 0 0,1 0 0 0 0,0-1 1 0 0,1 1-1 0 0,-1-1 0 0 0,0 0 0 0 0,1 0 1 0 0,-1 0-1 0 0,1-1 0 0 0,-1 1 0 0 0,1-1 1 0 0,0 0-1 0 0,0 0 0 0 0,-1 0 0 0 0,1 0 1 0 0,0-1-1 0 0,7 1 0 0 0,2-2 234 0 0,0 0 1 0 0,0-1-1 0 0,0 0 0 0 0,0-1 0 0 0,-1 0 1 0 0,1-1-1 0 0,-1 0 0 0 0,0-1 0 0 0,0-1 1 0 0,-1 0-1 0 0,1 0 0 0 0,17-14 0 0 0,-27 18-181 0 0,0 1-1 0 0,0-1 0 0 0,0 0 0 0 0,0 1 0 0 0,-1-1 0 0 0,1 0 0 0 0,0 0 0 0 0,-1 0 0 0 0,1 0 0 0 0,-1 0 0 0 0,0-1 0 0 0,0 1 0 0 0,0 0 0 0 0,0-1 1 0 0,0 1-1 0 0,0-1 0 0 0,-1 1 0 0 0,1-1 0 0 0,-1 1 0 0 0,1-1 0 0 0,-1 1 0 0 0,0-1 0 0 0,0 1 0 0 0,0-1 0 0 0,-1 0 0 0 0,1 1 0 0 0,-1-1 1 0 0,1 1-1 0 0,-2-5 0 0 0,-1 3 61 0 0,0-1-1 0 0,0 1 1 0 0,0-1 0 0 0,0 1 0 0 0,-1 0 0 0 0,0 0 0 0 0,1 1-1 0 0,-1-1 1 0 0,-1 1 0 0 0,1 0 0 0 0,0 0 0 0 0,-1 0 0 0 0,-7-3-1 0 0,-7-3 66 0 0,-1 1 0 0 0,1 1 0 0 0,-2 1 0 0 0,1 0-1 0 0,-31-3 1 0 0,31 7-885 0 0,1 0-1 0 0,0 2 1 0 0,-27 2-1 0 0,13 3-4596 0 0</inkml:trace>
</inkml:ink>
</file>

<file path=ppt/ink/ink2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0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139 37 4609 0 0,'-2'-2'421'0'0,"1"-1"0"0"0,0 1 0 0 0,0-1 0 0 0,-1 1 0 0 0,0 0 0 0 0,1 0 0 0 0,-1-1 0 0 0,0 1 1 0 0,0 0-1 0 0,0 1 0 0 0,0-1 0 0 0,-1 0 0 0 0,1 0 0 0 0,0 1 0 0 0,-1 0 0 0 0,1-1 0 0 0,-4 0 0 0 0,4 1-177 0 0,0 1 0 0 0,0 0-1 0 0,1 0 1 0 0,-1 0 0 0 0,0 1-1 0 0,1-1 1 0 0,-1 0 0 0 0,0 1 0 0 0,0-1-1 0 0,1 1 1 0 0,-1-1 0 0 0,1 1 0 0 0,-1 0-1 0 0,0 0 1 0 0,1 0 0 0 0,-1 0-1 0 0,1 0 1 0 0,0 0 0 0 0,-1 0 0 0 0,1 0-1 0 0,0 0 1 0 0,0 1 0 0 0,0-1-1 0 0,0 0 1 0 0,0 1 0 0 0,0-1 0 0 0,0 1-1 0 0,-1 2 1 0 0,-7 12-126 0 0,1 1 0 0 0,0 1 0 0 0,1 0 0 0 0,1 0 0 0 0,1 0 0 0 0,1 0 0 0 0,0 1 0 0 0,1 0 0 0 0,1 0-1 0 0,1 26 1 0 0,1-22-7 0 0,1-1 0 0 0,1 1-1 0 0,2-1 1 0 0,0 0-1 0 0,1 0 1 0 0,1 0-1 0 0,1-1 1 0 0,14 30 0 0 0,-16-42-1365 0 0,0 1 0 0 0,1-1 0 0 0,0 0 0 0 0,0-1 0 0 0,13 14 1 0 0</inkml:trace>
</inkml:ink>
</file>

<file path=ppt/ink/ink2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5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21 220 6913 0 0,'-3'-3'3'0'0,"1"-1"-1"0"0,0 1 0 0 0,0-1 0 0 0,0 0 1 0 0,0 0-1 0 0,1 1 0 0 0,-1-1 0 0 0,1 0 1 0 0,0 0-1 0 0,0 0 0 0 0,0-1 0 0 0,1 1 1 0 0,0 0-1 0 0,0 0 0 0 0,0 0 0 0 0,0 0 0 0 0,0-1 1 0 0,1 1-1 0 0,0 0 0 0 0,0 0 0 0 0,0 0 1 0 0,0 0-1 0 0,1 0 0 0 0,1-4 0 0 0,0 2 37 0 0,0 1 1 0 0,1-1-1 0 0,-1 1 0 0 0,1-1 0 0 0,0 1 0 0 0,1 0 0 0 0,-1 0 0 0 0,1 1 1 0 0,0-1-1 0 0,0 1 0 0 0,0 0 0 0 0,1 1 0 0 0,-1-1 0 0 0,12-4 0 0 0,9-1 572 0 0,-1 1 1 0 0,1 1-1 0 0,0 1 0 0 0,0 1 0 0 0,1 2 0 0 0,36-1 1 0 0,-61 4-614 0 0,-1 0 0 0 0,1 0 0 0 0,-1 0 0 0 0,1 0 0 0 0,-1 0 0 0 0,0 0 0 0 0,1 1 0 0 0,-1-1 0 0 0,1 0 0 0 0,-1 1 0 0 0,0-1 0 0 0,1 1 0 0 0,-1-1 0 0 0,0 1 0 0 0,0 0 0 0 0,1 0 0 0 0,-1-1 0 0 0,0 1 0 0 0,0 0 0 0 0,0 0 0 0 0,0 0 0 0 0,0 0 0 0 0,0 0 0 0 0,0 0 0 0 0,1 2 0 0 0,-2-1 0 0 0,1 1 0 0 0,-1-1 0 0 0,1 0 0 0 0,-1 0 0 0 0,0 1 0 0 0,1-1 0 0 0,-1 0 0 0 0,0 1 0 0 0,-1-1 0 0 0,1 0 0 0 0,0 1 0 0 0,-1-1 0 0 0,-1 5 0 0 0,-2 4-161 0 0,0 0 0 0 0,-2 0 0 0 0,1 0 0 0 0,-14 18 0 0 0,5-10 428 0 0,-1-1 0 0 0,-1 0 0 0 0,-1-1 0 0 0,0-1 0 0 0,-1-1 0 0 0,-1 0 0 0 0,0-1 0 0 0,-25 13 1 0 0,68-31 689 0 0,41-1 1 0 0,-46 4-535 0 0,0 2 1 0 0,0 0 0 0 0,-1 0 0 0 0,1 2 0 0 0,27 7-1 0 0,-34-6-699 0 0,0 0 0 0 0,-1 1 0 0 0,0 0 0 0 0,0 0 0 0 0,0 1 0 0 0,-1 1-1 0 0,1 0 1 0 0,-2 0 0 0 0,15 13 0 0 0,-14-9-857 0 0</inkml:trace>
</inkml:ink>
</file>

<file path=ppt/ink/ink2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8.1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384 23 11058 0 0,'-3'3'-325'0'0,"1"0"-1"0"0,-1 0 1 0 0,1 0-1 0 0,0 1 1 0 0,0-1-1 0 0,1 1 1 0 0,-3 5-1 0 0,-6 12-1241 0 0,0-7 978 0 0,0 0 1 0 0,-1-1 0 0 0,0 0 0 0 0,-1-1-1 0 0,-1 0 1 0 0,-16 12 0 0 0,10-11 1618 0 0,0 0 1 0 0,-1-1 0 0 0,0-2-1 0 0,0 0 1 0 0,-1-1 0 0 0,-1-1 0 0 0,-30 8-1 0 0,50-16-1031 0 0,0 1 0 0 0,0-1 0 0 0,0 1 0 0 0,0-1 1 0 0,0 0-1 0 0,0 0 0 0 0,0 0 0 0 0,0 0 0 0 0,0 0 0 0 0,0 0 0 0 0,0 0 0 0 0,0-1 0 0 0,0 1 0 0 0,0-1 0 0 0,0 0 0 0 0,0 1 0 0 0,0-1 0 0 0,0 0 0 0 0,1 0 0 0 0,-1 0 0 0 0,0 0 0 0 0,0-1 0 0 0,-1-1 0 0 0,1 0-104 0 0,0 0 0 0 0,0 1-1 0 0,0-1 1 0 0,1-1 0 0 0,-1 1 0 0 0,1 0-1 0 0,0 0 1 0 0,0 0 0 0 0,0-1 0 0 0,0 1 0 0 0,0 0-1 0 0,1-7 1 0 0,-1-1-33 0 0,1 0-1 0 0,1 1 1 0 0,0-1 0 0 0,0 1-1 0 0,1-1 1 0 0,1 1 0 0 0,-1-1-1 0 0,7-12 1 0 0,-5 16 116 0 0,0 0 0 0 0,1 1 0 0 0,-1-1 0 0 0,1 1-1 0 0,1 0 1 0 0,-1 1 0 0 0,1-1 0 0 0,0 1 0 0 0,1 0 0 0 0,-1 0 0 0 0,1 1 0 0 0,0 0 0 0 0,0 0 0 0 0,0 1 0 0 0,0 0 0 0 0,10-3 0 0 0,-7 3 37 0 0,1 0-1 0 0,-1 0 1 0 0,0 2 0 0 0,1-1 0 0 0,-1 1 0 0 0,1 1 0 0 0,0-1 0 0 0,-1 2 0 0 0,1 0 0 0 0,-1 0 0 0 0,21 6 0 0 0,-25-6 186 0 0,0 2 0 0 0,0-1 0 0 0,0 1 0 0 0,0 0 1 0 0,-1 0-1 0 0,1 0 0 0 0,-1 1 0 0 0,0 0 0 0 0,0 0 0 0 0,0 1 1 0 0,0-1-1 0 0,-1 1 0 0 0,0 0 0 0 0,0 0 0 0 0,0 0 0 0 0,0 1 0 0 0,-1-1 1 0 0,0 1-1 0 0,4 10 0 0 0,-5-9 58 0 0,0 1 1 0 0,-1-1-1 0 0,1 1 0 0 0,-1-1 1 0 0,-1 1-1 0 0,1 0 1 0 0,-2-1-1 0 0,1 1 0 0 0,-1-1 1 0 0,0 1-1 0 0,0-1 0 0 0,-1 1 1 0 0,0-1-1 0 0,0 0 0 0 0,-1 1 1 0 0,-4 8-1 0 0,-26 54 212 0 0,29-56-1056 0 0</inkml:trace>
</inkml:ink>
</file>

<file path=ppt/ink/ink2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9.4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 8290 0 0,'2'0'1853'0'0,"-2"-1"-1756"0"0,1 1-1 0 0,0 0 1 0 0,-1-1 0 0 0,1 1-1 0 0,0 0 1 0 0,-1 0 0 0 0,1-1-1 0 0,0 1 1 0 0,-1 0 0 0 0,1 0-1 0 0,0 0 1 0 0,0 0 0 0 0,-1 0-1 0 0,1 0 1 0 0,0 0 0 0 0,0 0-1 0 0,-1 0 1 0 0,1 1 0 0 0,0-1-1 0 0,-1 0 1 0 0,1 0 0 0 0,0 1-1 0 0,-1-1 1 0 0,1 0-1 0 0,0 1 1 0 0,-1-1 0 0 0,1 1-1 0 0,-1-1 1 0 0,2 1 0 0 0,2 5 140 0 0,1-1 1 0 0,-1 1-1 0 0,-1 0 1 0 0,1 1-1 0 0,-1-1 1 0 0,0 1-1 0 0,0-1 1 0 0,-1 1-1 0 0,0 0 1 0 0,0 0-1 0 0,1 13 1 0 0,6 30 961 0 0,-4-14-1053 0 0,2 0-1 0 0,1 0 1 0 0,2 0-1 0 0,26 60 1 0 0,-19-60-3731 0 0</inkml:trace>
</inkml:ink>
</file>

<file path=ppt/ink/ink2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2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115 215 2761 0 0,'-15'-9'-722'0'0,"2"0"669"0"0,-1 1-1 0 0,1-2 0 0 0,1 0 1 0 0,-14-13-1 0 0,24 21 242 0 0,0 0 0 0 0,1 0 1 0 0,-1 0-1 0 0,0 0 0 0 0,1 0 0 0 0,-1 0 0 0 0,1 0 0 0 0,-1 0 0 0 0,1-1 0 0 0,0 1 0 0 0,0-1 0 0 0,0 1 0 0 0,1-1 0 0 0,-1 1 0 0 0,0-1 0 0 0,1 1 1 0 0,0-1-1 0 0,0 0 0 0 0,-1 1 0 0 0,1-1 0 0 0,1 1 0 0 0,-1-1 0 0 0,0 0 0 0 0,1 1 0 0 0,-1-1 0 0 0,1 1 0 0 0,0-1 0 0 0,0 1 0 0 0,0-1 0 0 0,0 1 1 0 0,0 0-1 0 0,3-5 0 0 0,1 3-74 0 0,0-1 0 0 0,0 1 0 0 0,0 0 1 0 0,0 0-1 0 0,0 0 0 0 0,1 1 0 0 0,0 0 0 0 0,0 0 1 0 0,0 0-1 0 0,0 1 0 0 0,0 0 0 0 0,7-2 1 0 0,8-1-336 0 0,0 1 1 0 0,29-3 0 0 0,-41 6 174 0 0,-1 1 0 0 0,0 0 0 0 0,1 0 0 0 0,-1 0 0 0 0,1 1 0 0 0,-1 0 0 0 0,15 5 0 0 0,-21-5 32 0 0,1 0 1 0 0,0 1 0 0 0,-1-1 0 0 0,1 1 0 0 0,-1-1 0 0 0,1 1 0 0 0,-1 0 0 0 0,0 0-1 0 0,1 0 1 0 0,-1 0 0 0 0,0 0 0 0 0,-1 1 0 0 0,1-1 0 0 0,0 1 0 0 0,-1-1 0 0 0,1 1-1 0 0,-1-1 1 0 0,0 1 0 0 0,0 0 0 0 0,0 0 0 0 0,0 0 0 0 0,0 0 0 0 0,-1-1 0 0 0,1 1 0 0 0,-1 4-1 0 0,1 0 79 0 0,-1 0-1 0 0,-1-1 1 0 0,1 1-1 0 0,-1 0 0 0 0,0 0 1 0 0,-1-1-1 0 0,1 1 0 0 0,-2 0 1 0 0,1-1-1 0 0,0 0 1 0 0,-1 0-1 0 0,-1 0 0 0 0,1 0 1 0 0,-1 0-1 0 0,1 0 0 0 0,-2-1 1 0 0,1 0-1 0 0,-1 0 1 0 0,-8 8-1 0 0,5-6 109 0 0,0 0 0 0 0,-1-1 1 0 0,0 0-1 0 0,0-1 0 0 0,0 0 0 0 0,0 0 0 0 0,-1-1 1 0 0,0 0-1 0 0,1-1 0 0 0,-2 0 0 0 0,1 0 1 0 0,-14 1-1 0 0,22-4-180 0 0,1 1 0 0 0,-1-1 0 0 0,1 0 1 0 0,0 0-1 0 0,-1 1 0 0 0,1-1 0 0 0,-1 0 0 0 0,1 0 0 0 0,-1-1 1 0 0,1 1-1 0 0,-1 0 0 0 0,1 0 0 0 0,0-1 0 0 0,-1 1 1 0 0,-1-2-1 0 0,17-7-680 0 0,39-11-128 0 0,-10 9-76 0 0,-20 6-2398 0 0</inkml:trace>
</inkml:ink>
</file>

<file path=ppt/ink/ink3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8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30 6913 0 0,'4'-3'239'0'0,"0"-1"-1"0"0,0 1 1 0 0,1 1-1 0 0,-1-1 1 0 0,1 1-1 0 0,-1 0 0 0 0,1 0 1 0 0,0 0-1 0 0,0 0 1 0 0,0 1-1 0 0,0 0 1 0 0,0 0-1 0 0,0 0 0 0 0,0 1 1 0 0,0 0-1 0 0,7 0 1 0 0,-2 0 47 0 0,-1 1-1 0 0,1 1 1 0 0,0-1 0 0 0,-1 1 0 0 0,1 1 0 0 0,-1 0 0 0 0,15 7 0 0 0,191 89 1272 0 0,-68-42-7555 0 0,-129-51 2183 0 0</inkml:trace>
</inkml:ink>
</file>

<file path=ppt/ink/ink3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4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 11979 0 0,'0'0'18'0'0,"0"0"1"0"0,0 0 0 0 0,0 0 0 0 0,0 0 0 0 0,0 0 0 0 0,1 0 0 0 0,-1-1 0 0 0,0 1-1 0 0,0 0 1 0 0,0 0 0 0 0,0 0 0 0 0,0 0 0 0 0,0 0 0 0 0,0 0 0 0 0,0 0 0 0 0,1-1-1 0 0,-1 1 1 0 0,0 0 0 0 0,0 0 0 0 0,0 0 0 0 0,0 0 0 0 0,0 0 0 0 0,0 0 0 0 0,1 0-1 0 0,-1 0 1 0 0,0 0 0 0 0,0 0 0 0 0,0 0 0 0 0,0 0 0 0 0,0 0 0 0 0,1 0 0 0 0,-1 0-1 0 0,0 0 1 0 0,0 0 0 0 0,0 0 0 0 0,0 0 0 0 0,0 0 0 0 0,1 0 0 0 0,-1 0 0 0 0,0 0-1 0 0,0 0 1 0 0,0 0 0 0 0,0 0 0 0 0,0 0 0 0 0,1 1 0 0 0,-1-1 0 0 0,0 0 0 0 0,0 0 0 0 0,0 0-1 0 0,0 0 1 0 0,0 0 0 0 0,0 0 0 0 0,0 0 0 0 0,0 0 0 0 0,0 1 0 0 0,1-1 0 0 0,-1 0-1 0 0,0 0 1 0 0,0 0 0 0 0,0 0 0 0 0,0 0 0 0 0,0 1 0 0 0,0-1 0 0 0,0 0 0 0 0,0 0-1 0 0,7 9-567 0 0,-4 1 456 0 0,-1 0 1 0 0,0 1-1 0 0,0-1 1 0 0,-1 1-1 0 0,0-1 1 0 0,-1 1-1 0 0,-2 12 1 0 0,2 15 617 0 0,2-9-455 0 0,1 0 0 0 0,2 0 0 0 0,1 0-1 0 0,1 0 1 0 0,1-1 0 0 0,2 0 0 0 0,13 28 0 0 0,-18-47-70 0 0,-1-5 0 0 0</inkml:trace>
</inkml:ink>
</file>

<file path=ppt/ink/ink3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7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42 130 9674 0 0,'-1'1'-93'0'0,"-1"-1"0"0"0,0 1 0 0 0,1-1 0 0 0,-1 1 0 0 0,1 0 0 0 0,-1-1-1 0 0,1 1 1 0 0,-1 0 0 0 0,1 0 0 0 0,0 0 0 0 0,-1 0 0 0 0,1 1 0 0 0,0-1 0 0 0,0 0 0 0 0,0 0 0 0 0,0 1 0 0 0,0-1 0 0 0,0 1-1 0 0,0-1 1 0 0,0 1 0 0 0,1-1 0 0 0,-1 1 0 0 0,1-1 0 0 0,-1 3 0 0 0,-2 6-532 0 0,0-1 0 0 0,1 1 0 0 0,0-1 0 0 0,0 19 0 0 0,2-20 911 0 0,0 0 0 0 0,1 0 1 0 0,0 0-1 0 0,0 0 0 0 0,1 0 0 0 0,0 0 0 0 0,0 0 0 0 0,1-1 1 0 0,5 13-1 0 0,-4-14-12 0 0,0 0 0 0 0,-1 0 0 0 0,2-1 0 0 0,-1 0-1 0 0,1 1 1 0 0,0-1 0 0 0,0-1 0 0 0,0 1 0 0 0,1-1 0 0 0,-1 0 0 0 0,1 0 0 0 0,0 0 0 0 0,0-1 0 0 0,1 0 0 0 0,-1 0 0 0 0,1-1 0 0 0,-1 0 0 0 0,1 0 0 0 0,0 0 0 0 0,0-1 0 0 0,7 1 0 0 0,-4-2-281 0 0,1 0 0 0 0,-1 0-1 0 0,0-1 1 0 0,0 0 0 0 0,1-1 0 0 0,-1 0 0 0 0,0-1 0 0 0,0 0 0 0 0,-1 0 0 0 0,1-1-1 0 0,-1-1 1 0 0,0 1 0 0 0,0-1 0 0 0,0-1 0 0 0,-1 0 0 0 0,10-8 0 0 0,-13 10-12 0 0,0 0 1 0 0,-1 0-1 0 0,0-1 1 0 0,0 1 0 0 0,0-1-1 0 0,0 0 1 0 0,-1-1-1 0 0,0 1 1 0 0,0 0 0 0 0,0-1-1 0 0,-1 0 1 0 0,0 1-1 0 0,0-1 1 0 0,0 0 0 0 0,-1 0-1 0 0,1 0 1 0 0,-1-1-1 0 0,-1 1 1 0 0,0 0 0 0 0,1 0-1 0 0,-2 0 1 0 0,1 0-1 0 0,-1-1 1 0 0,0 1 0 0 0,0 0-1 0 0,-1 0 1 0 0,1 0-1 0 0,-4-7 1 0 0,0 3-106 0 0,0 0 0 0 0,-1 1 0 0 0,0 0 0 0 0,0 0 1 0 0,-1 0-1 0 0,0 0 0 0 0,0 1 0 0 0,-1 0 0 0 0,0 1 0 0 0,0 0 0 0 0,-12-8 0 0 0,6 7-282 0 0,0 0 0 0 0,-1 0 0 0 0,1 1 0 0 0,-2 1 1 0 0,1 1-1 0 0,-1 0 0 0 0,-16-3 0 0 0,-13 1-683 0 0</inkml:trace>
</inkml:ink>
</file>

<file path=ppt/ink/ink3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2.9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10570 0 0,'12'30'481'0'0,"-1"0"0"0"0,-1 1 1 0 0,-2 0-1 0 0,-2 1 0 0 0,5 46 0 0 0,-5-30-312 0 0,17 59 0 0 0,-13-72 7 0 0,24 53 0 0 0,-27-73-593 0 0,1-1 0 0 0,0 1-1 0 0,1-1 1 0 0,1-1 0 0 0,20 23 0 0 0,-20-26-3849 0 0</inkml:trace>
</inkml:ink>
</file>

<file path=ppt/ink/ink3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5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1 135 3681 0 0,'0'-3'135'0'0,"0"0"0"0"0,-1 0 0 0 0,1-1 1 0 0,1 1-1 0 0,-1 0 0 0 0,0 0 0 0 0,1-1 0 0 0,0 1 1 0 0,0 0-1 0 0,0 0 0 0 0,0 0 0 0 0,0 0 0 0 0,0 0 1 0 0,1 0-1 0 0,0 0 0 0 0,2-3 0 0 0,0 0 146 0 0,0 0 0 0 0,0 1 1 0 0,0-1-1 0 0,1 1 0 0 0,0 0 0 0 0,11-9 0 0 0,-8 10-45 0 0,1-1 0 0 0,0 1 0 0 0,0 0 0 0 0,0 1 0 0 0,1 0 0 0 0,-1 0 0 0 0,1 1 0 0 0,0 1 0 0 0,0 0 0 0 0,-1 0 0 0 0,1 0 0 0 0,0 1 0 0 0,0 1 0 0 0,0 0 0 0 0,15 3 0 0 0,-24-3-240 0 0,0-1 1 0 0,0 0 0 0 0,1 1-1 0 0,-1 0 1 0 0,0-1 0 0 0,0 1 0 0 0,0 0-1 0 0,0-1 1 0 0,0 1 0 0 0,0 0-1 0 0,0 0 1 0 0,0 0 0 0 0,0 0 0 0 0,0 0-1 0 0,0 0 1 0 0,-1 0 0 0 0,1 0 0 0 0,0 0-1 0 0,-1 0 1 0 0,1 1 0 0 0,0 1-1 0 0,0 0-26 0 0,-1 0 0 0 0,0-1 0 0 0,0 1 0 0 0,0 0 0 0 0,0 0 0 0 0,0-1 0 0 0,0 1 0 0 0,-1 0 0 0 0,1-1 0 0 0,-2 4 0 0 0,-3 7-101 0 0,0 0 0 0 0,-1-1 1 0 0,-11 17-1 0 0,13-22 154 0 0,-17 29 909 0 0,-2-1-1 0 0,-1-1 1 0 0,-47 51 0 0 0,71-85-899 0 0,0 0 0 0 0,0 0 1 0 0,0 0-1 0 0,0 0 0 0 0,0 0 0 0 0,1-1 0 0 0,-1 1 1 0 0,0 0-1 0 0,0 0 0 0 0,0 0 0 0 0,0 0 0 0 0,0 0 0 0 0,0 0 1 0 0,0 0-1 0 0,1 0 0 0 0,-1 0 0 0 0,0 0 0 0 0,0 0 0 0 0,0 0 1 0 0,0 0-1 0 0,0 1 0 0 0,0-1 0 0 0,0 0 0 0 0,1 0 1 0 0,-1 0-1 0 0,0 0 0 0 0,0 0 0 0 0,0 0 0 0 0,0 0 0 0 0,0 0 1 0 0,0 0-1 0 0,0 0 0 0 0,0 0 0 0 0,0 0 0 0 0,1 1 1 0 0,-1-1-1 0 0,0 0 0 0 0,0 0 0 0 0,0 0 0 0 0,0 0 0 0 0,0 0 1 0 0,0 0-1 0 0,0 0 0 0 0,0 0 0 0 0,0 1 0 0 0,0-1 0 0 0,0 0 1 0 0,0 0-1 0 0,0 0 0 0 0,0 0 0 0 0,0 0 0 0 0,0 0 1 0 0,0 1-1 0 0,0-1 0 0 0,0 0 0 0 0,0 0 0 0 0,0 0 0 0 0,0 0 1 0 0,0 0-1 0 0,0 0 0 0 0,0 0 0 0 0,0 0 0 0 0,0 1 0 0 0,-1-1 1 0 0,1 0-1 0 0,0 0 0 0 0,19-2 917 0 0,22-7-106 0 0,-6 0-316 0 0,117-26 830 0 0,-123 30-2287 0 0,0 2-1 0 0,0 0 1 0 0,38 3 0 0 0,-39 3-2609 0 0,-15 0-1463 0 0</inkml:trace>
</inkml:ink>
</file>

<file path=ppt/ink/ink3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9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56 1 4609 0 0,'0'0'87'0'0,"-1"0"1"0"0,0 0-1 0 0,1 0 1 0 0,-1 0-1 0 0,0 0 1 0 0,1 0-1 0 0,-1 0 0 0 0,0 0 1 0 0,1 0-1 0 0,-1 0 1 0 0,1 0-1 0 0,-1 0 1 0 0,0 1-1 0 0,1-1 1 0 0,-1 0-1 0 0,0 0 0 0 0,1 1 1 0 0,-1-1-1 0 0,1 0 1 0 0,-1 1-1 0 0,1-1 1 0 0,-1 1-1 0 0,1-1 1 0 0,-1 0-1 0 0,1 1 0 0 0,-1 0 1 0 0,-12 23 535 0 0,-2 35-346 0 0,12-48 424 0 0,0 4-274 0 0,1 0 0 0 0,0-1 1 0 0,1 1-1 0 0,1 1 0 0 0,0-1 0 0 0,1 0 0 0 0,0 0 0 0 0,5 15 1 0 0,-4-20-639 0 0,1 0 0 0 0,0 0 0 0 0,1 0 0 0 0,0 0 0 0 0,1-1 0 0 0,0 0 0 0 0,9 13 0 0 0,-7-12-3732 0 0</inkml:trace>
</inkml:ink>
</file>

<file path=ppt/ink/ink3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2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14627 0 0,'2'3'201'0'0,"-1"0"0"0"0,1 0 0 0 0,-1 0-1 0 0,0 1 1 0 0,1-1 0 0 0,-1 1 0 0 0,-1-1 0 0 0,1 1 0 0 0,0-1-1 0 0,-1 1 1 0 0,0 6 0 0 0,0 51 40 0 0,0-52-313 0 0,-2 121-2264 0 0,8-43-2969 0 0,-1-47 1165 0 0</inkml:trace>
</inkml:ink>
</file>

<file path=ppt/ink/ink3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9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84 8754 0 0,'0'-17'530'0'0,"1"1"1"0"0,1-1-1 0 0,4-16 1 0 0,3 64 1821 0 0,-7 17-1058 0 0,-4 76-1 0 0,-1-75-174 0 0,6 73-1 0 0,0-88-2398 0 0,12 50 1 0 0,-12-75 900 0 0,-1-1 0 0 0,1 1 0 0 0,0 0 0 0 0,1-1 0 0 0,0 1 0 0 0,0-1 1 0 0,1 0-1 0 0,0-1 0 0 0,1 1 0 0 0,10 11 0 0 0,-4-8-3969 0 0</inkml:trace>
</inkml:ink>
</file>

<file path=ppt/ink/ink3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5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17 146 8754 0 0,'-2'-3'-16'0'0,"0"0"0"0"0,0 0 1 0 0,0 0-1 0 0,1 0 0 0 0,-1 0 0 0 0,1 0 0 0 0,0-1 1 0 0,0 1-1 0 0,0 0 0 0 0,0-1 0 0 0,1 1 1 0 0,-1-1-1 0 0,1 1 0 0 0,0-1 0 0 0,0 1 0 0 0,1-1 1 0 0,-1 1-1 0 0,0-1 0 0 0,1 1 0 0 0,0-1 1 0 0,0 1-1 0 0,0 0 0 0 0,0-1 0 0 0,1 1 0 0 0,-1 0 1 0 0,1 0-1 0 0,0 0 0 0 0,0 0 0 0 0,0 0 1 0 0,0 1-1 0 0,1-1 0 0 0,-1 0 0 0 0,1 1 1 0 0,3-3-1 0 0,-1 1-33 0 0,0 1 0 0 0,0-1-1 0 0,0 1 1 0 0,1 0 0 0 0,0 0 0 0 0,-1 1 0 0 0,1 0 0 0 0,0 0 0 0 0,0 0 0 0 0,0 1 0 0 0,0 0 0 0 0,8-1-1 0 0,-12 2 123 0 0,1 0 0 0 0,-1 0 1 0 0,0 0-1 0 0,0 0 0 0 0,0 1 0 0 0,0-1 0 0 0,0 1 0 0 0,1-1 0 0 0,-1 1 0 0 0,0 0 0 0 0,0-1 0 0 0,0 1 0 0 0,-1 0 0 0 0,1 1 0 0 0,0-1 0 0 0,0 0 0 0 0,0 0 0 0 0,-1 1 0 0 0,1-1 0 0 0,-1 1 0 0 0,1 0 0 0 0,-1-1 0 0 0,0 1 0 0 0,1 0 0 0 0,-1 0 0 0 0,0 0 0 0 0,0 0 0 0 0,0-1 0 0 0,-1 2 0 0 0,1-1 0 0 0,0 0 0 0 0,-1 0 0 0 0,1 0 0 0 0,-1 0 0 0 0,0 0 0 0 0,0 0 0 0 0,0 4 0 0 0,0 5-103 0 0,0 0-1 0 0,-1-1 1 0 0,-1 1-1 0 0,0 0 1 0 0,0-1-1 0 0,-1 1 1 0 0,0-1-1 0 0,-1 0 1 0 0,-5 10-1 0 0,-3 5 566 0 0,-1-1 0 0 0,-23 30 0 0 0,22-37 482 0 0,11-14-628 0 0,0 0 1 0 0,-1 1-1 0 0,1-1 1 0 0,1 1-1 0 0,-1 0 1 0 0,0 0-1 0 0,1 0 1 0 0,0 0 0 0 0,0 0-1 0 0,-2 8 1 0 0,4-11-302 0 0,1-1 0 0 0,-1 1 1 0 0,1 0-1 0 0,0-1 0 0 0,-1 1 1 0 0,1-1-1 0 0,0 1 1 0 0,0-1-1 0 0,-1 1 0 0 0,1-1 1 0 0,0 0-1 0 0,0 1 0 0 0,-1-1 1 0 0,1 0-1 0 0,0 0 1 0 0,0 0-1 0 0,0 1 0 0 0,0-1 1 0 0,-1 0-1 0 0,1 0 0 0 0,0 0 1 0 0,0 0-1 0 0,0 0 0 0 0,0-1 1 0 0,0 1-1 0 0,-1 0 1 0 0,1 0-1 0 0,0-1 0 0 0,1 1 1 0 0,33-7 517 0 0,-32 7-457 0 0,69-18 190 0 0,61-12-750 0 0,-115 27-1354 0 0,1 2 0 0 0,33 1 0 0 0</inkml:trace>
</inkml:ink>
</file>

<file path=ppt/ink/ink3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8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 7834 0 0,'-1'1'48'0'0,"1"-1"0"0"0,-1 1 0 0 0,1 0 1 0 0,-1 0-1 0 0,1 0 0 0 0,0-1 0 0 0,-1 1 0 0 0,1 0 1 0 0,0 0-1 0 0,0 0 0 0 0,-1 0 0 0 0,1 0 1 0 0,0 0-1 0 0,0-1 0 0 0,0 1 0 0 0,0 0 0 0 0,0 0 1 0 0,0 0-1 0 0,0 0 0 0 0,1 0 0 0 0,-1 0 0 0 0,0 1 1 0 0,7 28 249 0 0,-5-21-9 0 0,-1-6-266 0 0,27 120 2612 0 0,-1-43-5917 0 0,-18-58-543 0 0</inkml:trace>
</inkml:ink>
</file>

<file path=ppt/ink/ink3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6.3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0 140 6913 0 0,'1'-3'66'0'0,"-1"1"-1"0"0,1-1 1 0 0,-1 0-1 0 0,1 1 1 0 0,0-1-1 0 0,1 1 0 0 0,-1-1 1 0 0,0 1-1 0 0,1 0 1 0 0,-1-1-1 0 0,1 1 1 0 0,1-2-1 0 0,29-30-1241 0 0,-19 20 432 0 0,7-7-408 0 0,9-1 3565 0 0,-25 19-1961 0 0,1 1 1 0 0,0 0-1 0 0,0 0 1 0 0,0 1-1 0 0,1-1 1 0 0,-1 1-1 0 0,0 0 1 0 0,1 1 0 0 0,-1-1-1 0 0,7 1 1 0 0,-4 0-186 0 0,-1 0 0 0 0,1 1 0 0 0,-1-1 0 0 0,0 1 0 0 0,1 1 0 0 0,10 3 0 0 0,-15-4-230 0 0,-1 0 0 0 0,0 0-1 0 0,0 0 1 0 0,0 1 0 0 0,1-1-1 0 0,-1 1 1 0 0,0-1 0 0 0,-1 1-1 0 0,1 0 1 0 0,0 0-1 0 0,-1 0 1 0 0,1 0 0 0 0,-1 0-1 0 0,1 0 1 0 0,-1 0 0 0 0,0 1-1 0 0,0-1 1 0 0,0 0 0 0 0,0 1-1 0 0,0-1 1 0 0,-1 1 0 0 0,2 4-1 0 0,-1 0 156 0 0,0 1-1 0 0,0-1 1 0 0,0 1-1 0 0,-1 0 1 0 0,0-1-1 0 0,-1 1 1 0 0,0-1-1 0 0,0 1 1 0 0,0-1-1 0 0,-1 1 1 0 0,0-1-1 0 0,0 0 1 0 0,-1 1-1 0 0,0-1 1 0 0,-1 0-1 0 0,1-1 1 0 0,-1 1-1 0 0,0-1 1 0 0,-1 0-1 0 0,0 0 1 0 0,-7 8-1 0 0,68-33 2854 0 0,-23 8-3312 0 0,2 2 0 0 0,38-5 0 0 0,-10 4-3065 0 0,-34 6 96 0 0,21-3-3086 0 0</inkml:trace>
</inkml:ink>
</file>

<file path=ppt/ink/ink3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6.3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0 0 2417 0 0</inkml:trace>
</inkml:ink>
</file>

<file path=ppt/ink/ink3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7.6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442 107 2761 0 0,'-5'1'17'0'0,"0"0"-1"0"0,0 0 1 0 0,0 1 0 0 0,0-1 0 0 0,0 1 0 0 0,1 0 0 0 0,-1 1 0 0 0,1-1 0 0 0,0 1 0 0 0,-1-1 0 0 0,1 1 0 0 0,1 1 0 0 0,-5 2 0 0 0,-14 11 31 0 0,-14 9 111 0 0,1 2 0 0 0,2 1 0 0 0,1 1-1 0 0,1 2 1 0 0,2 1 0 0 0,1 1 0 0 0,2 2 0 0 0,-43 77 0 0 0,63-102 104 0 0,1 1 1 0 0,0 0-1 0 0,1 0 1 0 0,1 0-1 0 0,0 1 1 0 0,0-1-1 0 0,1 1 1 0 0,0 13 0 0 0,2-19-132 0 0,-1 0 0 0 0,2 0 0 0 0,-1 0 0 0 0,1 0 0 0 0,-1 0-1 0 0,2 0 1 0 0,-1-1 0 0 0,1 1 0 0 0,0-1 0 0 0,1 1 0 0 0,-1-1 0 0 0,1 1 0 0 0,1-1 0 0 0,-1 0 0 0 0,1-1 0 0 0,6 9 0 0 0,-8-12-114 0 0,0 0 0 0 0,0-1 0 0 0,-1 1-1 0 0,1-1 1 0 0,0 0 0 0 0,0 1 0 0 0,0-1-1 0 0,1 0 1 0 0,-1 0 0 0 0,0 0 0 0 0,0 0-1 0 0,0-1 1 0 0,1 1 0 0 0,-1-1 0 0 0,1 1-1 0 0,-1-1 1 0 0,0 0 0 0 0,1 0 0 0 0,3 0-1 0 0,-2-1 33 0 0,1 0-1 0 0,-1 0 1 0 0,0-1-1 0 0,1 1 0 0 0,-1-1 1 0 0,0 0-1 0 0,0 0 1 0 0,0-1-1 0 0,6-4 1 0 0,2-3 237 0 0,0-1 0 0 0,0 0 1 0 0,-1-1-1 0 0,16-24 0 0 0,-17 20-329 0 0,-1 0 1 0 0,0-1-1 0 0,-1 0 0 0 0,-1 0 1 0 0,-1-1-1 0 0,0 0 0 0 0,-2 0 1 0 0,0-1-1 0 0,-1 1 0 0 0,0-1 1 0 0,-2 0-1 0 0,0 0 0 0 0,-1 1 1 0 0,-1-1-1 0 0,-1 0 0 0 0,-1 0 1 0 0,0 1-1 0 0,-1 0 0 0 0,-1 0 1 0 0,-1 0-1 0 0,-1 0 0 0 0,0 1 1 0 0,-12-20-1 0 0,18 35 28 0 0,0 0 0 0 0,0 0 0 0 0,0 0-1 0 0,-1 0 1 0 0,1 0 0 0 0,-1 0 0 0 0,0 1 0 0 0,1-1 0 0 0,-1 0 0 0 0,0 1 0 0 0,0-1-1 0 0,0 1 1 0 0,0 0 0 0 0,0 0 0 0 0,0 0 0 0 0,0 0 0 0 0,-1 0 0 0 0,1 0 0 0 0,-4-1 0 0 0,4 2 9 0 0,0 1-1 0 0,0-1 1 0 0,0 0 0 0 0,1 1 0 0 0,-1-1 0 0 0,0 1 0 0 0,0-1 0 0 0,1 1 0 0 0,-1 0 0 0 0,0 0 0 0 0,1 0 0 0 0,-1 0 0 0 0,1 0 0 0 0,-1 0 0 0 0,1 0 0 0 0,0 0 0 0 0,-1 1 0 0 0,1-1 0 0 0,0 0-1 0 0,0 1 1 0 0,0-1 0 0 0,0 1 0 0 0,0 0 0 0 0,0-1 0 0 0,0 1 0 0 0,0 2 0 0 0,-8 16 65 0 0,1-1 0 0 0,1 1 0 0 0,1 1 0 0 0,1-1 0 0 0,1 1 0 0 0,1 0 0 0 0,0 0 0 0 0,1 24 0 0 0,2-31 59 0 0,1 1 0 0 0,0 0 0 0 0,1-1 1 0 0,1 1-1 0 0,0-1 0 0 0,1 0 0 0 0,0 0 1 0 0,1 0-1 0 0,1 0 0 0 0,0-1 0 0 0,1 0 1 0 0,12 18-1 0 0,-13-23-60 0 0,1-1-1 0 0,0 0 1 0 0,0 0 0 0 0,1-1 0 0 0,0 1 0 0 0,0-2-1 0 0,0 1 1 0 0,1-1 0 0 0,14 7 0 0 0,-20-11-9 0 0,0 0 1 0 0,0 1-1 0 0,0-1 0 0 0,0 0 1 0 0,0 0-1 0 0,0 0 1 0 0,0-1-1 0 0,1 1 0 0 0,-1-1 1 0 0,0 0-1 0 0,0 0 1 0 0,0 0-1 0 0,1 0 0 0 0,-1-1 1 0 0,0 1-1 0 0,0-1 1 0 0,0 1-1 0 0,1-1 0 0 0,-1 0 1 0 0,0-1-1 0 0,0 1 1 0 0,-1 0-1 0 0,1-1 0 0 0,0 0 1 0 0,0 0-1 0 0,-1 0 1 0 0,1 0-1 0 0,-1 0 0 0 0,1 0 1 0 0,-1 0-1 0 0,0-1 1 0 0,3-4-1 0 0,1-2-43 0 0,-2 0 1 0 0,1 0-1 0 0,-1-1 0 0 0,0 0 1 0 0,-1 0-1 0 0,0 0 0 0 0,-1 0 1 0 0,0 0-1 0 0,-1 0 0 0 0,1 0 1 0 0,-2-1-1 0 0,0 1 0 0 0,0 0 1 0 0,-2-12-1 0 0,1 14-169 0 0,-1 0 1 0 0,0 0 0 0 0,0 0-1 0 0,-1 0 1 0 0,0 0-1 0 0,-1 1 1 0 0,1-1-1 0 0,-1 1 1 0 0,-1 0-1 0 0,1 0 1 0 0,-1 1-1 0 0,0-1 1 0 0,-1 1-1 0 0,0 0 1 0 0,0 0-1 0 0,0 1 1 0 0,0 0 0 0 0,-9-6-1 0 0,11 9 74 0 0,0 0 0 0 0,0 0 0 0 0,-1 0-1 0 0,1 0 1 0 0,0 1 0 0 0,-1 0 0 0 0,1-1 0 0 0,-1 2-1 0 0,1-1 1 0 0,-1 0 0 0 0,0 1 0 0 0,1 0 0 0 0,-1 0-1 0 0,0 0 1 0 0,-4 2 0 0 0,1 0 43 0 0,1 0 0 0 0,-1 0 1 0 0,1 1-1 0 0,0 0 0 0 0,0 0 0 0 0,0 0 0 0 0,1 1 0 0 0,-10 7 1 0 0,4-2 78 0 0,1 1 1 0 0,0 0 0 0 0,1 1 0 0 0,1 0-1 0 0,-1 0 1 0 0,2 1 0 0 0,-1 0 0 0 0,2 0-1 0 0,-8 15 1 0 0,14-24 28 0 0,-1 1 0 0 0,1-1 0 0 0,-1 0 0 0 0,1 1 1 0 0,0-1-1 0 0,1 1 0 0 0,-1-1 0 0 0,0 1 0 0 0,1-1 0 0 0,0 1 0 0 0,0 0 0 0 0,0-1 0 0 0,0 1 0 0 0,1-1 0 0 0,-1 1 1 0 0,1-1-1 0 0,0 1 0 0 0,0-1 0 0 0,0 1 0 0 0,0-1 0 0 0,1 0 0 0 0,-1 1 0 0 0,4 3 0 0 0,-2-3 4 0 0,0-1 0 0 0,1 0 0 0 0,-1-1 0 0 0,1 1 0 0 0,-1 0 0 0 0,1-1 0 0 0,0 0 0 0 0,0 0 0 0 0,0 0 0 0 0,0-1 0 0 0,0 1 0 0 0,1-1 0 0 0,-1 0 0 0 0,0 0 0 0 0,1 0 0 0 0,-1-1 0 0 0,1 1 0 0 0,7-1 0 0 0,1-1 82 0 0,0 0 0 0 0,0-1-1 0 0,0-1 1 0 0,0 0-1 0 0,0 0 1 0 0,-1-1 0 0 0,0-1-1 0 0,1 0 1 0 0,-2-1 0 0 0,1 0-1 0 0,11-9 1 0 0,-9 6-108 0 0,0-1 0 0 0,-1-1 1 0 0,-1 0-1 0 0,0-1 0 0 0,0 0 1 0 0,-1-1-1 0 0,-1 0 0 0 0,12-18 1 0 0,-3-10-619 0 0,-18 39 480 0 0,-1 0 0 0 0,1-1 0 0 0,0 1 0 0 0,-1 0-1 0 0,1-1 1 0 0,-1 1 0 0 0,0 0 0 0 0,0-1 0 0 0,0 1 0 0 0,0-1 0 0 0,0 1 0 0 0,0 0 0 0 0,-1-1 0 0 0,1 1 0 0 0,-1-1-1 0 0,-1-1 1 0 0,2 3 51 0 0,-1 1-1 0 0,1-1 1 0 0,0 1-1 0 0,-1-1 0 0 0,0 1 1 0 0,1 0-1 0 0,-1-1 1 0 0,1 1-1 0 0,-1 0 0 0 0,1-1 1 0 0,-1 1-1 0 0,0 0 1 0 0,1 0-1 0 0,-1 0 0 0 0,1-1 1 0 0,-1 1-1 0 0,0 0 1 0 0,1 0-1 0 0,-1 0 0 0 0,0 0 1 0 0,1 0-1 0 0,-1 0 1 0 0,0 0-1 0 0,1 0 0 0 0,-1 1 1 0 0,0-1-1 0 0,1 0 1 0 0,-1 0-1 0 0,1 0 0 0 0,-1 1 1 0 0,0-1-1 0 0,1 0 0 0 0,-1 1 1 0 0,1-1-1 0 0,-1 1 1 0 0,1-1-1 0 0,-1 0 0 0 0,1 1 1 0 0,-1-1-1 0 0,1 1 1 0 0,0-1-1 0 0,-2 2 0 0 0,-18 22-519 0 0,14-15 492 0 0,1 1-1 0 0,0 0 0 0 0,0 0 0 0 0,1 0 0 0 0,1 1 0 0 0,0-1 0 0 0,0 1 0 0 0,-1 14 0 0 0,3-21 92 0 0,1-1-1 0 0,0 1 1 0 0,0-1-1 0 0,0 1 1 0 0,0-1 0 0 0,1 1-1 0 0,0-1 1 0 0,-1 1-1 0 0,1-1 1 0 0,0 0 0 0 0,1 1-1 0 0,-1-1 1 0 0,3 4-1 0 0,-3-5 8 0 0,1 0 1 0 0,0 0-1 0 0,0-1 0 0 0,-1 1 0 0 0,1 0 0 0 0,1 0 0 0 0,-1-1 0 0 0,0 0 0 0 0,0 1 0 0 0,0-1 0 0 0,1 0 0 0 0,-1 0 0 0 0,1 0 0 0 0,-1 0 0 0 0,1-1 0 0 0,-1 1 0 0 0,1-1 0 0 0,-1 1 0 0 0,1-1 0 0 0,2 0 0 0 0,3 0 117 0 0,0-1 0 0 0,0 0 1 0 0,0 0-1 0 0,-1-1 0 0 0,1 0 0 0 0,0 0 0 0 0,-1 0 0 0 0,0-1 0 0 0,1-1 0 0 0,-1 1 0 0 0,-1-1 1 0 0,1 0-1 0 0,0-1 0 0 0,-1 1 0 0 0,0-1 0 0 0,0-1 0 0 0,0 1 0 0 0,5-8 0 0 0,3-3-74 0 0,-1-1 0 0 0,0 0-1 0 0,-2-1 1 0 0,0 0-1 0 0,14-31 1 0 0,-19 33-388 0 0,-1-1 0 0 0,0 1 0 0 0,-1-1 0 0 0,-1 1 0 0 0,0-1 0 0 0,-2 0 0 0 0,0 0 0 0 0,0 0 0 0 0,-2 0 0 0 0,0 0 0 0 0,-1 0 0 0 0,-1 0 0 0 0,0 0 0 0 0,-1 1 0 0 0,-1-1 0 0 0,-13-28 0 0 0,17 42 301 0 0,0 0 1 0 0,0 1 0 0 0,-1 0-1 0 0,1-1 1 0 0,-1 1 0 0 0,1 0-1 0 0,-1-1 1 0 0,0 1 0 0 0,0 0-1 0 0,0 0 1 0 0,0 1 0 0 0,0-1-1 0 0,0 0 1 0 0,0 1 0 0 0,-1-1-1 0 0,1 1 1 0 0,-1 0 0 0 0,1-1-1 0 0,-1 1 1 0 0,1 0 0 0 0,-1 1 0 0 0,0-1-1 0 0,1 0 1 0 0,-1 1 0 0 0,0 0-1 0 0,0-1 1 0 0,1 1 0 0 0,-1 0-1 0 0,0 1 1 0 0,0-1 0 0 0,1 0-1 0 0,-1 1 1 0 0,0-1 0 0 0,1 1-1 0 0,-1 0 1 0 0,0 0 0 0 0,1 0-1 0 0,-1 0 1 0 0,1 1 0 0 0,-4 1-1 0 0,-4 4 110 0 0,0 0-1 0 0,1 1 0 0 0,0 0 0 0 0,0 0 0 0 0,1 1 1 0 0,0 0-1 0 0,-13 20 0 0 0,1 2 155 0 0,1 0 0 0 0,2 2-1 0 0,-17 44 1 0 0,28-62-95 0 0,1 0-1 0 0,0 1 0 0 0,2-1 1 0 0,0 1-1 0 0,0-1 0 0 0,1 1 1 0 0,2 0-1 0 0,-1 0 0 0 0,2 0 1 0 0,2 19-1 0 0,-1-27-26 0 0,0 0-1 0 0,1 0 1 0 0,0 0-1 0 0,0-1 1 0 0,0 1-1 0 0,1-1 1 0 0,0 0-1 0 0,1 0 1 0 0,0 0-1 0 0,5 6 1 0 0,-8-11-78 0 0,0 1 1 0 0,1-1 0 0 0,-1 0 0 0 0,0 0-1 0 0,1 0 1 0 0,0 0 0 0 0,-1 0-1 0 0,1 0 1 0 0,0-1 0 0 0,0 1 0 0 0,0-1-1 0 0,0 0 1 0 0,0 0 0 0 0,0 0-1 0 0,0 0 1 0 0,0 0 0 0 0,1-1 0 0 0,-1 1-1 0 0,0-1 1 0 0,0 0 0 0 0,1 0-1 0 0,-1 0 1 0 0,0-1 0 0 0,0 1 0 0 0,0-1-1 0 0,1 0 1 0 0,4-1 0 0 0,5-5 25 0 0,0 0 0 0 0,0-1 0 0 0,-1 0 0 0 0,-1-1 0 0 0,1 0 0 0 0,-1-1 0 0 0,-1 0 0 0 0,17-20 0 0 0,-6 2-98 0 0,-1-1 1 0 0,25-46 0 0 0,-35 55-219 0 0,-1-1-1 0 0,0 0 1 0 0,-2 0 0 0 0,0 0-1 0 0,-2-1 1 0 0,0 0-1 0 0,-1-1 1 0 0,-1 1 0 0 0,-2-1-1 0 0,0 1 1 0 0,-1-1 0 0 0,-1 1-1 0 0,-6-29 1 0 0,7 48 157 0 0,0 0 0 0 0,-1 1 0 0 0,0-1 1 0 0,0 1-1 0 0,0-1 0 0 0,0 1 0 0 0,0-1 0 0 0,0 1 0 0 0,0-1 0 0 0,-1 1 0 0 0,0 0 1 0 0,1 0-1 0 0,-1 0 0 0 0,0 0 0 0 0,0 0 0 0 0,-3-3 0 0 0,3 4 44 0 0,0 1-1 0 0,0-1 1 0 0,0 1-1 0 0,0 0 1 0 0,0-1-1 0 0,0 1 1 0 0,0 0-1 0 0,1 0 1 0 0,-1 0-1 0 0,0 0 1 0 0,0 1-1 0 0,0-1 1 0 0,0 0-1 0 0,0 1 1 0 0,0-1-1 0 0,0 1 1 0 0,1 0-1 0 0,-1 0 1 0 0,0-1-1 0 0,0 1 1 0 0,1 0-1 0 0,-1 0 1 0 0,1 1-1 0 0,-2 0 1 0 0,-16 14 82 0 0,1 0 0 0 0,0 0 0 0 0,2 2 0 0 0,0 0 0 0 0,1 1 0 0 0,1 0 0 0 0,0 1 0 0 0,2 1 0 0 0,0 0 0 0 0,2 1 0 0 0,0 0 0 0 0,-10 37 0 0 0,17-47 227 0 0,0 0 0 0 0,1 0 0 0 0,1 0-1 0 0,0 0 1 0 0,0 0 0 0 0,3 24 0 0 0,-2-31-99 0 0,1 1-1 0 0,0-1 0 0 0,0 0 1 0 0,0 0-1 0 0,1 0 1 0 0,0 0-1 0 0,-1 0 1 0 0,2-1-1 0 0,-1 1 1 0 0,1 0-1 0 0,-1-1 1 0 0,1 0-1 0 0,0 1 0 0 0,1-1 1 0 0,-1 0-1 0 0,1-1 1 0 0,0 1-1 0 0,6 4 1 0 0,-7-7-107 0 0,0 1 0 0 0,0-1 0 0 0,0 0 1 0 0,0 0-1 0 0,0-1 0 0 0,0 1 0 0 0,0-1 0 0 0,1 1 1 0 0,-1-1-1 0 0,0 0 0 0 0,0 0 0 0 0,0 0 1 0 0,0-1-1 0 0,1 1 0 0 0,-1-1 0 0 0,0 0 0 0 0,0 0 1 0 0,0 0-1 0 0,0 0 0 0 0,0 0 0 0 0,0-1 1 0 0,-1 1-1 0 0,1-1 0 0 0,0 0 0 0 0,-1 0 0 0 0,1 0 1 0 0,3-4-1 0 0,4-3 130 0 0,0-1-1 0 0,-1 0 1 0 0,0 0 0 0 0,0-1 0 0 0,7-14-1 0 0,-10 14-130 0 0,1-1-1 0 0,-2 0 1 0 0,0 0-1 0 0,0 0 1 0 0,-1-1-1 0 0,-1 1 1 0 0,4-26-1 0 0,-6 29-111 0 0,-1-1 0 0 0,1 1 0 0 0,-1 0 0 0 0,-1-1 0 0 0,0 1 0 0 0,0 0 0 0 0,-1 0 0 0 0,0-1 0 0 0,-1 1 0 0 0,0 1 0 0 0,-8-17 0 0 0,10 21 41 0 0,-1 1-1 0 0,0 0 0 0 0,0 1 1 0 0,0-1-1 0 0,0 0 0 0 0,-1 0 1 0 0,1 1-1 0 0,-1-1 0 0 0,1 1 1 0 0,-1 0-1 0 0,0 0 1 0 0,0 0-1 0 0,0 0 0 0 0,0 1 1 0 0,0-1-1 0 0,0 1 0 0 0,-1-1 1 0 0,1 1-1 0 0,0 0 0 0 0,-1 1 1 0 0,1-1-1 0 0,-1 0 0 0 0,1 1 1 0 0,-1 0-1 0 0,1 0 0 0 0,-1 0 1 0 0,1 0-1 0 0,-1 1 1 0 0,1-1-1 0 0,-1 1 0 0 0,1 0 1 0 0,0 0-1 0 0,-1 0 0 0 0,1 0 1 0 0,-4 3-1 0 0,-4 1 59 0 0,1 0-1 0 0,-1 1 1 0 0,2 1 0 0 0,-1-1-1 0 0,0 1 1 0 0,1 1 0 0 0,1 0-1 0 0,-1 0 1 0 0,-8 13 0 0 0,8-10-39 0 0,0 1 1 0 0,1 0 0 0 0,1 0 0 0 0,0 1 0 0 0,1 0 0 0 0,0 0 0 0 0,1 0-1 0 0,0 1 1 0 0,1-1 0 0 0,1 1 0 0 0,0 0 0 0 0,-1 17 0 0 0,4-2-5441 0 0</inkml:trace>
</inkml:ink>
</file>

<file path=ppt/ink/ink3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0.0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185 1 6913 0 0,'-6'3'31'0'0,"0"-1"0"0"0,1 2 0 0 0,-1-1 0 0 0,1 1 0 0 0,0-1 0 0 0,0 1 0 0 0,0 1 0 0 0,1-1 0 0 0,0 1 0 0 0,-7 8 0 0 0,-36 58-159 0 0,37-56 357 0 0,3-2-115 0 0,-1-1 0 0 0,2 1 0 0 0,0 1-1 0 0,0-1 1 0 0,1 1 0 0 0,1 0 0 0 0,-4 21 0 0 0,7-26 45 0 0,0-1 1 0 0,1 1-1 0 0,0-1 0 0 0,0 1 1 0 0,1-1-1 0 0,0 0 0 0 0,1 1 0 0 0,0-1 1 0 0,0 0-1 0 0,0 0 0 0 0,1 0 1 0 0,1 0-1 0 0,-1 0 0 0 0,6 8 1 0 0,-6-11 42 0 0,0 0 1 0 0,0-1-1 0 0,1 1 1 0 0,-1-1-1 0 0,1 0 1 0 0,0 0-1 0 0,0 0 1 0 0,1-1-1 0 0,-1 1 1 0 0,1-1-1 0 0,-1 0 1 0 0,9 4-1 0 0,-11-7-158 0 0,1 1 0 0 0,-1 0 0 0 0,1-1 0 0 0,-1 1 0 0 0,1-1 0 0 0,0 0 0 0 0,-1 0 0 0 0,1 0 0 0 0,0 0 0 0 0,-1 0-1 0 0,1-1 1 0 0,-1 1 0 0 0,1-1 0 0 0,0 0 0 0 0,-1 1 0 0 0,1-1 0 0 0,-1 0 0 0 0,0-1 0 0 0,1 1 0 0 0,-1 0 0 0 0,0-1-1 0 0,0 1 1 0 0,0-1 0 0 0,0 0 0 0 0,0 1 0 0 0,0-1 0 0 0,0 0 0 0 0,2-3 0 0 0,3-6 62 0 0,0 1 0 0 0,0-1 0 0 0,-1 0 0 0 0,0 0 0 0 0,-1-1 0 0 0,0 0 0 0 0,-1 1 0 0 0,-1-2 0 0 0,3-13 0 0 0,0-4-342 0 0,-2 0-1 0 0,0-53 1 0 0,-4 79 60 0 0,0 0 0 0 0,0 0 1 0 0,0-1-1 0 0,-1 1 1 0 0,0 0-1 0 0,0 0 1 0 0,0 0-1 0 0,0 0 0 0 0,-3-4 1 0 0,4 7 120 0 0,0 0 1 0 0,0 1-1 0 0,-1 0 1 0 0,1-1-1 0 0,-1 1 0 0 0,1-1 1 0 0,0 1-1 0 0,-1-1 1 0 0,1 1-1 0 0,-1 0 1 0 0,1-1-1 0 0,-1 1 0 0 0,1 0 1 0 0,-1-1-1 0 0,1 1 1 0 0,-1 0-1 0 0,1 0 0 0 0,-1-1 1 0 0,1 1-1 0 0,-1 0 1 0 0,0 0-1 0 0,1 0 1 0 0,-1 0-1 0 0,1 0 0 0 0,-2 0 1 0 0,0 0-14 0 0,1 1 0 0 0,-1 0 0 0 0,1-1 0 0 0,-1 1 0 0 0,1 0 0 0 0,-1 0 0 0 0,1 0 0 0 0,-1 0 0 0 0,1 0 0 0 0,0 0 0 0 0,0 0 0 0 0,0 1 0 0 0,-2 1 0 0 0,-6 9-4 0 0,2-1 0 0 0,-1 1 0 0 0,2 0 0 0 0,-1 1 0 0 0,2 0 0 0 0,0 0 0 0 0,0 0 0 0 0,-4 24 0 0 0,4-13 536 0 0,1 0 0 0 0,1 1 0 0 0,2 0 1 0 0,0 27-1 0 0,2-49-333 0 0,-1 1 1 0 0,0-1 0 0 0,1 0-1 0 0,0 1 1 0 0,0-1-1 0 0,0 0 1 0 0,0 0 0 0 0,0 0-1 0 0,1 0 1 0 0,-1 0 0 0 0,1 0-1 0 0,0 0 1 0 0,0 0-1 0 0,3 3 1 0 0,-4-5-81 0 0,-1-1-1 0 0,1 1 1 0 0,0 0 0 0 0,0-1-1 0 0,0 1 1 0 0,-1-1 0 0 0,1 1-1 0 0,0-1 1 0 0,0 0 0 0 0,0 1-1 0 0,0-1 1 0 0,0 0 0 0 0,0 0-1 0 0,0 1 1 0 0,0-1-1 0 0,0 0 1 0 0,0 0 0 0 0,0 0-1 0 0,2-1 1 0 0,-1 1-18 0 0,-1-1 1 0 0,1 1-1 0 0,0-1 1 0 0,0 0-1 0 0,-1 0 1 0 0,1 0-1 0 0,-1 0 0 0 0,1 0 1 0 0,-1 0-1 0 0,0-1 1 0 0,1 1-1 0 0,-1 0 1 0 0,0-1-1 0 0,2-2 0 0 0,2-4-137 0 0,-1 1 0 0 0,0-1-1 0 0,-1 0 1 0 0,0-1-1 0 0,0 1 1 0 0,-1-1 0 0 0,0 1-1 0 0,0-1 1 0 0,-1 0-1 0 0,0 1 1 0 0,0-17 0 0 0,-2-1-780 0 0,0 1 0 0 0,-10-47 0 0 0,8 59 417 0 0,0 0 1 0 0,-1 1 0 0 0,-1-1 0 0 0,0 1 0 0 0,-10-18-1 0 0,13 27 344 0 0,1 0 0 0 0,-1 1-1 0 0,0-1 1 0 0,0 1-1 0 0,0-1 1 0 0,-1 1 0 0 0,1 0-1 0 0,0 0 1 0 0,-1 0 0 0 0,0 0-1 0 0,1 0 1 0 0,-6-2 0 0 0,6 4 75 0 0,1-1 0 0 0,-1 1 0 0 0,0 0 0 0 0,0 0 0 0 0,0-1 0 0 0,0 1-1 0 0,0 1 1 0 0,1-1 0 0 0,-1 0 0 0 0,0 0 0 0 0,0 1 0 0 0,0-1 0 0 0,1 1 0 0 0,-1-1 0 0 0,0 1 0 0 0,0 0 0 0 0,1 0 0 0 0,-1-1 0 0 0,1 1 0 0 0,-1 1 0 0 0,1-1 0 0 0,-1 0 0 0 0,-2 2 0 0 0,-5 6 268 0 0,0 1 0 0 0,1 0 0 0 0,0 0-1 0 0,0 0 1 0 0,1 1 0 0 0,1 0-1 0 0,0 0 1 0 0,-8 20 0 0 0,10-21 41 0 0,0 0 1 0 0,1 1-1 0 0,1-1 0 0 0,-1 1 1 0 0,2 0-1 0 0,-1-1 1 0 0,2 1-1 0 0,-1 0 1 0 0,1 0-1 0 0,3 18 0 0 0,-3-28-211 0 0,1 1 0 0 0,-1-1 0 0 0,0 0-1 0 0,1 1 1 0 0,-1-1 0 0 0,1 1 0 0 0,-1-1-1 0 0,1 0 1 0 0,0 1 0 0 0,0-1 0 0 0,-1 0-1 0 0,1 0 1 0 0,0 1 0 0 0,0-1-1 0 0,0 0 1 0 0,0 0 0 0 0,0 0 0 0 0,1 0-1 0 0,-1 0 1 0 0,0-1 0 0 0,0 1 0 0 0,1 0-1 0 0,2 1 1 0 0,-2-2-2 0 0,1 1 1 0 0,0-1-1 0 0,0 0 0 0 0,0 0 1 0 0,-1 0-1 0 0,1 0 0 0 0,0 0 1 0 0,0 0-1 0 0,0-1 1 0 0,-1 0-1 0 0,1 1 0 0 0,2-2 1 0 0,5-2-12 0 0,-1 0 1 0 0,0 0-1 0 0,-1-1 0 0 0,1 0 1 0 0,-1-1-1 0 0,10-8 1 0 0,-8 5-242 0 0,-1 0 0 0 0,0-1 0 0 0,-1 0 0 0 0,0-1 1 0 0,0 0-1 0 0,-2 0 0 0 0,1 0 0 0 0,-1-1 0 0 0,-1 0 0 0 0,0 0 0 0 0,0 0 1 0 0,-2-1-1 0 0,1 0 0 0 0,-2 0 0 0 0,0 1 0 0 0,0-1 0 0 0,-1-1 1 0 0,0 1-1 0 0,-2 0 0 0 0,-1-15 0 0 0,2 26 151 0 0,-1-1 0 0 0,1 1 1 0 0,-1-1-1 0 0,0 1 0 0 0,1 0 0 0 0,-1-1 0 0 0,0 1 0 0 0,-1 0 1 0 0,1-1-1 0 0,0 1 0 0 0,-1 0 0 0 0,1 0 0 0 0,-1 0 1 0 0,0 1-1 0 0,1-1 0 0 0,-1 0 0 0 0,-4-2 0 0 0,5 3 44 0 0,-1 1-1 0 0,1-1 1 0 0,0 1 0 0 0,-1 0-1 0 0,1 0 1 0 0,-1 0-1 0 0,1 0 1 0 0,0 0-1 0 0,-1 0 1 0 0,1 0 0 0 0,0 0-1 0 0,-1 1 1 0 0,1-1-1 0 0,-1 0 1 0 0,1 1 0 0 0,0-1-1 0 0,0 1 1 0 0,-1 0-1 0 0,1-1 1 0 0,0 1-1 0 0,0 0 1 0 0,0 0 0 0 0,0 0-1 0 0,0-1 1 0 0,0 1-1 0 0,0 0 1 0 0,0 1 0 0 0,0-1-1 0 0,0 0 1 0 0,0 0-1 0 0,1 0 1 0 0,-1 0 0 0 0,0 1-1 0 0,0 0 1 0 0,-9 17 340 0 0,0 1 1 0 0,1 0 0 0 0,1 0 0 0 0,1 1-1 0 0,1 0 1 0 0,1 0 0 0 0,0 0-1 0 0,2 1 1 0 0,0-1 0 0 0,1 37-1 0 0,2-56-301 0 0,0 0 0 0 0,0 0-1 0 0,0 0 1 0 0,0 0-1 0 0,0 0 1 0 0,0 0-1 0 0,1 0 1 0 0,-1 0 0 0 0,1 0-1 0 0,-1 0 1 0 0,1-1-1 0 0,0 1 1 0 0,0 0-1 0 0,-1 0 1 0 0,1-1 0 0 0,1 1-1 0 0,-1 0 1 0 0,0-1-1 0 0,0 1 1 0 0,1-1-1 0 0,-1 1 1 0 0,0-1 0 0 0,1 0-1 0 0,0 0 1 0 0,-1 1-1 0 0,1-1 1 0 0,0 0-1 0 0,-1 0 1 0 0,1-1-1 0 0,0 1 1 0 0,0 0 0 0 0,0-1-1 0 0,0 1 1 0 0,0-1-1 0 0,0 1 1 0 0,-1-1-1 0 0,1 0 1 0 0,0 0 0 0 0,0 0-1 0 0,0 0 1 0 0,0 0-1 0 0,0 0 1 0 0,0-1-1 0 0,3 0 1 0 0,5-1 53 0 0,-1-1 0 0 0,1-1 0 0 0,-1 1 0 0 0,1-2 0 0 0,-1 1-1 0 0,0-1 1 0 0,12-9 0 0 0,11-12-213 0 0,-1-1-1 0 0,-2-2 1 0 0,0 0-1 0 0,-2-3 1 0 0,-1 0-1 0 0,25-43 1 0 0,-55 135-2247 0 0,2-54 2377 0 0</inkml:trace>
</inkml:ink>
</file>

<file path=ppt/ink/ink3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8.6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618 279 6449 0 0,'-22'-11'163'0'0,"1"-1"-1"0"0,-23-15 0 0 0,25 13-4 0 0,-1 2 0 0 0,-22-10 0 0 0,34 19-136 0 0,-1 0-1 0 0,1 0 1 0 0,0 1-1 0 0,0 0 1 0 0,-1 0-1 0 0,0 1 1 0 0,1 0 0 0 0,-1 1-1 0 0,-11 0 1 0 0,7 1 37 0 0,1 0 1 0 0,-1 1-1 0 0,1 1 1 0 0,0 0-1 0 0,-1 0 1 0 0,1 2-1 0 0,1-1 1 0 0,-1 1-1 0 0,1 1 1 0 0,0 0-1 0 0,0 1 1 0 0,0 0 0 0 0,1 0-1 0 0,0 1 1 0 0,1 1-1 0 0,0-1 1 0 0,0 2-1 0 0,1-1 1 0 0,0 1-1 0 0,0 0 1 0 0,1 1-1 0 0,1 0 1 0 0,0 0-1 0 0,-8 21 1 0 0,-5 12 345 0 0,1 2 0 0 0,3 0 1 0 0,2 1-1 0 0,2 1 0 0 0,-8 81 0 0 0,18-118-314 0 0,2-1 0 0 0,-1 1-1 0 0,2 0 1 0 0,-1 0 0 0 0,1-1 0 0 0,1 1-1 0 0,0-1 1 0 0,1 1 0 0 0,-1-1 0 0 0,2 0 0 0 0,0-1-1 0 0,0 1 1 0 0,1-1 0 0 0,0 0 0 0 0,0 0-1 0 0,1 0 1 0 0,0-1 0 0 0,1 0 0 0 0,-1-1-1 0 0,18 13 1 0 0,-17-14-67 0 0,0-1-1 0 0,1 0 0 0 0,-1 0 1 0 0,1 0-1 0 0,0-1 0 0 0,0-1 1 0 0,0 0-1 0 0,0 0 1 0 0,1 0-1 0 0,-1-2 0 0 0,1 1 1 0 0,0-1-1 0 0,0 0 1 0 0,-1-1-1 0 0,1 0 0 0 0,0-1 1 0 0,-1 0-1 0 0,1 0 0 0 0,0-1 1 0 0,-1 0-1 0 0,1-1 1 0 0,-1 0-1 0 0,12-6 0 0 0,-5 0 92 0 0,0-1 0 0 0,-1-1 0 0 0,0 0 0 0 0,-1-1 0 0 0,0-1 0 0 0,-1 0-1 0 0,0-1 1 0 0,-1-1 0 0 0,-1 1 0 0 0,16-29 0 0 0,-3 1 215 0 0,-2-2 1 0 0,30-86-1 0 0,-42 100-208 0 0,-2-1-1 0 0,0 1 0 0 0,-3-1 0 0 0,0 0 0 0 0,-2-1 0 0 0,-1 1 0 0 0,-3-40 0 0 0,0 55-167 0 0,-1 0 1 0 0,0 0-1 0 0,-1 0 0 0 0,-1 1 1 0 0,0-1-1 0 0,-2 1 0 0 0,1 0 1 0 0,-2 0-1 0 0,0 1 0 0 0,-1 0 1 0 0,0 0-1 0 0,-1 0 0 0 0,0 1 1 0 0,-1 1-1 0 0,-1 0 0 0 0,-12-11 1 0 0,20 20-73 0 0,-1 0 0 0 0,1 0 0 0 0,-1 1 0 0 0,0-1 1 0 0,0 1-1 0 0,0 0 0 0 0,0 0 0 0 0,0 1 0 0 0,-1-1 1 0 0,1 1-1 0 0,0 0 0 0 0,-1 0 0 0 0,1 1 1 0 0,-1-1-1 0 0,1 1 0 0 0,-1 0 0 0 0,1 0 0 0 0,-1 0 1 0 0,1 1-1 0 0,-1-1 0 0 0,1 1 0 0 0,-1 0 0 0 0,1 1 1 0 0,0-1-1 0 0,-1 1 0 0 0,1 0 0 0 0,-6 3 0 0 0,-24 15-760 0 0</inkml:trace>
</inkml:ink>
</file>

<file path=ppt/ink/ink3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1.0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 32 9850 0 0,'0'-1'43'0'0,"1"0"1"0"0,-1 0-1 0 0,1 0 0 0 0,-1 0 0 0 0,1 0 0 0 0,0 0 1 0 0,0 0-1 0 0,-1 1 0 0 0,1-1 0 0 0,0 0 0 0 0,0 1 1 0 0,0-1-1 0 0,0 0 0 0 0,0 1 0 0 0,0-1 1 0 0,0 1-1 0 0,0 0 0 0 0,0-1 0 0 0,0 1 0 0 0,0 0 1 0 0,0-1-1 0 0,0 1 0 0 0,0 0 0 0 0,0 0 0 0 0,0 0 1 0 0,1 0-1 0 0,-1 0 0 0 0,0 0 0 0 0,0 0 1 0 0,0 1-1 0 0,0-1 0 0 0,0 0 0 0 0,0 1 0 0 0,2 0 1 0 0,-1 0 5 0 0,0 0 0 0 0,0 0 1 0 0,1 0-1 0 0,-1 0 0 0 0,0 1 1 0 0,0-1-1 0 0,0 1 0 0 0,0-1 1 0 0,0 1-1 0 0,-1 0 0 0 0,1 0 1 0 0,-1 0-1 0 0,1 0 0 0 0,1 3 1 0 0,3 10-126 0 0,-2 0 0 0 0,0 1 0 0 0,0-1 0 0 0,-1 0 0 0 0,-1 1 0 0 0,-1 0 1 0 0,-1 31-1 0 0,0-28 60 0 0,0 0 1 0 0,2 0-1 0 0,0 0 1 0 0,7 29-1 0 0,-9-47 38 0 0,0 0-1 0 0,0-1 0 0 0,0 1 0 0 0,0-1 0 0 0,0 1 0 0 0,0-1 0 0 0,1 1 0 0 0,-1 0 0 0 0,0-1 1 0 0,0 1-1 0 0,1-1 0 0 0,-1 1 0 0 0,0-1 0 0 0,1 1 0 0 0,-1-1 0 0 0,0 1 0 0 0,1-1 0 0 0,-1 1 1 0 0,1-1-1 0 0,-1 0 0 0 0,0 1 0 0 0,1-1 0 0 0,-1 0 0 0 0,1 1 0 0 0,-1-1 0 0 0,1 0 0 0 0,0 1 1 0 0,-1-1-1 0 0,1 0 0 0 0,-1 0 0 0 0,2 0 0 0 0,-1 0 19 0 0,-1-1-1 0 0,1 1 1 0 0,0-1 0 0 0,0 0 0 0 0,0 1-1 0 0,0-1 1 0 0,0 0 0 0 0,-1 0-1 0 0,1 0 1 0 0,0 1 0 0 0,0-1 0 0 0,-1 0-1 0 0,1 0 1 0 0,-1 0 0 0 0,1-1-1 0 0,19-48 995 0 0,-18 44-885 0 0,25-64 1115 0 0,-15 40-1802 0 0,-1-1 1 0 0,-1 0-1 0 0,9-50 0 0 0,-19 71-1348 0 0,-14 25-1070 0 0,-8 28 1936 0 0,15-28 821 0 0,2-4 250 0 0,0 0 0 0 0,0 0 0 0 0,1 0 0 0 0,1 0 0 0 0,0 0 0 0 0,0 1 0 0 0,1-1 0 0 0,1 1 0 0 0,-1 18 0 0 0,2-29-8 0 0,0-1 1 0 0,0 1 0 0 0,0-1 0 0 0,1 0 0 0 0,-1 1 0 0 0,0-1-1 0 0,0 1 1 0 0,0-1 0 0 0,0 1 0 0 0,1-1 0 0 0,-1 0 0 0 0,0 1-1 0 0,0-1 1 0 0,1 1 0 0 0,-1-1 0 0 0,0 0 0 0 0,1 1 0 0 0,-1-1-1 0 0,0 0 1 0 0,1 0 0 0 0,-1 1 0 0 0,0-1 0 0 0,1 0-1 0 0,-1 0 1 0 0,1 1 0 0 0,-1-1 0 0 0,1 0 0 0 0,-1 0 0 0 0,0 0-1 0 0,1 0 1 0 0,-1 0 0 0 0,1 0 0 0 0,-1 0 0 0 0,1 0 0 0 0,-1 0-1 0 0,1 0 1 0 0,-1 0 0 0 0,1 0 0 0 0,-1 0 0 0 0,0 0 0 0 0,1 0-1 0 0,-1 0 1 0 0,1 0 0 0 0,-1-1 0 0 0,1 1 0 0 0,-1 0 0 0 0,0 0-1 0 0,1-1 1 0 0,-1 1 0 0 0,1 0 0 0 0,-1 0 0 0 0,0-1 0 0 0,1 1-1 0 0,-1 0 1 0 0,0-1 0 0 0,0 1 0 0 0,1-1 0 0 0,21-20 1398 0 0,-11 8-1580 0 0,-1-1 0 0 0,-1 0 0 0 0,0 0 0 0 0,-1-1-1 0 0,0-1 1 0 0,-1 1 0 0 0,-1-1 0 0 0,0 0 0 0 0,-1-1-1 0 0,3-20 1 0 0,-8 36 100 0 0,0 1 0 0 0,0-1 0 0 0,1 0 0 0 0,-1 0 0 0 0,0 1 0 0 0,0-1 0 0 0,0 0 0 0 0,0 0 0 0 0,0 0 0 0 0,-1 1 0 0 0,1-1 0 0 0,0 0 0 0 0,0 0 0 0 0,0 1 0 0 0,-1-1 0 0 0,1 0 0 0 0,0 0-1 0 0,-1 1 1 0 0,1-1 0 0 0,-1 0 0 0 0,0 0 0 0 0,1 1 16 0 0,-1 0 0 0 0,1 0 0 0 0,-1 0 1 0 0,1 0-1 0 0,-1 0 0 0 0,1 0 0 0 0,-1 0 0 0 0,1 0 0 0 0,-1 0 0 0 0,1 0 0 0 0,-1 0 0 0 0,1 0 0 0 0,-1 1 0 0 0,1-1 0 0 0,-1 0 0 0 0,1 0 0 0 0,0 0 0 0 0,-1 1 0 0 0,1-1 0 0 0,-1 0 0 0 0,1 1 0 0 0,0-1 0 0 0,-1 1 0 0 0,-22 26-542 0 0,17-16 708 0 0,1-1 0 0 0,1 1 0 0 0,0 1 0 0 0,0-1 0 0 0,1 0 0 0 0,0 1 0 0 0,1 0 0 0 0,1-1 0 0 0,0 1 0 0 0,0 0 0 0 0,1 0 0 0 0,1 0 0 0 0,2 16 0 0 0,-3-26-70 0 0,1-1 1 0 0,-1 0-1 0 0,0 0 0 0 0,1 0 0 0 0,-1 0 0 0 0,0 0 1 0 0,1 0-1 0 0,-1 0 0 0 0,1 0 0 0 0,0 0 1 0 0,-1 0-1 0 0,1 0 0 0 0,0-1 0 0 0,-1 1 0 0 0,1 0 1 0 0,0 0-1 0 0,0-1 0 0 0,0 1 0 0 0,1 1 0 0 0,-1-2-28 0 0,0 0 0 0 0,0 0-1 0 0,-1 0 1 0 0,1 0 0 0 0,0 0-1 0 0,0 0 1 0 0,-1 0 0 0 0,1 0-1 0 0,0 0 1 0 0,0 0 0 0 0,-1-1-1 0 0,1 1 1 0 0,0 0-1 0 0,0 0 1 0 0,-1-1 0 0 0,1 1-1 0 0,0 0 1 0 0,-1-1 0 0 0,1 1-1 0 0,-1-1 1 0 0,2 0 0 0 0,0-1 42 0 0,0 0 1 0 0,-1 0-1 0 0,1 0 0 0 0,0 0 1 0 0,-1 0-1 0 0,1 0 1 0 0,-1 0-1 0 0,0-1 1 0 0,0 1-1 0 0,0 0 0 0 0,0-1 1 0 0,0 1-1 0 0,0-1 1 0 0,-1 1-1 0 0,1-6 1 0 0,-1 5-77 0 0,0-1 1 0 0,-1 0-1 0 0,1 1 1 0 0,-1-1-1 0 0,0 1 1 0 0,0-1-1 0 0,0 1 1 0 0,0 0-1 0 0,-1-1 1 0 0,0 1 0 0 0,1 0-1 0 0,-1 0 1 0 0,0 0-1 0 0,0 0 1 0 0,-1 0-1 0 0,1 0 1 0 0,-1 1-1 0 0,1-1 1 0 0,-1 1-1 0 0,0 0 1 0 0,0 0-1 0 0,0 0 1 0 0,0 0 0 0 0,0 0-1 0 0,0 0 1 0 0,-1 1-1 0 0,1 0 1 0 0,-7-2-1 0 0,3 1-224 0 0,0 0 0 0 0,0 1 0 0 0,0 0 0 0 0,-1 0 0 0 0,1 1 0 0 0,0 0 0 0 0,0 0 0 0 0,-1 0 0 0 0,1 1 0 0 0,0 0 0 0 0,0 1 0 0 0,-1 0 0 0 0,-8 3 0 0 0,6 0-88 0 0,0 0 0 0 0,0 1-1 0 0,1 0 1 0 0,0 0 0 0 0,1 1-1 0 0,-1 0 1 0 0,1 1 0 0 0,1-1 0 0 0,-1 2-1 0 0,1-1 1 0 0,-10 18 0 0 0,6-8-2549 0 0</inkml:trace>
</inkml:ink>
</file>

<file path=ppt/ink/ink3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2.2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257 41 6449 0 0,'-5'-2'118'0'0,"-1"0"-1"0"0,1 1 1 0 0,0-1-1 0 0,-1 1 1 0 0,1 0-1 0 0,0 1 1 0 0,-1-1 0 0 0,1 1-1 0 0,-1 0 1 0 0,1 1-1 0 0,-1-1 1 0 0,1 1-1 0 0,-1 0 1 0 0,1 0-1 0 0,0 1 1 0 0,-9 3-1 0 0,7-1 23 0 0,0 0-1 0 0,0 1 1 0 0,0-1-1 0 0,0 2 1 0 0,1-1-1 0 0,0 0 1 0 0,1 1-1 0 0,-1 0 1 0 0,1 1-1 0 0,-6 7 1 0 0,0 6 10 0 0,0 0 1 0 0,1 0 0 0 0,0 1 0 0 0,2 0 0 0 0,1 0 0 0 0,1 1 0 0 0,-5 26 0 0 0,7-26-186 0 0,2 0 0 0 0,0 0-1 0 0,1 0 1 0 0,2 0 0 0 0,0 0 0 0 0,5 25-1 0 0,-5-38 89 0 0,1 0 0 0 0,0 0-1 0 0,1 0 1 0 0,0 0-1 0 0,0 0 1 0 0,1-1 0 0 0,0 0-1 0 0,1 0 1 0 0,-1 0-1 0 0,2 0 1 0 0,-1-1 0 0 0,1 1-1 0 0,0-1 1 0 0,1-1-1 0 0,-1 1 1 0 0,1-1 0 0 0,11 7-1 0 0,-15-11 32 0 0,0 0-1 0 0,1-1 1 0 0,-1 1-1 0 0,1-1 1 0 0,-1 1-1 0 0,1-1 1 0 0,0 0-1 0 0,-1-1 1 0 0,1 1 0 0 0,0-1-1 0 0,0 1 1 0 0,0-1-1 0 0,0 0 1 0 0,-1 0-1 0 0,1-1 1 0 0,4 0-1 0 0,-2-1 5 0 0,0 0 0 0 0,0 0 0 0 0,0 0 0 0 0,-1-1 0 0 0,1 0 0 0 0,-1 0 0 0 0,0-1 0 0 0,0 1 0 0 0,5-6 0 0 0,6-6 121 0 0,-1 0 0 0 0,-1-2 0 0 0,-1 0 0 0 0,19-29 0 0 0,-16 20-630 0 0,-2-1 1 0 0,0 0-1 0 0,19-56 0 0 0,-27 63 10 0 0,-1 1-1 0 0,-1-2 1 0 0,0 1-1 0 0,-2 0 0 0 0,0-1 1 0 0,-2-35-1 0 0,0 53 353 0 0,0 1 0 0 0,-1-1 0 0 0,1 0-1 0 0,-1 1 1 0 0,1-1 0 0 0,-1 1 0 0 0,0-1 0 0 0,0 1-1 0 0,0-1 1 0 0,0 1 0 0 0,0 0 0 0 0,0 0 0 0 0,-1-1 0 0 0,1 1-1 0 0,-1 0 1 0 0,1 0 0 0 0,-1 0 0 0 0,-2-2 0 0 0,2 4 44 0 0,0-1 0 0 0,0 0 0 0 0,1 0 1 0 0,-1 1-1 0 0,0-1 0 0 0,0 1 0 0 0,0 0 0 0 0,0-1 1 0 0,0 1-1 0 0,1 0 0 0 0,-1 0 0 0 0,0 0 1 0 0,0 0-1 0 0,0 1 0 0 0,0-1 0 0 0,0 0 1 0 0,0 1-1 0 0,1-1 0 0 0,-1 1 0 0 0,0 0 1 0 0,0 0-1 0 0,1-1 0 0 0,-1 1 0 0 0,0 0 1 0 0,-1 2-1 0 0,-11 7 95 0 0,0 1 1 0 0,1 0 0 0 0,0 0-1 0 0,1 1 1 0 0,1 1-1 0 0,0 0 1 0 0,-9 15-1 0 0,-8 14 210 0 0,-22 49 0 0 0,42-78-140 0 0,2 0-1 0 0,0 1 1 0 0,0 0-1 0 0,1 0 1 0 0,1 0-1 0 0,-3 18 1 0 0,7-29-91 0 0,-1 0 0 0 0,1 0 0 0 0,0 0 1 0 0,0 0-1 0 0,0 1 0 0 0,0-1 0 0 0,1 0 0 0 0,-1 0 1 0 0,1 0-1 0 0,0 0 0 0 0,0 0 0 0 0,0 0 0 0 0,0 0 1 0 0,0 0-1 0 0,1-1 0 0 0,-1 1 0 0 0,1 0 0 0 0,0-1 1 0 0,0 1-1 0 0,0-1 0 0 0,0 1 0 0 0,0-1 0 0 0,1 0 1 0 0,-1 0-1 0 0,0 0 0 0 0,1 0 0 0 0,0-1 1 0 0,-1 1-1 0 0,1-1 0 0 0,0 1 0 0 0,0-1 0 0 0,0 0 1 0 0,0 0-1 0 0,0 0 0 0 0,5 0 0 0 0,-2 0 20 0 0,-1 0 1 0 0,1 0-1 0 0,-1-1 0 0 0,1 0 0 0 0,-1 0 0 0 0,1 0 1 0 0,-1-1-1 0 0,1 1 0 0 0,-1-2 0 0 0,0 1 0 0 0,1 0 1 0 0,8-5-1 0 0,-5 2 21 0 0,0-1 1 0 0,0 0-1 0 0,-1-1 1 0 0,0 0-1 0 0,0 0 1 0 0,12-12-1 0 0,-7 4-86 0 0,-1 0-1 0 0,0-1 0 0 0,-1-1 1 0 0,0 0-1 0 0,-1-1 1 0 0,14-34-1 0 0,-20 40-246 0 0,-1 0-1 0 0,0 0 0 0 0,-1-1 0 0 0,0 1 1 0 0,-1-1-1 0 0,-1 1 0 0 0,1-1 0 0 0,-2 1 1 0 0,0-1-1 0 0,0 0 0 0 0,-4-15 1 0 0,3 18-93 0 0,-1-1 1 0 0,0 1 0 0 0,0 0-1 0 0,-1 0 1 0 0,0 0 0 0 0,0 1-1 0 0,-1-1 1 0 0,0 1 0 0 0,-1 0-1 0 0,1 1 1 0 0,-2-1 0 0 0,1 1 0 0 0,-1 0-1 0 0,-9-6 1 0 0,14 11 249 0 0,-1 0 0 0 0,0 0 1 0 0,0 1-1 0 0,0-1 0 0 0,1 1 0 0 0,-1 0 0 0 0,-1 0 0 0 0,1 0 1 0 0,0 0-1 0 0,0 0 0 0 0,0 1 0 0 0,0-1 0 0 0,-1 1 1 0 0,1 0-1 0 0,0 0 0 0 0,0 0 0 0 0,-5 1 0 0 0,3 1 158 0 0,0-1-1 0 0,0 1 1 0 0,0 0-1 0 0,1 0 1 0 0,-1 0-1 0 0,1 1 0 0 0,-1 0 1 0 0,1-1-1 0 0,0 2 1 0 0,-5 3-1 0 0,1 1 187 0 0,1 0-1 0 0,-1 1 1 0 0,2 0 0 0 0,-1 0-1 0 0,1 0 1 0 0,0 1-1 0 0,1 0 1 0 0,0 0 0 0 0,-5 16-1 0 0,7-14-48 0 0,1 0 0 0 0,0 1 0 0 0,1-1 0 0 0,0 0 0 0 0,1 1-1 0 0,0-1 1 0 0,1 0 0 0 0,1 0 0 0 0,0 1 0 0 0,0-1 0 0 0,1 0 0 0 0,1-1 0 0 0,7 19-1 0 0,-8-24-150 0 0,-1 0-1 0 0,2 0 1 0 0,-1 0-1 0 0,0-1 1 0 0,1 1-1 0 0,0-1 0 0 0,0 1 1 0 0,1-1-1 0 0,-1-1 1 0 0,1 1-1 0 0,0-1 1 0 0,1 1-1 0 0,-1-2 0 0 0,1 1 1 0 0,-1 0-1 0 0,1-1 1 0 0,0 0-1 0 0,0-1 1 0 0,1 1-1 0 0,-1-1 1 0 0,1 0-1 0 0,-1-1 0 0 0,1 1 1 0 0,-1-1-1 0 0,1-1 1 0 0,9 1-1 0 0,-10-2-121 0 0,0 1 0 0 0,0-1 0 0 0,0-1 0 0 0,0 1 0 0 0,0-1 0 0 0,-1 0 0 0 0,1 0 0 0 0,-1 0 0 0 0,1-1 0 0 0,-1 0 0 0 0,0 0 0 0 0,7-6 0 0 0,-4 3 67 0 0,0-2 1 0 0,-1 1 0 0 0,0-1-1 0 0,0 0 1 0 0,-1 0 0 0 0,9-15-1 0 0,-3-2 49 0 0,0 1-1 0 0,-2-1 0 0 0,-1-1 1 0 0,10-44-1 0 0,-19 70-60 0 0,6-25-58 0 0,4-45-1 0 0,-9 64 43 0 0,-1-1 0 0 0,0 0 0 0 0,0 0 0 0 0,-1 1-1 0 0,1-1 1 0 0,-2 0 0 0 0,1 1 0 0 0,-1-1 0 0 0,0 1-1 0 0,0-1 1 0 0,-7-11 0 0 0,8 16 7 0 0,0 0-1 0 0,0 0 1 0 0,-1 0-1 0 0,1 1 1 0 0,-1-1-1 0 0,0 0 1 0 0,0 1-1 0 0,1-1 1 0 0,-1 1-1 0 0,0-1 1 0 0,0 1-1 0 0,0 0 1 0 0,0 0-1 0 0,-1 0 1 0 0,1 0-1 0 0,0 0 1 0 0,0 1-1 0 0,-1-1 1 0 0,1 1-1 0 0,0-1 1 0 0,-1 1-1 0 0,1 0 1 0 0,0 0-1 0 0,-1 0 1 0 0,1 0-1 0 0,0 0 1 0 0,-1 0-1 0 0,1 1 1 0 0,0-1-1 0 0,-1 1 1 0 0,1 0-1 0 0,0 0 1 0 0,0 0-1 0 0,0 0 1 0 0,-3 1-1 0 0,-3 3-88 0 0,0-1 0 0 0,0 1 0 0 0,0 1 0 0 0,1 0 0 0 0,0 0 0 0 0,0 0 0 0 0,-10 12 0 0 0,7-5-875 0 0,1 1 0 0 0,0-1 0 0 0,-8 18 0 0 0,-1 12-3012 0 0</inkml:trace>
</inkml:ink>
</file>

<file path=ppt/ink/ink3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3.6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41 145 9218 0 0,'-2'4'81'0'0,"1"0"0"0"0,0-1 1 0 0,0 1-1 0 0,0 0 0 0 0,0 1 0 0 0,0-1 1 0 0,1 8-1 0 0,-1-5-19 0 0,-11 68-656 0 0,4-35-250 0 0,-3 60 0 0 0,10-89 1054 0 0,1 0 1 0 0,1 1-1 0 0,0-1 0 0 0,0 0 1 0 0,1 0-1 0 0,1 0 1 0 0,-1 0-1 0 0,2-1 0 0 0,0 1 1 0 0,5 11-1 0 0,-7-18-75 0 0,0 0 1 0 0,0-1-1 0 0,1 1 1 0 0,-1-1-1 0 0,1 1 0 0 0,-1-1 1 0 0,1 0-1 0 0,0 0 0 0 0,0 0 1 0 0,1 0-1 0 0,-1 0 0 0 0,0-1 1 0 0,1 0-1 0 0,0 0 0 0 0,-1 0 1 0 0,1 0-1 0 0,0 0 0 0 0,0-1 1 0 0,0 1-1 0 0,0-1 1 0 0,1 0-1 0 0,-1 0 0 0 0,0-1 1 0 0,0 0-1 0 0,0 1 0 0 0,6-2 1 0 0,-2 0 11 0 0,0 0 1 0 0,-1-1 0 0 0,1-1-1 0 0,-1 1 1 0 0,0-1-1 0 0,0 0 1 0 0,0-1 0 0 0,0 0-1 0 0,0 0 1 0 0,-1 0-1 0 0,0-1 1 0 0,0 0 0 0 0,9-9-1 0 0,20-21-39 0 0,-2-2-1 0 0,42-62 1 0 0,-61 78-811 0 0,-2 0 1 0 0,0-1-1 0 0,-1 0 1 0 0,-1-1 0 0 0,-1 0-1 0 0,12-48 1 0 0,-20 67 412 0 0,-1 0 1 0 0,1 1-1 0 0,-1-1 0 0 0,0 0 0 0 0,0 0 1 0 0,0 0-1 0 0,-1 0 0 0 0,1 0 1 0 0,-3-7-1 0 0,3 11 225 0 0,0-1 1 0 0,0 0-1 0 0,-1 1 1 0 0,1-1-1 0 0,0 1 1 0 0,-1-1-1 0 0,1 1 1 0 0,0-1-1 0 0,-1 1 1 0 0,1-1-1 0 0,-1 1 1 0 0,1-1-1 0 0,-1 1 1 0 0,1 0-1 0 0,-1-1 1 0 0,1 1-1 0 0,-1 0 1 0 0,1-1-1 0 0,-1 1 1 0 0,0 0 0 0 0,1 0-1 0 0,-1-1 1 0 0,1 1-1 0 0,-2 0 1 0 0,0 0 16 0 0,1 0 0 0 0,-1 1 0 0 0,1-1 0 0 0,-1 0 0 0 0,1 1 0 0 0,-1-1 0 0 0,1 1 0 0 0,-1 0 1 0 0,1 0-1 0 0,-1-1 0 0 0,1 1 0 0 0,0 0 0 0 0,-1 0 0 0 0,-1 2 0 0 0,-13 11 52 0 0,0 2-1 0 0,1 0 1 0 0,0 1-1 0 0,-23 35 1 0 0,-38 82 1867 0 0,73-128-1667 0 0,0 0 1 0 0,1 0-1 0 0,0 0 1 0 0,0 0-1 0 0,0 1 1 0 0,1-1-1 0 0,0 1 1 0 0,0-1-1 0 0,1 1 1 0 0,0-1-1 0 0,0 7 1 0 0,1-10-87 0 0,-1-1 1 0 0,0 0 0 0 0,1 0-1 0 0,0 0 1 0 0,-1 0 0 0 0,1 0-1 0 0,0 0 1 0 0,0 0 0 0 0,0 0 0 0 0,0-1-1 0 0,0 1 1 0 0,1 0 0 0 0,-1 0-1 0 0,0-1 1 0 0,1 1 0 0 0,0-1-1 0 0,-1 1 1 0 0,1-1 0 0 0,0 0-1 0 0,-1 0 1 0 0,1 0 0 0 0,0 0 0 0 0,0 0-1 0 0,0 0 1 0 0,0 0 0 0 0,0 0-1 0 0,0-1 1 0 0,0 1 0 0 0,0-1-1 0 0,1 0 1 0 0,-1 0 0 0 0,0 1-1 0 0,0-1 1 0 0,0 0 0 0 0,0-1-1 0 0,4 0 1 0 0,2 0-162 0 0,0 0-1 0 0,-1-1 1 0 0,1 0 0 0 0,0-1-1 0 0,-1 0 1 0 0,0 0 0 0 0,0 0-1 0 0,0-1 1 0 0,0 0-1 0 0,0 0 1 0 0,-1-1 0 0 0,0 0-1 0 0,0 0 1 0 0,0 0 0 0 0,0-1-1 0 0,-1 0 1 0 0,0 0-1 0 0,-1 0 1 0 0,1-1 0 0 0,-1 0-1 0 0,0 0 1 0 0,-1 0 0 0 0,4-9-1 0 0,-2 6-336 0 0,-2 0-1 0 0,1 0 1 0 0,-1 0-1 0 0,-1 0 0 0 0,0 0 1 0 0,0-1-1 0 0,-1 1 1 0 0,0-1-1 0 0,-1 1 1 0 0,0-1-1 0 0,-1 1 0 0 0,0-1 1 0 0,-1 1-1 0 0,0 0 1 0 0,0 0-1 0 0,-1-1 1 0 0,-6-11-1 0 0,8 20 394 0 0,0-1-1 0 0,0 1 1 0 0,0-1 0 0 0,-1 1-1 0 0,1 0 1 0 0,-1 0-1 0 0,0 0 1 0 0,0 0 0 0 0,1 0-1 0 0,-1 0 1 0 0,-1 0-1 0 0,1 1 1 0 0,0-1 0 0 0,0 1-1 0 0,0-1 1 0 0,-1 1-1 0 0,-2-1 1 0 0,3 1 37 0 0,0 1 0 0 0,0 0 0 0 0,-1 0 0 0 0,1 0 0 0 0,0 0 0 0 0,0 0 1 0 0,0 0-1 0 0,0 0 0 0 0,0 1 0 0 0,0-1 0 0 0,0 1 0 0 0,0-1 0 0 0,0 1 0 0 0,1 0 0 0 0,-1 0 0 0 0,0 0 0 0 0,-3 2 0 0 0,0 0 33 0 0,1 1 0 0 0,-1 0-1 0 0,1 1 1 0 0,0-1 0 0 0,0 1-1 0 0,1-1 1 0 0,-1 1 0 0 0,1 0-1 0 0,0 0 1 0 0,0 1 0 0 0,0-1 0 0 0,1 1-1 0 0,-3 10 1 0 0,2 0 26 0 0,0 0-1 0 0,1 0 1 0 0,1 0 0 0 0,1 0-1 0 0,0 1 1 0 0,3 19 0 0 0,-2-29 0 0 0,0 1 0 0 0,1-1 0 0 0,-1 1 0 0 0,2-1 0 0 0,-1 0 0 0 0,1 0 0 0 0,0 0 0 0 0,0 0 0 0 0,1 0 0 0 0,0-1 0 0 0,0 1 0 0 0,1-1 1 0 0,0 0-1 0 0,0-1 0 0 0,7 7 0 0 0,-10-9-37 0 0,1-1 1 0 0,0 0-1 0 0,0 0 1 0 0,0-1-1 0 0,0 1 1 0 0,0 0-1 0 0,0-1 1 0 0,1 0-1 0 0,-1 0 1 0 0,0 0-1 0 0,1 0 1 0 0,-1 0-1 0 0,1-1 1 0 0,-1 0-1 0 0,1 1 1 0 0,-1-1-1 0 0,1-1 1 0 0,-1 1-1 0 0,1 0 1 0 0,-1-1-1 0 0,1 0 1 0 0,-1 0-1 0 0,0 0 1 0 0,1 0-1 0 0,-1 0 1 0 0,0-1-1 0 0,6-3 1 0 0,-4 2 46 0 0,0-1 0 0 0,-1 0 1 0 0,1 0-1 0 0,-1 0 0 0 0,0 0 1 0 0,0-1-1 0 0,0 0 0 0 0,-1 0 1 0 0,0 0-1 0 0,0 0 1 0 0,0 0-1 0 0,0-1 0 0 0,-1 1 1 0 0,0-1-1 0 0,2-7 0 0 0,-1-3-252 0 0,0 0 0 0 0,-1-1-1 0 0,-1 1 1 0 0,-1-1-1 0 0,0 1 1 0 0,-4-26 0 0 0,3 35 62 0 0,0-1 1 0 0,-1 1 0 0 0,0-1-1 0 0,0 1 1 0 0,0-1 0 0 0,-1 1-1 0 0,0 0 1 0 0,-1 0 0 0 0,1 1-1 0 0,-1-1 1 0 0,-1 1 0 0 0,1-1-1 0 0,-1 1 1 0 0,0 1 0 0 0,-12-11-1 0 0,14 14-46 0 0,-1 0-1 0 0,1 0 1 0 0,-1 1-1 0 0,0 0 1 0 0,1-1-1 0 0,-1 1 1 0 0,0 1 0 0 0,0-1-1 0 0,0 1 1 0 0,0-1-1 0 0,0 1 1 0 0,0 0-1 0 0,0 0 1 0 0,0 1-1 0 0,1-1 1 0 0,-1 1-1 0 0,0 0 1 0 0,0 0-1 0 0,0 0 1 0 0,1 1 0 0 0,-1-1-1 0 0,0 1 1 0 0,1 0-1 0 0,0 0 1 0 0,-1 0-1 0 0,-3 3 1 0 0,-7 5-98 0 0,0 1-1 0 0,1 1 1 0 0,0 0 0 0 0,-17 20 0 0 0,19-19 270 0 0,1-1 0 0 0,1 2 0 0 0,0-1 0 0 0,1 1 0 0 0,0 1 0 0 0,1-1 1 0 0,-9 30-1 0 0,14-40 42 0 0,1 1 0 0 0,0-1 0 0 0,0 1 0 0 0,0-1 0 0 0,1 1 0 0 0,0-1 0 0 0,0 1 0 0 0,0-1 0 0 0,0 1 0 0 0,1-1 0 0 0,-1 1 0 0 0,1-1 0 0 0,0 1 0 0 0,1-1 0 0 0,-1 1 0 0 0,1-1 0 0 0,0 0 0 0 0,0 0 0 0 0,0 0 0 0 0,0 0 0 0 0,1 0 0 0 0,0-1 0 0 0,0 1 0 0 0,0-1 0 0 0,0 1 0 0 0,0-1 0 0 0,1 0 0 0 0,-1 0 0 0 0,1-1 0 0 0,0 1 0 0 0,0-1 0 0 0,6 3 0 0 0,-3-1 8 0 0,0-1 1 0 0,1 0-1 0 0,-1 0 1 0 0,1-1-1 0 0,-1 1 1 0 0,1-2-1 0 0,0 1 1 0 0,0-1-1 0 0,0-1 1 0 0,0 1-1 0 0,0-1 1 0 0,-1-1-1 0 0,1 0 1 0 0,0 0-1 0 0,10-2 1 0 0,-8-1 45 0 0,-1 1 1 0 0,0-1-1 0 0,-1 0 1 0 0,1-1-1 0 0,-1 0 1 0 0,0 0-1 0 0,0-1 1 0 0,0 0-1 0 0,-1 0 1 0 0,0-1-1 0 0,8-9 1 0 0,-3 2-117 0 0,-2-1 1 0 0,0 0-1 0 0,0-1 1 0 0,-1 0-1 0 0,-1 0 1 0 0,-1-1-1 0 0,0 0 1 0 0,-1 0-1 0 0,-1-1 1 0 0,-1 0-1 0 0,0 0 1 0 0,2-35-1 0 0,-6 31-248 0 0,-1 0-1 0 0,-4-33 0 0 0,4 49 137 0 0,0 0 0 0 0,0 0 0 0 0,-1 0 0 0 0,0 0 0 0 0,0 0 0 0 0,0 1 0 0 0,-1-1 0 0 0,1 0 0 0 0,-1 1 0 0 0,-1 0 0 0 0,1 0 0 0 0,-1 0 0 0 0,-7-8 0 0 0,9 12 27 0 0,0 0-1 0 0,1 0 1 0 0,-1 0-1 0 0,0 0 1 0 0,0 0-1 0 0,1 0 1 0 0,-1 1-1 0 0,0-1 1 0 0,0 1-1 0 0,0-1 1 0 0,0 1-1 0 0,0 0 1 0 0,0 0-1 0 0,0 0 1 0 0,0 0-1 0 0,1 0 1 0 0,-1 0-1 0 0,0 0 1 0 0,0 1-1 0 0,0-1 1 0 0,0 1-1 0 0,0 0 1 0 0,0-1-1 0 0,-3 3 1 0 0,-2 1-373 0 0,0 0 0 0 0,1 0 1 0 0,-1 1-1 0 0,-9 9 1 0 0,-12 13-3876 0 0</inkml:trace>
</inkml:ink>
</file>

<file path=ppt/ink/ink3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4.9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122 356 10594 0 0,'-4'-41'-408'0'0,"-2"-16"615"0"0,6 55-129 0 0,0 0 0 0 0,-1 0 0 0 0,0-1 1 0 0,1 1-1 0 0,-1 0 0 0 0,0 0 0 0 0,0 1 0 0 0,0-1 0 0 0,0 0 1 0 0,-1 0-1 0 0,1 0 0 0 0,0 1 0 0 0,-1-1 0 0 0,1 1 0 0 0,-1-1 1 0 0,0 1-1 0 0,1 0 0 0 0,-1-1 0 0 0,0 1 0 0 0,-4-2 1 0 0,5 3-26 0 0,-1 0 0 0 0,0-1 1 0 0,0 1-1 0 0,0 0 1 0 0,1 0-1 0 0,-1 0 1 0 0,0 0-1 0 0,0 0 0 0 0,0 1 1 0 0,1-1-1 0 0,-1 1 1 0 0,0-1-1 0 0,0 1 1 0 0,1-1-1 0 0,-1 1 0 0 0,0 0 1 0 0,1 0-1 0 0,-1 0 1 0 0,1 0-1 0 0,-1 0 1 0 0,1 0-1 0 0,-1 0 0 0 0,1 1 1 0 0,0-1-1 0 0,0 0 1 0 0,0 1-1 0 0,0-1 0 0 0,0 1 1 0 0,0-1-1 0 0,0 1 1 0 0,0-1-1 0 0,-1 4 1 0 0,-3 5 178 0 0,1 0 0 0 0,0 0 1 0 0,0 0-1 0 0,-1 11 0 0 0,2-8 6 0 0,0 0 1 0 0,1 1-1 0 0,1-1 0 0 0,0 0 1 0 0,1 0-1 0 0,0 1 0 0 0,1-1 1 0 0,5 26-1 0 0,-5-33-173 0 0,1-1-1 0 0,0 1 1 0 0,0-1-1 0 0,0 1 1 0 0,1-1 0 0 0,0 0-1 0 0,0 0 1 0 0,0 0 0 0 0,0-1-1 0 0,1 1 1 0 0,0-1 0 0 0,0 1-1 0 0,0-1 1 0 0,0 0 0 0 0,1-1-1 0 0,0 1 1 0 0,0-1-1 0 0,0 0 1 0 0,0 0 0 0 0,0-1-1 0 0,0 1 1 0 0,9 2 0 0 0,-5-2-79 0 0,1-1 0 0 0,-1 0 0 0 0,1 0 0 0 0,0-1 0 0 0,0 0 0 0 0,-1 0 0 0 0,1-1 0 0 0,0-1 0 0 0,0 0 1 0 0,0 0-1 0 0,-1-1 0 0 0,1 0 0 0 0,0 0 0 0 0,-1-1 0 0 0,0-1 0 0 0,0 0 0 0 0,0 0 0 0 0,0 0 0 0 0,-1-1 0 0 0,1-1 1 0 0,-1 1-1 0 0,0-1 0 0 0,-1 0 0 0 0,0-1 0 0 0,0 0 0 0 0,0 0 0 0 0,8-12 0 0 0,-2 1-253 0 0,-1 0 0 0 0,0-1 0 0 0,-1-1 0 0 0,11-26 0 0 0,-19 39 175 0 0,-1 0 0 0 0,0 0 0 0 0,0 0 1 0 0,0 0-1 0 0,-1 0 0 0 0,0 0 0 0 0,0 0 1 0 0,0-1-1 0 0,-1 1 0 0 0,-1 0 0 0 0,1 0 0 0 0,-1-1 1 0 0,0 1-1 0 0,-1 0 0 0 0,1 0 0 0 0,-2 0 1 0 0,-2-7-1 0 0,4 12 17 0 0,1 0 0 0 0,-1 1 0 0 0,0-1 0 0 0,0 1 0 0 0,0-1 0 0 0,0 1 0 0 0,-1-1 0 0 0,1 1 0 0 0,0 0-1 0 0,0 0 1 0 0,-1 0 0 0 0,1-1 0 0 0,-1 1 0 0 0,1 0 0 0 0,-1 1 0 0 0,0-1 0 0 0,1 0 0 0 0,-1 0 0 0 0,0 1 0 0 0,1-1 0 0 0,-1 1 0 0 0,0-1 0 0 0,-3 1 0 0 0,1 0-50 0 0,0 0 0 0 0,0 1 1 0 0,0 0-1 0 0,0-1 0 0 0,0 2 0 0 0,0-1 1 0 0,0 0-1 0 0,1 1 0 0 0,-1-1 0 0 0,-5 4 0 0 0,-5 5-268 0 0,0 0-1 0 0,1 0 0 0 0,0 1 0 0 0,-13 14 0 0 0,-3 6-150 0 0,-38 52 0 0 0,56-67 585 0 0,1-1 0 0 0,1 2 1 0 0,0 0-1 0 0,1 0 0 0 0,-11 34 0 0 0,18-49 36 0 0,1 0 1 0 0,-1 0-1 0 0,1 1 1 0 0,-1-1-1 0 0,1 0 0 0 0,0 1 1 0 0,0-1-1 0 0,0 1 1 0 0,0-1-1 0 0,0 0 1 0 0,0 1-1 0 0,1-1 0 0 0,-1 0 1 0 0,1 1-1 0 0,0-1 1 0 0,-1 0-1 0 0,1 0 0 0 0,0 0 1 0 0,0 1-1 0 0,1-1 1 0 0,-1 0-1 0 0,0 0 1 0 0,1-1-1 0 0,2 4 0 0 0,-2-3-18 0 0,0-1 0 0 0,0 0 0 0 0,0 0-1 0 0,0-1 1 0 0,0 1 0 0 0,0 0 0 0 0,0-1-1 0 0,0 1 1 0 0,0-1 0 0 0,0 0 0 0 0,0 1 0 0 0,0-1-1 0 0,0 0 1 0 0,1 0 0 0 0,-1 0 0 0 0,0-1-1 0 0,0 1 1 0 0,0 0 0 0 0,0-1 0 0 0,0 0-1 0 0,0 1 1 0 0,0-1 0 0 0,0 0 0 0 0,0 0-1 0 0,0 0 1 0 0,0 0 0 0 0,1-2 0 0 0,10-6-154 0 0,0-1 0 0 0,-1-1 0 0 0,0 0 1 0 0,0-1-1 0 0,-2 0 0 0 0,1 0 0 0 0,14-25 1 0 0,-9 11-135 0 0,-1-1 0 0 0,-1-1 1 0 0,11-34-1 0 0,-20 47-129 0 0,0-1-1 0 0,-2 1 0 0 0,1-1 0 0 0,-2 0 0 0 0,1-20 1 0 0,-3 29 119 0 0,0 0 1 0 0,0 0-1 0 0,-1 0 1 0 0,0 0-1 0 0,0 0 1 0 0,0 0 0 0 0,-1 0-1 0 0,0 0 1 0 0,-1 1-1 0 0,1-1 1 0 0,-1 1-1 0 0,-1 0 1 0 0,1-1 0 0 0,-6-6-1 0 0,8 11 186 0 0,-1 1 0 0 0,1 0 0 0 0,0 0-1 0 0,0 0 1 0 0,-1 0 0 0 0,1 0 0 0 0,0 0 0 0 0,-1 0 0 0 0,1 0-1 0 0,-1 1 1 0 0,0-1 0 0 0,1 0 0 0 0,-1 1 0 0 0,1 0 0 0 0,-1-1-1 0 0,0 1 1 0 0,1 0 0 0 0,-1 0 0 0 0,0 0 0 0 0,-1 0 0 0 0,-1 0-4 0 0,0 1 1 0 0,0 0-1 0 0,0 0 1 0 0,0 0-1 0 0,0 0 1 0 0,0 1-1 0 0,0-1 1 0 0,-3 3-1 0 0,-5 4 67 0 0,0 0-1 0 0,0 1 1 0 0,-16 16-1 0 0,8-5 265 0 0,1 0 1 0 0,0 2-1 0 0,2 0 0 0 0,1 1 0 0 0,1 1 0 0 0,0 0 0 0 0,2 1 1 0 0,1 0-1 0 0,-13 42 0 0 0,24-64-165 0 0,1 1 0 0 0,-1-1 0 0 0,1 0 0 0 0,0 1 0 0 0,0-1 0 0 0,0 0 0 0 0,1 1 0 0 0,-1-1 0 0 0,1 0 1 0 0,0 1-1 0 0,0-1 0 0 0,0 0 0 0 0,2 3 0 0 0,-3-5-69 0 0,0 0 1 0 0,1 0 0 0 0,-1-1-1 0 0,0 1 1 0 0,1-1 0 0 0,-1 1-1 0 0,1 0 1 0 0,-1-1 0 0 0,1 1-1 0 0,0-1 1 0 0,-1 1-1 0 0,1-1 1 0 0,-1 1 0 0 0,1-1-1 0 0,0 0 1 0 0,-1 1 0 0 0,1-1-1 0 0,0 0 1 0 0,0 1 0 0 0,-1-1-1 0 0,1 0 1 0 0,1 0 0 0 0,0 0-29 0 0,-1 0 0 0 0,0-1 0 0 0,0 1 0 0 0,1 0 0 0 0,-1-1 0 0 0,0 0 0 0 0,0 1 0 0 0,0-1 0 0 0,0 0 0 0 0,1 1 0 0 0,-1-1 0 0 0,0 0 0 0 0,0 0 0 0 0,-1 0 0 0 0,1 0 0 0 0,0 0 0 0 0,0 0 0 0 0,1-2 0 0 0,7-11-239 0 0,0-1 1 0 0,-1 0-1 0 0,0 0 1 0 0,-1 0-1 0 0,-1-1 1 0 0,-1 0-1 0 0,0-1 1 0 0,4-26-1 0 0,-5 17-184 0 0,-1 0-1 0 0,-2 0 0 0 0,0-1 1 0 0,-7-49-1 0 0,6 71 385 0 0,-12-56-196 0 0,11 59 223 0 0,0-1 0 0 0,1 1 0 0 0,-1-1-1 0 0,0 1 1 0 0,0-1 0 0 0,0 1 0 0 0,-1 0-1 0 0,1-1 1 0 0,0 1 0 0 0,-1 0 0 0 0,0 0-1 0 0,1 0 1 0 0,-1 0 0 0 0,0 0 0 0 0,0 1-1 0 0,0-1 1 0 0,0 0 0 0 0,-1 1 0 0 0,-2-2-1 0 0,3 3 56 0 0,0 0 0 0 0,1 0-1 0 0,-1 0 1 0 0,0 0 0 0 0,0 0-1 0 0,0 1 1 0 0,1-1-1 0 0,-1 0 1 0 0,0 1 0 0 0,0 0-1 0 0,1-1 1 0 0,-1 1 0 0 0,1 0-1 0 0,-1 0 1 0 0,1 0-1 0 0,-1 0 1 0 0,1 0 0 0 0,-1 0-1 0 0,1 0 1 0 0,0 1 0 0 0,-1-1-1 0 0,1 0 1 0 0,0 1-1 0 0,0-1 1 0 0,0 1 0 0 0,0-1-1 0 0,1 1 1 0 0,-2 2 0 0 0,-2 4 254 0 0,0 0 0 0 0,0 0 1 0 0,1 0-1 0 0,-3 13 1 0 0,2-6 13 0 0,1 0 1 0 0,1 0-1 0 0,0 0 1 0 0,1 0 0 0 0,1 0-1 0 0,0 0 1 0 0,1 0-1 0 0,0 0 1 0 0,2 0-1 0 0,0 0 1 0 0,0 0-1 0 0,1 0 1 0 0,1-1 0 0 0,1 0-1 0 0,0 0 1 0 0,1 0-1 0 0,0-1 1 0 0,1 0-1 0 0,0 0 1 0 0,15 16 0 0 0,-9-12-61 0 0,2-1 0 0 0,-1 0 0 0 0,33 23 0 0 0,-23-22-485 0 0</inkml:trace>
</inkml:ink>
</file>

<file path=ppt/ink/ink3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6.1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298 10 7834 0 0,'3'-9'1223'0'0,"-14"20"1082"0"0,-38 72-1361 0 0,-34 60-1029 0 0,70-115 70 0 0,0 0 1 0 0,1 0-1 0 0,-9 39 1 0 0,18-51 168 0 0,0 0 0 0 0,0 0 0 0 0,2 1 0 0 0,0-1 0 0 0,2 26 0 0 0,0-32 22 0 0,0-1 1 0 0,1 1-1 0 0,0-1 1 0 0,0 0-1 0 0,1 1 0 0 0,1-1 1 0 0,-1 0-1 0 0,1-1 0 0 0,1 1 1 0 0,9 14-1 0 0,-13-21-124 0 0,1 0-1 0 0,0 0 1 0 0,-1-1-1 0 0,1 1 1 0 0,0-1-1 0 0,0 1 1 0 0,0-1-1 0 0,0 1 1 0 0,0-1-1 0 0,0 0 1 0 0,0 0-1 0 0,0 0 1 0 0,1 0-1 0 0,-1-1 1 0 0,0 1-1 0 0,1 0 1 0 0,-1-1-1 0 0,3 1 1 0 0,0-1 12 0 0,-1 0 1 0 0,1-1-1 0 0,-1 1 1 0 0,1-1-1 0 0,-1 0 1 0 0,0 0-1 0 0,1-1 1 0 0,-1 1-1 0 0,4-3 1 0 0,6-3 66 0 0,0-1 1 0 0,-1 0-1 0 0,0-1 0 0 0,17-16 1 0 0,-11 9-244 0 0,-2-2-1 0 0,0 0 1 0 0,17-23 0 0 0,-29 34-145 0 0,0 0 0 0 0,0 0 0 0 0,-1 0 0 0 0,0 0 0 0 0,-1-1 0 0 0,1 0 0 0 0,-1 1 0 0 0,-1-1-1 0 0,0 0 1 0 0,0-1 0 0 0,0 1 0 0 0,-1 0 0 0 0,0-11 0 0 0,-1 18 182 0 0,0-1 0 0 0,0 1 0 0 0,0-1 0 0 0,0 1 0 0 0,0-1 0 0 0,0 1 0 0 0,0 0 0 0 0,-1-1 0 0 0,1 1 0 0 0,-1-1 0 0 0,1 1 0 0 0,-1-1 0 0 0,0 1 0 0 0,1 0 0 0 0,-1 0 0 0 0,0-1 0 0 0,0 1 0 0 0,0 0 0 0 0,0 0 0 0 0,0 0-1 0 0,0 0 1 0 0,0 0 0 0 0,0 0 0 0 0,0 0 0 0 0,-1 0 0 0 0,1 0 0 0 0,0 1 0 0 0,-1-1 0 0 0,1 0 0 0 0,0 1 0 0 0,-1-1 0 0 0,1 1 0 0 0,-1 0 0 0 0,1-1 0 0 0,-1 1 0 0 0,1 0 0 0 0,-1 0 0 0 0,1 0 0 0 0,-1 0 0 0 0,1 0 0 0 0,-1 0 0 0 0,1 0 0 0 0,-1 1 0 0 0,1-1 0 0 0,0 0 0 0 0,-3 2 0 0 0,-5 1-88 0 0,1 0 0 0 0,-1 0 1 0 0,1 1-1 0 0,1 1 0 0 0,-1-1 1 0 0,-11 10-1 0 0,0 1 166 0 0,0 2-1 0 0,2 0 0 0 0,0 1 1 0 0,-17 26-1 0 0,24-31 115 0 0,1 1 1 0 0,0 0-1 0 0,1 1 0 0 0,1 0 1 0 0,0 0-1 0 0,1 1 1 0 0,-4 19-1 0 0,8-28-34 0 0,2 0 0 0 0,-1-1 0 0 0,1 1-1 0 0,0-1 1 0 0,0 1 0 0 0,1 0 0 0 0,0-1 0 0 0,0 1 0 0 0,0-1-1 0 0,1 1 1 0 0,0-1 0 0 0,4 10 0 0 0,-4-13 12 0 0,0 1-1 0 0,-1-1 1 0 0,1 0-1 0 0,1 1 1 0 0,-1-1 0 0 0,0 0-1 0 0,1 0 1 0 0,-1-1-1 0 0,1 1 1 0 0,0 0 0 0 0,0-1-1 0 0,0 0 1 0 0,0 1-1 0 0,1-1 1 0 0,-1-1 0 0 0,1 1-1 0 0,-1 0 1 0 0,1-1-1 0 0,-1 0 1 0 0,1 0 0 0 0,0 0-1 0 0,7 1 1 0 0,-8-2-36 0 0,1-1 0 0 0,0 1 1 0 0,0-1-1 0 0,0 0 0 0 0,-1 0 1 0 0,1 0-1 0 0,-1 0 0 0 0,1-1 1 0 0,-1 0-1 0 0,1 1 0 0 0,-1-1 1 0 0,0-1-1 0 0,0 1 0 0 0,0 0 1 0 0,0-1-1 0 0,0 1 1 0 0,0-1-1 0 0,2-3 0 0 0,7-8 59 0 0,-1-1-1 0 0,13-20 1 0 0,-22 31-113 0 0,7-10-183 0 0,-1-2-1 0 0,-1 1 0 0 0,0-1 0 0 0,-1-1 0 0 0,-1 1 0 0 0,4-19 0 0 0,-6 22-90 0 0,-1 1-1 0 0,-1-1 0 0 0,0 0 0 0 0,0 0 0 0 0,-1 0 0 0 0,-1 0 0 0 0,0 0 0 0 0,-6-23 1 0 0,6 33 242 0 0,0 0 1 0 0,0 0 0 0 0,0 0-1 0 0,0 0 1 0 0,0 1 0 0 0,-1-1-1 0 0,1 0 1 0 0,-1 0 0 0 0,0 1-1 0 0,0-1 1 0 0,0 1 0 0 0,0 0 0 0 0,0-1-1 0 0,0 1 1 0 0,-6-3 0 0 0,6 4 5 0 0,0 0 0 0 0,-1 0 1 0 0,1 0-1 0 0,-1 0 1 0 0,1 1-1 0 0,0-1 1 0 0,-1 1-1 0 0,0-1 1 0 0,1 1-1 0 0,-1 0 0 0 0,1 0 1 0 0,-1 0-1 0 0,1 1 1 0 0,-1-1-1 0 0,-4 2 1 0 0,0 0-51 0 0,0 1 1 0 0,-1 0 0 0 0,1 1-1 0 0,1-1 1 0 0,-1 2 0 0 0,1-1-1 0 0,-1 1 1 0 0,1-1 0 0 0,0 2 0 0 0,1-1-1 0 0,-8 10 1 0 0,0 1 10 0 0,1 1 0 0 0,1 1 0 0 0,1 0 0 0 0,1 0 0 0 0,0 1 0 0 0,-12 38 1 0 0,18-46 213 0 0,0 0 1 0 0,0 0 0 0 0,1 0 0 0 0,1 1 0 0 0,0-1 0 0 0,0 0 0 0 0,1 1 0 0 0,1-1 0 0 0,0 0 0 0 0,0 0 0 0 0,1 1 0 0 0,1-1-1 0 0,0 0 1 0 0,5 13 0 0 0,-6-20-86 0 0,-1-1 0 0 0,1 1 0 0 0,0-1 0 0 0,0 0 0 0 0,0 1 0 0 0,1-1-1 0 0,-1 0 1 0 0,1-1 0 0 0,0 1 0 0 0,0 0 0 0 0,0-1 0 0 0,0 1 0 0 0,0-1 0 0 0,0 0-1 0 0,1 0 1 0 0,-1-1 0 0 0,1 1 0 0 0,-1-1 0 0 0,1 1 0 0 0,6 0 0 0 0,-7-1-29 0 0,1-1 0 0 0,0 0 0 0 0,-1 0 1 0 0,1-1-1 0 0,-1 1 0 0 0,1-1 1 0 0,0 0-1 0 0,-1 0 0 0 0,1 0 0 0 0,-1 0 1 0 0,1 0-1 0 0,-1-1 0 0 0,0 0 1 0 0,0 0-1 0 0,0 0 0 0 0,0 0 0 0 0,0 0 1 0 0,0 0-1 0 0,0-1 0 0 0,-1 1 1 0 0,5-7-1 0 0,4-4-123 0 0,-2-1-1 0 0,0 0 1 0 0,0-1 0 0 0,-2 0 0 0 0,1 0 0 0 0,-2-1-1 0 0,0 0 1 0 0,-1 0 0 0 0,-1 0 0 0 0,0-1 0 0 0,-1 1-1 0 0,-1-1 1 0 0,0-30 0 0 0,-3 19-51 0 0,0 0 0 0 0,-2 1 0 0 0,-1-1 0 0 0,-1 1-1 0 0,-2 0 1 0 0,0 0 0 0 0,-19-42 0 0 0,24 63 254 0 0,-1 0 0 0 0,1 1-1 0 0,-2-1 1 0 0,1 1 0 0 0,-1 0 0 0 0,1 0-1 0 0,-1 0 1 0 0,-1 0 0 0 0,1 0 0 0 0,-1 1 0 0 0,0 0-1 0 0,0 0 1 0 0,-9-5 0 0 0,10 7-32 0 0,-1 0 1 0 0,1 0-1 0 0,-1 1 0 0 0,0 0 1 0 0,0 0-1 0 0,0 0 0 0 0,0 0 1 0 0,0 1-1 0 0,1 0 0 0 0,-1 0 1 0 0,0 0-1 0 0,0 1 0 0 0,0-1 1 0 0,0 1-1 0 0,0 0 0 0 0,0 1 1 0 0,1-1-1 0 0,-6 4 0 0 0,-7 2-189 0 0,0 1 0 0 0,1 1 0 0 0,-18 14 0 0 0,-17 17-3784 0 0,19-10-453 0 0</inkml:trace>
</inkml:ink>
</file>

<file path=ppt/ink/ink3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7.1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268 7 5065 0 0,'-9'5'142'0'0,"1"1"-1"0"0,0-1 1 0 0,0 1 0 0 0,1 1-1 0 0,-1-1 1 0 0,2 1-1 0 0,-1 0 1 0 0,-10 16 0 0 0,-4 2 73 0 0,9-12-41 0 0,-75 91 1234 0 0,76-88-1094 0 0,1-1-1 0 0,0 1 0 0 0,1 1 0 0 0,1-1 1 0 0,-8 23-1 0 0,15-36-261 0 0,0-1 1 0 0,0 1 0 0 0,0-1-1 0 0,1 1 1 0 0,-1 0 0 0 0,1-1-1 0 0,0 1 1 0 0,0-1 0 0 0,0 1-1 0 0,0 0 1 0 0,0-1-1 0 0,0 1 1 0 0,1 0 0 0 0,-1-1-1 0 0,1 1 1 0 0,0-1 0 0 0,0 1-1 0 0,0-1 1 0 0,0 1 0 0 0,0-1-1 0 0,0 0 1 0 0,1 0 0 0 0,-1 1-1 0 0,3 1 1 0 0,-2-2-3 0 0,0-1 1 0 0,0 0 0 0 0,0 1-1 0 0,1-1 1 0 0,-1 0-1 0 0,0-1 1 0 0,0 1 0 0 0,0 0-1 0 0,1-1 1 0 0,-1 1-1 0 0,0-1 1 0 0,1 0-1 0 0,-1 1 1 0 0,1-1 0 0 0,-1 0-1 0 0,0-1 1 0 0,1 1-1 0 0,-1 0 1 0 0,0-1 0 0 0,1 1-1 0 0,-1-1 1 0 0,0 0-1 0 0,0 0 1 0 0,1 0 0 0 0,-1 0-1 0 0,4-2 1 0 0,5-4 234 0 0,0-1 1 0 0,0 0 0 0 0,0-1-1 0 0,-1 0 1 0 0,0 0-1 0 0,-1-1 1 0 0,9-13-1 0 0,53-80-98 0 0,-71 102-190 0 0,7-9-325 0 0,-1 1 1 0 0,-1-2-1 0 0,1 1 0 0 0,-2-1 0 0 0,1 0 0 0 0,-2 0 0 0 0,1 0 0 0 0,-1 0 1 0 0,-1-1-1 0 0,0 1 0 0 0,0-17 0 0 0,-2 28 273 0 0,0-1 0 0 0,0 1 0 0 0,0-1 0 0 0,0 1 0 0 0,0-1 0 0 0,0 0 0 0 0,0 1 0 0 0,0-1 0 0 0,0 1 0 0 0,0-1 0 0 0,0 1 0 0 0,-1-1 0 0 0,1 1 0 0 0,0-1 0 0 0,0 1 1 0 0,-1-1-1 0 0,1 1 0 0 0,0-1 0 0 0,-1 1 0 0 0,1-1 0 0 0,0 1 0 0 0,-1 0 0 0 0,1-1 0 0 0,-1 1 0 0 0,1 0 0 0 0,0-1 0 0 0,-1 1 0 0 0,1 0 0 0 0,-2-1 0 0 0,-13 7-797 0 0,-11 23 693 0 0,4 7 956 0 0,2 1 0 0 0,2 1 0 0 0,1 1 0 0 0,2 0 0 0 0,-10 43 0 0 0,24-75-652 0 0,-1-1-1 0 0,1 0 1 0 0,0 1-1 0 0,0-1 1 0 0,0 1 0 0 0,1 0-1 0 0,0-1 1 0 0,1 1 0 0 0,-1-1-1 0 0,1 1 1 0 0,2 7 0 0 0,-2-12-66 0 0,0 1 1 0 0,1-1-1 0 0,-1 1 1 0 0,0-1-1 0 0,1 0 1 0 0,-1 1-1 0 0,1-1 1 0 0,0 0-1 0 0,0 0 1 0 0,0 0-1 0 0,0 0 0 0 0,0 0 1 0 0,0-1-1 0 0,0 1 1 0 0,1-1-1 0 0,-1 1 1 0 0,1-1-1 0 0,-1 0 1 0 0,1 0-1 0 0,-1 0 1 0 0,1 0-1 0 0,0 0 1 0 0,-1-1-1 0 0,1 1 1 0 0,0-1-1 0 0,0 0 1 0 0,-1 0-1 0 0,7 0 1 0 0,-2-1 46 0 0,1 0 0 0 0,-1 0 0 0 0,0-1 0 0 0,1 0 0 0 0,-1 0 0 0 0,0-1 0 0 0,0 0 0 0 0,0 0 0 0 0,-1-1 0 0 0,1 0 0 0 0,-1 0 0 0 0,0 0 0 0 0,0-1 0 0 0,0 0 0 0 0,-1 0 0 0 0,0-1-1 0 0,0 1 1 0 0,0-1 0 0 0,5-8 0 0 0,4-7-201 0 0,0-1 0 0 0,-2 0 0 0 0,0 0 0 0 0,12-36 0 0 0,-15 35-147 0 0,-2 0 0 0 0,7-36 0 0 0,-13 51 109 0 0,0 0 1 0 0,0 0-1 0 0,0 0 0 0 0,-1 0 1 0 0,0 0-1 0 0,-1 0 1 0 0,0-1-1 0 0,0 1 0 0 0,-1 0 1 0 0,0 1-1 0 0,-3-11 0 0 0,4 17 58 0 0,0-1 0 0 0,0 1 0 0 0,0-1 0 0 0,0 1-1 0 0,0-1 1 0 0,0 1 0 0 0,0 0 0 0 0,0 0 0 0 0,-1-1-1 0 0,1 1 1 0 0,0 0 0 0 0,-1 0 0 0 0,1 0-1 0 0,-1 0 1 0 0,1 1 0 0 0,-1-1 0 0 0,0 0 0 0 0,1 1-1 0 0,-1-1 1 0 0,0 1 0 0 0,1-1 0 0 0,-1 1 0 0 0,0 0-1 0 0,0 0 1 0 0,1 0 0 0 0,-1 0 0 0 0,0 0 0 0 0,0 0-1 0 0,1 0 1 0 0,-1 1 0 0 0,0-1 0 0 0,1 0 0 0 0,-1 1-1 0 0,0 0 1 0 0,1-1 0 0 0,-1 1 0 0 0,-1 1-1 0 0,-4 1-86 0 0,0 1-1 0 0,0 0 0 0 0,0 0 0 0 0,0 1 0 0 0,1 0 0 0 0,-11 10 0 0 0,8-4 126 0 0,0 0 0 0 0,0 0 0 0 0,1 0 0 0 0,1 1-1 0 0,0 1 1 0 0,0-1 0 0 0,2 1 0 0 0,-1 0 0 0 0,1 0-1 0 0,1 1 1 0 0,1-1 0 0 0,0 1 0 0 0,1 0 0 0 0,0 0-1 0 0,1 0 1 0 0,0 0 0 0 0,1 0 0 0 0,4 26 0 0 0,-2-28 45 0 0,0 0 0 0 0,1-1 0 0 0,1 1 0 0 0,0-1 1 0 0,0 0-1 0 0,1 0 0 0 0,0 0 0 0 0,1 0 0 0 0,0-1 0 0 0,1 0 1 0 0,0-1-1 0 0,1 1 0 0 0,0-1 0 0 0,0-1 0 0 0,1 1 1 0 0,0-2-1 0 0,1 1 0 0 0,-1-1 0 0 0,1 0 0 0 0,1-1 0 0 0,-1-1 1 0 0,16 7-1 0 0,-18-9 57 0 0,0 0 1 0 0,0-1 0 0 0,0-1-1 0 0,0 1 1 0 0,0-1-1 0 0,0 0 1 0 0,1-1-1 0 0,-1 0 1 0 0,0 0-1 0 0,0-1 1 0 0,0 0 0 0 0,1 0-1 0 0,-1-1 1 0 0,0 0-1 0 0,-1-1 1 0 0,1 0-1 0 0,0 0 1 0 0,-1 0-1 0 0,0-1 1 0 0,1 0 0 0 0,-1-1-1 0 0,-1 1 1 0 0,1-1-1 0 0,8-9 1 0 0,-5 4 52 0 0,0 0 0 0 0,0-1 1 0 0,-1 0-1 0 0,-1-1 0 0 0,0 0 0 0 0,-1-1 0 0 0,0 1 1 0 0,0-1-1 0 0,-2 0 0 0 0,1-1 0 0 0,-2 0 1 0 0,0 1-1 0 0,3-19 0 0 0,-4 5-51 0 0,0 0 0 0 0,-2-1 0 0 0,-4-49 1 0 0,2 65-117 0 0,-1 0 1 0 0,0 1-1 0 0,-1-1 1 0 0,0 1-1 0 0,0 0 1 0 0,-1 0-1 0 0,-1 0 1 0 0,0 0-1 0 0,0 1 1 0 0,-1-1-1 0 0,-10-11 1 0 0,13 18-15 0 0,-1 1 1 0 0,0 0-1 0 0,0 0 1 0 0,0 0-1 0 0,-1 0 1 0 0,1 1-1 0 0,-1-1 1 0 0,1 1-1 0 0,-1 0 0 0 0,0 1 1 0 0,0-1-1 0 0,0 1 1 0 0,0 0-1 0 0,0 0 1 0 0,0 1-1 0 0,0-1 1 0 0,0 1-1 0 0,0 0 1 0 0,0 1-1 0 0,-1-1 1 0 0,1 1-1 0 0,0 0 1 0 0,-7 2-1 0 0,-1 1-15 0 0,0 0 0 0 0,0 1-1 0 0,1 0 1 0 0,0 1 0 0 0,0 0-1 0 0,0 1 1 0 0,-19 14 0 0 0,24-15-110 0 0,1 0 1 0 0,0 0-1 0 0,0 1 1 0 0,0 0-1 0 0,1 0 1 0 0,0 1-1 0 0,0-1 1 0 0,1 1-1 0 0,0 0 1 0 0,0 0-1 0 0,1 0 1 0 0,0 1-1 0 0,1-1 1 0 0,-2 11-1 0 0,-2 12-5217 0 0</inkml:trace>
</inkml:ink>
</file>

<file path=ppt/ink/ink3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8.3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173 141 6913 0 0,'-6'-25'544'0'0,"4"14"-418"0"0,0 1 0 0 0,0 0 0 0 0,-1 0 0 0 0,0 1-1 0 0,-1-1 1 0 0,0 0 0 0 0,-1 1 0 0 0,0 0-1 0 0,-7-10 1 0 0,12 19-75 0 0,-1-1-1 0 0,0 0 1 0 0,0 0-1 0 0,0 1 1 0 0,0-1 0 0 0,0 0-1 0 0,0 1 1 0 0,0-1-1 0 0,0 1 1 0 0,0 0-1 0 0,0-1 1 0 0,0 1 0 0 0,0 0-1 0 0,0-1 1 0 0,0 1-1 0 0,0 0 1 0 0,-1 0-1 0 0,1 0 1 0 0,0 0 0 0 0,0 0-1 0 0,0 0 1 0 0,0 0-1 0 0,0 1 1 0 0,0-1-1 0 0,-1 0 1 0 0,1 1-1 0 0,0-1 1 0 0,0 0 0 0 0,0 1-1 0 0,0-1 1 0 0,0 1-1 0 0,0 0 1 0 0,0-1-1 0 0,1 1 1 0 0,-1 0 0 0 0,0 0-1 0 0,0-1 1 0 0,0 1-1 0 0,1 0 1 0 0,-1 0-1 0 0,0 0 1 0 0,0 1 0 0 0,-5 6 266 0 0,0-1 1 0 0,1 2-1 0 0,-7 13 1 0 0,10-19-237 0 0,-6 12 117 0 0,1 0 0 0 0,0 0 0 0 0,1 1-1 0 0,0-1 1 0 0,2 2 0 0 0,0-1 0 0 0,0 0-1 0 0,2 1 1 0 0,-1 22 0 0 0,3-34-178 0 0,1 0 1 0 0,0 0-1 0 0,0-1 1 0 0,0 1-1 0 0,1 0 1 0 0,0-1-1 0 0,0 0 0 0 0,0 1 1 0 0,0-1-1 0 0,1 0 1 0 0,0 0-1 0 0,0 0 1 0 0,0 0-1 0 0,0-1 0 0 0,0 1 1 0 0,1-1-1 0 0,0 0 1 0 0,-1 0-1 0 0,1 0 1 0 0,0 0-1 0 0,1-1 1 0 0,-1 1-1 0 0,0-1 0 0 0,8 2 1 0 0,-7-1 71 0 0,1-1 0 0 0,-1-1 0 0 0,1 1 0 0 0,0-1 0 0 0,0 0 0 0 0,0 0 0 0 0,0-1 0 0 0,-1 1 1 0 0,1-1-1 0 0,0-1 0 0 0,0 1 0 0 0,0-1 0 0 0,0 0 0 0 0,0 0 0 0 0,-1-1 0 0 0,1 0 0 0 0,0 0 0 0 0,-1 0 0 0 0,10-5 1 0 0,-4-2-144 0 0,0 0 0 0 0,0-1 0 0 0,0 0 1 0 0,-1-1-1 0 0,-1 0 0 0 0,0 0 0 0 0,13-23 1 0 0,-15 22-383 0 0,0 0 1 0 0,-2 0 0 0 0,1-1-1 0 0,-2 0 1 0 0,1 0 0 0 0,-2 0-1 0 0,0-1 1 0 0,2-18 0 0 0,-5 31 371 0 0,0-1 0 0 0,1 0 0 0 0,-1 1 0 0 0,0-1 0 0 0,0 1 1 0 0,0-1-1 0 0,-1 0 0 0 0,1 1 0 0 0,0-1 0 0 0,-1 1 0 0 0,1-1 1 0 0,-1 1-1 0 0,0-3 0 0 0,1 4 50 0 0,-1 0 1 0 0,1 0-1 0 0,0-1 0 0 0,0 1 1 0 0,-1 0-1 0 0,1 0 0 0 0,0 0 1 0 0,-1 0-1 0 0,1 0 1 0 0,0 0-1 0 0,-1 0 0 0 0,1 0 1 0 0,0-1-1 0 0,-1 1 0 0 0,1 0 1 0 0,0 0-1 0 0,-1 1 1 0 0,1-1-1 0 0,0 0 0 0 0,-1 0 1 0 0,1 0-1 0 0,0 0 0 0 0,-1 0 1 0 0,1 0-1 0 0,0 0 0 0 0,-1 0 1 0 0,1 1-1 0 0,0-1 1 0 0,-1 0-1 0 0,1 0 0 0 0,0 0 1 0 0,0 1-1 0 0,-1-1 0 0 0,1 0 1 0 0,0 1-1 0 0,-4 2 32 0 0,0 1-1 0 0,1 0 1 0 0,0 0-1 0 0,0 0 1 0 0,0 0-1 0 0,-3 7 1 0 0,-10 22 518 0 0,-16 49 1 0 0,28-69-412 0 0,0 0-1 0 0,1 0 1 0 0,0 0-1 0 0,1 1 0 0 0,1-1 1 0 0,0 1-1 0 0,1 15 1 0 0,1-25-75 0 0,-1 0 1 0 0,1-1-1 0 0,0 1 1 0 0,1 0-1 0 0,-1-1 1 0 0,0 1 0 0 0,1-1-1 0 0,0 1 1 0 0,0-1-1 0 0,0 0 1 0 0,0 0-1 0 0,0 1 1 0 0,1-2-1 0 0,-1 1 1 0 0,1 0-1 0 0,0 0 1 0 0,0-1-1 0 0,0 0 1 0 0,0 1-1 0 0,0-1 1 0 0,1 0-1 0 0,-1-1 1 0 0,1 1-1 0 0,-1-1 1 0 0,1 1-1 0 0,0-1 1 0 0,-1 0 0 0 0,1 0-1 0 0,0-1 1 0 0,0 1-1 0 0,-1-1 1 0 0,1 0-1 0 0,0 0 1 0 0,0 0-1 0 0,0 0 1 0 0,0-1-1 0 0,-1 0 1 0 0,1 1-1 0 0,0-1 1 0 0,-1-1-1 0 0,1 1 1 0 0,0 0-1 0 0,-1-1 1 0 0,1 0-1 0 0,-1 0 1 0 0,0 0-1 0 0,0 0 1 0 0,0 0 0 0 0,0-1-1 0 0,0 1 1 0 0,3-5-1 0 0,5-7-87 0 0,0-1-1 0 0,-1 1 1 0 0,-1-2 0 0 0,0 1-1 0 0,-1-2 1 0 0,-1 1-1 0 0,0-1 1 0 0,7-29 0 0 0,-12 35-159 0 0,0 0 1 0 0,0 1 0 0 0,-2-1 0 0 0,1 0 0 0 0,-1 0-1 0 0,-3-21 1 0 0,2 26-9 0 0,0 0 0 0 0,-1-1 0 0 0,0 1 0 0 0,0 0 0 0 0,-1 0 0 0 0,0 0 0 0 0,0 0 0 0 0,0 1-1 0 0,-1-1 1 0 0,1 1 0 0 0,-1 0 0 0 0,-6-7 0 0 0,8 10 162 0 0,-1 0 0 0 0,1 0-1 0 0,-1 0 1 0 0,1 0 0 0 0,-1 0-1 0 0,0 1 1 0 0,0-1 0 0 0,0 1-1 0 0,1 0 1 0 0,-1-1 0 0 0,-1 1-1 0 0,1 1 1 0 0,0-1 0 0 0,0 0-1 0 0,0 1 1 0 0,0 0 0 0 0,-6-1-1 0 0,4 2 48 0 0,-1 0 1 0 0,1 0-1 0 0,-1 0 0 0 0,0 1 0 0 0,1 0 0 0 0,0 0 0 0 0,-1 0 1 0 0,1 0-1 0 0,-6 5 0 0 0,-4 3 42 0 0,0 1 0 0 0,0 1 0 0 0,1 0 1 0 0,1 1-1 0 0,-12 15 0 0 0,9-10-11 0 0,2 0 0 0 0,-17 30 1 0 0,27-43 65 0 0,1 0 1 0 0,0 1 0 0 0,1-1 0 0 0,-1 1 0 0 0,1 0 0 0 0,0 0 0 0 0,1-1-1 0 0,-1 1 1 0 0,1 0 0 0 0,1 1 0 0 0,-1-1 0 0 0,1 0 0 0 0,0 0 0 0 0,1 10-1 0 0,0-13-41 0 0,0 0 0 0 0,0 0 0 0 0,0 0 0 0 0,1 0 0 0 0,-1 0 0 0 0,1 0 0 0 0,0 0-1 0 0,0 0 1 0 0,0-1 0 0 0,0 1 0 0 0,0-1 0 0 0,1 1 0 0 0,-1-1 0 0 0,1 0-1 0 0,-1 0 1 0 0,1 0 0 0 0,0 0 0 0 0,0-1 0 0 0,0 1 0 0 0,0-1 0 0 0,0 0-1 0 0,0 0 1 0 0,0 0 0 0 0,1 0 0 0 0,-1 0 0 0 0,0 0 0 0 0,6-1 0 0 0,0 1-114 0 0,0-1 1 0 0,0 0 0 0 0,0 0-1 0 0,-1-1 1 0 0,1-1 0 0 0,0 1-1 0 0,-1-1 1 0 0,1-1 0 0 0,9-3-1 0 0,-7 0 75 0 0,0 0-1 0 0,-1 0 0 0 0,1-1 0 0 0,-1 0 0 0 0,-1-1 1 0 0,0 0-1 0 0,0-1 0 0 0,0 0 0 0 0,9-13 0 0 0,-13 15-20 0 0,0 0-1 0 0,0 0 0 0 0,0 0 0 0 0,-1-1 1 0 0,0 0-1 0 0,-1 0 0 0 0,0 0 0 0 0,0 0 1 0 0,0 0-1 0 0,-1-1 0 0 0,-1 1 0 0 0,1-1 1 0 0,-2 0-1 0 0,1-8 0 0 0,-1 15 0 0 0,0 0-1 0 0,0 1 1 0 0,0-1 0 0 0,0 1-1 0 0,0-1 1 0 0,0 0 0 0 0,-1 1-1 0 0,1-1 1 0 0,-1 1-1 0 0,1-1 1 0 0,-1 1 0 0 0,0-1-1 0 0,0 1 1 0 0,1 0 0 0 0,-1-1-1 0 0,0 1 1 0 0,0 0-1 0 0,0-1 1 0 0,0 1 0 0 0,-1 0-1 0 0,1 0 1 0 0,0 0 0 0 0,0 0-1 0 0,-1 0 1 0 0,1 0-1 0 0,0 1 1 0 0,-1-1 0 0 0,1 0-1 0 0,-1 1 1 0 0,1-1 0 0 0,-1 1-1 0 0,-2-1 1 0 0,2 1-2 0 0,0 0 1 0 0,0 0 0 0 0,0 1-1 0 0,0-1 1 0 0,0 0-1 0 0,0 1 1 0 0,0 0-1 0 0,0-1 1 0 0,0 1 0 0 0,1 0-1 0 0,-1 0 1 0 0,0 0-1 0 0,0 0 1 0 0,1 1 0 0 0,-1-1-1 0 0,1 0 1 0 0,-1 1-1 0 0,1-1 1 0 0,0 1 0 0 0,-1-1-1 0 0,1 1 1 0 0,0-1-1 0 0,0 1 1 0 0,0 0 0 0 0,-1 2-1 0 0,-3 9-155 0 0,0 0 0 0 0,1 1-1 0 0,1-1 1 0 0,0 0 0 0 0,1 1-1 0 0,-1 15 1 0 0,1-2-198 0 0</inkml:trace>
</inkml:ink>
</file>

<file path=ppt/ink/ink3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2.7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76 2328 0 0,'6'-7'209'0'0,"-3"2"-209"0"0,1 0 0 0 0,-3 1 0 0 0,1 2 0 0 0,0 1 0 0 0,0-1 0 0 0,1-2 0 0 0,2-3 0 0 0,2 0 0 0 0,0 0 0 0 0,0 0 0 0 0,-1 2 0 0 0,-3 2 0 0 0,1-3 0 0 0,-3 3 0 0 0</inkml:trace>
</inkml:ink>
</file>

<file path=ppt/ink/ink3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3.1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438 26 6913 0 0,'-1'-2'141'0'0,"1"1"0"0"0,-1 0 0 0 0,1-1 0 0 0,-1 1-1 0 0,0 0 1 0 0,1-1 0 0 0,-1 1 0 0 0,0 0 0 0 0,0 0-1 0 0,0 0 1 0 0,0 0 0 0 0,0 0 0 0 0,0 0-1 0 0,0 0 1 0 0,-1 0 0 0 0,1 0 0 0 0,0 0 0 0 0,0 0-1 0 0,-1 1 1 0 0,1-1 0 0 0,0 1 0 0 0,-1-1-1 0 0,1 1 1 0 0,-1-1 0 0 0,-1 1 0 0 0,-1 1-3 0 0,1-1 1 0 0,0 2-1 0 0,-1-1 0 0 0,1 0 1 0 0,0 1-1 0 0,0-1 0 0 0,0 1 1 0 0,0 0-1 0 0,0 0 1 0 0,-3 2-1 0 0,-27 23 128 0 0,1 1-1 0 0,2 1 1 0 0,-35 43 0 0 0,-1 0 259 0 0,-61 57 1010 0 0,125-128-1522 0 0,1 0-1 0 0,0 0 1 0 0,-1 0 0 0 0,1 1-1 0 0,0-1 1 0 0,0 0-1 0 0,0 0 1 0 0,0 1 0 0 0,0-1-1 0 0,0 1 1 0 0,0-1-1 0 0,1 1 1 0 0,-1-1 0 0 0,1 1-1 0 0,-1 0 1 0 0,1-1-1 0 0,-1 1 1 0 0,1 0 0 0 0,0-1-1 0 0,0 1 1 0 0,0 0-1 0 0,0-1 1 0 0,0 1 0 0 0,0 0-1 0 0,1 2 1 0 0,0-2-89 0 0,0-1 0 0 0,0 1 1 0 0,0-1-1 0 0,1 1 0 0 0,-1-1 1 0 0,1 0-1 0 0,-1 0 0 0 0,1 0 1 0 0,-1 0-1 0 0,1 0 0 0 0,0 0 0 0 0,0 0 1 0 0,-1-1-1 0 0,1 1 0 0 0,0 0 1 0 0,0-1-1 0 0,0 1 0 0 0,0-1 0 0 0,-1 0 1 0 0,1 0-1 0 0,0 0 0 0 0,2 0 1 0 0,54 2-1704 0 0,-42-3 1694 0 0,0 1 0 0 0,-1 1-1 0 0,1 0 1 0 0,-1 1 0 0 0,0 1 0 0 0,1 1-1 0 0,26 9 1 0 0,-28-7 244 0 0,-1 0 0 0 0,0 2-1 0 0,-1-1 1 0 0,0 1 0 0 0,0 1 0 0 0,0 0 0 0 0,18 20-1 0 0,-28-27-103 0 0,1 1-1 0 0,-1 0 0 0 0,0 0 0 0 0,0 1 0 0 0,0-1 1 0 0,-1 0-1 0 0,1 1 0 0 0,-1-1 0 0 0,0 1 0 0 0,0-1 0 0 0,0 1 1 0 0,0 0-1 0 0,0 0 0 0 0,-1 6 0 0 0,0-6-16 0 0,-1-1-1 0 0,0 1 1 0 0,0 0 0 0 0,0-1 0 0 0,0 1-1 0 0,0-1 1 0 0,-1 1 0 0 0,0-1 0 0 0,0 0-1 0 0,0 1 1 0 0,0-1 0 0 0,0 0-1 0 0,0-1 1 0 0,-1 1 0 0 0,0 0 0 0 0,1-1-1 0 0,-6 5 1 0 0,-124 89 1315 0 0,41-32-2614 0 0,85-59-183 0 0</inkml:trace>
</inkml:ink>
</file>

<file path=ppt/ink/ink3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3.5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 57 6913 0 0,'1'-8'282'0'0,"-1"4"-147"0"0,0 0 1 0 0,0 1 0 0 0,1-1 0 0 0,-1 1-1 0 0,1-1 1 0 0,0 0 0 0 0,0 1 0 0 0,1 0-1 0 0,-1-1 1 0 0,1 1 0 0 0,-1 0 0 0 0,3-4-1 0 0,-6 37 2946 0 0,-18 59-637 0 0,9-45-940 0 0,-6 58 0 0 0,-3 159 601 0 0,17-149-7676 0 0,3-62-453 0 0</inkml:trace>
</inkml:ink>
</file>

<file path=ppt/ink/ink3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4.4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362 155 2761 0 0,'-4'-12'629'0'0,"0"-3"227"0"0,-1 0 1 0 0,-1 1 0 0 0,0-1-1 0 0,-1 1 1 0 0,-13-20 0 0 0,18 32-794 0 0,-1-1-1 0 0,1 0 1 0 0,0 0 0 0 0,-1 1 0 0 0,0-1-1 0 0,1 1 1 0 0,-1 0 0 0 0,0 0-1 0 0,0 0 1 0 0,-1 0 0 0 0,1 0 0 0 0,0 1-1 0 0,0 0 1 0 0,-1-1 0 0 0,1 1-1 0 0,-1 0 1 0 0,1 1 0 0 0,-1-1 0 0 0,1 1-1 0 0,-1-1 1 0 0,0 1 0 0 0,1 0-1 0 0,-1 0 1 0 0,1 1 0 0 0,-1-1 0 0 0,0 1-1 0 0,1 0 1 0 0,-1 0 0 0 0,1 0 0 0 0,-5 2-1 0 0,-3 2 70 0 0,-1 1 0 0 0,1 1 0 0 0,0-1 1 0 0,0 2-1 0 0,1 0 0 0 0,-1 0 0 0 0,2 1 0 0 0,0 0 0 0 0,0 0 0 0 0,-15 22 0 0 0,11-14 243 0 0,2 1-1 0 0,0 1 0 0 0,1 0 1 0 0,1 0-1 0 0,-13 40 1 0 0,22-57-359 0 0,-1 1 0 0 0,1 0 0 0 0,0-1 0 0 0,0 1 0 0 0,0-1 0 0 0,0 1 0 0 0,0 0-1 0 0,0-1 1 0 0,1 1 0 0 0,-1-1 0 0 0,1 1 0 0 0,0-1 0 0 0,-1 1 0 0 0,1-1 0 0 0,1 1 0 0 0,-1-1 0 0 0,0 0 0 0 0,0 0 0 0 0,1 0 0 0 0,-1 1 0 0 0,1-1 0 0 0,0-1 0 0 0,0 1 0 0 0,0 0 0 0 0,0 0 0 0 0,0-1 0 0 0,3 3 0 0 0,8 4 108 0 0,0 0 1 0 0,1-1-1 0 0,24 10 0 0 0,-14-7-71 0 0,1 1-97 0 0,0 1-1 0 0,-1 2 1 0 0,0 0-1 0 0,-1 2 0 0 0,22 19 1 0 0,-39-30 25 0 0,0 1 0 0 0,-1 0 0 0 0,1 1 0 0 0,-1-1 0 0 0,-1 1 0 0 0,1 0 0 0 0,-1 0 0 0 0,-1 0 0 0 0,5 12 0 0 0,-6-13 13 0 0,-1-1-1 0 0,0 1 1 0 0,0 0-1 0 0,0 0 1 0 0,-1 0-1 0 0,0 0 1 0 0,0 0-1 0 0,0 0 1 0 0,-1-1-1 0 0,0 1 1 0 0,0 0-1 0 0,0 0 1 0 0,-1-1-1 0 0,-4 10 0 0 0,3-8 64 0 0,-1 0-1 0 0,1-1 1 0 0,-2 1-1 0 0,1-1 1 0 0,-1 0-1 0 0,1 0 0 0 0,-2-1 1 0 0,1 1-1 0 0,-1-1 1 0 0,1-1-1 0 0,-1 1 1 0 0,-1-1-1 0 0,-10 7 0 0 0,-7 0-226 0 0,0-1 0 0 0,-41 12 0 0 0,16-6-3228 0 0,37-13-930 0 0</inkml:trace>
</inkml:ink>
</file>

<file path=ppt/ink/ink3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5.2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24 112 3225 0 0,'50'-46'-805'0'0,"3"-3"6512"0"0,-52 47-5603 0 0,0 1-1 0 0,1 0 0 0 0,-1-1 1 0 0,0 1-1 0 0,1 0 1 0 0,-1 0-1 0 0,1 0 1 0 0,-1 0-1 0 0,1 0 1 0 0,-1 0-1 0 0,1 0 0 0 0,0 1 1 0 0,-1-1-1 0 0,1 1 1 0 0,0-1-1 0 0,-1 1 1 0 0,1-1-1 0 0,0 1 1 0 0,0 0-1 0 0,0 0 0 0 0,2 0 1 0 0,-3 1-37 0 0,0 0 0 0 0,0-1 0 0 0,0 1 0 0 0,0 0 1 0 0,0 0-1 0 0,0 0 0 0 0,0 0 0 0 0,0 0 0 0 0,0 0 0 0 0,0 0 0 0 0,-1 0 0 0 0,1 0 1 0 0,0 0-1 0 0,-1 1 0 0 0,1-1 0 0 0,-1 0 0 0 0,1 0 0 0 0,-1 1 0 0 0,1-1 1 0 0,-1 0-1 0 0,0 1 0 0 0,0-1 0 0 0,0 0 0 0 0,0 1 0 0 0,0-1 0 0 0,0 0 0 0 0,0 3 1 0 0,-1 10-87 0 0,-1 1 0 0 0,0-1 0 0 0,0 0 0 0 0,-1 0 0 0 0,-1 0 0 0 0,-8 18 0 0 0,-40 79-137 0 0,37-81 159 0 0,-60 120 2764 0 0,64-136 617 0 0,29-17-2057 0 0,34-9-1088 0 0,126-22-1437 0 0,-151 31-5443 0 0</inkml:trace>
</inkml:ink>
</file>

<file path=ppt/ink/ink3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6.3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292 70 10138 0 0,'-2'-17'1069'0'0,"1"10"-978"0"0,1 2-1 0 0,-1-1 1 0 0,0 0 0 0 0,0 0-1 0 0,-3-7 1 0 0,4 12-96 0 0,-1 1 0 0 0,1-1 1 0 0,0 1-1 0 0,0-1 0 0 0,-1 1 1 0 0,1-1-1 0 0,-1 1 0 0 0,1-1 1 0 0,0 1-1 0 0,-1-1 0 0 0,1 1 0 0 0,-1-1 1 0 0,1 1-1 0 0,-1 0 0 0 0,1-1 1 0 0,-1 1-1 0 0,1 0 0 0 0,-1-1 0 0 0,0 1 1 0 0,1 0-1 0 0,-1 0 0 0 0,0-1 1 0 0,0 2-8 0 0,-1-1 1 0 0,1 0 0 0 0,0 0-1 0 0,0 0 1 0 0,0 1 0 0 0,0-1-1 0 0,-1 1 1 0 0,1-1 0 0 0,0 1 0 0 0,0-1-1 0 0,0 1 1 0 0,0 0 0 0 0,0-1-1 0 0,0 1 1 0 0,0 0 0 0 0,0 1-1 0 0,-32 29-777 0 0,2 2 0 0 0,-28 38 0 0 0,31-33 2217 0 0,-43 78 0 0 0,66-106-1083 0 0,1-1 1 0 0,-1 1-1 0 0,2 0 1 0 0,-1 0 0 0 0,1 0-1 0 0,-2 15 1 0 0,5-21-297 0 0,-1-1 0 0 0,1 1 0 0 0,0-1 0 0 0,0 0 0 0 0,1 1 0 0 0,-1-1 0 0 0,1 0 1 0 0,-1 1-1 0 0,1-1 0 0 0,0 0 0 0 0,0 0 0 0 0,1 0 0 0 0,-1 1 0 0 0,1-1 0 0 0,-1 0 0 0 0,1-1 0 0 0,0 1 0 0 0,0 0 0 0 0,0-1 0 0 0,0 1 0 0 0,1-1 0 0 0,-1 1 0 0 0,6 3 0 0 0,19 11-223 0 0,53 25 1 0 0,-51-29 58 0 0,-1 2 0 0 0,26 18 0 0 0,-23-10 193 0 0,0 1-1 0 0,27 28 0 0 0,-50-45-52 0 0,-1 1-1 0 0,-1 0 1 0 0,1 0 0 0 0,-1 0-1 0 0,0 0 1 0 0,-1 1-1 0 0,0 0 1 0 0,0 0-1 0 0,-1 1 1 0 0,-1-1 0 0 0,1 1-1 0 0,-1 0 1 0 0,1 10-1 0 0,-3-15 81 0 0,-1 1 0 0 0,0-1 0 0 0,-1 0-1 0 0,1 0 1 0 0,-1 1 0 0 0,0-1 0 0 0,0 0-1 0 0,0 0 1 0 0,-1 0 0 0 0,0 0 0 0 0,0 0-1 0 0,0-1 1 0 0,-4 6 0 0 0,1-2 78 0 0,-1 0-1 0 0,0 0 1 0 0,0-1 0 0 0,-1 0-1 0 0,0 0 1 0 0,-12 9 0 0 0,-4 0-371 0 0,-1-2 0 0 0,-1 0 0 0 0,-48 20 0 0 0,-6-4-4326 0 0,53-21-367 0 0</inkml:trace>
</inkml:ink>
</file>

<file path=ppt/ink/ink3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6.6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18 4289 0 0,'0'0'0'0'0,"0"1"0"0"0,-1-1 0 0 0,1-1 0 0 0,-2-1 0 0 0,5-3-80 0 0,3-6 80 0 0</inkml:trace>
</inkml:ink>
</file>

<file path=ppt/ink/ink3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7.3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111 115 6913 0 0,'-3'1'-95'0'0,"1"1"-1"0"0,0-1 0 0 0,0 0 0 0 0,-1 0 0 0 0,1 0 0 0 0,-1 0 0 0 0,1 0 0 0 0,-1 0 0 0 0,1-1 0 0 0,-1 1 1 0 0,1-1-1 0 0,-1 1 0 0 0,1-1 0 0 0,-1 0 0 0 0,0 0 0 0 0,1-1 0 0 0,-1 1 0 0 0,1 0 0 0 0,-1-1 0 0 0,0 1 0 0 0,1-1 1 0 0,-3-1-1 0 0,3 2 39 0 0,0-1 0 0 0,1 1 0 0 0,-1 0 0 0 0,0 0 0 0 0,1 0 0 0 0,-1 1 0 0 0,0-1 0 0 0,1 0 0 0 0,-1 0 0 0 0,0 1 0 0 0,1-1 1 0 0,-1 1-1 0 0,1 0 0 0 0,-3 1 0 0 0,-19 13 4371 0 0,32-22-3440 0 0,0 0 0 0 0,0 1 0 0 0,1 0-1 0 0,16-8 1 0 0,12-7-167 0 0,-16 8-286 0 0,1 0 1 0 0,0 1-1 0 0,1 1 0 0 0,0 1 0 0 0,34-9 0 0 0,-55 19-413 0 0,0-1-1 0 0,-1 0 1 0 0,1 1-1 0 0,-1 0 1 0 0,1 0-1 0 0,0-1 0 0 0,-1 2 1 0 0,1-1-1 0 0,0 0 1 0 0,-1 0-1 0 0,1 1 1 0 0,-1-1-1 0 0,1 1 1 0 0,-1 0-1 0 0,1 0 0 0 0,-1 0 1 0 0,1 0-1 0 0,-1 0 1 0 0,0 1-1 0 0,0-1 1 0 0,4 4-1 0 0,-3-2-35 0 0,0 0 0 0 0,-1 1-1 0 0,1 0 1 0 0,-1-1 0 0 0,0 1 0 0 0,-1 0-1 0 0,1 0 1 0 0,0 0 0 0 0,-1 0 0 0 0,0 0-1 0 0,0 0 1 0 0,1 6 0 0 0,-1 7-139 0 0,0 0 1 0 0,-1 0-1 0 0,-1-1 1 0 0,0 1-1 0 0,-8 32 0 0 0,2-19 131 0 0,-2 1-1 0 0,-2-1 1 0 0,0-1-1 0 0,-21 39 1 0 0,30-65 47 0 0,-1 1 46 0 0,1 0 0 0 0,0 0 1 0 0,0 1-1 0 0,0-1 0 0 0,0 1 1 0 0,-2 9-1 0 0,7-15-34 0 0,0 0-1 0 0,0 0 1 0 0,-1 0 0 0 0,1 0 0 0 0,-1 0 0 0 0,1-1 0 0 0,-1 1 0 0 0,4-4-1 0 0,-5 5-27 0 0,2-2-8 0 0,0 0-1 0 0,1 0 1 0 0,-1 1 0 0 0,0 0 0 0 0,0-1-1 0 0,1 1 1 0 0,-1 0 0 0 0,1 1 0 0 0,-1-1-1 0 0,1 1 1 0 0,-1-1 0 0 0,1 1 0 0 0,-1 0-1 0 0,1 0 1 0 0,-1 1 0 0 0,1-1 0 0 0,-1 1-1 0 0,5 1 1 0 0,-2 0 2 0 0,-1 0-1 0 0,1 1 1 0 0,-1 0-1 0 0,0 0 1 0 0,0 0-1 0 0,0 0 1 0 0,0 1-1 0 0,-1 0 1 0 0,1 0-1 0 0,4 6 1 0 0,-3-2 8 0 0,0-1 0 0 0,0 1 0 0 0,-1 0 0 0 0,0 0 0 0 0,-1 0 0 0 0,1 1 1 0 0,-2-1-1 0 0,1 1 0 0 0,-1 0 0 0 0,-1 0 0 0 0,1 0 0 0 0,-2 1 0 0 0,2 16 0 0 0,-4-16 70 0 0,-1 0 0 0 0,0 0-1 0 0,0 0 1 0 0,-1-1 0 0 0,0 1 0 0 0,-1-1 0 0 0,0 0-1 0 0,-1 0 1 0 0,0 0 0 0 0,0-1 0 0 0,0 1-1 0 0,-9 8 1 0 0,-8 9 360 0 0,-2-1-1 0 0,-32 26 0 0 0,14-19-1735 0 0,22-17-4226 0 0</inkml:trace>
</inkml:ink>
</file>

<file path=ppt/ink/ink3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1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364 14 5065 0 0,'-2'-1'158'0'0,"1"-1"1"0"0,-1 1-1 0 0,1 0 0 0 0,-1 0 1 0 0,0 0-1 0 0,1 0 0 0 0,-1 0 1 0 0,0 0-1 0 0,0 0 0 0 0,0 1 1 0 0,1-1-1 0 0,-1 1 0 0 0,0-1 1 0 0,0 1-1 0 0,0 0 1 0 0,0 0-1 0 0,0-1 0 0 0,-3 2 1 0 0,0-1 44 0 0,1 1 1 0 0,-1 0 0 0 0,1 0-1 0 0,0 1 1 0 0,0-1 0 0 0,-1 1-1 0 0,-6 4 1 0 0,-3 3 7 0 0,1 0 0 0 0,0 1-1 0 0,-15 15 1 0 0,12-7 156 0 0,0 1-1 0 0,1 0 1 0 0,2 1-1 0 0,0 1 1 0 0,0 0-1 0 0,2 0 1 0 0,1 1-1 0 0,1 1 1 0 0,-9 32-1 0 0,17-53-319 0 0,0 0-1 0 0,1 0 1 0 0,-1 0 0 0 0,1 0-1 0 0,-1 0 1 0 0,1 0 0 0 0,0 1-1 0 0,0-1 1 0 0,0 0 0 0 0,0 0-1 0 0,0 0 1 0 0,1 0 0 0 0,-1 0 0 0 0,0 0-1 0 0,1 0 1 0 0,0 1 0 0 0,-1-1-1 0 0,1 0 1 0 0,0-1 0 0 0,0 1-1 0 0,0 0 1 0 0,1 0 0 0 0,-1 0-1 0 0,0-1 1 0 0,1 1 0 0 0,-1 0-1 0 0,1-1 1 0 0,-1 1 0 0 0,1-1-1 0 0,0 0 1 0 0,-1 0 0 0 0,1 0-1 0 0,0 1 1 0 0,0-1 0 0 0,0-1-1 0 0,0 1 1 0 0,2 1 0 0 0,9 1-39 0 0,-1 0 0 0 0,1-1 0 0 0,1 0 0 0 0,-1 0 0 0 0,14-2 0 0 0,4 2 34 0 0,-14 0-65 0 0,0 0-1 0 0,0 2 1 0 0,0 0-1 0 0,-1 1 1 0 0,0 0-1 0 0,21 11 1 0 0,-31-13 19 0 0,0 0 1 0 0,0 0 0 0 0,0 1-1 0 0,-1 0 1 0 0,1 0 0 0 0,-1 0-1 0 0,0 1 1 0 0,0 0-1 0 0,-1 0 1 0 0,0 0 0 0 0,1 0-1 0 0,-2 1 1 0 0,1 0 0 0 0,-1 0-1 0 0,0 0 1 0 0,0 0-1 0 0,0 0 1 0 0,-1 0 0 0 0,2 8-1 0 0,-4-9 6 0 0,1-1 0 0 0,-1 0-1 0 0,-1 0 1 0 0,1 0-1 0 0,-1 0 1 0 0,1 0 0 0 0,-1 0-1 0 0,0 0 1 0 0,0-1-1 0 0,-1 1 1 0 0,1 0 0 0 0,-1 0-1 0 0,0-1 1 0 0,0 1-1 0 0,0-1 1 0 0,0 1 0 0 0,-1-1-1 0 0,1 0 1 0 0,-1 0 0 0 0,-5 4-1 0 0,-7 7 48 0 0,0-2 0 0 0,-32 21 0 0 0,40-29-34 0 0,-12 9 51 0 0,-1-1 0 0 0,0 0-1 0 0,-1-2 1 0 0,-1-1 0 0 0,1 0 0 0 0,-1-2-1 0 0,0 0 1 0 0,-1-2 0 0 0,0 0-1 0 0,0-2 1 0 0,-28 2 0 0 0,30-3-39 0 0,18-1-330 0 0,0 0 0 0 0,0-1-1 0 0,0 1 1 0 0,-1-1 0 0 0,1 0-1 0 0,0 0 1 0 0,0 0-1 0 0,0 0 1 0 0,-6-2 0 0 0</inkml:trace>
</inkml:ink>
</file>

<file path=ppt/ink/ink3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5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153 1 10594 0 0,'-1'0'157'0'0,"0"0"-1"0"0,0 0 1 0 0,0 0-1 0 0,0 0 0 0 0,-1 0 1 0 0,1 0-1 0 0,0 0 1 0 0,0 0-1 0 0,0 1 0 0 0,0-1 1 0 0,0 0-1 0 0,0 1 1 0 0,-1-1-1 0 0,1 1 0 0 0,0-1 1 0 0,0 1-1 0 0,0 0 1 0 0,0-1-1 0 0,-1 3 1 0 0,-21 24 921 0 0,-11 41-840 0 0,31-61 0 0 0,-18 35 237 0 0,14-29-495 0 0,0 0 1 0 0,0 0-1 0 0,1 1 1 0 0,1 0-1 0 0,1 0 1 0 0,0 0 0 0 0,0 1-1 0 0,-1 14 1 0 0,5-26 29 0 0,0 0 0 0 0,1 0 1 0 0,-1-1-1 0 0,0 1 1 0 0,1 0-1 0 0,0 0 0 0 0,-1-1 1 0 0,1 1-1 0 0,0-1 1 0 0,0 1-1 0 0,1-1 1 0 0,-1 1-1 0 0,0-1 0 0 0,1 1 1 0 0,0-1-1 0 0,-1 0 1 0 0,1 0-1 0 0,2 2 0 0 0,0-1 80 0 0,0-1-1 0 0,0 1 0 0 0,0-1 0 0 0,0 1 1 0 0,0-2-1 0 0,0 1 0 0 0,0 0 0 0 0,1-1 1 0 0,-1 1-1 0 0,6 0 0 0 0,1-1 235 0 0,1 0-1 0 0,-1 0 1 0 0,1-1-1 0 0,0 0 1 0 0,-1-1-1 0 0,1 0 1 0 0,20-6-1 0 0,-3-1-1325 0 0,34-16 0 0 0,-47 16-167 0 0</inkml:trace>
</inkml:ink>
</file>

<file path=ppt/ink/ink3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9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114 1 1840 0 0,'-18'13'14839'0'0,"18"-5"-17127"0"0,-1 23 2895 0 0,-1 0 1 0 0,-2 0-1 0 0,-1-1 1 0 0,-2 1-1 0 0,-11 33 1 0 0,-6 27-467 0 0,-5 92-2748 0 0,23-134-3073 0 0</inkml:trace>
</inkml:ink>
</file>

<file path=ppt/ink/ink3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0.6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1 0 4145 0 0</inkml:trace>
</inkml:ink>
</file>

<file path=ppt/ink/ink3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1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314 56 4577 0 0,'0'-3'83'0'0,"0"1"0"0"0,0-1 0 0 0,0 1 0 0 0,-1-1 0 0 0,1 1 0 0 0,-1-1 0 0 0,0 1 0 0 0,1 0 1 0 0,-1-1-1 0 0,0 1 0 0 0,-1 0 0 0 0,1-1 0 0 0,0 1 0 0 0,-1 0 0 0 0,1 0 0 0 0,-1 0 0 0 0,1 0 0 0 0,-1 1 0 0 0,0-1 0 0 0,-2-1 0 0 0,2 2-15 0 0,1 0 0 0 0,-1 0 0 0 0,0 0 0 0 0,0 0 0 0 0,0 0 0 0 0,1 1-1 0 0,-1-1 1 0 0,0 1 0 0 0,0 0 0 0 0,0-1 0 0 0,0 1 0 0 0,0 0 0 0 0,0 0-1 0 0,0 0 1 0 0,0 1 0 0 0,0-1 0 0 0,0 0 0 0 0,0 1 0 0 0,0-1 0 0 0,1 1 0 0 0,-1 0-1 0 0,0-1 1 0 0,0 1 0 0 0,0 0 0 0 0,1 0 0 0 0,-3 2 0 0 0,-14 10 143 0 0,1 1 0 0 0,1 0-1 0 0,0 2 1 0 0,-25 32 0 0 0,-46 76 1703 0 0,85-122-1833 0 0,0 1 0 0 0,0 0 0 0 0,1-1 0 0 0,-1 1 0 0 0,1 0-1 0 0,0 0 1 0 0,-1 0 0 0 0,2 0 0 0 0,-1 1 0 0 0,0-1 0 0 0,0 0 0 0 0,1 0-1 0 0,0 0 1 0 0,0 1 0 0 0,0-1 0 0 0,0 0 0 0 0,0 0 0 0 0,1 1 0 0 0,-1-1-1 0 0,1 0 1 0 0,0 0 0 0 0,0 0 0 0 0,1 3 0 0 0,1-1-80 0 0,0 0 0 0 0,1-1 0 0 0,-1 1 0 0 0,1-1 0 0 0,0 0 1 0 0,0 0-1 0 0,0-1 0 0 0,1 1 0 0 0,-1-1 0 0 0,1 0 0 0 0,0 0 0 0 0,8 4 0 0 0,-3-2 158 0 0,112 62 194 0 0,-110-59-373 0 0,0 1-1 0 0,0 0 1 0 0,-1 0-1 0 0,-1 1 1 0 0,1 1-1 0 0,-2 0 1 0 0,13 17 0 0 0,-20-26 19 0 0,-1 0 1 0 0,0 0 0 0 0,1 0 0 0 0,-1 0 0 0 0,0 1 0 0 0,0-1 0 0 0,0 0 0 0 0,0 1 0 0 0,-1-1 0 0 0,1 0-1 0 0,-1 1 1 0 0,1-1 0 0 0,-1 1 0 0 0,0-1 0 0 0,0 1 0 0 0,0-1 0 0 0,0 0 0 0 0,0 1 0 0 0,-1-1-1 0 0,1 1 1 0 0,-1-1 0 0 0,1 1 0 0 0,-1-1 0 0 0,-1 3 0 0 0,-1-1 19 0 0,-1 1 1 0 0,1-1-1 0 0,-1 0 1 0 0,0-1 0 0 0,0 1-1 0 0,0-1 1 0 0,0 1-1 0 0,0-1 1 0 0,-1 0-1 0 0,-6 3 1 0 0,-10 5 209 0 0,-1 0 0 0 0,0-2 1 0 0,0 0-1 0 0,-25 6 1 0 0,37-13-517 0 0,0 1 1 0 0,0-1 0 0 0,0-1-1 0 0,0 0 1 0 0,-1-1 0 0 0,1 0-1 0 0,0 0 1 0 0,0-1 0 0 0,0 0-1 0 0,0-1 1 0 0,0 0 0 0 0,-12-4-1 0 0,15 2-1193 0 0</inkml:trace>
</inkml:ink>
</file>

<file path=ppt/ink/ink3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5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83 2761 0 0,'-30'-10'1860'0'0,"30"10"-1794"0"0,0 0 0 0 0,0 0 0 0 0,0 0 0 0 0,-1 0 0 0 0,1-1 66 0 0,0 1-66 0 0,0 0 0 0 0,0 0 0 0 0,0 0 0 0 0,-1 0 0 0 0,1-1 0 0 0,0 1 0 0 0,0 0 0 0 0,0 0 0 0 0,0 0 0 0 0,0-1 0 0 0,0 1 0 0 0,0 0 0 0 0,0 0 0 0 0,0 0 0 0 0,0-1 0 0 0,0 1 0 0 0,0 0 0 0 0,0 0 0 0 0,0 0 0 0 0,0-1 0 0 0,0 1 0 0 0,0 0 0 0 0,0 0 0 0 0,0 0 0 0 0,0-1 0 0 0,0 1 0 0 0,0 0 0 0 0,0 0 0 0 0,0 0 0 0 0,0-1 0 0 0,1 1 0 0 0,15-10 1565 0 0,18-1-990 0 0,0 2-1 0 0,1 0 1 0 0,54-4 0 0 0,-14 2-3425 0 0,-61 9-916 0 0</inkml:trace>
</inkml:ink>
</file>

<file path=ppt/ink/ink3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9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88 18 1840 0 0,'-3'0'-263'0'0,"2"0"345"0"0,1 0 1 0 0,-1 0-1 0 0,0 0 0 0 0,1 0 1 0 0,-1 0-1 0 0,1-1 0 0 0,-1 1 1 0 0,1 0-1 0 0,-1 0 0 0 0,1 0 0 0 0,-1 0 1 0 0,1-1-1 0 0,-1 1 0 0 0,1 0 1 0 0,-1-1-1 0 0,1 1 0 0 0,0 0 1 0 0,-1-1-1 0 0,1 1 0 0 0,-1 0 1 0 0,1-1-1 0 0,0 1 0 0 0,-1-1 0 0 0,1 1 1 0 0,0-1-1 0 0,0 1 0 0 0,-1-1 1 0 0,1 1-1 0 0,0-1 0 0 0,0 1 1 0 0,0-1-1 0 0,-1 1 0 0 0,1-1 0 0 0,0 1 1 0 0,0-1-1 0 0,0 1 0 0 0,0-1 1 0 0,0 1-1 0 0,0-1 0 0 0,0 1 1 0 0,0-1-1 0 0,1 0 0 0 0,-1 0 226 0 0,-1 7-213 0 0,-3 12 20 0 0,0-1 0 0 0,-2-1 0 0 0,0 1 1 0 0,-9 18-1 0 0,4-10 1457 0 0,-12 37 0 0 0,23-61-1467 0 0,0 0-1 0 0,-1 0 0 0 0,1 0 0 0 0,0 0 0 0 0,0 0 0 0 0,0 0 1 0 0,-1 0-1 0 0,1 0 0 0 0,0 0 0 0 0,1 0 0 0 0,-1 0 1 0 0,0 0-1 0 0,0 0 0 0 0,0 0 0 0 0,1 0 0 0 0,-1 0 1 0 0,0 0-1 0 0,1 0 0 0 0,-1 0 0 0 0,1 0 0 0 0,-1 0 1 0 0,1 0-1 0 0,-1 0 0 0 0,1-1 0 0 0,1 3 0 0 0,0-2 1 0 0,0 0-1 0 0,0 0 1 0 0,-1 0-1 0 0,1 0 1 0 0,0 0-1 0 0,0-1 1 0 0,1 1-1 0 0,-1-1 0 0 0,0 1 1 0 0,0-1-1 0 0,4 1 1 0 0,8-1-27 0 0,-1-1 1 0 0,0 0-1 0 0,17-4 1 0 0,-22 4-76 0 0,5-2-93 0 0,0 1 0 0 0,0 1 0 0 0,1 0 0 0 0,-1 1 0 0 0,0 1 1 0 0,1 0-1 0 0,23 5 0 0 0,-33-5 66 0 0,1 0 1 0 0,-1 1 0 0 0,0 0-1 0 0,0-1 1 0 0,-1 1 0 0 0,1 1-1 0 0,0-1 1 0 0,-1 0 0 0 0,1 1-1 0 0,-1 0 1 0 0,0 0 0 0 0,0 0-1 0 0,0 0 1 0 0,0 0-1 0 0,-1 1 1 0 0,1-1 0 0 0,-1 1-1 0 0,0-1 1 0 0,0 1 0 0 0,0 0-1 0 0,0 0 1 0 0,-1 0 0 0 0,1 0-1 0 0,-1 0 1 0 0,0 1 0 0 0,-1-1-1 0 0,1 0 1 0 0,0 6 0 0 0,-1-7 72 0 0,-1 0 0 0 0,1 1 0 0 0,-1-1 0 0 0,1 0 0 0 0,-1 0 1 0 0,0 0-1 0 0,0 0 0 0 0,0 0 0 0 0,-1 0 0 0 0,1 0 0 0 0,-1 0 0 0 0,1-1 1 0 0,-1 1-1 0 0,0 0 0 0 0,0-1 0 0 0,0 1 0 0 0,0-1 0 0 0,-1 0 0 0 0,1 0 1 0 0,-1 0-1 0 0,1 0 0 0 0,-6 3 0 0 0,-7 4 456 0 0,-1-1 1 0 0,-32 13-1 0 0,31-14-395 0 0,-44 15-1710 0 0,43-15-3205 0 0</inkml:trace>
</inkml:ink>
</file>

<file path=ppt/ink/ink3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3.4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285 49 456 0 0,'5'-8'-41'0'0,"-3"4"373"0"0,0 0-1 0 0,0 0 1 0 0,0 0-1 0 0,-1 0 1 0 0,1 0-1 0 0,-1 0 1 0 0,1-9-1 0 0,-26 32 437 0 0,-69 66 4317 0 0,53-50-3424 0 0,1 1 0 0 0,-47 58 0 0 0,83-92-1584 0 0,1 1 0 0 0,0 0 0 0 0,0-1 0 0 0,1 1 0 0 0,-1 0 0 0 0,0 0 0 0 0,1 0 0 0 0,0 0 0 0 0,0 1 0 0 0,0-1 0 0 0,0 0 0 0 0,0 0 1 0 0,1 1-1 0 0,-1 3 0 0 0,2-6-35 0 0,-1 1 0 0 0,1 0 1 0 0,-1-1-1 0 0,1 1 0 0 0,0-1 1 0 0,-1 1-1 0 0,1-1 0 0 0,0 1 1 0 0,0-1-1 0 0,0 1 0 0 0,0-1 1 0 0,1 0-1 0 0,-1 0 0 0 0,0 1 1 0 0,0-1-1 0 0,1 0 0 0 0,-1 0 1 0 0,1 0-1 0 0,-1-1 0 0 0,1 1 1 0 0,-1 0-1 0 0,1 0 0 0 0,0-1 1 0 0,-1 1-1 0 0,1-1 0 0 0,0 0 1 0 0,-1 1-1 0 0,1-1 0 0 0,2 0 1 0 0,19 4 149 0 0,0-2-1 0 0,42 0 1 0 0,-40-2-40 0 0,0 0 1 0 0,33 7-1 0 0,-44-5-299 0 0,74 18-663 0 0,-80-17 766 0 0,0-1-1 0 0,-1 1 1 0 0,0 0-1 0 0,1 1 1 0 0,-1 0-1 0 0,0 0 1 0 0,-1 0-1 0 0,11 9 0 0 0,-15-11 32 0 0,-1 0 0 0 0,0 0-1 0 0,0 0 1 0 0,-1 0-1 0 0,1-1 1 0 0,0 1-1 0 0,-1 0 1 0 0,1 0-1 0 0,-1 0 1 0 0,1 0-1 0 0,-1 1 1 0 0,0-1 0 0 0,0 0-1 0 0,0 0 1 0 0,0 0-1 0 0,0 0 1 0 0,0 0-1 0 0,-1 0 1 0 0,1 0-1 0 0,-1 0 1 0 0,0 0-1 0 0,1 0 1 0 0,-1 0 0 0 0,0 0-1 0 0,0-1 1 0 0,0 1-1 0 0,0 0 1 0 0,0 0-1 0 0,-3 2 1 0 0,-2 5-28 0 0,0-1 1 0 0,-1 0-1 0 0,0-1 0 0 0,-13 12 1 0 0,-22 12-96 0 0,-1-2 1 0 0,-85 42-1 0 0,-44 28-4220 0 0</inkml:trace>
</inkml:ink>
</file>

<file path=ppt/ink/ink3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4.0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244 48 3225 0 0,'-1'-2'54'0'0,"0"1"0"0"0,1 0 0 0 0,-1 0 0 0 0,1-1 0 0 0,0 1 0 0 0,-1 0 0 0 0,1-1 0 0 0,0 1 0 0 0,0-1 0 0 0,-1 1 0 0 0,1 0 0 0 0,0-1 0 0 0,1 1 0 0 0,-1-3 0 0 0,0 3 78 0 0,1 0 0 0 0,-1 0 0 0 0,0 0 0 0 0,0 0 1 0 0,0 0-1 0 0,0 0 0 0 0,0 0 0 0 0,0 0 0 0 0,0 1 0 0 0,0-1 1 0 0,0 0-1 0 0,0 0 0 0 0,0 0 0 0 0,-1 0 0 0 0,1 0 0 0 0,0 0 0 0 0,-1 0 1 0 0,1 0-1 0 0,-1 1 0 0 0,1-1 0 0 0,-1 0 0 0 0,1 0 0 0 0,-1 1 1 0 0,1-1-1 0 0,-1 0 0 0 0,0 0 0 0 0,-1 2 12 0 0,0 0 0 0 0,0 0-1 0 0,0 0 1 0 0,0 1 0 0 0,1-1 0 0 0,-1 1 0 0 0,0-1 0 0 0,1 1-1 0 0,0 0 1 0 0,-1-1 0 0 0,1 1 0 0 0,0 0 0 0 0,0 0 0 0 0,0 0-1 0 0,0 0 1 0 0,-1 2 0 0 0,-1 2 181 0 0,-15 25 341 0 0,0 0 0 0 0,3 1-1 0 0,0 1 1 0 0,3 1 0 0 0,0 0 0 0 0,-11 62 0 0 0,20-80-448 0 0,2 1-1 0 0,0 25 1 0 0,1-35-238 0 0,0 0 0 0 0,1-1 0 0 0,0 1 0 0 0,0 0 0 0 0,1-1 0 0 0,0 1 0 0 0,0-1 0 0 0,6 12 0 0 0,-7-16-2 0 0,1 0-1 0 0,-1-1 1 0 0,1 1-1 0 0,-1-1 1 0 0,1 0-1 0 0,0 1 1 0 0,0-1-1 0 0,-1 0 1 0 0,1 0-1 0 0,0 0 1 0 0,0 0-1 0 0,0-1 1 0 0,0 1-1 0 0,0 0 1 0 0,0-1-1 0 0,0 1 1 0 0,0-1-1 0 0,1 0 1 0 0,-1 0-1 0 0,0 0 1 0 0,0 0-1 0 0,0 0 1 0 0,0 0-1 0 0,0 0 1 0 0,0-1-1 0 0,0 1 1 0 0,0-1-1 0 0,1 0 1 0 0,-2 1-1 0 0,1-1 1 0 0,3-1 0 0 0,5-2 103 0 0,-1-1 1 0 0,1 0 0 0 0,-1 0 0 0 0,16-13 0 0 0,-3-1-346 0 0,-2 0-1 0 0,0-2 1 0 0,-2 0 0 0 0,19-27 0 0 0,-36 46 178 0 0,1 0 1 0 0,-1 0-1 0 0,0 0 0 0 0,1 0 0 0 0,-1 0 0 0 0,0 0 0 0 0,0 0 0 0 0,-1 0 0 0 0,1 0 0 0 0,0-1 1 0 0,-1 1-1 0 0,1 0 0 0 0,-1 0 0 0 0,0-3 0 0 0,0 4 44 0 0,-1 0-1 0 0,1 0 1 0 0,0 1-1 0 0,-1-1 1 0 0,0 0 0 0 0,1 0-1 0 0,-1 1 1 0 0,1-1-1 0 0,-1 0 1 0 0,0 1-1 0 0,1-1 1 0 0,-1 0 0 0 0,0 1-1 0 0,0-1 1 0 0,0 1-1 0 0,1-1 1 0 0,-1 1 0 0 0,0 0-1 0 0,0-1 1 0 0,0 1-1 0 0,0 0 1 0 0,0 0-1 0 0,0 0 1 0 0,0-1 0 0 0,0 1-1 0 0,0 0 1 0 0,1 0-1 0 0,-1 0 1 0 0,0 1 0 0 0,0-1-1 0 0,0 0 1 0 0,0 0-1 0 0,0 0 1 0 0,0 1-1 0 0,-1-1 1 0 0,-20 4-196 0 0,0 0 0 0 0,1 2 0 0 0,-1 0 0 0 0,-33 16 0 0 0,-78 46-671 0 0,104-50 640 0 0,2 1-150 0 0</inkml:trace>
</inkml:ink>
</file>

<file path=ppt/ink/ink3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5.6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259 101 6449 0 0,'-11'4'718'0'0,"11"-2"-1136"0"0,4-3-978 0 0,45-41 1164 0 0,-38 30 1042 0 0,2 1 0 0 0,-1 1 0 0 0,1 0 0 0 0,20-11 0 0 0,-34 25-398 0 0,0-1 0 0 0,-1 1 0 0 0,1-1 0 0 0,-1 1 0 0 0,1-1 0 0 0,-1 1 0 0 0,-3 3 0 0 0,-278 343 828 0 0,278-345-1140 0 0,1 0 0 0 0,0 1-1 0 0,1-1 1 0 0,-1 1 0 0 0,1 0 0 0 0,-3 9 0 0 0,5-13-71 0 0,1-1-1 0 0,-1 1 1 0 0,1 0 0 0 0,0-1 0 0 0,-1 1 0 0 0,1 0 0 0 0,0 0 0 0 0,1-1 0 0 0,-1 1-1 0 0,0 0 1 0 0,0 0 0 0 0,1-1 0 0 0,-1 1 0 0 0,1 0 0 0 0,-1-1 0 0 0,1 1 0 0 0,0 0 0 0 0,-1-1-1 0 0,1 1 1 0 0,0-1 0 0 0,0 1 0 0 0,0-1 0 0 0,0 0 0 0 0,1 1 0 0 0,-1-1 0 0 0,0 0-1 0 0,0 0 1 0 0,3 2 0 0 0,17 10 121 0 0,-1 0-1 0 0,2-2 0 0 0,30 13 1 0 0,-30-15-205 0 0,0 1 0 0 0,0 1 0 0 0,31 22 0 0 0,-41-24-22 0 0,1 1 0 0 0,-1 1 0 0 0,-1-1 0 0 0,0 2 0 0 0,16 22 0 0 0,-24-30 61 0 0,-1 0 1 0 0,1 0 0 0 0,-1 0-1 0 0,0 0 1 0 0,0 1-1 0 0,-1-1 1 0 0,1 1-1 0 0,-1 0 1 0 0,0-1-1 0 0,0 1 1 0 0,0 0-1 0 0,-1 0 1 0 0,0-1-1 0 0,0 1 1 0 0,0 0-1 0 0,-1 0 1 0 0,1 0-1 0 0,-1-1 1 0 0,0 1-1 0 0,0 0 1 0 0,-1-1-1 0 0,1 1 1 0 0,-4 5-1 0 0,-2 3 57 0 0,-1 0 0 0 0,-1-1 0 0 0,0 0 1 0 0,-1 0-1 0 0,0-1 0 0 0,0 0 0 0 0,-2-1 0 0 0,1 0 0 0 0,-13 8 0 0 0,-22 12 306 0 0,-57 28-1 0 0,19-12-178 0 0,26-14-6246 0 0</inkml:trace>
</inkml:ink>
</file>

<file path=ppt/ink/ink3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6.0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1 109 10594 0 0,'0'0'15'0'0,"0"-1"0"0"0,-1 1 1 0 0,1-1-1 0 0,0 1 0 0 0,0 0 0 0 0,0-1 0 0 0,0 1 0 0 0,0 0 0 0 0,0-1 0 0 0,0 1 0 0 0,0-1 0 0 0,0 1 0 0 0,0 0 0 0 0,0-1 1 0 0,1 1-1 0 0,-1-1 0 0 0,0 1 0 0 0,0 0 0 0 0,0-1 0 0 0,0 1 0 0 0,1 0 0 0 0,-1-1 0 0 0,0 1 0 0 0,0 0 0 0 0,1-1 0 0 0,-1 1 1 0 0,0 0-1 0 0,0 0 0 0 0,1-1 0 0 0,-1 1 0 0 0,0 0 0 0 0,1 0 0 0 0,-1 0 0 0 0,1-1 0 0 0,22-11-215 0 0,31-6 596 0 0,-50 17-17 0 0,41-13 783 0 0,-10 2-1036 0 0,0 1 1 0 0,1 2 0 0 0,0 2-1 0 0,60-5 1 0 0,-94 12-106 0 0,0 0-1 0 0,0 0 1 0 0,1 0 0 0 0,-1 0-1 0 0,0 0 1 0 0,0 0 0 0 0,0 0-1 0 0,0 1 1 0 0,0-1-1 0 0,0 1 1 0 0,0-1 0 0 0,0 1-1 0 0,0 0 1 0 0,0 0-1 0 0,0 0 1 0 0,-1 0 0 0 0,1 0-1 0 0,0 0 1 0 0,0 1 0 0 0,-1-1-1 0 0,1 0 1 0 0,-1 1-1 0 0,1 0 1 0 0,0 1 0 0 0,-1 1 21 0 0,0-1 0 0 0,0 0-1 0 0,0 1 1 0 0,-1-1 0 0 0,0 1 0 0 0,1-1 0 0 0,-1 1 0 0 0,-1-1 0 0 0,1 1 0 0 0,0 0 0 0 0,-1-1 0 0 0,0 0 0 0 0,-1 5 0 0 0,-85 281 4180 0 0,59-203-3519 0 0,10-35-625 0 0,11-36-392 0 0,1 1 0 0 0,1-1 1 0 0,0 1-1 0 0,1 0 1 0 0,1 1-1 0 0,-1 21 0 0 0,5-29-1562 0 0,-1-6 657 0 0</inkml:trace>
</inkml:ink>
</file>

<file path=ppt/ink/ink3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6.4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1 191 17972 0 0,'9'-8'82'0'0,"0"0"1"0"0,0 1 0 0 0,1 0-1 0 0,0 1 1 0 0,0 0-1 0 0,1 1 1 0 0,0 0 0 0 0,0 0-1 0 0,14-3 1 0 0,8-5-170 0 0,230-76-1067 0 0,-230 79-3210 0 0,-4-4-1315 0 0</inkml:trace>
</inkml:ink>
</file>

<file path=ppt/ink/ink3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7.3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334 0 10594 0 0,'-35'39'-1493'0'0,"14"-16"659"0"0,-80 97-2043 0 0,87-101 3428 0 0,2 0-1 0 0,-16 30 1 0 0,27-47-452 0 0,0 0 1 0 0,-1 1 0 0 0,1-1 0 0 0,0 0 0 0 0,1 1 0 0 0,-1-1-1 0 0,0 1 1 0 0,1-1 0 0 0,-1 1 0 0 0,1-1 0 0 0,0 1 0 0 0,0-1 0 0 0,0 1-1 0 0,0-1 1 0 0,0 1 0 0 0,0-1 0 0 0,1 1 0 0 0,-1-1 0 0 0,1 0 0 0 0,0 1-1 0 0,0-1 1 0 0,0 1 0 0 0,1 2 0 0 0,2-2-43 0 0,-1 1-1 0 0,1-1 1 0 0,-1 0 0 0 0,1 0 0 0 0,0 0-1 0 0,0 0 1 0 0,1-1 0 0 0,-1 1 0 0 0,0-1-1 0 0,10 3 1 0 0,17 7-5 0 0,-2-1-202 0 0,0 1-1 0 0,36 21 1 0 0,-58-29 133 0 0,0 1 0 0 0,0 0-1 0 0,0 1 1 0 0,0-1 0 0 0,-1 1 0 0 0,0 0 0 0 0,0 1-1 0 0,-1-1 1 0 0,0 1 0 0 0,0 1 0 0 0,0-1-1 0 0,-1 0 1 0 0,4 11 0 0 0,-7-15 20 0 0,0 1-1 0 0,-1-1 1 0 0,1 0-1 0 0,-1 1 1 0 0,0-1-1 0 0,0 1 1 0 0,0-1 0 0 0,0 0-1 0 0,-1 1 1 0 0,1-1-1 0 0,-1 1 1 0 0,0-1-1 0 0,0 0 1 0 0,0 0 0 0 0,0 0-1 0 0,-1 0 1 0 0,0 1-1 0 0,1-2 1 0 0,-1 1-1 0 0,0 0 1 0 0,0 0 0 0 0,0-1-1 0 0,-1 1 1 0 0,1-1-1 0 0,-6 5 1 0 0,-6 5 270 0 0,0-1 0 0 0,-1-1 0 0 0,-24 13 1 0 0,32-19-59 0 0,-38 19 527 0 0,-1-3-1 0 0,-1-2 1 0 0,-51 13-1 0 0,83-26-845 0 0,-7 1-483 0 0,0-2-218 0 0</inkml:trace>
</inkml:ink>
</file>

<file path=ppt/ink/ink3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8.0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77 343 6913 0 0,'-4'-1'55'0'0,"1"0"-1"0"0,0-1 0 0 0,-1 0 0 0 0,1 1 0 0 0,0-1 0 0 0,0 0 0 0 0,0-1 0 0 0,0 1 0 0 0,0 0 0 0 0,1-1 0 0 0,-1 0 0 0 0,1 1 0 0 0,0-1 0 0 0,0 0 0 0 0,0 0 0 0 0,0 0 0 0 0,-2-5 1 0 0,0 0 111 0 0,0-1 0 0 0,0 0 0 0 0,1 0 0 0 0,0 0 0 0 0,-3-14 0 0 0,5 14-145 0 0,1 1 0 0 0,-1-1 0 0 0,1 0 0 0 0,1 0 0 0 0,0 1 0 0 0,0-1 0 0 0,1 1 0 0 0,0-1 0 0 0,0 1 0 0 0,1-1 0 0 0,0 1 1 0 0,0 0-1 0 0,1 0 0 0 0,0 1 0 0 0,0-1 0 0 0,1 1 0 0 0,0 0 0 0 0,1 0 0 0 0,-1 0 0 0 0,1 1 0 0 0,0 0 0 0 0,1 0 0 0 0,0 1 0 0 0,0-1 0 0 0,0 1 0 0 0,0 1 0 0 0,1 0 0 0 0,0 0 0 0 0,-1 0 0 0 0,2 1 0 0 0,-1 0 0 0 0,0 0 0 0 0,14-1 0 0 0,-17 2 57 0 0,0 1-1 0 0,1 1 1 0 0,-1-1-1 0 0,0 1 1 0 0,1 0-1 0 0,-1 0 1 0 0,0 1-1 0 0,1-1 0 0 0,7 3 1 0 0,-11-2-83 0 0,0-1 0 0 0,-1 1 0 0 0,1 0 1 0 0,-1 0-1 0 0,1 0 0 0 0,-1 0 0 0 0,1 0 0 0 0,-1 1 0 0 0,0-1 1 0 0,0 0-1 0 0,1 1 0 0 0,-1-1 0 0 0,0 0 0 0 0,0 1 0 0 0,0 0 1 0 0,-1-1-1 0 0,1 1 0 0 0,0-1 0 0 0,0 1 0 0 0,-1 0 0 0 0,1 0 1 0 0,-1-1-1 0 0,0 1 0 0 0,1 0 0 0 0,-1 0 0 0 0,0 0 0 0 0,0-1 1 0 0,0 1-1 0 0,0 0 0 0 0,-1 0 0 0 0,0 2 0 0 0,-4 31-233 0 0,-3 0-1 0 0,0-1 1 0 0,-26 63-1 0 0,-10 37 950 0 0,40-117-469 0 0,1 1 0 0 0,0-1 0 0 0,1 1 0 0 0,1-1 0 0 0,2 36-1 0 0,-1-50-162 0 0,1 0-1 0 0,-1 1 0 0 0,1-1 1 0 0,0 0-1 0 0,0 1 0 0 0,0-1 1 0 0,0 0-1 0 0,0 0 0 0 0,1 0 1 0 0,-1 0-1 0 0,1 0 0 0 0,0 0 1 0 0,0 0-1 0 0,0 0 0 0 0,0-1 0 0 0,0 1 1 0 0,1-1-1 0 0,-1 0 0 0 0,1 1 1 0 0,0-1-1 0 0,0 0 0 0 0,-1-1 1 0 0,1 1-1 0 0,4 1 0 0 0,-3-2 14 0 0,0 0 0 0 0,0 0 0 0 0,1 0-1 0 0,-1-1 1 0 0,0 1 0 0 0,0-1 0 0 0,1 0-1 0 0,-1 0 1 0 0,0-1 0 0 0,0 1 0 0 0,0-1-1 0 0,1 0 1 0 0,-1 0 0 0 0,0-1 0 0 0,0 1-1 0 0,0-1 1 0 0,-1 0 0 0 0,1 0 0 0 0,4-3-1 0 0,-2 1 8 0 0,1 0 0 0 0,-2 0 0 0 0,1-1 0 0 0,0 0-1 0 0,-1 0 1 0 0,0 0 0 0 0,0-1 0 0 0,-1 0 0 0 0,1 0 0 0 0,-1 0-1 0 0,0 0 1 0 0,-1-1 0 0 0,0 1 0 0 0,0-1 0 0 0,0 0 0 0 0,2-11-1 0 0,-4 13-41 0 0,-1 0 0 0 0,1 0-1 0 0,-1 0 1 0 0,0 0-1 0 0,0-1 1 0 0,-1 1-1 0 0,1 0 1 0 0,-1 0 0 0 0,0 0-1 0 0,-1 0 1 0 0,1 0-1 0 0,-1 0 1 0 0,0 0-1 0 0,0 0 1 0 0,-1 1 0 0 0,0-1-1 0 0,1 1 1 0 0,-1 0-1 0 0,-1 0 1 0 0,1 0 0 0 0,0 0-1 0 0,-1 0 1 0 0,-8-6-1 0 0,4 4-166 0 0,0 0-1 0 0,-1 1 1 0 0,0 0-1 0 0,1 0 1 0 0,-2 1-1 0 0,1 0 1 0 0,0 1-1 0 0,-18-5 1 0 0,15 6-609 0 0,1 1-1 0 0,-1-1 1 0 0,1 2 0 0 0,-15 0 0 0 0,-2 2-4386 0 0</inkml:trace>
</inkml:ink>
</file>

<file path=ppt/ink/ink3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9.4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181 127 3225 0 0,'16'-43'1913'0'0,"-13"38"-1645"0"0,-1 0 0 0 0,1-1 1 0 0,-1 0-1 0 0,0 1 1 0 0,0-1-1 0 0,-1 0 0 0 0,0 0 1 0 0,0 0-1 0 0,0 0 0 0 0,0-8 1 0 0,-1 14-262 0 0,0-1 1 0 0,-1 0-1 0 0,1 1 0 0 0,0-1 1 0 0,0 1-1 0 0,0-1 1 0 0,0 1-1 0 0,0-1 1 0 0,-1 1-1 0 0,1-1 0 0 0,0 1 1 0 0,0-1-1 0 0,-1 1 1 0 0,1-1-1 0 0,0 1 1 0 0,-1-1-1 0 0,1 1 0 0 0,0 0 1 0 0,-1-1-1 0 0,1 1 1 0 0,-1-1-1 0 0,1 1 1 0 0,-1 0-1 0 0,1 0 0 0 0,-1-1 1 0 0,1 1-1 0 0,-1 0 1 0 0,1 0-1 0 0,-1-1 0 0 0,1 1 1 0 0,-1 0-1 0 0,0 0 1 0 0,-20 7 451 0 0,-18 24 553 0 0,37-29-945 0 0,-15 13 351 0 0,1 1 0 0 0,0 1 0 0 0,1 1 0 0 0,1 0 0 0 0,0 1 0 0 0,2 0 0 0 0,-19 38 0 0 0,30-54-356 0 0,0-1 0 0 0,0 0-1 0 0,0 1 1 0 0,0-1-1 0 0,1 1 1 0 0,-1-1 0 0 0,1 1-1 0 0,0 0 1 0 0,0-1-1 0 0,0 1 1 0 0,0-1 0 0 0,0 1-1 0 0,0 0 1 0 0,1-1-1 0 0,-1 1 1 0 0,1-1 0 0 0,0 1-1 0 0,-1-1 1 0 0,1 0-1 0 0,1 1 1 0 0,-1-1-1 0 0,0 0 1 0 0,0 1 0 0 0,1-1-1 0 0,-1 0 1 0 0,1 0-1 0 0,0 0 1 0 0,0 0 0 0 0,0-1-1 0 0,-1 1 1 0 0,2 0-1 0 0,-1-1 1 0 0,0 0 0 0 0,0 1-1 0 0,0-1 1 0 0,1 0-1 0 0,2 1 1 0 0,11 4-7 0 0,-1-1 1 0 0,0-1-1 0 0,1-1 0 0 0,30 4 1 0 0,-26-5-72 0 0,11 3-23 0 0,0 0 0 0 0,53 18 0 0 0,-76-20-34 0 0,-1-1 1 0 0,0 1-1 0 0,1 1 1 0 0,-1-1-1 0 0,0 1 0 0 0,-1 0 1 0 0,1 1-1 0 0,-1 0 0 0 0,0 0 1 0 0,0 0-1 0 0,0 1 0 0 0,-1-1 1 0 0,0 1-1 0 0,0 1 0 0 0,0-1 1 0 0,6 12-1 0 0,-10-15 78 0 0,-1 0 1 0 0,1 0-1 0 0,0 1 0 0 0,-1-1 0 0 0,0 0 0 0 0,0 0 1 0 0,0 0-1 0 0,0 0 0 0 0,-1 0 0 0 0,1 0 0 0 0,-1 0 1 0 0,1 1-1 0 0,-1-1 0 0 0,0-1 0 0 0,0 1 0 0 0,-1 0 1 0 0,1 0-1 0 0,-1 0 0 0 0,1-1 0 0 0,-1 1 1 0 0,0 0-1 0 0,0-1 0 0 0,0 0 0 0 0,0 1 0 0 0,0-1 1 0 0,-1 0-1 0 0,-4 3 0 0 0,-8 7 155 0 0,0-1-1 0 0,-1-1 1 0 0,-22 12 0 0 0,28-17-49 0 0,-9 5-283 0 0,-1-1-1 0 0,0-1 0 0 0,0-1 0 0 0,-27 6 0 0 0,23-8-2664 0 0,-41 4 0 0 0,53-9 1766 0 0</inkml:trace>
</inkml:ink>
</file>

<file path=ppt/ink/ink3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00.3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408 120 6913 0 0,'1'0'123'0'0,"0"1"-1"0"0,-1-1 0 0 0,1 1 0 0 0,-1-1 0 0 0,0 1 0 0 0,1-1 1 0 0,-1 1-1 0 0,1 0 0 0 0,-1-1 0 0 0,0 1 0 0 0,1 0 0 0 0,-1-1 0 0 0,0 1 1 0 0,0 0-1 0 0,0 0 0 0 0,1-1 0 0 0,-1 1 0 0 0,0 0 0 0 0,0-1 0 0 0,0 1 1 0 0,0 0-1 0 0,0 0 0 0 0,0-1 0 0 0,-1 1 0 0 0,1 0 0 0 0,0 0 0 0 0,0-1 1 0 0,0 1-1 0 0,-1 0 0 0 0,1-1 0 0 0,0 1 0 0 0,-1 1 0 0 0,-8 26-441 0 0,3-17 127 0 0,0 0 1 0 0,0 0-1 0 0,-1 0 0 0 0,0-1 1 0 0,-1 0-1 0 0,0 0 0 0 0,-1-1 1 0 0,1 0-1 0 0,-2 0 0 0 0,0-1 1 0 0,0-1-1 0 0,-21 13 0 0 0,22-15 602 0 0,-1 0-1 0 0,0-1 1 0 0,0 0-1 0 0,0 0 1 0 0,0-1-1 0 0,-1-1 1 0 0,1 0-1 0 0,-1 0 1 0 0,-16 0-1 0 0,14-2-148 0 0,0-1 1 0 0,1 0-1 0 0,0-1 0 0 0,-1 0 1 0 0,1-1-1 0 0,-19-6 0 0 0,28 8-338 0 0,0 0-1 0 0,0-1 0 0 0,0 1 1 0 0,0 0-1 0 0,1-1 0 0 0,-1 1 0 0 0,0-1 1 0 0,1 0-1 0 0,0 0 0 0 0,-1 0 1 0 0,1 0-1 0 0,0-1 0 0 0,0 1 0 0 0,0-1 1 0 0,0 1-1 0 0,0-1 0 0 0,1 1 1 0 0,-1-1-1 0 0,1 0 0 0 0,0 0 0 0 0,0 0 1 0 0,0 0-1 0 0,0 0 0 0 0,0 0 0 0 0,1 0 1 0 0,-1 0-1 0 0,1 0 0 0 0,0 0 1 0 0,0 0-1 0 0,0-1 0 0 0,1-4 0 0 0,1-4-141 0 0,1-1-1 0 0,0 1 0 0 0,1 0 0 0 0,1 0 0 0 0,-1 0 0 0 0,2 0 0 0 0,0 1 0 0 0,0 0 0 0 0,1 0 0 0 0,1 1 0 0 0,-1 0 0 0 0,19-18 0 0 0,-17 20 428 0 0,0 1-1 0 0,0 0 1 0 0,1 0-1 0 0,0 1 1 0 0,0 0-1 0 0,1 1 1 0 0,-1 0-1 0 0,1 0 1 0 0,0 1-1 0 0,0 1 1 0 0,1 0-1 0 0,-1 1 1 0 0,1 0-1 0 0,15-1 1 0 0,-23 3-186 0 0,0 0 0 0 0,0 0 0 0 0,0 0-1 0 0,0 1 1 0 0,0 0 0 0 0,0-1 0 0 0,0 1 0 0 0,0 1 0 0 0,0-1 0 0 0,-1 1 0 0 0,1-1-1 0 0,0 1 1 0 0,-1 0 0 0 0,1 0 0 0 0,-1 1 0 0 0,5 4 0 0 0,-3-2 8 0 0,0 0 1 0 0,0 1-1 0 0,-1 0 1 0 0,0 0-1 0 0,0 0 1 0 0,0 0-1 0 0,-1 1 1 0 0,5 11-1 0 0,-1 6 186 0 0,-1 0-1 0 0,-1 0 1 0 0,0 1 0 0 0,0 33-1 0 0,-2-27 206 0 0,-2-1 0 0 0,-2 1 0 0 0,0 0 0 0 0,-2 0 0 0 0,-8 34 0 0 0,8-53-232 0 0,0-1 0 0 0,-1 0 0 0 0,0 1-1 0 0,-1-1 1 0 0,0-1 0 0 0,-1 1 0 0 0,0-1 0 0 0,0 0 0 0 0,-1 0-1 0 0,-1-1 1 0 0,1 0 0 0 0,-1 0 0 0 0,-1-1 0 0 0,0 0-1 0 0,0 0 1 0 0,-14 8 0 0 0,-17 5-472 0 0,29-19-258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E82251-0160-4469-ACEE-303A5D4B0836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656E40-D1A4-4189-B190-F9CD7DFE8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809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56E40-D1A4-4189-B190-F9CD7DFE87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4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7564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PT Sans" panose="020B05030202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988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126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584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5" name="Picture 4" descr="Text&#10;&#10;Description automatically generated with medium confidence">
            <a:extLst>
              <a:ext uri="{FF2B5EF4-FFF2-40B4-BE49-F238E27FC236}">
                <a16:creationId xmlns:a16="http://schemas.microsoft.com/office/drawing/2014/main" id="{7C60BECE-557F-4952-BC37-9040A86B0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76" t="22101" r="5881" b="20208"/>
          <a:stretch/>
        </p:blipFill>
        <p:spPr>
          <a:xfrm>
            <a:off x="10788202" y="0"/>
            <a:ext cx="1352283" cy="78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290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rgbClr val="991B1E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8.xml"/><Relationship Id="rId21" Type="http://schemas.openxmlformats.org/officeDocument/2006/relationships/customXml" Target="../ink/ink10.xml"/><Relationship Id="rId42" Type="http://schemas.openxmlformats.org/officeDocument/2006/relationships/image" Target="../media/image22.png"/><Relationship Id="rId63" Type="http://schemas.openxmlformats.org/officeDocument/2006/relationships/customXml" Target="../ink/ink31.xml"/><Relationship Id="rId84" Type="http://schemas.openxmlformats.org/officeDocument/2006/relationships/image" Target="../media/image43.png"/><Relationship Id="rId138" Type="http://schemas.openxmlformats.org/officeDocument/2006/relationships/image" Target="../media/image70.png"/><Relationship Id="rId159" Type="http://schemas.openxmlformats.org/officeDocument/2006/relationships/customXml" Target="../ink/ink79.xml"/><Relationship Id="rId170" Type="http://schemas.openxmlformats.org/officeDocument/2006/relationships/image" Target="../media/image86.png"/><Relationship Id="rId191" Type="http://schemas.openxmlformats.org/officeDocument/2006/relationships/customXml" Target="../ink/ink95.xml"/><Relationship Id="rId205" Type="http://schemas.openxmlformats.org/officeDocument/2006/relationships/customXml" Target="../ink/ink102.xml"/><Relationship Id="rId226" Type="http://schemas.openxmlformats.org/officeDocument/2006/relationships/image" Target="../media/image114.png"/><Relationship Id="rId107" Type="http://schemas.openxmlformats.org/officeDocument/2006/relationships/customXml" Target="../ink/ink53.xml"/><Relationship Id="rId11" Type="http://schemas.openxmlformats.org/officeDocument/2006/relationships/customXml" Target="../ink/ink5.xml"/><Relationship Id="rId32" Type="http://schemas.openxmlformats.org/officeDocument/2006/relationships/image" Target="../media/image17.png"/><Relationship Id="rId53" Type="http://schemas.openxmlformats.org/officeDocument/2006/relationships/customXml" Target="../ink/ink26.xml"/><Relationship Id="rId74" Type="http://schemas.openxmlformats.org/officeDocument/2006/relationships/image" Target="../media/image38.png"/><Relationship Id="rId128" Type="http://schemas.openxmlformats.org/officeDocument/2006/relationships/image" Target="../media/image65.png"/><Relationship Id="rId149" Type="http://schemas.openxmlformats.org/officeDocument/2006/relationships/customXml" Target="../ink/ink74.xml"/><Relationship Id="rId5" Type="http://schemas.openxmlformats.org/officeDocument/2006/relationships/customXml" Target="../ink/ink2.xml"/><Relationship Id="rId95" Type="http://schemas.openxmlformats.org/officeDocument/2006/relationships/customXml" Target="../ink/ink47.xml"/><Relationship Id="rId160" Type="http://schemas.openxmlformats.org/officeDocument/2006/relationships/image" Target="../media/image81.png"/><Relationship Id="rId181" Type="http://schemas.openxmlformats.org/officeDocument/2006/relationships/customXml" Target="../ink/ink90.xml"/><Relationship Id="rId216" Type="http://schemas.openxmlformats.org/officeDocument/2006/relationships/image" Target="../media/image109.png"/><Relationship Id="rId237" Type="http://schemas.openxmlformats.org/officeDocument/2006/relationships/customXml" Target="../ink/ink118.xml"/><Relationship Id="rId22" Type="http://schemas.openxmlformats.org/officeDocument/2006/relationships/image" Target="../media/image12.png"/><Relationship Id="rId43" Type="http://schemas.openxmlformats.org/officeDocument/2006/relationships/customXml" Target="../ink/ink21.xml"/><Relationship Id="rId64" Type="http://schemas.openxmlformats.org/officeDocument/2006/relationships/image" Target="../media/image33.png"/><Relationship Id="rId118" Type="http://schemas.openxmlformats.org/officeDocument/2006/relationships/image" Target="../media/image60.png"/><Relationship Id="rId139" Type="http://schemas.openxmlformats.org/officeDocument/2006/relationships/customXml" Target="../ink/ink69.xml"/><Relationship Id="rId85" Type="http://schemas.openxmlformats.org/officeDocument/2006/relationships/customXml" Target="../ink/ink42.xml"/><Relationship Id="rId150" Type="http://schemas.openxmlformats.org/officeDocument/2006/relationships/image" Target="../media/image76.png"/><Relationship Id="rId171" Type="http://schemas.openxmlformats.org/officeDocument/2006/relationships/customXml" Target="../ink/ink85.xml"/><Relationship Id="rId192" Type="http://schemas.openxmlformats.org/officeDocument/2006/relationships/image" Target="../media/image97.png"/><Relationship Id="rId206" Type="http://schemas.openxmlformats.org/officeDocument/2006/relationships/image" Target="../media/image104.png"/><Relationship Id="rId227" Type="http://schemas.openxmlformats.org/officeDocument/2006/relationships/customXml" Target="../ink/ink113.xml"/><Relationship Id="rId12" Type="http://schemas.openxmlformats.org/officeDocument/2006/relationships/image" Target="../media/image7.png"/><Relationship Id="rId33" Type="http://schemas.openxmlformats.org/officeDocument/2006/relationships/customXml" Target="../ink/ink16.xml"/><Relationship Id="rId108" Type="http://schemas.openxmlformats.org/officeDocument/2006/relationships/image" Target="../media/image55.png"/><Relationship Id="rId129" Type="http://schemas.openxmlformats.org/officeDocument/2006/relationships/customXml" Target="../ink/ink64.xml"/><Relationship Id="rId54" Type="http://schemas.openxmlformats.org/officeDocument/2006/relationships/image" Target="../media/image28.png"/><Relationship Id="rId75" Type="http://schemas.openxmlformats.org/officeDocument/2006/relationships/customXml" Target="../ink/ink37.xml"/><Relationship Id="rId96" Type="http://schemas.openxmlformats.org/officeDocument/2006/relationships/image" Target="../media/image49.png"/><Relationship Id="rId140" Type="http://schemas.openxmlformats.org/officeDocument/2006/relationships/image" Target="../media/image71.png"/><Relationship Id="rId161" Type="http://schemas.openxmlformats.org/officeDocument/2006/relationships/customXml" Target="../ink/ink80.xml"/><Relationship Id="rId182" Type="http://schemas.openxmlformats.org/officeDocument/2006/relationships/image" Target="../media/image92.png"/><Relationship Id="rId217" Type="http://schemas.openxmlformats.org/officeDocument/2006/relationships/customXml" Target="../ink/ink108.xml"/><Relationship Id="rId6" Type="http://schemas.openxmlformats.org/officeDocument/2006/relationships/image" Target="../media/image4.png"/><Relationship Id="rId238" Type="http://schemas.openxmlformats.org/officeDocument/2006/relationships/image" Target="../media/image120.png"/><Relationship Id="rId23" Type="http://schemas.openxmlformats.org/officeDocument/2006/relationships/customXml" Target="../ink/ink11.xml"/><Relationship Id="rId119" Type="http://schemas.openxmlformats.org/officeDocument/2006/relationships/customXml" Target="../ink/ink59.xml"/><Relationship Id="rId44" Type="http://schemas.openxmlformats.org/officeDocument/2006/relationships/image" Target="../media/image23.png"/><Relationship Id="rId65" Type="http://schemas.openxmlformats.org/officeDocument/2006/relationships/customXml" Target="../ink/ink32.xml"/><Relationship Id="rId86" Type="http://schemas.openxmlformats.org/officeDocument/2006/relationships/image" Target="../media/image44.png"/><Relationship Id="rId130" Type="http://schemas.openxmlformats.org/officeDocument/2006/relationships/image" Target="../media/image66.png"/><Relationship Id="rId151" Type="http://schemas.openxmlformats.org/officeDocument/2006/relationships/customXml" Target="../ink/ink75.xml"/><Relationship Id="rId172" Type="http://schemas.openxmlformats.org/officeDocument/2006/relationships/image" Target="../media/image87.png"/><Relationship Id="rId193" Type="http://schemas.openxmlformats.org/officeDocument/2006/relationships/customXml" Target="../ink/ink96.xml"/><Relationship Id="rId207" Type="http://schemas.openxmlformats.org/officeDocument/2006/relationships/customXml" Target="../ink/ink103.xml"/><Relationship Id="rId228" Type="http://schemas.openxmlformats.org/officeDocument/2006/relationships/image" Target="../media/image115.png"/><Relationship Id="rId13" Type="http://schemas.openxmlformats.org/officeDocument/2006/relationships/customXml" Target="../ink/ink6.xml"/><Relationship Id="rId109" Type="http://schemas.openxmlformats.org/officeDocument/2006/relationships/customXml" Target="../ink/ink54.xml"/><Relationship Id="rId34" Type="http://schemas.openxmlformats.org/officeDocument/2006/relationships/image" Target="../media/image18.png"/><Relationship Id="rId55" Type="http://schemas.openxmlformats.org/officeDocument/2006/relationships/customXml" Target="../ink/ink27.xml"/><Relationship Id="rId76" Type="http://schemas.openxmlformats.org/officeDocument/2006/relationships/image" Target="../media/image39.png"/><Relationship Id="rId97" Type="http://schemas.openxmlformats.org/officeDocument/2006/relationships/customXml" Target="../ink/ink48.xml"/><Relationship Id="rId120" Type="http://schemas.openxmlformats.org/officeDocument/2006/relationships/image" Target="../media/image61.png"/><Relationship Id="rId141" Type="http://schemas.openxmlformats.org/officeDocument/2006/relationships/customXml" Target="../ink/ink70.xml"/><Relationship Id="rId7" Type="http://schemas.openxmlformats.org/officeDocument/2006/relationships/customXml" Target="../ink/ink3.xml"/><Relationship Id="rId162" Type="http://schemas.openxmlformats.org/officeDocument/2006/relationships/image" Target="../media/image82.png"/><Relationship Id="rId183" Type="http://schemas.openxmlformats.org/officeDocument/2006/relationships/customXml" Target="../ink/ink91.xml"/><Relationship Id="rId218" Type="http://schemas.openxmlformats.org/officeDocument/2006/relationships/image" Target="../media/image110.png"/><Relationship Id="rId24" Type="http://schemas.openxmlformats.org/officeDocument/2006/relationships/image" Target="../media/image13.png"/><Relationship Id="rId45" Type="http://schemas.openxmlformats.org/officeDocument/2006/relationships/customXml" Target="../ink/ink22.xml"/><Relationship Id="rId66" Type="http://schemas.openxmlformats.org/officeDocument/2006/relationships/image" Target="../media/image34.png"/><Relationship Id="rId87" Type="http://schemas.openxmlformats.org/officeDocument/2006/relationships/customXml" Target="../ink/ink43.xml"/><Relationship Id="rId110" Type="http://schemas.openxmlformats.org/officeDocument/2006/relationships/image" Target="../media/image56.png"/><Relationship Id="rId131" Type="http://schemas.openxmlformats.org/officeDocument/2006/relationships/customXml" Target="../ink/ink65.xml"/><Relationship Id="rId152" Type="http://schemas.openxmlformats.org/officeDocument/2006/relationships/image" Target="../media/image77.png"/><Relationship Id="rId173" Type="http://schemas.openxmlformats.org/officeDocument/2006/relationships/customXml" Target="../ink/ink86.xml"/><Relationship Id="rId194" Type="http://schemas.openxmlformats.org/officeDocument/2006/relationships/image" Target="../media/image98.png"/><Relationship Id="rId208" Type="http://schemas.openxmlformats.org/officeDocument/2006/relationships/image" Target="../media/image105.png"/><Relationship Id="rId229" Type="http://schemas.openxmlformats.org/officeDocument/2006/relationships/customXml" Target="../ink/ink114.xml"/><Relationship Id="rId14" Type="http://schemas.openxmlformats.org/officeDocument/2006/relationships/image" Target="../media/image8.png"/><Relationship Id="rId35" Type="http://schemas.openxmlformats.org/officeDocument/2006/relationships/customXml" Target="../ink/ink17.xml"/><Relationship Id="rId56" Type="http://schemas.openxmlformats.org/officeDocument/2006/relationships/image" Target="../media/image29.png"/><Relationship Id="rId77" Type="http://schemas.openxmlformats.org/officeDocument/2006/relationships/customXml" Target="../ink/ink38.xml"/><Relationship Id="rId100" Type="http://schemas.openxmlformats.org/officeDocument/2006/relationships/image" Target="../media/image51.png"/><Relationship Id="rId8" Type="http://schemas.openxmlformats.org/officeDocument/2006/relationships/image" Target="../media/image5.png"/><Relationship Id="rId98" Type="http://schemas.openxmlformats.org/officeDocument/2006/relationships/image" Target="../media/image50.png"/><Relationship Id="rId121" Type="http://schemas.openxmlformats.org/officeDocument/2006/relationships/customXml" Target="../ink/ink60.xml"/><Relationship Id="rId142" Type="http://schemas.openxmlformats.org/officeDocument/2006/relationships/image" Target="../media/image72.png"/><Relationship Id="rId163" Type="http://schemas.openxmlformats.org/officeDocument/2006/relationships/customXml" Target="../ink/ink81.xml"/><Relationship Id="rId184" Type="http://schemas.openxmlformats.org/officeDocument/2006/relationships/image" Target="../media/image93.png"/><Relationship Id="rId219" Type="http://schemas.openxmlformats.org/officeDocument/2006/relationships/customXml" Target="../ink/ink109.xml"/><Relationship Id="rId230" Type="http://schemas.openxmlformats.org/officeDocument/2006/relationships/image" Target="../media/image116.png"/><Relationship Id="rId25" Type="http://schemas.openxmlformats.org/officeDocument/2006/relationships/customXml" Target="../ink/ink12.xml"/><Relationship Id="rId46" Type="http://schemas.openxmlformats.org/officeDocument/2006/relationships/image" Target="../media/image24.png"/><Relationship Id="rId67" Type="http://schemas.openxmlformats.org/officeDocument/2006/relationships/customXml" Target="../ink/ink33.xml"/><Relationship Id="rId88" Type="http://schemas.openxmlformats.org/officeDocument/2006/relationships/image" Target="../media/image45.png"/><Relationship Id="rId111" Type="http://schemas.openxmlformats.org/officeDocument/2006/relationships/customXml" Target="../ink/ink55.xml"/><Relationship Id="rId132" Type="http://schemas.openxmlformats.org/officeDocument/2006/relationships/image" Target="../media/image67.png"/><Relationship Id="rId153" Type="http://schemas.openxmlformats.org/officeDocument/2006/relationships/customXml" Target="../ink/ink76.xml"/><Relationship Id="rId174" Type="http://schemas.openxmlformats.org/officeDocument/2006/relationships/image" Target="../media/image88.png"/><Relationship Id="rId195" Type="http://schemas.openxmlformats.org/officeDocument/2006/relationships/customXml" Target="../ink/ink97.xml"/><Relationship Id="rId209" Type="http://schemas.openxmlformats.org/officeDocument/2006/relationships/customXml" Target="../ink/ink104.xml"/><Relationship Id="rId190" Type="http://schemas.openxmlformats.org/officeDocument/2006/relationships/image" Target="../media/image96.png"/><Relationship Id="rId204" Type="http://schemas.openxmlformats.org/officeDocument/2006/relationships/image" Target="../media/image103.png"/><Relationship Id="rId220" Type="http://schemas.openxmlformats.org/officeDocument/2006/relationships/image" Target="../media/image111.png"/><Relationship Id="rId225" Type="http://schemas.openxmlformats.org/officeDocument/2006/relationships/customXml" Target="../ink/ink112.xml"/><Relationship Id="rId15" Type="http://schemas.openxmlformats.org/officeDocument/2006/relationships/customXml" Target="../ink/ink7.xml"/><Relationship Id="rId36" Type="http://schemas.openxmlformats.org/officeDocument/2006/relationships/image" Target="../media/image19.png"/><Relationship Id="rId57" Type="http://schemas.openxmlformats.org/officeDocument/2006/relationships/customXml" Target="../ink/ink28.xml"/><Relationship Id="rId106" Type="http://schemas.openxmlformats.org/officeDocument/2006/relationships/image" Target="../media/image54.png"/><Relationship Id="rId127" Type="http://schemas.openxmlformats.org/officeDocument/2006/relationships/customXml" Target="../ink/ink63.xml"/><Relationship Id="rId10" Type="http://schemas.openxmlformats.org/officeDocument/2006/relationships/image" Target="../media/image6.png"/><Relationship Id="rId31" Type="http://schemas.openxmlformats.org/officeDocument/2006/relationships/customXml" Target="../ink/ink15.xml"/><Relationship Id="rId52" Type="http://schemas.openxmlformats.org/officeDocument/2006/relationships/image" Target="../media/image27.png"/><Relationship Id="rId73" Type="http://schemas.openxmlformats.org/officeDocument/2006/relationships/customXml" Target="../ink/ink36.xml"/><Relationship Id="rId78" Type="http://schemas.openxmlformats.org/officeDocument/2006/relationships/image" Target="../media/image40.png"/><Relationship Id="rId94" Type="http://schemas.openxmlformats.org/officeDocument/2006/relationships/image" Target="../media/image48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image" Target="../media/image62.png"/><Relationship Id="rId143" Type="http://schemas.openxmlformats.org/officeDocument/2006/relationships/customXml" Target="../ink/ink71.xml"/><Relationship Id="rId148" Type="http://schemas.openxmlformats.org/officeDocument/2006/relationships/image" Target="../media/image75.png"/><Relationship Id="rId164" Type="http://schemas.openxmlformats.org/officeDocument/2006/relationships/image" Target="../media/image83.png"/><Relationship Id="rId169" Type="http://schemas.openxmlformats.org/officeDocument/2006/relationships/customXml" Target="../ink/ink84.xml"/><Relationship Id="rId185" Type="http://schemas.openxmlformats.org/officeDocument/2006/relationships/customXml" Target="../ink/ink92.xml"/><Relationship Id="rId4" Type="http://schemas.openxmlformats.org/officeDocument/2006/relationships/image" Target="../media/image3.png"/><Relationship Id="rId9" Type="http://schemas.openxmlformats.org/officeDocument/2006/relationships/customXml" Target="../ink/ink4.xml"/><Relationship Id="rId180" Type="http://schemas.openxmlformats.org/officeDocument/2006/relationships/image" Target="../media/image91.png"/><Relationship Id="rId210" Type="http://schemas.openxmlformats.org/officeDocument/2006/relationships/image" Target="../media/image106.png"/><Relationship Id="rId215" Type="http://schemas.openxmlformats.org/officeDocument/2006/relationships/customXml" Target="../ink/ink107.xml"/><Relationship Id="rId236" Type="http://schemas.openxmlformats.org/officeDocument/2006/relationships/image" Target="../media/image119.png"/><Relationship Id="rId26" Type="http://schemas.openxmlformats.org/officeDocument/2006/relationships/image" Target="../media/image14.png"/><Relationship Id="rId231" Type="http://schemas.openxmlformats.org/officeDocument/2006/relationships/customXml" Target="../ink/ink115.xml"/><Relationship Id="rId47" Type="http://schemas.openxmlformats.org/officeDocument/2006/relationships/customXml" Target="../ink/ink23.xml"/><Relationship Id="rId68" Type="http://schemas.openxmlformats.org/officeDocument/2006/relationships/image" Target="../media/image35.png"/><Relationship Id="rId89" Type="http://schemas.openxmlformats.org/officeDocument/2006/relationships/customXml" Target="../ink/ink44.xml"/><Relationship Id="rId112" Type="http://schemas.openxmlformats.org/officeDocument/2006/relationships/image" Target="../media/image57.png"/><Relationship Id="rId133" Type="http://schemas.openxmlformats.org/officeDocument/2006/relationships/customXml" Target="../ink/ink66.xml"/><Relationship Id="rId154" Type="http://schemas.openxmlformats.org/officeDocument/2006/relationships/image" Target="../media/image78.png"/><Relationship Id="rId175" Type="http://schemas.openxmlformats.org/officeDocument/2006/relationships/customXml" Target="../ink/ink87.xml"/><Relationship Id="rId196" Type="http://schemas.openxmlformats.org/officeDocument/2006/relationships/image" Target="../media/image99.png"/><Relationship Id="rId200" Type="http://schemas.openxmlformats.org/officeDocument/2006/relationships/image" Target="../media/image101.png"/><Relationship Id="rId16" Type="http://schemas.openxmlformats.org/officeDocument/2006/relationships/image" Target="../media/image9.png"/><Relationship Id="rId221" Type="http://schemas.openxmlformats.org/officeDocument/2006/relationships/customXml" Target="../ink/ink110.xml"/><Relationship Id="rId37" Type="http://schemas.openxmlformats.org/officeDocument/2006/relationships/customXml" Target="../ink/ink18.xml"/><Relationship Id="rId58" Type="http://schemas.openxmlformats.org/officeDocument/2006/relationships/image" Target="../media/image30.png"/><Relationship Id="rId79" Type="http://schemas.openxmlformats.org/officeDocument/2006/relationships/customXml" Target="../ink/ink39.xml"/><Relationship Id="rId102" Type="http://schemas.openxmlformats.org/officeDocument/2006/relationships/image" Target="../media/image52.png"/><Relationship Id="rId123" Type="http://schemas.openxmlformats.org/officeDocument/2006/relationships/customXml" Target="../ink/ink61.xml"/><Relationship Id="rId144" Type="http://schemas.openxmlformats.org/officeDocument/2006/relationships/image" Target="../media/image73.png"/><Relationship Id="rId90" Type="http://schemas.openxmlformats.org/officeDocument/2006/relationships/image" Target="../media/image46.png"/><Relationship Id="rId165" Type="http://schemas.openxmlformats.org/officeDocument/2006/relationships/customXml" Target="../ink/ink82.xml"/><Relationship Id="rId186" Type="http://schemas.openxmlformats.org/officeDocument/2006/relationships/image" Target="../media/image94.png"/><Relationship Id="rId211" Type="http://schemas.openxmlformats.org/officeDocument/2006/relationships/customXml" Target="../ink/ink105.xml"/><Relationship Id="rId232" Type="http://schemas.openxmlformats.org/officeDocument/2006/relationships/image" Target="../media/image117.png"/><Relationship Id="rId27" Type="http://schemas.openxmlformats.org/officeDocument/2006/relationships/customXml" Target="../ink/ink13.xml"/><Relationship Id="rId48" Type="http://schemas.openxmlformats.org/officeDocument/2006/relationships/image" Target="../media/image25.png"/><Relationship Id="rId69" Type="http://schemas.openxmlformats.org/officeDocument/2006/relationships/customXml" Target="../ink/ink34.xml"/><Relationship Id="rId113" Type="http://schemas.openxmlformats.org/officeDocument/2006/relationships/customXml" Target="../ink/ink56.xml"/><Relationship Id="rId134" Type="http://schemas.openxmlformats.org/officeDocument/2006/relationships/image" Target="../media/image68.png"/><Relationship Id="rId80" Type="http://schemas.openxmlformats.org/officeDocument/2006/relationships/image" Target="../media/image41.png"/><Relationship Id="rId155" Type="http://schemas.openxmlformats.org/officeDocument/2006/relationships/customXml" Target="../ink/ink77.xml"/><Relationship Id="rId176" Type="http://schemas.openxmlformats.org/officeDocument/2006/relationships/image" Target="../media/image89.png"/><Relationship Id="rId197" Type="http://schemas.openxmlformats.org/officeDocument/2006/relationships/customXml" Target="../ink/ink98.xml"/><Relationship Id="rId201" Type="http://schemas.openxmlformats.org/officeDocument/2006/relationships/customXml" Target="../ink/ink100.xml"/><Relationship Id="rId222" Type="http://schemas.openxmlformats.org/officeDocument/2006/relationships/image" Target="../media/image112.png"/><Relationship Id="rId17" Type="http://schemas.openxmlformats.org/officeDocument/2006/relationships/customXml" Target="../ink/ink8.xml"/><Relationship Id="rId38" Type="http://schemas.openxmlformats.org/officeDocument/2006/relationships/image" Target="../media/image20.png"/><Relationship Id="rId59" Type="http://schemas.openxmlformats.org/officeDocument/2006/relationships/customXml" Target="../ink/ink29.xml"/><Relationship Id="rId103" Type="http://schemas.openxmlformats.org/officeDocument/2006/relationships/customXml" Target="../ink/ink51.xml"/><Relationship Id="rId124" Type="http://schemas.openxmlformats.org/officeDocument/2006/relationships/image" Target="../media/image63.png"/><Relationship Id="rId70" Type="http://schemas.openxmlformats.org/officeDocument/2006/relationships/image" Target="../media/image36.png"/><Relationship Id="rId91" Type="http://schemas.openxmlformats.org/officeDocument/2006/relationships/customXml" Target="../ink/ink45.xml"/><Relationship Id="rId145" Type="http://schemas.openxmlformats.org/officeDocument/2006/relationships/customXml" Target="../ink/ink72.xml"/><Relationship Id="rId166" Type="http://schemas.openxmlformats.org/officeDocument/2006/relationships/image" Target="../media/image84.png"/><Relationship Id="rId187" Type="http://schemas.openxmlformats.org/officeDocument/2006/relationships/customXml" Target="../ink/ink93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07.png"/><Relationship Id="rId233" Type="http://schemas.openxmlformats.org/officeDocument/2006/relationships/customXml" Target="../ink/ink116.xml"/><Relationship Id="rId28" Type="http://schemas.openxmlformats.org/officeDocument/2006/relationships/image" Target="../media/image15.png"/><Relationship Id="rId49" Type="http://schemas.openxmlformats.org/officeDocument/2006/relationships/customXml" Target="../ink/ink24.xml"/><Relationship Id="rId114" Type="http://schemas.openxmlformats.org/officeDocument/2006/relationships/image" Target="../media/image58.png"/><Relationship Id="rId60" Type="http://schemas.openxmlformats.org/officeDocument/2006/relationships/image" Target="../media/image31.png"/><Relationship Id="rId81" Type="http://schemas.openxmlformats.org/officeDocument/2006/relationships/customXml" Target="../ink/ink40.xml"/><Relationship Id="rId135" Type="http://schemas.openxmlformats.org/officeDocument/2006/relationships/customXml" Target="../ink/ink67.xml"/><Relationship Id="rId156" Type="http://schemas.openxmlformats.org/officeDocument/2006/relationships/image" Target="../media/image79.png"/><Relationship Id="rId177" Type="http://schemas.openxmlformats.org/officeDocument/2006/relationships/customXml" Target="../ink/ink88.xml"/><Relationship Id="rId198" Type="http://schemas.openxmlformats.org/officeDocument/2006/relationships/image" Target="../media/image100.png"/><Relationship Id="rId202" Type="http://schemas.openxmlformats.org/officeDocument/2006/relationships/image" Target="../media/image102.png"/><Relationship Id="rId223" Type="http://schemas.openxmlformats.org/officeDocument/2006/relationships/customXml" Target="../ink/ink111.xml"/><Relationship Id="rId18" Type="http://schemas.openxmlformats.org/officeDocument/2006/relationships/image" Target="../media/image10.png"/><Relationship Id="rId39" Type="http://schemas.openxmlformats.org/officeDocument/2006/relationships/customXml" Target="../ink/ink19.xml"/><Relationship Id="rId50" Type="http://schemas.openxmlformats.org/officeDocument/2006/relationships/image" Target="../media/image26.png"/><Relationship Id="rId104" Type="http://schemas.openxmlformats.org/officeDocument/2006/relationships/image" Target="../media/image53.png"/><Relationship Id="rId125" Type="http://schemas.openxmlformats.org/officeDocument/2006/relationships/customXml" Target="../ink/ink62.xml"/><Relationship Id="rId146" Type="http://schemas.openxmlformats.org/officeDocument/2006/relationships/image" Target="../media/image74.png"/><Relationship Id="rId167" Type="http://schemas.openxmlformats.org/officeDocument/2006/relationships/customXml" Target="../ink/ink83.xml"/><Relationship Id="rId188" Type="http://schemas.openxmlformats.org/officeDocument/2006/relationships/image" Target="../media/image95.png"/><Relationship Id="rId71" Type="http://schemas.openxmlformats.org/officeDocument/2006/relationships/customXml" Target="../ink/ink35.xml"/><Relationship Id="rId92" Type="http://schemas.openxmlformats.org/officeDocument/2006/relationships/image" Target="../media/image47.png"/><Relationship Id="rId213" Type="http://schemas.openxmlformats.org/officeDocument/2006/relationships/customXml" Target="../ink/ink106.xml"/><Relationship Id="rId234" Type="http://schemas.openxmlformats.org/officeDocument/2006/relationships/image" Target="../media/image118.png"/><Relationship Id="rId2" Type="http://schemas.openxmlformats.org/officeDocument/2006/relationships/image" Target="../media/image2.png"/><Relationship Id="rId29" Type="http://schemas.openxmlformats.org/officeDocument/2006/relationships/customXml" Target="../ink/ink14.xml"/><Relationship Id="rId40" Type="http://schemas.openxmlformats.org/officeDocument/2006/relationships/image" Target="../media/image21.png"/><Relationship Id="rId115" Type="http://schemas.openxmlformats.org/officeDocument/2006/relationships/customXml" Target="../ink/ink57.xml"/><Relationship Id="rId136" Type="http://schemas.openxmlformats.org/officeDocument/2006/relationships/image" Target="../media/image69.png"/><Relationship Id="rId157" Type="http://schemas.openxmlformats.org/officeDocument/2006/relationships/customXml" Target="../ink/ink78.xml"/><Relationship Id="rId178" Type="http://schemas.openxmlformats.org/officeDocument/2006/relationships/image" Target="../media/image90.png"/><Relationship Id="rId61" Type="http://schemas.openxmlformats.org/officeDocument/2006/relationships/customXml" Target="../ink/ink30.xml"/><Relationship Id="rId82" Type="http://schemas.openxmlformats.org/officeDocument/2006/relationships/image" Target="../media/image42.png"/><Relationship Id="rId199" Type="http://schemas.openxmlformats.org/officeDocument/2006/relationships/customXml" Target="../ink/ink99.xml"/><Relationship Id="rId203" Type="http://schemas.openxmlformats.org/officeDocument/2006/relationships/customXml" Target="../ink/ink101.xml"/><Relationship Id="rId19" Type="http://schemas.openxmlformats.org/officeDocument/2006/relationships/customXml" Target="../ink/ink9.xml"/><Relationship Id="rId224" Type="http://schemas.openxmlformats.org/officeDocument/2006/relationships/image" Target="../media/image113.png"/><Relationship Id="rId30" Type="http://schemas.openxmlformats.org/officeDocument/2006/relationships/image" Target="../media/image16.png"/><Relationship Id="rId105" Type="http://schemas.openxmlformats.org/officeDocument/2006/relationships/customXml" Target="../ink/ink52.xml"/><Relationship Id="rId126" Type="http://schemas.openxmlformats.org/officeDocument/2006/relationships/image" Target="../media/image64.png"/><Relationship Id="rId147" Type="http://schemas.openxmlformats.org/officeDocument/2006/relationships/customXml" Target="../ink/ink73.xml"/><Relationship Id="rId168" Type="http://schemas.openxmlformats.org/officeDocument/2006/relationships/image" Target="../media/image85.png"/><Relationship Id="rId51" Type="http://schemas.openxmlformats.org/officeDocument/2006/relationships/customXml" Target="../ink/ink25.xml"/><Relationship Id="rId72" Type="http://schemas.openxmlformats.org/officeDocument/2006/relationships/image" Target="../media/image37.png"/><Relationship Id="rId93" Type="http://schemas.openxmlformats.org/officeDocument/2006/relationships/customXml" Target="../ink/ink46.xml"/><Relationship Id="rId189" Type="http://schemas.openxmlformats.org/officeDocument/2006/relationships/customXml" Target="../ink/ink94.xml"/><Relationship Id="rId3" Type="http://schemas.openxmlformats.org/officeDocument/2006/relationships/customXml" Target="../ink/ink1.xml"/><Relationship Id="rId214" Type="http://schemas.openxmlformats.org/officeDocument/2006/relationships/image" Target="../media/image108.png"/><Relationship Id="rId235" Type="http://schemas.openxmlformats.org/officeDocument/2006/relationships/customXml" Target="../ink/ink117.xml"/><Relationship Id="rId116" Type="http://schemas.openxmlformats.org/officeDocument/2006/relationships/image" Target="../media/image59.png"/><Relationship Id="rId137" Type="http://schemas.openxmlformats.org/officeDocument/2006/relationships/customXml" Target="../ink/ink68.xml"/><Relationship Id="rId158" Type="http://schemas.openxmlformats.org/officeDocument/2006/relationships/image" Target="../media/image80.png"/><Relationship Id="rId20" Type="http://schemas.openxmlformats.org/officeDocument/2006/relationships/image" Target="../media/image11.png"/><Relationship Id="rId41" Type="http://schemas.openxmlformats.org/officeDocument/2006/relationships/customXml" Target="../ink/ink20.xml"/><Relationship Id="rId62" Type="http://schemas.openxmlformats.org/officeDocument/2006/relationships/image" Target="../media/image32.png"/><Relationship Id="rId83" Type="http://schemas.openxmlformats.org/officeDocument/2006/relationships/customXml" Target="../ink/ink41.xml"/><Relationship Id="rId179" Type="http://schemas.openxmlformats.org/officeDocument/2006/relationships/customXml" Target="../ink/ink89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76.xml"/><Relationship Id="rId21" Type="http://schemas.openxmlformats.org/officeDocument/2006/relationships/customXml" Target="../ink/ink128.xml"/><Relationship Id="rId42" Type="http://schemas.openxmlformats.org/officeDocument/2006/relationships/image" Target="../media/image140.png"/><Relationship Id="rId63" Type="http://schemas.openxmlformats.org/officeDocument/2006/relationships/customXml" Target="../ink/ink149.xml"/><Relationship Id="rId84" Type="http://schemas.openxmlformats.org/officeDocument/2006/relationships/image" Target="../media/image161.png"/><Relationship Id="rId138" Type="http://schemas.openxmlformats.org/officeDocument/2006/relationships/image" Target="../media/image188.png"/><Relationship Id="rId159" Type="http://schemas.openxmlformats.org/officeDocument/2006/relationships/customXml" Target="../ink/ink197.xml"/><Relationship Id="rId170" Type="http://schemas.openxmlformats.org/officeDocument/2006/relationships/image" Target="../media/image204.png"/><Relationship Id="rId107" Type="http://schemas.openxmlformats.org/officeDocument/2006/relationships/customXml" Target="../ink/ink171.xml"/><Relationship Id="rId11" Type="http://schemas.openxmlformats.org/officeDocument/2006/relationships/customXml" Target="../ink/ink123.xml"/><Relationship Id="rId32" Type="http://schemas.openxmlformats.org/officeDocument/2006/relationships/image" Target="../media/image135.png"/><Relationship Id="rId53" Type="http://schemas.openxmlformats.org/officeDocument/2006/relationships/customXml" Target="../ink/ink144.xml"/><Relationship Id="rId74" Type="http://schemas.openxmlformats.org/officeDocument/2006/relationships/image" Target="../media/image156.png"/><Relationship Id="rId128" Type="http://schemas.openxmlformats.org/officeDocument/2006/relationships/image" Target="../media/image183.png"/><Relationship Id="rId149" Type="http://schemas.openxmlformats.org/officeDocument/2006/relationships/customXml" Target="../ink/ink192.xml"/><Relationship Id="rId5" Type="http://schemas.openxmlformats.org/officeDocument/2006/relationships/customXml" Target="../ink/ink120.xml"/><Relationship Id="rId95" Type="http://schemas.openxmlformats.org/officeDocument/2006/relationships/customXml" Target="../ink/ink165.xml"/><Relationship Id="rId160" Type="http://schemas.openxmlformats.org/officeDocument/2006/relationships/image" Target="../media/image199.png"/><Relationship Id="rId22" Type="http://schemas.openxmlformats.org/officeDocument/2006/relationships/image" Target="../media/image130.png"/><Relationship Id="rId43" Type="http://schemas.openxmlformats.org/officeDocument/2006/relationships/customXml" Target="../ink/ink139.xml"/><Relationship Id="rId64" Type="http://schemas.openxmlformats.org/officeDocument/2006/relationships/image" Target="../media/image151.png"/><Relationship Id="rId118" Type="http://schemas.openxmlformats.org/officeDocument/2006/relationships/image" Target="../media/image178.png"/><Relationship Id="rId139" Type="http://schemas.openxmlformats.org/officeDocument/2006/relationships/customXml" Target="../ink/ink187.xml"/><Relationship Id="rId85" Type="http://schemas.openxmlformats.org/officeDocument/2006/relationships/customXml" Target="../ink/ink160.xml"/><Relationship Id="rId150" Type="http://schemas.openxmlformats.org/officeDocument/2006/relationships/image" Target="../media/image194.png"/><Relationship Id="rId171" Type="http://schemas.openxmlformats.org/officeDocument/2006/relationships/customXml" Target="../ink/ink203.xml"/><Relationship Id="rId12" Type="http://schemas.openxmlformats.org/officeDocument/2006/relationships/image" Target="../media/image125.png"/><Relationship Id="rId33" Type="http://schemas.openxmlformats.org/officeDocument/2006/relationships/customXml" Target="../ink/ink134.xml"/><Relationship Id="rId108" Type="http://schemas.openxmlformats.org/officeDocument/2006/relationships/image" Target="../media/image173.png"/><Relationship Id="rId129" Type="http://schemas.openxmlformats.org/officeDocument/2006/relationships/customXml" Target="../ink/ink182.xml"/><Relationship Id="rId54" Type="http://schemas.openxmlformats.org/officeDocument/2006/relationships/image" Target="../media/image146.png"/><Relationship Id="rId75" Type="http://schemas.openxmlformats.org/officeDocument/2006/relationships/customXml" Target="../ink/ink155.xml"/><Relationship Id="rId96" Type="http://schemas.openxmlformats.org/officeDocument/2006/relationships/image" Target="../media/image167.png"/><Relationship Id="rId140" Type="http://schemas.openxmlformats.org/officeDocument/2006/relationships/image" Target="../media/image189.png"/><Relationship Id="rId161" Type="http://schemas.openxmlformats.org/officeDocument/2006/relationships/customXml" Target="../ink/ink19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2.png"/><Relationship Id="rId23" Type="http://schemas.openxmlformats.org/officeDocument/2006/relationships/customXml" Target="../ink/ink129.xml"/><Relationship Id="rId28" Type="http://schemas.openxmlformats.org/officeDocument/2006/relationships/image" Target="../media/image133.png"/><Relationship Id="rId49" Type="http://schemas.openxmlformats.org/officeDocument/2006/relationships/customXml" Target="../ink/ink142.xml"/><Relationship Id="rId114" Type="http://schemas.openxmlformats.org/officeDocument/2006/relationships/image" Target="../media/image176.png"/><Relationship Id="rId119" Type="http://schemas.openxmlformats.org/officeDocument/2006/relationships/customXml" Target="../ink/ink177.xml"/><Relationship Id="rId44" Type="http://schemas.openxmlformats.org/officeDocument/2006/relationships/image" Target="../media/image141.png"/><Relationship Id="rId60" Type="http://schemas.openxmlformats.org/officeDocument/2006/relationships/image" Target="../media/image149.png"/><Relationship Id="rId65" Type="http://schemas.openxmlformats.org/officeDocument/2006/relationships/customXml" Target="../ink/ink150.xml"/><Relationship Id="rId81" Type="http://schemas.openxmlformats.org/officeDocument/2006/relationships/customXml" Target="../ink/ink158.xml"/><Relationship Id="rId86" Type="http://schemas.openxmlformats.org/officeDocument/2006/relationships/image" Target="../media/image162.png"/><Relationship Id="rId130" Type="http://schemas.openxmlformats.org/officeDocument/2006/relationships/image" Target="../media/image184.png"/><Relationship Id="rId135" Type="http://schemas.openxmlformats.org/officeDocument/2006/relationships/customXml" Target="../ink/ink185.xml"/><Relationship Id="rId151" Type="http://schemas.openxmlformats.org/officeDocument/2006/relationships/customXml" Target="../ink/ink193.xml"/><Relationship Id="rId156" Type="http://schemas.openxmlformats.org/officeDocument/2006/relationships/image" Target="../media/image197.png"/><Relationship Id="rId172" Type="http://schemas.openxmlformats.org/officeDocument/2006/relationships/image" Target="../media/image205.png"/><Relationship Id="rId13" Type="http://schemas.openxmlformats.org/officeDocument/2006/relationships/customXml" Target="../ink/ink124.xml"/><Relationship Id="rId18" Type="http://schemas.openxmlformats.org/officeDocument/2006/relationships/image" Target="../media/image128.png"/><Relationship Id="rId39" Type="http://schemas.openxmlformats.org/officeDocument/2006/relationships/customXml" Target="../ink/ink137.xml"/><Relationship Id="rId109" Type="http://schemas.openxmlformats.org/officeDocument/2006/relationships/customXml" Target="../ink/ink172.xml"/><Relationship Id="rId34" Type="http://schemas.openxmlformats.org/officeDocument/2006/relationships/image" Target="../media/image136.png"/><Relationship Id="rId50" Type="http://schemas.openxmlformats.org/officeDocument/2006/relationships/image" Target="../media/image144.png"/><Relationship Id="rId55" Type="http://schemas.openxmlformats.org/officeDocument/2006/relationships/customXml" Target="../ink/ink145.xml"/><Relationship Id="rId76" Type="http://schemas.openxmlformats.org/officeDocument/2006/relationships/image" Target="../media/image157.png"/><Relationship Id="rId97" Type="http://schemas.openxmlformats.org/officeDocument/2006/relationships/customXml" Target="../ink/ink166.xml"/><Relationship Id="rId104" Type="http://schemas.openxmlformats.org/officeDocument/2006/relationships/image" Target="../media/image171.png"/><Relationship Id="rId120" Type="http://schemas.openxmlformats.org/officeDocument/2006/relationships/image" Target="../media/image179.png"/><Relationship Id="rId125" Type="http://schemas.openxmlformats.org/officeDocument/2006/relationships/customXml" Target="../ink/ink180.xml"/><Relationship Id="rId141" Type="http://schemas.openxmlformats.org/officeDocument/2006/relationships/customXml" Target="../ink/ink188.xml"/><Relationship Id="rId146" Type="http://schemas.openxmlformats.org/officeDocument/2006/relationships/image" Target="../media/image192.png"/><Relationship Id="rId167" Type="http://schemas.openxmlformats.org/officeDocument/2006/relationships/customXml" Target="../ink/ink201.xml"/><Relationship Id="rId7" Type="http://schemas.openxmlformats.org/officeDocument/2006/relationships/customXml" Target="../ink/ink121.xml"/><Relationship Id="rId71" Type="http://schemas.openxmlformats.org/officeDocument/2006/relationships/customXml" Target="../ink/ink153.xml"/><Relationship Id="rId92" Type="http://schemas.openxmlformats.org/officeDocument/2006/relationships/image" Target="../media/image165.png"/><Relationship Id="rId162" Type="http://schemas.openxmlformats.org/officeDocument/2006/relationships/image" Target="../media/image200.png"/><Relationship Id="rId2" Type="http://schemas.openxmlformats.org/officeDocument/2006/relationships/image" Target="../media/image2.png"/><Relationship Id="rId29" Type="http://schemas.openxmlformats.org/officeDocument/2006/relationships/customXml" Target="../ink/ink132.xml"/><Relationship Id="rId24" Type="http://schemas.openxmlformats.org/officeDocument/2006/relationships/image" Target="../media/image131.png"/><Relationship Id="rId40" Type="http://schemas.openxmlformats.org/officeDocument/2006/relationships/image" Target="../media/image139.png"/><Relationship Id="rId45" Type="http://schemas.openxmlformats.org/officeDocument/2006/relationships/customXml" Target="../ink/ink140.xml"/><Relationship Id="rId66" Type="http://schemas.openxmlformats.org/officeDocument/2006/relationships/image" Target="../media/image152.png"/><Relationship Id="rId87" Type="http://schemas.openxmlformats.org/officeDocument/2006/relationships/customXml" Target="../ink/ink161.xml"/><Relationship Id="rId110" Type="http://schemas.openxmlformats.org/officeDocument/2006/relationships/image" Target="../media/image174.png"/><Relationship Id="rId115" Type="http://schemas.openxmlformats.org/officeDocument/2006/relationships/customXml" Target="../ink/ink175.xml"/><Relationship Id="rId131" Type="http://schemas.openxmlformats.org/officeDocument/2006/relationships/customXml" Target="../ink/ink183.xml"/><Relationship Id="rId136" Type="http://schemas.openxmlformats.org/officeDocument/2006/relationships/image" Target="../media/image187.png"/><Relationship Id="rId157" Type="http://schemas.openxmlformats.org/officeDocument/2006/relationships/customXml" Target="../ink/ink196.xml"/><Relationship Id="rId61" Type="http://schemas.openxmlformats.org/officeDocument/2006/relationships/customXml" Target="../ink/ink148.xml"/><Relationship Id="rId82" Type="http://schemas.openxmlformats.org/officeDocument/2006/relationships/image" Target="../media/image160.png"/><Relationship Id="rId152" Type="http://schemas.openxmlformats.org/officeDocument/2006/relationships/image" Target="../media/image195.png"/><Relationship Id="rId173" Type="http://schemas.openxmlformats.org/officeDocument/2006/relationships/customXml" Target="../ink/ink204.xml"/><Relationship Id="rId19" Type="http://schemas.openxmlformats.org/officeDocument/2006/relationships/customXml" Target="../ink/ink127.xml"/><Relationship Id="rId14" Type="http://schemas.openxmlformats.org/officeDocument/2006/relationships/image" Target="../media/image126.png"/><Relationship Id="rId30" Type="http://schemas.openxmlformats.org/officeDocument/2006/relationships/image" Target="../media/image134.png"/><Relationship Id="rId35" Type="http://schemas.openxmlformats.org/officeDocument/2006/relationships/customXml" Target="../ink/ink135.xml"/><Relationship Id="rId56" Type="http://schemas.openxmlformats.org/officeDocument/2006/relationships/image" Target="../media/image147.png"/><Relationship Id="rId77" Type="http://schemas.openxmlformats.org/officeDocument/2006/relationships/customXml" Target="../ink/ink156.xml"/><Relationship Id="rId100" Type="http://schemas.openxmlformats.org/officeDocument/2006/relationships/image" Target="../media/image169.png"/><Relationship Id="rId105" Type="http://schemas.openxmlformats.org/officeDocument/2006/relationships/customXml" Target="../ink/ink170.xml"/><Relationship Id="rId126" Type="http://schemas.openxmlformats.org/officeDocument/2006/relationships/image" Target="../media/image182.png"/><Relationship Id="rId147" Type="http://schemas.openxmlformats.org/officeDocument/2006/relationships/customXml" Target="../ink/ink191.xml"/><Relationship Id="rId168" Type="http://schemas.openxmlformats.org/officeDocument/2006/relationships/image" Target="../media/image203.png"/><Relationship Id="rId8" Type="http://schemas.openxmlformats.org/officeDocument/2006/relationships/image" Target="../media/image123.png"/><Relationship Id="rId51" Type="http://schemas.openxmlformats.org/officeDocument/2006/relationships/customXml" Target="../ink/ink143.xml"/><Relationship Id="rId72" Type="http://schemas.openxmlformats.org/officeDocument/2006/relationships/image" Target="../media/image155.png"/><Relationship Id="rId93" Type="http://schemas.openxmlformats.org/officeDocument/2006/relationships/customXml" Target="../ink/ink164.xml"/><Relationship Id="rId98" Type="http://schemas.openxmlformats.org/officeDocument/2006/relationships/image" Target="../media/image168.png"/><Relationship Id="rId121" Type="http://schemas.openxmlformats.org/officeDocument/2006/relationships/customXml" Target="../ink/ink178.xml"/><Relationship Id="rId142" Type="http://schemas.openxmlformats.org/officeDocument/2006/relationships/image" Target="../media/image190.png"/><Relationship Id="rId163" Type="http://schemas.openxmlformats.org/officeDocument/2006/relationships/customXml" Target="../ink/ink199.xml"/><Relationship Id="rId3" Type="http://schemas.openxmlformats.org/officeDocument/2006/relationships/customXml" Target="../ink/ink119.xml"/><Relationship Id="rId25" Type="http://schemas.openxmlformats.org/officeDocument/2006/relationships/customXml" Target="../ink/ink130.xml"/><Relationship Id="rId46" Type="http://schemas.openxmlformats.org/officeDocument/2006/relationships/image" Target="../media/image142.png"/><Relationship Id="rId67" Type="http://schemas.openxmlformats.org/officeDocument/2006/relationships/customXml" Target="../ink/ink151.xml"/><Relationship Id="rId116" Type="http://schemas.openxmlformats.org/officeDocument/2006/relationships/image" Target="../media/image177.png"/><Relationship Id="rId137" Type="http://schemas.openxmlformats.org/officeDocument/2006/relationships/customXml" Target="../ink/ink186.xml"/><Relationship Id="rId158" Type="http://schemas.openxmlformats.org/officeDocument/2006/relationships/image" Target="../media/image198.png"/><Relationship Id="rId20" Type="http://schemas.openxmlformats.org/officeDocument/2006/relationships/image" Target="../media/image129.png"/><Relationship Id="rId41" Type="http://schemas.openxmlformats.org/officeDocument/2006/relationships/customXml" Target="../ink/ink138.xml"/><Relationship Id="rId62" Type="http://schemas.openxmlformats.org/officeDocument/2006/relationships/image" Target="../media/image150.png"/><Relationship Id="rId83" Type="http://schemas.openxmlformats.org/officeDocument/2006/relationships/customXml" Target="../ink/ink159.xml"/><Relationship Id="rId88" Type="http://schemas.openxmlformats.org/officeDocument/2006/relationships/image" Target="../media/image163.png"/><Relationship Id="rId111" Type="http://schemas.openxmlformats.org/officeDocument/2006/relationships/customXml" Target="../ink/ink173.xml"/><Relationship Id="rId132" Type="http://schemas.openxmlformats.org/officeDocument/2006/relationships/image" Target="../media/image185.png"/><Relationship Id="rId153" Type="http://schemas.openxmlformats.org/officeDocument/2006/relationships/customXml" Target="../ink/ink194.xml"/><Relationship Id="rId174" Type="http://schemas.openxmlformats.org/officeDocument/2006/relationships/image" Target="../media/image206.png"/><Relationship Id="rId15" Type="http://schemas.openxmlformats.org/officeDocument/2006/relationships/customXml" Target="../ink/ink125.xml"/><Relationship Id="rId36" Type="http://schemas.openxmlformats.org/officeDocument/2006/relationships/image" Target="../media/image137.png"/><Relationship Id="rId57" Type="http://schemas.openxmlformats.org/officeDocument/2006/relationships/customXml" Target="../ink/ink146.xml"/><Relationship Id="rId106" Type="http://schemas.openxmlformats.org/officeDocument/2006/relationships/image" Target="../media/image172.png"/><Relationship Id="rId127" Type="http://schemas.openxmlformats.org/officeDocument/2006/relationships/customXml" Target="../ink/ink181.xml"/><Relationship Id="rId10" Type="http://schemas.openxmlformats.org/officeDocument/2006/relationships/image" Target="../media/image124.png"/><Relationship Id="rId31" Type="http://schemas.openxmlformats.org/officeDocument/2006/relationships/customXml" Target="../ink/ink133.xml"/><Relationship Id="rId52" Type="http://schemas.openxmlformats.org/officeDocument/2006/relationships/image" Target="../media/image145.png"/><Relationship Id="rId73" Type="http://schemas.openxmlformats.org/officeDocument/2006/relationships/customXml" Target="../ink/ink154.xml"/><Relationship Id="rId78" Type="http://schemas.openxmlformats.org/officeDocument/2006/relationships/image" Target="../media/image158.png"/><Relationship Id="rId94" Type="http://schemas.openxmlformats.org/officeDocument/2006/relationships/image" Target="../media/image166.png"/><Relationship Id="rId99" Type="http://schemas.openxmlformats.org/officeDocument/2006/relationships/customXml" Target="../ink/ink167.xml"/><Relationship Id="rId101" Type="http://schemas.openxmlformats.org/officeDocument/2006/relationships/customXml" Target="../ink/ink168.xml"/><Relationship Id="rId122" Type="http://schemas.openxmlformats.org/officeDocument/2006/relationships/image" Target="../media/image180.png"/><Relationship Id="rId143" Type="http://schemas.openxmlformats.org/officeDocument/2006/relationships/customXml" Target="../ink/ink189.xml"/><Relationship Id="rId148" Type="http://schemas.openxmlformats.org/officeDocument/2006/relationships/image" Target="../media/image193.png"/><Relationship Id="rId164" Type="http://schemas.openxmlformats.org/officeDocument/2006/relationships/image" Target="../media/image201.png"/><Relationship Id="rId169" Type="http://schemas.openxmlformats.org/officeDocument/2006/relationships/customXml" Target="../ink/ink202.xml"/><Relationship Id="rId4" Type="http://schemas.openxmlformats.org/officeDocument/2006/relationships/image" Target="../media/image121.png"/><Relationship Id="rId9" Type="http://schemas.openxmlformats.org/officeDocument/2006/relationships/customXml" Target="../ink/ink122.xml"/><Relationship Id="rId26" Type="http://schemas.openxmlformats.org/officeDocument/2006/relationships/image" Target="../media/image132.png"/><Relationship Id="rId47" Type="http://schemas.openxmlformats.org/officeDocument/2006/relationships/customXml" Target="../ink/ink141.xml"/><Relationship Id="rId68" Type="http://schemas.openxmlformats.org/officeDocument/2006/relationships/image" Target="../media/image153.png"/><Relationship Id="rId89" Type="http://schemas.openxmlformats.org/officeDocument/2006/relationships/customXml" Target="../ink/ink162.xml"/><Relationship Id="rId112" Type="http://schemas.openxmlformats.org/officeDocument/2006/relationships/image" Target="../media/image175.png"/><Relationship Id="rId133" Type="http://schemas.openxmlformats.org/officeDocument/2006/relationships/customXml" Target="../ink/ink184.xml"/><Relationship Id="rId154" Type="http://schemas.openxmlformats.org/officeDocument/2006/relationships/image" Target="../media/image196.png"/><Relationship Id="rId175" Type="http://schemas.openxmlformats.org/officeDocument/2006/relationships/customXml" Target="../ink/ink205.xml"/><Relationship Id="rId16" Type="http://schemas.openxmlformats.org/officeDocument/2006/relationships/image" Target="../media/image127.png"/><Relationship Id="rId37" Type="http://schemas.openxmlformats.org/officeDocument/2006/relationships/customXml" Target="../ink/ink136.xml"/><Relationship Id="rId58" Type="http://schemas.openxmlformats.org/officeDocument/2006/relationships/image" Target="../media/image148.png"/><Relationship Id="rId79" Type="http://schemas.openxmlformats.org/officeDocument/2006/relationships/customXml" Target="../ink/ink157.xml"/><Relationship Id="rId102" Type="http://schemas.openxmlformats.org/officeDocument/2006/relationships/image" Target="../media/image170.png"/><Relationship Id="rId123" Type="http://schemas.openxmlformats.org/officeDocument/2006/relationships/customXml" Target="../ink/ink179.xml"/><Relationship Id="rId144" Type="http://schemas.openxmlformats.org/officeDocument/2006/relationships/image" Target="../media/image191.png"/><Relationship Id="rId90" Type="http://schemas.openxmlformats.org/officeDocument/2006/relationships/image" Target="../media/image164.png"/><Relationship Id="rId165" Type="http://schemas.openxmlformats.org/officeDocument/2006/relationships/customXml" Target="../ink/ink200.xml"/><Relationship Id="rId27" Type="http://schemas.openxmlformats.org/officeDocument/2006/relationships/customXml" Target="../ink/ink131.xml"/><Relationship Id="rId48" Type="http://schemas.openxmlformats.org/officeDocument/2006/relationships/image" Target="../media/image143.png"/><Relationship Id="rId69" Type="http://schemas.openxmlformats.org/officeDocument/2006/relationships/customXml" Target="../ink/ink152.xml"/><Relationship Id="rId113" Type="http://schemas.openxmlformats.org/officeDocument/2006/relationships/customXml" Target="../ink/ink174.xml"/><Relationship Id="rId134" Type="http://schemas.openxmlformats.org/officeDocument/2006/relationships/image" Target="../media/image186.png"/><Relationship Id="rId80" Type="http://schemas.openxmlformats.org/officeDocument/2006/relationships/image" Target="../media/image159.png"/><Relationship Id="rId155" Type="http://schemas.openxmlformats.org/officeDocument/2006/relationships/customXml" Target="../ink/ink195.xml"/><Relationship Id="rId176" Type="http://schemas.openxmlformats.org/officeDocument/2006/relationships/image" Target="../media/image207.png"/><Relationship Id="rId17" Type="http://schemas.openxmlformats.org/officeDocument/2006/relationships/customXml" Target="../ink/ink126.xml"/><Relationship Id="rId38" Type="http://schemas.openxmlformats.org/officeDocument/2006/relationships/image" Target="../media/image138.png"/><Relationship Id="rId59" Type="http://schemas.openxmlformats.org/officeDocument/2006/relationships/customXml" Target="../ink/ink147.xml"/><Relationship Id="rId103" Type="http://schemas.openxmlformats.org/officeDocument/2006/relationships/customXml" Target="../ink/ink169.xml"/><Relationship Id="rId124" Type="http://schemas.openxmlformats.org/officeDocument/2006/relationships/image" Target="../media/image181.png"/><Relationship Id="rId70" Type="http://schemas.openxmlformats.org/officeDocument/2006/relationships/image" Target="../media/image154.png"/><Relationship Id="rId91" Type="http://schemas.openxmlformats.org/officeDocument/2006/relationships/customXml" Target="../ink/ink163.xml"/><Relationship Id="rId145" Type="http://schemas.openxmlformats.org/officeDocument/2006/relationships/customXml" Target="../ink/ink190.xml"/><Relationship Id="rId166" Type="http://schemas.openxmlformats.org/officeDocument/2006/relationships/image" Target="../media/image202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63.xml"/><Relationship Id="rId21" Type="http://schemas.openxmlformats.org/officeDocument/2006/relationships/customXml" Target="../ink/ink215.xml"/><Relationship Id="rId42" Type="http://schemas.openxmlformats.org/officeDocument/2006/relationships/image" Target="../media/image1412.png"/><Relationship Id="rId63" Type="http://schemas.openxmlformats.org/officeDocument/2006/relationships/customXml" Target="../ink/ink236.xml"/><Relationship Id="rId84" Type="http://schemas.openxmlformats.org/officeDocument/2006/relationships/image" Target="../media/image1621.png"/><Relationship Id="rId138" Type="http://schemas.openxmlformats.org/officeDocument/2006/relationships/image" Target="../media/image1891.png"/><Relationship Id="rId159" Type="http://schemas.openxmlformats.org/officeDocument/2006/relationships/customXml" Target="../ink/ink284.xml"/><Relationship Id="rId170" Type="http://schemas.openxmlformats.org/officeDocument/2006/relationships/image" Target="../media/image2051.png"/><Relationship Id="rId191" Type="http://schemas.openxmlformats.org/officeDocument/2006/relationships/customXml" Target="../ink/ink300.xml"/><Relationship Id="rId205" Type="http://schemas.openxmlformats.org/officeDocument/2006/relationships/customXml" Target="../ink/ink307.xml"/><Relationship Id="rId107" Type="http://schemas.openxmlformats.org/officeDocument/2006/relationships/customXml" Target="../ink/ink258.xml"/><Relationship Id="rId11" Type="http://schemas.openxmlformats.org/officeDocument/2006/relationships/customXml" Target="../ink/ink210.xml"/><Relationship Id="rId32" Type="http://schemas.openxmlformats.org/officeDocument/2006/relationships/image" Target="../media/image1361.png"/><Relationship Id="rId53" Type="http://schemas.openxmlformats.org/officeDocument/2006/relationships/customXml" Target="../ink/ink231.xml"/><Relationship Id="rId74" Type="http://schemas.openxmlformats.org/officeDocument/2006/relationships/image" Target="../media/image1571.png"/><Relationship Id="rId128" Type="http://schemas.openxmlformats.org/officeDocument/2006/relationships/image" Target="../media/image1841.png"/><Relationship Id="rId149" Type="http://schemas.openxmlformats.org/officeDocument/2006/relationships/customXml" Target="../ink/ink279.xml"/><Relationship Id="rId5" Type="http://schemas.openxmlformats.org/officeDocument/2006/relationships/customXml" Target="../ink/ink207.xml"/><Relationship Id="rId95" Type="http://schemas.openxmlformats.org/officeDocument/2006/relationships/customXml" Target="../ink/ink252.xml"/><Relationship Id="rId160" Type="http://schemas.openxmlformats.org/officeDocument/2006/relationships/image" Target="../media/image2001.png"/><Relationship Id="rId181" Type="http://schemas.openxmlformats.org/officeDocument/2006/relationships/customXml" Target="../ink/ink295.xml"/><Relationship Id="rId22" Type="http://schemas.openxmlformats.org/officeDocument/2006/relationships/image" Target="../media/image1312.png"/><Relationship Id="rId43" Type="http://schemas.openxmlformats.org/officeDocument/2006/relationships/customXml" Target="../ink/ink226.xml"/><Relationship Id="rId64" Type="http://schemas.openxmlformats.org/officeDocument/2006/relationships/image" Target="../media/image1521.png"/><Relationship Id="rId118" Type="http://schemas.openxmlformats.org/officeDocument/2006/relationships/image" Target="../media/image1791.png"/><Relationship Id="rId139" Type="http://schemas.openxmlformats.org/officeDocument/2006/relationships/customXml" Target="../ink/ink274.xml"/><Relationship Id="rId85" Type="http://schemas.openxmlformats.org/officeDocument/2006/relationships/customXml" Target="../ink/ink247.xml"/><Relationship Id="rId150" Type="http://schemas.openxmlformats.org/officeDocument/2006/relationships/image" Target="../media/image1951.png"/><Relationship Id="rId171" Type="http://schemas.openxmlformats.org/officeDocument/2006/relationships/customXml" Target="../ink/ink290.xml"/><Relationship Id="rId192" Type="http://schemas.openxmlformats.org/officeDocument/2006/relationships/image" Target="../media/image216.png"/><Relationship Id="rId206" Type="http://schemas.openxmlformats.org/officeDocument/2006/relationships/image" Target="../media/image223.png"/><Relationship Id="rId12" Type="http://schemas.openxmlformats.org/officeDocument/2006/relationships/image" Target="../media/image1261.png"/><Relationship Id="rId33" Type="http://schemas.openxmlformats.org/officeDocument/2006/relationships/customXml" Target="../ink/ink221.xml"/><Relationship Id="rId108" Type="http://schemas.openxmlformats.org/officeDocument/2006/relationships/image" Target="../media/image1741.png"/><Relationship Id="rId129" Type="http://schemas.openxmlformats.org/officeDocument/2006/relationships/customXml" Target="../ink/ink269.xml"/><Relationship Id="rId54" Type="http://schemas.openxmlformats.org/officeDocument/2006/relationships/image" Target="../media/image1471.png"/><Relationship Id="rId75" Type="http://schemas.openxmlformats.org/officeDocument/2006/relationships/customXml" Target="../ink/ink242.xml"/><Relationship Id="rId96" Type="http://schemas.openxmlformats.org/officeDocument/2006/relationships/image" Target="../media/image1681.png"/><Relationship Id="rId140" Type="http://schemas.openxmlformats.org/officeDocument/2006/relationships/image" Target="../media/image1901.png"/><Relationship Id="rId161" Type="http://schemas.openxmlformats.org/officeDocument/2006/relationships/customXml" Target="../ink/ink285.xml"/><Relationship Id="rId182" Type="http://schemas.openxmlformats.org/officeDocument/2006/relationships/image" Target="../media/image211.png"/><Relationship Id="rId6" Type="http://schemas.openxmlformats.org/officeDocument/2006/relationships/image" Target="../media/image1231.png"/><Relationship Id="rId23" Type="http://schemas.openxmlformats.org/officeDocument/2006/relationships/customXml" Target="../ink/ink216.xml"/><Relationship Id="rId119" Type="http://schemas.openxmlformats.org/officeDocument/2006/relationships/customXml" Target="../ink/ink264.xml"/><Relationship Id="rId44" Type="http://schemas.openxmlformats.org/officeDocument/2006/relationships/image" Target="../media/image1421.png"/><Relationship Id="rId65" Type="http://schemas.openxmlformats.org/officeDocument/2006/relationships/customXml" Target="../ink/ink237.xml"/><Relationship Id="rId86" Type="http://schemas.openxmlformats.org/officeDocument/2006/relationships/image" Target="../media/image1631.png"/><Relationship Id="rId130" Type="http://schemas.openxmlformats.org/officeDocument/2006/relationships/image" Target="../media/image1851.png"/><Relationship Id="rId151" Type="http://schemas.openxmlformats.org/officeDocument/2006/relationships/customXml" Target="../ink/ink280.xml"/><Relationship Id="rId172" Type="http://schemas.openxmlformats.org/officeDocument/2006/relationships/image" Target="../media/image2061.png"/><Relationship Id="rId193" Type="http://schemas.openxmlformats.org/officeDocument/2006/relationships/customXml" Target="../ink/ink301.xml"/><Relationship Id="rId13" Type="http://schemas.openxmlformats.org/officeDocument/2006/relationships/customXml" Target="../ink/ink211.xml"/><Relationship Id="rId109" Type="http://schemas.openxmlformats.org/officeDocument/2006/relationships/customXml" Target="../ink/ink259.xml"/><Relationship Id="rId34" Type="http://schemas.openxmlformats.org/officeDocument/2006/relationships/image" Target="../media/image1371.png"/><Relationship Id="rId55" Type="http://schemas.openxmlformats.org/officeDocument/2006/relationships/customXml" Target="../ink/ink232.xml"/><Relationship Id="rId76" Type="http://schemas.openxmlformats.org/officeDocument/2006/relationships/image" Target="../media/image1581.png"/><Relationship Id="rId97" Type="http://schemas.openxmlformats.org/officeDocument/2006/relationships/customXml" Target="../ink/ink253.xml"/><Relationship Id="rId120" Type="http://schemas.openxmlformats.org/officeDocument/2006/relationships/image" Target="../media/image1801.png"/><Relationship Id="rId141" Type="http://schemas.openxmlformats.org/officeDocument/2006/relationships/customXml" Target="../ink/ink275.xml"/><Relationship Id="rId7" Type="http://schemas.openxmlformats.org/officeDocument/2006/relationships/customXml" Target="../ink/ink208.xml"/><Relationship Id="rId162" Type="http://schemas.openxmlformats.org/officeDocument/2006/relationships/image" Target="../media/image2011.png"/><Relationship Id="rId183" Type="http://schemas.openxmlformats.org/officeDocument/2006/relationships/customXml" Target="../ink/ink296.xml"/><Relationship Id="rId24" Type="http://schemas.openxmlformats.org/officeDocument/2006/relationships/image" Target="../media/image1321.png"/><Relationship Id="rId40" Type="http://schemas.openxmlformats.org/officeDocument/2006/relationships/image" Target="../media/image1401.png"/><Relationship Id="rId45" Type="http://schemas.openxmlformats.org/officeDocument/2006/relationships/customXml" Target="../ink/ink227.xml"/><Relationship Id="rId66" Type="http://schemas.openxmlformats.org/officeDocument/2006/relationships/image" Target="../media/image1531.png"/><Relationship Id="rId87" Type="http://schemas.openxmlformats.org/officeDocument/2006/relationships/customXml" Target="../ink/ink248.xml"/><Relationship Id="rId110" Type="http://schemas.openxmlformats.org/officeDocument/2006/relationships/image" Target="../media/image1751.png"/><Relationship Id="rId115" Type="http://schemas.openxmlformats.org/officeDocument/2006/relationships/customXml" Target="../ink/ink262.xml"/><Relationship Id="rId131" Type="http://schemas.openxmlformats.org/officeDocument/2006/relationships/customXml" Target="../ink/ink270.xml"/><Relationship Id="rId136" Type="http://schemas.openxmlformats.org/officeDocument/2006/relationships/image" Target="../media/image1881.png"/><Relationship Id="rId157" Type="http://schemas.openxmlformats.org/officeDocument/2006/relationships/customXml" Target="../ink/ink283.xml"/><Relationship Id="rId178" Type="http://schemas.openxmlformats.org/officeDocument/2006/relationships/image" Target="../media/image209.png"/><Relationship Id="rId61" Type="http://schemas.openxmlformats.org/officeDocument/2006/relationships/customXml" Target="../ink/ink235.xml"/><Relationship Id="rId82" Type="http://schemas.openxmlformats.org/officeDocument/2006/relationships/image" Target="../media/image1612.png"/><Relationship Id="rId152" Type="http://schemas.openxmlformats.org/officeDocument/2006/relationships/image" Target="../media/image1961.png"/><Relationship Id="rId173" Type="http://schemas.openxmlformats.org/officeDocument/2006/relationships/customXml" Target="../ink/ink291.xml"/><Relationship Id="rId194" Type="http://schemas.openxmlformats.org/officeDocument/2006/relationships/image" Target="../media/image217.png"/><Relationship Id="rId199" Type="http://schemas.openxmlformats.org/officeDocument/2006/relationships/customXml" Target="../ink/ink304.xml"/><Relationship Id="rId203" Type="http://schemas.openxmlformats.org/officeDocument/2006/relationships/customXml" Target="../ink/ink306.xml"/><Relationship Id="rId19" Type="http://schemas.openxmlformats.org/officeDocument/2006/relationships/customXml" Target="../ink/ink214.xml"/><Relationship Id="rId14" Type="http://schemas.openxmlformats.org/officeDocument/2006/relationships/image" Target="../media/image1271.png"/><Relationship Id="rId30" Type="http://schemas.openxmlformats.org/officeDocument/2006/relationships/image" Target="../media/image1351.png"/><Relationship Id="rId35" Type="http://schemas.openxmlformats.org/officeDocument/2006/relationships/customXml" Target="../ink/ink222.xml"/><Relationship Id="rId56" Type="http://schemas.openxmlformats.org/officeDocument/2006/relationships/image" Target="../media/image1481.png"/><Relationship Id="rId77" Type="http://schemas.openxmlformats.org/officeDocument/2006/relationships/customXml" Target="../ink/ink243.xml"/><Relationship Id="rId100" Type="http://schemas.openxmlformats.org/officeDocument/2006/relationships/image" Target="../media/image1701.png"/><Relationship Id="rId105" Type="http://schemas.openxmlformats.org/officeDocument/2006/relationships/customXml" Target="../ink/ink257.xml"/><Relationship Id="rId126" Type="http://schemas.openxmlformats.org/officeDocument/2006/relationships/image" Target="../media/image1831.png"/><Relationship Id="rId147" Type="http://schemas.openxmlformats.org/officeDocument/2006/relationships/customXml" Target="../ink/ink278.xml"/><Relationship Id="rId168" Type="http://schemas.openxmlformats.org/officeDocument/2006/relationships/image" Target="../media/image2041.png"/><Relationship Id="rId8" Type="http://schemas.openxmlformats.org/officeDocument/2006/relationships/image" Target="../media/image1241.png"/><Relationship Id="rId51" Type="http://schemas.openxmlformats.org/officeDocument/2006/relationships/customXml" Target="../ink/ink230.xml"/><Relationship Id="rId72" Type="http://schemas.openxmlformats.org/officeDocument/2006/relationships/image" Target="../media/image1561.png"/><Relationship Id="rId93" Type="http://schemas.openxmlformats.org/officeDocument/2006/relationships/customXml" Target="../ink/ink251.xml"/><Relationship Id="rId98" Type="http://schemas.openxmlformats.org/officeDocument/2006/relationships/image" Target="../media/image1691.png"/><Relationship Id="rId121" Type="http://schemas.openxmlformats.org/officeDocument/2006/relationships/customXml" Target="../ink/ink265.xml"/><Relationship Id="rId142" Type="http://schemas.openxmlformats.org/officeDocument/2006/relationships/image" Target="../media/image1912.png"/><Relationship Id="rId163" Type="http://schemas.openxmlformats.org/officeDocument/2006/relationships/customXml" Target="../ink/ink286.xml"/><Relationship Id="rId184" Type="http://schemas.openxmlformats.org/officeDocument/2006/relationships/image" Target="../media/image212.png"/><Relationship Id="rId189" Type="http://schemas.openxmlformats.org/officeDocument/2006/relationships/customXml" Target="../ink/ink299.xml"/><Relationship Id="rId3" Type="http://schemas.openxmlformats.org/officeDocument/2006/relationships/customXml" Target="../ink/ink206.xml"/><Relationship Id="rId25" Type="http://schemas.openxmlformats.org/officeDocument/2006/relationships/customXml" Target="../ink/ink217.xml"/><Relationship Id="rId46" Type="http://schemas.openxmlformats.org/officeDocument/2006/relationships/image" Target="../media/image1431.png"/><Relationship Id="rId67" Type="http://schemas.openxmlformats.org/officeDocument/2006/relationships/customXml" Target="../ink/ink238.xml"/><Relationship Id="rId116" Type="http://schemas.openxmlformats.org/officeDocument/2006/relationships/image" Target="../media/image1781.png"/><Relationship Id="rId137" Type="http://schemas.openxmlformats.org/officeDocument/2006/relationships/customXml" Target="../ink/ink273.xml"/><Relationship Id="rId158" Type="http://schemas.openxmlformats.org/officeDocument/2006/relationships/image" Target="../media/image1991.png"/><Relationship Id="rId20" Type="http://schemas.openxmlformats.org/officeDocument/2006/relationships/image" Target="../media/image1301.png"/><Relationship Id="rId41" Type="http://schemas.openxmlformats.org/officeDocument/2006/relationships/customXml" Target="../ink/ink225.xml"/><Relationship Id="rId62" Type="http://schemas.openxmlformats.org/officeDocument/2006/relationships/image" Target="../media/image1512.png"/><Relationship Id="rId83" Type="http://schemas.openxmlformats.org/officeDocument/2006/relationships/customXml" Target="../ink/ink246.xml"/><Relationship Id="rId88" Type="http://schemas.openxmlformats.org/officeDocument/2006/relationships/image" Target="../media/image1641.png"/><Relationship Id="rId111" Type="http://schemas.openxmlformats.org/officeDocument/2006/relationships/customXml" Target="../ink/ink260.xml"/><Relationship Id="rId132" Type="http://schemas.openxmlformats.org/officeDocument/2006/relationships/image" Target="../media/image1861.png"/><Relationship Id="rId153" Type="http://schemas.openxmlformats.org/officeDocument/2006/relationships/customXml" Target="../ink/ink281.xml"/><Relationship Id="rId174" Type="http://schemas.openxmlformats.org/officeDocument/2006/relationships/image" Target="../media/image2071.png"/><Relationship Id="rId179" Type="http://schemas.openxmlformats.org/officeDocument/2006/relationships/customXml" Target="../ink/ink294.xml"/><Relationship Id="rId195" Type="http://schemas.openxmlformats.org/officeDocument/2006/relationships/customXml" Target="../ink/ink302.xml"/><Relationship Id="rId190" Type="http://schemas.openxmlformats.org/officeDocument/2006/relationships/image" Target="../media/image215.png"/><Relationship Id="rId204" Type="http://schemas.openxmlformats.org/officeDocument/2006/relationships/image" Target="../media/image222.png"/><Relationship Id="rId15" Type="http://schemas.openxmlformats.org/officeDocument/2006/relationships/customXml" Target="../ink/ink212.xml"/><Relationship Id="rId36" Type="http://schemas.openxmlformats.org/officeDocument/2006/relationships/image" Target="../media/image1381.png"/><Relationship Id="rId57" Type="http://schemas.openxmlformats.org/officeDocument/2006/relationships/customXml" Target="../ink/ink233.xml"/><Relationship Id="rId106" Type="http://schemas.openxmlformats.org/officeDocument/2006/relationships/image" Target="../media/image1731.png"/><Relationship Id="rId127" Type="http://schemas.openxmlformats.org/officeDocument/2006/relationships/customXml" Target="../ink/ink268.xml"/><Relationship Id="rId10" Type="http://schemas.openxmlformats.org/officeDocument/2006/relationships/image" Target="../media/image1251.png"/><Relationship Id="rId31" Type="http://schemas.openxmlformats.org/officeDocument/2006/relationships/customXml" Target="../ink/ink220.xml"/><Relationship Id="rId52" Type="http://schemas.openxmlformats.org/officeDocument/2006/relationships/image" Target="../media/image1461.png"/><Relationship Id="rId73" Type="http://schemas.openxmlformats.org/officeDocument/2006/relationships/customXml" Target="../ink/ink241.xml"/><Relationship Id="rId78" Type="http://schemas.openxmlformats.org/officeDocument/2006/relationships/image" Target="../media/image1591.png"/><Relationship Id="rId94" Type="http://schemas.openxmlformats.org/officeDocument/2006/relationships/image" Target="../media/image1671.png"/><Relationship Id="rId99" Type="http://schemas.openxmlformats.org/officeDocument/2006/relationships/customXml" Target="../ink/ink254.xml"/><Relationship Id="rId101" Type="http://schemas.openxmlformats.org/officeDocument/2006/relationships/customXml" Target="../ink/ink255.xml"/><Relationship Id="rId122" Type="http://schemas.openxmlformats.org/officeDocument/2006/relationships/image" Target="../media/image1812.png"/><Relationship Id="rId143" Type="http://schemas.openxmlformats.org/officeDocument/2006/relationships/customXml" Target="../ink/ink276.xml"/><Relationship Id="rId148" Type="http://schemas.openxmlformats.org/officeDocument/2006/relationships/image" Target="../media/image1941.png"/><Relationship Id="rId164" Type="http://schemas.openxmlformats.org/officeDocument/2006/relationships/image" Target="../media/image2021.png"/><Relationship Id="rId169" Type="http://schemas.openxmlformats.org/officeDocument/2006/relationships/customXml" Target="../ink/ink289.xml"/><Relationship Id="rId185" Type="http://schemas.openxmlformats.org/officeDocument/2006/relationships/customXml" Target="../ink/ink297.xml"/><Relationship Id="rId4" Type="http://schemas.openxmlformats.org/officeDocument/2006/relationships/image" Target="../media/image1221.png"/><Relationship Id="rId9" Type="http://schemas.openxmlformats.org/officeDocument/2006/relationships/customXml" Target="../ink/ink209.xml"/><Relationship Id="rId180" Type="http://schemas.openxmlformats.org/officeDocument/2006/relationships/image" Target="../media/image210.png"/><Relationship Id="rId26" Type="http://schemas.openxmlformats.org/officeDocument/2006/relationships/image" Target="../media/image1331.png"/><Relationship Id="rId47" Type="http://schemas.openxmlformats.org/officeDocument/2006/relationships/customXml" Target="../ink/ink228.xml"/><Relationship Id="rId68" Type="http://schemas.openxmlformats.org/officeDocument/2006/relationships/image" Target="../media/image1541.png"/><Relationship Id="rId89" Type="http://schemas.openxmlformats.org/officeDocument/2006/relationships/customXml" Target="../ink/ink249.xml"/><Relationship Id="rId112" Type="http://schemas.openxmlformats.org/officeDocument/2006/relationships/image" Target="../media/image1761.png"/><Relationship Id="rId133" Type="http://schemas.openxmlformats.org/officeDocument/2006/relationships/customXml" Target="../ink/ink271.xml"/><Relationship Id="rId154" Type="http://schemas.openxmlformats.org/officeDocument/2006/relationships/image" Target="../media/image1971.png"/><Relationship Id="rId175" Type="http://schemas.openxmlformats.org/officeDocument/2006/relationships/customXml" Target="../ink/ink292.xml"/><Relationship Id="rId196" Type="http://schemas.openxmlformats.org/officeDocument/2006/relationships/image" Target="../media/image218.png"/><Relationship Id="rId200" Type="http://schemas.openxmlformats.org/officeDocument/2006/relationships/image" Target="../media/image220.png"/><Relationship Id="rId16" Type="http://schemas.openxmlformats.org/officeDocument/2006/relationships/image" Target="../media/image1281.png"/><Relationship Id="rId37" Type="http://schemas.openxmlformats.org/officeDocument/2006/relationships/customXml" Target="../ink/ink223.xml"/><Relationship Id="rId58" Type="http://schemas.openxmlformats.org/officeDocument/2006/relationships/image" Target="../media/image1491.png"/><Relationship Id="rId79" Type="http://schemas.openxmlformats.org/officeDocument/2006/relationships/customXml" Target="../ink/ink244.xml"/><Relationship Id="rId102" Type="http://schemas.openxmlformats.org/officeDocument/2006/relationships/image" Target="../media/image1712.png"/><Relationship Id="rId123" Type="http://schemas.openxmlformats.org/officeDocument/2006/relationships/customXml" Target="../ink/ink266.xml"/><Relationship Id="rId144" Type="http://schemas.openxmlformats.org/officeDocument/2006/relationships/image" Target="../media/image1921.png"/><Relationship Id="rId90" Type="http://schemas.openxmlformats.org/officeDocument/2006/relationships/image" Target="../media/image1651.png"/><Relationship Id="rId165" Type="http://schemas.openxmlformats.org/officeDocument/2006/relationships/customXml" Target="../ink/ink287.xml"/><Relationship Id="rId186" Type="http://schemas.openxmlformats.org/officeDocument/2006/relationships/image" Target="../media/image213.png"/><Relationship Id="rId27" Type="http://schemas.openxmlformats.org/officeDocument/2006/relationships/customXml" Target="../ink/ink218.xml"/><Relationship Id="rId48" Type="http://schemas.openxmlformats.org/officeDocument/2006/relationships/image" Target="../media/image1441.png"/><Relationship Id="rId69" Type="http://schemas.openxmlformats.org/officeDocument/2006/relationships/customXml" Target="../ink/ink239.xml"/><Relationship Id="rId113" Type="http://schemas.openxmlformats.org/officeDocument/2006/relationships/customXml" Target="../ink/ink261.xml"/><Relationship Id="rId134" Type="http://schemas.openxmlformats.org/officeDocument/2006/relationships/image" Target="../media/image1871.png"/><Relationship Id="rId80" Type="http://schemas.openxmlformats.org/officeDocument/2006/relationships/image" Target="../media/image1601.png"/><Relationship Id="rId155" Type="http://schemas.openxmlformats.org/officeDocument/2006/relationships/customXml" Target="../ink/ink282.xml"/><Relationship Id="rId176" Type="http://schemas.openxmlformats.org/officeDocument/2006/relationships/image" Target="../media/image2081.png"/><Relationship Id="rId197" Type="http://schemas.openxmlformats.org/officeDocument/2006/relationships/customXml" Target="../ink/ink303.xml"/><Relationship Id="rId201" Type="http://schemas.openxmlformats.org/officeDocument/2006/relationships/customXml" Target="../ink/ink305.xml"/><Relationship Id="rId17" Type="http://schemas.openxmlformats.org/officeDocument/2006/relationships/customXml" Target="../ink/ink213.xml"/><Relationship Id="rId38" Type="http://schemas.openxmlformats.org/officeDocument/2006/relationships/image" Target="../media/image1391.png"/><Relationship Id="rId59" Type="http://schemas.openxmlformats.org/officeDocument/2006/relationships/customXml" Target="../ink/ink234.xml"/><Relationship Id="rId103" Type="http://schemas.openxmlformats.org/officeDocument/2006/relationships/customXml" Target="../ink/ink256.xml"/><Relationship Id="rId124" Type="http://schemas.openxmlformats.org/officeDocument/2006/relationships/image" Target="../media/image1821.png"/><Relationship Id="rId70" Type="http://schemas.openxmlformats.org/officeDocument/2006/relationships/image" Target="../media/image1551.png"/><Relationship Id="rId91" Type="http://schemas.openxmlformats.org/officeDocument/2006/relationships/customXml" Target="../ink/ink250.xml"/><Relationship Id="rId145" Type="http://schemas.openxmlformats.org/officeDocument/2006/relationships/customXml" Target="../ink/ink277.xml"/><Relationship Id="rId166" Type="http://schemas.openxmlformats.org/officeDocument/2006/relationships/image" Target="../media/image2031.png"/><Relationship Id="rId187" Type="http://schemas.openxmlformats.org/officeDocument/2006/relationships/customXml" Target="../ink/ink298.xml"/><Relationship Id="rId1" Type="http://schemas.openxmlformats.org/officeDocument/2006/relationships/slideLayout" Target="../slideLayouts/slideLayout2.xml"/><Relationship Id="rId28" Type="http://schemas.openxmlformats.org/officeDocument/2006/relationships/image" Target="../media/image1341.png"/><Relationship Id="rId49" Type="http://schemas.openxmlformats.org/officeDocument/2006/relationships/customXml" Target="../ink/ink229.xml"/><Relationship Id="rId114" Type="http://schemas.openxmlformats.org/officeDocument/2006/relationships/image" Target="../media/image1771.png"/><Relationship Id="rId60" Type="http://schemas.openxmlformats.org/officeDocument/2006/relationships/image" Target="../media/image1501.png"/><Relationship Id="rId81" Type="http://schemas.openxmlformats.org/officeDocument/2006/relationships/customXml" Target="../ink/ink245.xml"/><Relationship Id="rId135" Type="http://schemas.openxmlformats.org/officeDocument/2006/relationships/customXml" Target="../ink/ink272.xml"/><Relationship Id="rId156" Type="http://schemas.openxmlformats.org/officeDocument/2006/relationships/image" Target="../media/image1981.png"/><Relationship Id="rId177" Type="http://schemas.openxmlformats.org/officeDocument/2006/relationships/customXml" Target="../ink/ink293.xml"/><Relationship Id="rId198" Type="http://schemas.openxmlformats.org/officeDocument/2006/relationships/image" Target="../media/image219.png"/><Relationship Id="rId202" Type="http://schemas.openxmlformats.org/officeDocument/2006/relationships/image" Target="../media/image221.png"/><Relationship Id="rId18" Type="http://schemas.openxmlformats.org/officeDocument/2006/relationships/image" Target="../media/image1291.png"/><Relationship Id="rId39" Type="http://schemas.openxmlformats.org/officeDocument/2006/relationships/customXml" Target="../ink/ink224.xml"/><Relationship Id="rId50" Type="http://schemas.openxmlformats.org/officeDocument/2006/relationships/image" Target="../media/image1451.png"/><Relationship Id="rId104" Type="http://schemas.openxmlformats.org/officeDocument/2006/relationships/image" Target="../media/image1721.png"/><Relationship Id="rId125" Type="http://schemas.openxmlformats.org/officeDocument/2006/relationships/customXml" Target="../ink/ink267.xml"/><Relationship Id="rId146" Type="http://schemas.openxmlformats.org/officeDocument/2006/relationships/image" Target="../media/image1931.png"/><Relationship Id="rId167" Type="http://schemas.openxmlformats.org/officeDocument/2006/relationships/customXml" Target="../ink/ink288.xml"/><Relationship Id="rId188" Type="http://schemas.openxmlformats.org/officeDocument/2006/relationships/image" Target="../media/image214.png"/><Relationship Id="rId71" Type="http://schemas.openxmlformats.org/officeDocument/2006/relationships/customXml" Target="../ink/ink240.xml"/><Relationship Id="rId92" Type="http://schemas.openxmlformats.org/officeDocument/2006/relationships/image" Target="../media/image1661.png"/><Relationship Id="rId2" Type="http://schemas.openxmlformats.org/officeDocument/2006/relationships/image" Target="../media/image208.png"/><Relationship Id="rId29" Type="http://schemas.openxmlformats.org/officeDocument/2006/relationships/customXml" Target="../ink/ink219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65.xml"/><Relationship Id="rId21" Type="http://schemas.openxmlformats.org/officeDocument/2006/relationships/customXml" Target="../ink/ink317.xml"/><Relationship Id="rId63" Type="http://schemas.openxmlformats.org/officeDocument/2006/relationships/customXml" Target="../ink/ink338.xml"/><Relationship Id="rId159" Type="http://schemas.openxmlformats.org/officeDocument/2006/relationships/customXml" Target="../ink/ink386.xml"/><Relationship Id="rId170" Type="http://schemas.openxmlformats.org/officeDocument/2006/relationships/image" Target="../media/image307.png"/><Relationship Id="rId226" Type="http://schemas.openxmlformats.org/officeDocument/2006/relationships/image" Target="../media/image335.png"/><Relationship Id="rId268" Type="http://schemas.openxmlformats.org/officeDocument/2006/relationships/image" Target="../media/image356.png"/><Relationship Id="rId32" Type="http://schemas.openxmlformats.org/officeDocument/2006/relationships/image" Target="../media/image238.png"/><Relationship Id="rId74" Type="http://schemas.openxmlformats.org/officeDocument/2006/relationships/image" Target="../media/image259.png"/><Relationship Id="rId128" Type="http://schemas.openxmlformats.org/officeDocument/2006/relationships/image" Target="../media/image286.png"/><Relationship Id="rId5" Type="http://schemas.openxmlformats.org/officeDocument/2006/relationships/customXml" Target="../ink/ink309.xml"/><Relationship Id="rId181" Type="http://schemas.openxmlformats.org/officeDocument/2006/relationships/customXml" Target="../ink/ink397.xml"/><Relationship Id="rId237" Type="http://schemas.openxmlformats.org/officeDocument/2006/relationships/customXml" Target="../ink/ink425.xml"/><Relationship Id="rId279" Type="http://schemas.openxmlformats.org/officeDocument/2006/relationships/customXml" Target="../ink/ink446.xml"/><Relationship Id="rId43" Type="http://schemas.openxmlformats.org/officeDocument/2006/relationships/customXml" Target="../ink/ink328.xml"/><Relationship Id="rId139" Type="http://schemas.openxmlformats.org/officeDocument/2006/relationships/customXml" Target="../ink/ink376.xml"/><Relationship Id="rId85" Type="http://schemas.openxmlformats.org/officeDocument/2006/relationships/customXml" Target="../ink/ink349.xml"/><Relationship Id="rId150" Type="http://schemas.openxmlformats.org/officeDocument/2006/relationships/image" Target="../media/image297.png"/><Relationship Id="rId171" Type="http://schemas.openxmlformats.org/officeDocument/2006/relationships/customXml" Target="../ink/ink392.xml"/><Relationship Id="rId192" Type="http://schemas.openxmlformats.org/officeDocument/2006/relationships/image" Target="../media/image318.png"/><Relationship Id="rId206" Type="http://schemas.openxmlformats.org/officeDocument/2006/relationships/image" Target="../media/image325.png"/><Relationship Id="rId227" Type="http://schemas.openxmlformats.org/officeDocument/2006/relationships/customXml" Target="../ink/ink420.xml"/><Relationship Id="rId248" Type="http://schemas.openxmlformats.org/officeDocument/2006/relationships/image" Target="../media/image346.png"/><Relationship Id="rId269" Type="http://schemas.openxmlformats.org/officeDocument/2006/relationships/customXml" Target="../ink/ink441.xml"/><Relationship Id="rId12" Type="http://schemas.openxmlformats.org/officeDocument/2006/relationships/image" Target="../media/image228.png"/><Relationship Id="rId33" Type="http://schemas.openxmlformats.org/officeDocument/2006/relationships/customXml" Target="../ink/ink323.xml"/><Relationship Id="rId108" Type="http://schemas.openxmlformats.org/officeDocument/2006/relationships/image" Target="../media/image276.png"/><Relationship Id="rId129" Type="http://schemas.openxmlformats.org/officeDocument/2006/relationships/customXml" Target="../ink/ink371.xml"/><Relationship Id="rId280" Type="http://schemas.openxmlformats.org/officeDocument/2006/relationships/image" Target="../media/image362.png"/><Relationship Id="rId54" Type="http://schemas.openxmlformats.org/officeDocument/2006/relationships/image" Target="../media/image249.png"/><Relationship Id="rId75" Type="http://schemas.openxmlformats.org/officeDocument/2006/relationships/customXml" Target="../ink/ink344.xml"/><Relationship Id="rId96" Type="http://schemas.openxmlformats.org/officeDocument/2006/relationships/image" Target="../media/image270.png"/><Relationship Id="rId140" Type="http://schemas.openxmlformats.org/officeDocument/2006/relationships/image" Target="../media/image292.png"/><Relationship Id="rId161" Type="http://schemas.openxmlformats.org/officeDocument/2006/relationships/customXml" Target="../ink/ink387.xml"/><Relationship Id="rId182" Type="http://schemas.openxmlformats.org/officeDocument/2006/relationships/image" Target="../media/image313.png"/><Relationship Id="rId217" Type="http://schemas.openxmlformats.org/officeDocument/2006/relationships/customXml" Target="../ink/ink415.xml"/><Relationship Id="rId6" Type="http://schemas.openxmlformats.org/officeDocument/2006/relationships/image" Target="../media/image225.png"/><Relationship Id="rId238" Type="http://schemas.openxmlformats.org/officeDocument/2006/relationships/image" Target="../media/image341.png"/><Relationship Id="rId259" Type="http://schemas.openxmlformats.org/officeDocument/2006/relationships/customXml" Target="../ink/ink436.xml"/><Relationship Id="rId23" Type="http://schemas.openxmlformats.org/officeDocument/2006/relationships/customXml" Target="../ink/ink318.xml"/><Relationship Id="rId119" Type="http://schemas.openxmlformats.org/officeDocument/2006/relationships/customXml" Target="../ink/ink366.xml"/><Relationship Id="rId270" Type="http://schemas.openxmlformats.org/officeDocument/2006/relationships/image" Target="../media/image357.png"/><Relationship Id="rId44" Type="http://schemas.openxmlformats.org/officeDocument/2006/relationships/image" Target="../media/image244.png"/><Relationship Id="rId65" Type="http://schemas.openxmlformats.org/officeDocument/2006/relationships/customXml" Target="../ink/ink339.xml"/><Relationship Id="rId86" Type="http://schemas.openxmlformats.org/officeDocument/2006/relationships/image" Target="../media/image265.png"/><Relationship Id="rId130" Type="http://schemas.openxmlformats.org/officeDocument/2006/relationships/image" Target="../media/image287.png"/><Relationship Id="rId151" Type="http://schemas.openxmlformats.org/officeDocument/2006/relationships/customXml" Target="../ink/ink382.xml"/><Relationship Id="rId172" Type="http://schemas.openxmlformats.org/officeDocument/2006/relationships/image" Target="../media/image308.png"/><Relationship Id="rId193" Type="http://schemas.openxmlformats.org/officeDocument/2006/relationships/customXml" Target="../ink/ink403.xml"/><Relationship Id="rId207" Type="http://schemas.openxmlformats.org/officeDocument/2006/relationships/customXml" Target="../ink/ink410.xml"/><Relationship Id="rId228" Type="http://schemas.openxmlformats.org/officeDocument/2006/relationships/image" Target="../media/image336.png"/><Relationship Id="rId249" Type="http://schemas.openxmlformats.org/officeDocument/2006/relationships/customXml" Target="../ink/ink431.xml"/><Relationship Id="rId13" Type="http://schemas.openxmlformats.org/officeDocument/2006/relationships/customXml" Target="../ink/ink313.xml"/><Relationship Id="rId109" Type="http://schemas.openxmlformats.org/officeDocument/2006/relationships/customXml" Target="../ink/ink361.xml"/><Relationship Id="rId260" Type="http://schemas.openxmlformats.org/officeDocument/2006/relationships/image" Target="../media/image352.png"/><Relationship Id="rId281" Type="http://schemas.openxmlformats.org/officeDocument/2006/relationships/customXml" Target="../ink/ink447.xml"/><Relationship Id="rId34" Type="http://schemas.openxmlformats.org/officeDocument/2006/relationships/image" Target="../media/image239.png"/><Relationship Id="rId55" Type="http://schemas.openxmlformats.org/officeDocument/2006/relationships/customXml" Target="../ink/ink334.xml"/><Relationship Id="rId76" Type="http://schemas.openxmlformats.org/officeDocument/2006/relationships/image" Target="../media/image260.png"/><Relationship Id="rId97" Type="http://schemas.openxmlformats.org/officeDocument/2006/relationships/customXml" Target="../ink/ink355.xml"/><Relationship Id="rId120" Type="http://schemas.openxmlformats.org/officeDocument/2006/relationships/image" Target="../media/image282.png"/><Relationship Id="rId141" Type="http://schemas.openxmlformats.org/officeDocument/2006/relationships/customXml" Target="../ink/ink377.xml"/><Relationship Id="rId7" Type="http://schemas.openxmlformats.org/officeDocument/2006/relationships/customXml" Target="../ink/ink310.xml"/><Relationship Id="rId162" Type="http://schemas.openxmlformats.org/officeDocument/2006/relationships/image" Target="../media/image303.png"/><Relationship Id="rId183" Type="http://schemas.openxmlformats.org/officeDocument/2006/relationships/customXml" Target="../ink/ink398.xml"/><Relationship Id="rId218" Type="http://schemas.openxmlformats.org/officeDocument/2006/relationships/image" Target="../media/image331.png"/><Relationship Id="rId239" Type="http://schemas.openxmlformats.org/officeDocument/2006/relationships/customXml" Target="../ink/ink426.xml"/><Relationship Id="rId250" Type="http://schemas.openxmlformats.org/officeDocument/2006/relationships/image" Target="../media/image347.png"/><Relationship Id="rId271" Type="http://schemas.openxmlformats.org/officeDocument/2006/relationships/customXml" Target="../ink/ink442.xml"/><Relationship Id="rId24" Type="http://schemas.openxmlformats.org/officeDocument/2006/relationships/image" Target="../media/image234.png"/><Relationship Id="rId45" Type="http://schemas.openxmlformats.org/officeDocument/2006/relationships/customXml" Target="../ink/ink329.xml"/><Relationship Id="rId66" Type="http://schemas.openxmlformats.org/officeDocument/2006/relationships/image" Target="../media/image255.png"/><Relationship Id="rId87" Type="http://schemas.openxmlformats.org/officeDocument/2006/relationships/customXml" Target="../ink/ink350.xml"/><Relationship Id="rId110" Type="http://schemas.openxmlformats.org/officeDocument/2006/relationships/image" Target="../media/image277.png"/><Relationship Id="rId131" Type="http://schemas.openxmlformats.org/officeDocument/2006/relationships/customXml" Target="../ink/ink372.xml"/><Relationship Id="rId152" Type="http://schemas.openxmlformats.org/officeDocument/2006/relationships/image" Target="../media/image298.png"/><Relationship Id="rId173" Type="http://schemas.openxmlformats.org/officeDocument/2006/relationships/customXml" Target="../ink/ink393.xml"/><Relationship Id="rId194" Type="http://schemas.openxmlformats.org/officeDocument/2006/relationships/image" Target="../media/image319.png"/><Relationship Id="rId208" Type="http://schemas.openxmlformats.org/officeDocument/2006/relationships/image" Target="../media/image326.png"/><Relationship Id="rId229" Type="http://schemas.openxmlformats.org/officeDocument/2006/relationships/customXml" Target="../ink/ink421.xml"/><Relationship Id="rId240" Type="http://schemas.openxmlformats.org/officeDocument/2006/relationships/image" Target="../media/image342.png"/><Relationship Id="rId261" Type="http://schemas.openxmlformats.org/officeDocument/2006/relationships/customXml" Target="../ink/ink437.xml"/><Relationship Id="rId14" Type="http://schemas.openxmlformats.org/officeDocument/2006/relationships/image" Target="../media/image229.png"/><Relationship Id="rId35" Type="http://schemas.openxmlformats.org/officeDocument/2006/relationships/customXml" Target="../ink/ink324.xml"/><Relationship Id="rId56" Type="http://schemas.openxmlformats.org/officeDocument/2006/relationships/image" Target="../media/image250.png"/><Relationship Id="rId77" Type="http://schemas.openxmlformats.org/officeDocument/2006/relationships/customXml" Target="../ink/ink345.xml"/><Relationship Id="rId100" Type="http://schemas.openxmlformats.org/officeDocument/2006/relationships/image" Target="../media/image272.png"/><Relationship Id="rId282" Type="http://schemas.openxmlformats.org/officeDocument/2006/relationships/image" Target="../media/image363.png"/><Relationship Id="rId8" Type="http://schemas.openxmlformats.org/officeDocument/2006/relationships/image" Target="../media/image226.png"/><Relationship Id="rId98" Type="http://schemas.openxmlformats.org/officeDocument/2006/relationships/image" Target="../media/image271.png"/><Relationship Id="rId121" Type="http://schemas.openxmlformats.org/officeDocument/2006/relationships/customXml" Target="../ink/ink367.xml"/><Relationship Id="rId142" Type="http://schemas.openxmlformats.org/officeDocument/2006/relationships/image" Target="../media/image293.png"/><Relationship Id="rId163" Type="http://schemas.openxmlformats.org/officeDocument/2006/relationships/customXml" Target="../ink/ink388.xml"/><Relationship Id="rId184" Type="http://schemas.openxmlformats.org/officeDocument/2006/relationships/image" Target="../media/image314.png"/><Relationship Id="rId219" Type="http://schemas.openxmlformats.org/officeDocument/2006/relationships/customXml" Target="../ink/ink416.xml"/><Relationship Id="rId230" Type="http://schemas.openxmlformats.org/officeDocument/2006/relationships/image" Target="../media/image337.png"/><Relationship Id="rId251" Type="http://schemas.openxmlformats.org/officeDocument/2006/relationships/customXml" Target="../ink/ink432.xml"/><Relationship Id="rId25" Type="http://schemas.openxmlformats.org/officeDocument/2006/relationships/customXml" Target="../ink/ink319.xml"/><Relationship Id="rId46" Type="http://schemas.openxmlformats.org/officeDocument/2006/relationships/image" Target="../media/image245.png"/><Relationship Id="rId67" Type="http://schemas.openxmlformats.org/officeDocument/2006/relationships/customXml" Target="../ink/ink340.xml"/><Relationship Id="rId272" Type="http://schemas.openxmlformats.org/officeDocument/2006/relationships/image" Target="../media/image358.png"/><Relationship Id="rId88" Type="http://schemas.openxmlformats.org/officeDocument/2006/relationships/image" Target="../media/image266.png"/><Relationship Id="rId111" Type="http://schemas.openxmlformats.org/officeDocument/2006/relationships/customXml" Target="../ink/ink362.xml"/><Relationship Id="rId132" Type="http://schemas.openxmlformats.org/officeDocument/2006/relationships/image" Target="../media/image288.png"/><Relationship Id="rId153" Type="http://schemas.openxmlformats.org/officeDocument/2006/relationships/customXml" Target="../ink/ink383.xml"/><Relationship Id="rId174" Type="http://schemas.openxmlformats.org/officeDocument/2006/relationships/image" Target="../media/image309.png"/><Relationship Id="rId195" Type="http://schemas.openxmlformats.org/officeDocument/2006/relationships/customXml" Target="../ink/ink404.xml"/><Relationship Id="rId209" Type="http://schemas.openxmlformats.org/officeDocument/2006/relationships/customXml" Target="../ink/ink411.xml"/><Relationship Id="rId220" Type="http://schemas.openxmlformats.org/officeDocument/2006/relationships/image" Target="../media/image332.png"/><Relationship Id="rId241" Type="http://schemas.openxmlformats.org/officeDocument/2006/relationships/customXml" Target="../ink/ink427.xml"/><Relationship Id="rId15" Type="http://schemas.openxmlformats.org/officeDocument/2006/relationships/customXml" Target="../ink/ink314.xml"/><Relationship Id="rId36" Type="http://schemas.openxmlformats.org/officeDocument/2006/relationships/image" Target="../media/image240.png"/><Relationship Id="rId57" Type="http://schemas.openxmlformats.org/officeDocument/2006/relationships/customXml" Target="../ink/ink335.xml"/><Relationship Id="rId262" Type="http://schemas.openxmlformats.org/officeDocument/2006/relationships/image" Target="../media/image353.png"/><Relationship Id="rId283" Type="http://schemas.openxmlformats.org/officeDocument/2006/relationships/customXml" Target="../ink/ink448.xml"/><Relationship Id="rId78" Type="http://schemas.openxmlformats.org/officeDocument/2006/relationships/image" Target="../media/image261.png"/><Relationship Id="rId99" Type="http://schemas.openxmlformats.org/officeDocument/2006/relationships/customXml" Target="../ink/ink356.xml"/><Relationship Id="rId101" Type="http://schemas.openxmlformats.org/officeDocument/2006/relationships/customXml" Target="../ink/ink357.xml"/><Relationship Id="rId122" Type="http://schemas.openxmlformats.org/officeDocument/2006/relationships/image" Target="../media/image283.png"/><Relationship Id="rId143" Type="http://schemas.openxmlformats.org/officeDocument/2006/relationships/customXml" Target="../ink/ink378.xml"/><Relationship Id="rId164" Type="http://schemas.openxmlformats.org/officeDocument/2006/relationships/image" Target="../media/image304.png"/><Relationship Id="rId185" Type="http://schemas.openxmlformats.org/officeDocument/2006/relationships/customXml" Target="../ink/ink399.xml"/><Relationship Id="rId9" Type="http://schemas.openxmlformats.org/officeDocument/2006/relationships/customXml" Target="../ink/ink311.xml"/><Relationship Id="rId210" Type="http://schemas.openxmlformats.org/officeDocument/2006/relationships/image" Target="../media/image327.png"/><Relationship Id="rId26" Type="http://schemas.openxmlformats.org/officeDocument/2006/relationships/image" Target="../media/image235.png"/><Relationship Id="rId231" Type="http://schemas.openxmlformats.org/officeDocument/2006/relationships/customXml" Target="../ink/ink422.xml"/><Relationship Id="rId252" Type="http://schemas.openxmlformats.org/officeDocument/2006/relationships/image" Target="../media/image348.png"/><Relationship Id="rId273" Type="http://schemas.openxmlformats.org/officeDocument/2006/relationships/customXml" Target="../ink/ink443.xml"/><Relationship Id="rId47" Type="http://schemas.openxmlformats.org/officeDocument/2006/relationships/customXml" Target="../ink/ink330.xml"/><Relationship Id="rId68" Type="http://schemas.openxmlformats.org/officeDocument/2006/relationships/image" Target="../media/image256.png"/><Relationship Id="rId89" Type="http://schemas.openxmlformats.org/officeDocument/2006/relationships/customXml" Target="../ink/ink351.xml"/><Relationship Id="rId112" Type="http://schemas.openxmlformats.org/officeDocument/2006/relationships/image" Target="../media/image278.png"/><Relationship Id="rId133" Type="http://schemas.openxmlformats.org/officeDocument/2006/relationships/customXml" Target="../ink/ink373.xml"/><Relationship Id="rId154" Type="http://schemas.openxmlformats.org/officeDocument/2006/relationships/image" Target="../media/image299.png"/><Relationship Id="rId175" Type="http://schemas.openxmlformats.org/officeDocument/2006/relationships/customXml" Target="../ink/ink394.xml"/><Relationship Id="rId196" Type="http://schemas.openxmlformats.org/officeDocument/2006/relationships/image" Target="../media/image320.png"/><Relationship Id="rId200" Type="http://schemas.openxmlformats.org/officeDocument/2006/relationships/image" Target="../media/image322.png"/><Relationship Id="rId16" Type="http://schemas.openxmlformats.org/officeDocument/2006/relationships/image" Target="../media/image230.png"/><Relationship Id="rId221" Type="http://schemas.openxmlformats.org/officeDocument/2006/relationships/customXml" Target="../ink/ink417.xml"/><Relationship Id="rId242" Type="http://schemas.openxmlformats.org/officeDocument/2006/relationships/image" Target="../media/image343.png"/><Relationship Id="rId263" Type="http://schemas.openxmlformats.org/officeDocument/2006/relationships/customXml" Target="../ink/ink438.xml"/><Relationship Id="rId284" Type="http://schemas.openxmlformats.org/officeDocument/2006/relationships/image" Target="../media/image364.png"/><Relationship Id="rId37" Type="http://schemas.openxmlformats.org/officeDocument/2006/relationships/customXml" Target="../ink/ink325.xml"/><Relationship Id="rId58" Type="http://schemas.openxmlformats.org/officeDocument/2006/relationships/image" Target="../media/image251.png"/><Relationship Id="rId79" Type="http://schemas.openxmlformats.org/officeDocument/2006/relationships/customXml" Target="../ink/ink346.xml"/><Relationship Id="rId102" Type="http://schemas.openxmlformats.org/officeDocument/2006/relationships/image" Target="../media/image273.png"/><Relationship Id="rId123" Type="http://schemas.openxmlformats.org/officeDocument/2006/relationships/customXml" Target="../ink/ink368.xml"/><Relationship Id="rId144" Type="http://schemas.openxmlformats.org/officeDocument/2006/relationships/image" Target="../media/image294.png"/><Relationship Id="rId90" Type="http://schemas.openxmlformats.org/officeDocument/2006/relationships/image" Target="../media/image267.png"/><Relationship Id="rId165" Type="http://schemas.openxmlformats.org/officeDocument/2006/relationships/customXml" Target="../ink/ink389.xml"/><Relationship Id="rId186" Type="http://schemas.openxmlformats.org/officeDocument/2006/relationships/image" Target="../media/image315.png"/><Relationship Id="rId211" Type="http://schemas.openxmlformats.org/officeDocument/2006/relationships/customXml" Target="../ink/ink412.xml"/><Relationship Id="rId232" Type="http://schemas.openxmlformats.org/officeDocument/2006/relationships/image" Target="../media/image338.png"/><Relationship Id="rId253" Type="http://schemas.openxmlformats.org/officeDocument/2006/relationships/customXml" Target="../ink/ink433.xml"/><Relationship Id="rId274" Type="http://schemas.openxmlformats.org/officeDocument/2006/relationships/image" Target="../media/image359.png"/><Relationship Id="rId27" Type="http://schemas.openxmlformats.org/officeDocument/2006/relationships/customXml" Target="../ink/ink320.xml"/><Relationship Id="rId48" Type="http://schemas.openxmlformats.org/officeDocument/2006/relationships/image" Target="../media/image246.png"/><Relationship Id="rId69" Type="http://schemas.openxmlformats.org/officeDocument/2006/relationships/customXml" Target="../ink/ink341.xml"/><Relationship Id="rId113" Type="http://schemas.openxmlformats.org/officeDocument/2006/relationships/customXml" Target="../ink/ink363.xml"/><Relationship Id="rId134" Type="http://schemas.openxmlformats.org/officeDocument/2006/relationships/image" Target="../media/image289.png"/><Relationship Id="rId80" Type="http://schemas.openxmlformats.org/officeDocument/2006/relationships/image" Target="../media/image262.png"/><Relationship Id="rId155" Type="http://schemas.openxmlformats.org/officeDocument/2006/relationships/customXml" Target="../ink/ink384.xml"/><Relationship Id="rId176" Type="http://schemas.openxmlformats.org/officeDocument/2006/relationships/image" Target="../media/image310.png"/><Relationship Id="rId197" Type="http://schemas.openxmlformats.org/officeDocument/2006/relationships/customXml" Target="../ink/ink405.xml"/><Relationship Id="rId201" Type="http://schemas.openxmlformats.org/officeDocument/2006/relationships/customXml" Target="../ink/ink407.xml"/><Relationship Id="rId222" Type="http://schemas.openxmlformats.org/officeDocument/2006/relationships/image" Target="../media/image333.png"/><Relationship Id="rId243" Type="http://schemas.openxmlformats.org/officeDocument/2006/relationships/customXml" Target="../ink/ink428.xml"/><Relationship Id="rId264" Type="http://schemas.openxmlformats.org/officeDocument/2006/relationships/image" Target="../media/image354.png"/><Relationship Id="rId285" Type="http://schemas.openxmlformats.org/officeDocument/2006/relationships/customXml" Target="../ink/ink449.xml"/><Relationship Id="rId17" Type="http://schemas.openxmlformats.org/officeDocument/2006/relationships/customXml" Target="../ink/ink315.xml"/><Relationship Id="rId38" Type="http://schemas.openxmlformats.org/officeDocument/2006/relationships/image" Target="../media/image241.png"/><Relationship Id="rId59" Type="http://schemas.openxmlformats.org/officeDocument/2006/relationships/customXml" Target="../ink/ink336.xml"/><Relationship Id="rId103" Type="http://schemas.openxmlformats.org/officeDocument/2006/relationships/customXml" Target="../ink/ink358.xml"/><Relationship Id="rId124" Type="http://schemas.openxmlformats.org/officeDocument/2006/relationships/image" Target="../media/image284.png"/><Relationship Id="rId70" Type="http://schemas.openxmlformats.org/officeDocument/2006/relationships/image" Target="../media/image257.png"/><Relationship Id="rId91" Type="http://schemas.openxmlformats.org/officeDocument/2006/relationships/customXml" Target="../ink/ink352.xml"/><Relationship Id="rId145" Type="http://schemas.openxmlformats.org/officeDocument/2006/relationships/customXml" Target="../ink/ink379.xml"/><Relationship Id="rId166" Type="http://schemas.openxmlformats.org/officeDocument/2006/relationships/image" Target="../media/image305.png"/><Relationship Id="rId187" Type="http://schemas.openxmlformats.org/officeDocument/2006/relationships/customXml" Target="../ink/ink400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328.png"/><Relationship Id="rId233" Type="http://schemas.openxmlformats.org/officeDocument/2006/relationships/customXml" Target="../ink/ink423.xml"/><Relationship Id="rId254" Type="http://schemas.openxmlformats.org/officeDocument/2006/relationships/image" Target="../media/image349.png"/><Relationship Id="rId28" Type="http://schemas.openxmlformats.org/officeDocument/2006/relationships/image" Target="../media/image236.png"/><Relationship Id="rId49" Type="http://schemas.openxmlformats.org/officeDocument/2006/relationships/customXml" Target="../ink/ink331.xml"/><Relationship Id="rId114" Type="http://schemas.openxmlformats.org/officeDocument/2006/relationships/image" Target="../media/image279.png"/><Relationship Id="rId275" Type="http://schemas.openxmlformats.org/officeDocument/2006/relationships/customXml" Target="../ink/ink444.xml"/><Relationship Id="rId60" Type="http://schemas.openxmlformats.org/officeDocument/2006/relationships/image" Target="../media/image252.png"/><Relationship Id="rId81" Type="http://schemas.openxmlformats.org/officeDocument/2006/relationships/customXml" Target="../ink/ink347.xml"/><Relationship Id="rId135" Type="http://schemas.openxmlformats.org/officeDocument/2006/relationships/customXml" Target="../ink/ink374.xml"/><Relationship Id="rId156" Type="http://schemas.openxmlformats.org/officeDocument/2006/relationships/image" Target="../media/image300.png"/><Relationship Id="rId177" Type="http://schemas.openxmlformats.org/officeDocument/2006/relationships/customXml" Target="../ink/ink395.xml"/><Relationship Id="rId198" Type="http://schemas.openxmlformats.org/officeDocument/2006/relationships/image" Target="../media/image321.png"/><Relationship Id="rId202" Type="http://schemas.openxmlformats.org/officeDocument/2006/relationships/image" Target="../media/image323.png"/><Relationship Id="rId223" Type="http://schemas.openxmlformats.org/officeDocument/2006/relationships/customXml" Target="../ink/ink418.xml"/><Relationship Id="rId244" Type="http://schemas.openxmlformats.org/officeDocument/2006/relationships/image" Target="../media/image344.png"/><Relationship Id="rId18" Type="http://schemas.openxmlformats.org/officeDocument/2006/relationships/image" Target="../media/image231.png"/><Relationship Id="rId39" Type="http://schemas.openxmlformats.org/officeDocument/2006/relationships/customXml" Target="../ink/ink326.xml"/><Relationship Id="rId265" Type="http://schemas.openxmlformats.org/officeDocument/2006/relationships/customXml" Target="../ink/ink439.xml"/><Relationship Id="rId286" Type="http://schemas.openxmlformats.org/officeDocument/2006/relationships/image" Target="../media/image365.png"/><Relationship Id="rId50" Type="http://schemas.openxmlformats.org/officeDocument/2006/relationships/image" Target="../media/image247.png"/><Relationship Id="rId104" Type="http://schemas.openxmlformats.org/officeDocument/2006/relationships/image" Target="../media/image274.png"/><Relationship Id="rId125" Type="http://schemas.openxmlformats.org/officeDocument/2006/relationships/customXml" Target="../ink/ink369.xml"/><Relationship Id="rId146" Type="http://schemas.openxmlformats.org/officeDocument/2006/relationships/image" Target="../media/image295.png"/><Relationship Id="rId167" Type="http://schemas.openxmlformats.org/officeDocument/2006/relationships/customXml" Target="../ink/ink390.xml"/><Relationship Id="rId188" Type="http://schemas.openxmlformats.org/officeDocument/2006/relationships/image" Target="../media/image316.png"/><Relationship Id="rId71" Type="http://schemas.openxmlformats.org/officeDocument/2006/relationships/customXml" Target="../ink/ink342.xml"/><Relationship Id="rId92" Type="http://schemas.openxmlformats.org/officeDocument/2006/relationships/image" Target="../media/image268.png"/><Relationship Id="rId213" Type="http://schemas.openxmlformats.org/officeDocument/2006/relationships/customXml" Target="../ink/ink413.xml"/><Relationship Id="rId234" Type="http://schemas.openxmlformats.org/officeDocument/2006/relationships/image" Target="../media/image339.png"/><Relationship Id="rId2" Type="http://schemas.openxmlformats.org/officeDocument/2006/relationships/image" Target="../media/image208.png"/><Relationship Id="rId29" Type="http://schemas.openxmlformats.org/officeDocument/2006/relationships/customXml" Target="../ink/ink321.xml"/><Relationship Id="rId255" Type="http://schemas.openxmlformats.org/officeDocument/2006/relationships/customXml" Target="../ink/ink434.xml"/><Relationship Id="rId276" Type="http://schemas.openxmlformats.org/officeDocument/2006/relationships/image" Target="../media/image360.png"/><Relationship Id="rId40" Type="http://schemas.openxmlformats.org/officeDocument/2006/relationships/image" Target="../media/image242.png"/><Relationship Id="rId115" Type="http://schemas.openxmlformats.org/officeDocument/2006/relationships/customXml" Target="../ink/ink364.xml"/><Relationship Id="rId136" Type="http://schemas.openxmlformats.org/officeDocument/2006/relationships/image" Target="../media/image290.png"/><Relationship Id="rId157" Type="http://schemas.openxmlformats.org/officeDocument/2006/relationships/customXml" Target="../ink/ink385.xml"/><Relationship Id="rId178" Type="http://schemas.openxmlformats.org/officeDocument/2006/relationships/image" Target="../media/image311.png"/><Relationship Id="rId61" Type="http://schemas.openxmlformats.org/officeDocument/2006/relationships/customXml" Target="../ink/ink337.xml"/><Relationship Id="rId82" Type="http://schemas.openxmlformats.org/officeDocument/2006/relationships/image" Target="../media/image263.png"/><Relationship Id="rId199" Type="http://schemas.openxmlformats.org/officeDocument/2006/relationships/customXml" Target="../ink/ink406.xml"/><Relationship Id="rId203" Type="http://schemas.openxmlformats.org/officeDocument/2006/relationships/customXml" Target="../ink/ink408.xml"/><Relationship Id="rId19" Type="http://schemas.openxmlformats.org/officeDocument/2006/relationships/customXml" Target="../ink/ink316.xml"/><Relationship Id="rId224" Type="http://schemas.openxmlformats.org/officeDocument/2006/relationships/image" Target="../media/image334.png"/><Relationship Id="rId245" Type="http://schemas.openxmlformats.org/officeDocument/2006/relationships/customXml" Target="../ink/ink429.xml"/><Relationship Id="rId266" Type="http://schemas.openxmlformats.org/officeDocument/2006/relationships/image" Target="../media/image355.png"/><Relationship Id="rId30" Type="http://schemas.openxmlformats.org/officeDocument/2006/relationships/image" Target="../media/image237.png"/><Relationship Id="rId105" Type="http://schemas.openxmlformats.org/officeDocument/2006/relationships/customXml" Target="../ink/ink359.xml"/><Relationship Id="rId126" Type="http://schemas.openxmlformats.org/officeDocument/2006/relationships/image" Target="../media/image285.png"/><Relationship Id="rId147" Type="http://schemas.openxmlformats.org/officeDocument/2006/relationships/customXml" Target="../ink/ink380.xml"/><Relationship Id="rId168" Type="http://schemas.openxmlformats.org/officeDocument/2006/relationships/image" Target="../media/image306.png"/><Relationship Id="rId51" Type="http://schemas.openxmlformats.org/officeDocument/2006/relationships/customXml" Target="../ink/ink332.xml"/><Relationship Id="rId72" Type="http://schemas.openxmlformats.org/officeDocument/2006/relationships/image" Target="../media/image258.png"/><Relationship Id="rId93" Type="http://schemas.openxmlformats.org/officeDocument/2006/relationships/customXml" Target="../ink/ink353.xml"/><Relationship Id="rId189" Type="http://schemas.openxmlformats.org/officeDocument/2006/relationships/customXml" Target="../ink/ink401.xml"/><Relationship Id="rId3" Type="http://schemas.openxmlformats.org/officeDocument/2006/relationships/customXml" Target="../ink/ink308.xml"/><Relationship Id="rId214" Type="http://schemas.openxmlformats.org/officeDocument/2006/relationships/image" Target="../media/image329.png"/><Relationship Id="rId235" Type="http://schemas.openxmlformats.org/officeDocument/2006/relationships/customXml" Target="../ink/ink424.xml"/><Relationship Id="rId256" Type="http://schemas.openxmlformats.org/officeDocument/2006/relationships/image" Target="../media/image350.png"/><Relationship Id="rId277" Type="http://schemas.openxmlformats.org/officeDocument/2006/relationships/customXml" Target="../ink/ink445.xml"/><Relationship Id="rId116" Type="http://schemas.openxmlformats.org/officeDocument/2006/relationships/image" Target="../media/image280.png"/><Relationship Id="rId137" Type="http://schemas.openxmlformats.org/officeDocument/2006/relationships/customXml" Target="../ink/ink375.xml"/><Relationship Id="rId158" Type="http://schemas.openxmlformats.org/officeDocument/2006/relationships/image" Target="../media/image301.png"/><Relationship Id="rId20" Type="http://schemas.openxmlformats.org/officeDocument/2006/relationships/image" Target="../media/image232.png"/><Relationship Id="rId41" Type="http://schemas.openxmlformats.org/officeDocument/2006/relationships/customXml" Target="../ink/ink327.xml"/><Relationship Id="rId62" Type="http://schemas.openxmlformats.org/officeDocument/2006/relationships/image" Target="../media/image253.png"/><Relationship Id="rId83" Type="http://schemas.openxmlformats.org/officeDocument/2006/relationships/customXml" Target="../ink/ink348.xml"/><Relationship Id="rId179" Type="http://schemas.openxmlformats.org/officeDocument/2006/relationships/customXml" Target="../ink/ink396.xml"/><Relationship Id="rId190" Type="http://schemas.openxmlformats.org/officeDocument/2006/relationships/image" Target="../media/image317.png"/><Relationship Id="rId204" Type="http://schemas.openxmlformats.org/officeDocument/2006/relationships/image" Target="../media/image324.png"/><Relationship Id="rId225" Type="http://schemas.openxmlformats.org/officeDocument/2006/relationships/customXml" Target="../ink/ink419.xml"/><Relationship Id="rId246" Type="http://schemas.openxmlformats.org/officeDocument/2006/relationships/image" Target="../media/image345.png"/><Relationship Id="rId267" Type="http://schemas.openxmlformats.org/officeDocument/2006/relationships/customXml" Target="../ink/ink440.xml"/><Relationship Id="rId106" Type="http://schemas.openxmlformats.org/officeDocument/2006/relationships/image" Target="../media/image275.png"/><Relationship Id="rId127" Type="http://schemas.openxmlformats.org/officeDocument/2006/relationships/customXml" Target="../ink/ink370.xml"/><Relationship Id="rId10" Type="http://schemas.openxmlformats.org/officeDocument/2006/relationships/image" Target="../media/image227.png"/><Relationship Id="rId31" Type="http://schemas.openxmlformats.org/officeDocument/2006/relationships/customXml" Target="../ink/ink322.xml"/><Relationship Id="rId52" Type="http://schemas.openxmlformats.org/officeDocument/2006/relationships/image" Target="../media/image248.png"/><Relationship Id="rId73" Type="http://schemas.openxmlformats.org/officeDocument/2006/relationships/customXml" Target="../ink/ink343.xml"/><Relationship Id="rId94" Type="http://schemas.openxmlformats.org/officeDocument/2006/relationships/image" Target="../media/image269.png"/><Relationship Id="rId148" Type="http://schemas.openxmlformats.org/officeDocument/2006/relationships/image" Target="../media/image296.png"/><Relationship Id="rId169" Type="http://schemas.openxmlformats.org/officeDocument/2006/relationships/customXml" Target="../ink/ink391.xml"/><Relationship Id="rId4" Type="http://schemas.openxmlformats.org/officeDocument/2006/relationships/image" Target="../media/image224.png"/><Relationship Id="rId180" Type="http://schemas.openxmlformats.org/officeDocument/2006/relationships/image" Target="../media/image312.png"/><Relationship Id="rId215" Type="http://schemas.openxmlformats.org/officeDocument/2006/relationships/customXml" Target="../ink/ink414.xml"/><Relationship Id="rId236" Type="http://schemas.openxmlformats.org/officeDocument/2006/relationships/image" Target="../media/image340.png"/><Relationship Id="rId257" Type="http://schemas.openxmlformats.org/officeDocument/2006/relationships/customXml" Target="../ink/ink435.xml"/><Relationship Id="rId278" Type="http://schemas.openxmlformats.org/officeDocument/2006/relationships/image" Target="../media/image361.png"/><Relationship Id="rId42" Type="http://schemas.openxmlformats.org/officeDocument/2006/relationships/image" Target="../media/image243.png"/><Relationship Id="rId84" Type="http://schemas.openxmlformats.org/officeDocument/2006/relationships/image" Target="../media/image264.png"/><Relationship Id="rId138" Type="http://schemas.openxmlformats.org/officeDocument/2006/relationships/image" Target="../media/image291.png"/><Relationship Id="rId191" Type="http://schemas.openxmlformats.org/officeDocument/2006/relationships/customXml" Target="../ink/ink402.xml"/><Relationship Id="rId205" Type="http://schemas.openxmlformats.org/officeDocument/2006/relationships/customXml" Target="../ink/ink409.xml"/><Relationship Id="rId247" Type="http://schemas.openxmlformats.org/officeDocument/2006/relationships/customXml" Target="../ink/ink430.xml"/><Relationship Id="rId107" Type="http://schemas.openxmlformats.org/officeDocument/2006/relationships/customXml" Target="../ink/ink360.xml"/><Relationship Id="rId11" Type="http://schemas.openxmlformats.org/officeDocument/2006/relationships/customXml" Target="../ink/ink312.xml"/><Relationship Id="rId53" Type="http://schemas.openxmlformats.org/officeDocument/2006/relationships/customXml" Target="../ink/ink333.xml"/><Relationship Id="rId149" Type="http://schemas.openxmlformats.org/officeDocument/2006/relationships/customXml" Target="../ink/ink381.xml"/><Relationship Id="rId95" Type="http://schemas.openxmlformats.org/officeDocument/2006/relationships/customXml" Target="../ink/ink354.xml"/><Relationship Id="rId160" Type="http://schemas.openxmlformats.org/officeDocument/2006/relationships/image" Target="../media/image302.png"/><Relationship Id="rId216" Type="http://schemas.openxmlformats.org/officeDocument/2006/relationships/image" Target="../media/image330.png"/><Relationship Id="rId258" Type="http://schemas.openxmlformats.org/officeDocument/2006/relationships/image" Target="../media/image351.png"/><Relationship Id="rId22" Type="http://schemas.openxmlformats.org/officeDocument/2006/relationships/image" Target="../media/image233.png"/><Relationship Id="rId64" Type="http://schemas.openxmlformats.org/officeDocument/2006/relationships/image" Target="../media/image254.png"/><Relationship Id="rId118" Type="http://schemas.openxmlformats.org/officeDocument/2006/relationships/image" Target="../media/image28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452.xml"/><Relationship Id="rId13" Type="http://schemas.openxmlformats.org/officeDocument/2006/relationships/image" Target="../media/image372.png"/><Relationship Id="rId18" Type="http://schemas.openxmlformats.org/officeDocument/2006/relationships/customXml" Target="../ink/ink457.xml"/><Relationship Id="rId26" Type="http://schemas.openxmlformats.org/officeDocument/2006/relationships/customXml" Target="../ink/ink461.xml"/><Relationship Id="rId3" Type="http://schemas.openxmlformats.org/officeDocument/2006/relationships/image" Target="../media/image367.png"/><Relationship Id="rId21" Type="http://schemas.openxmlformats.org/officeDocument/2006/relationships/image" Target="../media/image376.png"/><Relationship Id="rId7" Type="http://schemas.openxmlformats.org/officeDocument/2006/relationships/image" Target="../media/image369.png"/><Relationship Id="rId12" Type="http://schemas.openxmlformats.org/officeDocument/2006/relationships/customXml" Target="../ink/ink454.xml"/><Relationship Id="rId17" Type="http://schemas.openxmlformats.org/officeDocument/2006/relationships/image" Target="../media/image374.png"/><Relationship Id="rId25" Type="http://schemas.openxmlformats.org/officeDocument/2006/relationships/image" Target="../media/image378.png"/><Relationship Id="rId2" Type="http://schemas.openxmlformats.org/officeDocument/2006/relationships/image" Target="../media/image366.png"/><Relationship Id="rId16" Type="http://schemas.openxmlformats.org/officeDocument/2006/relationships/customXml" Target="../ink/ink456.xml"/><Relationship Id="rId20" Type="http://schemas.openxmlformats.org/officeDocument/2006/relationships/customXml" Target="../ink/ink458.xml"/><Relationship Id="rId29" Type="http://schemas.openxmlformats.org/officeDocument/2006/relationships/image" Target="../media/image38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51.xml"/><Relationship Id="rId11" Type="http://schemas.openxmlformats.org/officeDocument/2006/relationships/image" Target="../media/image371.png"/><Relationship Id="rId24" Type="http://schemas.openxmlformats.org/officeDocument/2006/relationships/customXml" Target="../ink/ink460.xml"/><Relationship Id="rId5" Type="http://schemas.openxmlformats.org/officeDocument/2006/relationships/image" Target="../media/image368.png"/><Relationship Id="rId15" Type="http://schemas.openxmlformats.org/officeDocument/2006/relationships/image" Target="../media/image373.png"/><Relationship Id="rId23" Type="http://schemas.openxmlformats.org/officeDocument/2006/relationships/image" Target="../media/image377.png"/><Relationship Id="rId28" Type="http://schemas.openxmlformats.org/officeDocument/2006/relationships/customXml" Target="../ink/ink462.xml"/><Relationship Id="rId10" Type="http://schemas.openxmlformats.org/officeDocument/2006/relationships/customXml" Target="../ink/ink453.xml"/><Relationship Id="rId19" Type="http://schemas.openxmlformats.org/officeDocument/2006/relationships/image" Target="../media/image375.png"/><Relationship Id="rId4" Type="http://schemas.openxmlformats.org/officeDocument/2006/relationships/customXml" Target="../ink/ink450.xml"/><Relationship Id="rId9" Type="http://schemas.openxmlformats.org/officeDocument/2006/relationships/image" Target="../media/image370.png"/><Relationship Id="rId14" Type="http://schemas.openxmlformats.org/officeDocument/2006/relationships/customXml" Target="../ink/ink455.xml"/><Relationship Id="rId22" Type="http://schemas.openxmlformats.org/officeDocument/2006/relationships/customXml" Target="../ink/ink459.xml"/><Relationship Id="rId27" Type="http://schemas.openxmlformats.org/officeDocument/2006/relationships/image" Target="../media/image379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20.xml"/><Relationship Id="rId21" Type="http://schemas.openxmlformats.org/officeDocument/2006/relationships/customXml" Target="../ink/ink472.xml"/><Relationship Id="rId42" Type="http://schemas.openxmlformats.org/officeDocument/2006/relationships/image" Target="../media/image401.png"/><Relationship Id="rId63" Type="http://schemas.openxmlformats.org/officeDocument/2006/relationships/customXml" Target="../ink/ink493.xml"/><Relationship Id="rId84" Type="http://schemas.openxmlformats.org/officeDocument/2006/relationships/image" Target="../media/image422.png"/><Relationship Id="rId138" Type="http://schemas.openxmlformats.org/officeDocument/2006/relationships/image" Target="../media/image449.png"/><Relationship Id="rId159" Type="http://schemas.openxmlformats.org/officeDocument/2006/relationships/customXml" Target="../ink/ink541.xml"/><Relationship Id="rId170" Type="http://schemas.openxmlformats.org/officeDocument/2006/relationships/image" Target="../media/image465.png"/><Relationship Id="rId191" Type="http://schemas.openxmlformats.org/officeDocument/2006/relationships/customXml" Target="../ink/ink557.xml"/><Relationship Id="rId205" Type="http://schemas.openxmlformats.org/officeDocument/2006/relationships/customXml" Target="../ink/ink564.xml"/><Relationship Id="rId107" Type="http://schemas.openxmlformats.org/officeDocument/2006/relationships/customXml" Target="../ink/ink515.xml"/><Relationship Id="rId11" Type="http://schemas.openxmlformats.org/officeDocument/2006/relationships/customXml" Target="../ink/ink467.xml"/><Relationship Id="rId32" Type="http://schemas.openxmlformats.org/officeDocument/2006/relationships/image" Target="../media/image396.png"/><Relationship Id="rId53" Type="http://schemas.openxmlformats.org/officeDocument/2006/relationships/customXml" Target="../ink/ink488.xml"/><Relationship Id="rId74" Type="http://schemas.openxmlformats.org/officeDocument/2006/relationships/image" Target="../media/image417.png"/><Relationship Id="rId128" Type="http://schemas.openxmlformats.org/officeDocument/2006/relationships/image" Target="../media/image444.png"/><Relationship Id="rId149" Type="http://schemas.openxmlformats.org/officeDocument/2006/relationships/customXml" Target="../ink/ink536.xml"/><Relationship Id="rId5" Type="http://schemas.openxmlformats.org/officeDocument/2006/relationships/customXml" Target="../ink/ink464.xml"/><Relationship Id="rId95" Type="http://schemas.openxmlformats.org/officeDocument/2006/relationships/customXml" Target="../ink/ink509.xml"/><Relationship Id="rId160" Type="http://schemas.openxmlformats.org/officeDocument/2006/relationships/image" Target="../media/image460.png"/><Relationship Id="rId181" Type="http://schemas.openxmlformats.org/officeDocument/2006/relationships/customXml" Target="../ink/ink552.xml"/><Relationship Id="rId216" Type="http://schemas.openxmlformats.org/officeDocument/2006/relationships/image" Target="../media/image488.png"/><Relationship Id="rId22" Type="http://schemas.openxmlformats.org/officeDocument/2006/relationships/image" Target="../media/image391.png"/><Relationship Id="rId43" Type="http://schemas.openxmlformats.org/officeDocument/2006/relationships/customXml" Target="../ink/ink483.xml"/><Relationship Id="rId64" Type="http://schemas.openxmlformats.org/officeDocument/2006/relationships/image" Target="../media/image412.png"/><Relationship Id="rId118" Type="http://schemas.openxmlformats.org/officeDocument/2006/relationships/image" Target="../media/image439.png"/><Relationship Id="rId139" Type="http://schemas.openxmlformats.org/officeDocument/2006/relationships/customXml" Target="../ink/ink531.xml"/><Relationship Id="rId85" Type="http://schemas.openxmlformats.org/officeDocument/2006/relationships/customXml" Target="../ink/ink504.xml"/><Relationship Id="rId150" Type="http://schemas.openxmlformats.org/officeDocument/2006/relationships/image" Target="../media/image455.png"/><Relationship Id="rId171" Type="http://schemas.openxmlformats.org/officeDocument/2006/relationships/customXml" Target="../ink/ink547.xml"/><Relationship Id="rId192" Type="http://schemas.openxmlformats.org/officeDocument/2006/relationships/image" Target="../media/image476.png"/><Relationship Id="rId206" Type="http://schemas.openxmlformats.org/officeDocument/2006/relationships/image" Target="../media/image483.png"/><Relationship Id="rId12" Type="http://schemas.openxmlformats.org/officeDocument/2006/relationships/image" Target="../media/image386.png"/><Relationship Id="rId33" Type="http://schemas.openxmlformats.org/officeDocument/2006/relationships/customXml" Target="../ink/ink478.xml"/><Relationship Id="rId108" Type="http://schemas.openxmlformats.org/officeDocument/2006/relationships/image" Target="../media/image434.png"/><Relationship Id="rId129" Type="http://schemas.openxmlformats.org/officeDocument/2006/relationships/customXml" Target="../ink/ink526.xml"/><Relationship Id="rId54" Type="http://schemas.openxmlformats.org/officeDocument/2006/relationships/image" Target="../media/image407.png"/><Relationship Id="rId75" Type="http://schemas.openxmlformats.org/officeDocument/2006/relationships/customXml" Target="../ink/ink499.xml"/><Relationship Id="rId96" Type="http://schemas.openxmlformats.org/officeDocument/2006/relationships/image" Target="../media/image428.png"/><Relationship Id="rId140" Type="http://schemas.openxmlformats.org/officeDocument/2006/relationships/image" Target="../media/image450.png"/><Relationship Id="rId161" Type="http://schemas.openxmlformats.org/officeDocument/2006/relationships/customXml" Target="../ink/ink542.xml"/><Relationship Id="rId182" Type="http://schemas.openxmlformats.org/officeDocument/2006/relationships/image" Target="../media/image471.png"/><Relationship Id="rId217" Type="http://schemas.openxmlformats.org/officeDocument/2006/relationships/customXml" Target="../ink/ink570.xml"/><Relationship Id="rId6" Type="http://schemas.openxmlformats.org/officeDocument/2006/relationships/image" Target="../media/image383.png"/><Relationship Id="rId23" Type="http://schemas.openxmlformats.org/officeDocument/2006/relationships/customXml" Target="../ink/ink473.xml"/><Relationship Id="rId119" Type="http://schemas.openxmlformats.org/officeDocument/2006/relationships/customXml" Target="../ink/ink521.xml"/><Relationship Id="rId44" Type="http://schemas.openxmlformats.org/officeDocument/2006/relationships/image" Target="../media/image402.png"/><Relationship Id="rId65" Type="http://schemas.openxmlformats.org/officeDocument/2006/relationships/customXml" Target="../ink/ink494.xml"/><Relationship Id="rId86" Type="http://schemas.openxmlformats.org/officeDocument/2006/relationships/image" Target="../media/image423.png"/><Relationship Id="rId130" Type="http://schemas.openxmlformats.org/officeDocument/2006/relationships/image" Target="../media/image445.png"/><Relationship Id="rId151" Type="http://schemas.openxmlformats.org/officeDocument/2006/relationships/customXml" Target="../ink/ink537.xml"/><Relationship Id="rId172" Type="http://schemas.openxmlformats.org/officeDocument/2006/relationships/image" Target="../media/image466.png"/><Relationship Id="rId193" Type="http://schemas.openxmlformats.org/officeDocument/2006/relationships/customXml" Target="../ink/ink558.xml"/><Relationship Id="rId207" Type="http://schemas.openxmlformats.org/officeDocument/2006/relationships/customXml" Target="../ink/ink565.xml"/><Relationship Id="rId13" Type="http://schemas.openxmlformats.org/officeDocument/2006/relationships/customXml" Target="../ink/ink468.xml"/><Relationship Id="rId109" Type="http://schemas.openxmlformats.org/officeDocument/2006/relationships/customXml" Target="../ink/ink516.xml"/><Relationship Id="rId34" Type="http://schemas.openxmlformats.org/officeDocument/2006/relationships/image" Target="../media/image397.png"/><Relationship Id="rId55" Type="http://schemas.openxmlformats.org/officeDocument/2006/relationships/customXml" Target="../ink/ink489.xml"/><Relationship Id="rId76" Type="http://schemas.openxmlformats.org/officeDocument/2006/relationships/image" Target="../media/image418.png"/><Relationship Id="rId97" Type="http://schemas.openxmlformats.org/officeDocument/2006/relationships/customXml" Target="../ink/ink510.xml"/><Relationship Id="rId120" Type="http://schemas.openxmlformats.org/officeDocument/2006/relationships/image" Target="../media/image440.png"/><Relationship Id="rId141" Type="http://schemas.openxmlformats.org/officeDocument/2006/relationships/customXml" Target="../ink/ink532.xml"/><Relationship Id="rId7" Type="http://schemas.openxmlformats.org/officeDocument/2006/relationships/customXml" Target="../ink/ink465.xml"/><Relationship Id="rId162" Type="http://schemas.openxmlformats.org/officeDocument/2006/relationships/image" Target="../media/image461.png"/><Relationship Id="rId183" Type="http://schemas.openxmlformats.org/officeDocument/2006/relationships/customXml" Target="../ink/ink553.xml"/><Relationship Id="rId218" Type="http://schemas.openxmlformats.org/officeDocument/2006/relationships/image" Target="../media/image489.png"/><Relationship Id="rId24" Type="http://schemas.openxmlformats.org/officeDocument/2006/relationships/image" Target="../media/image392.png"/><Relationship Id="rId45" Type="http://schemas.openxmlformats.org/officeDocument/2006/relationships/customXml" Target="../ink/ink484.xml"/><Relationship Id="rId66" Type="http://schemas.openxmlformats.org/officeDocument/2006/relationships/image" Target="../media/image413.png"/><Relationship Id="rId87" Type="http://schemas.openxmlformats.org/officeDocument/2006/relationships/customXml" Target="../ink/ink505.xml"/><Relationship Id="rId110" Type="http://schemas.openxmlformats.org/officeDocument/2006/relationships/image" Target="../media/image435.png"/><Relationship Id="rId131" Type="http://schemas.openxmlformats.org/officeDocument/2006/relationships/customXml" Target="../ink/ink527.xml"/><Relationship Id="rId152" Type="http://schemas.openxmlformats.org/officeDocument/2006/relationships/image" Target="../media/image456.png"/><Relationship Id="rId173" Type="http://schemas.openxmlformats.org/officeDocument/2006/relationships/customXml" Target="../ink/ink548.xml"/><Relationship Id="rId194" Type="http://schemas.openxmlformats.org/officeDocument/2006/relationships/image" Target="../media/image477.png"/><Relationship Id="rId208" Type="http://schemas.openxmlformats.org/officeDocument/2006/relationships/image" Target="../media/image484.png"/><Relationship Id="rId14" Type="http://schemas.openxmlformats.org/officeDocument/2006/relationships/image" Target="../media/image387.png"/><Relationship Id="rId35" Type="http://schemas.openxmlformats.org/officeDocument/2006/relationships/customXml" Target="../ink/ink479.xml"/><Relationship Id="rId56" Type="http://schemas.openxmlformats.org/officeDocument/2006/relationships/image" Target="../media/image408.png"/><Relationship Id="rId77" Type="http://schemas.openxmlformats.org/officeDocument/2006/relationships/customXml" Target="../ink/ink500.xml"/><Relationship Id="rId100" Type="http://schemas.openxmlformats.org/officeDocument/2006/relationships/image" Target="../media/image430.png"/><Relationship Id="rId8" Type="http://schemas.openxmlformats.org/officeDocument/2006/relationships/image" Target="../media/image384.png"/><Relationship Id="rId51" Type="http://schemas.openxmlformats.org/officeDocument/2006/relationships/customXml" Target="../ink/ink487.xml"/><Relationship Id="rId72" Type="http://schemas.openxmlformats.org/officeDocument/2006/relationships/image" Target="../media/image416.png"/><Relationship Id="rId93" Type="http://schemas.openxmlformats.org/officeDocument/2006/relationships/customXml" Target="../ink/ink508.xml"/><Relationship Id="rId98" Type="http://schemas.openxmlformats.org/officeDocument/2006/relationships/image" Target="../media/image429.png"/><Relationship Id="rId121" Type="http://schemas.openxmlformats.org/officeDocument/2006/relationships/customXml" Target="../ink/ink522.xml"/><Relationship Id="rId142" Type="http://schemas.openxmlformats.org/officeDocument/2006/relationships/image" Target="../media/image451.png"/><Relationship Id="rId163" Type="http://schemas.openxmlformats.org/officeDocument/2006/relationships/customXml" Target="../ink/ink543.xml"/><Relationship Id="rId184" Type="http://schemas.openxmlformats.org/officeDocument/2006/relationships/image" Target="../media/image472.png"/><Relationship Id="rId189" Type="http://schemas.openxmlformats.org/officeDocument/2006/relationships/customXml" Target="../ink/ink556.xml"/><Relationship Id="rId219" Type="http://schemas.openxmlformats.org/officeDocument/2006/relationships/customXml" Target="../ink/ink571.xml"/><Relationship Id="rId3" Type="http://schemas.openxmlformats.org/officeDocument/2006/relationships/customXml" Target="../ink/ink463.xml"/><Relationship Id="rId214" Type="http://schemas.openxmlformats.org/officeDocument/2006/relationships/image" Target="../media/image487.png"/><Relationship Id="rId25" Type="http://schemas.openxmlformats.org/officeDocument/2006/relationships/customXml" Target="../ink/ink474.xml"/><Relationship Id="rId46" Type="http://schemas.openxmlformats.org/officeDocument/2006/relationships/image" Target="../media/image403.png"/><Relationship Id="rId67" Type="http://schemas.openxmlformats.org/officeDocument/2006/relationships/customXml" Target="../ink/ink495.xml"/><Relationship Id="rId116" Type="http://schemas.openxmlformats.org/officeDocument/2006/relationships/image" Target="../media/image438.png"/><Relationship Id="rId137" Type="http://schemas.openxmlformats.org/officeDocument/2006/relationships/customXml" Target="../ink/ink530.xml"/><Relationship Id="rId158" Type="http://schemas.openxmlformats.org/officeDocument/2006/relationships/image" Target="../media/image459.png"/><Relationship Id="rId20" Type="http://schemas.openxmlformats.org/officeDocument/2006/relationships/image" Target="../media/image390.png"/><Relationship Id="rId41" Type="http://schemas.openxmlformats.org/officeDocument/2006/relationships/customXml" Target="../ink/ink482.xml"/><Relationship Id="rId62" Type="http://schemas.openxmlformats.org/officeDocument/2006/relationships/image" Target="../media/image411.png"/><Relationship Id="rId83" Type="http://schemas.openxmlformats.org/officeDocument/2006/relationships/customXml" Target="../ink/ink503.xml"/><Relationship Id="rId88" Type="http://schemas.openxmlformats.org/officeDocument/2006/relationships/image" Target="../media/image424.png"/><Relationship Id="rId111" Type="http://schemas.openxmlformats.org/officeDocument/2006/relationships/customXml" Target="../ink/ink517.xml"/><Relationship Id="rId132" Type="http://schemas.openxmlformats.org/officeDocument/2006/relationships/image" Target="../media/image446.png"/><Relationship Id="rId153" Type="http://schemas.openxmlformats.org/officeDocument/2006/relationships/customXml" Target="../ink/ink538.xml"/><Relationship Id="rId174" Type="http://schemas.openxmlformats.org/officeDocument/2006/relationships/image" Target="../media/image467.png"/><Relationship Id="rId179" Type="http://schemas.openxmlformats.org/officeDocument/2006/relationships/customXml" Target="../ink/ink551.xml"/><Relationship Id="rId195" Type="http://schemas.openxmlformats.org/officeDocument/2006/relationships/customXml" Target="../ink/ink559.xml"/><Relationship Id="rId209" Type="http://schemas.openxmlformats.org/officeDocument/2006/relationships/customXml" Target="../ink/ink566.xml"/><Relationship Id="rId190" Type="http://schemas.openxmlformats.org/officeDocument/2006/relationships/image" Target="../media/image475.png"/><Relationship Id="rId204" Type="http://schemas.openxmlformats.org/officeDocument/2006/relationships/image" Target="../media/image482.png"/><Relationship Id="rId220" Type="http://schemas.openxmlformats.org/officeDocument/2006/relationships/image" Target="../media/image490.png"/><Relationship Id="rId15" Type="http://schemas.openxmlformats.org/officeDocument/2006/relationships/customXml" Target="../ink/ink469.xml"/><Relationship Id="rId36" Type="http://schemas.openxmlformats.org/officeDocument/2006/relationships/image" Target="../media/image398.png"/><Relationship Id="rId57" Type="http://schemas.openxmlformats.org/officeDocument/2006/relationships/customXml" Target="../ink/ink490.xml"/><Relationship Id="rId106" Type="http://schemas.openxmlformats.org/officeDocument/2006/relationships/image" Target="../media/image433.png"/><Relationship Id="rId127" Type="http://schemas.openxmlformats.org/officeDocument/2006/relationships/customXml" Target="../ink/ink525.xml"/><Relationship Id="rId10" Type="http://schemas.openxmlformats.org/officeDocument/2006/relationships/image" Target="../media/image385.png"/><Relationship Id="rId31" Type="http://schemas.openxmlformats.org/officeDocument/2006/relationships/customXml" Target="../ink/ink477.xml"/><Relationship Id="rId52" Type="http://schemas.openxmlformats.org/officeDocument/2006/relationships/image" Target="../media/image406.png"/><Relationship Id="rId73" Type="http://schemas.openxmlformats.org/officeDocument/2006/relationships/customXml" Target="../ink/ink498.xml"/><Relationship Id="rId78" Type="http://schemas.openxmlformats.org/officeDocument/2006/relationships/image" Target="../media/image419.png"/><Relationship Id="rId94" Type="http://schemas.openxmlformats.org/officeDocument/2006/relationships/image" Target="../media/image427.png"/><Relationship Id="rId99" Type="http://schemas.openxmlformats.org/officeDocument/2006/relationships/customXml" Target="../ink/ink511.xml"/><Relationship Id="rId101" Type="http://schemas.openxmlformats.org/officeDocument/2006/relationships/customXml" Target="../ink/ink512.xml"/><Relationship Id="rId122" Type="http://schemas.openxmlformats.org/officeDocument/2006/relationships/image" Target="../media/image441.png"/><Relationship Id="rId143" Type="http://schemas.openxmlformats.org/officeDocument/2006/relationships/customXml" Target="../ink/ink533.xml"/><Relationship Id="rId148" Type="http://schemas.openxmlformats.org/officeDocument/2006/relationships/image" Target="../media/image454.png"/><Relationship Id="rId164" Type="http://schemas.openxmlformats.org/officeDocument/2006/relationships/image" Target="../media/image462.png"/><Relationship Id="rId169" Type="http://schemas.openxmlformats.org/officeDocument/2006/relationships/customXml" Target="../ink/ink546.xml"/><Relationship Id="rId185" Type="http://schemas.openxmlformats.org/officeDocument/2006/relationships/customXml" Target="../ink/ink554.xml"/><Relationship Id="rId4" Type="http://schemas.openxmlformats.org/officeDocument/2006/relationships/image" Target="../media/image382.png"/><Relationship Id="rId9" Type="http://schemas.openxmlformats.org/officeDocument/2006/relationships/customXml" Target="../ink/ink466.xml"/><Relationship Id="rId180" Type="http://schemas.openxmlformats.org/officeDocument/2006/relationships/image" Target="../media/image470.png"/><Relationship Id="rId210" Type="http://schemas.openxmlformats.org/officeDocument/2006/relationships/image" Target="../media/image485.png"/><Relationship Id="rId215" Type="http://schemas.openxmlformats.org/officeDocument/2006/relationships/customXml" Target="../ink/ink569.xml"/><Relationship Id="rId26" Type="http://schemas.openxmlformats.org/officeDocument/2006/relationships/image" Target="../media/image393.png"/><Relationship Id="rId47" Type="http://schemas.openxmlformats.org/officeDocument/2006/relationships/customXml" Target="../ink/ink485.xml"/><Relationship Id="rId68" Type="http://schemas.openxmlformats.org/officeDocument/2006/relationships/image" Target="../media/image414.png"/><Relationship Id="rId89" Type="http://schemas.openxmlformats.org/officeDocument/2006/relationships/customXml" Target="../ink/ink506.xml"/><Relationship Id="rId112" Type="http://schemas.openxmlformats.org/officeDocument/2006/relationships/image" Target="../media/image436.png"/><Relationship Id="rId133" Type="http://schemas.openxmlformats.org/officeDocument/2006/relationships/customXml" Target="../ink/ink528.xml"/><Relationship Id="rId154" Type="http://schemas.openxmlformats.org/officeDocument/2006/relationships/image" Target="../media/image457.png"/><Relationship Id="rId175" Type="http://schemas.openxmlformats.org/officeDocument/2006/relationships/customXml" Target="../ink/ink549.xml"/><Relationship Id="rId196" Type="http://schemas.openxmlformats.org/officeDocument/2006/relationships/image" Target="../media/image478.png"/><Relationship Id="rId200" Type="http://schemas.openxmlformats.org/officeDocument/2006/relationships/image" Target="../media/image480.png"/><Relationship Id="rId16" Type="http://schemas.openxmlformats.org/officeDocument/2006/relationships/image" Target="../media/image388.png"/><Relationship Id="rId221" Type="http://schemas.openxmlformats.org/officeDocument/2006/relationships/customXml" Target="../ink/ink572.xml"/><Relationship Id="rId37" Type="http://schemas.openxmlformats.org/officeDocument/2006/relationships/customXml" Target="../ink/ink480.xml"/><Relationship Id="rId58" Type="http://schemas.openxmlformats.org/officeDocument/2006/relationships/image" Target="../media/image409.png"/><Relationship Id="rId79" Type="http://schemas.openxmlformats.org/officeDocument/2006/relationships/customXml" Target="../ink/ink501.xml"/><Relationship Id="rId102" Type="http://schemas.openxmlformats.org/officeDocument/2006/relationships/image" Target="../media/image431.png"/><Relationship Id="rId123" Type="http://schemas.openxmlformats.org/officeDocument/2006/relationships/customXml" Target="../ink/ink523.xml"/><Relationship Id="rId144" Type="http://schemas.openxmlformats.org/officeDocument/2006/relationships/image" Target="../media/image452.png"/><Relationship Id="rId90" Type="http://schemas.openxmlformats.org/officeDocument/2006/relationships/image" Target="../media/image425.png"/><Relationship Id="rId165" Type="http://schemas.openxmlformats.org/officeDocument/2006/relationships/customXml" Target="../ink/ink544.xml"/><Relationship Id="rId186" Type="http://schemas.openxmlformats.org/officeDocument/2006/relationships/image" Target="../media/image473.png"/><Relationship Id="rId211" Type="http://schemas.openxmlformats.org/officeDocument/2006/relationships/customXml" Target="../ink/ink567.xml"/><Relationship Id="rId27" Type="http://schemas.openxmlformats.org/officeDocument/2006/relationships/customXml" Target="../ink/ink475.xml"/><Relationship Id="rId48" Type="http://schemas.openxmlformats.org/officeDocument/2006/relationships/image" Target="../media/image404.png"/><Relationship Id="rId69" Type="http://schemas.openxmlformats.org/officeDocument/2006/relationships/customXml" Target="../ink/ink496.xml"/><Relationship Id="rId113" Type="http://schemas.openxmlformats.org/officeDocument/2006/relationships/customXml" Target="../ink/ink518.xml"/><Relationship Id="rId134" Type="http://schemas.openxmlformats.org/officeDocument/2006/relationships/image" Target="../media/image447.png"/><Relationship Id="rId80" Type="http://schemas.openxmlformats.org/officeDocument/2006/relationships/image" Target="../media/image420.png"/><Relationship Id="rId155" Type="http://schemas.openxmlformats.org/officeDocument/2006/relationships/customXml" Target="../ink/ink539.xml"/><Relationship Id="rId176" Type="http://schemas.openxmlformats.org/officeDocument/2006/relationships/image" Target="../media/image468.png"/><Relationship Id="rId197" Type="http://schemas.openxmlformats.org/officeDocument/2006/relationships/customXml" Target="../ink/ink560.xml"/><Relationship Id="rId201" Type="http://schemas.openxmlformats.org/officeDocument/2006/relationships/customXml" Target="../ink/ink562.xml"/><Relationship Id="rId222" Type="http://schemas.openxmlformats.org/officeDocument/2006/relationships/image" Target="../media/image491.png"/><Relationship Id="rId17" Type="http://schemas.openxmlformats.org/officeDocument/2006/relationships/customXml" Target="../ink/ink470.xml"/><Relationship Id="rId38" Type="http://schemas.openxmlformats.org/officeDocument/2006/relationships/image" Target="../media/image399.png"/><Relationship Id="rId59" Type="http://schemas.openxmlformats.org/officeDocument/2006/relationships/customXml" Target="../ink/ink491.xml"/><Relationship Id="rId103" Type="http://schemas.openxmlformats.org/officeDocument/2006/relationships/customXml" Target="../ink/ink513.xml"/><Relationship Id="rId124" Type="http://schemas.openxmlformats.org/officeDocument/2006/relationships/image" Target="../media/image442.png"/><Relationship Id="rId70" Type="http://schemas.openxmlformats.org/officeDocument/2006/relationships/image" Target="../media/image415.png"/><Relationship Id="rId91" Type="http://schemas.openxmlformats.org/officeDocument/2006/relationships/customXml" Target="../ink/ink507.xml"/><Relationship Id="rId145" Type="http://schemas.openxmlformats.org/officeDocument/2006/relationships/customXml" Target="../ink/ink534.xml"/><Relationship Id="rId166" Type="http://schemas.openxmlformats.org/officeDocument/2006/relationships/image" Target="../media/image463.png"/><Relationship Id="rId187" Type="http://schemas.openxmlformats.org/officeDocument/2006/relationships/customXml" Target="../ink/ink555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486.png"/><Relationship Id="rId28" Type="http://schemas.openxmlformats.org/officeDocument/2006/relationships/image" Target="../media/image394.png"/><Relationship Id="rId49" Type="http://schemas.openxmlformats.org/officeDocument/2006/relationships/customXml" Target="../ink/ink486.xml"/><Relationship Id="rId114" Type="http://schemas.openxmlformats.org/officeDocument/2006/relationships/image" Target="../media/image437.png"/><Relationship Id="rId60" Type="http://schemas.openxmlformats.org/officeDocument/2006/relationships/image" Target="../media/image410.png"/><Relationship Id="rId81" Type="http://schemas.openxmlformats.org/officeDocument/2006/relationships/customXml" Target="../ink/ink502.xml"/><Relationship Id="rId135" Type="http://schemas.openxmlformats.org/officeDocument/2006/relationships/customXml" Target="../ink/ink529.xml"/><Relationship Id="rId156" Type="http://schemas.openxmlformats.org/officeDocument/2006/relationships/image" Target="../media/image458.png"/><Relationship Id="rId177" Type="http://schemas.openxmlformats.org/officeDocument/2006/relationships/customXml" Target="../ink/ink550.xml"/><Relationship Id="rId198" Type="http://schemas.openxmlformats.org/officeDocument/2006/relationships/image" Target="../media/image479.png"/><Relationship Id="rId202" Type="http://schemas.openxmlformats.org/officeDocument/2006/relationships/image" Target="../media/image481.png"/><Relationship Id="rId18" Type="http://schemas.openxmlformats.org/officeDocument/2006/relationships/image" Target="../media/image389.png"/><Relationship Id="rId39" Type="http://schemas.openxmlformats.org/officeDocument/2006/relationships/customXml" Target="../ink/ink481.xml"/><Relationship Id="rId50" Type="http://schemas.openxmlformats.org/officeDocument/2006/relationships/image" Target="../media/image405.png"/><Relationship Id="rId104" Type="http://schemas.openxmlformats.org/officeDocument/2006/relationships/image" Target="../media/image432.png"/><Relationship Id="rId125" Type="http://schemas.openxmlformats.org/officeDocument/2006/relationships/customXml" Target="../ink/ink524.xml"/><Relationship Id="rId146" Type="http://schemas.openxmlformats.org/officeDocument/2006/relationships/image" Target="../media/image453.png"/><Relationship Id="rId167" Type="http://schemas.openxmlformats.org/officeDocument/2006/relationships/customXml" Target="../ink/ink545.xml"/><Relationship Id="rId188" Type="http://schemas.openxmlformats.org/officeDocument/2006/relationships/image" Target="../media/image474.png"/><Relationship Id="rId71" Type="http://schemas.openxmlformats.org/officeDocument/2006/relationships/customXml" Target="../ink/ink497.xml"/><Relationship Id="rId92" Type="http://schemas.openxmlformats.org/officeDocument/2006/relationships/image" Target="../media/image426.png"/><Relationship Id="rId213" Type="http://schemas.openxmlformats.org/officeDocument/2006/relationships/customXml" Target="../ink/ink568.xml"/><Relationship Id="rId2" Type="http://schemas.openxmlformats.org/officeDocument/2006/relationships/image" Target="../media/image381.png"/><Relationship Id="rId29" Type="http://schemas.openxmlformats.org/officeDocument/2006/relationships/customXml" Target="../ink/ink476.xml"/><Relationship Id="rId40" Type="http://schemas.openxmlformats.org/officeDocument/2006/relationships/image" Target="../media/image400.png"/><Relationship Id="rId115" Type="http://schemas.openxmlformats.org/officeDocument/2006/relationships/customXml" Target="../ink/ink519.xml"/><Relationship Id="rId136" Type="http://schemas.openxmlformats.org/officeDocument/2006/relationships/image" Target="../media/image448.png"/><Relationship Id="rId157" Type="http://schemas.openxmlformats.org/officeDocument/2006/relationships/customXml" Target="../ink/ink540.xml"/><Relationship Id="rId178" Type="http://schemas.openxmlformats.org/officeDocument/2006/relationships/image" Target="../media/image469.png"/><Relationship Id="rId61" Type="http://schemas.openxmlformats.org/officeDocument/2006/relationships/customXml" Target="../ink/ink492.xml"/><Relationship Id="rId82" Type="http://schemas.openxmlformats.org/officeDocument/2006/relationships/image" Target="../media/image421.png"/><Relationship Id="rId199" Type="http://schemas.openxmlformats.org/officeDocument/2006/relationships/customXml" Target="../ink/ink561.xml"/><Relationship Id="rId203" Type="http://schemas.openxmlformats.org/officeDocument/2006/relationships/customXml" Target="../ink/ink563.xml"/><Relationship Id="rId19" Type="http://schemas.openxmlformats.org/officeDocument/2006/relationships/customXml" Target="../ink/ink471.xml"/><Relationship Id="rId30" Type="http://schemas.openxmlformats.org/officeDocument/2006/relationships/image" Target="../media/image395.png"/><Relationship Id="rId105" Type="http://schemas.openxmlformats.org/officeDocument/2006/relationships/customXml" Target="../ink/ink514.xml"/><Relationship Id="rId126" Type="http://schemas.openxmlformats.org/officeDocument/2006/relationships/image" Target="../media/image443.png"/><Relationship Id="rId147" Type="http://schemas.openxmlformats.org/officeDocument/2006/relationships/customXml" Target="../ink/ink535.xml"/><Relationship Id="rId168" Type="http://schemas.openxmlformats.org/officeDocument/2006/relationships/image" Target="../media/image464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49.png"/><Relationship Id="rId299" Type="http://schemas.openxmlformats.org/officeDocument/2006/relationships/image" Target="../media/image640.png"/><Relationship Id="rId21" Type="http://schemas.openxmlformats.org/officeDocument/2006/relationships/image" Target="../media/image501.png"/><Relationship Id="rId63" Type="http://schemas.openxmlformats.org/officeDocument/2006/relationships/image" Target="../media/image522.png"/><Relationship Id="rId159" Type="http://schemas.openxmlformats.org/officeDocument/2006/relationships/image" Target="../media/image570.png"/><Relationship Id="rId324" Type="http://schemas.openxmlformats.org/officeDocument/2006/relationships/customXml" Target="../ink/ink734.xml"/><Relationship Id="rId170" Type="http://schemas.openxmlformats.org/officeDocument/2006/relationships/customXml" Target="../ink/ink657.xml"/><Relationship Id="rId226" Type="http://schemas.openxmlformats.org/officeDocument/2006/relationships/customXml" Target="../ink/ink685.xml"/><Relationship Id="rId268" Type="http://schemas.openxmlformats.org/officeDocument/2006/relationships/customXml" Target="../ink/ink706.xml"/><Relationship Id="rId32" Type="http://schemas.openxmlformats.org/officeDocument/2006/relationships/customXml" Target="../ink/ink588.xml"/><Relationship Id="rId74" Type="http://schemas.openxmlformats.org/officeDocument/2006/relationships/customXml" Target="../ink/ink609.xml"/><Relationship Id="rId128" Type="http://schemas.openxmlformats.org/officeDocument/2006/relationships/customXml" Target="../ink/ink636.xml"/><Relationship Id="rId335" Type="http://schemas.openxmlformats.org/officeDocument/2006/relationships/image" Target="../media/image658.png"/><Relationship Id="rId5" Type="http://schemas.openxmlformats.org/officeDocument/2006/relationships/image" Target="../media/image493.png"/><Relationship Id="rId181" Type="http://schemas.openxmlformats.org/officeDocument/2006/relationships/image" Target="../media/image581.png"/><Relationship Id="rId237" Type="http://schemas.openxmlformats.org/officeDocument/2006/relationships/image" Target="../media/image609.png"/><Relationship Id="rId279" Type="http://schemas.openxmlformats.org/officeDocument/2006/relationships/image" Target="../media/image630.png"/><Relationship Id="rId43" Type="http://schemas.openxmlformats.org/officeDocument/2006/relationships/image" Target="../media/image512.png"/><Relationship Id="rId139" Type="http://schemas.openxmlformats.org/officeDocument/2006/relationships/image" Target="../media/image560.png"/><Relationship Id="rId290" Type="http://schemas.openxmlformats.org/officeDocument/2006/relationships/customXml" Target="../ink/ink717.xml"/><Relationship Id="rId304" Type="http://schemas.openxmlformats.org/officeDocument/2006/relationships/customXml" Target="../ink/ink724.xml"/><Relationship Id="rId85" Type="http://schemas.openxmlformats.org/officeDocument/2006/relationships/image" Target="../media/image533.png"/><Relationship Id="rId150" Type="http://schemas.openxmlformats.org/officeDocument/2006/relationships/customXml" Target="../ink/ink647.xml"/><Relationship Id="rId192" Type="http://schemas.openxmlformats.org/officeDocument/2006/relationships/customXml" Target="../ink/ink668.xml"/><Relationship Id="rId206" Type="http://schemas.openxmlformats.org/officeDocument/2006/relationships/customXml" Target="../ink/ink675.xml"/><Relationship Id="rId248" Type="http://schemas.openxmlformats.org/officeDocument/2006/relationships/customXml" Target="../ink/ink696.xml"/><Relationship Id="rId12" Type="http://schemas.openxmlformats.org/officeDocument/2006/relationships/customXml" Target="../ink/ink578.xml"/><Relationship Id="rId108" Type="http://schemas.openxmlformats.org/officeDocument/2006/relationships/customXml" Target="../ink/ink626.xml"/><Relationship Id="rId315" Type="http://schemas.openxmlformats.org/officeDocument/2006/relationships/image" Target="../media/image648.png"/><Relationship Id="rId54" Type="http://schemas.openxmlformats.org/officeDocument/2006/relationships/customXml" Target="../ink/ink599.xml"/><Relationship Id="rId96" Type="http://schemas.openxmlformats.org/officeDocument/2006/relationships/customXml" Target="../ink/ink620.xml"/><Relationship Id="rId161" Type="http://schemas.openxmlformats.org/officeDocument/2006/relationships/image" Target="../media/image571.png"/><Relationship Id="rId217" Type="http://schemas.openxmlformats.org/officeDocument/2006/relationships/image" Target="../media/image599.png"/><Relationship Id="rId259" Type="http://schemas.openxmlformats.org/officeDocument/2006/relationships/image" Target="../media/image620.png"/><Relationship Id="rId23" Type="http://schemas.openxmlformats.org/officeDocument/2006/relationships/image" Target="../media/image502.png"/><Relationship Id="rId119" Type="http://schemas.openxmlformats.org/officeDocument/2006/relationships/image" Target="../media/image550.png"/><Relationship Id="rId270" Type="http://schemas.openxmlformats.org/officeDocument/2006/relationships/customXml" Target="../ink/ink707.xml"/><Relationship Id="rId326" Type="http://schemas.openxmlformats.org/officeDocument/2006/relationships/customXml" Target="../ink/ink735.xml"/><Relationship Id="rId65" Type="http://schemas.openxmlformats.org/officeDocument/2006/relationships/image" Target="../media/image523.png"/><Relationship Id="rId130" Type="http://schemas.openxmlformats.org/officeDocument/2006/relationships/customXml" Target="../ink/ink637.xml"/><Relationship Id="rId172" Type="http://schemas.openxmlformats.org/officeDocument/2006/relationships/customXml" Target="../ink/ink658.xml"/><Relationship Id="rId228" Type="http://schemas.openxmlformats.org/officeDocument/2006/relationships/customXml" Target="../ink/ink686.xml"/><Relationship Id="rId281" Type="http://schemas.openxmlformats.org/officeDocument/2006/relationships/image" Target="../media/image631.png"/><Relationship Id="rId337" Type="http://schemas.openxmlformats.org/officeDocument/2006/relationships/image" Target="../media/image369.png"/><Relationship Id="rId34" Type="http://schemas.openxmlformats.org/officeDocument/2006/relationships/customXml" Target="../ink/ink589.xml"/><Relationship Id="rId76" Type="http://schemas.openxmlformats.org/officeDocument/2006/relationships/customXml" Target="../ink/ink610.xml"/><Relationship Id="rId141" Type="http://schemas.openxmlformats.org/officeDocument/2006/relationships/image" Target="../media/image561.png"/><Relationship Id="rId7" Type="http://schemas.openxmlformats.org/officeDocument/2006/relationships/image" Target="../media/image494.png"/><Relationship Id="rId183" Type="http://schemas.openxmlformats.org/officeDocument/2006/relationships/image" Target="../media/image582.png"/><Relationship Id="rId239" Type="http://schemas.openxmlformats.org/officeDocument/2006/relationships/image" Target="../media/image610.png"/><Relationship Id="rId250" Type="http://schemas.openxmlformats.org/officeDocument/2006/relationships/customXml" Target="../ink/ink697.xml"/><Relationship Id="rId292" Type="http://schemas.openxmlformats.org/officeDocument/2006/relationships/customXml" Target="../ink/ink718.xml"/><Relationship Id="rId306" Type="http://schemas.openxmlformats.org/officeDocument/2006/relationships/customXml" Target="../ink/ink725.xml"/><Relationship Id="rId45" Type="http://schemas.openxmlformats.org/officeDocument/2006/relationships/image" Target="../media/image513.png"/><Relationship Id="rId87" Type="http://schemas.openxmlformats.org/officeDocument/2006/relationships/image" Target="../media/image534.png"/><Relationship Id="rId110" Type="http://schemas.openxmlformats.org/officeDocument/2006/relationships/customXml" Target="../ink/ink627.xml"/><Relationship Id="rId152" Type="http://schemas.openxmlformats.org/officeDocument/2006/relationships/customXml" Target="../ink/ink648.xml"/><Relationship Id="rId173" Type="http://schemas.openxmlformats.org/officeDocument/2006/relationships/image" Target="../media/image577.png"/><Relationship Id="rId194" Type="http://schemas.openxmlformats.org/officeDocument/2006/relationships/customXml" Target="../ink/ink669.xml"/><Relationship Id="rId208" Type="http://schemas.openxmlformats.org/officeDocument/2006/relationships/customXml" Target="../ink/ink676.xml"/><Relationship Id="rId229" Type="http://schemas.openxmlformats.org/officeDocument/2006/relationships/image" Target="../media/image605.png"/><Relationship Id="rId240" Type="http://schemas.openxmlformats.org/officeDocument/2006/relationships/customXml" Target="../ink/ink692.xml"/><Relationship Id="rId261" Type="http://schemas.openxmlformats.org/officeDocument/2006/relationships/image" Target="../media/image621.png"/><Relationship Id="rId14" Type="http://schemas.openxmlformats.org/officeDocument/2006/relationships/customXml" Target="../ink/ink579.xml"/><Relationship Id="rId35" Type="http://schemas.openxmlformats.org/officeDocument/2006/relationships/image" Target="../media/image508.png"/><Relationship Id="rId56" Type="http://schemas.openxmlformats.org/officeDocument/2006/relationships/customXml" Target="../ink/ink600.xml"/><Relationship Id="rId77" Type="http://schemas.openxmlformats.org/officeDocument/2006/relationships/image" Target="../media/image529.png"/><Relationship Id="rId100" Type="http://schemas.openxmlformats.org/officeDocument/2006/relationships/customXml" Target="../ink/ink622.xml"/><Relationship Id="rId282" Type="http://schemas.openxmlformats.org/officeDocument/2006/relationships/customXml" Target="../ink/ink713.xml"/><Relationship Id="rId317" Type="http://schemas.openxmlformats.org/officeDocument/2006/relationships/image" Target="../media/image649.png"/><Relationship Id="rId8" Type="http://schemas.openxmlformats.org/officeDocument/2006/relationships/customXml" Target="../ink/ink576.xml"/><Relationship Id="rId98" Type="http://schemas.openxmlformats.org/officeDocument/2006/relationships/customXml" Target="../ink/ink621.xml"/><Relationship Id="rId121" Type="http://schemas.openxmlformats.org/officeDocument/2006/relationships/image" Target="../media/image551.png"/><Relationship Id="rId142" Type="http://schemas.openxmlformats.org/officeDocument/2006/relationships/customXml" Target="../ink/ink643.xml"/><Relationship Id="rId163" Type="http://schemas.openxmlformats.org/officeDocument/2006/relationships/image" Target="../media/image572.png"/><Relationship Id="rId184" Type="http://schemas.openxmlformats.org/officeDocument/2006/relationships/customXml" Target="../ink/ink664.xml"/><Relationship Id="rId219" Type="http://schemas.openxmlformats.org/officeDocument/2006/relationships/image" Target="../media/image600.png"/><Relationship Id="rId230" Type="http://schemas.openxmlformats.org/officeDocument/2006/relationships/customXml" Target="../ink/ink687.xml"/><Relationship Id="rId251" Type="http://schemas.openxmlformats.org/officeDocument/2006/relationships/image" Target="../media/image616.png"/><Relationship Id="rId25" Type="http://schemas.openxmlformats.org/officeDocument/2006/relationships/image" Target="../media/image503.png"/><Relationship Id="rId46" Type="http://schemas.openxmlformats.org/officeDocument/2006/relationships/customXml" Target="../ink/ink595.xml"/><Relationship Id="rId67" Type="http://schemas.openxmlformats.org/officeDocument/2006/relationships/image" Target="../media/image524.png"/><Relationship Id="rId272" Type="http://schemas.openxmlformats.org/officeDocument/2006/relationships/customXml" Target="../ink/ink708.xml"/><Relationship Id="rId293" Type="http://schemas.openxmlformats.org/officeDocument/2006/relationships/image" Target="../media/image637.png"/><Relationship Id="rId307" Type="http://schemas.openxmlformats.org/officeDocument/2006/relationships/image" Target="../media/image644.png"/><Relationship Id="rId328" Type="http://schemas.openxmlformats.org/officeDocument/2006/relationships/customXml" Target="../ink/ink736.xml"/><Relationship Id="rId88" Type="http://schemas.openxmlformats.org/officeDocument/2006/relationships/customXml" Target="../ink/ink616.xml"/><Relationship Id="rId111" Type="http://schemas.openxmlformats.org/officeDocument/2006/relationships/image" Target="../media/image546.png"/><Relationship Id="rId132" Type="http://schemas.openxmlformats.org/officeDocument/2006/relationships/customXml" Target="../ink/ink638.xml"/><Relationship Id="rId153" Type="http://schemas.openxmlformats.org/officeDocument/2006/relationships/image" Target="../media/image567.png"/><Relationship Id="rId174" Type="http://schemas.openxmlformats.org/officeDocument/2006/relationships/customXml" Target="../ink/ink659.xml"/><Relationship Id="rId195" Type="http://schemas.openxmlformats.org/officeDocument/2006/relationships/image" Target="../media/image588.png"/><Relationship Id="rId209" Type="http://schemas.openxmlformats.org/officeDocument/2006/relationships/image" Target="../media/image595.png"/><Relationship Id="rId220" Type="http://schemas.openxmlformats.org/officeDocument/2006/relationships/customXml" Target="../ink/ink682.xml"/><Relationship Id="rId241" Type="http://schemas.openxmlformats.org/officeDocument/2006/relationships/image" Target="../media/image611.png"/><Relationship Id="rId15" Type="http://schemas.openxmlformats.org/officeDocument/2006/relationships/image" Target="../media/image498.png"/><Relationship Id="rId36" Type="http://schemas.openxmlformats.org/officeDocument/2006/relationships/customXml" Target="../ink/ink590.xml"/><Relationship Id="rId57" Type="http://schemas.openxmlformats.org/officeDocument/2006/relationships/image" Target="../media/image519.png"/><Relationship Id="rId262" Type="http://schemas.openxmlformats.org/officeDocument/2006/relationships/customXml" Target="../ink/ink703.xml"/><Relationship Id="rId283" Type="http://schemas.openxmlformats.org/officeDocument/2006/relationships/image" Target="../media/image632.png"/><Relationship Id="rId318" Type="http://schemas.openxmlformats.org/officeDocument/2006/relationships/customXml" Target="../ink/ink731.xml"/><Relationship Id="rId78" Type="http://schemas.openxmlformats.org/officeDocument/2006/relationships/customXml" Target="../ink/ink611.xml"/><Relationship Id="rId99" Type="http://schemas.openxmlformats.org/officeDocument/2006/relationships/image" Target="../media/image540.png"/><Relationship Id="rId101" Type="http://schemas.openxmlformats.org/officeDocument/2006/relationships/image" Target="../media/image541.png"/><Relationship Id="rId122" Type="http://schemas.openxmlformats.org/officeDocument/2006/relationships/customXml" Target="../ink/ink633.xml"/><Relationship Id="rId143" Type="http://schemas.openxmlformats.org/officeDocument/2006/relationships/image" Target="../media/image562.png"/><Relationship Id="rId164" Type="http://schemas.openxmlformats.org/officeDocument/2006/relationships/customXml" Target="../ink/ink654.xml"/><Relationship Id="rId185" Type="http://schemas.openxmlformats.org/officeDocument/2006/relationships/image" Target="../media/image583.png"/><Relationship Id="rId9" Type="http://schemas.openxmlformats.org/officeDocument/2006/relationships/image" Target="../media/image495.png"/><Relationship Id="rId210" Type="http://schemas.openxmlformats.org/officeDocument/2006/relationships/customXml" Target="../ink/ink677.xml"/><Relationship Id="rId26" Type="http://schemas.openxmlformats.org/officeDocument/2006/relationships/customXml" Target="../ink/ink585.xml"/><Relationship Id="rId231" Type="http://schemas.openxmlformats.org/officeDocument/2006/relationships/image" Target="../media/image606.png"/><Relationship Id="rId252" Type="http://schemas.openxmlformats.org/officeDocument/2006/relationships/customXml" Target="../ink/ink698.xml"/><Relationship Id="rId273" Type="http://schemas.openxmlformats.org/officeDocument/2006/relationships/image" Target="../media/image627.png"/><Relationship Id="rId294" Type="http://schemas.openxmlformats.org/officeDocument/2006/relationships/customXml" Target="../ink/ink719.xml"/><Relationship Id="rId308" Type="http://schemas.openxmlformats.org/officeDocument/2006/relationships/customXml" Target="../ink/ink726.xml"/><Relationship Id="rId329" Type="http://schemas.openxmlformats.org/officeDocument/2006/relationships/image" Target="../media/image655.png"/><Relationship Id="rId47" Type="http://schemas.openxmlformats.org/officeDocument/2006/relationships/image" Target="../media/image514.png"/><Relationship Id="rId68" Type="http://schemas.openxmlformats.org/officeDocument/2006/relationships/customXml" Target="../ink/ink606.xml"/><Relationship Id="rId89" Type="http://schemas.openxmlformats.org/officeDocument/2006/relationships/image" Target="../media/image535.png"/><Relationship Id="rId112" Type="http://schemas.openxmlformats.org/officeDocument/2006/relationships/customXml" Target="../ink/ink628.xml"/><Relationship Id="rId133" Type="http://schemas.openxmlformats.org/officeDocument/2006/relationships/image" Target="../media/image557.png"/><Relationship Id="rId154" Type="http://schemas.openxmlformats.org/officeDocument/2006/relationships/customXml" Target="../ink/ink649.xml"/><Relationship Id="rId175" Type="http://schemas.openxmlformats.org/officeDocument/2006/relationships/image" Target="../media/image578.png"/><Relationship Id="rId196" Type="http://schemas.openxmlformats.org/officeDocument/2006/relationships/customXml" Target="../ink/ink670.xml"/><Relationship Id="rId200" Type="http://schemas.openxmlformats.org/officeDocument/2006/relationships/customXml" Target="../ink/ink672.xml"/><Relationship Id="rId16" Type="http://schemas.openxmlformats.org/officeDocument/2006/relationships/customXml" Target="../ink/ink580.xml"/><Relationship Id="rId221" Type="http://schemas.openxmlformats.org/officeDocument/2006/relationships/image" Target="../media/image601.png"/><Relationship Id="rId242" Type="http://schemas.openxmlformats.org/officeDocument/2006/relationships/customXml" Target="../ink/ink693.xml"/><Relationship Id="rId263" Type="http://schemas.openxmlformats.org/officeDocument/2006/relationships/image" Target="../media/image622.png"/><Relationship Id="rId284" Type="http://schemas.openxmlformats.org/officeDocument/2006/relationships/customXml" Target="../ink/ink714.xml"/><Relationship Id="rId319" Type="http://schemas.openxmlformats.org/officeDocument/2006/relationships/image" Target="../media/image650.png"/><Relationship Id="rId37" Type="http://schemas.openxmlformats.org/officeDocument/2006/relationships/image" Target="../media/image509.png"/><Relationship Id="rId58" Type="http://schemas.openxmlformats.org/officeDocument/2006/relationships/customXml" Target="../ink/ink601.xml"/><Relationship Id="rId79" Type="http://schemas.openxmlformats.org/officeDocument/2006/relationships/image" Target="../media/image530.png"/><Relationship Id="rId102" Type="http://schemas.openxmlformats.org/officeDocument/2006/relationships/customXml" Target="../ink/ink623.xml"/><Relationship Id="rId123" Type="http://schemas.openxmlformats.org/officeDocument/2006/relationships/image" Target="../media/image552.png"/><Relationship Id="rId144" Type="http://schemas.openxmlformats.org/officeDocument/2006/relationships/customXml" Target="../ink/ink644.xml"/><Relationship Id="rId330" Type="http://schemas.openxmlformats.org/officeDocument/2006/relationships/customXml" Target="../ink/ink737.xml"/><Relationship Id="rId90" Type="http://schemas.openxmlformats.org/officeDocument/2006/relationships/customXml" Target="../ink/ink617.xml"/><Relationship Id="rId165" Type="http://schemas.openxmlformats.org/officeDocument/2006/relationships/image" Target="../media/image573.png"/><Relationship Id="rId186" Type="http://schemas.openxmlformats.org/officeDocument/2006/relationships/customXml" Target="../ink/ink665.xml"/><Relationship Id="rId211" Type="http://schemas.openxmlformats.org/officeDocument/2006/relationships/image" Target="../media/image596.png"/><Relationship Id="rId232" Type="http://schemas.openxmlformats.org/officeDocument/2006/relationships/customXml" Target="../ink/ink688.xml"/><Relationship Id="rId253" Type="http://schemas.openxmlformats.org/officeDocument/2006/relationships/image" Target="../media/image617.png"/><Relationship Id="rId274" Type="http://schemas.openxmlformats.org/officeDocument/2006/relationships/customXml" Target="../ink/ink709.xml"/><Relationship Id="rId295" Type="http://schemas.openxmlformats.org/officeDocument/2006/relationships/image" Target="../media/image638.png"/><Relationship Id="rId309" Type="http://schemas.openxmlformats.org/officeDocument/2006/relationships/image" Target="../media/image645.png"/><Relationship Id="rId27" Type="http://schemas.openxmlformats.org/officeDocument/2006/relationships/image" Target="../media/image504.png"/><Relationship Id="rId48" Type="http://schemas.openxmlformats.org/officeDocument/2006/relationships/customXml" Target="../ink/ink596.xml"/><Relationship Id="rId69" Type="http://schemas.openxmlformats.org/officeDocument/2006/relationships/image" Target="../media/image525.png"/><Relationship Id="rId113" Type="http://schemas.openxmlformats.org/officeDocument/2006/relationships/image" Target="../media/image547.png"/><Relationship Id="rId134" Type="http://schemas.openxmlformats.org/officeDocument/2006/relationships/customXml" Target="../ink/ink639.xml"/><Relationship Id="rId320" Type="http://schemas.openxmlformats.org/officeDocument/2006/relationships/customXml" Target="../ink/ink732.xml"/><Relationship Id="rId80" Type="http://schemas.openxmlformats.org/officeDocument/2006/relationships/customXml" Target="../ink/ink612.xml"/><Relationship Id="rId155" Type="http://schemas.openxmlformats.org/officeDocument/2006/relationships/image" Target="../media/image568.png"/><Relationship Id="rId176" Type="http://schemas.openxmlformats.org/officeDocument/2006/relationships/customXml" Target="../ink/ink660.xml"/><Relationship Id="rId197" Type="http://schemas.openxmlformats.org/officeDocument/2006/relationships/image" Target="../media/image589.png"/><Relationship Id="rId201" Type="http://schemas.openxmlformats.org/officeDocument/2006/relationships/image" Target="../media/image591.png"/><Relationship Id="rId222" Type="http://schemas.openxmlformats.org/officeDocument/2006/relationships/customXml" Target="../ink/ink683.xml"/><Relationship Id="rId243" Type="http://schemas.openxmlformats.org/officeDocument/2006/relationships/image" Target="../media/image612.png"/><Relationship Id="rId264" Type="http://schemas.openxmlformats.org/officeDocument/2006/relationships/customXml" Target="../ink/ink704.xml"/><Relationship Id="rId285" Type="http://schemas.openxmlformats.org/officeDocument/2006/relationships/image" Target="../media/image633.png"/><Relationship Id="rId17" Type="http://schemas.openxmlformats.org/officeDocument/2006/relationships/image" Target="../media/image499.png"/><Relationship Id="rId38" Type="http://schemas.openxmlformats.org/officeDocument/2006/relationships/customXml" Target="../ink/ink591.xml"/><Relationship Id="rId59" Type="http://schemas.openxmlformats.org/officeDocument/2006/relationships/image" Target="../media/image520.png"/><Relationship Id="rId103" Type="http://schemas.openxmlformats.org/officeDocument/2006/relationships/image" Target="../media/image542.png"/><Relationship Id="rId124" Type="http://schemas.openxmlformats.org/officeDocument/2006/relationships/customXml" Target="../ink/ink634.xml"/><Relationship Id="rId310" Type="http://schemas.openxmlformats.org/officeDocument/2006/relationships/customXml" Target="../ink/ink727.xml"/><Relationship Id="rId70" Type="http://schemas.openxmlformats.org/officeDocument/2006/relationships/customXml" Target="../ink/ink607.xml"/><Relationship Id="rId91" Type="http://schemas.openxmlformats.org/officeDocument/2006/relationships/image" Target="../media/image536.png"/><Relationship Id="rId145" Type="http://schemas.openxmlformats.org/officeDocument/2006/relationships/image" Target="../media/image563.png"/><Relationship Id="rId166" Type="http://schemas.openxmlformats.org/officeDocument/2006/relationships/customXml" Target="../ink/ink655.xml"/><Relationship Id="rId187" Type="http://schemas.openxmlformats.org/officeDocument/2006/relationships/image" Target="../media/image584.png"/><Relationship Id="rId331" Type="http://schemas.openxmlformats.org/officeDocument/2006/relationships/image" Target="../media/image656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678.xml"/><Relationship Id="rId233" Type="http://schemas.openxmlformats.org/officeDocument/2006/relationships/image" Target="../media/image607.png"/><Relationship Id="rId254" Type="http://schemas.openxmlformats.org/officeDocument/2006/relationships/customXml" Target="../ink/ink699.xml"/><Relationship Id="rId28" Type="http://schemas.openxmlformats.org/officeDocument/2006/relationships/customXml" Target="../ink/ink586.xml"/><Relationship Id="rId49" Type="http://schemas.openxmlformats.org/officeDocument/2006/relationships/image" Target="../media/image515.png"/><Relationship Id="rId114" Type="http://schemas.openxmlformats.org/officeDocument/2006/relationships/customXml" Target="../ink/ink629.xml"/><Relationship Id="rId275" Type="http://schemas.openxmlformats.org/officeDocument/2006/relationships/image" Target="../media/image628.png"/><Relationship Id="rId296" Type="http://schemas.openxmlformats.org/officeDocument/2006/relationships/customXml" Target="../ink/ink720.xml"/><Relationship Id="rId300" Type="http://schemas.openxmlformats.org/officeDocument/2006/relationships/customXml" Target="../ink/ink722.xml"/><Relationship Id="rId60" Type="http://schemas.openxmlformats.org/officeDocument/2006/relationships/customXml" Target="../ink/ink602.xml"/><Relationship Id="rId81" Type="http://schemas.openxmlformats.org/officeDocument/2006/relationships/image" Target="../media/image531.png"/><Relationship Id="rId135" Type="http://schemas.openxmlformats.org/officeDocument/2006/relationships/image" Target="../media/image558.png"/><Relationship Id="rId156" Type="http://schemas.openxmlformats.org/officeDocument/2006/relationships/customXml" Target="../ink/ink650.xml"/><Relationship Id="rId177" Type="http://schemas.openxmlformats.org/officeDocument/2006/relationships/image" Target="../media/image579.png"/><Relationship Id="rId198" Type="http://schemas.openxmlformats.org/officeDocument/2006/relationships/customXml" Target="../ink/ink671.xml"/><Relationship Id="rId321" Type="http://schemas.openxmlformats.org/officeDocument/2006/relationships/image" Target="../media/image651.png"/><Relationship Id="rId202" Type="http://schemas.openxmlformats.org/officeDocument/2006/relationships/customXml" Target="../ink/ink673.xml"/><Relationship Id="rId223" Type="http://schemas.openxmlformats.org/officeDocument/2006/relationships/image" Target="../media/image602.png"/><Relationship Id="rId244" Type="http://schemas.openxmlformats.org/officeDocument/2006/relationships/customXml" Target="../ink/ink694.xml"/><Relationship Id="rId18" Type="http://schemas.openxmlformats.org/officeDocument/2006/relationships/customXml" Target="../ink/ink581.xml"/><Relationship Id="rId39" Type="http://schemas.openxmlformats.org/officeDocument/2006/relationships/image" Target="../media/image510.png"/><Relationship Id="rId265" Type="http://schemas.openxmlformats.org/officeDocument/2006/relationships/image" Target="../media/image623.png"/><Relationship Id="rId286" Type="http://schemas.openxmlformats.org/officeDocument/2006/relationships/customXml" Target="../ink/ink715.xml"/><Relationship Id="rId50" Type="http://schemas.openxmlformats.org/officeDocument/2006/relationships/customXml" Target="../ink/ink597.xml"/><Relationship Id="rId104" Type="http://schemas.openxmlformats.org/officeDocument/2006/relationships/customXml" Target="../ink/ink624.xml"/><Relationship Id="rId125" Type="http://schemas.openxmlformats.org/officeDocument/2006/relationships/image" Target="../media/image553.png"/><Relationship Id="rId146" Type="http://schemas.openxmlformats.org/officeDocument/2006/relationships/customXml" Target="../ink/ink645.xml"/><Relationship Id="rId167" Type="http://schemas.openxmlformats.org/officeDocument/2006/relationships/image" Target="../media/image574.png"/><Relationship Id="rId188" Type="http://schemas.openxmlformats.org/officeDocument/2006/relationships/customXml" Target="../ink/ink666.xml"/><Relationship Id="rId311" Type="http://schemas.openxmlformats.org/officeDocument/2006/relationships/image" Target="../media/image646.png"/><Relationship Id="rId332" Type="http://schemas.openxmlformats.org/officeDocument/2006/relationships/customXml" Target="../ink/ink738.xml"/><Relationship Id="rId71" Type="http://schemas.openxmlformats.org/officeDocument/2006/relationships/image" Target="../media/image526.png"/><Relationship Id="rId92" Type="http://schemas.openxmlformats.org/officeDocument/2006/relationships/customXml" Target="../ink/ink618.xml"/><Relationship Id="rId213" Type="http://schemas.openxmlformats.org/officeDocument/2006/relationships/image" Target="../media/image597.png"/><Relationship Id="rId234" Type="http://schemas.openxmlformats.org/officeDocument/2006/relationships/customXml" Target="../ink/ink689.xml"/><Relationship Id="rId2" Type="http://schemas.openxmlformats.org/officeDocument/2006/relationships/customXml" Target="../ink/ink573.xml"/><Relationship Id="rId29" Type="http://schemas.openxmlformats.org/officeDocument/2006/relationships/image" Target="../media/image505.png"/><Relationship Id="rId255" Type="http://schemas.openxmlformats.org/officeDocument/2006/relationships/image" Target="../media/image618.png"/><Relationship Id="rId276" Type="http://schemas.openxmlformats.org/officeDocument/2006/relationships/customXml" Target="../ink/ink710.xml"/><Relationship Id="rId297" Type="http://schemas.openxmlformats.org/officeDocument/2006/relationships/image" Target="../media/image639.png"/><Relationship Id="rId40" Type="http://schemas.openxmlformats.org/officeDocument/2006/relationships/customXml" Target="../ink/ink592.xml"/><Relationship Id="rId115" Type="http://schemas.openxmlformats.org/officeDocument/2006/relationships/image" Target="../media/image548.png"/><Relationship Id="rId136" Type="http://schemas.openxmlformats.org/officeDocument/2006/relationships/customXml" Target="../ink/ink640.xml"/><Relationship Id="rId157" Type="http://schemas.openxmlformats.org/officeDocument/2006/relationships/image" Target="../media/image569.png"/><Relationship Id="rId178" Type="http://schemas.openxmlformats.org/officeDocument/2006/relationships/customXml" Target="../ink/ink661.xml"/><Relationship Id="rId301" Type="http://schemas.openxmlformats.org/officeDocument/2006/relationships/image" Target="../media/image641.png"/><Relationship Id="rId322" Type="http://schemas.openxmlformats.org/officeDocument/2006/relationships/customXml" Target="../ink/ink733.xml"/><Relationship Id="rId61" Type="http://schemas.openxmlformats.org/officeDocument/2006/relationships/image" Target="../media/image521.png"/><Relationship Id="rId82" Type="http://schemas.openxmlformats.org/officeDocument/2006/relationships/customXml" Target="../ink/ink613.xml"/><Relationship Id="rId199" Type="http://schemas.openxmlformats.org/officeDocument/2006/relationships/image" Target="../media/image590.png"/><Relationship Id="rId203" Type="http://schemas.openxmlformats.org/officeDocument/2006/relationships/image" Target="../media/image592.png"/><Relationship Id="rId19" Type="http://schemas.openxmlformats.org/officeDocument/2006/relationships/image" Target="../media/image500.png"/><Relationship Id="rId224" Type="http://schemas.openxmlformats.org/officeDocument/2006/relationships/customXml" Target="../ink/ink684.xml"/><Relationship Id="rId245" Type="http://schemas.openxmlformats.org/officeDocument/2006/relationships/image" Target="../media/image613.png"/><Relationship Id="rId266" Type="http://schemas.openxmlformats.org/officeDocument/2006/relationships/customXml" Target="../ink/ink705.xml"/><Relationship Id="rId287" Type="http://schemas.openxmlformats.org/officeDocument/2006/relationships/image" Target="../media/image634.png"/><Relationship Id="rId30" Type="http://schemas.openxmlformats.org/officeDocument/2006/relationships/customXml" Target="../ink/ink587.xml"/><Relationship Id="rId105" Type="http://schemas.openxmlformats.org/officeDocument/2006/relationships/image" Target="../media/image543.png"/><Relationship Id="rId126" Type="http://schemas.openxmlformats.org/officeDocument/2006/relationships/customXml" Target="../ink/ink635.xml"/><Relationship Id="rId147" Type="http://schemas.openxmlformats.org/officeDocument/2006/relationships/image" Target="../media/image564.png"/><Relationship Id="rId168" Type="http://schemas.openxmlformats.org/officeDocument/2006/relationships/customXml" Target="../ink/ink656.xml"/><Relationship Id="rId312" Type="http://schemas.openxmlformats.org/officeDocument/2006/relationships/customXml" Target="../ink/ink728.xml"/><Relationship Id="rId333" Type="http://schemas.openxmlformats.org/officeDocument/2006/relationships/image" Target="../media/image657.png"/><Relationship Id="rId51" Type="http://schemas.openxmlformats.org/officeDocument/2006/relationships/image" Target="../media/image516.png"/><Relationship Id="rId72" Type="http://schemas.openxmlformats.org/officeDocument/2006/relationships/customXml" Target="../ink/ink608.xml"/><Relationship Id="rId93" Type="http://schemas.openxmlformats.org/officeDocument/2006/relationships/image" Target="../media/image537.png"/><Relationship Id="rId189" Type="http://schemas.openxmlformats.org/officeDocument/2006/relationships/image" Target="../media/image585.png"/><Relationship Id="rId3" Type="http://schemas.openxmlformats.org/officeDocument/2006/relationships/image" Target="../media/image492.png"/><Relationship Id="rId214" Type="http://schemas.openxmlformats.org/officeDocument/2006/relationships/customXml" Target="../ink/ink679.xml"/><Relationship Id="rId235" Type="http://schemas.openxmlformats.org/officeDocument/2006/relationships/image" Target="../media/image608.png"/><Relationship Id="rId256" Type="http://schemas.openxmlformats.org/officeDocument/2006/relationships/customXml" Target="../ink/ink700.xml"/><Relationship Id="rId277" Type="http://schemas.openxmlformats.org/officeDocument/2006/relationships/image" Target="../media/image629.png"/><Relationship Id="rId298" Type="http://schemas.openxmlformats.org/officeDocument/2006/relationships/customXml" Target="../ink/ink721.xml"/><Relationship Id="rId116" Type="http://schemas.openxmlformats.org/officeDocument/2006/relationships/customXml" Target="../ink/ink630.xml"/><Relationship Id="rId137" Type="http://schemas.openxmlformats.org/officeDocument/2006/relationships/image" Target="../media/image559.png"/><Relationship Id="rId158" Type="http://schemas.openxmlformats.org/officeDocument/2006/relationships/customXml" Target="../ink/ink651.xml"/><Relationship Id="rId302" Type="http://schemas.openxmlformats.org/officeDocument/2006/relationships/customXml" Target="../ink/ink723.xml"/><Relationship Id="rId323" Type="http://schemas.openxmlformats.org/officeDocument/2006/relationships/image" Target="../media/image652.png"/><Relationship Id="rId20" Type="http://schemas.openxmlformats.org/officeDocument/2006/relationships/customXml" Target="../ink/ink582.xml"/><Relationship Id="rId41" Type="http://schemas.openxmlformats.org/officeDocument/2006/relationships/image" Target="../media/image511.png"/><Relationship Id="rId62" Type="http://schemas.openxmlformats.org/officeDocument/2006/relationships/customXml" Target="../ink/ink603.xml"/><Relationship Id="rId83" Type="http://schemas.openxmlformats.org/officeDocument/2006/relationships/image" Target="../media/image532.png"/><Relationship Id="rId179" Type="http://schemas.openxmlformats.org/officeDocument/2006/relationships/image" Target="../media/image580.png"/><Relationship Id="rId190" Type="http://schemas.openxmlformats.org/officeDocument/2006/relationships/customXml" Target="../ink/ink667.xml"/><Relationship Id="rId204" Type="http://schemas.openxmlformats.org/officeDocument/2006/relationships/customXml" Target="../ink/ink674.xml"/><Relationship Id="rId225" Type="http://schemas.openxmlformats.org/officeDocument/2006/relationships/image" Target="../media/image603.png"/><Relationship Id="rId246" Type="http://schemas.openxmlformats.org/officeDocument/2006/relationships/customXml" Target="../ink/ink695.xml"/><Relationship Id="rId267" Type="http://schemas.openxmlformats.org/officeDocument/2006/relationships/image" Target="../media/image624.png"/><Relationship Id="rId288" Type="http://schemas.openxmlformats.org/officeDocument/2006/relationships/customXml" Target="../ink/ink716.xml"/><Relationship Id="rId106" Type="http://schemas.openxmlformats.org/officeDocument/2006/relationships/customXml" Target="../ink/ink625.xml"/><Relationship Id="rId127" Type="http://schemas.openxmlformats.org/officeDocument/2006/relationships/image" Target="../media/image554.png"/><Relationship Id="rId313" Type="http://schemas.openxmlformats.org/officeDocument/2006/relationships/image" Target="../media/image647.png"/><Relationship Id="rId10" Type="http://schemas.openxmlformats.org/officeDocument/2006/relationships/customXml" Target="../ink/ink577.xml"/><Relationship Id="rId31" Type="http://schemas.openxmlformats.org/officeDocument/2006/relationships/image" Target="../media/image506.png"/><Relationship Id="rId52" Type="http://schemas.openxmlformats.org/officeDocument/2006/relationships/customXml" Target="../ink/ink598.xml"/><Relationship Id="rId73" Type="http://schemas.openxmlformats.org/officeDocument/2006/relationships/image" Target="../media/image527.png"/><Relationship Id="rId94" Type="http://schemas.openxmlformats.org/officeDocument/2006/relationships/customXml" Target="../ink/ink619.xml"/><Relationship Id="rId148" Type="http://schemas.openxmlformats.org/officeDocument/2006/relationships/customXml" Target="../ink/ink646.xml"/><Relationship Id="rId169" Type="http://schemas.openxmlformats.org/officeDocument/2006/relationships/image" Target="../media/image575.png"/><Relationship Id="rId334" Type="http://schemas.openxmlformats.org/officeDocument/2006/relationships/customXml" Target="../ink/ink739.xml"/><Relationship Id="rId4" Type="http://schemas.openxmlformats.org/officeDocument/2006/relationships/customXml" Target="../ink/ink574.xml"/><Relationship Id="rId180" Type="http://schemas.openxmlformats.org/officeDocument/2006/relationships/customXml" Target="../ink/ink662.xml"/><Relationship Id="rId215" Type="http://schemas.openxmlformats.org/officeDocument/2006/relationships/image" Target="../media/image598.png"/><Relationship Id="rId236" Type="http://schemas.openxmlformats.org/officeDocument/2006/relationships/customXml" Target="../ink/ink690.xml"/><Relationship Id="rId257" Type="http://schemas.openxmlformats.org/officeDocument/2006/relationships/image" Target="../media/image619.png"/><Relationship Id="rId278" Type="http://schemas.openxmlformats.org/officeDocument/2006/relationships/customXml" Target="../ink/ink711.xml"/><Relationship Id="rId303" Type="http://schemas.openxmlformats.org/officeDocument/2006/relationships/image" Target="../media/image642.png"/><Relationship Id="rId42" Type="http://schemas.openxmlformats.org/officeDocument/2006/relationships/customXml" Target="../ink/ink593.xml"/><Relationship Id="rId84" Type="http://schemas.openxmlformats.org/officeDocument/2006/relationships/customXml" Target="../ink/ink614.xml"/><Relationship Id="rId138" Type="http://schemas.openxmlformats.org/officeDocument/2006/relationships/customXml" Target="../ink/ink641.xml"/><Relationship Id="rId191" Type="http://schemas.openxmlformats.org/officeDocument/2006/relationships/image" Target="../media/image586.png"/><Relationship Id="rId205" Type="http://schemas.openxmlformats.org/officeDocument/2006/relationships/image" Target="../media/image593.png"/><Relationship Id="rId247" Type="http://schemas.openxmlformats.org/officeDocument/2006/relationships/image" Target="../media/image614.png"/><Relationship Id="rId107" Type="http://schemas.openxmlformats.org/officeDocument/2006/relationships/image" Target="../media/image544.png"/><Relationship Id="rId289" Type="http://schemas.openxmlformats.org/officeDocument/2006/relationships/image" Target="../media/image635.png"/><Relationship Id="rId11" Type="http://schemas.openxmlformats.org/officeDocument/2006/relationships/image" Target="../media/image496.png"/><Relationship Id="rId53" Type="http://schemas.openxmlformats.org/officeDocument/2006/relationships/image" Target="../media/image517.png"/><Relationship Id="rId149" Type="http://schemas.openxmlformats.org/officeDocument/2006/relationships/image" Target="../media/image565.png"/><Relationship Id="rId314" Type="http://schemas.openxmlformats.org/officeDocument/2006/relationships/customXml" Target="../ink/ink729.xml"/><Relationship Id="rId95" Type="http://schemas.openxmlformats.org/officeDocument/2006/relationships/image" Target="../media/image538.png"/><Relationship Id="rId160" Type="http://schemas.openxmlformats.org/officeDocument/2006/relationships/customXml" Target="../ink/ink652.xml"/><Relationship Id="rId216" Type="http://schemas.openxmlformats.org/officeDocument/2006/relationships/customXml" Target="../ink/ink680.xml"/><Relationship Id="rId258" Type="http://schemas.openxmlformats.org/officeDocument/2006/relationships/customXml" Target="../ink/ink701.xml"/><Relationship Id="rId22" Type="http://schemas.openxmlformats.org/officeDocument/2006/relationships/customXml" Target="../ink/ink583.xml"/><Relationship Id="rId64" Type="http://schemas.openxmlformats.org/officeDocument/2006/relationships/customXml" Target="../ink/ink604.xml"/><Relationship Id="rId118" Type="http://schemas.openxmlformats.org/officeDocument/2006/relationships/customXml" Target="../ink/ink631.xml"/><Relationship Id="rId325" Type="http://schemas.openxmlformats.org/officeDocument/2006/relationships/image" Target="../media/image653.png"/><Relationship Id="rId171" Type="http://schemas.openxmlformats.org/officeDocument/2006/relationships/image" Target="../media/image576.png"/><Relationship Id="rId227" Type="http://schemas.openxmlformats.org/officeDocument/2006/relationships/image" Target="../media/image604.png"/><Relationship Id="rId269" Type="http://schemas.openxmlformats.org/officeDocument/2006/relationships/image" Target="../media/image625.png"/><Relationship Id="rId33" Type="http://schemas.openxmlformats.org/officeDocument/2006/relationships/image" Target="../media/image507.png"/><Relationship Id="rId129" Type="http://schemas.openxmlformats.org/officeDocument/2006/relationships/image" Target="../media/image555.png"/><Relationship Id="rId280" Type="http://schemas.openxmlformats.org/officeDocument/2006/relationships/customXml" Target="../ink/ink712.xml"/><Relationship Id="rId336" Type="http://schemas.openxmlformats.org/officeDocument/2006/relationships/customXml" Target="../ink/ink740.xml"/><Relationship Id="rId75" Type="http://schemas.openxmlformats.org/officeDocument/2006/relationships/image" Target="../media/image528.png"/><Relationship Id="rId140" Type="http://schemas.openxmlformats.org/officeDocument/2006/relationships/customXml" Target="../ink/ink642.xml"/><Relationship Id="rId182" Type="http://schemas.openxmlformats.org/officeDocument/2006/relationships/customXml" Target="../ink/ink663.xml"/><Relationship Id="rId6" Type="http://schemas.openxmlformats.org/officeDocument/2006/relationships/customXml" Target="../ink/ink575.xml"/><Relationship Id="rId238" Type="http://schemas.openxmlformats.org/officeDocument/2006/relationships/customXml" Target="../ink/ink691.xml"/><Relationship Id="rId291" Type="http://schemas.openxmlformats.org/officeDocument/2006/relationships/image" Target="../media/image636.png"/><Relationship Id="rId305" Type="http://schemas.openxmlformats.org/officeDocument/2006/relationships/image" Target="../media/image643.png"/><Relationship Id="rId44" Type="http://schemas.openxmlformats.org/officeDocument/2006/relationships/customXml" Target="../ink/ink594.xml"/><Relationship Id="rId86" Type="http://schemas.openxmlformats.org/officeDocument/2006/relationships/customXml" Target="../ink/ink615.xml"/><Relationship Id="rId151" Type="http://schemas.openxmlformats.org/officeDocument/2006/relationships/image" Target="../media/image566.png"/><Relationship Id="rId193" Type="http://schemas.openxmlformats.org/officeDocument/2006/relationships/image" Target="../media/image587.png"/><Relationship Id="rId207" Type="http://schemas.openxmlformats.org/officeDocument/2006/relationships/image" Target="../media/image594.png"/><Relationship Id="rId249" Type="http://schemas.openxmlformats.org/officeDocument/2006/relationships/image" Target="../media/image615.png"/><Relationship Id="rId13" Type="http://schemas.openxmlformats.org/officeDocument/2006/relationships/image" Target="../media/image497.png"/><Relationship Id="rId109" Type="http://schemas.openxmlformats.org/officeDocument/2006/relationships/image" Target="../media/image545.png"/><Relationship Id="rId260" Type="http://schemas.openxmlformats.org/officeDocument/2006/relationships/customXml" Target="../ink/ink702.xml"/><Relationship Id="rId316" Type="http://schemas.openxmlformats.org/officeDocument/2006/relationships/customXml" Target="../ink/ink730.xml"/><Relationship Id="rId55" Type="http://schemas.openxmlformats.org/officeDocument/2006/relationships/image" Target="../media/image518.png"/><Relationship Id="rId97" Type="http://schemas.openxmlformats.org/officeDocument/2006/relationships/image" Target="../media/image539.png"/><Relationship Id="rId120" Type="http://schemas.openxmlformats.org/officeDocument/2006/relationships/customXml" Target="../ink/ink632.xml"/><Relationship Id="rId162" Type="http://schemas.openxmlformats.org/officeDocument/2006/relationships/customXml" Target="../ink/ink653.xml"/><Relationship Id="rId218" Type="http://schemas.openxmlformats.org/officeDocument/2006/relationships/customXml" Target="../ink/ink681.xml"/><Relationship Id="rId271" Type="http://schemas.openxmlformats.org/officeDocument/2006/relationships/image" Target="../media/image626.png"/><Relationship Id="rId24" Type="http://schemas.openxmlformats.org/officeDocument/2006/relationships/customXml" Target="../ink/ink584.xml"/><Relationship Id="rId66" Type="http://schemas.openxmlformats.org/officeDocument/2006/relationships/customXml" Target="../ink/ink605.xml"/><Relationship Id="rId131" Type="http://schemas.openxmlformats.org/officeDocument/2006/relationships/image" Target="../media/image556.png"/><Relationship Id="rId327" Type="http://schemas.openxmlformats.org/officeDocument/2006/relationships/image" Target="../media/image654.png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861.png"/><Relationship Id="rId21" Type="http://schemas.openxmlformats.org/officeDocument/2006/relationships/customXml" Target="../ink/ink750.xml"/><Relationship Id="rId42" Type="http://schemas.openxmlformats.org/officeDocument/2006/relationships/image" Target="../media/image2941.png"/><Relationship Id="rId47" Type="http://schemas.openxmlformats.org/officeDocument/2006/relationships/customXml" Target="../ink/ink763.xml"/><Relationship Id="rId63" Type="http://schemas.openxmlformats.org/officeDocument/2006/relationships/customXml" Target="../ink/ink771.xml"/><Relationship Id="rId68" Type="http://schemas.openxmlformats.org/officeDocument/2006/relationships/image" Target="../media/image3071.png"/><Relationship Id="rId16" Type="http://schemas.openxmlformats.org/officeDocument/2006/relationships/image" Target="../media/image2812.png"/><Relationship Id="rId11" Type="http://schemas.openxmlformats.org/officeDocument/2006/relationships/customXml" Target="../ink/ink745.xml"/><Relationship Id="rId32" Type="http://schemas.openxmlformats.org/officeDocument/2006/relationships/image" Target="../media/image2891.png"/><Relationship Id="rId37" Type="http://schemas.openxmlformats.org/officeDocument/2006/relationships/customXml" Target="../ink/ink758.xml"/><Relationship Id="rId53" Type="http://schemas.openxmlformats.org/officeDocument/2006/relationships/customXml" Target="../ink/ink766.xml"/><Relationship Id="rId58" Type="http://schemas.openxmlformats.org/officeDocument/2006/relationships/image" Target="../media/image3021.png"/><Relationship Id="rId74" Type="http://schemas.openxmlformats.org/officeDocument/2006/relationships/image" Target="../media/image3101.png"/><Relationship Id="rId79" Type="http://schemas.openxmlformats.org/officeDocument/2006/relationships/customXml" Target="../ink/ink779.xml"/><Relationship Id="rId5" Type="http://schemas.openxmlformats.org/officeDocument/2006/relationships/customXml" Target="../ink/ink742.xml"/><Relationship Id="rId61" Type="http://schemas.openxmlformats.org/officeDocument/2006/relationships/customXml" Target="../ink/ink770.xml"/><Relationship Id="rId82" Type="http://schemas.openxmlformats.org/officeDocument/2006/relationships/image" Target="../media/image3141.png"/><Relationship Id="rId19" Type="http://schemas.openxmlformats.org/officeDocument/2006/relationships/customXml" Target="../ink/ink749.xml"/><Relationship Id="rId14" Type="http://schemas.openxmlformats.org/officeDocument/2006/relationships/image" Target="../media/image2801.png"/><Relationship Id="rId22" Type="http://schemas.openxmlformats.org/officeDocument/2006/relationships/image" Target="../media/image2841.png"/><Relationship Id="rId27" Type="http://schemas.openxmlformats.org/officeDocument/2006/relationships/customXml" Target="../ink/ink753.xml"/><Relationship Id="rId30" Type="http://schemas.openxmlformats.org/officeDocument/2006/relationships/image" Target="../media/image2881.png"/><Relationship Id="rId35" Type="http://schemas.openxmlformats.org/officeDocument/2006/relationships/customXml" Target="../ink/ink757.xml"/><Relationship Id="rId43" Type="http://schemas.openxmlformats.org/officeDocument/2006/relationships/customXml" Target="../ink/ink761.xml"/><Relationship Id="rId48" Type="http://schemas.openxmlformats.org/officeDocument/2006/relationships/image" Target="../media/image2971.png"/><Relationship Id="rId56" Type="http://schemas.openxmlformats.org/officeDocument/2006/relationships/image" Target="../media/image3012.png"/><Relationship Id="rId64" Type="http://schemas.openxmlformats.org/officeDocument/2006/relationships/image" Target="../media/image3051.png"/><Relationship Id="rId69" Type="http://schemas.openxmlformats.org/officeDocument/2006/relationships/customXml" Target="../ink/ink774.xml"/><Relationship Id="rId77" Type="http://schemas.openxmlformats.org/officeDocument/2006/relationships/customXml" Target="../ink/ink778.xml"/><Relationship Id="rId8" Type="http://schemas.openxmlformats.org/officeDocument/2006/relationships/image" Target="../media/image2771.png"/><Relationship Id="rId51" Type="http://schemas.openxmlformats.org/officeDocument/2006/relationships/customXml" Target="../ink/ink765.xml"/><Relationship Id="rId72" Type="http://schemas.openxmlformats.org/officeDocument/2006/relationships/image" Target="../media/image3091.png"/><Relationship Id="rId80" Type="http://schemas.openxmlformats.org/officeDocument/2006/relationships/image" Target="../media/image3131.png"/><Relationship Id="rId3" Type="http://schemas.openxmlformats.org/officeDocument/2006/relationships/customXml" Target="../ink/ink741.xml"/><Relationship Id="rId12" Type="http://schemas.openxmlformats.org/officeDocument/2006/relationships/image" Target="../media/image2791.png"/><Relationship Id="rId17" Type="http://schemas.openxmlformats.org/officeDocument/2006/relationships/customXml" Target="../ink/ink748.xml"/><Relationship Id="rId25" Type="http://schemas.openxmlformats.org/officeDocument/2006/relationships/customXml" Target="../ink/ink752.xml"/><Relationship Id="rId33" Type="http://schemas.openxmlformats.org/officeDocument/2006/relationships/customXml" Target="../ink/ink756.xml"/><Relationship Id="rId38" Type="http://schemas.openxmlformats.org/officeDocument/2006/relationships/image" Target="../media/image2921.png"/><Relationship Id="rId46" Type="http://schemas.openxmlformats.org/officeDocument/2006/relationships/image" Target="../media/image2961.png"/><Relationship Id="rId59" Type="http://schemas.openxmlformats.org/officeDocument/2006/relationships/customXml" Target="../ink/ink769.xml"/><Relationship Id="rId67" Type="http://schemas.openxmlformats.org/officeDocument/2006/relationships/customXml" Target="../ink/ink773.xml"/><Relationship Id="rId20" Type="http://schemas.openxmlformats.org/officeDocument/2006/relationships/image" Target="../media/image2831.png"/><Relationship Id="rId41" Type="http://schemas.openxmlformats.org/officeDocument/2006/relationships/customXml" Target="../ink/ink760.xml"/><Relationship Id="rId54" Type="http://schemas.openxmlformats.org/officeDocument/2006/relationships/image" Target="../media/image3001.png"/><Relationship Id="rId62" Type="http://schemas.openxmlformats.org/officeDocument/2006/relationships/image" Target="../media/image3041.png"/><Relationship Id="rId70" Type="http://schemas.openxmlformats.org/officeDocument/2006/relationships/image" Target="../media/image3081.png"/><Relationship Id="rId75" Type="http://schemas.openxmlformats.org/officeDocument/2006/relationships/customXml" Target="../ink/ink77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61.png"/><Relationship Id="rId15" Type="http://schemas.openxmlformats.org/officeDocument/2006/relationships/customXml" Target="../ink/ink747.xml"/><Relationship Id="rId23" Type="http://schemas.openxmlformats.org/officeDocument/2006/relationships/customXml" Target="../ink/ink751.xml"/><Relationship Id="rId28" Type="http://schemas.openxmlformats.org/officeDocument/2006/relationships/image" Target="../media/image2871.png"/><Relationship Id="rId36" Type="http://schemas.openxmlformats.org/officeDocument/2006/relationships/image" Target="../media/image2912.png"/><Relationship Id="rId49" Type="http://schemas.openxmlformats.org/officeDocument/2006/relationships/customXml" Target="../ink/ink764.xml"/><Relationship Id="rId57" Type="http://schemas.openxmlformats.org/officeDocument/2006/relationships/customXml" Target="../ink/ink768.xml"/><Relationship Id="rId10" Type="http://schemas.openxmlformats.org/officeDocument/2006/relationships/image" Target="../media/image2781.png"/><Relationship Id="rId31" Type="http://schemas.openxmlformats.org/officeDocument/2006/relationships/customXml" Target="../ink/ink755.xml"/><Relationship Id="rId44" Type="http://schemas.openxmlformats.org/officeDocument/2006/relationships/image" Target="../media/image2951.png"/><Relationship Id="rId52" Type="http://schemas.openxmlformats.org/officeDocument/2006/relationships/image" Target="../media/image2991.png"/><Relationship Id="rId60" Type="http://schemas.openxmlformats.org/officeDocument/2006/relationships/image" Target="../media/image3031.png"/><Relationship Id="rId65" Type="http://schemas.openxmlformats.org/officeDocument/2006/relationships/customXml" Target="../ink/ink772.xml"/><Relationship Id="rId73" Type="http://schemas.openxmlformats.org/officeDocument/2006/relationships/customXml" Target="../ink/ink776.xml"/><Relationship Id="rId78" Type="http://schemas.openxmlformats.org/officeDocument/2006/relationships/image" Target="../media/image3121.png"/><Relationship Id="rId81" Type="http://schemas.openxmlformats.org/officeDocument/2006/relationships/customXml" Target="../ink/ink780.xml"/><Relationship Id="rId4" Type="http://schemas.openxmlformats.org/officeDocument/2006/relationships/image" Target="../media/image2751.png"/><Relationship Id="rId9" Type="http://schemas.openxmlformats.org/officeDocument/2006/relationships/customXml" Target="../ink/ink744.xml"/><Relationship Id="rId13" Type="http://schemas.openxmlformats.org/officeDocument/2006/relationships/customXml" Target="../ink/ink746.xml"/><Relationship Id="rId18" Type="http://schemas.openxmlformats.org/officeDocument/2006/relationships/image" Target="../media/image2821.png"/><Relationship Id="rId39" Type="http://schemas.openxmlformats.org/officeDocument/2006/relationships/customXml" Target="../ink/ink759.xml"/><Relationship Id="rId34" Type="http://schemas.openxmlformats.org/officeDocument/2006/relationships/image" Target="../media/image2901.png"/><Relationship Id="rId50" Type="http://schemas.openxmlformats.org/officeDocument/2006/relationships/image" Target="../media/image2981.png"/><Relationship Id="rId55" Type="http://schemas.openxmlformats.org/officeDocument/2006/relationships/customXml" Target="../ink/ink767.xml"/><Relationship Id="rId76" Type="http://schemas.openxmlformats.org/officeDocument/2006/relationships/image" Target="../media/image3112.png"/><Relationship Id="rId7" Type="http://schemas.openxmlformats.org/officeDocument/2006/relationships/customXml" Target="../ink/ink743.xml"/><Relationship Id="rId71" Type="http://schemas.openxmlformats.org/officeDocument/2006/relationships/customXml" Target="../ink/ink775.xml"/><Relationship Id="rId2" Type="http://schemas.openxmlformats.org/officeDocument/2006/relationships/image" Target="../media/image659.png"/><Relationship Id="rId29" Type="http://schemas.openxmlformats.org/officeDocument/2006/relationships/customXml" Target="../ink/ink754.xml"/><Relationship Id="rId24" Type="http://schemas.openxmlformats.org/officeDocument/2006/relationships/image" Target="../media/image2851.png"/><Relationship Id="rId40" Type="http://schemas.openxmlformats.org/officeDocument/2006/relationships/image" Target="../media/image2931.png"/><Relationship Id="rId45" Type="http://schemas.openxmlformats.org/officeDocument/2006/relationships/customXml" Target="../ink/ink762.xml"/><Relationship Id="rId66" Type="http://schemas.openxmlformats.org/officeDocument/2006/relationships/image" Target="../media/image3061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786.xml"/><Relationship Id="rId18" Type="http://schemas.openxmlformats.org/officeDocument/2006/relationships/image" Target="../media/image3231.png"/><Relationship Id="rId26" Type="http://schemas.openxmlformats.org/officeDocument/2006/relationships/image" Target="../media/image3271.png"/><Relationship Id="rId39" Type="http://schemas.openxmlformats.org/officeDocument/2006/relationships/customXml" Target="../ink/ink799.xml"/><Relationship Id="rId21" Type="http://schemas.openxmlformats.org/officeDocument/2006/relationships/customXml" Target="../ink/ink790.xml"/><Relationship Id="rId34" Type="http://schemas.openxmlformats.org/officeDocument/2006/relationships/image" Target="../media/image3312.png"/><Relationship Id="rId42" Type="http://schemas.openxmlformats.org/officeDocument/2006/relationships/image" Target="../media/image3351.png"/><Relationship Id="rId7" Type="http://schemas.openxmlformats.org/officeDocument/2006/relationships/customXml" Target="../ink/ink783.xml"/><Relationship Id="rId2" Type="http://schemas.openxmlformats.org/officeDocument/2006/relationships/image" Target="../media/image660.png"/><Relationship Id="rId16" Type="http://schemas.openxmlformats.org/officeDocument/2006/relationships/image" Target="../media/image3221.png"/><Relationship Id="rId20" Type="http://schemas.openxmlformats.org/officeDocument/2006/relationships/image" Target="../media/image3241.png"/><Relationship Id="rId29" Type="http://schemas.openxmlformats.org/officeDocument/2006/relationships/customXml" Target="../ink/ink794.xml"/><Relationship Id="rId41" Type="http://schemas.openxmlformats.org/officeDocument/2006/relationships/customXml" Target="../ink/ink80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71.png"/><Relationship Id="rId11" Type="http://schemas.openxmlformats.org/officeDocument/2006/relationships/customXml" Target="../ink/ink785.xml"/><Relationship Id="rId24" Type="http://schemas.openxmlformats.org/officeDocument/2006/relationships/image" Target="../media/image3261.png"/><Relationship Id="rId32" Type="http://schemas.openxmlformats.org/officeDocument/2006/relationships/image" Target="../media/image3301.png"/><Relationship Id="rId37" Type="http://schemas.openxmlformats.org/officeDocument/2006/relationships/customXml" Target="../ink/ink798.xml"/><Relationship Id="rId40" Type="http://schemas.openxmlformats.org/officeDocument/2006/relationships/image" Target="../media/image3341.png"/><Relationship Id="rId5" Type="http://schemas.openxmlformats.org/officeDocument/2006/relationships/customXml" Target="../ink/ink782.xml"/><Relationship Id="rId15" Type="http://schemas.openxmlformats.org/officeDocument/2006/relationships/customXml" Target="../ink/ink787.xml"/><Relationship Id="rId23" Type="http://schemas.openxmlformats.org/officeDocument/2006/relationships/customXml" Target="../ink/ink791.xml"/><Relationship Id="rId28" Type="http://schemas.openxmlformats.org/officeDocument/2006/relationships/image" Target="../media/image3281.png"/><Relationship Id="rId36" Type="http://schemas.openxmlformats.org/officeDocument/2006/relationships/image" Target="../media/image3321.png"/><Relationship Id="rId10" Type="http://schemas.openxmlformats.org/officeDocument/2006/relationships/image" Target="../media/image3191.png"/><Relationship Id="rId19" Type="http://schemas.openxmlformats.org/officeDocument/2006/relationships/customXml" Target="../ink/ink789.xml"/><Relationship Id="rId31" Type="http://schemas.openxmlformats.org/officeDocument/2006/relationships/customXml" Target="../ink/ink795.xml"/><Relationship Id="rId44" Type="http://schemas.openxmlformats.org/officeDocument/2006/relationships/image" Target="../media/image3361.png"/><Relationship Id="rId4" Type="http://schemas.openxmlformats.org/officeDocument/2006/relationships/image" Target="../media/image3161.png"/><Relationship Id="rId9" Type="http://schemas.openxmlformats.org/officeDocument/2006/relationships/customXml" Target="../ink/ink784.xml"/><Relationship Id="rId14" Type="http://schemas.openxmlformats.org/officeDocument/2006/relationships/image" Target="../media/image3212.png"/><Relationship Id="rId22" Type="http://schemas.openxmlformats.org/officeDocument/2006/relationships/image" Target="../media/image3251.png"/><Relationship Id="rId27" Type="http://schemas.openxmlformats.org/officeDocument/2006/relationships/customXml" Target="../ink/ink793.xml"/><Relationship Id="rId30" Type="http://schemas.openxmlformats.org/officeDocument/2006/relationships/image" Target="../media/image3291.png"/><Relationship Id="rId35" Type="http://schemas.openxmlformats.org/officeDocument/2006/relationships/customXml" Target="../ink/ink797.xml"/><Relationship Id="rId43" Type="http://schemas.openxmlformats.org/officeDocument/2006/relationships/customXml" Target="../ink/ink801.xml"/><Relationship Id="rId8" Type="http://schemas.openxmlformats.org/officeDocument/2006/relationships/image" Target="../media/image3181.png"/><Relationship Id="rId3" Type="http://schemas.openxmlformats.org/officeDocument/2006/relationships/customXml" Target="../ink/ink781.xml"/><Relationship Id="rId12" Type="http://schemas.openxmlformats.org/officeDocument/2006/relationships/image" Target="../media/image3201.png"/><Relationship Id="rId17" Type="http://schemas.openxmlformats.org/officeDocument/2006/relationships/customXml" Target="../ink/ink788.xml"/><Relationship Id="rId25" Type="http://schemas.openxmlformats.org/officeDocument/2006/relationships/customXml" Target="../ink/ink792.xml"/><Relationship Id="rId33" Type="http://schemas.openxmlformats.org/officeDocument/2006/relationships/customXml" Target="../ink/ink796.xml"/><Relationship Id="rId38" Type="http://schemas.openxmlformats.org/officeDocument/2006/relationships/image" Target="../media/image3331.png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941.png"/><Relationship Id="rId299" Type="http://schemas.openxmlformats.org/officeDocument/2006/relationships/image" Target="../media/image4851.png"/><Relationship Id="rId21" Type="http://schemas.openxmlformats.org/officeDocument/2006/relationships/image" Target="../media/image3461.png"/><Relationship Id="rId63" Type="http://schemas.openxmlformats.org/officeDocument/2006/relationships/image" Target="../media/image3671.png"/><Relationship Id="rId159" Type="http://schemas.openxmlformats.org/officeDocument/2006/relationships/image" Target="../media/image4151.png"/><Relationship Id="rId324" Type="http://schemas.openxmlformats.org/officeDocument/2006/relationships/customXml" Target="../ink/ink962.xml"/><Relationship Id="rId366" Type="http://schemas.openxmlformats.org/officeDocument/2006/relationships/customXml" Target="../ink/ink983.xml"/><Relationship Id="rId170" Type="http://schemas.openxmlformats.org/officeDocument/2006/relationships/customXml" Target="../ink/ink885.xml"/><Relationship Id="rId226" Type="http://schemas.openxmlformats.org/officeDocument/2006/relationships/customXml" Target="../ink/ink913.xml"/><Relationship Id="rId268" Type="http://schemas.openxmlformats.org/officeDocument/2006/relationships/customXml" Target="../ink/ink934.xml"/><Relationship Id="rId32" Type="http://schemas.openxmlformats.org/officeDocument/2006/relationships/customXml" Target="../ink/ink816.xml"/><Relationship Id="rId74" Type="http://schemas.openxmlformats.org/officeDocument/2006/relationships/customXml" Target="../ink/ink837.xml"/><Relationship Id="rId128" Type="http://schemas.openxmlformats.org/officeDocument/2006/relationships/customXml" Target="../ink/ink864.xml"/><Relationship Id="rId335" Type="http://schemas.openxmlformats.org/officeDocument/2006/relationships/image" Target="../media/image5031.png"/><Relationship Id="rId377" Type="http://schemas.openxmlformats.org/officeDocument/2006/relationships/image" Target="../media/image5241.png"/><Relationship Id="rId5" Type="http://schemas.openxmlformats.org/officeDocument/2006/relationships/image" Target="../media/image3381.png"/><Relationship Id="rId181" Type="http://schemas.openxmlformats.org/officeDocument/2006/relationships/image" Target="../media/image4261.png"/><Relationship Id="rId237" Type="http://schemas.openxmlformats.org/officeDocument/2006/relationships/image" Target="../media/image4541.png"/><Relationship Id="rId402" Type="http://schemas.openxmlformats.org/officeDocument/2006/relationships/image" Target="../media/image5361.png"/><Relationship Id="rId279" Type="http://schemas.openxmlformats.org/officeDocument/2006/relationships/image" Target="../media/image4751.png"/><Relationship Id="rId43" Type="http://schemas.openxmlformats.org/officeDocument/2006/relationships/image" Target="../media/image3571.png"/><Relationship Id="rId139" Type="http://schemas.openxmlformats.org/officeDocument/2006/relationships/image" Target="../media/image4051.png"/><Relationship Id="rId290" Type="http://schemas.openxmlformats.org/officeDocument/2006/relationships/customXml" Target="../ink/ink945.xml"/><Relationship Id="rId304" Type="http://schemas.openxmlformats.org/officeDocument/2006/relationships/customXml" Target="../ink/ink952.xml"/><Relationship Id="rId346" Type="http://schemas.openxmlformats.org/officeDocument/2006/relationships/customXml" Target="../ink/ink973.xml"/><Relationship Id="rId388" Type="http://schemas.openxmlformats.org/officeDocument/2006/relationships/image" Target="../media/image5291.png"/><Relationship Id="rId85" Type="http://schemas.openxmlformats.org/officeDocument/2006/relationships/image" Target="../media/image3781.png"/><Relationship Id="rId150" Type="http://schemas.openxmlformats.org/officeDocument/2006/relationships/customXml" Target="../ink/ink875.xml"/><Relationship Id="rId192" Type="http://schemas.openxmlformats.org/officeDocument/2006/relationships/customXml" Target="../ink/ink896.xml"/><Relationship Id="rId206" Type="http://schemas.openxmlformats.org/officeDocument/2006/relationships/customXml" Target="../ink/ink903.xml"/><Relationship Id="rId413" Type="http://schemas.openxmlformats.org/officeDocument/2006/relationships/customXml" Target="../ink/ink1007.xml"/><Relationship Id="rId248" Type="http://schemas.openxmlformats.org/officeDocument/2006/relationships/customXml" Target="../ink/ink924.xml"/><Relationship Id="rId12" Type="http://schemas.openxmlformats.org/officeDocument/2006/relationships/customXml" Target="../ink/ink806.xml"/><Relationship Id="rId108" Type="http://schemas.openxmlformats.org/officeDocument/2006/relationships/customXml" Target="../ink/ink854.xml"/><Relationship Id="rId315" Type="http://schemas.openxmlformats.org/officeDocument/2006/relationships/image" Target="../media/image4931.png"/><Relationship Id="rId357" Type="http://schemas.openxmlformats.org/officeDocument/2006/relationships/image" Target="../media/image5141.png"/><Relationship Id="rId54" Type="http://schemas.openxmlformats.org/officeDocument/2006/relationships/customXml" Target="../ink/ink827.xml"/><Relationship Id="rId96" Type="http://schemas.openxmlformats.org/officeDocument/2006/relationships/customXml" Target="../ink/ink848.xml"/><Relationship Id="rId161" Type="http://schemas.openxmlformats.org/officeDocument/2006/relationships/image" Target="../media/image4161.png"/><Relationship Id="rId217" Type="http://schemas.openxmlformats.org/officeDocument/2006/relationships/image" Target="../media/image4441.png"/><Relationship Id="rId399" Type="http://schemas.openxmlformats.org/officeDocument/2006/relationships/customXml" Target="../ink/ink1000.xml"/><Relationship Id="rId259" Type="http://schemas.openxmlformats.org/officeDocument/2006/relationships/image" Target="../media/image4651.png"/><Relationship Id="rId424" Type="http://schemas.openxmlformats.org/officeDocument/2006/relationships/image" Target="../media/image5471.png"/><Relationship Id="rId23" Type="http://schemas.openxmlformats.org/officeDocument/2006/relationships/image" Target="../media/image3471.png"/><Relationship Id="rId119" Type="http://schemas.openxmlformats.org/officeDocument/2006/relationships/image" Target="../media/image3951.png"/><Relationship Id="rId270" Type="http://schemas.openxmlformats.org/officeDocument/2006/relationships/customXml" Target="../ink/ink935.xml"/><Relationship Id="rId326" Type="http://schemas.openxmlformats.org/officeDocument/2006/relationships/customXml" Target="../ink/ink963.xml"/><Relationship Id="rId65" Type="http://schemas.openxmlformats.org/officeDocument/2006/relationships/image" Target="../media/image3681.png"/><Relationship Id="rId130" Type="http://schemas.openxmlformats.org/officeDocument/2006/relationships/customXml" Target="../ink/ink865.xml"/><Relationship Id="rId368" Type="http://schemas.openxmlformats.org/officeDocument/2006/relationships/customXml" Target="../ink/ink984.xml"/><Relationship Id="rId172" Type="http://schemas.openxmlformats.org/officeDocument/2006/relationships/customXml" Target="../ink/ink886.xml"/><Relationship Id="rId228" Type="http://schemas.openxmlformats.org/officeDocument/2006/relationships/customXml" Target="../ink/ink914.xml"/><Relationship Id="rId281" Type="http://schemas.openxmlformats.org/officeDocument/2006/relationships/image" Target="../media/image4761.png"/><Relationship Id="rId337" Type="http://schemas.openxmlformats.org/officeDocument/2006/relationships/image" Target="../media/image5041.png"/><Relationship Id="rId34" Type="http://schemas.openxmlformats.org/officeDocument/2006/relationships/customXml" Target="../ink/ink817.xml"/><Relationship Id="rId76" Type="http://schemas.openxmlformats.org/officeDocument/2006/relationships/customXml" Target="../ink/ink838.xml"/><Relationship Id="rId141" Type="http://schemas.openxmlformats.org/officeDocument/2006/relationships/image" Target="../media/image4061.png"/><Relationship Id="rId379" Type="http://schemas.openxmlformats.org/officeDocument/2006/relationships/image" Target="../media/image5251.png"/><Relationship Id="rId7" Type="http://schemas.openxmlformats.org/officeDocument/2006/relationships/image" Target="../media/image3391.png"/><Relationship Id="rId183" Type="http://schemas.openxmlformats.org/officeDocument/2006/relationships/image" Target="../media/image4271.png"/><Relationship Id="rId239" Type="http://schemas.openxmlformats.org/officeDocument/2006/relationships/image" Target="../media/image4551.png"/><Relationship Id="rId390" Type="http://schemas.openxmlformats.org/officeDocument/2006/relationships/image" Target="../media/image5301.png"/><Relationship Id="rId404" Type="http://schemas.openxmlformats.org/officeDocument/2006/relationships/image" Target="../media/image5371.png"/><Relationship Id="rId250" Type="http://schemas.openxmlformats.org/officeDocument/2006/relationships/customXml" Target="../ink/ink925.xml"/><Relationship Id="rId292" Type="http://schemas.openxmlformats.org/officeDocument/2006/relationships/customXml" Target="../ink/ink946.xml"/><Relationship Id="rId306" Type="http://schemas.openxmlformats.org/officeDocument/2006/relationships/customXml" Target="../ink/ink953.xml"/><Relationship Id="rId45" Type="http://schemas.openxmlformats.org/officeDocument/2006/relationships/image" Target="../media/image3581.png"/><Relationship Id="rId87" Type="http://schemas.openxmlformats.org/officeDocument/2006/relationships/image" Target="../media/image3791.png"/><Relationship Id="rId110" Type="http://schemas.openxmlformats.org/officeDocument/2006/relationships/customXml" Target="../ink/ink855.xml"/><Relationship Id="rId348" Type="http://schemas.openxmlformats.org/officeDocument/2006/relationships/customXml" Target="../ink/ink974.xml"/><Relationship Id="rId152" Type="http://schemas.openxmlformats.org/officeDocument/2006/relationships/customXml" Target="../ink/ink876.xml"/><Relationship Id="rId194" Type="http://schemas.openxmlformats.org/officeDocument/2006/relationships/customXml" Target="../ink/ink897.xml"/><Relationship Id="rId208" Type="http://schemas.openxmlformats.org/officeDocument/2006/relationships/customXml" Target="../ink/ink904.xml"/><Relationship Id="rId415" Type="http://schemas.openxmlformats.org/officeDocument/2006/relationships/customXml" Target="../ink/ink1008.xml"/><Relationship Id="rId261" Type="http://schemas.openxmlformats.org/officeDocument/2006/relationships/image" Target="../media/image4661.png"/><Relationship Id="rId14" Type="http://schemas.openxmlformats.org/officeDocument/2006/relationships/customXml" Target="../ink/ink807.xml"/><Relationship Id="rId56" Type="http://schemas.openxmlformats.org/officeDocument/2006/relationships/customXml" Target="../ink/ink828.xml"/><Relationship Id="rId317" Type="http://schemas.openxmlformats.org/officeDocument/2006/relationships/image" Target="../media/image4941.png"/><Relationship Id="rId359" Type="http://schemas.openxmlformats.org/officeDocument/2006/relationships/image" Target="../media/image5151.png"/><Relationship Id="rId98" Type="http://schemas.openxmlformats.org/officeDocument/2006/relationships/customXml" Target="../ink/ink849.xml"/><Relationship Id="rId121" Type="http://schemas.openxmlformats.org/officeDocument/2006/relationships/image" Target="../media/image3961.png"/><Relationship Id="rId163" Type="http://schemas.openxmlformats.org/officeDocument/2006/relationships/image" Target="../media/image4171.png"/><Relationship Id="rId219" Type="http://schemas.openxmlformats.org/officeDocument/2006/relationships/image" Target="../media/image4451.png"/><Relationship Id="rId370" Type="http://schemas.openxmlformats.org/officeDocument/2006/relationships/customXml" Target="../ink/ink985.xml"/><Relationship Id="rId426" Type="http://schemas.openxmlformats.org/officeDocument/2006/relationships/image" Target="../media/image5481.png"/><Relationship Id="rId230" Type="http://schemas.openxmlformats.org/officeDocument/2006/relationships/customXml" Target="../ink/ink915.xml"/><Relationship Id="rId25" Type="http://schemas.openxmlformats.org/officeDocument/2006/relationships/image" Target="../media/image3481.png"/><Relationship Id="rId67" Type="http://schemas.openxmlformats.org/officeDocument/2006/relationships/image" Target="../media/image3691.png"/><Relationship Id="rId272" Type="http://schemas.openxmlformats.org/officeDocument/2006/relationships/customXml" Target="../ink/ink936.xml"/><Relationship Id="rId328" Type="http://schemas.openxmlformats.org/officeDocument/2006/relationships/customXml" Target="../ink/ink964.xml"/><Relationship Id="rId132" Type="http://schemas.openxmlformats.org/officeDocument/2006/relationships/customXml" Target="../ink/ink866.xml"/><Relationship Id="rId174" Type="http://schemas.openxmlformats.org/officeDocument/2006/relationships/customXml" Target="../ink/ink887.xml"/><Relationship Id="rId381" Type="http://schemas.openxmlformats.org/officeDocument/2006/relationships/customXml" Target="../ink/ink991.xml"/><Relationship Id="rId241" Type="http://schemas.openxmlformats.org/officeDocument/2006/relationships/image" Target="../media/image4561.png"/><Relationship Id="rId36" Type="http://schemas.openxmlformats.org/officeDocument/2006/relationships/customXml" Target="../ink/ink818.xml"/><Relationship Id="rId283" Type="http://schemas.openxmlformats.org/officeDocument/2006/relationships/image" Target="../media/image4771.png"/><Relationship Id="rId339" Type="http://schemas.openxmlformats.org/officeDocument/2006/relationships/image" Target="../media/image5051.png"/><Relationship Id="rId78" Type="http://schemas.openxmlformats.org/officeDocument/2006/relationships/customXml" Target="../ink/ink839.xml"/><Relationship Id="rId101" Type="http://schemas.openxmlformats.org/officeDocument/2006/relationships/image" Target="../media/image3861.png"/><Relationship Id="rId143" Type="http://schemas.openxmlformats.org/officeDocument/2006/relationships/image" Target="../media/image4071.png"/><Relationship Id="rId185" Type="http://schemas.openxmlformats.org/officeDocument/2006/relationships/image" Target="../media/image4281.png"/><Relationship Id="rId350" Type="http://schemas.openxmlformats.org/officeDocument/2006/relationships/customXml" Target="../ink/ink975.xml"/><Relationship Id="rId406" Type="http://schemas.openxmlformats.org/officeDocument/2006/relationships/image" Target="../media/image5381.png"/><Relationship Id="rId9" Type="http://schemas.openxmlformats.org/officeDocument/2006/relationships/image" Target="../media/image3401.png"/><Relationship Id="rId210" Type="http://schemas.openxmlformats.org/officeDocument/2006/relationships/customXml" Target="../ink/ink905.xml"/><Relationship Id="rId392" Type="http://schemas.openxmlformats.org/officeDocument/2006/relationships/image" Target="../media/image5312.png"/><Relationship Id="rId252" Type="http://schemas.openxmlformats.org/officeDocument/2006/relationships/customXml" Target="../ink/ink926.xml"/><Relationship Id="rId294" Type="http://schemas.openxmlformats.org/officeDocument/2006/relationships/customXml" Target="../ink/ink947.xml"/><Relationship Id="rId308" Type="http://schemas.openxmlformats.org/officeDocument/2006/relationships/customXml" Target="../ink/ink954.xml"/><Relationship Id="rId47" Type="http://schemas.openxmlformats.org/officeDocument/2006/relationships/image" Target="../media/image3591.png"/><Relationship Id="rId89" Type="http://schemas.openxmlformats.org/officeDocument/2006/relationships/image" Target="../media/image3801.png"/><Relationship Id="rId112" Type="http://schemas.openxmlformats.org/officeDocument/2006/relationships/customXml" Target="../ink/ink856.xml"/><Relationship Id="rId154" Type="http://schemas.openxmlformats.org/officeDocument/2006/relationships/customXml" Target="../ink/ink877.xml"/><Relationship Id="rId361" Type="http://schemas.openxmlformats.org/officeDocument/2006/relationships/image" Target="../media/image5161.png"/><Relationship Id="rId196" Type="http://schemas.openxmlformats.org/officeDocument/2006/relationships/customXml" Target="../ink/ink898.xml"/><Relationship Id="rId417" Type="http://schemas.openxmlformats.org/officeDocument/2006/relationships/customXml" Target="../ink/ink1009.xml"/><Relationship Id="rId16" Type="http://schemas.openxmlformats.org/officeDocument/2006/relationships/customXml" Target="../ink/ink808.xml"/><Relationship Id="rId221" Type="http://schemas.openxmlformats.org/officeDocument/2006/relationships/image" Target="../media/image4461.png"/><Relationship Id="rId263" Type="http://schemas.openxmlformats.org/officeDocument/2006/relationships/image" Target="../media/image4671.png"/><Relationship Id="rId319" Type="http://schemas.openxmlformats.org/officeDocument/2006/relationships/image" Target="../media/image4951.png"/><Relationship Id="rId58" Type="http://schemas.openxmlformats.org/officeDocument/2006/relationships/customXml" Target="../ink/ink829.xml"/><Relationship Id="rId123" Type="http://schemas.openxmlformats.org/officeDocument/2006/relationships/image" Target="../media/image3971.png"/><Relationship Id="rId330" Type="http://schemas.openxmlformats.org/officeDocument/2006/relationships/customXml" Target="../ink/ink965.xml"/><Relationship Id="rId165" Type="http://schemas.openxmlformats.org/officeDocument/2006/relationships/image" Target="../media/image4181.png"/><Relationship Id="rId372" Type="http://schemas.openxmlformats.org/officeDocument/2006/relationships/customXml" Target="../ink/ink986.xml"/><Relationship Id="rId232" Type="http://schemas.openxmlformats.org/officeDocument/2006/relationships/customXml" Target="../ink/ink916.xml"/><Relationship Id="rId274" Type="http://schemas.openxmlformats.org/officeDocument/2006/relationships/customXml" Target="../ink/ink937.xml"/><Relationship Id="rId27" Type="http://schemas.openxmlformats.org/officeDocument/2006/relationships/image" Target="../media/image3491.png"/><Relationship Id="rId69" Type="http://schemas.openxmlformats.org/officeDocument/2006/relationships/image" Target="../media/image3701.png"/><Relationship Id="rId134" Type="http://schemas.openxmlformats.org/officeDocument/2006/relationships/customXml" Target="../ink/ink867.xml"/><Relationship Id="rId80" Type="http://schemas.openxmlformats.org/officeDocument/2006/relationships/customXml" Target="../ink/ink840.xml"/><Relationship Id="rId176" Type="http://schemas.openxmlformats.org/officeDocument/2006/relationships/customXml" Target="../ink/ink888.xml"/><Relationship Id="rId341" Type="http://schemas.openxmlformats.org/officeDocument/2006/relationships/image" Target="../media/image5061.png"/><Relationship Id="rId383" Type="http://schemas.openxmlformats.org/officeDocument/2006/relationships/customXml" Target="../ink/ink992.xml"/><Relationship Id="rId201" Type="http://schemas.openxmlformats.org/officeDocument/2006/relationships/image" Target="../media/image4361.png"/><Relationship Id="rId243" Type="http://schemas.openxmlformats.org/officeDocument/2006/relationships/image" Target="../media/image4571.png"/><Relationship Id="rId285" Type="http://schemas.openxmlformats.org/officeDocument/2006/relationships/image" Target="../media/image4781.png"/><Relationship Id="rId38" Type="http://schemas.openxmlformats.org/officeDocument/2006/relationships/customXml" Target="../ink/ink819.xml"/><Relationship Id="rId103" Type="http://schemas.openxmlformats.org/officeDocument/2006/relationships/image" Target="../media/image3871.png"/><Relationship Id="rId310" Type="http://schemas.openxmlformats.org/officeDocument/2006/relationships/customXml" Target="../ink/ink955.xml"/><Relationship Id="rId70" Type="http://schemas.openxmlformats.org/officeDocument/2006/relationships/customXml" Target="../ink/ink835.xml"/><Relationship Id="rId91" Type="http://schemas.openxmlformats.org/officeDocument/2006/relationships/image" Target="../media/image3812.png"/><Relationship Id="rId145" Type="http://schemas.openxmlformats.org/officeDocument/2006/relationships/image" Target="../media/image4081.png"/><Relationship Id="rId166" Type="http://schemas.openxmlformats.org/officeDocument/2006/relationships/customXml" Target="../ink/ink883.xml"/><Relationship Id="rId187" Type="http://schemas.openxmlformats.org/officeDocument/2006/relationships/image" Target="../media/image4291.png"/><Relationship Id="rId331" Type="http://schemas.openxmlformats.org/officeDocument/2006/relationships/image" Target="../media/image5012.png"/><Relationship Id="rId352" Type="http://schemas.openxmlformats.org/officeDocument/2006/relationships/customXml" Target="../ink/ink976.xml"/><Relationship Id="rId373" Type="http://schemas.openxmlformats.org/officeDocument/2006/relationships/image" Target="../media/image5221.png"/><Relationship Id="rId394" Type="http://schemas.openxmlformats.org/officeDocument/2006/relationships/image" Target="../media/image5321.png"/><Relationship Id="rId408" Type="http://schemas.openxmlformats.org/officeDocument/2006/relationships/image" Target="../media/image5391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906.xml"/><Relationship Id="rId233" Type="http://schemas.openxmlformats.org/officeDocument/2006/relationships/image" Target="../media/image4521.png"/><Relationship Id="rId254" Type="http://schemas.openxmlformats.org/officeDocument/2006/relationships/customXml" Target="../ink/ink927.xml"/><Relationship Id="rId28" Type="http://schemas.openxmlformats.org/officeDocument/2006/relationships/customXml" Target="../ink/ink814.xml"/><Relationship Id="rId49" Type="http://schemas.openxmlformats.org/officeDocument/2006/relationships/image" Target="../media/image3601.png"/><Relationship Id="rId114" Type="http://schemas.openxmlformats.org/officeDocument/2006/relationships/customXml" Target="../ink/ink857.xml"/><Relationship Id="rId275" Type="http://schemas.openxmlformats.org/officeDocument/2006/relationships/image" Target="../media/image4731.png"/><Relationship Id="rId296" Type="http://schemas.openxmlformats.org/officeDocument/2006/relationships/customXml" Target="../ink/ink948.xml"/><Relationship Id="rId300" Type="http://schemas.openxmlformats.org/officeDocument/2006/relationships/customXml" Target="../ink/ink950.xml"/><Relationship Id="rId60" Type="http://schemas.openxmlformats.org/officeDocument/2006/relationships/customXml" Target="../ink/ink830.xml"/><Relationship Id="rId81" Type="http://schemas.openxmlformats.org/officeDocument/2006/relationships/image" Target="../media/image3761.png"/><Relationship Id="rId135" Type="http://schemas.openxmlformats.org/officeDocument/2006/relationships/image" Target="../media/image4031.png"/><Relationship Id="rId156" Type="http://schemas.openxmlformats.org/officeDocument/2006/relationships/customXml" Target="../ink/ink878.xml"/><Relationship Id="rId177" Type="http://schemas.openxmlformats.org/officeDocument/2006/relationships/image" Target="../media/image4241.png"/><Relationship Id="rId198" Type="http://schemas.openxmlformats.org/officeDocument/2006/relationships/customXml" Target="../ink/ink899.xml"/><Relationship Id="rId321" Type="http://schemas.openxmlformats.org/officeDocument/2006/relationships/image" Target="../media/image4961.png"/><Relationship Id="rId342" Type="http://schemas.openxmlformats.org/officeDocument/2006/relationships/customXml" Target="../ink/ink971.xml"/><Relationship Id="rId363" Type="http://schemas.openxmlformats.org/officeDocument/2006/relationships/image" Target="../media/image5171.png"/><Relationship Id="rId384" Type="http://schemas.openxmlformats.org/officeDocument/2006/relationships/image" Target="../media/image5271.png"/><Relationship Id="rId419" Type="http://schemas.openxmlformats.org/officeDocument/2006/relationships/customXml" Target="../ink/ink1010.xml"/><Relationship Id="rId202" Type="http://schemas.openxmlformats.org/officeDocument/2006/relationships/customXml" Target="../ink/ink901.xml"/><Relationship Id="rId223" Type="http://schemas.openxmlformats.org/officeDocument/2006/relationships/image" Target="../media/image4471.png"/><Relationship Id="rId244" Type="http://schemas.openxmlformats.org/officeDocument/2006/relationships/customXml" Target="../ink/ink922.xml"/><Relationship Id="rId18" Type="http://schemas.openxmlformats.org/officeDocument/2006/relationships/customXml" Target="../ink/ink809.xml"/><Relationship Id="rId39" Type="http://schemas.openxmlformats.org/officeDocument/2006/relationships/image" Target="../media/image3551.png"/><Relationship Id="rId265" Type="http://schemas.openxmlformats.org/officeDocument/2006/relationships/image" Target="../media/image4681.png"/><Relationship Id="rId286" Type="http://schemas.openxmlformats.org/officeDocument/2006/relationships/customXml" Target="../ink/ink943.xml"/><Relationship Id="rId50" Type="http://schemas.openxmlformats.org/officeDocument/2006/relationships/customXml" Target="../ink/ink825.xml"/><Relationship Id="rId104" Type="http://schemas.openxmlformats.org/officeDocument/2006/relationships/customXml" Target="../ink/ink852.xml"/><Relationship Id="rId125" Type="http://schemas.openxmlformats.org/officeDocument/2006/relationships/image" Target="../media/image3981.png"/><Relationship Id="rId146" Type="http://schemas.openxmlformats.org/officeDocument/2006/relationships/customXml" Target="../ink/ink873.xml"/><Relationship Id="rId167" Type="http://schemas.openxmlformats.org/officeDocument/2006/relationships/image" Target="../media/image4191.png"/><Relationship Id="rId188" Type="http://schemas.openxmlformats.org/officeDocument/2006/relationships/customXml" Target="../ink/ink894.xml"/><Relationship Id="rId311" Type="http://schemas.openxmlformats.org/officeDocument/2006/relationships/image" Target="../media/image4912.png"/><Relationship Id="rId332" Type="http://schemas.openxmlformats.org/officeDocument/2006/relationships/customXml" Target="../ink/ink966.xml"/><Relationship Id="rId353" Type="http://schemas.openxmlformats.org/officeDocument/2006/relationships/image" Target="../media/image5121.png"/><Relationship Id="rId374" Type="http://schemas.openxmlformats.org/officeDocument/2006/relationships/customXml" Target="../ink/ink987.xml"/><Relationship Id="rId395" Type="http://schemas.openxmlformats.org/officeDocument/2006/relationships/customXml" Target="../ink/ink998.xml"/><Relationship Id="rId409" Type="http://schemas.openxmlformats.org/officeDocument/2006/relationships/customXml" Target="../ink/ink1005.xml"/><Relationship Id="rId71" Type="http://schemas.openxmlformats.org/officeDocument/2006/relationships/image" Target="../media/image3712.png"/><Relationship Id="rId92" Type="http://schemas.openxmlformats.org/officeDocument/2006/relationships/customXml" Target="../ink/ink846.xml"/><Relationship Id="rId213" Type="http://schemas.openxmlformats.org/officeDocument/2006/relationships/image" Target="../media/image4421.png"/><Relationship Id="rId234" Type="http://schemas.openxmlformats.org/officeDocument/2006/relationships/customXml" Target="../ink/ink917.xml"/><Relationship Id="rId420" Type="http://schemas.openxmlformats.org/officeDocument/2006/relationships/image" Target="../media/image5451.png"/><Relationship Id="rId2" Type="http://schemas.openxmlformats.org/officeDocument/2006/relationships/image" Target="../media/image661.png"/><Relationship Id="rId29" Type="http://schemas.openxmlformats.org/officeDocument/2006/relationships/image" Target="../media/image3501.png"/><Relationship Id="rId255" Type="http://schemas.openxmlformats.org/officeDocument/2006/relationships/image" Target="../media/image4631.png"/><Relationship Id="rId276" Type="http://schemas.openxmlformats.org/officeDocument/2006/relationships/customXml" Target="../ink/ink938.xml"/><Relationship Id="rId297" Type="http://schemas.openxmlformats.org/officeDocument/2006/relationships/image" Target="../media/image4841.png"/><Relationship Id="rId40" Type="http://schemas.openxmlformats.org/officeDocument/2006/relationships/customXml" Target="../ink/ink820.xml"/><Relationship Id="rId115" Type="http://schemas.openxmlformats.org/officeDocument/2006/relationships/image" Target="../media/image3931.png"/><Relationship Id="rId136" Type="http://schemas.openxmlformats.org/officeDocument/2006/relationships/customXml" Target="../ink/ink868.xml"/><Relationship Id="rId157" Type="http://schemas.openxmlformats.org/officeDocument/2006/relationships/image" Target="../media/image4141.png"/><Relationship Id="rId178" Type="http://schemas.openxmlformats.org/officeDocument/2006/relationships/customXml" Target="../ink/ink889.xml"/><Relationship Id="rId301" Type="http://schemas.openxmlformats.org/officeDocument/2006/relationships/image" Target="../media/image4861.png"/><Relationship Id="rId322" Type="http://schemas.openxmlformats.org/officeDocument/2006/relationships/customXml" Target="../ink/ink961.xml"/><Relationship Id="rId343" Type="http://schemas.openxmlformats.org/officeDocument/2006/relationships/image" Target="../media/image5071.png"/><Relationship Id="rId364" Type="http://schemas.openxmlformats.org/officeDocument/2006/relationships/customXml" Target="../ink/ink982.xml"/><Relationship Id="rId61" Type="http://schemas.openxmlformats.org/officeDocument/2006/relationships/image" Target="../media/image3661.png"/><Relationship Id="rId82" Type="http://schemas.openxmlformats.org/officeDocument/2006/relationships/customXml" Target="../ink/ink841.xml"/><Relationship Id="rId199" Type="http://schemas.openxmlformats.org/officeDocument/2006/relationships/image" Target="../media/image4351.png"/><Relationship Id="rId203" Type="http://schemas.openxmlformats.org/officeDocument/2006/relationships/image" Target="../media/image4371.png"/><Relationship Id="rId385" Type="http://schemas.openxmlformats.org/officeDocument/2006/relationships/customXml" Target="../ink/ink993.xml"/><Relationship Id="rId19" Type="http://schemas.openxmlformats.org/officeDocument/2006/relationships/image" Target="../media/image3451.png"/><Relationship Id="rId224" Type="http://schemas.openxmlformats.org/officeDocument/2006/relationships/customXml" Target="../ink/ink912.xml"/><Relationship Id="rId245" Type="http://schemas.openxmlformats.org/officeDocument/2006/relationships/image" Target="../media/image4581.png"/><Relationship Id="rId266" Type="http://schemas.openxmlformats.org/officeDocument/2006/relationships/customXml" Target="../ink/ink933.xml"/><Relationship Id="rId287" Type="http://schemas.openxmlformats.org/officeDocument/2006/relationships/image" Target="../media/image4791.png"/><Relationship Id="rId410" Type="http://schemas.openxmlformats.org/officeDocument/2006/relationships/image" Target="../media/image5401.png"/><Relationship Id="rId30" Type="http://schemas.openxmlformats.org/officeDocument/2006/relationships/customXml" Target="../ink/ink815.xml"/><Relationship Id="rId105" Type="http://schemas.openxmlformats.org/officeDocument/2006/relationships/image" Target="../media/image3881.png"/><Relationship Id="rId126" Type="http://schemas.openxmlformats.org/officeDocument/2006/relationships/customXml" Target="../ink/ink863.xml"/><Relationship Id="rId147" Type="http://schemas.openxmlformats.org/officeDocument/2006/relationships/image" Target="../media/image4091.png"/><Relationship Id="rId168" Type="http://schemas.openxmlformats.org/officeDocument/2006/relationships/customXml" Target="../ink/ink884.xml"/><Relationship Id="rId312" Type="http://schemas.openxmlformats.org/officeDocument/2006/relationships/customXml" Target="../ink/ink956.xml"/><Relationship Id="rId333" Type="http://schemas.openxmlformats.org/officeDocument/2006/relationships/image" Target="../media/image5021.png"/><Relationship Id="rId354" Type="http://schemas.openxmlformats.org/officeDocument/2006/relationships/customXml" Target="../ink/ink977.xml"/><Relationship Id="rId51" Type="http://schemas.openxmlformats.org/officeDocument/2006/relationships/image" Target="../media/image3612.png"/><Relationship Id="rId72" Type="http://schemas.openxmlformats.org/officeDocument/2006/relationships/customXml" Target="../ink/ink836.xml"/><Relationship Id="rId93" Type="http://schemas.openxmlformats.org/officeDocument/2006/relationships/image" Target="../media/image3821.png"/><Relationship Id="rId189" Type="http://schemas.openxmlformats.org/officeDocument/2006/relationships/image" Target="../media/image4301.png"/><Relationship Id="rId375" Type="http://schemas.openxmlformats.org/officeDocument/2006/relationships/image" Target="../media/image5231.png"/><Relationship Id="rId396" Type="http://schemas.openxmlformats.org/officeDocument/2006/relationships/image" Target="../media/image5331.png"/><Relationship Id="rId3" Type="http://schemas.openxmlformats.org/officeDocument/2006/relationships/image" Target="../media/image660.png"/><Relationship Id="rId214" Type="http://schemas.openxmlformats.org/officeDocument/2006/relationships/customXml" Target="../ink/ink907.xml"/><Relationship Id="rId235" Type="http://schemas.openxmlformats.org/officeDocument/2006/relationships/image" Target="../media/image4531.png"/><Relationship Id="rId256" Type="http://schemas.openxmlformats.org/officeDocument/2006/relationships/customXml" Target="../ink/ink928.xml"/><Relationship Id="rId277" Type="http://schemas.openxmlformats.org/officeDocument/2006/relationships/image" Target="../media/image4741.png"/><Relationship Id="rId298" Type="http://schemas.openxmlformats.org/officeDocument/2006/relationships/customXml" Target="../ink/ink949.xml"/><Relationship Id="rId400" Type="http://schemas.openxmlformats.org/officeDocument/2006/relationships/image" Target="../media/image5351.png"/><Relationship Id="rId421" Type="http://schemas.openxmlformats.org/officeDocument/2006/relationships/customXml" Target="../ink/ink1011.xml"/><Relationship Id="rId116" Type="http://schemas.openxmlformats.org/officeDocument/2006/relationships/customXml" Target="../ink/ink858.xml"/><Relationship Id="rId137" Type="http://schemas.openxmlformats.org/officeDocument/2006/relationships/image" Target="../media/image4041.png"/><Relationship Id="rId158" Type="http://schemas.openxmlformats.org/officeDocument/2006/relationships/customXml" Target="../ink/ink879.xml"/><Relationship Id="rId302" Type="http://schemas.openxmlformats.org/officeDocument/2006/relationships/customXml" Target="../ink/ink951.xml"/><Relationship Id="rId323" Type="http://schemas.openxmlformats.org/officeDocument/2006/relationships/image" Target="../media/image4971.png"/><Relationship Id="rId344" Type="http://schemas.openxmlformats.org/officeDocument/2006/relationships/customXml" Target="../ink/ink972.xml"/><Relationship Id="rId20" Type="http://schemas.openxmlformats.org/officeDocument/2006/relationships/customXml" Target="../ink/ink810.xml"/><Relationship Id="rId41" Type="http://schemas.openxmlformats.org/officeDocument/2006/relationships/image" Target="../media/image3561.png"/><Relationship Id="rId62" Type="http://schemas.openxmlformats.org/officeDocument/2006/relationships/customXml" Target="../ink/ink831.xml"/><Relationship Id="rId83" Type="http://schemas.openxmlformats.org/officeDocument/2006/relationships/image" Target="../media/image3771.png"/><Relationship Id="rId179" Type="http://schemas.openxmlformats.org/officeDocument/2006/relationships/image" Target="../media/image4251.png"/><Relationship Id="rId365" Type="http://schemas.openxmlformats.org/officeDocument/2006/relationships/image" Target="../media/image5181.png"/><Relationship Id="rId386" Type="http://schemas.openxmlformats.org/officeDocument/2006/relationships/image" Target="../media/image5281.png"/><Relationship Id="rId190" Type="http://schemas.openxmlformats.org/officeDocument/2006/relationships/customXml" Target="../ink/ink895.xml"/><Relationship Id="rId204" Type="http://schemas.openxmlformats.org/officeDocument/2006/relationships/customXml" Target="../ink/ink902.xml"/><Relationship Id="rId225" Type="http://schemas.openxmlformats.org/officeDocument/2006/relationships/image" Target="../media/image4481.png"/><Relationship Id="rId246" Type="http://schemas.openxmlformats.org/officeDocument/2006/relationships/customXml" Target="../ink/ink923.xml"/><Relationship Id="rId267" Type="http://schemas.openxmlformats.org/officeDocument/2006/relationships/image" Target="../media/image4691.png"/><Relationship Id="rId288" Type="http://schemas.openxmlformats.org/officeDocument/2006/relationships/customXml" Target="../ink/ink944.xml"/><Relationship Id="rId411" Type="http://schemas.openxmlformats.org/officeDocument/2006/relationships/customXml" Target="../ink/ink1006.xml"/><Relationship Id="rId106" Type="http://schemas.openxmlformats.org/officeDocument/2006/relationships/customXml" Target="../ink/ink853.xml"/><Relationship Id="rId127" Type="http://schemas.openxmlformats.org/officeDocument/2006/relationships/image" Target="../media/image3991.png"/><Relationship Id="rId313" Type="http://schemas.openxmlformats.org/officeDocument/2006/relationships/image" Target="../media/image4921.png"/><Relationship Id="rId10" Type="http://schemas.openxmlformats.org/officeDocument/2006/relationships/customXml" Target="../ink/ink805.xml"/><Relationship Id="rId31" Type="http://schemas.openxmlformats.org/officeDocument/2006/relationships/image" Target="../media/image3512.png"/><Relationship Id="rId52" Type="http://schemas.openxmlformats.org/officeDocument/2006/relationships/customXml" Target="../ink/ink826.xml"/><Relationship Id="rId73" Type="http://schemas.openxmlformats.org/officeDocument/2006/relationships/image" Target="../media/image3721.png"/><Relationship Id="rId94" Type="http://schemas.openxmlformats.org/officeDocument/2006/relationships/customXml" Target="../ink/ink847.xml"/><Relationship Id="rId148" Type="http://schemas.openxmlformats.org/officeDocument/2006/relationships/customXml" Target="../ink/ink874.xml"/><Relationship Id="rId169" Type="http://schemas.openxmlformats.org/officeDocument/2006/relationships/image" Target="../media/image4201.png"/><Relationship Id="rId334" Type="http://schemas.openxmlformats.org/officeDocument/2006/relationships/customXml" Target="../ink/ink967.xml"/><Relationship Id="rId355" Type="http://schemas.openxmlformats.org/officeDocument/2006/relationships/image" Target="../media/image5131.png"/><Relationship Id="rId376" Type="http://schemas.openxmlformats.org/officeDocument/2006/relationships/customXml" Target="../ink/ink988.xml"/><Relationship Id="rId397" Type="http://schemas.openxmlformats.org/officeDocument/2006/relationships/customXml" Target="../ink/ink999.xml"/><Relationship Id="rId4" Type="http://schemas.openxmlformats.org/officeDocument/2006/relationships/customXml" Target="../ink/ink802.xml"/><Relationship Id="rId180" Type="http://schemas.openxmlformats.org/officeDocument/2006/relationships/customXml" Target="../ink/ink890.xml"/><Relationship Id="rId215" Type="http://schemas.openxmlformats.org/officeDocument/2006/relationships/image" Target="../media/image4431.png"/><Relationship Id="rId236" Type="http://schemas.openxmlformats.org/officeDocument/2006/relationships/customXml" Target="../ink/ink918.xml"/><Relationship Id="rId257" Type="http://schemas.openxmlformats.org/officeDocument/2006/relationships/image" Target="../media/image4641.png"/><Relationship Id="rId278" Type="http://schemas.openxmlformats.org/officeDocument/2006/relationships/customXml" Target="../ink/ink939.xml"/><Relationship Id="rId401" Type="http://schemas.openxmlformats.org/officeDocument/2006/relationships/customXml" Target="../ink/ink1001.xml"/><Relationship Id="rId422" Type="http://schemas.openxmlformats.org/officeDocument/2006/relationships/image" Target="../media/image5461.png"/><Relationship Id="rId303" Type="http://schemas.openxmlformats.org/officeDocument/2006/relationships/image" Target="../media/image4871.png"/><Relationship Id="rId42" Type="http://schemas.openxmlformats.org/officeDocument/2006/relationships/customXml" Target="../ink/ink821.xml"/><Relationship Id="rId84" Type="http://schemas.openxmlformats.org/officeDocument/2006/relationships/customXml" Target="../ink/ink842.xml"/><Relationship Id="rId138" Type="http://schemas.openxmlformats.org/officeDocument/2006/relationships/customXml" Target="../ink/ink869.xml"/><Relationship Id="rId345" Type="http://schemas.openxmlformats.org/officeDocument/2006/relationships/image" Target="../media/image5081.png"/><Relationship Id="rId387" Type="http://schemas.openxmlformats.org/officeDocument/2006/relationships/customXml" Target="../ink/ink994.xml"/><Relationship Id="rId191" Type="http://schemas.openxmlformats.org/officeDocument/2006/relationships/image" Target="../media/image4312.png"/><Relationship Id="rId205" Type="http://schemas.openxmlformats.org/officeDocument/2006/relationships/image" Target="../media/image4381.png"/><Relationship Id="rId247" Type="http://schemas.openxmlformats.org/officeDocument/2006/relationships/image" Target="../media/image4591.png"/><Relationship Id="rId412" Type="http://schemas.openxmlformats.org/officeDocument/2006/relationships/image" Target="../media/image5412.png"/><Relationship Id="rId107" Type="http://schemas.openxmlformats.org/officeDocument/2006/relationships/image" Target="../media/image3891.png"/><Relationship Id="rId289" Type="http://schemas.openxmlformats.org/officeDocument/2006/relationships/image" Target="../media/image4801.png"/><Relationship Id="rId11" Type="http://schemas.openxmlformats.org/officeDocument/2006/relationships/image" Target="../media/image3412.png"/><Relationship Id="rId53" Type="http://schemas.openxmlformats.org/officeDocument/2006/relationships/image" Target="../media/image3621.png"/><Relationship Id="rId149" Type="http://schemas.openxmlformats.org/officeDocument/2006/relationships/image" Target="../media/image4101.png"/><Relationship Id="rId314" Type="http://schemas.openxmlformats.org/officeDocument/2006/relationships/customXml" Target="../ink/ink957.xml"/><Relationship Id="rId356" Type="http://schemas.openxmlformats.org/officeDocument/2006/relationships/customXml" Target="../ink/ink978.xml"/><Relationship Id="rId398" Type="http://schemas.openxmlformats.org/officeDocument/2006/relationships/image" Target="../media/image5341.png"/><Relationship Id="rId95" Type="http://schemas.openxmlformats.org/officeDocument/2006/relationships/image" Target="../media/image3831.png"/><Relationship Id="rId160" Type="http://schemas.openxmlformats.org/officeDocument/2006/relationships/customXml" Target="../ink/ink880.xml"/><Relationship Id="rId216" Type="http://schemas.openxmlformats.org/officeDocument/2006/relationships/customXml" Target="../ink/ink908.xml"/><Relationship Id="rId423" Type="http://schemas.openxmlformats.org/officeDocument/2006/relationships/customXml" Target="../ink/ink1012.xml"/><Relationship Id="rId258" Type="http://schemas.openxmlformats.org/officeDocument/2006/relationships/customXml" Target="../ink/ink929.xml"/><Relationship Id="rId22" Type="http://schemas.openxmlformats.org/officeDocument/2006/relationships/customXml" Target="../ink/ink811.xml"/><Relationship Id="rId64" Type="http://schemas.openxmlformats.org/officeDocument/2006/relationships/customXml" Target="../ink/ink832.xml"/><Relationship Id="rId118" Type="http://schemas.openxmlformats.org/officeDocument/2006/relationships/customXml" Target="../ink/ink859.xml"/><Relationship Id="rId325" Type="http://schemas.openxmlformats.org/officeDocument/2006/relationships/image" Target="../media/image4981.png"/><Relationship Id="rId367" Type="http://schemas.openxmlformats.org/officeDocument/2006/relationships/image" Target="../media/image5191.png"/><Relationship Id="rId171" Type="http://schemas.openxmlformats.org/officeDocument/2006/relationships/image" Target="../media/image4212.png"/><Relationship Id="rId227" Type="http://schemas.openxmlformats.org/officeDocument/2006/relationships/image" Target="../media/image4491.png"/><Relationship Id="rId269" Type="http://schemas.openxmlformats.org/officeDocument/2006/relationships/image" Target="../media/image4701.png"/><Relationship Id="rId33" Type="http://schemas.openxmlformats.org/officeDocument/2006/relationships/image" Target="../media/image3521.png"/><Relationship Id="rId129" Type="http://schemas.openxmlformats.org/officeDocument/2006/relationships/image" Target="../media/image4001.png"/><Relationship Id="rId280" Type="http://schemas.openxmlformats.org/officeDocument/2006/relationships/customXml" Target="../ink/ink940.xml"/><Relationship Id="rId336" Type="http://schemas.openxmlformats.org/officeDocument/2006/relationships/customXml" Target="../ink/ink968.xml"/><Relationship Id="rId75" Type="http://schemas.openxmlformats.org/officeDocument/2006/relationships/image" Target="../media/image3731.png"/><Relationship Id="rId140" Type="http://schemas.openxmlformats.org/officeDocument/2006/relationships/customXml" Target="../ink/ink870.xml"/><Relationship Id="rId182" Type="http://schemas.openxmlformats.org/officeDocument/2006/relationships/customXml" Target="../ink/ink891.xml"/><Relationship Id="rId378" Type="http://schemas.openxmlformats.org/officeDocument/2006/relationships/customXml" Target="../ink/ink989.xml"/><Relationship Id="rId403" Type="http://schemas.openxmlformats.org/officeDocument/2006/relationships/customXml" Target="../ink/ink1002.xml"/><Relationship Id="rId6" Type="http://schemas.openxmlformats.org/officeDocument/2006/relationships/customXml" Target="../ink/ink803.xml"/><Relationship Id="rId238" Type="http://schemas.openxmlformats.org/officeDocument/2006/relationships/customXml" Target="../ink/ink919.xml"/><Relationship Id="rId291" Type="http://schemas.openxmlformats.org/officeDocument/2006/relationships/image" Target="../media/image4812.png"/><Relationship Id="rId305" Type="http://schemas.openxmlformats.org/officeDocument/2006/relationships/image" Target="../media/image4881.png"/><Relationship Id="rId347" Type="http://schemas.openxmlformats.org/officeDocument/2006/relationships/image" Target="../media/image5091.png"/><Relationship Id="rId44" Type="http://schemas.openxmlformats.org/officeDocument/2006/relationships/customXml" Target="../ink/ink822.xml"/><Relationship Id="rId86" Type="http://schemas.openxmlformats.org/officeDocument/2006/relationships/customXml" Target="../ink/ink843.xml"/><Relationship Id="rId151" Type="http://schemas.openxmlformats.org/officeDocument/2006/relationships/image" Target="../media/image4112.png"/><Relationship Id="rId389" Type="http://schemas.openxmlformats.org/officeDocument/2006/relationships/customXml" Target="../ink/ink995.xml"/><Relationship Id="rId193" Type="http://schemas.openxmlformats.org/officeDocument/2006/relationships/image" Target="../media/image4321.png"/><Relationship Id="rId207" Type="http://schemas.openxmlformats.org/officeDocument/2006/relationships/image" Target="../media/image4391.png"/><Relationship Id="rId249" Type="http://schemas.openxmlformats.org/officeDocument/2006/relationships/image" Target="../media/image4601.png"/><Relationship Id="rId414" Type="http://schemas.openxmlformats.org/officeDocument/2006/relationships/image" Target="../media/image5421.png"/><Relationship Id="rId13" Type="http://schemas.openxmlformats.org/officeDocument/2006/relationships/image" Target="../media/image3421.png"/><Relationship Id="rId109" Type="http://schemas.openxmlformats.org/officeDocument/2006/relationships/image" Target="../media/image3901.png"/><Relationship Id="rId260" Type="http://schemas.openxmlformats.org/officeDocument/2006/relationships/customXml" Target="../ink/ink930.xml"/><Relationship Id="rId316" Type="http://schemas.openxmlformats.org/officeDocument/2006/relationships/customXml" Target="../ink/ink958.xml"/><Relationship Id="rId55" Type="http://schemas.openxmlformats.org/officeDocument/2006/relationships/image" Target="../media/image3631.png"/><Relationship Id="rId97" Type="http://schemas.openxmlformats.org/officeDocument/2006/relationships/image" Target="../media/image3841.png"/><Relationship Id="rId120" Type="http://schemas.openxmlformats.org/officeDocument/2006/relationships/customXml" Target="../ink/ink860.xml"/><Relationship Id="rId358" Type="http://schemas.openxmlformats.org/officeDocument/2006/relationships/customXml" Target="../ink/ink979.xml"/><Relationship Id="rId162" Type="http://schemas.openxmlformats.org/officeDocument/2006/relationships/customXml" Target="../ink/ink881.xml"/><Relationship Id="rId218" Type="http://schemas.openxmlformats.org/officeDocument/2006/relationships/customXml" Target="../ink/ink909.xml"/><Relationship Id="rId425" Type="http://schemas.openxmlformats.org/officeDocument/2006/relationships/customXml" Target="../ink/ink1013.xml"/><Relationship Id="rId271" Type="http://schemas.openxmlformats.org/officeDocument/2006/relationships/image" Target="../media/image4712.png"/><Relationship Id="rId24" Type="http://schemas.openxmlformats.org/officeDocument/2006/relationships/customXml" Target="../ink/ink812.xml"/><Relationship Id="rId66" Type="http://schemas.openxmlformats.org/officeDocument/2006/relationships/customXml" Target="../ink/ink833.xml"/><Relationship Id="rId131" Type="http://schemas.openxmlformats.org/officeDocument/2006/relationships/image" Target="../media/image4012.png"/><Relationship Id="rId327" Type="http://schemas.openxmlformats.org/officeDocument/2006/relationships/image" Target="../media/image4991.png"/><Relationship Id="rId369" Type="http://schemas.openxmlformats.org/officeDocument/2006/relationships/image" Target="../media/image5201.png"/><Relationship Id="rId173" Type="http://schemas.openxmlformats.org/officeDocument/2006/relationships/image" Target="../media/image4221.png"/><Relationship Id="rId229" Type="http://schemas.openxmlformats.org/officeDocument/2006/relationships/image" Target="../media/image4501.png"/><Relationship Id="rId380" Type="http://schemas.openxmlformats.org/officeDocument/2006/relationships/customXml" Target="../ink/ink990.xml"/><Relationship Id="rId240" Type="http://schemas.openxmlformats.org/officeDocument/2006/relationships/customXml" Target="../ink/ink920.xml"/><Relationship Id="rId35" Type="http://schemas.openxmlformats.org/officeDocument/2006/relationships/image" Target="../media/image3531.png"/><Relationship Id="rId77" Type="http://schemas.openxmlformats.org/officeDocument/2006/relationships/image" Target="../media/image3741.png"/><Relationship Id="rId100" Type="http://schemas.openxmlformats.org/officeDocument/2006/relationships/customXml" Target="../ink/ink850.xml"/><Relationship Id="rId282" Type="http://schemas.openxmlformats.org/officeDocument/2006/relationships/customXml" Target="../ink/ink941.xml"/><Relationship Id="rId338" Type="http://schemas.openxmlformats.org/officeDocument/2006/relationships/customXml" Target="../ink/ink969.xml"/><Relationship Id="rId8" Type="http://schemas.openxmlformats.org/officeDocument/2006/relationships/customXml" Target="../ink/ink804.xml"/><Relationship Id="rId142" Type="http://schemas.openxmlformats.org/officeDocument/2006/relationships/customXml" Target="../ink/ink871.xml"/><Relationship Id="rId184" Type="http://schemas.openxmlformats.org/officeDocument/2006/relationships/customXml" Target="../ink/ink892.xml"/><Relationship Id="rId391" Type="http://schemas.openxmlformats.org/officeDocument/2006/relationships/customXml" Target="../ink/ink996.xml"/><Relationship Id="rId405" Type="http://schemas.openxmlformats.org/officeDocument/2006/relationships/customXml" Target="../ink/ink1003.xml"/><Relationship Id="rId251" Type="http://schemas.openxmlformats.org/officeDocument/2006/relationships/image" Target="../media/image4612.png"/><Relationship Id="rId46" Type="http://schemas.openxmlformats.org/officeDocument/2006/relationships/customXml" Target="../ink/ink823.xml"/><Relationship Id="rId293" Type="http://schemas.openxmlformats.org/officeDocument/2006/relationships/image" Target="../media/image4821.png"/><Relationship Id="rId307" Type="http://schemas.openxmlformats.org/officeDocument/2006/relationships/image" Target="../media/image4891.png"/><Relationship Id="rId349" Type="http://schemas.openxmlformats.org/officeDocument/2006/relationships/image" Target="../media/image5101.png"/><Relationship Id="rId88" Type="http://schemas.openxmlformats.org/officeDocument/2006/relationships/customXml" Target="../ink/ink844.xml"/><Relationship Id="rId111" Type="http://schemas.openxmlformats.org/officeDocument/2006/relationships/image" Target="../media/image3912.png"/><Relationship Id="rId153" Type="http://schemas.openxmlformats.org/officeDocument/2006/relationships/image" Target="../media/image4121.png"/><Relationship Id="rId195" Type="http://schemas.openxmlformats.org/officeDocument/2006/relationships/image" Target="../media/image4331.png"/><Relationship Id="rId209" Type="http://schemas.openxmlformats.org/officeDocument/2006/relationships/image" Target="../media/image4401.png"/><Relationship Id="rId360" Type="http://schemas.openxmlformats.org/officeDocument/2006/relationships/customXml" Target="../ink/ink980.xml"/><Relationship Id="rId416" Type="http://schemas.openxmlformats.org/officeDocument/2006/relationships/image" Target="../media/image5431.png"/><Relationship Id="rId220" Type="http://schemas.openxmlformats.org/officeDocument/2006/relationships/customXml" Target="../ink/ink910.xml"/><Relationship Id="rId15" Type="http://schemas.openxmlformats.org/officeDocument/2006/relationships/image" Target="../media/image3431.png"/><Relationship Id="rId57" Type="http://schemas.openxmlformats.org/officeDocument/2006/relationships/image" Target="../media/image3641.png"/><Relationship Id="rId262" Type="http://schemas.openxmlformats.org/officeDocument/2006/relationships/customXml" Target="../ink/ink931.xml"/><Relationship Id="rId318" Type="http://schemas.openxmlformats.org/officeDocument/2006/relationships/customXml" Target="../ink/ink959.xml"/><Relationship Id="rId99" Type="http://schemas.openxmlformats.org/officeDocument/2006/relationships/image" Target="../media/image3851.png"/><Relationship Id="rId122" Type="http://schemas.openxmlformats.org/officeDocument/2006/relationships/customXml" Target="../ink/ink861.xml"/><Relationship Id="rId164" Type="http://schemas.openxmlformats.org/officeDocument/2006/relationships/customXml" Target="../ink/ink882.xml"/><Relationship Id="rId371" Type="http://schemas.openxmlformats.org/officeDocument/2006/relationships/image" Target="../media/image5212.png"/><Relationship Id="rId26" Type="http://schemas.openxmlformats.org/officeDocument/2006/relationships/customXml" Target="../ink/ink813.xml"/><Relationship Id="rId231" Type="http://schemas.openxmlformats.org/officeDocument/2006/relationships/image" Target="../media/image4512.png"/><Relationship Id="rId273" Type="http://schemas.openxmlformats.org/officeDocument/2006/relationships/image" Target="../media/image4721.png"/><Relationship Id="rId329" Type="http://schemas.openxmlformats.org/officeDocument/2006/relationships/image" Target="../media/image5001.png"/><Relationship Id="rId68" Type="http://schemas.openxmlformats.org/officeDocument/2006/relationships/customXml" Target="../ink/ink834.xml"/><Relationship Id="rId133" Type="http://schemas.openxmlformats.org/officeDocument/2006/relationships/image" Target="../media/image4021.png"/><Relationship Id="rId175" Type="http://schemas.openxmlformats.org/officeDocument/2006/relationships/image" Target="../media/image4231.png"/><Relationship Id="rId340" Type="http://schemas.openxmlformats.org/officeDocument/2006/relationships/customXml" Target="../ink/ink970.xml"/><Relationship Id="rId200" Type="http://schemas.openxmlformats.org/officeDocument/2006/relationships/customXml" Target="../ink/ink900.xml"/><Relationship Id="rId382" Type="http://schemas.openxmlformats.org/officeDocument/2006/relationships/image" Target="../media/image5261.png"/><Relationship Id="rId242" Type="http://schemas.openxmlformats.org/officeDocument/2006/relationships/customXml" Target="../ink/ink921.xml"/><Relationship Id="rId284" Type="http://schemas.openxmlformats.org/officeDocument/2006/relationships/customXml" Target="../ink/ink942.xml"/><Relationship Id="rId37" Type="http://schemas.openxmlformats.org/officeDocument/2006/relationships/image" Target="../media/image3541.png"/><Relationship Id="rId79" Type="http://schemas.openxmlformats.org/officeDocument/2006/relationships/image" Target="../media/image3751.png"/><Relationship Id="rId102" Type="http://schemas.openxmlformats.org/officeDocument/2006/relationships/customXml" Target="../ink/ink851.xml"/><Relationship Id="rId144" Type="http://schemas.openxmlformats.org/officeDocument/2006/relationships/customXml" Target="../ink/ink872.xml"/><Relationship Id="rId90" Type="http://schemas.openxmlformats.org/officeDocument/2006/relationships/customXml" Target="../ink/ink845.xml"/><Relationship Id="rId186" Type="http://schemas.openxmlformats.org/officeDocument/2006/relationships/customXml" Target="../ink/ink893.xml"/><Relationship Id="rId351" Type="http://schemas.openxmlformats.org/officeDocument/2006/relationships/image" Target="../media/image5112.png"/><Relationship Id="rId393" Type="http://schemas.openxmlformats.org/officeDocument/2006/relationships/customXml" Target="../ink/ink997.xml"/><Relationship Id="rId407" Type="http://schemas.openxmlformats.org/officeDocument/2006/relationships/customXml" Target="../ink/ink1004.xml"/><Relationship Id="rId211" Type="http://schemas.openxmlformats.org/officeDocument/2006/relationships/image" Target="../media/image4412.png"/><Relationship Id="rId253" Type="http://schemas.openxmlformats.org/officeDocument/2006/relationships/image" Target="../media/image4621.png"/><Relationship Id="rId295" Type="http://schemas.openxmlformats.org/officeDocument/2006/relationships/image" Target="../media/image4831.png"/><Relationship Id="rId309" Type="http://schemas.openxmlformats.org/officeDocument/2006/relationships/image" Target="../media/image4901.png"/><Relationship Id="rId48" Type="http://schemas.openxmlformats.org/officeDocument/2006/relationships/customXml" Target="../ink/ink824.xml"/><Relationship Id="rId113" Type="http://schemas.openxmlformats.org/officeDocument/2006/relationships/image" Target="../media/image3921.png"/><Relationship Id="rId320" Type="http://schemas.openxmlformats.org/officeDocument/2006/relationships/customXml" Target="../ink/ink960.xml"/><Relationship Id="rId155" Type="http://schemas.openxmlformats.org/officeDocument/2006/relationships/image" Target="../media/image4131.png"/><Relationship Id="rId197" Type="http://schemas.openxmlformats.org/officeDocument/2006/relationships/image" Target="../media/image4341.png"/><Relationship Id="rId362" Type="http://schemas.openxmlformats.org/officeDocument/2006/relationships/customXml" Target="../ink/ink981.xml"/><Relationship Id="rId418" Type="http://schemas.openxmlformats.org/officeDocument/2006/relationships/image" Target="../media/image5441.png"/><Relationship Id="rId222" Type="http://schemas.openxmlformats.org/officeDocument/2006/relationships/customXml" Target="../ink/ink911.xml"/><Relationship Id="rId264" Type="http://schemas.openxmlformats.org/officeDocument/2006/relationships/customXml" Target="../ink/ink932.xml"/><Relationship Id="rId17" Type="http://schemas.openxmlformats.org/officeDocument/2006/relationships/image" Target="../media/image3441.png"/><Relationship Id="rId59" Type="http://schemas.openxmlformats.org/officeDocument/2006/relationships/image" Target="../media/image3651.png"/><Relationship Id="rId124" Type="http://schemas.openxmlformats.org/officeDocument/2006/relationships/customXml" Target="../ink/ink862.xml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071.xml"/><Relationship Id="rId21" Type="http://schemas.openxmlformats.org/officeDocument/2006/relationships/customXml" Target="../ink/ink1023.xml"/><Relationship Id="rId42" Type="http://schemas.openxmlformats.org/officeDocument/2006/relationships/image" Target="../media/image5691.png"/><Relationship Id="rId63" Type="http://schemas.openxmlformats.org/officeDocument/2006/relationships/customXml" Target="../ink/ink1044.xml"/><Relationship Id="rId84" Type="http://schemas.openxmlformats.org/officeDocument/2006/relationships/image" Target="../media/image5900.png"/><Relationship Id="rId138" Type="http://schemas.openxmlformats.org/officeDocument/2006/relationships/customXml" Target="../ink/ink1082.xml"/><Relationship Id="rId159" Type="http://schemas.openxmlformats.org/officeDocument/2006/relationships/image" Target="../media/image6270.png"/><Relationship Id="rId170" Type="http://schemas.openxmlformats.org/officeDocument/2006/relationships/customXml" Target="../ink/ink1098.xml"/><Relationship Id="rId191" Type="http://schemas.openxmlformats.org/officeDocument/2006/relationships/image" Target="../media/image6430.png"/><Relationship Id="rId205" Type="http://schemas.openxmlformats.org/officeDocument/2006/relationships/image" Target="../media/image6500.png"/><Relationship Id="rId226" Type="http://schemas.openxmlformats.org/officeDocument/2006/relationships/customXml" Target="../ink/ink1126.xml"/><Relationship Id="rId247" Type="http://schemas.openxmlformats.org/officeDocument/2006/relationships/image" Target="../media/image671.png"/><Relationship Id="rId107" Type="http://schemas.openxmlformats.org/officeDocument/2006/relationships/customXml" Target="../ink/ink1066.xml"/><Relationship Id="rId11" Type="http://schemas.openxmlformats.org/officeDocument/2006/relationships/customXml" Target="../ink/ink1018.xml"/><Relationship Id="rId32" Type="http://schemas.openxmlformats.org/officeDocument/2006/relationships/image" Target="../media/image5641.png"/><Relationship Id="rId53" Type="http://schemas.openxmlformats.org/officeDocument/2006/relationships/customXml" Target="../ink/ink1039.xml"/><Relationship Id="rId74" Type="http://schemas.openxmlformats.org/officeDocument/2006/relationships/image" Target="../media/image5850.png"/><Relationship Id="rId128" Type="http://schemas.openxmlformats.org/officeDocument/2006/relationships/image" Target="../media/image6120.png"/><Relationship Id="rId149" Type="http://schemas.openxmlformats.org/officeDocument/2006/relationships/image" Target="../media/image6220.png"/><Relationship Id="rId5" Type="http://schemas.openxmlformats.org/officeDocument/2006/relationships/customXml" Target="../ink/ink1015.xml"/><Relationship Id="rId95" Type="http://schemas.openxmlformats.org/officeDocument/2006/relationships/customXml" Target="../ink/ink1060.xml"/><Relationship Id="rId160" Type="http://schemas.openxmlformats.org/officeDocument/2006/relationships/customXml" Target="../ink/ink1093.xml"/><Relationship Id="rId181" Type="http://schemas.openxmlformats.org/officeDocument/2006/relationships/image" Target="../media/image6380.png"/><Relationship Id="rId216" Type="http://schemas.openxmlformats.org/officeDocument/2006/relationships/customXml" Target="../ink/ink1121.xml"/><Relationship Id="rId237" Type="http://schemas.openxmlformats.org/officeDocument/2006/relationships/image" Target="../media/image666.png"/><Relationship Id="rId22" Type="http://schemas.openxmlformats.org/officeDocument/2006/relationships/image" Target="../media/image5591.png"/><Relationship Id="rId43" Type="http://schemas.openxmlformats.org/officeDocument/2006/relationships/customXml" Target="../ink/ink1034.xml"/><Relationship Id="rId64" Type="http://schemas.openxmlformats.org/officeDocument/2006/relationships/image" Target="../media/image5801.png"/><Relationship Id="rId118" Type="http://schemas.openxmlformats.org/officeDocument/2006/relationships/image" Target="../media/image6070.png"/><Relationship Id="rId139" Type="http://schemas.openxmlformats.org/officeDocument/2006/relationships/image" Target="../media/image6170.png"/><Relationship Id="rId85" Type="http://schemas.openxmlformats.org/officeDocument/2006/relationships/customXml" Target="../ink/ink1055.xml"/><Relationship Id="rId150" Type="http://schemas.openxmlformats.org/officeDocument/2006/relationships/customXml" Target="../ink/ink1088.xml"/><Relationship Id="rId171" Type="http://schemas.openxmlformats.org/officeDocument/2006/relationships/image" Target="../media/image6330.png"/><Relationship Id="rId192" Type="http://schemas.openxmlformats.org/officeDocument/2006/relationships/customXml" Target="../ink/ink1109.xml"/><Relationship Id="rId206" Type="http://schemas.openxmlformats.org/officeDocument/2006/relationships/customXml" Target="../ink/ink1116.xml"/><Relationship Id="rId227" Type="http://schemas.openxmlformats.org/officeDocument/2006/relationships/image" Target="../media/image6611.png"/><Relationship Id="rId248" Type="http://schemas.openxmlformats.org/officeDocument/2006/relationships/customXml" Target="../ink/ink1137.xml"/><Relationship Id="rId12" Type="http://schemas.openxmlformats.org/officeDocument/2006/relationships/image" Target="../media/image5541.png"/><Relationship Id="rId33" Type="http://schemas.openxmlformats.org/officeDocument/2006/relationships/customXml" Target="../ink/ink1029.xml"/><Relationship Id="rId108" Type="http://schemas.openxmlformats.org/officeDocument/2006/relationships/image" Target="../media/image6020.png"/><Relationship Id="rId129" Type="http://schemas.openxmlformats.org/officeDocument/2006/relationships/customXml" Target="../ink/ink1077.xml"/><Relationship Id="rId54" Type="http://schemas.openxmlformats.org/officeDocument/2006/relationships/image" Target="../media/image5751.png"/><Relationship Id="rId75" Type="http://schemas.openxmlformats.org/officeDocument/2006/relationships/customXml" Target="../ink/ink1050.xml"/><Relationship Id="rId96" Type="http://schemas.openxmlformats.org/officeDocument/2006/relationships/image" Target="../media/image5960.png"/><Relationship Id="rId140" Type="http://schemas.openxmlformats.org/officeDocument/2006/relationships/customXml" Target="../ink/ink1083.xml"/><Relationship Id="rId161" Type="http://schemas.openxmlformats.org/officeDocument/2006/relationships/image" Target="../media/image6280.png"/><Relationship Id="rId182" Type="http://schemas.openxmlformats.org/officeDocument/2006/relationships/customXml" Target="../ink/ink1104.xml"/><Relationship Id="rId217" Type="http://schemas.openxmlformats.org/officeDocument/2006/relationships/image" Target="../media/image6560.png"/><Relationship Id="rId6" Type="http://schemas.openxmlformats.org/officeDocument/2006/relationships/image" Target="../media/image5512.png"/><Relationship Id="rId238" Type="http://schemas.openxmlformats.org/officeDocument/2006/relationships/customXml" Target="../ink/ink1132.xml"/><Relationship Id="rId23" Type="http://schemas.openxmlformats.org/officeDocument/2006/relationships/customXml" Target="../ink/ink1024.xml"/><Relationship Id="rId119" Type="http://schemas.openxmlformats.org/officeDocument/2006/relationships/customXml" Target="../ink/ink1072.xml"/><Relationship Id="rId44" Type="http://schemas.openxmlformats.org/officeDocument/2006/relationships/image" Target="../media/image5701.png"/><Relationship Id="rId65" Type="http://schemas.openxmlformats.org/officeDocument/2006/relationships/customXml" Target="../ink/ink1045.xml"/><Relationship Id="rId86" Type="http://schemas.openxmlformats.org/officeDocument/2006/relationships/image" Target="../media/image5911.png"/><Relationship Id="rId130" Type="http://schemas.openxmlformats.org/officeDocument/2006/relationships/image" Target="../media/image6130.png"/><Relationship Id="rId151" Type="http://schemas.openxmlformats.org/officeDocument/2006/relationships/image" Target="../media/image6230.png"/><Relationship Id="rId172" Type="http://schemas.openxmlformats.org/officeDocument/2006/relationships/customXml" Target="../ink/ink1099.xml"/><Relationship Id="rId193" Type="http://schemas.openxmlformats.org/officeDocument/2006/relationships/image" Target="../media/image6440.png"/><Relationship Id="rId207" Type="http://schemas.openxmlformats.org/officeDocument/2006/relationships/image" Target="../media/image6511.png"/><Relationship Id="rId228" Type="http://schemas.openxmlformats.org/officeDocument/2006/relationships/customXml" Target="../ink/ink1127.xml"/><Relationship Id="rId249" Type="http://schemas.openxmlformats.org/officeDocument/2006/relationships/image" Target="../media/image672.png"/><Relationship Id="rId13" Type="http://schemas.openxmlformats.org/officeDocument/2006/relationships/customXml" Target="../ink/ink1019.xml"/><Relationship Id="rId109" Type="http://schemas.openxmlformats.org/officeDocument/2006/relationships/customXml" Target="../ink/ink1067.xml"/><Relationship Id="rId34" Type="http://schemas.openxmlformats.org/officeDocument/2006/relationships/image" Target="../media/image5651.png"/><Relationship Id="rId55" Type="http://schemas.openxmlformats.org/officeDocument/2006/relationships/customXml" Target="../ink/ink1040.xml"/><Relationship Id="rId76" Type="http://schemas.openxmlformats.org/officeDocument/2006/relationships/image" Target="../media/image5860.png"/><Relationship Id="rId97" Type="http://schemas.openxmlformats.org/officeDocument/2006/relationships/customXml" Target="../ink/ink1061.xml"/><Relationship Id="rId120" Type="http://schemas.openxmlformats.org/officeDocument/2006/relationships/image" Target="../media/image6080.png"/><Relationship Id="rId141" Type="http://schemas.openxmlformats.org/officeDocument/2006/relationships/image" Target="../media/image6180.png"/><Relationship Id="rId7" Type="http://schemas.openxmlformats.org/officeDocument/2006/relationships/customXml" Target="../ink/ink1016.xml"/><Relationship Id="rId162" Type="http://schemas.openxmlformats.org/officeDocument/2006/relationships/customXml" Target="../ink/ink1094.xml"/><Relationship Id="rId183" Type="http://schemas.openxmlformats.org/officeDocument/2006/relationships/image" Target="../media/image6390.png"/><Relationship Id="rId218" Type="http://schemas.openxmlformats.org/officeDocument/2006/relationships/customXml" Target="../ink/ink1122.xml"/><Relationship Id="rId239" Type="http://schemas.openxmlformats.org/officeDocument/2006/relationships/image" Target="../media/image667.png"/><Relationship Id="rId250" Type="http://schemas.openxmlformats.org/officeDocument/2006/relationships/customXml" Target="../ink/ink1138.xml"/><Relationship Id="rId24" Type="http://schemas.openxmlformats.org/officeDocument/2006/relationships/image" Target="../media/image5601.png"/><Relationship Id="rId45" Type="http://schemas.openxmlformats.org/officeDocument/2006/relationships/customXml" Target="../ink/ink1035.xml"/><Relationship Id="rId66" Type="http://schemas.openxmlformats.org/officeDocument/2006/relationships/image" Target="../media/image5812.png"/><Relationship Id="rId87" Type="http://schemas.openxmlformats.org/officeDocument/2006/relationships/customXml" Target="../ink/ink1056.xml"/><Relationship Id="rId110" Type="http://schemas.openxmlformats.org/officeDocument/2006/relationships/image" Target="../media/image6030.png"/><Relationship Id="rId131" Type="http://schemas.openxmlformats.org/officeDocument/2006/relationships/customXml" Target="../ink/ink1078.xml"/><Relationship Id="rId152" Type="http://schemas.openxmlformats.org/officeDocument/2006/relationships/customXml" Target="../ink/ink1089.xml"/><Relationship Id="rId173" Type="http://schemas.openxmlformats.org/officeDocument/2006/relationships/image" Target="../media/image6340.png"/><Relationship Id="rId194" Type="http://schemas.openxmlformats.org/officeDocument/2006/relationships/customXml" Target="../ink/ink1110.xml"/><Relationship Id="rId208" Type="http://schemas.openxmlformats.org/officeDocument/2006/relationships/customXml" Target="../ink/ink1117.xml"/><Relationship Id="rId229" Type="http://schemas.openxmlformats.org/officeDocument/2006/relationships/image" Target="../media/image6620.png"/><Relationship Id="rId240" Type="http://schemas.openxmlformats.org/officeDocument/2006/relationships/customXml" Target="../ink/ink1133.xml"/><Relationship Id="rId14" Type="http://schemas.openxmlformats.org/officeDocument/2006/relationships/image" Target="../media/image5551.png"/><Relationship Id="rId35" Type="http://schemas.openxmlformats.org/officeDocument/2006/relationships/customXml" Target="../ink/ink1030.xml"/><Relationship Id="rId56" Type="http://schemas.openxmlformats.org/officeDocument/2006/relationships/image" Target="../media/image5761.png"/><Relationship Id="rId77" Type="http://schemas.openxmlformats.org/officeDocument/2006/relationships/customXml" Target="../ink/ink1051.xml"/><Relationship Id="rId100" Type="http://schemas.openxmlformats.org/officeDocument/2006/relationships/image" Target="../media/image5980.png"/><Relationship Id="rId8" Type="http://schemas.openxmlformats.org/officeDocument/2006/relationships/image" Target="../media/image5521.png"/><Relationship Id="rId98" Type="http://schemas.openxmlformats.org/officeDocument/2006/relationships/image" Target="../media/image5970.png"/><Relationship Id="rId121" Type="http://schemas.openxmlformats.org/officeDocument/2006/relationships/customXml" Target="../ink/ink1073.xml"/><Relationship Id="rId142" Type="http://schemas.openxmlformats.org/officeDocument/2006/relationships/customXml" Target="../ink/ink1084.xml"/><Relationship Id="rId163" Type="http://schemas.openxmlformats.org/officeDocument/2006/relationships/image" Target="../media/image6290.png"/><Relationship Id="rId184" Type="http://schemas.openxmlformats.org/officeDocument/2006/relationships/customXml" Target="../ink/ink1105.xml"/><Relationship Id="rId219" Type="http://schemas.openxmlformats.org/officeDocument/2006/relationships/image" Target="../media/image6570.png"/><Relationship Id="rId230" Type="http://schemas.openxmlformats.org/officeDocument/2006/relationships/customXml" Target="../ink/ink1128.xml"/><Relationship Id="rId251" Type="http://schemas.openxmlformats.org/officeDocument/2006/relationships/image" Target="../media/image673.png"/><Relationship Id="rId25" Type="http://schemas.openxmlformats.org/officeDocument/2006/relationships/customXml" Target="../ink/ink1025.xml"/><Relationship Id="rId46" Type="http://schemas.openxmlformats.org/officeDocument/2006/relationships/image" Target="../media/image5712.png"/><Relationship Id="rId67" Type="http://schemas.openxmlformats.org/officeDocument/2006/relationships/customXml" Target="../ink/ink1046.xml"/><Relationship Id="rId88" Type="http://schemas.openxmlformats.org/officeDocument/2006/relationships/image" Target="../media/image5920.png"/><Relationship Id="rId111" Type="http://schemas.openxmlformats.org/officeDocument/2006/relationships/customXml" Target="../ink/ink1068.xml"/><Relationship Id="rId132" Type="http://schemas.openxmlformats.org/officeDocument/2006/relationships/customXml" Target="../ink/ink1079.xml"/><Relationship Id="rId153" Type="http://schemas.openxmlformats.org/officeDocument/2006/relationships/image" Target="../media/image6240.png"/><Relationship Id="rId174" Type="http://schemas.openxmlformats.org/officeDocument/2006/relationships/customXml" Target="../ink/ink1100.xml"/><Relationship Id="rId195" Type="http://schemas.openxmlformats.org/officeDocument/2006/relationships/image" Target="../media/image6450.png"/><Relationship Id="rId209" Type="http://schemas.openxmlformats.org/officeDocument/2006/relationships/image" Target="../media/image6520.png"/><Relationship Id="rId220" Type="http://schemas.openxmlformats.org/officeDocument/2006/relationships/customXml" Target="../ink/ink1123.xml"/><Relationship Id="rId241" Type="http://schemas.openxmlformats.org/officeDocument/2006/relationships/image" Target="../media/image668.png"/><Relationship Id="rId15" Type="http://schemas.openxmlformats.org/officeDocument/2006/relationships/customXml" Target="../ink/ink1020.xml"/><Relationship Id="rId36" Type="http://schemas.openxmlformats.org/officeDocument/2006/relationships/image" Target="../media/image5661.png"/><Relationship Id="rId57" Type="http://schemas.openxmlformats.org/officeDocument/2006/relationships/customXml" Target="../ink/ink1041.xml"/><Relationship Id="rId78" Type="http://schemas.openxmlformats.org/officeDocument/2006/relationships/image" Target="../media/image5870.png"/><Relationship Id="rId99" Type="http://schemas.openxmlformats.org/officeDocument/2006/relationships/customXml" Target="../ink/ink1062.xml"/><Relationship Id="rId101" Type="http://schemas.openxmlformats.org/officeDocument/2006/relationships/customXml" Target="../ink/ink1063.xml"/><Relationship Id="rId122" Type="http://schemas.openxmlformats.org/officeDocument/2006/relationships/image" Target="../media/image6090.png"/><Relationship Id="rId143" Type="http://schemas.openxmlformats.org/officeDocument/2006/relationships/image" Target="../media/image6190.png"/><Relationship Id="rId164" Type="http://schemas.openxmlformats.org/officeDocument/2006/relationships/customXml" Target="../ink/ink1095.xml"/><Relationship Id="rId185" Type="http://schemas.openxmlformats.org/officeDocument/2006/relationships/image" Target="../media/image6400.png"/><Relationship Id="rId9" Type="http://schemas.openxmlformats.org/officeDocument/2006/relationships/customXml" Target="../ink/ink1017.xml"/><Relationship Id="rId210" Type="http://schemas.openxmlformats.org/officeDocument/2006/relationships/customXml" Target="../ink/ink1118.xml"/><Relationship Id="rId26" Type="http://schemas.openxmlformats.org/officeDocument/2006/relationships/image" Target="../media/image5612.png"/><Relationship Id="rId231" Type="http://schemas.openxmlformats.org/officeDocument/2006/relationships/image" Target="../media/image663.png"/><Relationship Id="rId252" Type="http://schemas.openxmlformats.org/officeDocument/2006/relationships/customXml" Target="../ink/ink1139.xml"/><Relationship Id="rId47" Type="http://schemas.openxmlformats.org/officeDocument/2006/relationships/customXml" Target="../ink/ink1036.xml"/><Relationship Id="rId68" Type="http://schemas.openxmlformats.org/officeDocument/2006/relationships/image" Target="../media/image5821.png"/><Relationship Id="rId89" Type="http://schemas.openxmlformats.org/officeDocument/2006/relationships/customXml" Target="../ink/ink1057.xml"/><Relationship Id="rId112" Type="http://schemas.openxmlformats.org/officeDocument/2006/relationships/image" Target="../media/image6040.png"/><Relationship Id="rId133" Type="http://schemas.openxmlformats.org/officeDocument/2006/relationships/image" Target="../media/image6140.png"/><Relationship Id="rId154" Type="http://schemas.openxmlformats.org/officeDocument/2006/relationships/customXml" Target="../ink/ink1090.xml"/><Relationship Id="rId175" Type="http://schemas.openxmlformats.org/officeDocument/2006/relationships/image" Target="../media/image6350.png"/><Relationship Id="rId196" Type="http://schemas.openxmlformats.org/officeDocument/2006/relationships/customXml" Target="../ink/ink1111.xml"/><Relationship Id="rId200" Type="http://schemas.openxmlformats.org/officeDocument/2006/relationships/customXml" Target="../ink/ink1113.xml"/><Relationship Id="rId16" Type="http://schemas.openxmlformats.org/officeDocument/2006/relationships/image" Target="../media/image5561.png"/><Relationship Id="rId221" Type="http://schemas.openxmlformats.org/officeDocument/2006/relationships/image" Target="../media/image6580.png"/><Relationship Id="rId242" Type="http://schemas.openxmlformats.org/officeDocument/2006/relationships/customXml" Target="../ink/ink1134.xml"/><Relationship Id="rId37" Type="http://schemas.openxmlformats.org/officeDocument/2006/relationships/customXml" Target="../ink/ink1031.xml"/><Relationship Id="rId58" Type="http://schemas.openxmlformats.org/officeDocument/2006/relationships/image" Target="../media/image5771.png"/><Relationship Id="rId79" Type="http://schemas.openxmlformats.org/officeDocument/2006/relationships/customXml" Target="../ink/ink1052.xml"/><Relationship Id="rId102" Type="http://schemas.openxmlformats.org/officeDocument/2006/relationships/image" Target="../media/image5990.png"/><Relationship Id="rId123" Type="http://schemas.openxmlformats.org/officeDocument/2006/relationships/customXml" Target="../ink/ink1074.xml"/><Relationship Id="rId144" Type="http://schemas.openxmlformats.org/officeDocument/2006/relationships/customXml" Target="../ink/ink1085.xml"/><Relationship Id="rId90" Type="http://schemas.openxmlformats.org/officeDocument/2006/relationships/image" Target="../media/image5930.png"/><Relationship Id="rId165" Type="http://schemas.openxmlformats.org/officeDocument/2006/relationships/image" Target="../media/image6300.png"/><Relationship Id="rId186" Type="http://schemas.openxmlformats.org/officeDocument/2006/relationships/customXml" Target="../ink/ink1106.xml"/><Relationship Id="rId211" Type="http://schemas.openxmlformats.org/officeDocument/2006/relationships/image" Target="../media/image6530.png"/><Relationship Id="rId232" Type="http://schemas.openxmlformats.org/officeDocument/2006/relationships/customXml" Target="../ink/ink1129.xml"/><Relationship Id="rId253" Type="http://schemas.openxmlformats.org/officeDocument/2006/relationships/image" Target="../media/image674.png"/><Relationship Id="rId27" Type="http://schemas.openxmlformats.org/officeDocument/2006/relationships/customXml" Target="../ink/ink1026.xml"/><Relationship Id="rId48" Type="http://schemas.openxmlformats.org/officeDocument/2006/relationships/image" Target="../media/image5721.png"/><Relationship Id="rId69" Type="http://schemas.openxmlformats.org/officeDocument/2006/relationships/customXml" Target="../ink/ink1047.xml"/><Relationship Id="rId113" Type="http://schemas.openxmlformats.org/officeDocument/2006/relationships/customXml" Target="../ink/ink1069.xml"/><Relationship Id="rId134" Type="http://schemas.openxmlformats.org/officeDocument/2006/relationships/customXml" Target="../ink/ink1080.xml"/><Relationship Id="rId80" Type="http://schemas.openxmlformats.org/officeDocument/2006/relationships/image" Target="../media/image5880.png"/><Relationship Id="rId155" Type="http://schemas.openxmlformats.org/officeDocument/2006/relationships/image" Target="../media/image6250.png"/><Relationship Id="rId176" Type="http://schemas.openxmlformats.org/officeDocument/2006/relationships/customXml" Target="../ink/ink1101.xml"/><Relationship Id="rId197" Type="http://schemas.openxmlformats.org/officeDocument/2006/relationships/image" Target="../media/image6460.png"/><Relationship Id="rId201" Type="http://schemas.openxmlformats.org/officeDocument/2006/relationships/image" Target="../media/image6480.png"/><Relationship Id="rId222" Type="http://schemas.openxmlformats.org/officeDocument/2006/relationships/customXml" Target="../ink/ink1124.xml"/><Relationship Id="rId243" Type="http://schemas.openxmlformats.org/officeDocument/2006/relationships/image" Target="../media/image669.png"/><Relationship Id="rId17" Type="http://schemas.openxmlformats.org/officeDocument/2006/relationships/customXml" Target="../ink/ink1021.xml"/><Relationship Id="rId38" Type="http://schemas.openxmlformats.org/officeDocument/2006/relationships/image" Target="../media/image5671.png"/><Relationship Id="rId59" Type="http://schemas.openxmlformats.org/officeDocument/2006/relationships/customXml" Target="../ink/ink1042.xml"/><Relationship Id="rId103" Type="http://schemas.openxmlformats.org/officeDocument/2006/relationships/customXml" Target="../ink/ink1064.xml"/><Relationship Id="rId124" Type="http://schemas.openxmlformats.org/officeDocument/2006/relationships/image" Target="../media/image6100.png"/><Relationship Id="rId70" Type="http://schemas.openxmlformats.org/officeDocument/2006/relationships/image" Target="../media/image5830.png"/><Relationship Id="rId91" Type="http://schemas.openxmlformats.org/officeDocument/2006/relationships/customXml" Target="../ink/ink1058.xml"/><Relationship Id="rId145" Type="http://schemas.openxmlformats.org/officeDocument/2006/relationships/image" Target="../media/image6200.png"/><Relationship Id="rId166" Type="http://schemas.openxmlformats.org/officeDocument/2006/relationships/customXml" Target="../ink/ink1096.xml"/><Relationship Id="rId187" Type="http://schemas.openxmlformats.org/officeDocument/2006/relationships/image" Target="../media/image6411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119.xml"/><Relationship Id="rId233" Type="http://schemas.openxmlformats.org/officeDocument/2006/relationships/image" Target="../media/image664.png"/><Relationship Id="rId28" Type="http://schemas.openxmlformats.org/officeDocument/2006/relationships/image" Target="../media/image5621.png"/><Relationship Id="rId49" Type="http://schemas.openxmlformats.org/officeDocument/2006/relationships/customXml" Target="../ink/ink1037.xml"/><Relationship Id="rId114" Type="http://schemas.openxmlformats.org/officeDocument/2006/relationships/image" Target="../media/image6050.png"/><Relationship Id="rId60" Type="http://schemas.openxmlformats.org/officeDocument/2006/relationships/image" Target="../media/image5781.png"/><Relationship Id="rId81" Type="http://schemas.openxmlformats.org/officeDocument/2006/relationships/customXml" Target="../ink/ink1053.xml"/><Relationship Id="rId135" Type="http://schemas.openxmlformats.org/officeDocument/2006/relationships/image" Target="../media/image6150.png"/><Relationship Id="rId156" Type="http://schemas.openxmlformats.org/officeDocument/2006/relationships/customXml" Target="../ink/ink1091.xml"/><Relationship Id="rId177" Type="http://schemas.openxmlformats.org/officeDocument/2006/relationships/image" Target="../media/image6360.png"/><Relationship Id="rId198" Type="http://schemas.openxmlformats.org/officeDocument/2006/relationships/customXml" Target="../ink/ink1112.xml"/><Relationship Id="rId202" Type="http://schemas.openxmlformats.org/officeDocument/2006/relationships/customXml" Target="../ink/ink1114.xml"/><Relationship Id="rId223" Type="http://schemas.openxmlformats.org/officeDocument/2006/relationships/image" Target="../media/image6590.png"/><Relationship Id="rId244" Type="http://schemas.openxmlformats.org/officeDocument/2006/relationships/customXml" Target="../ink/ink1135.xml"/><Relationship Id="rId18" Type="http://schemas.openxmlformats.org/officeDocument/2006/relationships/image" Target="../media/image5571.png"/><Relationship Id="rId39" Type="http://schemas.openxmlformats.org/officeDocument/2006/relationships/customXml" Target="../ink/ink1032.xml"/><Relationship Id="rId50" Type="http://schemas.openxmlformats.org/officeDocument/2006/relationships/image" Target="../media/image5731.png"/><Relationship Id="rId104" Type="http://schemas.openxmlformats.org/officeDocument/2006/relationships/image" Target="../media/image6000.png"/><Relationship Id="rId125" Type="http://schemas.openxmlformats.org/officeDocument/2006/relationships/customXml" Target="../ink/ink1075.xml"/><Relationship Id="rId146" Type="http://schemas.openxmlformats.org/officeDocument/2006/relationships/customXml" Target="../ink/ink1086.xml"/><Relationship Id="rId167" Type="http://schemas.openxmlformats.org/officeDocument/2006/relationships/image" Target="../media/image6311.png"/><Relationship Id="rId188" Type="http://schemas.openxmlformats.org/officeDocument/2006/relationships/customXml" Target="../ink/ink1107.xml"/><Relationship Id="rId71" Type="http://schemas.openxmlformats.org/officeDocument/2006/relationships/customXml" Target="../ink/ink1048.xml"/><Relationship Id="rId92" Type="http://schemas.openxmlformats.org/officeDocument/2006/relationships/image" Target="../media/image5940.png"/><Relationship Id="rId213" Type="http://schemas.openxmlformats.org/officeDocument/2006/relationships/image" Target="../media/image6540.png"/><Relationship Id="rId234" Type="http://schemas.openxmlformats.org/officeDocument/2006/relationships/customXml" Target="../ink/ink1130.xml"/><Relationship Id="rId2" Type="http://schemas.openxmlformats.org/officeDocument/2006/relationships/image" Target="../media/image662.png"/><Relationship Id="rId29" Type="http://schemas.openxmlformats.org/officeDocument/2006/relationships/customXml" Target="../ink/ink1027.xml"/><Relationship Id="rId40" Type="http://schemas.openxmlformats.org/officeDocument/2006/relationships/image" Target="../media/image5681.png"/><Relationship Id="rId115" Type="http://schemas.openxmlformats.org/officeDocument/2006/relationships/customXml" Target="../ink/ink1070.xml"/><Relationship Id="rId136" Type="http://schemas.openxmlformats.org/officeDocument/2006/relationships/customXml" Target="../ink/ink1081.xml"/><Relationship Id="rId157" Type="http://schemas.openxmlformats.org/officeDocument/2006/relationships/image" Target="../media/image6260.png"/><Relationship Id="rId178" Type="http://schemas.openxmlformats.org/officeDocument/2006/relationships/customXml" Target="../ink/ink1102.xml"/><Relationship Id="rId61" Type="http://schemas.openxmlformats.org/officeDocument/2006/relationships/customXml" Target="../ink/ink1043.xml"/><Relationship Id="rId82" Type="http://schemas.openxmlformats.org/officeDocument/2006/relationships/image" Target="../media/image5890.png"/><Relationship Id="rId199" Type="http://schemas.openxmlformats.org/officeDocument/2006/relationships/image" Target="../media/image6470.png"/><Relationship Id="rId203" Type="http://schemas.openxmlformats.org/officeDocument/2006/relationships/image" Target="../media/image6490.png"/><Relationship Id="rId19" Type="http://schemas.openxmlformats.org/officeDocument/2006/relationships/customXml" Target="../ink/ink1022.xml"/><Relationship Id="rId224" Type="http://schemas.openxmlformats.org/officeDocument/2006/relationships/customXml" Target="../ink/ink1125.xml"/><Relationship Id="rId245" Type="http://schemas.openxmlformats.org/officeDocument/2006/relationships/image" Target="../media/image670.png"/><Relationship Id="rId30" Type="http://schemas.openxmlformats.org/officeDocument/2006/relationships/image" Target="../media/image5631.png"/><Relationship Id="rId105" Type="http://schemas.openxmlformats.org/officeDocument/2006/relationships/customXml" Target="../ink/ink1065.xml"/><Relationship Id="rId126" Type="http://schemas.openxmlformats.org/officeDocument/2006/relationships/image" Target="../media/image6111.png"/><Relationship Id="rId147" Type="http://schemas.openxmlformats.org/officeDocument/2006/relationships/image" Target="../media/image6211.png"/><Relationship Id="rId168" Type="http://schemas.openxmlformats.org/officeDocument/2006/relationships/customXml" Target="../ink/ink1097.xml"/><Relationship Id="rId51" Type="http://schemas.openxmlformats.org/officeDocument/2006/relationships/customXml" Target="../ink/ink1038.xml"/><Relationship Id="rId72" Type="http://schemas.openxmlformats.org/officeDocument/2006/relationships/image" Target="../media/image5840.png"/><Relationship Id="rId93" Type="http://schemas.openxmlformats.org/officeDocument/2006/relationships/customXml" Target="../ink/ink1059.xml"/><Relationship Id="rId189" Type="http://schemas.openxmlformats.org/officeDocument/2006/relationships/image" Target="../media/image6420.png"/><Relationship Id="rId3" Type="http://schemas.openxmlformats.org/officeDocument/2006/relationships/customXml" Target="../ink/ink1014.xml"/><Relationship Id="rId214" Type="http://schemas.openxmlformats.org/officeDocument/2006/relationships/customXml" Target="../ink/ink1120.xml"/><Relationship Id="rId235" Type="http://schemas.openxmlformats.org/officeDocument/2006/relationships/image" Target="../media/image665.png"/><Relationship Id="rId116" Type="http://schemas.openxmlformats.org/officeDocument/2006/relationships/image" Target="../media/image6060.png"/><Relationship Id="rId137" Type="http://schemas.openxmlformats.org/officeDocument/2006/relationships/image" Target="../media/image6160.png"/><Relationship Id="rId158" Type="http://schemas.openxmlformats.org/officeDocument/2006/relationships/customXml" Target="../ink/ink1092.xml"/><Relationship Id="rId20" Type="http://schemas.openxmlformats.org/officeDocument/2006/relationships/image" Target="../media/image5581.png"/><Relationship Id="rId41" Type="http://schemas.openxmlformats.org/officeDocument/2006/relationships/customXml" Target="../ink/ink1033.xml"/><Relationship Id="rId62" Type="http://schemas.openxmlformats.org/officeDocument/2006/relationships/image" Target="../media/image5791.png"/><Relationship Id="rId83" Type="http://schemas.openxmlformats.org/officeDocument/2006/relationships/customXml" Target="../ink/ink1054.xml"/><Relationship Id="rId179" Type="http://schemas.openxmlformats.org/officeDocument/2006/relationships/image" Target="../media/image6370.png"/><Relationship Id="rId190" Type="http://schemas.openxmlformats.org/officeDocument/2006/relationships/customXml" Target="../ink/ink1108.xml"/><Relationship Id="rId204" Type="http://schemas.openxmlformats.org/officeDocument/2006/relationships/customXml" Target="../ink/ink1115.xml"/><Relationship Id="rId225" Type="http://schemas.openxmlformats.org/officeDocument/2006/relationships/image" Target="../media/image6600.png"/><Relationship Id="rId246" Type="http://schemas.openxmlformats.org/officeDocument/2006/relationships/customXml" Target="../ink/ink1136.xml"/><Relationship Id="rId106" Type="http://schemas.openxmlformats.org/officeDocument/2006/relationships/image" Target="../media/image6011.png"/><Relationship Id="rId127" Type="http://schemas.openxmlformats.org/officeDocument/2006/relationships/customXml" Target="../ink/ink1076.xml"/><Relationship Id="rId10" Type="http://schemas.openxmlformats.org/officeDocument/2006/relationships/image" Target="../media/image5531.png"/><Relationship Id="rId31" Type="http://schemas.openxmlformats.org/officeDocument/2006/relationships/customXml" Target="../ink/ink1028.xml"/><Relationship Id="rId52" Type="http://schemas.openxmlformats.org/officeDocument/2006/relationships/image" Target="../media/image5741.png"/><Relationship Id="rId73" Type="http://schemas.openxmlformats.org/officeDocument/2006/relationships/customXml" Target="../ink/ink1049.xml"/><Relationship Id="rId94" Type="http://schemas.openxmlformats.org/officeDocument/2006/relationships/image" Target="../media/image5950.png"/><Relationship Id="rId148" Type="http://schemas.openxmlformats.org/officeDocument/2006/relationships/customXml" Target="../ink/ink1087.xml"/><Relationship Id="rId169" Type="http://schemas.openxmlformats.org/officeDocument/2006/relationships/image" Target="../media/image6320.png"/><Relationship Id="rId4" Type="http://schemas.openxmlformats.org/officeDocument/2006/relationships/image" Target="../media/image5501.png"/><Relationship Id="rId180" Type="http://schemas.openxmlformats.org/officeDocument/2006/relationships/customXml" Target="../ink/ink1103.xml"/><Relationship Id="rId215" Type="http://schemas.openxmlformats.org/officeDocument/2006/relationships/image" Target="../media/image6550.png"/><Relationship Id="rId236" Type="http://schemas.openxmlformats.org/officeDocument/2006/relationships/customXml" Target="../ink/ink1131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197.xml"/><Relationship Id="rId299" Type="http://schemas.openxmlformats.org/officeDocument/2006/relationships/image" Target="../media/image822.png"/><Relationship Id="rId21" Type="http://schemas.openxmlformats.org/officeDocument/2006/relationships/customXml" Target="../ink/ink1149.xml"/><Relationship Id="rId63" Type="http://schemas.openxmlformats.org/officeDocument/2006/relationships/customXml" Target="../ink/ink1170.xml"/><Relationship Id="rId159" Type="http://schemas.openxmlformats.org/officeDocument/2006/relationships/customXml" Target="../ink/ink1218.xml"/><Relationship Id="rId170" Type="http://schemas.openxmlformats.org/officeDocument/2006/relationships/image" Target="../media/image758.png"/><Relationship Id="rId226" Type="http://schemas.openxmlformats.org/officeDocument/2006/relationships/customXml" Target="../ink/ink1252.xml"/><Relationship Id="rId268" Type="http://schemas.openxmlformats.org/officeDocument/2006/relationships/customXml" Target="../ink/ink1273.xml"/><Relationship Id="rId32" Type="http://schemas.openxmlformats.org/officeDocument/2006/relationships/image" Target="../media/image689.png"/><Relationship Id="rId74" Type="http://schemas.openxmlformats.org/officeDocument/2006/relationships/image" Target="../media/image710.png"/><Relationship Id="rId128" Type="http://schemas.openxmlformats.org/officeDocument/2006/relationships/image" Target="../media/image737.png"/><Relationship Id="rId5" Type="http://schemas.openxmlformats.org/officeDocument/2006/relationships/customXml" Target="../ink/ink1141.xml"/><Relationship Id="rId181" Type="http://schemas.openxmlformats.org/officeDocument/2006/relationships/customXml" Target="../ink/ink1229.xml"/><Relationship Id="rId237" Type="http://schemas.openxmlformats.org/officeDocument/2006/relationships/image" Target="../media/image791.png"/><Relationship Id="rId279" Type="http://schemas.openxmlformats.org/officeDocument/2006/relationships/image" Target="../media/image812.png"/><Relationship Id="rId43" Type="http://schemas.openxmlformats.org/officeDocument/2006/relationships/customXml" Target="../ink/ink1160.xml"/><Relationship Id="rId139" Type="http://schemas.openxmlformats.org/officeDocument/2006/relationships/customXml" Target="../ink/ink1208.xml"/><Relationship Id="rId290" Type="http://schemas.openxmlformats.org/officeDocument/2006/relationships/customXml" Target="../ink/ink1284.xml"/><Relationship Id="rId304" Type="http://schemas.openxmlformats.org/officeDocument/2006/relationships/customXml" Target="../ink/ink1291.xml"/><Relationship Id="rId85" Type="http://schemas.openxmlformats.org/officeDocument/2006/relationships/customXml" Target="../ink/ink1181.xml"/><Relationship Id="rId150" Type="http://schemas.openxmlformats.org/officeDocument/2006/relationships/image" Target="../media/image748.png"/><Relationship Id="rId192" Type="http://schemas.openxmlformats.org/officeDocument/2006/relationships/image" Target="../media/image769.png"/><Relationship Id="rId206" Type="http://schemas.openxmlformats.org/officeDocument/2006/relationships/customXml" Target="../ink/ink1242.xml"/><Relationship Id="rId248" Type="http://schemas.openxmlformats.org/officeDocument/2006/relationships/customXml" Target="../ink/ink1263.xml"/><Relationship Id="rId12" Type="http://schemas.openxmlformats.org/officeDocument/2006/relationships/image" Target="../media/image679.png"/><Relationship Id="rId108" Type="http://schemas.openxmlformats.org/officeDocument/2006/relationships/image" Target="../media/image727.png"/><Relationship Id="rId315" Type="http://schemas.openxmlformats.org/officeDocument/2006/relationships/image" Target="../media/image830.png"/><Relationship Id="rId54" Type="http://schemas.openxmlformats.org/officeDocument/2006/relationships/image" Target="../media/image700.png"/><Relationship Id="rId96" Type="http://schemas.openxmlformats.org/officeDocument/2006/relationships/image" Target="../media/image721.png"/><Relationship Id="rId161" Type="http://schemas.openxmlformats.org/officeDocument/2006/relationships/customXml" Target="../ink/ink1219.xml"/><Relationship Id="rId217" Type="http://schemas.openxmlformats.org/officeDocument/2006/relationships/image" Target="../media/image781.png"/><Relationship Id="rId259" Type="http://schemas.openxmlformats.org/officeDocument/2006/relationships/image" Target="../media/image802.png"/><Relationship Id="rId23" Type="http://schemas.openxmlformats.org/officeDocument/2006/relationships/customXml" Target="../ink/ink1150.xml"/><Relationship Id="rId119" Type="http://schemas.openxmlformats.org/officeDocument/2006/relationships/customXml" Target="../ink/ink1198.xml"/><Relationship Id="rId270" Type="http://schemas.openxmlformats.org/officeDocument/2006/relationships/customXml" Target="../ink/ink1274.xml"/><Relationship Id="rId65" Type="http://schemas.openxmlformats.org/officeDocument/2006/relationships/customXml" Target="../ink/ink1171.xml"/><Relationship Id="rId130" Type="http://schemas.openxmlformats.org/officeDocument/2006/relationships/image" Target="../media/image738.png"/><Relationship Id="rId172" Type="http://schemas.openxmlformats.org/officeDocument/2006/relationships/image" Target="../media/image759.png"/><Relationship Id="rId228" Type="http://schemas.openxmlformats.org/officeDocument/2006/relationships/customXml" Target="../ink/ink1253.xml"/><Relationship Id="rId281" Type="http://schemas.openxmlformats.org/officeDocument/2006/relationships/image" Target="../media/image813.png"/><Relationship Id="rId34" Type="http://schemas.openxmlformats.org/officeDocument/2006/relationships/image" Target="../media/image690.png"/><Relationship Id="rId55" Type="http://schemas.openxmlformats.org/officeDocument/2006/relationships/customXml" Target="../ink/ink1166.xml"/><Relationship Id="rId76" Type="http://schemas.openxmlformats.org/officeDocument/2006/relationships/image" Target="../media/image711.png"/><Relationship Id="rId97" Type="http://schemas.openxmlformats.org/officeDocument/2006/relationships/customXml" Target="../ink/ink1187.xml"/><Relationship Id="rId120" Type="http://schemas.openxmlformats.org/officeDocument/2006/relationships/image" Target="../media/image733.png"/><Relationship Id="rId141" Type="http://schemas.openxmlformats.org/officeDocument/2006/relationships/customXml" Target="../ink/ink1209.xml"/><Relationship Id="rId7" Type="http://schemas.openxmlformats.org/officeDocument/2006/relationships/customXml" Target="../ink/ink1142.xml"/><Relationship Id="rId162" Type="http://schemas.openxmlformats.org/officeDocument/2006/relationships/image" Target="../media/image754.png"/><Relationship Id="rId183" Type="http://schemas.openxmlformats.org/officeDocument/2006/relationships/customXml" Target="../ink/ink1230.xml"/><Relationship Id="rId218" Type="http://schemas.openxmlformats.org/officeDocument/2006/relationships/customXml" Target="../ink/ink1248.xml"/><Relationship Id="rId239" Type="http://schemas.openxmlformats.org/officeDocument/2006/relationships/image" Target="../media/image792.png"/><Relationship Id="rId250" Type="http://schemas.openxmlformats.org/officeDocument/2006/relationships/customXml" Target="../ink/ink1264.xml"/><Relationship Id="rId271" Type="http://schemas.openxmlformats.org/officeDocument/2006/relationships/image" Target="../media/image808.png"/><Relationship Id="rId292" Type="http://schemas.openxmlformats.org/officeDocument/2006/relationships/customXml" Target="../ink/ink1285.xml"/><Relationship Id="rId306" Type="http://schemas.openxmlformats.org/officeDocument/2006/relationships/customXml" Target="../ink/ink1292.xml"/><Relationship Id="rId24" Type="http://schemas.openxmlformats.org/officeDocument/2006/relationships/image" Target="../media/image685.png"/><Relationship Id="rId45" Type="http://schemas.openxmlformats.org/officeDocument/2006/relationships/customXml" Target="../ink/ink1161.xml"/><Relationship Id="rId66" Type="http://schemas.openxmlformats.org/officeDocument/2006/relationships/image" Target="../media/image706.png"/><Relationship Id="rId87" Type="http://schemas.openxmlformats.org/officeDocument/2006/relationships/customXml" Target="../ink/ink1182.xml"/><Relationship Id="rId110" Type="http://schemas.openxmlformats.org/officeDocument/2006/relationships/image" Target="../media/image728.png"/><Relationship Id="rId131" Type="http://schemas.openxmlformats.org/officeDocument/2006/relationships/customXml" Target="../ink/ink1204.xml"/><Relationship Id="rId152" Type="http://schemas.openxmlformats.org/officeDocument/2006/relationships/image" Target="../media/image749.png"/><Relationship Id="rId173" Type="http://schemas.openxmlformats.org/officeDocument/2006/relationships/customXml" Target="../ink/ink1225.xml"/><Relationship Id="rId194" Type="http://schemas.openxmlformats.org/officeDocument/2006/relationships/image" Target="../media/image770.png"/><Relationship Id="rId208" Type="http://schemas.openxmlformats.org/officeDocument/2006/relationships/customXml" Target="../ink/ink1243.xml"/><Relationship Id="rId229" Type="http://schemas.openxmlformats.org/officeDocument/2006/relationships/image" Target="../media/image787.png"/><Relationship Id="rId240" Type="http://schemas.openxmlformats.org/officeDocument/2006/relationships/customXml" Target="../ink/ink1259.xml"/><Relationship Id="rId261" Type="http://schemas.openxmlformats.org/officeDocument/2006/relationships/image" Target="../media/image803.png"/><Relationship Id="rId14" Type="http://schemas.openxmlformats.org/officeDocument/2006/relationships/image" Target="../media/image680.png"/><Relationship Id="rId35" Type="http://schemas.openxmlformats.org/officeDocument/2006/relationships/customXml" Target="../ink/ink1156.xml"/><Relationship Id="rId56" Type="http://schemas.openxmlformats.org/officeDocument/2006/relationships/image" Target="../media/image701.png"/><Relationship Id="rId77" Type="http://schemas.openxmlformats.org/officeDocument/2006/relationships/customXml" Target="../ink/ink1177.xml"/><Relationship Id="rId100" Type="http://schemas.openxmlformats.org/officeDocument/2006/relationships/image" Target="../media/image723.png"/><Relationship Id="rId282" Type="http://schemas.openxmlformats.org/officeDocument/2006/relationships/customXml" Target="../ink/ink1280.xml"/><Relationship Id="rId317" Type="http://schemas.openxmlformats.org/officeDocument/2006/relationships/image" Target="../media/image831.png"/><Relationship Id="rId8" Type="http://schemas.openxmlformats.org/officeDocument/2006/relationships/image" Target="../media/image677.png"/><Relationship Id="rId98" Type="http://schemas.openxmlformats.org/officeDocument/2006/relationships/image" Target="../media/image722.png"/><Relationship Id="rId121" Type="http://schemas.openxmlformats.org/officeDocument/2006/relationships/customXml" Target="../ink/ink1199.xml"/><Relationship Id="rId142" Type="http://schemas.openxmlformats.org/officeDocument/2006/relationships/image" Target="../media/image744.png"/><Relationship Id="rId163" Type="http://schemas.openxmlformats.org/officeDocument/2006/relationships/customXml" Target="../ink/ink1220.xml"/><Relationship Id="rId184" Type="http://schemas.openxmlformats.org/officeDocument/2006/relationships/image" Target="../media/image765.png"/><Relationship Id="rId219" Type="http://schemas.openxmlformats.org/officeDocument/2006/relationships/image" Target="../media/image782.png"/><Relationship Id="rId230" Type="http://schemas.openxmlformats.org/officeDocument/2006/relationships/customXml" Target="../ink/ink1254.xml"/><Relationship Id="rId251" Type="http://schemas.openxmlformats.org/officeDocument/2006/relationships/image" Target="../media/image798.png"/><Relationship Id="rId25" Type="http://schemas.openxmlformats.org/officeDocument/2006/relationships/customXml" Target="../ink/ink1151.xml"/><Relationship Id="rId46" Type="http://schemas.openxmlformats.org/officeDocument/2006/relationships/image" Target="../media/image696.png"/><Relationship Id="rId67" Type="http://schemas.openxmlformats.org/officeDocument/2006/relationships/customXml" Target="../ink/ink1172.xml"/><Relationship Id="rId272" Type="http://schemas.openxmlformats.org/officeDocument/2006/relationships/customXml" Target="../ink/ink1275.xml"/><Relationship Id="rId293" Type="http://schemas.openxmlformats.org/officeDocument/2006/relationships/image" Target="../media/image819.png"/><Relationship Id="rId307" Type="http://schemas.openxmlformats.org/officeDocument/2006/relationships/image" Target="../media/image826.png"/><Relationship Id="rId88" Type="http://schemas.openxmlformats.org/officeDocument/2006/relationships/image" Target="../media/image717.png"/><Relationship Id="rId111" Type="http://schemas.openxmlformats.org/officeDocument/2006/relationships/customXml" Target="../ink/ink1194.xml"/><Relationship Id="rId132" Type="http://schemas.openxmlformats.org/officeDocument/2006/relationships/image" Target="../media/image739.png"/><Relationship Id="rId153" Type="http://schemas.openxmlformats.org/officeDocument/2006/relationships/customXml" Target="../ink/ink1215.xml"/><Relationship Id="rId174" Type="http://schemas.openxmlformats.org/officeDocument/2006/relationships/image" Target="../media/image760.png"/><Relationship Id="rId195" Type="http://schemas.openxmlformats.org/officeDocument/2006/relationships/customXml" Target="../ink/ink1236.xml"/><Relationship Id="rId209" Type="http://schemas.openxmlformats.org/officeDocument/2006/relationships/image" Target="../media/image777.png"/><Relationship Id="rId220" Type="http://schemas.openxmlformats.org/officeDocument/2006/relationships/customXml" Target="../ink/ink1249.xml"/><Relationship Id="rId241" Type="http://schemas.openxmlformats.org/officeDocument/2006/relationships/image" Target="../media/image793.png"/><Relationship Id="rId15" Type="http://schemas.openxmlformats.org/officeDocument/2006/relationships/customXml" Target="../ink/ink1146.xml"/><Relationship Id="rId36" Type="http://schemas.openxmlformats.org/officeDocument/2006/relationships/image" Target="../media/image691.png"/><Relationship Id="rId57" Type="http://schemas.openxmlformats.org/officeDocument/2006/relationships/customXml" Target="../ink/ink1167.xml"/><Relationship Id="rId262" Type="http://schemas.openxmlformats.org/officeDocument/2006/relationships/customXml" Target="../ink/ink1270.xml"/><Relationship Id="rId283" Type="http://schemas.openxmlformats.org/officeDocument/2006/relationships/image" Target="../media/image814.png"/><Relationship Id="rId318" Type="http://schemas.openxmlformats.org/officeDocument/2006/relationships/customXml" Target="../ink/ink1298.xml"/><Relationship Id="rId78" Type="http://schemas.openxmlformats.org/officeDocument/2006/relationships/image" Target="../media/image712.png"/><Relationship Id="rId99" Type="http://schemas.openxmlformats.org/officeDocument/2006/relationships/customXml" Target="../ink/ink1188.xml"/><Relationship Id="rId101" Type="http://schemas.openxmlformats.org/officeDocument/2006/relationships/customXml" Target="../ink/ink1189.xml"/><Relationship Id="rId122" Type="http://schemas.openxmlformats.org/officeDocument/2006/relationships/image" Target="../media/image734.png"/><Relationship Id="rId143" Type="http://schemas.openxmlformats.org/officeDocument/2006/relationships/customXml" Target="../ink/ink1210.xml"/><Relationship Id="rId164" Type="http://schemas.openxmlformats.org/officeDocument/2006/relationships/image" Target="../media/image755.png"/><Relationship Id="rId185" Type="http://schemas.openxmlformats.org/officeDocument/2006/relationships/customXml" Target="../ink/ink1231.xml"/><Relationship Id="rId9" Type="http://schemas.openxmlformats.org/officeDocument/2006/relationships/customXml" Target="../ink/ink1143.xml"/><Relationship Id="rId210" Type="http://schemas.openxmlformats.org/officeDocument/2006/relationships/customXml" Target="../ink/ink1244.xml"/><Relationship Id="rId26" Type="http://schemas.openxmlformats.org/officeDocument/2006/relationships/image" Target="../media/image686.png"/><Relationship Id="rId231" Type="http://schemas.openxmlformats.org/officeDocument/2006/relationships/image" Target="../media/image788.png"/><Relationship Id="rId252" Type="http://schemas.openxmlformats.org/officeDocument/2006/relationships/customXml" Target="../ink/ink1265.xml"/><Relationship Id="rId273" Type="http://schemas.openxmlformats.org/officeDocument/2006/relationships/image" Target="../media/image809.png"/><Relationship Id="rId294" Type="http://schemas.openxmlformats.org/officeDocument/2006/relationships/customXml" Target="../ink/ink1286.xml"/><Relationship Id="rId308" Type="http://schemas.openxmlformats.org/officeDocument/2006/relationships/customXml" Target="../ink/ink1293.xml"/><Relationship Id="rId47" Type="http://schemas.openxmlformats.org/officeDocument/2006/relationships/customXml" Target="../ink/ink1162.xml"/><Relationship Id="rId68" Type="http://schemas.openxmlformats.org/officeDocument/2006/relationships/image" Target="../media/image707.png"/><Relationship Id="rId89" Type="http://schemas.openxmlformats.org/officeDocument/2006/relationships/customXml" Target="../ink/ink1183.xml"/><Relationship Id="rId112" Type="http://schemas.openxmlformats.org/officeDocument/2006/relationships/image" Target="../media/image729.png"/><Relationship Id="rId133" Type="http://schemas.openxmlformats.org/officeDocument/2006/relationships/customXml" Target="../ink/ink1205.xml"/><Relationship Id="rId154" Type="http://schemas.openxmlformats.org/officeDocument/2006/relationships/image" Target="../media/image750.png"/><Relationship Id="rId175" Type="http://schemas.openxmlformats.org/officeDocument/2006/relationships/customXml" Target="../ink/ink1226.xml"/><Relationship Id="rId196" Type="http://schemas.openxmlformats.org/officeDocument/2006/relationships/image" Target="../media/image771.png"/><Relationship Id="rId200" Type="http://schemas.openxmlformats.org/officeDocument/2006/relationships/image" Target="../media/image773.png"/><Relationship Id="rId16" Type="http://schemas.openxmlformats.org/officeDocument/2006/relationships/image" Target="../media/image681.png"/><Relationship Id="rId221" Type="http://schemas.openxmlformats.org/officeDocument/2006/relationships/image" Target="../media/image783.png"/><Relationship Id="rId242" Type="http://schemas.openxmlformats.org/officeDocument/2006/relationships/customXml" Target="../ink/ink1260.xml"/><Relationship Id="rId263" Type="http://schemas.openxmlformats.org/officeDocument/2006/relationships/image" Target="../media/image804.png"/><Relationship Id="rId284" Type="http://schemas.openxmlformats.org/officeDocument/2006/relationships/customXml" Target="../ink/ink1281.xml"/><Relationship Id="rId319" Type="http://schemas.openxmlformats.org/officeDocument/2006/relationships/image" Target="../media/image832.png"/><Relationship Id="rId37" Type="http://schemas.openxmlformats.org/officeDocument/2006/relationships/customXml" Target="../ink/ink1157.xml"/><Relationship Id="rId58" Type="http://schemas.openxmlformats.org/officeDocument/2006/relationships/image" Target="../media/image702.png"/><Relationship Id="rId79" Type="http://schemas.openxmlformats.org/officeDocument/2006/relationships/customXml" Target="../ink/ink1178.xml"/><Relationship Id="rId102" Type="http://schemas.openxmlformats.org/officeDocument/2006/relationships/image" Target="../media/image724.png"/><Relationship Id="rId123" Type="http://schemas.openxmlformats.org/officeDocument/2006/relationships/customXml" Target="../ink/ink1200.xml"/><Relationship Id="rId144" Type="http://schemas.openxmlformats.org/officeDocument/2006/relationships/image" Target="../media/image745.png"/><Relationship Id="rId90" Type="http://schemas.openxmlformats.org/officeDocument/2006/relationships/image" Target="../media/image718.png"/><Relationship Id="rId165" Type="http://schemas.openxmlformats.org/officeDocument/2006/relationships/customXml" Target="../ink/ink1221.xml"/><Relationship Id="rId186" Type="http://schemas.openxmlformats.org/officeDocument/2006/relationships/image" Target="../media/image766.png"/><Relationship Id="rId211" Type="http://schemas.openxmlformats.org/officeDocument/2006/relationships/image" Target="../media/image778.png"/><Relationship Id="rId232" Type="http://schemas.openxmlformats.org/officeDocument/2006/relationships/customXml" Target="../ink/ink1255.xml"/><Relationship Id="rId253" Type="http://schemas.openxmlformats.org/officeDocument/2006/relationships/image" Target="../media/image799.png"/><Relationship Id="rId274" Type="http://schemas.openxmlformats.org/officeDocument/2006/relationships/customXml" Target="../ink/ink1276.xml"/><Relationship Id="rId295" Type="http://schemas.openxmlformats.org/officeDocument/2006/relationships/image" Target="../media/image820.png"/><Relationship Id="rId309" Type="http://schemas.openxmlformats.org/officeDocument/2006/relationships/image" Target="../media/image827.png"/><Relationship Id="rId27" Type="http://schemas.openxmlformats.org/officeDocument/2006/relationships/customXml" Target="../ink/ink1152.xml"/><Relationship Id="rId48" Type="http://schemas.openxmlformats.org/officeDocument/2006/relationships/image" Target="../media/image697.png"/><Relationship Id="rId69" Type="http://schemas.openxmlformats.org/officeDocument/2006/relationships/customXml" Target="../ink/ink1173.xml"/><Relationship Id="rId113" Type="http://schemas.openxmlformats.org/officeDocument/2006/relationships/customXml" Target="../ink/ink1195.xml"/><Relationship Id="rId134" Type="http://schemas.openxmlformats.org/officeDocument/2006/relationships/image" Target="../media/image740.png"/><Relationship Id="rId320" Type="http://schemas.openxmlformats.org/officeDocument/2006/relationships/customXml" Target="../ink/ink1299.xml"/><Relationship Id="rId80" Type="http://schemas.openxmlformats.org/officeDocument/2006/relationships/image" Target="../media/image713.png"/><Relationship Id="rId155" Type="http://schemas.openxmlformats.org/officeDocument/2006/relationships/customXml" Target="../ink/ink1216.xml"/><Relationship Id="rId176" Type="http://schemas.openxmlformats.org/officeDocument/2006/relationships/image" Target="../media/image761.png"/><Relationship Id="rId197" Type="http://schemas.openxmlformats.org/officeDocument/2006/relationships/customXml" Target="../ink/ink1237.xml"/><Relationship Id="rId201" Type="http://schemas.openxmlformats.org/officeDocument/2006/relationships/customXml" Target="../ink/ink1239.xml"/><Relationship Id="rId222" Type="http://schemas.openxmlformats.org/officeDocument/2006/relationships/customXml" Target="../ink/ink1250.xml"/><Relationship Id="rId243" Type="http://schemas.openxmlformats.org/officeDocument/2006/relationships/image" Target="../media/image794.png"/><Relationship Id="rId264" Type="http://schemas.openxmlformats.org/officeDocument/2006/relationships/customXml" Target="../ink/ink1271.xml"/><Relationship Id="rId285" Type="http://schemas.openxmlformats.org/officeDocument/2006/relationships/image" Target="../media/image815.png"/><Relationship Id="rId17" Type="http://schemas.openxmlformats.org/officeDocument/2006/relationships/customXml" Target="../ink/ink1147.xml"/><Relationship Id="rId38" Type="http://schemas.openxmlformats.org/officeDocument/2006/relationships/image" Target="../media/image692.png"/><Relationship Id="rId59" Type="http://schemas.openxmlformats.org/officeDocument/2006/relationships/customXml" Target="../ink/ink1168.xml"/><Relationship Id="rId103" Type="http://schemas.openxmlformats.org/officeDocument/2006/relationships/customXml" Target="../ink/ink1190.xml"/><Relationship Id="rId124" Type="http://schemas.openxmlformats.org/officeDocument/2006/relationships/image" Target="../media/image735.png"/><Relationship Id="rId310" Type="http://schemas.openxmlformats.org/officeDocument/2006/relationships/customXml" Target="../ink/ink1294.xml"/><Relationship Id="rId70" Type="http://schemas.openxmlformats.org/officeDocument/2006/relationships/image" Target="../media/image708.png"/><Relationship Id="rId91" Type="http://schemas.openxmlformats.org/officeDocument/2006/relationships/customXml" Target="../ink/ink1184.xml"/><Relationship Id="rId145" Type="http://schemas.openxmlformats.org/officeDocument/2006/relationships/customXml" Target="../ink/ink1211.xml"/><Relationship Id="rId166" Type="http://schemas.openxmlformats.org/officeDocument/2006/relationships/image" Target="../media/image756.png"/><Relationship Id="rId187" Type="http://schemas.openxmlformats.org/officeDocument/2006/relationships/customXml" Target="../ink/ink1232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245.xml"/><Relationship Id="rId233" Type="http://schemas.openxmlformats.org/officeDocument/2006/relationships/image" Target="../media/image789.png"/><Relationship Id="rId254" Type="http://schemas.openxmlformats.org/officeDocument/2006/relationships/customXml" Target="../ink/ink1266.xml"/><Relationship Id="rId28" Type="http://schemas.openxmlformats.org/officeDocument/2006/relationships/image" Target="../media/image687.png"/><Relationship Id="rId49" Type="http://schemas.openxmlformats.org/officeDocument/2006/relationships/customXml" Target="../ink/ink1163.xml"/><Relationship Id="rId114" Type="http://schemas.openxmlformats.org/officeDocument/2006/relationships/image" Target="../media/image730.png"/><Relationship Id="rId275" Type="http://schemas.openxmlformats.org/officeDocument/2006/relationships/image" Target="../media/image810.png"/><Relationship Id="rId296" Type="http://schemas.openxmlformats.org/officeDocument/2006/relationships/customXml" Target="../ink/ink1287.xml"/><Relationship Id="rId300" Type="http://schemas.openxmlformats.org/officeDocument/2006/relationships/customXml" Target="../ink/ink1289.xml"/><Relationship Id="rId60" Type="http://schemas.openxmlformats.org/officeDocument/2006/relationships/image" Target="../media/image703.png"/><Relationship Id="rId81" Type="http://schemas.openxmlformats.org/officeDocument/2006/relationships/customXml" Target="../ink/ink1179.xml"/><Relationship Id="rId135" Type="http://schemas.openxmlformats.org/officeDocument/2006/relationships/customXml" Target="../ink/ink1206.xml"/><Relationship Id="rId156" Type="http://schemas.openxmlformats.org/officeDocument/2006/relationships/image" Target="../media/image751.png"/><Relationship Id="rId177" Type="http://schemas.openxmlformats.org/officeDocument/2006/relationships/customXml" Target="../ink/ink1227.xml"/><Relationship Id="rId198" Type="http://schemas.openxmlformats.org/officeDocument/2006/relationships/image" Target="../media/image772.png"/><Relationship Id="rId321" Type="http://schemas.openxmlformats.org/officeDocument/2006/relationships/image" Target="../media/image833.png"/><Relationship Id="rId202" Type="http://schemas.openxmlformats.org/officeDocument/2006/relationships/image" Target="../media/image774.png"/><Relationship Id="rId223" Type="http://schemas.openxmlformats.org/officeDocument/2006/relationships/image" Target="../media/image784.png"/><Relationship Id="rId244" Type="http://schemas.openxmlformats.org/officeDocument/2006/relationships/customXml" Target="../ink/ink1261.xml"/><Relationship Id="rId18" Type="http://schemas.openxmlformats.org/officeDocument/2006/relationships/image" Target="../media/image682.png"/><Relationship Id="rId39" Type="http://schemas.openxmlformats.org/officeDocument/2006/relationships/customXml" Target="../ink/ink1158.xml"/><Relationship Id="rId265" Type="http://schemas.openxmlformats.org/officeDocument/2006/relationships/image" Target="../media/image805.png"/><Relationship Id="rId286" Type="http://schemas.openxmlformats.org/officeDocument/2006/relationships/customXml" Target="../ink/ink1282.xml"/><Relationship Id="rId50" Type="http://schemas.openxmlformats.org/officeDocument/2006/relationships/image" Target="../media/image698.png"/><Relationship Id="rId104" Type="http://schemas.openxmlformats.org/officeDocument/2006/relationships/image" Target="../media/image725.png"/><Relationship Id="rId125" Type="http://schemas.openxmlformats.org/officeDocument/2006/relationships/customXml" Target="../ink/ink1201.xml"/><Relationship Id="rId146" Type="http://schemas.openxmlformats.org/officeDocument/2006/relationships/image" Target="../media/image746.png"/><Relationship Id="rId167" Type="http://schemas.openxmlformats.org/officeDocument/2006/relationships/customXml" Target="../ink/ink1222.xml"/><Relationship Id="rId188" Type="http://schemas.openxmlformats.org/officeDocument/2006/relationships/image" Target="../media/image767.png"/><Relationship Id="rId311" Type="http://schemas.openxmlformats.org/officeDocument/2006/relationships/image" Target="../media/image828.png"/><Relationship Id="rId71" Type="http://schemas.openxmlformats.org/officeDocument/2006/relationships/customXml" Target="../ink/ink1174.xml"/><Relationship Id="rId92" Type="http://schemas.openxmlformats.org/officeDocument/2006/relationships/image" Target="../media/image719.png"/><Relationship Id="rId213" Type="http://schemas.openxmlformats.org/officeDocument/2006/relationships/image" Target="../media/image779.png"/><Relationship Id="rId234" Type="http://schemas.openxmlformats.org/officeDocument/2006/relationships/customXml" Target="../ink/ink1256.xml"/><Relationship Id="rId2" Type="http://schemas.openxmlformats.org/officeDocument/2006/relationships/image" Target="../media/image662.png"/><Relationship Id="rId29" Type="http://schemas.openxmlformats.org/officeDocument/2006/relationships/customXml" Target="../ink/ink1153.xml"/><Relationship Id="rId255" Type="http://schemas.openxmlformats.org/officeDocument/2006/relationships/image" Target="../media/image800.png"/><Relationship Id="rId276" Type="http://schemas.openxmlformats.org/officeDocument/2006/relationships/customXml" Target="../ink/ink1277.xml"/><Relationship Id="rId297" Type="http://schemas.openxmlformats.org/officeDocument/2006/relationships/image" Target="../media/image821.png"/><Relationship Id="rId40" Type="http://schemas.openxmlformats.org/officeDocument/2006/relationships/image" Target="../media/image693.png"/><Relationship Id="rId115" Type="http://schemas.openxmlformats.org/officeDocument/2006/relationships/customXml" Target="../ink/ink1196.xml"/><Relationship Id="rId136" Type="http://schemas.openxmlformats.org/officeDocument/2006/relationships/image" Target="../media/image741.png"/><Relationship Id="rId157" Type="http://schemas.openxmlformats.org/officeDocument/2006/relationships/customXml" Target="../ink/ink1217.xml"/><Relationship Id="rId178" Type="http://schemas.openxmlformats.org/officeDocument/2006/relationships/image" Target="../media/image762.png"/><Relationship Id="rId301" Type="http://schemas.openxmlformats.org/officeDocument/2006/relationships/image" Target="../media/image823.png"/><Relationship Id="rId322" Type="http://schemas.openxmlformats.org/officeDocument/2006/relationships/customXml" Target="../ink/ink1300.xml"/><Relationship Id="rId61" Type="http://schemas.openxmlformats.org/officeDocument/2006/relationships/customXml" Target="../ink/ink1169.xml"/><Relationship Id="rId82" Type="http://schemas.openxmlformats.org/officeDocument/2006/relationships/image" Target="../media/image714.png"/><Relationship Id="rId199" Type="http://schemas.openxmlformats.org/officeDocument/2006/relationships/customXml" Target="../ink/ink1238.xml"/><Relationship Id="rId203" Type="http://schemas.openxmlformats.org/officeDocument/2006/relationships/customXml" Target="../ink/ink1240.xml"/><Relationship Id="rId19" Type="http://schemas.openxmlformats.org/officeDocument/2006/relationships/customXml" Target="../ink/ink1148.xml"/><Relationship Id="rId224" Type="http://schemas.openxmlformats.org/officeDocument/2006/relationships/customXml" Target="../ink/ink1251.xml"/><Relationship Id="rId245" Type="http://schemas.openxmlformats.org/officeDocument/2006/relationships/image" Target="../media/image795.png"/><Relationship Id="rId266" Type="http://schemas.openxmlformats.org/officeDocument/2006/relationships/customXml" Target="../ink/ink1272.xml"/><Relationship Id="rId287" Type="http://schemas.openxmlformats.org/officeDocument/2006/relationships/image" Target="../media/image816.png"/><Relationship Id="rId30" Type="http://schemas.openxmlformats.org/officeDocument/2006/relationships/image" Target="../media/image688.png"/><Relationship Id="rId105" Type="http://schemas.openxmlformats.org/officeDocument/2006/relationships/customXml" Target="../ink/ink1191.xml"/><Relationship Id="rId126" Type="http://schemas.openxmlformats.org/officeDocument/2006/relationships/image" Target="../media/image736.png"/><Relationship Id="rId147" Type="http://schemas.openxmlformats.org/officeDocument/2006/relationships/customXml" Target="../ink/ink1212.xml"/><Relationship Id="rId168" Type="http://schemas.openxmlformats.org/officeDocument/2006/relationships/image" Target="../media/image757.png"/><Relationship Id="rId312" Type="http://schemas.openxmlformats.org/officeDocument/2006/relationships/customXml" Target="../ink/ink1295.xml"/><Relationship Id="rId51" Type="http://schemas.openxmlformats.org/officeDocument/2006/relationships/customXml" Target="../ink/ink1164.xml"/><Relationship Id="rId72" Type="http://schemas.openxmlformats.org/officeDocument/2006/relationships/image" Target="../media/image709.png"/><Relationship Id="rId93" Type="http://schemas.openxmlformats.org/officeDocument/2006/relationships/customXml" Target="../ink/ink1185.xml"/><Relationship Id="rId189" Type="http://schemas.openxmlformats.org/officeDocument/2006/relationships/customXml" Target="../ink/ink1233.xml"/><Relationship Id="rId3" Type="http://schemas.openxmlformats.org/officeDocument/2006/relationships/customXml" Target="../ink/ink1140.xml"/><Relationship Id="rId214" Type="http://schemas.openxmlformats.org/officeDocument/2006/relationships/customXml" Target="../ink/ink1246.xml"/><Relationship Id="rId235" Type="http://schemas.openxmlformats.org/officeDocument/2006/relationships/image" Target="../media/image790.png"/><Relationship Id="rId256" Type="http://schemas.openxmlformats.org/officeDocument/2006/relationships/customXml" Target="../ink/ink1267.xml"/><Relationship Id="rId277" Type="http://schemas.openxmlformats.org/officeDocument/2006/relationships/image" Target="../media/image811.png"/><Relationship Id="rId298" Type="http://schemas.openxmlformats.org/officeDocument/2006/relationships/customXml" Target="../ink/ink1288.xml"/><Relationship Id="rId116" Type="http://schemas.openxmlformats.org/officeDocument/2006/relationships/image" Target="../media/image731.png"/><Relationship Id="rId137" Type="http://schemas.openxmlformats.org/officeDocument/2006/relationships/customXml" Target="../ink/ink1207.xml"/><Relationship Id="rId158" Type="http://schemas.openxmlformats.org/officeDocument/2006/relationships/image" Target="../media/image752.png"/><Relationship Id="rId302" Type="http://schemas.openxmlformats.org/officeDocument/2006/relationships/customXml" Target="../ink/ink1290.xml"/><Relationship Id="rId323" Type="http://schemas.openxmlformats.org/officeDocument/2006/relationships/image" Target="../media/image834.png"/><Relationship Id="rId20" Type="http://schemas.openxmlformats.org/officeDocument/2006/relationships/image" Target="../media/image683.png"/><Relationship Id="rId41" Type="http://schemas.openxmlformats.org/officeDocument/2006/relationships/customXml" Target="../ink/ink1159.xml"/><Relationship Id="rId62" Type="http://schemas.openxmlformats.org/officeDocument/2006/relationships/image" Target="../media/image704.png"/><Relationship Id="rId83" Type="http://schemas.openxmlformats.org/officeDocument/2006/relationships/customXml" Target="../ink/ink1180.xml"/><Relationship Id="rId179" Type="http://schemas.openxmlformats.org/officeDocument/2006/relationships/customXml" Target="../ink/ink1228.xml"/><Relationship Id="rId190" Type="http://schemas.openxmlformats.org/officeDocument/2006/relationships/image" Target="../media/image768.png"/><Relationship Id="rId204" Type="http://schemas.openxmlformats.org/officeDocument/2006/relationships/image" Target="../media/image775.png"/><Relationship Id="rId225" Type="http://schemas.openxmlformats.org/officeDocument/2006/relationships/image" Target="../media/image785.png"/><Relationship Id="rId246" Type="http://schemas.openxmlformats.org/officeDocument/2006/relationships/customXml" Target="../ink/ink1262.xml"/><Relationship Id="rId267" Type="http://schemas.openxmlformats.org/officeDocument/2006/relationships/image" Target="../media/image806.png"/><Relationship Id="rId288" Type="http://schemas.openxmlformats.org/officeDocument/2006/relationships/customXml" Target="../ink/ink1283.xml"/><Relationship Id="rId106" Type="http://schemas.openxmlformats.org/officeDocument/2006/relationships/image" Target="../media/image726.png"/><Relationship Id="rId127" Type="http://schemas.openxmlformats.org/officeDocument/2006/relationships/customXml" Target="../ink/ink1202.xml"/><Relationship Id="rId313" Type="http://schemas.openxmlformats.org/officeDocument/2006/relationships/image" Target="../media/image829.png"/><Relationship Id="rId10" Type="http://schemas.openxmlformats.org/officeDocument/2006/relationships/image" Target="../media/image678.png"/><Relationship Id="rId31" Type="http://schemas.openxmlformats.org/officeDocument/2006/relationships/customXml" Target="../ink/ink1154.xml"/><Relationship Id="rId52" Type="http://schemas.openxmlformats.org/officeDocument/2006/relationships/image" Target="../media/image699.png"/><Relationship Id="rId73" Type="http://schemas.openxmlformats.org/officeDocument/2006/relationships/customXml" Target="../ink/ink1175.xml"/><Relationship Id="rId94" Type="http://schemas.openxmlformats.org/officeDocument/2006/relationships/image" Target="../media/image720.png"/><Relationship Id="rId148" Type="http://schemas.openxmlformats.org/officeDocument/2006/relationships/image" Target="../media/image747.png"/><Relationship Id="rId169" Type="http://schemas.openxmlformats.org/officeDocument/2006/relationships/customXml" Target="../ink/ink1223.xml"/><Relationship Id="rId4" Type="http://schemas.openxmlformats.org/officeDocument/2006/relationships/image" Target="../media/image675.png"/><Relationship Id="rId180" Type="http://schemas.openxmlformats.org/officeDocument/2006/relationships/image" Target="../media/image763.png"/><Relationship Id="rId215" Type="http://schemas.openxmlformats.org/officeDocument/2006/relationships/image" Target="../media/image780.png"/><Relationship Id="rId236" Type="http://schemas.openxmlformats.org/officeDocument/2006/relationships/customXml" Target="../ink/ink1257.xml"/><Relationship Id="rId257" Type="http://schemas.openxmlformats.org/officeDocument/2006/relationships/image" Target="../media/image801.png"/><Relationship Id="rId278" Type="http://schemas.openxmlformats.org/officeDocument/2006/relationships/customXml" Target="../ink/ink1278.xml"/><Relationship Id="rId303" Type="http://schemas.openxmlformats.org/officeDocument/2006/relationships/image" Target="../media/image824.png"/><Relationship Id="rId42" Type="http://schemas.openxmlformats.org/officeDocument/2006/relationships/image" Target="../media/image694.png"/><Relationship Id="rId84" Type="http://schemas.openxmlformats.org/officeDocument/2006/relationships/image" Target="../media/image715.png"/><Relationship Id="rId138" Type="http://schemas.openxmlformats.org/officeDocument/2006/relationships/image" Target="../media/image742.png"/><Relationship Id="rId191" Type="http://schemas.openxmlformats.org/officeDocument/2006/relationships/customXml" Target="../ink/ink1234.xml"/><Relationship Id="rId205" Type="http://schemas.openxmlformats.org/officeDocument/2006/relationships/customXml" Target="../ink/ink1241.xml"/><Relationship Id="rId247" Type="http://schemas.openxmlformats.org/officeDocument/2006/relationships/image" Target="../media/image796.png"/><Relationship Id="rId107" Type="http://schemas.openxmlformats.org/officeDocument/2006/relationships/customXml" Target="../ink/ink1192.xml"/><Relationship Id="rId289" Type="http://schemas.openxmlformats.org/officeDocument/2006/relationships/image" Target="../media/image817.png"/><Relationship Id="rId11" Type="http://schemas.openxmlformats.org/officeDocument/2006/relationships/customXml" Target="../ink/ink1144.xml"/><Relationship Id="rId53" Type="http://schemas.openxmlformats.org/officeDocument/2006/relationships/customXml" Target="../ink/ink1165.xml"/><Relationship Id="rId149" Type="http://schemas.openxmlformats.org/officeDocument/2006/relationships/customXml" Target="../ink/ink1213.xml"/><Relationship Id="rId314" Type="http://schemas.openxmlformats.org/officeDocument/2006/relationships/customXml" Target="../ink/ink1296.xml"/><Relationship Id="rId95" Type="http://schemas.openxmlformats.org/officeDocument/2006/relationships/customXml" Target="../ink/ink1186.xml"/><Relationship Id="rId160" Type="http://schemas.openxmlformats.org/officeDocument/2006/relationships/image" Target="../media/image753.png"/><Relationship Id="rId216" Type="http://schemas.openxmlformats.org/officeDocument/2006/relationships/customXml" Target="../ink/ink1247.xml"/><Relationship Id="rId258" Type="http://schemas.openxmlformats.org/officeDocument/2006/relationships/customXml" Target="../ink/ink1268.xml"/><Relationship Id="rId22" Type="http://schemas.openxmlformats.org/officeDocument/2006/relationships/image" Target="../media/image684.png"/><Relationship Id="rId64" Type="http://schemas.openxmlformats.org/officeDocument/2006/relationships/image" Target="../media/image705.png"/><Relationship Id="rId118" Type="http://schemas.openxmlformats.org/officeDocument/2006/relationships/image" Target="../media/image732.png"/><Relationship Id="rId171" Type="http://schemas.openxmlformats.org/officeDocument/2006/relationships/customXml" Target="../ink/ink1224.xml"/><Relationship Id="rId227" Type="http://schemas.openxmlformats.org/officeDocument/2006/relationships/image" Target="../media/image786.png"/><Relationship Id="rId269" Type="http://schemas.openxmlformats.org/officeDocument/2006/relationships/image" Target="../media/image807.png"/><Relationship Id="rId33" Type="http://schemas.openxmlformats.org/officeDocument/2006/relationships/customXml" Target="../ink/ink1155.xml"/><Relationship Id="rId129" Type="http://schemas.openxmlformats.org/officeDocument/2006/relationships/customXml" Target="../ink/ink1203.xml"/><Relationship Id="rId280" Type="http://schemas.openxmlformats.org/officeDocument/2006/relationships/customXml" Target="../ink/ink1279.xml"/><Relationship Id="rId75" Type="http://schemas.openxmlformats.org/officeDocument/2006/relationships/customXml" Target="../ink/ink1176.xml"/><Relationship Id="rId140" Type="http://schemas.openxmlformats.org/officeDocument/2006/relationships/image" Target="../media/image743.png"/><Relationship Id="rId182" Type="http://schemas.openxmlformats.org/officeDocument/2006/relationships/image" Target="../media/image764.png"/><Relationship Id="rId6" Type="http://schemas.openxmlformats.org/officeDocument/2006/relationships/image" Target="../media/image676.png"/><Relationship Id="rId238" Type="http://schemas.openxmlformats.org/officeDocument/2006/relationships/customXml" Target="../ink/ink1258.xml"/><Relationship Id="rId291" Type="http://schemas.openxmlformats.org/officeDocument/2006/relationships/image" Target="../media/image818.png"/><Relationship Id="rId305" Type="http://schemas.openxmlformats.org/officeDocument/2006/relationships/image" Target="../media/image825.png"/><Relationship Id="rId44" Type="http://schemas.openxmlformats.org/officeDocument/2006/relationships/image" Target="../media/image695.png"/><Relationship Id="rId86" Type="http://schemas.openxmlformats.org/officeDocument/2006/relationships/image" Target="../media/image716.png"/><Relationship Id="rId151" Type="http://schemas.openxmlformats.org/officeDocument/2006/relationships/customXml" Target="../ink/ink1214.xml"/><Relationship Id="rId193" Type="http://schemas.openxmlformats.org/officeDocument/2006/relationships/customXml" Target="../ink/ink1235.xml"/><Relationship Id="rId207" Type="http://schemas.openxmlformats.org/officeDocument/2006/relationships/image" Target="../media/image776.png"/><Relationship Id="rId249" Type="http://schemas.openxmlformats.org/officeDocument/2006/relationships/image" Target="../media/image797.png"/><Relationship Id="rId13" Type="http://schemas.openxmlformats.org/officeDocument/2006/relationships/customXml" Target="../ink/ink1145.xml"/><Relationship Id="rId109" Type="http://schemas.openxmlformats.org/officeDocument/2006/relationships/customXml" Target="../ink/ink1193.xml"/><Relationship Id="rId260" Type="http://schemas.openxmlformats.org/officeDocument/2006/relationships/customXml" Target="../ink/ink1269.xml"/><Relationship Id="rId316" Type="http://schemas.openxmlformats.org/officeDocument/2006/relationships/customXml" Target="../ink/ink129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80.png"/><Relationship Id="rId13" Type="http://schemas.openxmlformats.org/officeDocument/2006/relationships/customXml" Target="../ink/ink1304.xml"/><Relationship Id="rId18" Type="http://schemas.openxmlformats.org/officeDocument/2006/relationships/image" Target="../media/image838.png"/><Relationship Id="rId3" Type="http://schemas.openxmlformats.org/officeDocument/2006/relationships/customXml" Target="../ink/ink1301.xml"/><Relationship Id="rId12" Type="http://schemas.openxmlformats.org/officeDocument/2006/relationships/image" Target="../media/image6800.png"/><Relationship Id="rId17" Type="http://schemas.openxmlformats.org/officeDocument/2006/relationships/customXml" Target="../ink/ink1306.xml"/><Relationship Id="rId2" Type="http://schemas.openxmlformats.org/officeDocument/2006/relationships/image" Target="../media/image835.png"/><Relationship Id="rId16" Type="http://schemas.openxmlformats.org/officeDocument/2006/relationships/image" Target="../media/image837.png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1302.xml"/><Relationship Id="rId15" Type="http://schemas.openxmlformats.org/officeDocument/2006/relationships/customXml" Target="../ink/ink1305.xml"/><Relationship Id="rId4" Type="http://schemas.openxmlformats.org/officeDocument/2006/relationships/image" Target="../media/image6760.png"/><Relationship Id="rId9" Type="http://schemas.openxmlformats.org/officeDocument/2006/relationships/customXml" Target="../ink/ink1303.xml"/><Relationship Id="rId14" Type="http://schemas.openxmlformats.org/officeDocument/2006/relationships/image" Target="../media/image836.png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940.png"/><Relationship Id="rId21" Type="http://schemas.openxmlformats.org/officeDocument/2006/relationships/customXml" Target="../ink/ink1316.xml"/><Relationship Id="rId42" Type="http://schemas.openxmlformats.org/officeDocument/2006/relationships/image" Target="../media/image7020.png"/><Relationship Id="rId47" Type="http://schemas.openxmlformats.org/officeDocument/2006/relationships/customXml" Target="../ink/ink1329.xml"/><Relationship Id="rId63" Type="http://schemas.openxmlformats.org/officeDocument/2006/relationships/customXml" Target="../ink/ink1337.xml"/><Relationship Id="rId68" Type="http://schemas.openxmlformats.org/officeDocument/2006/relationships/image" Target="../media/image7150.png"/><Relationship Id="rId84" Type="http://schemas.openxmlformats.org/officeDocument/2006/relationships/image" Target="../media/image7230.png"/><Relationship Id="rId89" Type="http://schemas.openxmlformats.org/officeDocument/2006/relationships/customXml" Target="../ink/ink1350.xml"/><Relationship Id="rId16" Type="http://schemas.openxmlformats.org/officeDocument/2006/relationships/image" Target="../media/image6890.png"/><Relationship Id="rId107" Type="http://schemas.openxmlformats.org/officeDocument/2006/relationships/customXml" Target="../ink/ink1359.xml"/><Relationship Id="rId11" Type="http://schemas.openxmlformats.org/officeDocument/2006/relationships/customXml" Target="../ink/ink1311.xml"/><Relationship Id="rId32" Type="http://schemas.openxmlformats.org/officeDocument/2006/relationships/image" Target="../media/image6970.png"/><Relationship Id="rId37" Type="http://schemas.openxmlformats.org/officeDocument/2006/relationships/customXml" Target="../ink/ink1324.xml"/><Relationship Id="rId53" Type="http://schemas.openxmlformats.org/officeDocument/2006/relationships/customXml" Target="../ink/ink1332.xml"/><Relationship Id="rId58" Type="http://schemas.openxmlformats.org/officeDocument/2006/relationships/image" Target="../media/image7100.png"/><Relationship Id="rId74" Type="http://schemas.openxmlformats.org/officeDocument/2006/relationships/image" Target="../media/image7180.png"/><Relationship Id="rId79" Type="http://schemas.openxmlformats.org/officeDocument/2006/relationships/customXml" Target="../ink/ink1345.xml"/><Relationship Id="rId102" Type="http://schemas.openxmlformats.org/officeDocument/2006/relationships/image" Target="../media/image7320.png"/><Relationship Id="rId5" Type="http://schemas.openxmlformats.org/officeDocument/2006/relationships/customXml" Target="../ink/ink1308.xml"/><Relationship Id="rId90" Type="http://schemas.openxmlformats.org/officeDocument/2006/relationships/image" Target="../media/image7260.png"/><Relationship Id="rId95" Type="http://schemas.openxmlformats.org/officeDocument/2006/relationships/customXml" Target="../ink/ink1353.xml"/><Relationship Id="rId22" Type="http://schemas.openxmlformats.org/officeDocument/2006/relationships/image" Target="../media/image6920.png"/><Relationship Id="rId27" Type="http://schemas.openxmlformats.org/officeDocument/2006/relationships/customXml" Target="../ink/ink1319.xml"/><Relationship Id="rId43" Type="http://schemas.openxmlformats.org/officeDocument/2006/relationships/customXml" Target="../ink/ink1327.xml"/><Relationship Id="rId48" Type="http://schemas.openxmlformats.org/officeDocument/2006/relationships/image" Target="../media/image7050.png"/><Relationship Id="rId64" Type="http://schemas.openxmlformats.org/officeDocument/2006/relationships/image" Target="../media/image7130.png"/><Relationship Id="rId69" Type="http://schemas.openxmlformats.org/officeDocument/2006/relationships/customXml" Target="../ink/ink1340.xml"/><Relationship Id="rId80" Type="http://schemas.openxmlformats.org/officeDocument/2006/relationships/image" Target="../media/image7211.png"/><Relationship Id="rId85" Type="http://schemas.openxmlformats.org/officeDocument/2006/relationships/customXml" Target="../ink/ink1348.xml"/><Relationship Id="rId12" Type="http://schemas.openxmlformats.org/officeDocument/2006/relationships/image" Target="../media/image6870.png"/><Relationship Id="rId17" Type="http://schemas.openxmlformats.org/officeDocument/2006/relationships/customXml" Target="../ink/ink1314.xml"/><Relationship Id="rId33" Type="http://schemas.openxmlformats.org/officeDocument/2006/relationships/customXml" Target="../ink/ink1322.xml"/><Relationship Id="rId38" Type="http://schemas.openxmlformats.org/officeDocument/2006/relationships/image" Target="../media/image7000.png"/><Relationship Id="rId59" Type="http://schemas.openxmlformats.org/officeDocument/2006/relationships/customXml" Target="../ink/ink1335.xml"/><Relationship Id="rId103" Type="http://schemas.openxmlformats.org/officeDocument/2006/relationships/customXml" Target="../ink/ink1357.xml"/><Relationship Id="rId108" Type="http://schemas.openxmlformats.org/officeDocument/2006/relationships/image" Target="../media/image7350.png"/><Relationship Id="rId54" Type="http://schemas.openxmlformats.org/officeDocument/2006/relationships/image" Target="../media/image7080.png"/><Relationship Id="rId70" Type="http://schemas.openxmlformats.org/officeDocument/2006/relationships/image" Target="../media/image7160.png"/><Relationship Id="rId75" Type="http://schemas.openxmlformats.org/officeDocument/2006/relationships/customXml" Target="../ink/ink1343.xml"/><Relationship Id="rId91" Type="http://schemas.openxmlformats.org/officeDocument/2006/relationships/customXml" Target="../ink/ink1351.xml"/><Relationship Id="rId96" Type="http://schemas.openxmlformats.org/officeDocument/2006/relationships/image" Target="../media/image72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40.png"/><Relationship Id="rId15" Type="http://schemas.openxmlformats.org/officeDocument/2006/relationships/customXml" Target="../ink/ink1313.xml"/><Relationship Id="rId23" Type="http://schemas.openxmlformats.org/officeDocument/2006/relationships/customXml" Target="../ink/ink1317.xml"/><Relationship Id="rId28" Type="http://schemas.openxmlformats.org/officeDocument/2006/relationships/image" Target="../media/image6950.png"/><Relationship Id="rId36" Type="http://schemas.openxmlformats.org/officeDocument/2006/relationships/image" Target="../media/image6990.png"/><Relationship Id="rId49" Type="http://schemas.openxmlformats.org/officeDocument/2006/relationships/customXml" Target="../ink/ink1330.xml"/><Relationship Id="rId57" Type="http://schemas.openxmlformats.org/officeDocument/2006/relationships/customXml" Target="../ink/ink1334.xml"/><Relationship Id="rId106" Type="http://schemas.openxmlformats.org/officeDocument/2006/relationships/image" Target="../media/image7340.png"/><Relationship Id="rId10" Type="http://schemas.openxmlformats.org/officeDocument/2006/relationships/image" Target="../media/image6860.png"/><Relationship Id="rId31" Type="http://schemas.openxmlformats.org/officeDocument/2006/relationships/customXml" Target="../ink/ink1321.xml"/><Relationship Id="rId44" Type="http://schemas.openxmlformats.org/officeDocument/2006/relationships/image" Target="../media/image7030.png"/><Relationship Id="rId52" Type="http://schemas.openxmlformats.org/officeDocument/2006/relationships/image" Target="../media/image7070.png"/><Relationship Id="rId60" Type="http://schemas.openxmlformats.org/officeDocument/2006/relationships/image" Target="../media/image7111.png"/><Relationship Id="rId65" Type="http://schemas.openxmlformats.org/officeDocument/2006/relationships/customXml" Target="../ink/ink1338.xml"/><Relationship Id="rId73" Type="http://schemas.openxmlformats.org/officeDocument/2006/relationships/customXml" Target="../ink/ink1342.xml"/><Relationship Id="rId78" Type="http://schemas.openxmlformats.org/officeDocument/2006/relationships/image" Target="../media/image7200.png"/><Relationship Id="rId81" Type="http://schemas.openxmlformats.org/officeDocument/2006/relationships/customXml" Target="../ink/ink1346.xml"/><Relationship Id="rId86" Type="http://schemas.openxmlformats.org/officeDocument/2006/relationships/image" Target="../media/image7240.png"/><Relationship Id="rId94" Type="http://schemas.openxmlformats.org/officeDocument/2006/relationships/image" Target="../media/image7280.png"/><Relationship Id="rId99" Type="http://schemas.openxmlformats.org/officeDocument/2006/relationships/customXml" Target="../ink/ink1355.xml"/><Relationship Id="rId101" Type="http://schemas.openxmlformats.org/officeDocument/2006/relationships/customXml" Target="../ink/ink1356.xml"/><Relationship Id="rId4" Type="http://schemas.openxmlformats.org/officeDocument/2006/relationships/image" Target="../media/image6830.png"/><Relationship Id="rId9" Type="http://schemas.openxmlformats.org/officeDocument/2006/relationships/customXml" Target="../ink/ink1310.xml"/><Relationship Id="rId13" Type="http://schemas.openxmlformats.org/officeDocument/2006/relationships/customXml" Target="../ink/ink1312.xml"/><Relationship Id="rId18" Type="http://schemas.openxmlformats.org/officeDocument/2006/relationships/image" Target="../media/image6900.png"/><Relationship Id="rId39" Type="http://schemas.openxmlformats.org/officeDocument/2006/relationships/customXml" Target="../ink/ink1325.xml"/><Relationship Id="rId109" Type="http://schemas.openxmlformats.org/officeDocument/2006/relationships/customXml" Target="../ink/ink1360.xml"/><Relationship Id="rId34" Type="http://schemas.openxmlformats.org/officeDocument/2006/relationships/image" Target="../media/image6980.png"/><Relationship Id="rId50" Type="http://schemas.openxmlformats.org/officeDocument/2006/relationships/image" Target="../media/image7060.png"/><Relationship Id="rId55" Type="http://schemas.openxmlformats.org/officeDocument/2006/relationships/customXml" Target="../ink/ink1333.xml"/><Relationship Id="rId76" Type="http://schemas.openxmlformats.org/officeDocument/2006/relationships/image" Target="../media/image7190.png"/><Relationship Id="rId97" Type="http://schemas.openxmlformats.org/officeDocument/2006/relationships/customXml" Target="../ink/ink1354.xml"/><Relationship Id="rId104" Type="http://schemas.openxmlformats.org/officeDocument/2006/relationships/image" Target="../media/image7330.png"/><Relationship Id="rId7" Type="http://schemas.openxmlformats.org/officeDocument/2006/relationships/customXml" Target="../ink/ink1309.xml"/><Relationship Id="rId71" Type="http://schemas.openxmlformats.org/officeDocument/2006/relationships/customXml" Target="../ink/ink1341.xml"/><Relationship Id="rId92" Type="http://schemas.openxmlformats.org/officeDocument/2006/relationships/image" Target="../media/image7270.png"/><Relationship Id="rId2" Type="http://schemas.openxmlformats.org/officeDocument/2006/relationships/image" Target="../media/image839.png"/><Relationship Id="rId29" Type="http://schemas.openxmlformats.org/officeDocument/2006/relationships/customXml" Target="../ink/ink1320.xml"/><Relationship Id="rId24" Type="http://schemas.openxmlformats.org/officeDocument/2006/relationships/image" Target="../media/image6930.png"/><Relationship Id="rId40" Type="http://schemas.openxmlformats.org/officeDocument/2006/relationships/image" Target="../media/image7011.png"/><Relationship Id="rId45" Type="http://schemas.openxmlformats.org/officeDocument/2006/relationships/customXml" Target="../ink/ink1328.xml"/><Relationship Id="rId66" Type="http://schemas.openxmlformats.org/officeDocument/2006/relationships/image" Target="../media/image7140.png"/><Relationship Id="rId87" Type="http://schemas.openxmlformats.org/officeDocument/2006/relationships/customXml" Target="../ink/ink1349.xml"/><Relationship Id="rId110" Type="http://schemas.openxmlformats.org/officeDocument/2006/relationships/image" Target="../media/image7360.png"/><Relationship Id="rId61" Type="http://schemas.openxmlformats.org/officeDocument/2006/relationships/customXml" Target="../ink/ink1336.xml"/><Relationship Id="rId82" Type="http://schemas.openxmlformats.org/officeDocument/2006/relationships/image" Target="../media/image7220.png"/><Relationship Id="rId19" Type="http://schemas.openxmlformats.org/officeDocument/2006/relationships/customXml" Target="../ink/ink1315.xml"/><Relationship Id="rId14" Type="http://schemas.openxmlformats.org/officeDocument/2006/relationships/image" Target="../media/image6880.png"/><Relationship Id="rId30" Type="http://schemas.openxmlformats.org/officeDocument/2006/relationships/image" Target="../media/image6960.png"/><Relationship Id="rId35" Type="http://schemas.openxmlformats.org/officeDocument/2006/relationships/customXml" Target="../ink/ink1323.xml"/><Relationship Id="rId56" Type="http://schemas.openxmlformats.org/officeDocument/2006/relationships/image" Target="../media/image7090.png"/><Relationship Id="rId77" Type="http://schemas.openxmlformats.org/officeDocument/2006/relationships/customXml" Target="../ink/ink1344.xml"/><Relationship Id="rId100" Type="http://schemas.openxmlformats.org/officeDocument/2006/relationships/image" Target="../media/image7311.png"/><Relationship Id="rId105" Type="http://schemas.openxmlformats.org/officeDocument/2006/relationships/customXml" Target="../ink/ink1358.xml"/><Relationship Id="rId8" Type="http://schemas.openxmlformats.org/officeDocument/2006/relationships/image" Target="../media/image6850.png"/><Relationship Id="rId51" Type="http://schemas.openxmlformats.org/officeDocument/2006/relationships/customXml" Target="../ink/ink1331.xml"/><Relationship Id="rId72" Type="http://schemas.openxmlformats.org/officeDocument/2006/relationships/image" Target="../media/image7170.png"/><Relationship Id="rId93" Type="http://schemas.openxmlformats.org/officeDocument/2006/relationships/customXml" Target="../ink/ink1352.xml"/><Relationship Id="rId98" Type="http://schemas.openxmlformats.org/officeDocument/2006/relationships/image" Target="../media/image7300.png"/><Relationship Id="rId3" Type="http://schemas.openxmlformats.org/officeDocument/2006/relationships/customXml" Target="../ink/ink1307.xml"/><Relationship Id="rId25" Type="http://schemas.openxmlformats.org/officeDocument/2006/relationships/customXml" Target="../ink/ink1318.xml"/><Relationship Id="rId46" Type="http://schemas.openxmlformats.org/officeDocument/2006/relationships/image" Target="../media/image7040.png"/><Relationship Id="rId67" Type="http://schemas.openxmlformats.org/officeDocument/2006/relationships/customXml" Target="../ink/ink1339.xml"/><Relationship Id="rId20" Type="http://schemas.openxmlformats.org/officeDocument/2006/relationships/image" Target="../media/image6911.png"/><Relationship Id="rId41" Type="http://schemas.openxmlformats.org/officeDocument/2006/relationships/customXml" Target="../ink/ink1326.xml"/><Relationship Id="rId62" Type="http://schemas.openxmlformats.org/officeDocument/2006/relationships/image" Target="../media/image7120.png"/><Relationship Id="rId83" Type="http://schemas.openxmlformats.org/officeDocument/2006/relationships/customXml" Target="../ink/ink1347.xml"/><Relationship Id="rId88" Type="http://schemas.openxmlformats.org/officeDocument/2006/relationships/image" Target="../media/image7250.png"/></Relationships>
</file>

<file path=ppt/slides/_rels/slide1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72.xml"/><Relationship Id="rId21" Type="http://schemas.openxmlformats.org/officeDocument/2006/relationships/image" Target="../media/image850.png"/><Relationship Id="rId34" Type="http://schemas.openxmlformats.org/officeDocument/2006/relationships/customXml" Target="../ink/ink1376.xml"/><Relationship Id="rId42" Type="http://schemas.openxmlformats.org/officeDocument/2006/relationships/customXml" Target="../ink/ink1380.xml"/><Relationship Id="rId47" Type="http://schemas.openxmlformats.org/officeDocument/2006/relationships/image" Target="../media/image863.png"/><Relationship Id="rId50" Type="http://schemas.openxmlformats.org/officeDocument/2006/relationships/customXml" Target="../ink/ink1384.xml"/><Relationship Id="rId55" Type="http://schemas.openxmlformats.org/officeDocument/2006/relationships/image" Target="../media/image867.png"/><Relationship Id="rId63" Type="http://schemas.openxmlformats.org/officeDocument/2006/relationships/image" Target="../media/image871.png"/><Relationship Id="rId7" Type="http://schemas.openxmlformats.org/officeDocument/2006/relationships/image" Target="../media/image843.png"/><Relationship Id="rId2" Type="http://schemas.openxmlformats.org/officeDocument/2006/relationships/image" Target="../media/image840.png"/><Relationship Id="rId16" Type="http://schemas.openxmlformats.org/officeDocument/2006/relationships/customXml" Target="../ink/ink1367.xml"/><Relationship Id="rId29" Type="http://schemas.openxmlformats.org/officeDocument/2006/relationships/image" Target="../media/image854.png"/><Relationship Id="rId11" Type="http://schemas.openxmlformats.org/officeDocument/2006/relationships/image" Target="../media/image845.png"/><Relationship Id="rId24" Type="http://schemas.openxmlformats.org/officeDocument/2006/relationships/customXml" Target="../ink/ink1371.xml"/><Relationship Id="rId32" Type="http://schemas.openxmlformats.org/officeDocument/2006/relationships/customXml" Target="../ink/ink1375.xml"/><Relationship Id="rId37" Type="http://schemas.openxmlformats.org/officeDocument/2006/relationships/image" Target="../media/image858.png"/><Relationship Id="rId40" Type="http://schemas.openxmlformats.org/officeDocument/2006/relationships/customXml" Target="../ink/ink1379.xml"/><Relationship Id="rId45" Type="http://schemas.openxmlformats.org/officeDocument/2006/relationships/image" Target="../media/image862.png"/><Relationship Id="rId53" Type="http://schemas.openxmlformats.org/officeDocument/2006/relationships/image" Target="../media/image866.png"/><Relationship Id="rId58" Type="http://schemas.openxmlformats.org/officeDocument/2006/relationships/customXml" Target="../ink/ink1388.xml"/><Relationship Id="rId5" Type="http://schemas.openxmlformats.org/officeDocument/2006/relationships/image" Target="../media/image842.png"/><Relationship Id="rId61" Type="http://schemas.openxmlformats.org/officeDocument/2006/relationships/image" Target="../media/image870.png"/><Relationship Id="rId19" Type="http://schemas.openxmlformats.org/officeDocument/2006/relationships/image" Target="../media/image849.png"/><Relationship Id="rId14" Type="http://schemas.openxmlformats.org/officeDocument/2006/relationships/customXml" Target="../ink/ink1366.xml"/><Relationship Id="rId22" Type="http://schemas.openxmlformats.org/officeDocument/2006/relationships/customXml" Target="../ink/ink1370.xml"/><Relationship Id="rId27" Type="http://schemas.openxmlformats.org/officeDocument/2006/relationships/image" Target="../media/image853.png"/><Relationship Id="rId30" Type="http://schemas.openxmlformats.org/officeDocument/2006/relationships/customXml" Target="../ink/ink1374.xml"/><Relationship Id="rId35" Type="http://schemas.openxmlformats.org/officeDocument/2006/relationships/image" Target="../media/image857.png"/><Relationship Id="rId43" Type="http://schemas.openxmlformats.org/officeDocument/2006/relationships/image" Target="../media/image861.png"/><Relationship Id="rId48" Type="http://schemas.openxmlformats.org/officeDocument/2006/relationships/customXml" Target="../ink/ink1383.xml"/><Relationship Id="rId56" Type="http://schemas.openxmlformats.org/officeDocument/2006/relationships/customXml" Target="../ink/ink1387.xml"/><Relationship Id="rId64" Type="http://schemas.openxmlformats.org/officeDocument/2006/relationships/customXml" Target="../ink/ink1391.xml"/><Relationship Id="rId8" Type="http://schemas.openxmlformats.org/officeDocument/2006/relationships/customXml" Target="../ink/ink1363.xml"/><Relationship Id="rId51" Type="http://schemas.openxmlformats.org/officeDocument/2006/relationships/image" Target="../media/image865.png"/><Relationship Id="rId3" Type="http://schemas.openxmlformats.org/officeDocument/2006/relationships/image" Target="../media/image841.png"/><Relationship Id="rId12" Type="http://schemas.openxmlformats.org/officeDocument/2006/relationships/customXml" Target="../ink/ink1365.xml"/><Relationship Id="rId17" Type="http://schemas.openxmlformats.org/officeDocument/2006/relationships/image" Target="../media/image848.png"/><Relationship Id="rId25" Type="http://schemas.openxmlformats.org/officeDocument/2006/relationships/image" Target="../media/image852.png"/><Relationship Id="rId33" Type="http://schemas.openxmlformats.org/officeDocument/2006/relationships/image" Target="../media/image856.png"/><Relationship Id="rId38" Type="http://schemas.openxmlformats.org/officeDocument/2006/relationships/customXml" Target="../ink/ink1378.xml"/><Relationship Id="rId46" Type="http://schemas.openxmlformats.org/officeDocument/2006/relationships/customXml" Target="../ink/ink1382.xml"/><Relationship Id="rId59" Type="http://schemas.openxmlformats.org/officeDocument/2006/relationships/image" Target="../media/image869.png"/><Relationship Id="rId20" Type="http://schemas.openxmlformats.org/officeDocument/2006/relationships/customXml" Target="../ink/ink1369.xml"/><Relationship Id="rId41" Type="http://schemas.openxmlformats.org/officeDocument/2006/relationships/image" Target="../media/image860.png"/><Relationship Id="rId54" Type="http://schemas.openxmlformats.org/officeDocument/2006/relationships/customXml" Target="../ink/ink1386.xml"/><Relationship Id="rId62" Type="http://schemas.openxmlformats.org/officeDocument/2006/relationships/customXml" Target="../ink/ink139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62.xml"/><Relationship Id="rId15" Type="http://schemas.openxmlformats.org/officeDocument/2006/relationships/image" Target="../media/image847.png"/><Relationship Id="rId23" Type="http://schemas.openxmlformats.org/officeDocument/2006/relationships/image" Target="../media/image851.png"/><Relationship Id="rId28" Type="http://schemas.openxmlformats.org/officeDocument/2006/relationships/customXml" Target="../ink/ink1373.xml"/><Relationship Id="rId36" Type="http://schemas.openxmlformats.org/officeDocument/2006/relationships/customXml" Target="../ink/ink1377.xml"/><Relationship Id="rId49" Type="http://schemas.openxmlformats.org/officeDocument/2006/relationships/image" Target="../media/image864.png"/><Relationship Id="rId57" Type="http://schemas.openxmlformats.org/officeDocument/2006/relationships/image" Target="../media/image868.png"/><Relationship Id="rId10" Type="http://schemas.openxmlformats.org/officeDocument/2006/relationships/customXml" Target="../ink/ink1364.xml"/><Relationship Id="rId31" Type="http://schemas.openxmlformats.org/officeDocument/2006/relationships/image" Target="../media/image855.png"/><Relationship Id="rId44" Type="http://schemas.openxmlformats.org/officeDocument/2006/relationships/customXml" Target="../ink/ink1381.xml"/><Relationship Id="rId52" Type="http://schemas.openxmlformats.org/officeDocument/2006/relationships/customXml" Target="../ink/ink1385.xml"/><Relationship Id="rId60" Type="http://schemas.openxmlformats.org/officeDocument/2006/relationships/customXml" Target="../ink/ink1389.xml"/><Relationship Id="rId65" Type="http://schemas.openxmlformats.org/officeDocument/2006/relationships/image" Target="../media/image872.png"/><Relationship Id="rId4" Type="http://schemas.openxmlformats.org/officeDocument/2006/relationships/customXml" Target="../ink/ink1361.xml"/><Relationship Id="rId9" Type="http://schemas.openxmlformats.org/officeDocument/2006/relationships/image" Target="../media/image844.png"/><Relationship Id="rId13" Type="http://schemas.openxmlformats.org/officeDocument/2006/relationships/image" Target="../media/image846.png"/><Relationship Id="rId18" Type="http://schemas.openxmlformats.org/officeDocument/2006/relationships/customXml" Target="../ink/ink1368.xml"/><Relationship Id="rId39" Type="http://schemas.openxmlformats.org/officeDocument/2006/relationships/image" Target="../media/image85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4.png"/><Relationship Id="rId7" Type="http://schemas.openxmlformats.org/officeDocument/2006/relationships/image" Target="../media/image10210.png"/><Relationship Id="rId2" Type="http://schemas.openxmlformats.org/officeDocument/2006/relationships/image" Target="../media/image873.png"/><Relationship Id="rId1" Type="http://schemas.openxmlformats.org/officeDocument/2006/relationships/slideLayout" Target="../slideLayouts/slideLayout2.xml"/><Relationship Id="rId4" Type="http://schemas.openxmlformats.org/officeDocument/2006/relationships/customXml" Target="../ink/ink1392.xml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32.png"/><Relationship Id="rId21" Type="http://schemas.openxmlformats.org/officeDocument/2006/relationships/image" Target="../media/image884.png"/><Relationship Id="rId42" Type="http://schemas.openxmlformats.org/officeDocument/2006/relationships/customXml" Target="../ink/ink1413.xml"/><Relationship Id="rId63" Type="http://schemas.openxmlformats.org/officeDocument/2006/relationships/image" Target="../media/image905.png"/><Relationship Id="rId84" Type="http://schemas.openxmlformats.org/officeDocument/2006/relationships/customXml" Target="../ink/ink1434.xml"/><Relationship Id="rId138" Type="http://schemas.openxmlformats.org/officeDocument/2006/relationships/customXml" Target="../ink/ink1461.xml"/><Relationship Id="rId159" Type="http://schemas.openxmlformats.org/officeDocument/2006/relationships/image" Target="../media/image953.png"/><Relationship Id="rId107" Type="http://schemas.openxmlformats.org/officeDocument/2006/relationships/image" Target="../media/image927.png"/><Relationship Id="rId11" Type="http://schemas.openxmlformats.org/officeDocument/2006/relationships/image" Target="../media/image879.png"/><Relationship Id="rId32" Type="http://schemas.openxmlformats.org/officeDocument/2006/relationships/customXml" Target="../ink/ink1408.xml"/><Relationship Id="rId53" Type="http://schemas.openxmlformats.org/officeDocument/2006/relationships/image" Target="../media/image900.png"/><Relationship Id="rId74" Type="http://schemas.openxmlformats.org/officeDocument/2006/relationships/customXml" Target="../ink/ink1429.xml"/><Relationship Id="rId128" Type="http://schemas.openxmlformats.org/officeDocument/2006/relationships/customXml" Target="../ink/ink1456.xml"/><Relationship Id="rId149" Type="http://schemas.openxmlformats.org/officeDocument/2006/relationships/image" Target="../media/image948.png"/><Relationship Id="rId5" Type="http://schemas.openxmlformats.org/officeDocument/2006/relationships/image" Target="../media/image876.png"/><Relationship Id="rId95" Type="http://schemas.openxmlformats.org/officeDocument/2006/relationships/image" Target="../media/image921.png"/><Relationship Id="rId160" Type="http://schemas.openxmlformats.org/officeDocument/2006/relationships/customXml" Target="../ink/ink1472.xml"/><Relationship Id="rId22" Type="http://schemas.openxmlformats.org/officeDocument/2006/relationships/customXml" Target="../ink/ink1403.xml"/><Relationship Id="rId43" Type="http://schemas.openxmlformats.org/officeDocument/2006/relationships/image" Target="../media/image895.png"/><Relationship Id="rId64" Type="http://schemas.openxmlformats.org/officeDocument/2006/relationships/customXml" Target="../ink/ink1424.xml"/><Relationship Id="rId118" Type="http://schemas.openxmlformats.org/officeDocument/2006/relationships/customXml" Target="../ink/ink1451.xml"/><Relationship Id="rId139" Type="http://schemas.openxmlformats.org/officeDocument/2006/relationships/image" Target="../media/image943.png"/><Relationship Id="rId85" Type="http://schemas.openxmlformats.org/officeDocument/2006/relationships/image" Target="../media/image916.png"/><Relationship Id="rId150" Type="http://schemas.openxmlformats.org/officeDocument/2006/relationships/customXml" Target="../ink/ink1467.xml"/><Relationship Id="rId12" Type="http://schemas.openxmlformats.org/officeDocument/2006/relationships/customXml" Target="../ink/ink1398.xml"/><Relationship Id="rId17" Type="http://schemas.openxmlformats.org/officeDocument/2006/relationships/image" Target="../media/image882.png"/><Relationship Id="rId33" Type="http://schemas.openxmlformats.org/officeDocument/2006/relationships/image" Target="../media/image890.png"/><Relationship Id="rId38" Type="http://schemas.openxmlformats.org/officeDocument/2006/relationships/customXml" Target="../ink/ink1411.xml"/><Relationship Id="rId59" Type="http://schemas.openxmlformats.org/officeDocument/2006/relationships/image" Target="../media/image903.png"/><Relationship Id="rId103" Type="http://schemas.openxmlformats.org/officeDocument/2006/relationships/image" Target="../media/image925.png"/><Relationship Id="rId108" Type="http://schemas.openxmlformats.org/officeDocument/2006/relationships/customXml" Target="../ink/ink1446.xml"/><Relationship Id="rId124" Type="http://schemas.openxmlformats.org/officeDocument/2006/relationships/customXml" Target="../ink/ink1454.xml"/><Relationship Id="rId129" Type="http://schemas.openxmlformats.org/officeDocument/2006/relationships/image" Target="../media/image938.png"/><Relationship Id="rId54" Type="http://schemas.openxmlformats.org/officeDocument/2006/relationships/customXml" Target="../ink/ink1419.xml"/><Relationship Id="rId70" Type="http://schemas.openxmlformats.org/officeDocument/2006/relationships/customXml" Target="../ink/ink1427.xml"/><Relationship Id="rId75" Type="http://schemas.openxmlformats.org/officeDocument/2006/relationships/image" Target="../media/image911.png"/><Relationship Id="rId91" Type="http://schemas.openxmlformats.org/officeDocument/2006/relationships/image" Target="../media/image919.png"/><Relationship Id="rId96" Type="http://schemas.openxmlformats.org/officeDocument/2006/relationships/customXml" Target="../ink/ink1440.xml"/><Relationship Id="rId140" Type="http://schemas.openxmlformats.org/officeDocument/2006/relationships/customXml" Target="../ink/ink1462.xml"/><Relationship Id="rId145" Type="http://schemas.openxmlformats.org/officeDocument/2006/relationships/image" Target="../media/image946.png"/><Relationship Id="rId161" Type="http://schemas.openxmlformats.org/officeDocument/2006/relationships/image" Target="../media/image95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95.xml"/><Relationship Id="rId23" Type="http://schemas.openxmlformats.org/officeDocument/2006/relationships/image" Target="../media/image885.png"/><Relationship Id="rId28" Type="http://schemas.openxmlformats.org/officeDocument/2006/relationships/customXml" Target="../ink/ink1406.xml"/><Relationship Id="rId49" Type="http://schemas.openxmlformats.org/officeDocument/2006/relationships/image" Target="../media/image898.png"/><Relationship Id="rId114" Type="http://schemas.openxmlformats.org/officeDocument/2006/relationships/customXml" Target="../ink/ink1449.xml"/><Relationship Id="rId119" Type="http://schemas.openxmlformats.org/officeDocument/2006/relationships/image" Target="../media/image933.png"/><Relationship Id="rId44" Type="http://schemas.openxmlformats.org/officeDocument/2006/relationships/customXml" Target="../ink/ink1414.xml"/><Relationship Id="rId60" Type="http://schemas.openxmlformats.org/officeDocument/2006/relationships/customXml" Target="../ink/ink1422.xml"/><Relationship Id="rId65" Type="http://schemas.openxmlformats.org/officeDocument/2006/relationships/image" Target="../media/image906.png"/><Relationship Id="rId81" Type="http://schemas.openxmlformats.org/officeDocument/2006/relationships/image" Target="../media/image914.png"/><Relationship Id="rId86" Type="http://schemas.openxmlformats.org/officeDocument/2006/relationships/customXml" Target="../ink/ink1435.xml"/><Relationship Id="rId130" Type="http://schemas.openxmlformats.org/officeDocument/2006/relationships/customXml" Target="../ink/ink1457.xml"/><Relationship Id="rId135" Type="http://schemas.openxmlformats.org/officeDocument/2006/relationships/image" Target="../media/image941.png"/><Relationship Id="rId151" Type="http://schemas.openxmlformats.org/officeDocument/2006/relationships/image" Target="../media/image949.png"/><Relationship Id="rId156" Type="http://schemas.openxmlformats.org/officeDocument/2006/relationships/customXml" Target="../ink/ink1470.xml"/><Relationship Id="rId13" Type="http://schemas.openxmlformats.org/officeDocument/2006/relationships/image" Target="../media/image880.png"/><Relationship Id="rId18" Type="http://schemas.openxmlformats.org/officeDocument/2006/relationships/customXml" Target="../ink/ink1401.xml"/><Relationship Id="rId39" Type="http://schemas.openxmlformats.org/officeDocument/2006/relationships/image" Target="../media/image893.png"/><Relationship Id="rId109" Type="http://schemas.openxmlformats.org/officeDocument/2006/relationships/image" Target="../media/image928.png"/><Relationship Id="rId34" Type="http://schemas.openxmlformats.org/officeDocument/2006/relationships/customXml" Target="../ink/ink1409.xml"/><Relationship Id="rId50" Type="http://schemas.openxmlformats.org/officeDocument/2006/relationships/customXml" Target="../ink/ink1417.xml"/><Relationship Id="rId55" Type="http://schemas.openxmlformats.org/officeDocument/2006/relationships/image" Target="../media/image901.png"/><Relationship Id="rId76" Type="http://schemas.openxmlformats.org/officeDocument/2006/relationships/customXml" Target="../ink/ink1430.xml"/><Relationship Id="rId97" Type="http://schemas.openxmlformats.org/officeDocument/2006/relationships/image" Target="../media/image922.png"/><Relationship Id="rId104" Type="http://schemas.openxmlformats.org/officeDocument/2006/relationships/customXml" Target="../ink/ink1444.xml"/><Relationship Id="rId120" Type="http://schemas.openxmlformats.org/officeDocument/2006/relationships/customXml" Target="../ink/ink1452.xml"/><Relationship Id="rId125" Type="http://schemas.openxmlformats.org/officeDocument/2006/relationships/image" Target="../media/image936.png"/><Relationship Id="rId141" Type="http://schemas.openxmlformats.org/officeDocument/2006/relationships/image" Target="../media/image944.png"/><Relationship Id="rId146" Type="http://schemas.openxmlformats.org/officeDocument/2006/relationships/customXml" Target="../ink/ink1465.xml"/><Relationship Id="rId7" Type="http://schemas.openxmlformats.org/officeDocument/2006/relationships/image" Target="../media/image877.png"/><Relationship Id="rId71" Type="http://schemas.openxmlformats.org/officeDocument/2006/relationships/image" Target="../media/image909.png"/><Relationship Id="rId92" Type="http://schemas.openxmlformats.org/officeDocument/2006/relationships/customXml" Target="../ink/ink1438.xml"/><Relationship Id="rId2" Type="http://schemas.openxmlformats.org/officeDocument/2006/relationships/customXml" Target="../ink/ink1393.xml"/><Relationship Id="rId29" Type="http://schemas.openxmlformats.org/officeDocument/2006/relationships/image" Target="../media/image888.png"/><Relationship Id="rId24" Type="http://schemas.openxmlformats.org/officeDocument/2006/relationships/customXml" Target="../ink/ink1404.xml"/><Relationship Id="rId40" Type="http://schemas.openxmlformats.org/officeDocument/2006/relationships/customXml" Target="../ink/ink1412.xml"/><Relationship Id="rId45" Type="http://schemas.openxmlformats.org/officeDocument/2006/relationships/image" Target="../media/image896.png"/><Relationship Id="rId66" Type="http://schemas.openxmlformats.org/officeDocument/2006/relationships/customXml" Target="../ink/ink1425.xml"/><Relationship Id="rId87" Type="http://schemas.openxmlformats.org/officeDocument/2006/relationships/image" Target="../media/image917.png"/><Relationship Id="rId110" Type="http://schemas.openxmlformats.org/officeDocument/2006/relationships/customXml" Target="../ink/ink1447.xml"/><Relationship Id="rId115" Type="http://schemas.openxmlformats.org/officeDocument/2006/relationships/image" Target="../media/image931.png"/><Relationship Id="rId131" Type="http://schemas.openxmlformats.org/officeDocument/2006/relationships/image" Target="../media/image939.png"/><Relationship Id="rId136" Type="http://schemas.openxmlformats.org/officeDocument/2006/relationships/customXml" Target="../ink/ink1460.xml"/><Relationship Id="rId157" Type="http://schemas.openxmlformats.org/officeDocument/2006/relationships/image" Target="../media/image952.png"/><Relationship Id="rId61" Type="http://schemas.openxmlformats.org/officeDocument/2006/relationships/image" Target="../media/image904.png"/><Relationship Id="rId82" Type="http://schemas.openxmlformats.org/officeDocument/2006/relationships/customXml" Target="../ink/ink1433.xml"/><Relationship Id="rId152" Type="http://schemas.openxmlformats.org/officeDocument/2006/relationships/customXml" Target="../ink/ink1468.xml"/><Relationship Id="rId19" Type="http://schemas.openxmlformats.org/officeDocument/2006/relationships/image" Target="../media/image883.png"/><Relationship Id="rId14" Type="http://schemas.openxmlformats.org/officeDocument/2006/relationships/customXml" Target="../ink/ink1399.xml"/><Relationship Id="rId30" Type="http://schemas.openxmlformats.org/officeDocument/2006/relationships/customXml" Target="../ink/ink1407.xml"/><Relationship Id="rId35" Type="http://schemas.openxmlformats.org/officeDocument/2006/relationships/image" Target="../media/image891.png"/><Relationship Id="rId56" Type="http://schemas.openxmlformats.org/officeDocument/2006/relationships/customXml" Target="../ink/ink1420.xml"/><Relationship Id="rId77" Type="http://schemas.openxmlformats.org/officeDocument/2006/relationships/image" Target="../media/image912.png"/><Relationship Id="rId100" Type="http://schemas.openxmlformats.org/officeDocument/2006/relationships/customXml" Target="../ink/ink1442.xml"/><Relationship Id="rId105" Type="http://schemas.openxmlformats.org/officeDocument/2006/relationships/image" Target="../media/image926.png"/><Relationship Id="rId126" Type="http://schemas.openxmlformats.org/officeDocument/2006/relationships/customXml" Target="../ink/ink1455.xml"/><Relationship Id="rId147" Type="http://schemas.openxmlformats.org/officeDocument/2006/relationships/image" Target="../media/image947.png"/><Relationship Id="rId8" Type="http://schemas.openxmlformats.org/officeDocument/2006/relationships/customXml" Target="../ink/ink1396.xml"/><Relationship Id="rId51" Type="http://schemas.openxmlformats.org/officeDocument/2006/relationships/image" Target="../media/image899.png"/><Relationship Id="rId72" Type="http://schemas.openxmlformats.org/officeDocument/2006/relationships/customXml" Target="../ink/ink1428.xml"/><Relationship Id="rId93" Type="http://schemas.openxmlformats.org/officeDocument/2006/relationships/image" Target="../media/image920.png"/><Relationship Id="rId98" Type="http://schemas.openxmlformats.org/officeDocument/2006/relationships/customXml" Target="../ink/ink1441.xml"/><Relationship Id="rId121" Type="http://schemas.openxmlformats.org/officeDocument/2006/relationships/image" Target="../media/image934.png"/><Relationship Id="rId142" Type="http://schemas.openxmlformats.org/officeDocument/2006/relationships/customXml" Target="../ink/ink1463.xml"/><Relationship Id="rId3" Type="http://schemas.openxmlformats.org/officeDocument/2006/relationships/image" Target="../media/image875.png"/><Relationship Id="rId25" Type="http://schemas.openxmlformats.org/officeDocument/2006/relationships/image" Target="../media/image886.png"/><Relationship Id="rId46" Type="http://schemas.openxmlformats.org/officeDocument/2006/relationships/customXml" Target="../ink/ink1415.xml"/><Relationship Id="rId67" Type="http://schemas.openxmlformats.org/officeDocument/2006/relationships/image" Target="../media/image907.png"/><Relationship Id="rId116" Type="http://schemas.openxmlformats.org/officeDocument/2006/relationships/customXml" Target="../ink/ink1450.xml"/><Relationship Id="rId137" Type="http://schemas.openxmlformats.org/officeDocument/2006/relationships/image" Target="../media/image942.png"/><Relationship Id="rId158" Type="http://schemas.openxmlformats.org/officeDocument/2006/relationships/customXml" Target="../ink/ink1471.xml"/><Relationship Id="rId20" Type="http://schemas.openxmlformats.org/officeDocument/2006/relationships/customXml" Target="../ink/ink1402.xml"/><Relationship Id="rId41" Type="http://schemas.openxmlformats.org/officeDocument/2006/relationships/image" Target="../media/image894.png"/><Relationship Id="rId62" Type="http://schemas.openxmlformats.org/officeDocument/2006/relationships/customXml" Target="../ink/ink1423.xml"/><Relationship Id="rId83" Type="http://schemas.openxmlformats.org/officeDocument/2006/relationships/image" Target="../media/image915.png"/><Relationship Id="rId88" Type="http://schemas.openxmlformats.org/officeDocument/2006/relationships/customXml" Target="../ink/ink1436.xml"/><Relationship Id="rId111" Type="http://schemas.openxmlformats.org/officeDocument/2006/relationships/image" Target="../media/image929.png"/><Relationship Id="rId132" Type="http://schemas.openxmlformats.org/officeDocument/2006/relationships/customXml" Target="../ink/ink1458.xml"/><Relationship Id="rId153" Type="http://schemas.openxmlformats.org/officeDocument/2006/relationships/image" Target="../media/image950.png"/><Relationship Id="rId15" Type="http://schemas.openxmlformats.org/officeDocument/2006/relationships/image" Target="../media/image881.png"/><Relationship Id="rId36" Type="http://schemas.openxmlformats.org/officeDocument/2006/relationships/customXml" Target="../ink/ink1410.xml"/><Relationship Id="rId57" Type="http://schemas.openxmlformats.org/officeDocument/2006/relationships/image" Target="../media/image902.png"/><Relationship Id="rId106" Type="http://schemas.openxmlformats.org/officeDocument/2006/relationships/customXml" Target="../ink/ink1445.xml"/><Relationship Id="rId127" Type="http://schemas.openxmlformats.org/officeDocument/2006/relationships/image" Target="../media/image937.png"/><Relationship Id="rId10" Type="http://schemas.openxmlformats.org/officeDocument/2006/relationships/customXml" Target="../ink/ink1397.xml"/><Relationship Id="rId31" Type="http://schemas.openxmlformats.org/officeDocument/2006/relationships/image" Target="../media/image889.png"/><Relationship Id="rId52" Type="http://schemas.openxmlformats.org/officeDocument/2006/relationships/customXml" Target="../ink/ink1418.xml"/><Relationship Id="rId73" Type="http://schemas.openxmlformats.org/officeDocument/2006/relationships/image" Target="../media/image910.png"/><Relationship Id="rId78" Type="http://schemas.openxmlformats.org/officeDocument/2006/relationships/customXml" Target="../ink/ink1431.xml"/><Relationship Id="rId94" Type="http://schemas.openxmlformats.org/officeDocument/2006/relationships/customXml" Target="../ink/ink1439.xml"/><Relationship Id="rId99" Type="http://schemas.openxmlformats.org/officeDocument/2006/relationships/image" Target="../media/image923.png"/><Relationship Id="rId101" Type="http://schemas.openxmlformats.org/officeDocument/2006/relationships/image" Target="../media/image924.png"/><Relationship Id="rId122" Type="http://schemas.openxmlformats.org/officeDocument/2006/relationships/customXml" Target="../ink/ink1453.xml"/><Relationship Id="rId143" Type="http://schemas.openxmlformats.org/officeDocument/2006/relationships/image" Target="../media/image945.png"/><Relationship Id="rId148" Type="http://schemas.openxmlformats.org/officeDocument/2006/relationships/customXml" Target="../ink/ink1466.xml"/><Relationship Id="rId4" Type="http://schemas.openxmlformats.org/officeDocument/2006/relationships/customXml" Target="../ink/ink1394.xml"/><Relationship Id="rId9" Type="http://schemas.openxmlformats.org/officeDocument/2006/relationships/image" Target="../media/image878.png"/><Relationship Id="rId26" Type="http://schemas.openxmlformats.org/officeDocument/2006/relationships/customXml" Target="../ink/ink1405.xml"/><Relationship Id="rId47" Type="http://schemas.openxmlformats.org/officeDocument/2006/relationships/image" Target="../media/image897.png"/><Relationship Id="rId68" Type="http://schemas.openxmlformats.org/officeDocument/2006/relationships/customXml" Target="../ink/ink1426.xml"/><Relationship Id="rId89" Type="http://schemas.openxmlformats.org/officeDocument/2006/relationships/image" Target="../media/image918.png"/><Relationship Id="rId112" Type="http://schemas.openxmlformats.org/officeDocument/2006/relationships/customXml" Target="../ink/ink1448.xml"/><Relationship Id="rId133" Type="http://schemas.openxmlformats.org/officeDocument/2006/relationships/image" Target="../media/image940.png"/><Relationship Id="rId154" Type="http://schemas.openxmlformats.org/officeDocument/2006/relationships/customXml" Target="../ink/ink1469.xml"/><Relationship Id="rId16" Type="http://schemas.openxmlformats.org/officeDocument/2006/relationships/customXml" Target="../ink/ink1400.xml"/><Relationship Id="rId37" Type="http://schemas.openxmlformats.org/officeDocument/2006/relationships/image" Target="../media/image892.png"/><Relationship Id="rId58" Type="http://schemas.openxmlformats.org/officeDocument/2006/relationships/customXml" Target="../ink/ink1421.xml"/><Relationship Id="rId79" Type="http://schemas.openxmlformats.org/officeDocument/2006/relationships/image" Target="../media/image913.png"/><Relationship Id="rId102" Type="http://schemas.openxmlformats.org/officeDocument/2006/relationships/customXml" Target="../ink/ink1443.xml"/><Relationship Id="rId123" Type="http://schemas.openxmlformats.org/officeDocument/2006/relationships/image" Target="../media/image935.png"/><Relationship Id="rId144" Type="http://schemas.openxmlformats.org/officeDocument/2006/relationships/customXml" Target="../ink/ink1464.xml"/><Relationship Id="rId90" Type="http://schemas.openxmlformats.org/officeDocument/2006/relationships/customXml" Target="../ink/ink1437.xml"/><Relationship Id="rId27" Type="http://schemas.openxmlformats.org/officeDocument/2006/relationships/image" Target="../media/image887.png"/><Relationship Id="rId48" Type="http://schemas.openxmlformats.org/officeDocument/2006/relationships/customXml" Target="../ink/ink1416.xml"/><Relationship Id="rId69" Type="http://schemas.openxmlformats.org/officeDocument/2006/relationships/image" Target="../media/image908.png"/><Relationship Id="rId113" Type="http://schemas.openxmlformats.org/officeDocument/2006/relationships/image" Target="../media/image930.png"/><Relationship Id="rId134" Type="http://schemas.openxmlformats.org/officeDocument/2006/relationships/customXml" Target="../ink/ink1459.xml"/><Relationship Id="rId80" Type="http://schemas.openxmlformats.org/officeDocument/2006/relationships/customXml" Target="../ink/ink1432.xml"/><Relationship Id="rId155" Type="http://schemas.openxmlformats.org/officeDocument/2006/relationships/image" Target="../media/image95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40.png"/><Relationship Id="rId13" Type="http://schemas.openxmlformats.org/officeDocument/2006/relationships/customXml" Target="../ink/ink1478.xml"/><Relationship Id="rId3" Type="http://schemas.openxmlformats.org/officeDocument/2006/relationships/customXml" Target="../ink/ink1473.xml"/><Relationship Id="rId7" Type="http://schemas.openxmlformats.org/officeDocument/2006/relationships/customXml" Target="../ink/ink1475.xml"/><Relationship Id="rId12" Type="http://schemas.openxmlformats.org/officeDocument/2006/relationships/image" Target="../media/image7460.png"/><Relationship Id="rId2" Type="http://schemas.openxmlformats.org/officeDocument/2006/relationships/image" Target="../media/image955.png"/><Relationship Id="rId16" Type="http://schemas.openxmlformats.org/officeDocument/2006/relationships/image" Target="../media/image74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30.png"/><Relationship Id="rId11" Type="http://schemas.openxmlformats.org/officeDocument/2006/relationships/customXml" Target="../ink/ink1477.xml"/><Relationship Id="rId5" Type="http://schemas.openxmlformats.org/officeDocument/2006/relationships/customXml" Target="../ink/ink1474.xml"/><Relationship Id="rId15" Type="http://schemas.openxmlformats.org/officeDocument/2006/relationships/customXml" Target="../ink/ink1479.xml"/><Relationship Id="rId10" Type="http://schemas.openxmlformats.org/officeDocument/2006/relationships/image" Target="../media/image7450.png"/><Relationship Id="rId4" Type="http://schemas.openxmlformats.org/officeDocument/2006/relationships/image" Target="../media/image7420.png"/><Relationship Id="rId9" Type="http://schemas.openxmlformats.org/officeDocument/2006/relationships/customXml" Target="../ink/ink1476.xml"/><Relationship Id="rId14" Type="http://schemas.openxmlformats.org/officeDocument/2006/relationships/image" Target="../media/image747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20.png"/><Relationship Id="rId13" Type="http://schemas.openxmlformats.org/officeDocument/2006/relationships/customXml" Target="../ink/ink1485.xml"/><Relationship Id="rId18" Type="http://schemas.openxmlformats.org/officeDocument/2006/relationships/image" Target="../media/image7570.png"/><Relationship Id="rId3" Type="http://schemas.openxmlformats.org/officeDocument/2006/relationships/customXml" Target="../ink/ink1480.xml"/><Relationship Id="rId7" Type="http://schemas.openxmlformats.org/officeDocument/2006/relationships/customXml" Target="../ink/ink1482.xml"/><Relationship Id="rId12" Type="http://schemas.openxmlformats.org/officeDocument/2006/relationships/image" Target="../media/image7540.png"/><Relationship Id="rId17" Type="http://schemas.openxmlformats.org/officeDocument/2006/relationships/customXml" Target="../ink/ink1487.xml"/><Relationship Id="rId2" Type="http://schemas.openxmlformats.org/officeDocument/2006/relationships/image" Target="../media/image956.png"/><Relationship Id="rId16" Type="http://schemas.openxmlformats.org/officeDocument/2006/relationships/image" Target="../media/image75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11.png"/><Relationship Id="rId11" Type="http://schemas.openxmlformats.org/officeDocument/2006/relationships/customXml" Target="../ink/ink1484.xml"/><Relationship Id="rId5" Type="http://schemas.openxmlformats.org/officeDocument/2006/relationships/customXml" Target="../ink/ink1481.xml"/><Relationship Id="rId15" Type="http://schemas.openxmlformats.org/officeDocument/2006/relationships/customXml" Target="../ink/ink1486.xml"/><Relationship Id="rId10" Type="http://schemas.openxmlformats.org/officeDocument/2006/relationships/image" Target="../media/image7530.png"/><Relationship Id="rId4" Type="http://schemas.openxmlformats.org/officeDocument/2006/relationships/image" Target="../media/image7500.png"/><Relationship Id="rId9" Type="http://schemas.openxmlformats.org/officeDocument/2006/relationships/customXml" Target="../ink/ink1483.xml"/><Relationship Id="rId14" Type="http://schemas.openxmlformats.org/officeDocument/2006/relationships/image" Target="../media/image7550.png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640.png"/><Relationship Id="rId18" Type="http://schemas.openxmlformats.org/officeDocument/2006/relationships/customXml" Target="../ink/ink1495.xml"/><Relationship Id="rId26" Type="http://schemas.openxmlformats.org/officeDocument/2006/relationships/customXml" Target="../ink/ink1499.xml"/><Relationship Id="rId39" Type="http://schemas.openxmlformats.org/officeDocument/2006/relationships/image" Target="../media/image7770.png"/><Relationship Id="rId21" Type="http://schemas.openxmlformats.org/officeDocument/2006/relationships/image" Target="../media/image7680.png"/><Relationship Id="rId34" Type="http://schemas.openxmlformats.org/officeDocument/2006/relationships/customXml" Target="../ink/ink1503.xml"/><Relationship Id="rId42" Type="http://schemas.openxmlformats.org/officeDocument/2006/relationships/customXml" Target="../ink/ink1507.xml"/><Relationship Id="rId47" Type="http://schemas.openxmlformats.org/officeDocument/2006/relationships/image" Target="../media/image7811.png"/><Relationship Id="rId50" Type="http://schemas.openxmlformats.org/officeDocument/2006/relationships/customXml" Target="../ink/ink1511.xml"/><Relationship Id="rId55" Type="http://schemas.openxmlformats.org/officeDocument/2006/relationships/image" Target="../media/image7850.png"/><Relationship Id="rId7" Type="http://schemas.openxmlformats.org/officeDocument/2006/relationships/image" Target="../media/image7611.png"/><Relationship Id="rId2" Type="http://schemas.openxmlformats.org/officeDocument/2006/relationships/image" Target="../media/image957.png"/><Relationship Id="rId16" Type="http://schemas.openxmlformats.org/officeDocument/2006/relationships/customXml" Target="../ink/ink1494.xml"/><Relationship Id="rId29" Type="http://schemas.openxmlformats.org/officeDocument/2006/relationships/image" Target="../media/image7720.png"/><Relationship Id="rId11" Type="http://schemas.openxmlformats.org/officeDocument/2006/relationships/image" Target="../media/image7630.png"/><Relationship Id="rId24" Type="http://schemas.openxmlformats.org/officeDocument/2006/relationships/customXml" Target="../ink/ink1498.xml"/><Relationship Id="rId32" Type="http://schemas.openxmlformats.org/officeDocument/2006/relationships/customXml" Target="../ink/ink1502.xml"/><Relationship Id="rId37" Type="http://schemas.openxmlformats.org/officeDocument/2006/relationships/image" Target="../media/image7760.png"/><Relationship Id="rId40" Type="http://schemas.openxmlformats.org/officeDocument/2006/relationships/customXml" Target="../ink/ink1506.xml"/><Relationship Id="rId45" Type="http://schemas.openxmlformats.org/officeDocument/2006/relationships/image" Target="../media/image7800.png"/><Relationship Id="rId53" Type="http://schemas.openxmlformats.org/officeDocument/2006/relationships/image" Target="../media/image7840.png"/><Relationship Id="rId5" Type="http://schemas.openxmlformats.org/officeDocument/2006/relationships/image" Target="../media/image7600.png"/><Relationship Id="rId19" Type="http://schemas.openxmlformats.org/officeDocument/2006/relationships/image" Target="../media/image7670.png"/><Relationship Id="rId4" Type="http://schemas.openxmlformats.org/officeDocument/2006/relationships/customXml" Target="../ink/ink1488.xml"/><Relationship Id="rId9" Type="http://schemas.openxmlformats.org/officeDocument/2006/relationships/image" Target="../media/image7620.png"/><Relationship Id="rId14" Type="http://schemas.openxmlformats.org/officeDocument/2006/relationships/customXml" Target="../ink/ink1493.xml"/><Relationship Id="rId22" Type="http://schemas.openxmlformats.org/officeDocument/2006/relationships/customXml" Target="../ink/ink1497.xml"/><Relationship Id="rId27" Type="http://schemas.openxmlformats.org/officeDocument/2006/relationships/image" Target="../media/image7711.png"/><Relationship Id="rId30" Type="http://schemas.openxmlformats.org/officeDocument/2006/relationships/customXml" Target="../ink/ink1501.xml"/><Relationship Id="rId35" Type="http://schemas.openxmlformats.org/officeDocument/2006/relationships/image" Target="../media/image7750.png"/><Relationship Id="rId43" Type="http://schemas.openxmlformats.org/officeDocument/2006/relationships/image" Target="../media/image7790.png"/><Relationship Id="rId48" Type="http://schemas.openxmlformats.org/officeDocument/2006/relationships/customXml" Target="../ink/ink1510.xml"/><Relationship Id="rId56" Type="http://schemas.openxmlformats.org/officeDocument/2006/relationships/customXml" Target="../ink/ink1514.xml"/><Relationship Id="rId8" Type="http://schemas.openxmlformats.org/officeDocument/2006/relationships/customXml" Target="../ink/ink1490.xml"/><Relationship Id="rId51" Type="http://schemas.openxmlformats.org/officeDocument/2006/relationships/image" Target="../media/image7830.png"/><Relationship Id="rId3" Type="http://schemas.openxmlformats.org/officeDocument/2006/relationships/image" Target="../media/image958.png"/><Relationship Id="rId12" Type="http://schemas.openxmlformats.org/officeDocument/2006/relationships/customXml" Target="../ink/ink1492.xml"/><Relationship Id="rId17" Type="http://schemas.openxmlformats.org/officeDocument/2006/relationships/image" Target="../media/image7660.png"/><Relationship Id="rId25" Type="http://schemas.openxmlformats.org/officeDocument/2006/relationships/image" Target="../media/image7700.png"/><Relationship Id="rId33" Type="http://schemas.openxmlformats.org/officeDocument/2006/relationships/image" Target="../media/image7740.png"/><Relationship Id="rId38" Type="http://schemas.openxmlformats.org/officeDocument/2006/relationships/customXml" Target="../ink/ink1505.xml"/><Relationship Id="rId46" Type="http://schemas.openxmlformats.org/officeDocument/2006/relationships/customXml" Target="../ink/ink1509.xml"/><Relationship Id="rId20" Type="http://schemas.openxmlformats.org/officeDocument/2006/relationships/customXml" Target="../ink/ink1496.xml"/><Relationship Id="rId41" Type="http://schemas.openxmlformats.org/officeDocument/2006/relationships/image" Target="../media/image7780.png"/><Relationship Id="rId54" Type="http://schemas.openxmlformats.org/officeDocument/2006/relationships/customXml" Target="../ink/ink151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89.xml"/><Relationship Id="rId15" Type="http://schemas.openxmlformats.org/officeDocument/2006/relationships/image" Target="../media/image7650.png"/><Relationship Id="rId23" Type="http://schemas.openxmlformats.org/officeDocument/2006/relationships/image" Target="../media/image7690.png"/><Relationship Id="rId28" Type="http://schemas.openxmlformats.org/officeDocument/2006/relationships/customXml" Target="../ink/ink1500.xml"/><Relationship Id="rId36" Type="http://schemas.openxmlformats.org/officeDocument/2006/relationships/customXml" Target="../ink/ink1504.xml"/><Relationship Id="rId49" Type="http://schemas.openxmlformats.org/officeDocument/2006/relationships/image" Target="../media/image7820.png"/><Relationship Id="rId57" Type="http://schemas.openxmlformats.org/officeDocument/2006/relationships/image" Target="../media/image7860.png"/><Relationship Id="rId10" Type="http://schemas.openxmlformats.org/officeDocument/2006/relationships/customXml" Target="../ink/ink1491.xml"/><Relationship Id="rId31" Type="http://schemas.openxmlformats.org/officeDocument/2006/relationships/image" Target="../media/image7730.png"/><Relationship Id="rId44" Type="http://schemas.openxmlformats.org/officeDocument/2006/relationships/customXml" Target="../ink/ink1508.xml"/><Relationship Id="rId52" Type="http://schemas.openxmlformats.org/officeDocument/2006/relationships/customXml" Target="../ink/ink1512.xml"/></Relationships>
</file>

<file path=ppt/slides/_rels/slide2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7990.png"/><Relationship Id="rId21" Type="http://schemas.openxmlformats.org/officeDocument/2006/relationships/customXml" Target="../ink/ink1524.xml"/><Relationship Id="rId42" Type="http://schemas.openxmlformats.org/officeDocument/2006/relationships/image" Target="../media/image8070.png"/><Relationship Id="rId47" Type="http://schemas.openxmlformats.org/officeDocument/2006/relationships/customXml" Target="../ink/ink1537.xml"/><Relationship Id="rId63" Type="http://schemas.openxmlformats.org/officeDocument/2006/relationships/customXml" Target="../ink/ink1545.xml"/><Relationship Id="rId68" Type="http://schemas.openxmlformats.org/officeDocument/2006/relationships/image" Target="../media/image8200.png"/><Relationship Id="rId84" Type="http://schemas.openxmlformats.org/officeDocument/2006/relationships/image" Target="../media/image8280.png"/><Relationship Id="rId89" Type="http://schemas.openxmlformats.org/officeDocument/2006/relationships/customXml" Target="../ink/ink1558.xml"/><Relationship Id="rId16" Type="http://schemas.openxmlformats.org/officeDocument/2006/relationships/image" Target="../media/image7940.png"/><Relationship Id="rId11" Type="http://schemas.openxmlformats.org/officeDocument/2006/relationships/customXml" Target="../ink/ink1519.xml"/><Relationship Id="rId32" Type="http://schemas.openxmlformats.org/officeDocument/2006/relationships/image" Target="../media/image8020.png"/><Relationship Id="rId37" Type="http://schemas.openxmlformats.org/officeDocument/2006/relationships/customXml" Target="../ink/ink1532.xml"/><Relationship Id="rId53" Type="http://schemas.openxmlformats.org/officeDocument/2006/relationships/customXml" Target="../ink/ink1540.xml"/><Relationship Id="rId58" Type="http://schemas.openxmlformats.org/officeDocument/2006/relationships/image" Target="../media/image8150.png"/><Relationship Id="rId74" Type="http://schemas.openxmlformats.org/officeDocument/2006/relationships/image" Target="../media/image8230.png"/><Relationship Id="rId79" Type="http://schemas.openxmlformats.org/officeDocument/2006/relationships/customXml" Target="../ink/ink1553.xml"/><Relationship Id="rId5" Type="http://schemas.openxmlformats.org/officeDocument/2006/relationships/customXml" Target="../ink/ink1516.xml"/><Relationship Id="rId90" Type="http://schemas.openxmlformats.org/officeDocument/2006/relationships/image" Target="../media/image8311.png"/><Relationship Id="rId14" Type="http://schemas.openxmlformats.org/officeDocument/2006/relationships/image" Target="../media/image7930.png"/><Relationship Id="rId22" Type="http://schemas.openxmlformats.org/officeDocument/2006/relationships/image" Target="../media/image7970.png"/><Relationship Id="rId27" Type="http://schemas.openxmlformats.org/officeDocument/2006/relationships/customXml" Target="../ink/ink1527.xml"/><Relationship Id="rId30" Type="http://schemas.openxmlformats.org/officeDocument/2006/relationships/image" Target="../media/image8011.png"/><Relationship Id="rId35" Type="http://schemas.openxmlformats.org/officeDocument/2006/relationships/customXml" Target="../ink/ink1531.xml"/><Relationship Id="rId43" Type="http://schemas.openxmlformats.org/officeDocument/2006/relationships/customXml" Target="../ink/ink1535.xml"/><Relationship Id="rId48" Type="http://schemas.openxmlformats.org/officeDocument/2006/relationships/image" Target="../media/image8100.png"/><Relationship Id="rId56" Type="http://schemas.openxmlformats.org/officeDocument/2006/relationships/image" Target="../media/image8140.png"/><Relationship Id="rId64" Type="http://schemas.openxmlformats.org/officeDocument/2006/relationships/image" Target="../media/image8180.png"/><Relationship Id="rId69" Type="http://schemas.openxmlformats.org/officeDocument/2006/relationships/customXml" Target="../ink/ink1548.xml"/><Relationship Id="rId77" Type="http://schemas.openxmlformats.org/officeDocument/2006/relationships/customXml" Target="../ink/ink1552.xml"/><Relationship Id="rId8" Type="http://schemas.openxmlformats.org/officeDocument/2006/relationships/image" Target="../media/image7900.png"/><Relationship Id="rId51" Type="http://schemas.openxmlformats.org/officeDocument/2006/relationships/customXml" Target="../ink/ink1539.xml"/><Relationship Id="rId72" Type="http://schemas.openxmlformats.org/officeDocument/2006/relationships/image" Target="../media/image8220.png"/><Relationship Id="rId80" Type="http://schemas.openxmlformats.org/officeDocument/2006/relationships/image" Target="../media/image8260.png"/><Relationship Id="rId85" Type="http://schemas.openxmlformats.org/officeDocument/2006/relationships/customXml" Target="../ink/ink1556.xml"/><Relationship Id="rId3" Type="http://schemas.openxmlformats.org/officeDocument/2006/relationships/customXml" Target="../ink/ink1515.xml"/><Relationship Id="rId12" Type="http://schemas.openxmlformats.org/officeDocument/2006/relationships/image" Target="../media/image7920.png"/><Relationship Id="rId17" Type="http://schemas.openxmlformats.org/officeDocument/2006/relationships/customXml" Target="../ink/ink1522.xml"/><Relationship Id="rId25" Type="http://schemas.openxmlformats.org/officeDocument/2006/relationships/customXml" Target="../ink/ink1526.xml"/><Relationship Id="rId33" Type="http://schemas.openxmlformats.org/officeDocument/2006/relationships/customXml" Target="../ink/ink1530.xml"/><Relationship Id="rId38" Type="http://schemas.openxmlformats.org/officeDocument/2006/relationships/image" Target="../media/image8050.png"/><Relationship Id="rId46" Type="http://schemas.openxmlformats.org/officeDocument/2006/relationships/image" Target="../media/image8090.png"/><Relationship Id="rId59" Type="http://schemas.openxmlformats.org/officeDocument/2006/relationships/customXml" Target="../ink/ink1543.xml"/><Relationship Id="rId67" Type="http://schemas.openxmlformats.org/officeDocument/2006/relationships/customXml" Target="../ink/ink1547.xml"/><Relationship Id="rId20" Type="http://schemas.openxmlformats.org/officeDocument/2006/relationships/image" Target="../media/image7960.png"/><Relationship Id="rId41" Type="http://schemas.openxmlformats.org/officeDocument/2006/relationships/customXml" Target="../ink/ink1534.xml"/><Relationship Id="rId54" Type="http://schemas.openxmlformats.org/officeDocument/2006/relationships/image" Target="../media/image8130.png"/><Relationship Id="rId62" Type="http://schemas.openxmlformats.org/officeDocument/2006/relationships/image" Target="../media/image8170.png"/><Relationship Id="rId70" Type="http://schemas.openxmlformats.org/officeDocument/2006/relationships/image" Target="../media/image8211.png"/><Relationship Id="rId75" Type="http://schemas.openxmlformats.org/officeDocument/2006/relationships/customXml" Target="../ink/ink1551.xml"/><Relationship Id="rId83" Type="http://schemas.openxmlformats.org/officeDocument/2006/relationships/customXml" Target="../ink/ink1555.xml"/><Relationship Id="rId88" Type="http://schemas.openxmlformats.org/officeDocument/2006/relationships/image" Target="../media/image8300.png"/><Relationship Id="rId91" Type="http://schemas.openxmlformats.org/officeDocument/2006/relationships/customXml" Target="../ink/ink155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90.png"/><Relationship Id="rId15" Type="http://schemas.openxmlformats.org/officeDocument/2006/relationships/customXml" Target="../ink/ink1521.xml"/><Relationship Id="rId23" Type="http://schemas.openxmlformats.org/officeDocument/2006/relationships/customXml" Target="../ink/ink1525.xml"/><Relationship Id="rId28" Type="http://schemas.openxmlformats.org/officeDocument/2006/relationships/image" Target="../media/image8000.png"/><Relationship Id="rId36" Type="http://schemas.openxmlformats.org/officeDocument/2006/relationships/image" Target="../media/image8040.png"/><Relationship Id="rId49" Type="http://schemas.openxmlformats.org/officeDocument/2006/relationships/customXml" Target="../ink/ink1538.xml"/><Relationship Id="rId57" Type="http://schemas.openxmlformats.org/officeDocument/2006/relationships/customXml" Target="../ink/ink1542.xml"/><Relationship Id="rId10" Type="http://schemas.openxmlformats.org/officeDocument/2006/relationships/image" Target="../media/image7911.png"/><Relationship Id="rId31" Type="http://schemas.openxmlformats.org/officeDocument/2006/relationships/customXml" Target="../ink/ink1529.xml"/><Relationship Id="rId44" Type="http://schemas.openxmlformats.org/officeDocument/2006/relationships/image" Target="../media/image8080.png"/><Relationship Id="rId52" Type="http://schemas.openxmlformats.org/officeDocument/2006/relationships/image" Target="../media/image8120.png"/><Relationship Id="rId60" Type="http://schemas.openxmlformats.org/officeDocument/2006/relationships/image" Target="../media/image8160.png"/><Relationship Id="rId65" Type="http://schemas.openxmlformats.org/officeDocument/2006/relationships/customXml" Target="../ink/ink1546.xml"/><Relationship Id="rId73" Type="http://schemas.openxmlformats.org/officeDocument/2006/relationships/customXml" Target="../ink/ink1550.xml"/><Relationship Id="rId78" Type="http://schemas.openxmlformats.org/officeDocument/2006/relationships/image" Target="../media/image8250.png"/><Relationship Id="rId81" Type="http://schemas.openxmlformats.org/officeDocument/2006/relationships/customXml" Target="../ink/ink1554.xml"/><Relationship Id="rId86" Type="http://schemas.openxmlformats.org/officeDocument/2006/relationships/image" Target="../media/image8290.png"/><Relationship Id="rId4" Type="http://schemas.openxmlformats.org/officeDocument/2006/relationships/image" Target="../media/image7880.png"/><Relationship Id="rId9" Type="http://schemas.openxmlformats.org/officeDocument/2006/relationships/customXml" Target="../ink/ink1518.xml"/><Relationship Id="rId13" Type="http://schemas.openxmlformats.org/officeDocument/2006/relationships/customXml" Target="../ink/ink1520.xml"/><Relationship Id="rId18" Type="http://schemas.openxmlformats.org/officeDocument/2006/relationships/image" Target="../media/image7950.png"/><Relationship Id="rId39" Type="http://schemas.openxmlformats.org/officeDocument/2006/relationships/customXml" Target="../ink/ink1533.xml"/><Relationship Id="rId34" Type="http://schemas.openxmlformats.org/officeDocument/2006/relationships/image" Target="../media/image8030.png"/><Relationship Id="rId50" Type="http://schemas.openxmlformats.org/officeDocument/2006/relationships/image" Target="../media/image8111.png"/><Relationship Id="rId55" Type="http://schemas.openxmlformats.org/officeDocument/2006/relationships/customXml" Target="../ink/ink1541.xml"/><Relationship Id="rId76" Type="http://schemas.openxmlformats.org/officeDocument/2006/relationships/image" Target="../media/image8240.png"/><Relationship Id="rId7" Type="http://schemas.openxmlformats.org/officeDocument/2006/relationships/customXml" Target="../ink/ink1517.xml"/><Relationship Id="rId71" Type="http://schemas.openxmlformats.org/officeDocument/2006/relationships/customXml" Target="../ink/ink1549.xml"/><Relationship Id="rId92" Type="http://schemas.openxmlformats.org/officeDocument/2006/relationships/image" Target="../media/image8320.png"/><Relationship Id="rId2" Type="http://schemas.openxmlformats.org/officeDocument/2006/relationships/image" Target="../media/image959.png"/><Relationship Id="rId29" Type="http://schemas.openxmlformats.org/officeDocument/2006/relationships/customXml" Target="../ink/ink1528.xml"/><Relationship Id="rId24" Type="http://schemas.openxmlformats.org/officeDocument/2006/relationships/image" Target="../media/image7980.png"/><Relationship Id="rId40" Type="http://schemas.openxmlformats.org/officeDocument/2006/relationships/image" Target="../media/image8060.png"/><Relationship Id="rId45" Type="http://schemas.openxmlformats.org/officeDocument/2006/relationships/customXml" Target="../ink/ink1536.xml"/><Relationship Id="rId66" Type="http://schemas.openxmlformats.org/officeDocument/2006/relationships/image" Target="../media/image8190.png"/><Relationship Id="rId87" Type="http://schemas.openxmlformats.org/officeDocument/2006/relationships/customXml" Target="../ink/ink1557.xml"/><Relationship Id="rId61" Type="http://schemas.openxmlformats.org/officeDocument/2006/relationships/customXml" Target="../ink/ink1544.xml"/><Relationship Id="rId82" Type="http://schemas.openxmlformats.org/officeDocument/2006/relationships/image" Target="../media/image8270.png"/><Relationship Id="rId19" Type="http://schemas.openxmlformats.org/officeDocument/2006/relationships/customXml" Target="../ink/ink1523.xml"/></Relationships>
</file>

<file path=ppt/slides/_rels/slide2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571.xml"/><Relationship Id="rId21" Type="http://schemas.openxmlformats.org/officeDocument/2006/relationships/image" Target="../media/image8420.png"/><Relationship Id="rId42" Type="http://schemas.openxmlformats.org/officeDocument/2006/relationships/customXml" Target="../ink/ink1579.xml"/><Relationship Id="rId47" Type="http://schemas.openxmlformats.org/officeDocument/2006/relationships/image" Target="../media/image8550.png"/><Relationship Id="rId63" Type="http://schemas.openxmlformats.org/officeDocument/2006/relationships/image" Target="../media/image8630.png"/><Relationship Id="rId68" Type="http://schemas.openxmlformats.org/officeDocument/2006/relationships/customXml" Target="../ink/ink1592.xml"/><Relationship Id="rId84" Type="http://schemas.openxmlformats.org/officeDocument/2006/relationships/customXml" Target="../ink/ink1600.xml"/><Relationship Id="rId89" Type="http://schemas.openxmlformats.org/officeDocument/2006/relationships/image" Target="../media/image8760.png"/><Relationship Id="rId16" Type="http://schemas.openxmlformats.org/officeDocument/2006/relationships/customXml" Target="../ink/ink1566.xml"/><Relationship Id="rId11" Type="http://schemas.openxmlformats.org/officeDocument/2006/relationships/image" Target="../media/image8370.png"/><Relationship Id="rId32" Type="http://schemas.openxmlformats.org/officeDocument/2006/relationships/customXml" Target="../ink/ink1574.xml"/><Relationship Id="rId37" Type="http://schemas.openxmlformats.org/officeDocument/2006/relationships/image" Target="../media/image8500.png"/><Relationship Id="rId53" Type="http://schemas.openxmlformats.org/officeDocument/2006/relationships/image" Target="../media/image8580.png"/><Relationship Id="rId58" Type="http://schemas.openxmlformats.org/officeDocument/2006/relationships/customXml" Target="../ink/ink1587.xml"/><Relationship Id="rId74" Type="http://schemas.openxmlformats.org/officeDocument/2006/relationships/customXml" Target="../ink/ink1595.xml"/><Relationship Id="rId79" Type="http://schemas.openxmlformats.org/officeDocument/2006/relationships/image" Target="../media/image8711.png"/><Relationship Id="rId5" Type="http://schemas.openxmlformats.org/officeDocument/2006/relationships/image" Target="../media/image8340.png"/><Relationship Id="rId90" Type="http://schemas.openxmlformats.org/officeDocument/2006/relationships/customXml" Target="../ink/ink1603.xml"/><Relationship Id="rId95" Type="http://schemas.openxmlformats.org/officeDocument/2006/relationships/image" Target="../media/image8790.png"/><Relationship Id="rId22" Type="http://schemas.openxmlformats.org/officeDocument/2006/relationships/customXml" Target="../ink/ink1569.xml"/><Relationship Id="rId27" Type="http://schemas.openxmlformats.org/officeDocument/2006/relationships/image" Target="../media/image8450.png"/><Relationship Id="rId43" Type="http://schemas.openxmlformats.org/officeDocument/2006/relationships/image" Target="../media/image8530.png"/><Relationship Id="rId48" Type="http://schemas.openxmlformats.org/officeDocument/2006/relationships/customXml" Target="../ink/ink1582.xml"/><Relationship Id="rId64" Type="http://schemas.openxmlformats.org/officeDocument/2006/relationships/customXml" Target="../ink/ink1590.xml"/><Relationship Id="rId69" Type="http://schemas.openxmlformats.org/officeDocument/2006/relationships/image" Target="../media/image8660.png"/><Relationship Id="rId8" Type="http://schemas.openxmlformats.org/officeDocument/2006/relationships/customXml" Target="../ink/ink1562.xml"/><Relationship Id="rId51" Type="http://schemas.openxmlformats.org/officeDocument/2006/relationships/image" Target="../media/image8570.png"/><Relationship Id="rId72" Type="http://schemas.openxmlformats.org/officeDocument/2006/relationships/customXml" Target="../ink/ink1594.xml"/><Relationship Id="rId80" Type="http://schemas.openxmlformats.org/officeDocument/2006/relationships/customXml" Target="../ink/ink1598.xml"/><Relationship Id="rId85" Type="http://schemas.openxmlformats.org/officeDocument/2006/relationships/image" Target="../media/image8740.png"/><Relationship Id="rId93" Type="http://schemas.openxmlformats.org/officeDocument/2006/relationships/image" Target="../media/image8780.png"/><Relationship Id="rId3" Type="http://schemas.openxmlformats.org/officeDocument/2006/relationships/image" Target="../media/image959.png"/><Relationship Id="rId12" Type="http://schemas.openxmlformats.org/officeDocument/2006/relationships/customXml" Target="../ink/ink1564.xml"/><Relationship Id="rId17" Type="http://schemas.openxmlformats.org/officeDocument/2006/relationships/image" Target="../media/image8400.png"/><Relationship Id="rId25" Type="http://schemas.openxmlformats.org/officeDocument/2006/relationships/image" Target="../media/image8440.png"/><Relationship Id="rId33" Type="http://schemas.openxmlformats.org/officeDocument/2006/relationships/image" Target="../media/image8480.png"/><Relationship Id="rId38" Type="http://schemas.openxmlformats.org/officeDocument/2006/relationships/customXml" Target="../ink/ink1577.xml"/><Relationship Id="rId46" Type="http://schemas.openxmlformats.org/officeDocument/2006/relationships/customXml" Target="../ink/ink1581.xml"/><Relationship Id="rId59" Type="http://schemas.openxmlformats.org/officeDocument/2006/relationships/image" Target="../media/image8611.png"/><Relationship Id="rId67" Type="http://schemas.openxmlformats.org/officeDocument/2006/relationships/image" Target="../media/image8650.png"/><Relationship Id="rId20" Type="http://schemas.openxmlformats.org/officeDocument/2006/relationships/customXml" Target="../ink/ink1568.xml"/><Relationship Id="rId41" Type="http://schemas.openxmlformats.org/officeDocument/2006/relationships/image" Target="../media/image8520.png"/><Relationship Id="rId54" Type="http://schemas.openxmlformats.org/officeDocument/2006/relationships/customXml" Target="../ink/ink1585.xml"/><Relationship Id="rId62" Type="http://schemas.openxmlformats.org/officeDocument/2006/relationships/customXml" Target="../ink/ink1589.xml"/><Relationship Id="rId70" Type="http://schemas.openxmlformats.org/officeDocument/2006/relationships/customXml" Target="../ink/ink1593.xml"/><Relationship Id="rId75" Type="http://schemas.openxmlformats.org/officeDocument/2006/relationships/image" Target="../media/image8690.png"/><Relationship Id="rId83" Type="http://schemas.openxmlformats.org/officeDocument/2006/relationships/image" Target="../media/image8730.png"/><Relationship Id="rId88" Type="http://schemas.openxmlformats.org/officeDocument/2006/relationships/customXml" Target="../ink/ink1602.xml"/><Relationship Id="rId91" Type="http://schemas.openxmlformats.org/officeDocument/2006/relationships/image" Target="../media/image877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61.xml"/><Relationship Id="rId15" Type="http://schemas.openxmlformats.org/officeDocument/2006/relationships/image" Target="../media/image8390.png"/><Relationship Id="rId23" Type="http://schemas.openxmlformats.org/officeDocument/2006/relationships/image" Target="../media/image8430.png"/><Relationship Id="rId28" Type="http://schemas.openxmlformats.org/officeDocument/2006/relationships/customXml" Target="../ink/ink1572.xml"/><Relationship Id="rId36" Type="http://schemas.openxmlformats.org/officeDocument/2006/relationships/customXml" Target="../ink/ink1576.xml"/><Relationship Id="rId49" Type="http://schemas.openxmlformats.org/officeDocument/2006/relationships/image" Target="../media/image8560.png"/><Relationship Id="rId57" Type="http://schemas.openxmlformats.org/officeDocument/2006/relationships/image" Target="../media/image8600.png"/><Relationship Id="rId10" Type="http://schemas.openxmlformats.org/officeDocument/2006/relationships/customXml" Target="../ink/ink1563.xml"/><Relationship Id="rId31" Type="http://schemas.openxmlformats.org/officeDocument/2006/relationships/image" Target="../media/image8470.png"/><Relationship Id="rId44" Type="http://schemas.openxmlformats.org/officeDocument/2006/relationships/customXml" Target="../ink/ink1580.xml"/><Relationship Id="rId52" Type="http://schemas.openxmlformats.org/officeDocument/2006/relationships/customXml" Target="../ink/ink1584.xml"/><Relationship Id="rId60" Type="http://schemas.openxmlformats.org/officeDocument/2006/relationships/customXml" Target="../ink/ink1588.xml"/><Relationship Id="rId65" Type="http://schemas.openxmlformats.org/officeDocument/2006/relationships/image" Target="../media/image8640.png"/><Relationship Id="rId73" Type="http://schemas.openxmlformats.org/officeDocument/2006/relationships/image" Target="../media/image8680.png"/><Relationship Id="rId78" Type="http://schemas.openxmlformats.org/officeDocument/2006/relationships/customXml" Target="../ink/ink1597.xml"/><Relationship Id="rId81" Type="http://schemas.openxmlformats.org/officeDocument/2006/relationships/image" Target="../media/image8720.png"/><Relationship Id="rId86" Type="http://schemas.openxmlformats.org/officeDocument/2006/relationships/customXml" Target="../ink/ink1601.xml"/><Relationship Id="rId94" Type="http://schemas.openxmlformats.org/officeDocument/2006/relationships/customXml" Target="../ink/ink1605.xml"/><Relationship Id="rId4" Type="http://schemas.openxmlformats.org/officeDocument/2006/relationships/customXml" Target="../ink/ink1560.xml"/><Relationship Id="rId9" Type="http://schemas.openxmlformats.org/officeDocument/2006/relationships/image" Target="../media/image8360.png"/><Relationship Id="rId13" Type="http://schemas.openxmlformats.org/officeDocument/2006/relationships/image" Target="../media/image8380.png"/><Relationship Id="rId18" Type="http://schemas.openxmlformats.org/officeDocument/2006/relationships/customXml" Target="../ink/ink1567.xml"/><Relationship Id="rId39" Type="http://schemas.openxmlformats.org/officeDocument/2006/relationships/image" Target="../media/image8511.png"/><Relationship Id="rId34" Type="http://schemas.openxmlformats.org/officeDocument/2006/relationships/customXml" Target="../ink/ink1575.xml"/><Relationship Id="rId50" Type="http://schemas.openxmlformats.org/officeDocument/2006/relationships/customXml" Target="../ink/ink1583.xml"/><Relationship Id="rId55" Type="http://schemas.openxmlformats.org/officeDocument/2006/relationships/image" Target="../media/image8590.png"/><Relationship Id="rId76" Type="http://schemas.openxmlformats.org/officeDocument/2006/relationships/customXml" Target="../ink/ink1596.xml"/><Relationship Id="rId7" Type="http://schemas.openxmlformats.org/officeDocument/2006/relationships/image" Target="../media/image8350.png"/><Relationship Id="rId71" Type="http://schemas.openxmlformats.org/officeDocument/2006/relationships/image" Target="../media/image8670.png"/><Relationship Id="rId92" Type="http://schemas.openxmlformats.org/officeDocument/2006/relationships/customXml" Target="../ink/ink1604.xml"/><Relationship Id="rId2" Type="http://schemas.openxmlformats.org/officeDocument/2006/relationships/image" Target="../media/image960.png"/><Relationship Id="rId29" Type="http://schemas.openxmlformats.org/officeDocument/2006/relationships/image" Target="../media/image8460.png"/><Relationship Id="rId24" Type="http://schemas.openxmlformats.org/officeDocument/2006/relationships/customXml" Target="../ink/ink1570.xml"/><Relationship Id="rId40" Type="http://schemas.openxmlformats.org/officeDocument/2006/relationships/customXml" Target="../ink/ink1578.xml"/><Relationship Id="rId45" Type="http://schemas.openxmlformats.org/officeDocument/2006/relationships/image" Target="../media/image8540.png"/><Relationship Id="rId66" Type="http://schemas.openxmlformats.org/officeDocument/2006/relationships/customXml" Target="../ink/ink1591.xml"/><Relationship Id="rId87" Type="http://schemas.openxmlformats.org/officeDocument/2006/relationships/image" Target="../media/image8750.png"/><Relationship Id="rId61" Type="http://schemas.openxmlformats.org/officeDocument/2006/relationships/image" Target="../media/image8620.png"/><Relationship Id="rId82" Type="http://schemas.openxmlformats.org/officeDocument/2006/relationships/customXml" Target="../ink/ink1599.xml"/><Relationship Id="rId19" Type="http://schemas.openxmlformats.org/officeDocument/2006/relationships/image" Target="../media/image8411.png"/><Relationship Id="rId14" Type="http://schemas.openxmlformats.org/officeDocument/2006/relationships/customXml" Target="../ink/ink1565.xml"/><Relationship Id="rId30" Type="http://schemas.openxmlformats.org/officeDocument/2006/relationships/customXml" Target="../ink/ink1573.xml"/><Relationship Id="rId35" Type="http://schemas.openxmlformats.org/officeDocument/2006/relationships/image" Target="../media/image8490.png"/><Relationship Id="rId56" Type="http://schemas.openxmlformats.org/officeDocument/2006/relationships/customXml" Target="../ink/ink1586.xml"/><Relationship Id="rId77" Type="http://schemas.openxmlformats.org/officeDocument/2006/relationships/image" Target="../media/image8700.png"/></Relationships>
</file>

<file path=ppt/slides/_rels/slide2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370.png"/><Relationship Id="rId21" Type="http://schemas.openxmlformats.org/officeDocument/2006/relationships/image" Target="../media/image8890.png"/><Relationship Id="rId63" Type="http://schemas.openxmlformats.org/officeDocument/2006/relationships/image" Target="../media/image9100.png"/><Relationship Id="rId159" Type="http://schemas.openxmlformats.org/officeDocument/2006/relationships/image" Target="../media/image9580.png"/><Relationship Id="rId170" Type="http://schemas.openxmlformats.org/officeDocument/2006/relationships/customXml" Target="../ink/ink1689.xml"/><Relationship Id="rId226" Type="http://schemas.openxmlformats.org/officeDocument/2006/relationships/customXml" Target="../ink/ink1717.xml"/><Relationship Id="rId268" Type="http://schemas.openxmlformats.org/officeDocument/2006/relationships/customXml" Target="../ink/ink1738.xml"/><Relationship Id="rId32" Type="http://schemas.openxmlformats.org/officeDocument/2006/relationships/customXml" Target="../ink/ink1620.xml"/><Relationship Id="rId74" Type="http://schemas.openxmlformats.org/officeDocument/2006/relationships/customXml" Target="../ink/ink1641.xml"/><Relationship Id="rId128" Type="http://schemas.openxmlformats.org/officeDocument/2006/relationships/customXml" Target="../ink/ink1668.xml"/><Relationship Id="rId5" Type="http://schemas.openxmlformats.org/officeDocument/2006/relationships/image" Target="../media/image8811.png"/><Relationship Id="rId181" Type="http://schemas.openxmlformats.org/officeDocument/2006/relationships/image" Target="../media/image969.png"/><Relationship Id="rId237" Type="http://schemas.openxmlformats.org/officeDocument/2006/relationships/image" Target="../media/image997.png"/><Relationship Id="rId279" Type="http://schemas.openxmlformats.org/officeDocument/2006/relationships/image" Target="../media/image1018.png"/><Relationship Id="rId22" Type="http://schemas.openxmlformats.org/officeDocument/2006/relationships/customXml" Target="../ink/ink1615.xml"/><Relationship Id="rId43" Type="http://schemas.openxmlformats.org/officeDocument/2006/relationships/image" Target="../media/image9000.png"/><Relationship Id="rId64" Type="http://schemas.openxmlformats.org/officeDocument/2006/relationships/customXml" Target="../ink/ink1636.xml"/><Relationship Id="rId118" Type="http://schemas.openxmlformats.org/officeDocument/2006/relationships/customXml" Target="../ink/ink1663.xml"/><Relationship Id="rId139" Type="http://schemas.openxmlformats.org/officeDocument/2006/relationships/image" Target="../media/image9480.png"/><Relationship Id="rId85" Type="http://schemas.openxmlformats.org/officeDocument/2006/relationships/image" Target="../media/image9211.png"/><Relationship Id="rId150" Type="http://schemas.openxmlformats.org/officeDocument/2006/relationships/customXml" Target="../ink/ink1679.xml"/><Relationship Id="rId171" Type="http://schemas.openxmlformats.org/officeDocument/2006/relationships/image" Target="../media/image964.png"/><Relationship Id="rId192" Type="http://schemas.openxmlformats.org/officeDocument/2006/relationships/customXml" Target="../ink/ink1700.xml"/><Relationship Id="rId206" Type="http://schemas.openxmlformats.org/officeDocument/2006/relationships/customXml" Target="../ink/ink1707.xml"/><Relationship Id="rId227" Type="http://schemas.openxmlformats.org/officeDocument/2006/relationships/image" Target="../media/image992.png"/><Relationship Id="rId248" Type="http://schemas.openxmlformats.org/officeDocument/2006/relationships/customXml" Target="../ink/ink1728.xml"/><Relationship Id="rId269" Type="http://schemas.openxmlformats.org/officeDocument/2006/relationships/image" Target="../media/image1013.png"/><Relationship Id="rId12" Type="http://schemas.openxmlformats.org/officeDocument/2006/relationships/customXml" Target="../ink/ink1610.xml"/><Relationship Id="rId33" Type="http://schemas.openxmlformats.org/officeDocument/2006/relationships/image" Target="../media/image8950.png"/><Relationship Id="rId108" Type="http://schemas.openxmlformats.org/officeDocument/2006/relationships/customXml" Target="../ink/ink1658.xml"/><Relationship Id="rId129" Type="http://schemas.openxmlformats.org/officeDocument/2006/relationships/image" Target="../media/image9430.png"/><Relationship Id="rId280" Type="http://schemas.openxmlformats.org/officeDocument/2006/relationships/customXml" Target="../ink/ink1744.xml"/><Relationship Id="rId54" Type="http://schemas.openxmlformats.org/officeDocument/2006/relationships/customXml" Target="../ink/ink1631.xml"/><Relationship Id="rId75" Type="http://schemas.openxmlformats.org/officeDocument/2006/relationships/image" Target="../media/image9160.png"/><Relationship Id="rId96" Type="http://schemas.openxmlformats.org/officeDocument/2006/relationships/customXml" Target="../ink/ink1652.xml"/><Relationship Id="rId140" Type="http://schemas.openxmlformats.org/officeDocument/2006/relationships/customXml" Target="../ink/ink1674.xml"/><Relationship Id="rId161" Type="http://schemas.openxmlformats.org/officeDocument/2006/relationships/image" Target="../media/image9590.png"/><Relationship Id="rId182" Type="http://schemas.openxmlformats.org/officeDocument/2006/relationships/customXml" Target="../ink/ink1695.xml"/><Relationship Id="rId217" Type="http://schemas.openxmlformats.org/officeDocument/2006/relationships/image" Target="../media/image987.png"/><Relationship Id="rId6" Type="http://schemas.openxmlformats.org/officeDocument/2006/relationships/customXml" Target="../ink/ink1607.xml"/><Relationship Id="rId238" Type="http://schemas.openxmlformats.org/officeDocument/2006/relationships/customXml" Target="../ink/ink1723.xml"/><Relationship Id="rId259" Type="http://schemas.openxmlformats.org/officeDocument/2006/relationships/image" Target="../media/image1008.png"/><Relationship Id="rId23" Type="http://schemas.openxmlformats.org/officeDocument/2006/relationships/image" Target="../media/image8900.png"/><Relationship Id="rId119" Type="http://schemas.openxmlformats.org/officeDocument/2006/relationships/image" Target="../media/image9380.png"/><Relationship Id="rId270" Type="http://schemas.openxmlformats.org/officeDocument/2006/relationships/customXml" Target="../ink/ink1739.xml"/><Relationship Id="rId44" Type="http://schemas.openxmlformats.org/officeDocument/2006/relationships/customXml" Target="../ink/ink1626.xml"/><Relationship Id="rId65" Type="http://schemas.openxmlformats.org/officeDocument/2006/relationships/image" Target="../media/image9111.png"/><Relationship Id="rId86" Type="http://schemas.openxmlformats.org/officeDocument/2006/relationships/customXml" Target="../ink/ink1647.xml"/><Relationship Id="rId130" Type="http://schemas.openxmlformats.org/officeDocument/2006/relationships/customXml" Target="../ink/ink1669.xml"/><Relationship Id="rId151" Type="http://schemas.openxmlformats.org/officeDocument/2006/relationships/image" Target="../media/image9540.png"/><Relationship Id="rId172" Type="http://schemas.openxmlformats.org/officeDocument/2006/relationships/customXml" Target="../ink/ink1690.xml"/><Relationship Id="rId193" Type="http://schemas.openxmlformats.org/officeDocument/2006/relationships/image" Target="../media/image975.png"/><Relationship Id="rId207" Type="http://schemas.openxmlformats.org/officeDocument/2006/relationships/image" Target="../media/image982.png"/><Relationship Id="rId228" Type="http://schemas.openxmlformats.org/officeDocument/2006/relationships/customXml" Target="../ink/ink1718.xml"/><Relationship Id="rId249" Type="http://schemas.openxmlformats.org/officeDocument/2006/relationships/image" Target="../media/image1003.png"/><Relationship Id="rId13" Type="http://schemas.openxmlformats.org/officeDocument/2006/relationships/image" Target="../media/image8850.png"/><Relationship Id="rId109" Type="http://schemas.openxmlformats.org/officeDocument/2006/relationships/image" Target="../media/image9330.png"/><Relationship Id="rId260" Type="http://schemas.openxmlformats.org/officeDocument/2006/relationships/customXml" Target="../ink/ink1734.xml"/><Relationship Id="rId281" Type="http://schemas.openxmlformats.org/officeDocument/2006/relationships/image" Target="../media/image1019.png"/><Relationship Id="rId34" Type="http://schemas.openxmlformats.org/officeDocument/2006/relationships/customXml" Target="../ink/ink1621.xml"/><Relationship Id="rId55" Type="http://schemas.openxmlformats.org/officeDocument/2006/relationships/image" Target="../media/image9060.png"/><Relationship Id="rId76" Type="http://schemas.openxmlformats.org/officeDocument/2006/relationships/customXml" Target="../ink/ink1642.xml"/><Relationship Id="rId97" Type="http://schemas.openxmlformats.org/officeDocument/2006/relationships/image" Target="../media/image9270.png"/><Relationship Id="rId120" Type="http://schemas.openxmlformats.org/officeDocument/2006/relationships/customXml" Target="../ink/ink1664.xml"/><Relationship Id="rId141" Type="http://schemas.openxmlformats.org/officeDocument/2006/relationships/image" Target="../media/image9490.png"/><Relationship Id="rId7" Type="http://schemas.openxmlformats.org/officeDocument/2006/relationships/image" Target="../media/image8820.png"/><Relationship Id="rId162" Type="http://schemas.openxmlformats.org/officeDocument/2006/relationships/customXml" Target="../ink/ink1685.xml"/><Relationship Id="rId183" Type="http://schemas.openxmlformats.org/officeDocument/2006/relationships/image" Target="../media/image970.png"/><Relationship Id="rId218" Type="http://schemas.openxmlformats.org/officeDocument/2006/relationships/customXml" Target="../ink/ink1713.xml"/><Relationship Id="rId239" Type="http://schemas.openxmlformats.org/officeDocument/2006/relationships/image" Target="../media/image998.png"/><Relationship Id="rId250" Type="http://schemas.openxmlformats.org/officeDocument/2006/relationships/customXml" Target="../ink/ink1729.xml"/><Relationship Id="rId271" Type="http://schemas.openxmlformats.org/officeDocument/2006/relationships/image" Target="../media/image1014.png"/><Relationship Id="rId24" Type="http://schemas.openxmlformats.org/officeDocument/2006/relationships/customXml" Target="../ink/ink1616.xml"/><Relationship Id="rId45" Type="http://schemas.openxmlformats.org/officeDocument/2006/relationships/image" Target="../media/image9011.png"/><Relationship Id="rId66" Type="http://schemas.openxmlformats.org/officeDocument/2006/relationships/customXml" Target="../ink/ink1637.xml"/><Relationship Id="rId87" Type="http://schemas.openxmlformats.org/officeDocument/2006/relationships/image" Target="../media/image9220.png"/><Relationship Id="rId110" Type="http://schemas.openxmlformats.org/officeDocument/2006/relationships/customXml" Target="../ink/ink1659.xml"/><Relationship Id="rId131" Type="http://schemas.openxmlformats.org/officeDocument/2006/relationships/image" Target="../media/image9440.png"/><Relationship Id="rId152" Type="http://schemas.openxmlformats.org/officeDocument/2006/relationships/customXml" Target="../ink/ink1680.xml"/><Relationship Id="rId173" Type="http://schemas.openxmlformats.org/officeDocument/2006/relationships/image" Target="../media/image965.png"/><Relationship Id="rId194" Type="http://schemas.openxmlformats.org/officeDocument/2006/relationships/customXml" Target="../ink/ink1701.xml"/><Relationship Id="rId208" Type="http://schemas.openxmlformats.org/officeDocument/2006/relationships/customXml" Target="../ink/ink1708.xml"/><Relationship Id="rId229" Type="http://schemas.openxmlformats.org/officeDocument/2006/relationships/image" Target="../media/image993.png"/><Relationship Id="rId240" Type="http://schemas.openxmlformats.org/officeDocument/2006/relationships/customXml" Target="../ink/ink1724.xml"/><Relationship Id="rId261" Type="http://schemas.openxmlformats.org/officeDocument/2006/relationships/image" Target="../media/image1009.png"/><Relationship Id="rId14" Type="http://schemas.openxmlformats.org/officeDocument/2006/relationships/customXml" Target="../ink/ink1611.xml"/><Relationship Id="rId35" Type="http://schemas.openxmlformats.org/officeDocument/2006/relationships/image" Target="../media/image8960.png"/><Relationship Id="rId56" Type="http://schemas.openxmlformats.org/officeDocument/2006/relationships/customXml" Target="../ink/ink1632.xml"/><Relationship Id="rId77" Type="http://schemas.openxmlformats.org/officeDocument/2006/relationships/image" Target="../media/image9170.png"/><Relationship Id="rId100" Type="http://schemas.openxmlformats.org/officeDocument/2006/relationships/customXml" Target="../ink/ink1654.xml"/><Relationship Id="rId282" Type="http://schemas.openxmlformats.org/officeDocument/2006/relationships/customXml" Target="../ink/ink1745.xml"/><Relationship Id="rId8" Type="http://schemas.openxmlformats.org/officeDocument/2006/relationships/customXml" Target="../ink/ink1608.xml"/><Relationship Id="rId98" Type="http://schemas.openxmlformats.org/officeDocument/2006/relationships/customXml" Target="../ink/ink1653.xml"/><Relationship Id="rId121" Type="http://schemas.openxmlformats.org/officeDocument/2006/relationships/image" Target="../media/image9390.png"/><Relationship Id="rId142" Type="http://schemas.openxmlformats.org/officeDocument/2006/relationships/customXml" Target="../ink/ink1675.xml"/><Relationship Id="rId163" Type="http://schemas.openxmlformats.org/officeDocument/2006/relationships/image" Target="../media/image9600.png"/><Relationship Id="rId184" Type="http://schemas.openxmlformats.org/officeDocument/2006/relationships/customXml" Target="../ink/ink1696.xml"/><Relationship Id="rId219" Type="http://schemas.openxmlformats.org/officeDocument/2006/relationships/image" Target="../media/image988.png"/><Relationship Id="rId230" Type="http://schemas.openxmlformats.org/officeDocument/2006/relationships/customXml" Target="../ink/ink1719.xml"/><Relationship Id="rId251" Type="http://schemas.openxmlformats.org/officeDocument/2006/relationships/image" Target="../media/image1004.png"/><Relationship Id="rId25" Type="http://schemas.openxmlformats.org/officeDocument/2006/relationships/image" Target="../media/image8911.png"/><Relationship Id="rId46" Type="http://schemas.openxmlformats.org/officeDocument/2006/relationships/customXml" Target="../ink/ink1627.xml"/><Relationship Id="rId67" Type="http://schemas.openxmlformats.org/officeDocument/2006/relationships/image" Target="../media/image9120.png"/><Relationship Id="rId272" Type="http://schemas.openxmlformats.org/officeDocument/2006/relationships/customXml" Target="../ink/ink1740.xml"/><Relationship Id="rId88" Type="http://schemas.openxmlformats.org/officeDocument/2006/relationships/customXml" Target="../ink/ink1648.xml"/><Relationship Id="rId111" Type="http://schemas.openxmlformats.org/officeDocument/2006/relationships/image" Target="../media/image9340.png"/><Relationship Id="rId132" Type="http://schemas.openxmlformats.org/officeDocument/2006/relationships/customXml" Target="../ink/ink1670.xml"/><Relationship Id="rId153" Type="http://schemas.openxmlformats.org/officeDocument/2006/relationships/image" Target="../media/image9550.png"/><Relationship Id="rId174" Type="http://schemas.openxmlformats.org/officeDocument/2006/relationships/customXml" Target="../ink/ink1691.xml"/><Relationship Id="rId195" Type="http://schemas.openxmlformats.org/officeDocument/2006/relationships/image" Target="../media/image976.png"/><Relationship Id="rId209" Type="http://schemas.openxmlformats.org/officeDocument/2006/relationships/image" Target="../media/image983.png"/><Relationship Id="rId220" Type="http://schemas.openxmlformats.org/officeDocument/2006/relationships/customXml" Target="../ink/ink1714.xml"/><Relationship Id="rId241" Type="http://schemas.openxmlformats.org/officeDocument/2006/relationships/image" Target="../media/image999.png"/><Relationship Id="rId15" Type="http://schemas.openxmlformats.org/officeDocument/2006/relationships/image" Target="../media/image8860.png"/><Relationship Id="rId36" Type="http://schemas.openxmlformats.org/officeDocument/2006/relationships/customXml" Target="../ink/ink1622.xml"/><Relationship Id="rId57" Type="http://schemas.openxmlformats.org/officeDocument/2006/relationships/image" Target="../media/image9070.png"/><Relationship Id="rId262" Type="http://schemas.openxmlformats.org/officeDocument/2006/relationships/customXml" Target="../ink/ink1735.xml"/><Relationship Id="rId283" Type="http://schemas.openxmlformats.org/officeDocument/2006/relationships/image" Target="../media/image1020.png"/><Relationship Id="rId78" Type="http://schemas.openxmlformats.org/officeDocument/2006/relationships/customXml" Target="../ink/ink1643.xml"/><Relationship Id="rId99" Type="http://schemas.openxmlformats.org/officeDocument/2006/relationships/image" Target="../media/image9280.png"/><Relationship Id="rId101" Type="http://schemas.openxmlformats.org/officeDocument/2006/relationships/image" Target="../media/image9290.png"/><Relationship Id="rId122" Type="http://schemas.openxmlformats.org/officeDocument/2006/relationships/customXml" Target="../ink/ink1665.xml"/><Relationship Id="rId143" Type="http://schemas.openxmlformats.org/officeDocument/2006/relationships/image" Target="../media/image9500.png"/><Relationship Id="rId164" Type="http://schemas.openxmlformats.org/officeDocument/2006/relationships/customXml" Target="../ink/ink1686.xml"/><Relationship Id="rId185" Type="http://schemas.openxmlformats.org/officeDocument/2006/relationships/image" Target="../media/image971.png"/><Relationship Id="rId9" Type="http://schemas.openxmlformats.org/officeDocument/2006/relationships/image" Target="../media/image8830.png"/><Relationship Id="rId210" Type="http://schemas.openxmlformats.org/officeDocument/2006/relationships/customXml" Target="../ink/ink1709.xml"/><Relationship Id="rId26" Type="http://schemas.openxmlformats.org/officeDocument/2006/relationships/customXml" Target="../ink/ink1617.xml"/><Relationship Id="rId231" Type="http://schemas.openxmlformats.org/officeDocument/2006/relationships/image" Target="../media/image994.png"/><Relationship Id="rId252" Type="http://schemas.openxmlformats.org/officeDocument/2006/relationships/customXml" Target="../ink/ink1730.xml"/><Relationship Id="rId273" Type="http://schemas.openxmlformats.org/officeDocument/2006/relationships/image" Target="../media/image1015.png"/><Relationship Id="rId47" Type="http://schemas.openxmlformats.org/officeDocument/2006/relationships/image" Target="../media/image9020.png"/><Relationship Id="rId68" Type="http://schemas.openxmlformats.org/officeDocument/2006/relationships/customXml" Target="../ink/ink1638.xml"/><Relationship Id="rId89" Type="http://schemas.openxmlformats.org/officeDocument/2006/relationships/image" Target="../media/image9230.png"/><Relationship Id="rId112" Type="http://schemas.openxmlformats.org/officeDocument/2006/relationships/customXml" Target="../ink/ink1660.xml"/><Relationship Id="rId133" Type="http://schemas.openxmlformats.org/officeDocument/2006/relationships/image" Target="../media/image9450.png"/><Relationship Id="rId154" Type="http://schemas.openxmlformats.org/officeDocument/2006/relationships/customXml" Target="../ink/ink1681.xml"/><Relationship Id="rId175" Type="http://schemas.openxmlformats.org/officeDocument/2006/relationships/image" Target="../media/image966.png"/><Relationship Id="rId196" Type="http://schemas.openxmlformats.org/officeDocument/2006/relationships/customXml" Target="../ink/ink1702.xml"/><Relationship Id="rId200" Type="http://schemas.openxmlformats.org/officeDocument/2006/relationships/customXml" Target="../ink/ink1704.xml"/><Relationship Id="rId16" Type="http://schemas.openxmlformats.org/officeDocument/2006/relationships/customXml" Target="../ink/ink1612.xml"/><Relationship Id="rId221" Type="http://schemas.openxmlformats.org/officeDocument/2006/relationships/image" Target="../media/image989.png"/><Relationship Id="rId242" Type="http://schemas.openxmlformats.org/officeDocument/2006/relationships/customXml" Target="../ink/ink1725.xml"/><Relationship Id="rId263" Type="http://schemas.openxmlformats.org/officeDocument/2006/relationships/image" Target="../media/image1010.png"/><Relationship Id="rId37" Type="http://schemas.openxmlformats.org/officeDocument/2006/relationships/image" Target="../media/image8970.png"/><Relationship Id="rId58" Type="http://schemas.openxmlformats.org/officeDocument/2006/relationships/customXml" Target="../ink/ink1633.xml"/><Relationship Id="rId79" Type="http://schemas.openxmlformats.org/officeDocument/2006/relationships/image" Target="../media/image9180.png"/><Relationship Id="rId102" Type="http://schemas.openxmlformats.org/officeDocument/2006/relationships/customXml" Target="../ink/ink1655.xml"/><Relationship Id="rId123" Type="http://schemas.openxmlformats.org/officeDocument/2006/relationships/image" Target="../media/image9400.png"/><Relationship Id="rId144" Type="http://schemas.openxmlformats.org/officeDocument/2006/relationships/customXml" Target="../ink/ink1676.xml"/><Relationship Id="rId90" Type="http://schemas.openxmlformats.org/officeDocument/2006/relationships/customXml" Target="../ink/ink1649.xml"/><Relationship Id="rId165" Type="http://schemas.openxmlformats.org/officeDocument/2006/relationships/image" Target="../media/image9611.png"/><Relationship Id="rId186" Type="http://schemas.openxmlformats.org/officeDocument/2006/relationships/customXml" Target="../ink/ink1697.xml"/><Relationship Id="rId211" Type="http://schemas.openxmlformats.org/officeDocument/2006/relationships/image" Target="../media/image984.png"/><Relationship Id="rId232" Type="http://schemas.openxmlformats.org/officeDocument/2006/relationships/customXml" Target="../ink/ink1720.xml"/><Relationship Id="rId253" Type="http://schemas.openxmlformats.org/officeDocument/2006/relationships/image" Target="../media/image1005.png"/><Relationship Id="rId274" Type="http://schemas.openxmlformats.org/officeDocument/2006/relationships/customXml" Target="../ink/ink1741.xml"/><Relationship Id="rId27" Type="http://schemas.openxmlformats.org/officeDocument/2006/relationships/image" Target="../media/image8920.png"/><Relationship Id="rId48" Type="http://schemas.openxmlformats.org/officeDocument/2006/relationships/customXml" Target="../ink/ink1628.xml"/><Relationship Id="rId69" Type="http://schemas.openxmlformats.org/officeDocument/2006/relationships/image" Target="../media/image9130.png"/><Relationship Id="rId113" Type="http://schemas.openxmlformats.org/officeDocument/2006/relationships/image" Target="../media/image9350.png"/><Relationship Id="rId134" Type="http://schemas.openxmlformats.org/officeDocument/2006/relationships/customXml" Target="../ink/ink1671.xml"/><Relationship Id="rId80" Type="http://schemas.openxmlformats.org/officeDocument/2006/relationships/customXml" Target="../ink/ink1644.xml"/><Relationship Id="rId155" Type="http://schemas.openxmlformats.org/officeDocument/2006/relationships/image" Target="../media/image9560.png"/><Relationship Id="rId176" Type="http://schemas.openxmlformats.org/officeDocument/2006/relationships/customXml" Target="../ink/ink1692.xml"/><Relationship Id="rId197" Type="http://schemas.openxmlformats.org/officeDocument/2006/relationships/image" Target="../media/image977.png"/><Relationship Id="rId201" Type="http://schemas.openxmlformats.org/officeDocument/2006/relationships/image" Target="../media/image979.png"/><Relationship Id="rId222" Type="http://schemas.openxmlformats.org/officeDocument/2006/relationships/customXml" Target="../ink/ink1715.xml"/><Relationship Id="rId243" Type="http://schemas.openxmlformats.org/officeDocument/2006/relationships/image" Target="../media/image1000.png"/><Relationship Id="rId264" Type="http://schemas.openxmlformats.org/officeDocument/2006/relationships/customXml" Target="../ink/ink1736.xml"/><Relationship Id="rId17" Type="http://schemas.openxmlformats.org/officeDocument/2006/relationships/image" Target="../media/image8870.png"/><Relationship Id="rId38" Type="http://schemas.openxmlformats.org/officeDocument/2006/relationships/customXml" Target="../ink/ink1623.xml"/><Relationship Id="rId59" Type="http://schemas.openxmlformats.org/officeDocument/2006/relationships/image" Target="../media/image9080.png"/><Relationship Id="rId103" Type="http://schemas.openxmlformats.org/officeDocument/2006/relationships/image" Target="../media/image9300.png"/><Relationship Id="rId124" Type="http://schemas.openxmlformats.org/officeDocument/2006/relationships/customXml" Target="../ink/ink1666.xml"/><Relationship Id="rId70" Type="http://schemas.openxmlformats.org/officeDocument/2006/relationships/customXml" Target="../ink/ink1639.xml"/><Relationship Id="rId91" Type="http://schemas.openxmlformats.org/officeDocument/2006/relationships/image" Target="../media/image9240.png"/><Relationship Id="rId145" Type="http://schemas.openxmlformats.org/officeDocument/2006/relationships/image" Target="../media/image9511.png"/><Relationship Id="rId166" Type="http://schemas.openxmlformats.org/officeDocument/2006/relationships/customXml" Target="../ink/ink1687.xml"/><Relationship Id="rId187" Type="http://schemas.openxmlformats.org/officeDocument/2006/relationships/image" Target="../media/image972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710.xml"/><Relationship Id="rId233" Type="http://schemas.openxmlformats.org/officeDocument/2006/relationships/image" Target="../media/image995.png"/><Relationship Id="rId254" Type="http://schemas.openxmlformats.org/officeDocument/2006/relationships/customXml" Target="../ink/ink1731.xml"/><Relationship Id="rId28" Type="http://schemas.openxmlformats.org/officeDocument/2006/relationships/customXml" Target="../ink/ink1618.xml"/><Relationship Id="rId49" Type="http://schemas.openxmlformats.org/officeDocument/2006/relationships/image" Target="../media/image9030.png"/><Relationship Id="rId114" Type="http://schemas.openxmlformats.org/officeDocument/2006/relationships/customXml" Target="../ink/ink1661.xml"/><Relationship Id="rId275" Type="http://schemas.openxmlformats.org/officeDocument/2006/relationships/image" Target="../media/image1016.png"/><Relationship Id="rId60" Type="http://schemas.openxmlformats.org/officeDocument/2006/relationships/customXml" Target="../ink/ink1634.xml"/><Relationship Id="rId81" Type="http://schemas.openxmlformats.org/officeDocument/2006/relationships/image" Target="../media/image9190.png"/><Relationship Id="rId135" Type="http://schemas.openxmlformats.org/officeDocument/2006/relationships/image" Target="../media/image9460.png"/><Relationship Id="rId156" Type="http://schemas.openxmlformats.org/officeDocument/2006/relationships/customXml" Target="../ink/ink1682.xml"/><Relationship Id="rId177" Type="http://schemas.openxmlformats.org/officeDocument/2006/relationships/image" Target="../media/image967.png"/><Relationship Id="rId198" Type="http://schemas.openxmlformats.org/officeDocument/2006/relationships/customXml" Target="../ink/ink1703.xml"/><Relationship Id="rId202" Type="http://schemas.openxmlformats.org/officeDocument/2006/relationships/customXml" Target="../ink/ink1705.xml"/><Relationship Id="rId223" Type="http://schemas.openxmlformats.org/officeDocument/2006/relationships/image" Target="../media/image990.png"/><Relationship Id="rId244" Type="http://schemas.openxmlformats.org/officeDocument/2006/relationships/customXml" Target="../ink/ink1726.xml"/><Relationship Id="rId18" Type="http://schemas.openxmlformats.org/officeDocument/2006/relationships/customXml" Target="../ink/ink1613.xml"/><Relationship Id="rId39" Type="http://schemas.openxmlformats.org/officeDocument/2006/relationships/image" Target="../media/image8980.png"/><Relationship Id="rId265" Type="http://schemas.openxmlformats.org/officeDocument/2006/relationships/image" Target="../media/image1011.png"/><Relationship Id="rId50" Type="http://schemas.openxmlformats.org/officeDocument/2006/relationships/customXml" Target="../ink/ink1629.xml"/><Relationship Id="rId104" Type="http://schemas.openxmlformats.org/officeDocument/2006/relationships/customXml" Target="../ink/ink1656.xml"/><Relationship Id="rId125" Type="http://schemas.openxmlformats.org/officeDocument/2006/relationships/image" Target="../media/image9411.png"/><Relationship Id="rId146" Type="http://schemas.openxmlformats.org/officeDocument/2006/relationships/customXml" Target="../ink/ink1677.xml"/><Relationship Id="rId167" Type="http://schemas.openxmlformats.org/officeDocument/2006/relationships/image" Target="../media/image962.png"/><Relationship Id="rId188" Type="http://schemas.openxmlformats.org/officeDocument/2006/relationships/customXml" Target="../ink/ink1698.xml"/><Relationship Id="rId71" Type="http://schemas.openxmlformats.org/officeDocument/2006/relationships/image" Target="../media/image9140.png"/><Relationship Id="rId92" Type="http://schemas.openxmlformats.org/officeDocument/2006/relationships/customXml" Target="../ink/ink1650.xml"/><Relationship Id="rId213" Type="http://schemas.openxmlformats.org/officeDocument/2006/relationships/image" Target="../media/image985.png"/><Relationship Id="rId234" Type="http://schemas.openxmlformats.org/officeDocument/2006/relationships/customXml" Target="../ink/ink1721.xml"/><Relationship Id="rId2" Type="http://schemas.openxmlformats.org/officeDocument/2006/relationships/image" Target="../media/image961.png"/><Relationship Id="rId29" Type="http://schemas.openxmlformats.org/officeDocument/2006/relationships/image" Target="../media/image8930.png"/><Relationship Id="rId255" Type="http://schemas.openxmlformats.org/officeDocument/2006/relationships/image" Target="../media/image1006.png"/><Relationship Id="rId276" Type="http://schemas.openxmlformats.org/officeDocument/2006/relationships/customXml" Target="../ink/ink1742.xml"/><Relationship Id="rId40" Type="http://schemas.openxmlformats.org/officeDocument/2006/relationships/customXml" Target="../ink/ink1624.xml"/><Relationship Id="rId115" Type="http://schemas.openxmlformats.org/officeDocument/2006/relationships/image" Target="../media/image9360.png"/><Relationship Id="rId136" Type="http://schemas.openxmlformats.org/officeDocument/2006/relationships/customXml" Target="../ink/ink1672.xml"/><Relationship Id="rId157" Type="http://schemas.openxmlformats.org/officeDocument/2006/relationships/image" Target="../media/image9570.png"/><Relationship Id="rId178" Type="http://schemas.openxmlformats.org/officeDocument/2006/relationships/customXml" Target="../ink/ink1693.xml"/><Relationship Id="rId61" Type="http://schemas.openxmlformats.org/officeDocument/2006/relationships/image" Target="../media/image9090.png"/><Relationship Id="rId82" Type="http://schemas.openxmlformats.org/officeDocument/2006/relationships/customXml" Target="../ink/ink1645.xml"/><Relationship Id="rId199" Type="http://schemas.openxmlformats.org/officeDocument/2006/relationships/image" Target="../media/image978.png"/><Relationship Id="rId203" Type="http://schemas.openxmlformats.org/officeDocument/2006/relationships/image" Target="../media/image980.png"/><Relationship Id="rId19" Type="http://schemas.openxmlformats.org/officeDocument/2006/relationships/image" Target="../media/image8880.png"/><Relationship Id="rId224" Type="http://schemas.openxmlformats.org/officeDocument/2006/relationships/customXml" Target="../ink/ink1716.xml"/><Relationship Id="rId245" Type="http://schemas.openxmlformats.org/officeDocument/2006/relationships/image" Target="../media/image1001.png"/><Relationship Id="rId266" Type="http://schemas.openxmlformats.org/officeDocument/2006/relationships/customXml" Target="../ink/ink1737.xml"/><Relationship Id="rId30" Type="http://schemas.openxmlformats.org/officeDocument/2006/relationships/customXml" Target="../ink/ink1619.xml"/><Relationship Id="rId105" Type="http://schemas.openxmlformats.org/officeDocument/2006/relationships/image" Target="../media/image9311.png"/><Relationship Id="rId126" Type="http://schemas.openxmlformats.org/officeDocument/2006/relationships/customXml" Target="../ink/ink1667.xml"/><Relationship Id="rId147" Type="http://schemas.openxmlformats.org/officeDocument/2006/relationships/image" Target="../media/image9520.png"/><Relationship Id="rId168" Type="http://schemas.openxmlformats.org/officeDocument/2006/relationships/customXml" Target="../ink/ink1688.xml"/><Relationship Id="rId51" Type="http://schemas.openxmlformats.org/officeDocument/2006/relationships/image" Target="../media/image9040.png"/><Relationship Id="rId72" Type="http://schemas.openxmlformats.org/officeDocument/2006/relationships/customXml" Target="../ink/ink1640.xml"/><Relationship Id="rId93" Type="http://schemas.openxmlformats.org/officeDocument/2006/relationships/image" Target="../media/image9250.png"/><Relationship Id="rId189" Type="http://schemas.openxmlformats.org/officeDocument/2006/relationships/image" Target="../media/image973.png"/><Relationship Id="rId3" Type="http://schemas.openxmlformats.org/officeDocument/2006/relationships/image" Target="../media/image959.png"/><Relationship Id="rId214" Type="http://schemas.openxmlformats.org/officeDocument/2006/relationships/customXml" Target="../ink/ink1711.xml"/><Relationship Id="rId235" Type="http://schemas.openxmlformats.org/officeDocument/2006/relationships/image" Target="../media/image996.png"/><Relationship Id="rId256" Type="http://schemas.openxmlformats.org/officeDocument/2006/relationships/customXml" Target="../ink/ink1732.xml"/><Relationship Id="rId277" Type="http://schemas.openxmlformats.org/officeDocument/2006/relationships/image" Target="../media/image1017.png"/><Relationship Id="rId116" Type="http://schemas.openxmlformats.org/officeDocument/2006/relationships/customXml" Target="../ink/ink1662.xml"/><Relationship Id="rId137" Type="http://schemas.openxmlformats.org/officeDocument/2006/relationships/image" Target="../media/image9470.png"/><Relationship Id="rId158" Type="http://schemas.openxmlformats.org/officeDocument/2006/relationships/customXml" Target="../ink/ink1683.xml"/><Relationship Id="rId20" Type="http://schemas.openxmlformats.org/officeDocument/2006/relationships/customXml" Target="../ink/ink1614.xml"/><Relationship Id="rId41" Type="http://schemas.openxmlformats.org/officeDocument/2006/relationships/image" Target="../media/image8990.png"/><Relationship Id="rId62" Type="http://schemas.openxmlformats.org/officeDocument/2006/relationships/customXml" Target="../ink/ink1635.xml"/><Relationship Id="rId83" Type="http://schemas.openxmlformats.org/officeDocument/2006/relationships/image" Target="../media/image9200.png"/><Relationship Id="rId179" Type="http://schemas.openxmlformats.org/officeDocument/2006/relationships/image" Target="../media/image968.png"/><Relationship Id="rId190" Type="http://schemas.openxmlformats.org/officeDocument/2006/relationships/customXml" Target="../ink/ink1699.xml"/><Relationship Id="rId204" Type="http://schemas.openxmlformats.org/officeDocument/2006/relationships/customXml" Target="../ink/ink1706.xml"/><Relationship Id="rId225" Type="http://schemas.openxmlformats.org/officeDocument/2006/relationships/image" Target="../media/image991.png"/><Relationship Id="rId246" Type="http://schemas.openxmlformats.org/officeDocument/2006/relationships/customXml" Target="../ink/ink1727.xml"/><Relationship Id="rId267" Type="http://schemas.openxmlformats.org/officeDocument/2006/relationships/image" Target="../media/image1012.png"/><Relationship Id="rId106" Type="http://schemas.openxmlformats.org/officeDocument/2006/relationships/customXml" Target="../ink/ink1657.xml"/><Relationship Id="rId127" Type="http://schemas.openxmlformats.org/officeDocument/2006/relationships/image" Target="../media/image9420.png"/><Relationship Id="rId10" Type="http://schemas.openxmlformats.org/officeDocument/2006/relationships/customXml" Target="../ink/ink1609.xml"/><Relationship Id="rId31" Type="http://schemas.openxmlformats.org/officeDocument/2006/relationships/image" Target="../media/image8940.png"/><Relationship Id="rId52" Type="http://schemas.openxmlformats.org/officeDocument/2006/relationships/customXml" Target="../ink/ink1630.xml"/><Relationship Id="rId73" Type="http://schemas.openxmlformats.org/officeDocument/2006/relationships/image" Target="../media/image9150.png"/><Relationship Id="rId94" Type="http://schemas.openxmlformats.org/officeDocument/2006/relationships/customXml" Target="../ink/ink1651.xml"/><Relationship Id="rId148" Type="http://schemas.openxmlformats.org/officeDocument/2006/relationships/customXml" Target="../ink/ink1678.xml"/><Relationship Id="rId169" Type="http://schemas.openxmlformats.org/officeDocument/2006/relationships/image" Target="../media/image963.png"/><Relationship Id="rId4" Type="http://schemas.openxmlformats.org/officeDocument/2006/relationships/customXml" Target="../ink/ink1606.xml"/><Relationship Id="rId180" Type="http://schemas.openxmlformats.org/officeDocument/2006/relationships/customXml" Target="../ink/ink1694.xml"/><Relationship Id="rId215" Type="http://schemas.openxmlformats.org/officeDocument/2006/relationships/image" Target="../media/image986.png"/><Relationship Id="rId236" Type="http://schemas.openxmlformats.org/officeDocument/2006/relationships/customXml" Target="../ink/ink1722.xml"/><Relationship Id="rId257" Type="http://schemas.openxmlformats.org/officeDocument/2006/relationships/image" Target="../media/image1007.png"/><Relationship Id="rId278" Type="http://schemas.openxmlformats.org/officeDocument/2006/relationships/customXml" Target="../ink/ink1743.xml"/><Relationship Id="rId42" Type="http://schemas.openxmlformats.org/officeDocument/2006/relationships/customXml" Target="../ink/ink1625.xml"/><Relationship Id="rId84" Type="http://schemas.openxmlformats.org/officeDocument/2006/relationships/customXml" Target="../ink/ink1646.xml"/><Relationship Id="rId138" Type="http://schemas.openxmlformats.org/officeDocument/2006/relationships/customXml" Target="../ink/ink1673.xml"/><Relationship Id="rId191" Type="http://schemas.openxmlformats.org/officeDocument/2006/relationships/image" Target="../media/image974.png"/><Relationship Id="rId205" Type="http://schemas.openxmlformats.org/officeDocument/2006/relationships/image" Target="../media/image981.png"/><Relationship Id="rId247" Type="http://schemas.openxmlformats.org/officeDocument/2006/relationships/image" Target="../media/image1002.png"/><Relationship Id="rId107" Type="http://schemas.openxmlformats.org/officeDocument/2006/relationships/image" Target="../media/image9320.png"/><Relationship Id="rId11" Type="http://schemas.openxmlformats.org/officeDocument/2006/relationships/image" Target="../media/image8840.png"/><Relationship Id="rId53" Type="http://schemas.openxmlformats.org/officeDocument/2006/relationships/image" Target="../media/image9050.png"/><Relationship Id="rId149" Type="http://schemas.openxmlformats.org/officeDocument/2006/relationships/image" Target="../media/image9530.png"/><Relationship Id="rId95" Type="http://schemas.openxmlformats.org/officeDocument/2006/relationships/image" Target="../media/image9260.png"/><Relationship Id="rId160" Type="http://schemas.openxmlformats.org/officeDocument/2006/relationships/customXml" Target="../ink/ink1684.xml"/><Relationship Id="rId216" Type="http://schemas.openxmlformats.org/officeDocument/2006/relationships/customXml" Target="../ink/ink1712.xml"/><Relationship Id="rId258" Type="http://schemas.openxmlformats.org/officeDocument/2006/relationships/customXml" Target="../ink/ink173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9.png"/><Relationship Id="rId2" Type="http://schemas.openxmlformats.org/officeDocument/2006/relationships/image" Target="../media/image10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9.png"/><Relationship Id="rId2" Type="http://schemas.openxmlformats.org/officeDocument/2006/relationships/image" Target="../media/image10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758.xml"/><Relationship Id="rId21" Type="http://schemas.openxmlformats.org/officeDocument/2006/relationships/image" Target="../media/image3410.png"/><Relationship Id="rId42" Type="http://schemas.openxmlformats.org/officeDocument/2006/relationships/customXml" Target="../ink/ink1766.xml"/><Relationship Id="rId47" Type="http://schemas.openxmlformats.org/officeDocument/2006/relationships/image" Target="../media/image4710.png"/><Relationship Id="rId63" Type="http://schemas.openxmlformats.org/officeDocument/2006/relationships/image" Target="../media/image5510.png"/><Relationship Id="rId68" Type="http://schemas.openxmlformats.org/officeDocument/2006/relationships/customXml" Target="../ink/ink1779.xml"/><Relationship Id="rId84" Type="http://schemas.openxmlformats.org/officeDocument/2006/relationships/customXml" Target="../ink/ink1787.xml"/><Relationship Id="rId89" Type="http://schemas.openxmlformats.org/officeDocument/2006/relationships/image" Target="../media/image6810.png"/><Relationship Id="rId16" Type="http://schemas.openxmlformats.org/officeDocument/2006/relationships/customXml" Target="../ink/ink1753.xml"/><Relationship Id="rId11" Type="http://schemas.openxmlformats.org/officeDocument/2006/relationships/image" Target="../media/image2910.png"/><Relationship Id="rId32" Type="http://schemas.openxmlformats.org/officeDocument/2006/relationships/customXml" Target="../ink/ink1761.xml"/><Relationship Id="rId37" Type="http://schemas.openxmlformats.org/officeDocument/2006/relationships/image" Target="../media/image4210.png"/><Relationship Id="rId53" Type="http://schemas.openxmlformats.org/officeDocument/2006/relationships/image" Target="../media/image5010.png"/><Relationship Id="rId58" Type="http://schemas.openxmlformats.org/officeDocument/2006/relationships/customXml" Target="../ink/ink1774.xml"/><Relationship Id="rId74" Type="http://schemas.openxmlformats.org/officeDocument/2006/relationships/customXml" Target="../ink/ink1782.xml"/><Relationship Id="rId79" Type="http://schemas.openxmlformats.org/officeDocument/2006/relationships/image" Target="../media/image6310.png"/><Relationship Id="rId5" Type="http://schemas.openxmlformats.org/officeDocument/2006/relationships/image" Target="../media/image2610.png"/><Relationship Id="rId90" Type="http://schemas.openxmlformats.org/officeDocument/2006/relationships/customXml" Target="../ink/ink1790.xml"/><Relationship Id="rId14" Type="http://schemas.openxmlformats.org/officeDocument/2006/relationships/customXml" Target="../ink/ink1752.xml"/><Relationship Id="rId22" Type="http://schemas.openxmlformats.org/officeDocument/2006/relationships/customXml" Target="../ink/ink1756.xml"/><Relationship Id="rId27" Type="http://schemas.openxmlformats.org/officeDocument/2006/relationships/image" Target="../media/image3710.png"/><Relationship Id="rId30" Type="http://schemas.openxmlformats.org/officeDocument/2006/relationships/customXml" Target="../ink/ink1760.xml"/><Relationship Id="rId35" Type="http://schemas.openxmlformats.org/officeDocument/2006/relationships/image" Target="../media/image4110.png"/><Relationship Id="rId43" Type="http://schemas.openxmlformats.org/officeDocument/2006/relationships/image" Target="../media/image4510.png"/><Relationship Id="rId48" Type="http://schemas.openxmlformats.org/officeDocument/2006/relationships/customXml" Target="../ink/ink1769.xml"/><Relationship Id="rId56" Type="http://schemas.openxmlformats.org/officeDocument/2006/relationships/customXml" Target="../ink/ink1773.xml"/><Relationship Id="rId64" Type="http://schemas.openxmlformats.org/officeDocument/2006/relationships/customXml" Target="../ink/ink1777.xml"/><Relationship Id="rId69" Type="http://schemas.openxmlformats.org/officeDocument/2006/relationships/image" Target="../media/image5810.png"/><Relationship Id="rId77" Type="http://schemas.openxmlformats.org/officeDocument/2006/relationships/image" Target="../media/image6210.png"/><Relationship Id="rId8" Type="http://schemas.openxmlformats.org/officeDocument/2006/relationships/customXml" Target="../ink/ink1749.xml"/><Relationship Id="rId51" Type="http://schemas.openxmlformats.org/officeDocument/2006/relationships/image" Target="../media/image4910.png"/><Relationship Id="rId72" Type="http://schemas.openxmlformats.org/officeDocument/2006/relationships/customXml" Target="../ink/ink1781.xml"/><Relationship Id="rId80" Type="http://schemas.openxmlformats.org/officeDocument/2006/relationships/customXml" Target="../ink/ink1785.xml"/><Relationship Id="rId85" Type="http://schemas.openxmlformats.org/officeDocument/2006/relationships/image" Target="../media/image6610.png"/><Relationship Id="rId3" Type="http://schemas.openxmlformats.org/officeDocument/2006/relationships/image" Target="../media/image2510.png"/><Relationship Id="rId12" Type="http://schemas.openxmlformats.org/officeDocument/2006/relationships/customXml" Target="../ink/ink1751.xml"/><Relationship Id="rId17" Type="http://schemas.openxmlformats.org/officeDocument/2006/relationships/image" Target="../media/image3210.png"/><Relationship Id="rId25" Type="http://schemas.openxmlformats.org/officeDocument/2006/relationships/image" Target="../media/image3610.png"/><Relationship Id="rId33" Type="http://schemas.openxmlformats.org/officeDocument/2006/relationships/image" Target="../media/image4010.png"/><Relationship Id="rId38" Type="http://schemas.openxmlformats.org/officeDocument/2006/relationships/customXml" Target="../ink/ink1764.xml"/><Relationship Id="rId46" Type="http://schemas.openxmlformats.org/officeDocument/2006/relationships/customXml" Target="../ink/ink1768.xml"/><Relationship Id="rId59" Type="http://schemas.openxmlformats.org/officeDocument/2006/relationships/image" Target="../media/image5310.png"/><Relationship Id="rId67" Type="http://schemas.openxmlformats.org/officeDocument/2006/relationships/image" Target="../media/image5710.png"/><Relationship Id="rId20" Type="http://schemas.openxmlformats.org/officeDocument/2006/relationships/customXml" Target="../ink/ink1755.xml"/><Relationship Id="rId41" Type="http://schemas.openxmlformats.org/officeDocument/2006/relationships/image" Target="../media/image4410.png"/><Relationship Id="rId54" Type="http://schemas.openxmlformats.org/officeDocument/2006/relationships/customXml" Target="../ink/ink1772.xml"/><Relationship Id="rId62" Type="http://schemas.openxmlformats.org/officeDocument/2006/relationships/customXml" Target="../ink/ink1776.xml"/><Relationship Id="rId70" Type="http://schemas.openxmlformats.org/officeDocument/2006/relationships/customXml" Target="../ink/ink1780.xml"/><Relationship Id="rId75" Type="http://schemas.openxmlformats.org/officeDocument/2006/relationships/image" Target="../media/image6110.png"/><Relationship Id="rId83" Type="http://schemas.openxmlformats.org/officeDocument/2006/relationships/image" Target="../media/image6510.png"/><Relationship Id="rId88" Type="http://schemas.openxmlformats.org/officeDocument/2006/relationships/customXml" Target="../ink/ink1789.xml"/><Relationship Id="rId91" Type="http://schemas.openxmlformats.org/officeDocument/2006/relationships/image" Target="../media/image691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748.xml"/><Relationship Id="rId15" Type="http://schemas.openxmlformats.org/officeDocument/2006/relationships/image" Target="../media/image3110.png"/><Relationship Id="rId23" Type="http://schemas.openxmlformats.org/officeDocument/2006/relationships/image" Target="../media/image3510.png"/><Relationship Id="rId28" Type="http://schemas.openxmlformats.org/officeDocument/2006/relationships/customXml" Target="../ink/ink1759.xml"/><Relationship Id="rId36" Type="http://schemas.openxmlformats.org/officeDocument/2006/relationships/customXml" Target="../ink/ink1763.xml"/><Relationship Id="rId49" Type="http://schemas.openxmlformats.org/officeDocument/2006/relationships/image" Target="../media/image4810.png"/><Relationship Id="rId57" Type="http://schemas.openxmlformats.org/officeDocument/2006/relationships/image" Target="../media/image5210.png"/><Relationship Id="rId10" Type="http://schemas.openxmlformats.org/officeDocument/2006/relationships/customXml" Target="../ink/ink1750.xml"/><Relationship Id="rId31" Type="http://schemas.openxmlformats.org/officeDocument/2006/relationships/image" Target="../media/image3910.png"/><Relationship Id="rId44" Type="http://schemas.openxmlformats.org/officeDocument/2006/relationships/customXml" Target="../ink/ink1767.xml"/><Relationship Id="rId52" Type="http://schemas.openxmlformats.org/officeDocument/2006/relationships/customXml" Target="../ink/ink1771.xml"/><Relationship Id="rId60" Type="http://schemas.openxmlformats.org/officeDocument/2006/relationships/customXml" Target="../ink/ink1775.xml"/><Relationship Id="rId65" Type="http://schemas.openxmlformats.org/officeDocument/2006/relationships/image" Target="../media/image5610.png"/><Relationship Id="rId73" Type="http://schemas.openxmlformats.org/officeDocument/2006/relationships/image" Target="../media/image6010.png"/><Relationship Id="rId78" Type="http://schemas.openxmlformats.org/officeDocument/2006/relationships/customXml" Target="../ink/ink1784.xml"/><Relationship Id="rId81" Type="http://schemas.openxmlformats.org/officeDocument/2006/relationships/image" Target="../media/image6410.png"/><Relationship Id="rId86" Type="http://schemas.openxmlformats.org/officeDocument/2006/relationships/customXml" Target="../ink/ink1788.xml"/><Relationship Id="rId4" Type="http://schemas.openxmlformats.org/officeDocument/2006/relationships/customXml" Target="../ink/ink1747.xml"/><Relationship Id="rId9" Type="http://schemas.openxmlformats.org/officeDocument/2006/relationships/image" Target="../media/image2810.png"/><Relationship Id="rId13" Type="http://schemas.openxmlformats.org/officeDocument/2006/relationships/image" Target="../media/image3010.png"/><Relationship Id="rId18" Type="http://schemas.openxmlformats.org/officeDocument/2006/relationships/customXml" Target="../ink/ink1754.xml"/><Relationship Id="rId39" Type="http://schemas.openxmlformats.org/officeDocument/2006/relationships/image" Target="../media/image4310.png"/><Relationship Id="rId34" Type="http://schemas.openxmlformats.org/officeDocument/2006/relationships/customXml" Target="../ink/ink1762.xml"/><Relationship Id="rId50" Type="http://schemas.openxmlformats.org/officeDocument/2006/relationships/customXml" Target="../ink/ink1770.xml"/><Relationship Id="rId55" Type="http://schemas.openxmlformats.org/officeDocument/2006/relationships/image" Target="../media/image5110.png"/><Relationship Id="rId76" Type="http://schemas.openxmlformats.org/officeDocument/2006/relationships/customXml" Target="../ink/ink1783.xml"/><Relationship Id="rId7" Type="http://schemas.openxmlformats.org/officeDocument/2006/relationships/image" Target="../media/image2710.png"/><Relationship Id="rId71" Type="http://schemas.openxmlformats.org/officeDocument/2006/relationships/image" Target="../media/image5910.png"/><Relationship Id="rId2" Type="http://schemas.openxmlformats.org/officeDocument/2006/relationships/customXml" Target="../ink/ink1746.xml"/><Relationship Id="rId29" Type="http://schemas.openxmlformats.org/officeDocument/2006/relationships/image" Target="../media/image3810.png"/><Relationship Id="rId24" Type="http://schemas.openxmlformats.org/officeDocument/2006/relationships/customXml" Target="../ink/ink1757.xml"/><Relationship Id="rId40" Type="http://schemas.openxmlformats.org/officeDocument/2006/relationships/customXml" Target="../ink/ink1765.xml"/><Relationship Id="rId45" Type="http://schemas.openxmlformats.org/officeDocument/2006/relationships/image" Target="../media/image4610.png"/><Relationship Id="rId66" Type="http://schemas.openxmlformats.org/officeDocument/2006/relationships/customXml" Target="../ink/ink1778.xml"/><Relationship Id="rId87" Type="http://schemas.openxmlformats.org/officeDocument/2006/relationships/image" Target="../media/image6710.png"/><Relationship Id="rId61" Type="http://schemas.openxmlformats.org/officeDocument/2006/relationships/image" Target="../media/image5410.png"/><Relationship Id="rId82" Type="http://schemas.openxmlformats.org/officeDocument/2006/relationships/customXml" Target="../ink/ink1786.xml"/><Relationship Id="rId19" Type="http://schemas.openxmlformats.org/officeDocument/2006/relationships/image" Target="../media/image3310.png"/></Relationships>
</file>

<file path=ppt/slides/_rels/slide2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30.png"/><Relationship Id="rId21" Type="http://schemas.openxmlformats.org/officeDocument/2006/relationships/image" Target="../media/image7710.png"/><Relationship Id="rId42" Type="http://schemas.openxmlformats.org/officeDocument/2006/relationships/customXml" Target="../ink/ink1811.xml"/><Relationship Id="rId63" Type="http://schemas.openxmlformats.org/officeDocument/2006/relationships/image" Target="../media/image9710.png"/><Relationship Id="rId84" Type="http://schemas.openxmlformats.org/officeDocument/2006/relationships/customXml" Target="../ink/ink1832.xml"/><Relationship Id="rId138" Type="http://schemas.openxmlformats.org/officeDocument/2006/relationships/customXml" Target="../ink/ink1859.xml"/><Relationship Id="rId159" Type="http://schemas.openxmlformats.org/officeDocument/2006/relationships/image" Target="../media/image1440.png"/><Relationship Id="rId170" Type="http://schemas.openxmlformats.org/officeDocument/2006/relationships/customXml" Target="../ink/ink1875.xml"/><Relationship Id="rId107" Type="http://schemas.openxmlformats.org/officeDocument/2006/relationships/image" Target="../media/image1180.png"/><Relationship Id="rId11" Type="http://schemas.openxmlformats.org/officeDocument/2006/relationships/image" Target="../media/image7210.png"/><Relationship Id="rId32" Type="http://schemas.openxmlformats.org/officeDocument/2006/relationships/customXml" Target="../ink/ink1806.xml"/><Relationship Id="rId53" Type="http://schemas.openxmlformats.org/officeDocument/2006/relationships/image" Target="../media/image9310.png"/><Relationship Id="rId74" Type="http://schemas.openxmlformats.org/officeDocument/2006/relationships/customXml" Target="../ink/ink1827.xml"/><Relationship Id="rId128" Type="http://schemas.openxmlformats.org/officeDocument/2006/relationships/customXml" Target="../ink/ink1854.xml"/><Relationship Id="rId149" Type="http://schemas.openxmlformats.org/officeDocument/2006/relationships/image" Target="../media/image1390.png"/><Relationship Id="rId5" Type="http://schemas.openxmlformats.org/officeDocument/2006/relationships/image" Target="../media/image7010.png"/><Relationship Id="rId95" Type="http://schemas.openxmlformats.org/officeDocument/2006/relationships/image" Target="../media/image1122.png"/><Relationship Id="rId160" Type="http://schemas.openxmlformats.org/officeDocument/2006/relationships/customXml" Target="../ink/ink1870.xml"/><Relationship Id="rId181" Type="http://schemas.openxmlformats.org/officeDocument/2006/relationships/image" Target="../media/image1550.png"/><Relationship Id="rId22" Type="http://schemas.openxmlformats.org/officeDocument/2006/relationships/customXml" Target="../ink/ink1801.xml"/><Relationship Id="rId43" Type="http://schemas.openxmlformats.org/officeDocument/2006/relationships/image" Target="../media/image8810.png"/><Relationship Id="rId64" Type="http://schemas.openxmlformats.org/officeDocument/2006/relationships/customXml" Target="../ink/ink1822.xml"/><Relationship Id="rId118" Type="http://schemas.openxmlformats.org/officeDocument/2006/relationships/customXml" Target="../ink/ink1849.xml"/><Relationship Id="rId139" Type="http://schemas.openxmlformats.org/officeDocument/2006/relationships/image" Target="../media/image1340.png"/><Relationship Id="rId85" Type="http://schemas.openxmlformats.org/officeDocument/2006/relationships/image" Target="../media/image10710.png"/><Relationship Id="rId150" Type="http://schemas.openxmlformats.org/officeDocument/2006/relationships/customXml" Target="../ink/ink1865.xml"/><Relationship Id="rId171" Type="http://schemas.openxmlformats.org/officeDocument/2006/relationships/image" Target="../media/image1500.png"/><Relationship Id="rId12" Type="http://schemas.openxmlformats.org/officeDocument/2006/relationships/customXml" Target="../ink/ink1796.xml"/><Relationship Id="rId33" Type="http://schemas.openxmlformats.org/officeDocument/2006/relationships/image" Target="../media/image8310.png"/><Relationship Id="rId108" Type="http://schemas.openxmlformats.org/officeDocument/2006/relationships/customXml" Target="../ink/ink1844.xml"/><Relationship Id="rId129" Type="http://schemas.openxmlformats.org/officeDocument/2006/relationships/image" Target="../media/image1290.png"/><Relationship Id="rId54" Type="http://schemas.openxmlformats.org/officeDocument/2006/relationships/customXml" Target="../ink/ink1817.xml"/><Relationship Id="rId75" Type="http://schemas.openxmlformats.org/officeDocument/2006/relationships/image" Target="../media/image10211.png"/><Relationship Id="rId96" Type="http://schemas.openxmlformats.org/officeDocument/2006/relationships/customXml" Target="../ink/ink1838.xml"/><Relationship Id="rId140" Type="http://schemas.openxmlformats.org/officeDocument/2006/relationships/customXml" Target="../ink/ink1860.xml"/><Relationship Id="rId161" Type="http://schemas.openxmlformats.org/officeDocument/2006/relationships/image" Target="../media/image1450.png"/><Relationship Id="rId6" Type="http://schemas.openxmlformats.org/officeDocument/2006/relationships/customXml" Target="../ink/ink1793.xml"/><Relationship Id="rId23" Type="http://schemas.openxmlformats.org/officeDocument/2006/relationships/image" Target="../media/image7810.png"/><Relationship Id="rId119" Type="http://schemas.openxmlformats.org/officeDocument/2006/relationships/image" Target="../media/image1240.png"/><Relationship Id="rId44" Type="http://schemas.openxmlformats.org/officeDocument/2006/relationships/customXml" Target="../ink/ink1812.xml"/><Relationship Id="rId60" Type="http://schemas.openxmlformats.org/officeDocument/2006/relationships/customXml" Target="../ink/ink1820.xml"/><Relationship Id="rId65" Type="http://schemas.openxmlformats.org/officeDocument/2006/relationships/image" Target="../media/image9810.png"/><Relationship Id="rId81" Type="http://schemas.openxmlformats.org/officeDocument/2006/relationships/image" Target="../media/image10510.png"/><Relationship Id="rId86" Type="http://schemas.openxmlformats.org/officeDocument/2006/relationships/customXml" Target="../ink/ink1833.xml"/><Relationship Id="rId130" Type="http://schemas.openxmlformats.org/officeDocument/2006/relationships/customXml" Target="../ink/ink1855.xml"/><Relationship Id="rId135" Type="http://schemas.openxmlformats.org/officeDocument/2006/relationships/image" Target="../media/image1320.png"/><Relationship Id="rId151" Type="http://schemas.openxmlformats.org/officeDocument/2006/relationships/image" Target="../media/image1400.png"/><Relationship Id="rId156" Type="http://schemas.openxmlformats.org/officeDocument/2006/relationships/customXml" Target="../ink/ink1868.xml"/><Relationship Id="rId177" Type="http://schemas.openxmlformats.org/officeDocument/2006/relationships/image" Target="../media/image1530.png"/><Relationship Id="rId172" Type="http://schemas.openxmlformats.org/officeDocument/2006/relationships/customXml" Target="../ink/ink1876.xml"/><Relationship Id="rId13" Type="http://schemas.openxmlformats.org/officeDocument/2006/relationships/image" Target="../media/image7310.png"/><Relationship Id="rId18" Type="http://schemas.openxmlformats.org/officeDocument/2006/relationships/customXml" Target="../ink/ink1799.xml"/><Relationship Id="rId39" Type="http://schemas.openxmlformats.org/officeDocument/2006/relationships/image" Target="../media/image8610.png"/><Relationship Id="rId109" Type="http://schemas.openxmlformats.org/officeDocument/2006/relationships/image" Target="../media/image1190.png"/><Relationship Id="rId34" Type="http://schemas.openxmlformats.org/officeDocument/2006/relationships/customXml" Target="../ink/ink1807.xml"/><Relationship Id="rId50" Type="http://schemas.openxmlformats.org/officeDocument/2006/relationships/customXml" Target="../ink/ink1815.xml"/><Relationship Id="rId55" Type="http://schemas.openxmlformats.org/officeDocument/2006/relationships/image" Target="../media/image9410.png"/><Relationship Id="rId76" Type="http://schemas.openxmlformats.org/officeDocument/2006/relationships/customXml" Target="../ink/ink1828.xml"/><Relationship Id="rId97" Type="http://schemas.openxmlformats.org/officeDocument/2006/relationships/image" Target="../media/image1130.png"/><Relationship Id="rId104" Type="http://schemas.openxmlformats.org/officeDocument/2006/relationships/customXml" Target="../ink/ink1842.xml"/><Relationship Id="rId120" Type="http://schemas.openxmlformats.org/officeDocument/2006/relationships/customXml" Target="../ink/ink1850.xml"/><Relationship Id="rId125" Type="http://schemas.openxmlformats.org/officeDocument/2006/relationships/image" Target="../media/image1270.png"/><Relationship Id="rId141" Type="http://schemas.openxmlformats.org/officeDocument/2006/relationships/image" Target="../media/image1350.png"/><Relationship Id="rId146" Type="http://schemas.openxmlformats.org/officeDocument/2006/relationships/customXml" Target="../ink/ink1863.xml"/><Relationship Id="rId167" Type="http://schemas.openxmlformats.org/officeDocument/2006/relationships/image" Target="../media/image1480.png"/><Relationship Id="rId7" Type="http://schemas.openxmlformats.org/officeDocument/2006/relationships/image" Target="../media/image7110.png"/><Relationship Id="rId71" Type="http://schemas.openxmlformats.org/officeDocument/2006/relationships/image" Target="../media/image5910.png"/><Relationship Id="rId92" Type="http://schemas.openxmlformats.org/officeDocument/2006/relationships/customXml" Target="../ink/ink1836.xml"/><Relationship Id="rId162" Type="http://schemas.openxmlformats.org/officeDocument/2006/relationships/customXml" Target="../ink/ink1871.xml"/><Relationship Id="rId2" Type="http://schemas.openxmlformats.org/officeDocument/2006/relationships/customXml" Target="../ink/ink1791.xml"/><Relationship Id="rId29" Type="http://schemas.openxmlformats.org/officeDocument/2006/relationships/image" Target="../media/image8110.png"/><Relationship Id="rId24" Type="http://schemas.openxmlformats.org/officeDocument/2006/relationships/customXml" Target="../ink/ink1802.xml"/><Relationship Id="rId40" Type="http://schemas.openxmlformats.org/officeDocument/2006/relationships/customXml" Target="../ink/ink1810.xml"/><Relationship Id="rId45" Type="http://schemas.openxmlformats.org/officeDocument/2006/relationships/image" Target="../media/image8910.png"/><Relationship Id="rId66" Type="http://schemas.openxmlformats.org/officeDocument/2006/relationships/customXml" Target="../ink/ink1823.xml"/><Relationship Id="rId87" Type="http://schemas.openxmlformats.org/officeDocument/2006/relationships/image" Target="../media/image10810.png"/><Relationship Id="rId110" Type="http://schemas.openxmlformats.org/officeDocument/2006/relationships/customXml" Target="../ink/ink1845.xml"/><Relationship Id="rId115" Type="http://schemas.openxmlformats.org/officeDocument/2006/relationships/image" Target="../media/image1220.png"/><Relationship Id="rId131" Type="http://schemas.openxmlformats.org/officeDocument/2006/relationships/image" Target="../media/image1300.png"/><Relationship Id="rId136" Type="http://schemas.openxmlformats.org/officeDocument/2006/relationships/customXml" Target="../ink/ink1858.xml"/><Relationship Id="rId157" Type="http://schemas.openxmlformats.org/officeDocument/2006/relationships/image" Target="../media/image1430.png"/><Relationship Id="rId178" Type="http://schemas.openxmlformats.org/officeDocument/2006/relationships/customXml" Target="../ink/ink1879.xml"/><Relationship Id="rId61" Type="http://schemas.openxmlformats.org/officeDocument/2006/relationships/image" Target="../media/image9610.png"/><Relationship Id="rId82" Type="http://schemas.openxmlformats.org/officeDocument/2006/relationships/customXml" Target="../ink/ink1831.xml"/><Relationship Id="rId152" Type="http://schemas.openxmlformats.org/officeDocument/2006/relationships/customXml" Target="../ink/ink1866.xml"/><Relationship Id="rId173" Type="http://schemas.openxmlformats.org/officeDocument/2006/relationships/image" Target="../media/image1511.png"/><Relationship Id="rId19" Type="http://schemas.openxmlformats.org/officeDocument/2006/relationships/image" Target="../media/image7610.png"/><Relationship Id="rId14" Type="http://schemas.openxmlformats.org/officeDocument/2006/relationships/customXml" Target="../ink/ink1797.xml"/><Relationship Id="rId30" Type="http://schemas.openxmlformats.org/officeDocument/2006/relationships/customXml" Target="../ink/ink1805.xml"/><Relationship Id="rId35" Type="http://schemas.openxmlformats.org/officeDocument/2006/relationships/image" Target="../media/image8410.png"/><Relationship Id="rId56" Type="http://schemas.openxmlformats.org/officeDocument/2006/relationships/customXml" Target="../ink/ink1818.xml"/><Relationship Id="rId77" Type="http://schemas.openxmlformats.org/officeDocument/2006/relationships/image" Target="../media/image10310.png"/><Relationship Id="rId100" Type="http://schemas.openxmlformats.org/officeDocument/2006/relationships/customXml" Target="../ink/ink1840.xml"/><Relationship Id="rId105" Type="http://schemas.openxmlformats.org/officeDocument/2006/relationships/image" Target="../media/image1170.png"/><Relationship Id="rId126" Type="http://schemas.openxmlformats.org/officeDocument/2006/relationships/customXml" Target="../ink/ink1853.xml"/><Relationship Id="rId147" Type="http://schemas.openxmlformats.org/officeDocument/2006/relationships/image" Target="../media/image1380.png"/><Relationship Id="rId168" Type="http://schemas.openxmlformats.org/officeDocument/2006/relationships/customXml" Target="../ink/ink1874.xml"/><Relationship Id="rId8" Type="http://schemas.openxmlformats.org/officeDocument/2006/relationships/customXml" Target="../ink/ink1794.xml"/><Relationship Id="rId51" Type="http://schemas.openxmlformats.org/officeDocument/2006/relationships/image" Target="../media/image9210.png"/><Relationship Id="rId72" Type="http://schemas.openxmlformats.org/officeDocument/2006/relationships/customXml" Target="../ink/ink1826.xml"/><Relationship Id="rId93" Type="http://schemas.openxmlformats.org/officeDocument/2006/relationships/image" Target="../media/image11110.png"/><Relationship Id="rId98" Type="http://schemas.openxmlformats.org/officeDocument/2006/relationships/customXml" Target="../ink/ink1839.xml"/><Relationship Id="rId121" Type="http://schemas.openxmlformats.org/officeDocument/2006/relationships/image" Target="../media/image1250.png"/><Relationship Id="rId142" Type="http://schemas.openxmlformats.org/officeDocument/2006/relationships/customXml" Target="../ink/ink1861.xml"/><Relationship Id="rId163" Type="http://schemas.openxmlformats.org/officeDocument/2006/relationships/image" Target="../media/image1460.png"/><Relationship Id="rId3" Type="http://schemas.openxmlformats.org/officeDocument/2006/relationships/image" Target="../media/image2510.png"/><Relationship Id="rId25" Type="http://schemas.openxmlformats.org/officeDocument/2006/relationships/image" Target="../media/image7910.png"/><Relationship Id="rId46" Type="http://schemas.openxmlformats.org/officeDocument/2006/relationships/customXml" Target="../ink/ink1813.xml"/><Relationship Id="rId67" Type="http://schemas.openxmlformats.org/officeDocument/2006/relationships/image" Target="../media/image9910.png"/><Relationship Id="rId116" Type="http://schemas.openxmlformats.org/officeDocument/2006/relationships/customXml" Target="../ink/ink1848.xml"/><Relationship Id="rId137" Type="http://schemas.openxmlformats.org/officeDocument/2006/relationships/image" Target="../media/image1330.png"/><Relationship Id="rId158" Type="http://schemas.openxmlformats.org/officeDocument/2006/relationships/customXml" Target="../ink/ink1869.xml"/><Relationship Id="rId20" Type="http://schemas.openxmlformats.org/officeDocument/2006/relationships/customXml" Target="../ink/ink1800.xml"/><Relationship Id="rId41" Type="http://schemas.openxmlformats.org/officeDocument/2006/relationships/image" Target="../media/image8710.png"/><Relationship Id="rId62" Type="http://schemas.openxmlformats.org/officeDocument/2006/relationships/customXml" Target="../ink/ink1821.xml"/><Relationship Id="rId83" Type="http://schemas.openxmlformats.org/officeDocument/2006/relationships/image" Target="../media/image10610.png"/><Relationship Id="rId88" Type="http://schemas.openxmlformats.org/officeDocument/2006/relationships/customXml" Target="../ink/ink1834.xml"/><Relationship Id="rId111" Type="http://schemas.openxmlformats.org/officeDocument/2006/relationships/image" Target="../media/image1200.png"/><Relationship Id="rId132" Type="http://schemas.openxmlformats.org/officeDocument/2006/relationships/customXml" Target="../ink/ink1856.xml"/><Relationship Id="rId153" Type="http://schemas.openxmlformats.org/officeDocument/2006/relationships/image" Target="../media/image1411.png"/><Relationship Id="rId174" Type="http://schemas.openxmlformats.org/officeDocument/2006/relationships/customXml" Target="../ink/ink1877.xml"/><Relationship Id="rId179" Type="http://schemas.openxmlformats.org/officeDocument/2006/relationships/image" Target="../media/image1540.png"/><Relationship Id="rId15" Type="http://schemas.openxmlformats.org/officeDocument/2006/relationships/image" Target="../media/image7410.png"/><Relationship Id="rId36" Type="http://schemas.openxmlformats.org/officeDocument/2006/relationships/customXml" Target="../ink/ink1808.xml"/><Relationship Id="rId57" Type="http://schemas.openxmlformats.org/officeDocument/2006/relationships/image" Target="../media/image9510.png"/><Relationship Id="rId106" Type="http://schemas.openxmlformats.org/officeDocument/2006/relationships/customXml" Target="../ink/ink1843.xml"/><Relationship Id="rId127" Type="http://schemas.openxmlformats.org/officeDocument/2006/relationships/image" Target="../media/image1280.png"/><Relationship Id="rId10" Type="http://schemas.openxmlformats.org/officeDocument/2006/relationships/customXml" Target="../ink/ink1795.xml"/><Relationship Id="rId31" Type="http://schemas.openxmlformats.org/officeDocument/2006/relationships/image" Target="../media/image8210.png"/><Relationship Id="rId52" Type="http://schemas.openxmlformats.org/officeDocument/2006/relationships/customXml" Target="../ink/ink1816.xml"/><Relationship Id="rId73" Type="http://schemas.openxmlformats.org/officeDocument/2006/relationships/image" Target="../media/image10110.png"/><Relationship Id="rId78" Type="http://schemas.openxmlformats.org/officeDocument/2006/relationships/customXml" Target="../ink/ink1829.xml"/><Relationship Id="rId94" Type="http://schemas.openxmlformats.org/officeDocument/2006/relationships/customXml" Target="../ink/ink1837.xml"/><Relationship Id="rId99" Type="http://schemas.openxmlformats.org/officeDocument/2006/relationships/image" Target="../media/image1140.png"/><Relationship Id="rId101" Type="http://schemas.openxmlformats.org/officeDocument/2006/relationships/image" Target="../media/image1150.png"/><Relationship Id="rId122" Type="http://schemas.openxmlformats.org/officeDocument/2006/relationships/customXml" Target="../ink/ink1851.xml"/><Relationship Id="rId143" Type="http://schemas.openxmlformats.org/officeDocument/2006/relationships/image" Target="../media/image1360.png"/><Relationship Id="rId148" Type="http://schemas.openxmlformats.org/officeDocument/2006/relationships/customXml" Target="../ink/ink1864.xml"/><Relationship Id="rId164" Type="http://schemas.openxmlformats.org/officeDocument/2006/relationships/customXml" Target="../ink/ink1872.xml"/><Relationship Id="rId169" Type="http://schemas.openxmlformats.org/officeDocument/2006/relationships/image" Target="../media/image1490.png"/><Relationship Id="rId4" Type="http://schemas.openxmlformats.org/officeDocument/2006/relationships/customXml" Target="../ink/ink1792.xml"/><Relationship Id="rId9" Type="http://schemas.openxmlformats.org/officeDocument/2006/relationships/image" Target="../media/image2810.png"/><Relationship Id="rId180" Type="http://schemas.openxmlformats.org/officeDocument/2006/relationships/customXml" Target="../ink/ink1880.xml"/><Relationship Id="rId26" Type="http://schemas.openxmlformats.org/officeDocument/2006/relationships/customXml" Target="../ink/ink1803.xml"/><Relationship Id="rId47" Type="http://schemas.openxmlformats.org/officeDocument/2006/relationships/image" Target="../media/image9010.png"/><Relationship Id="rId68" Type="http://schemas.openxmlformats.org/officeDocument/2006/relationships/customXml" Target="../ink/ink1824.xml"/><Relationship Id="rId89" Type="http://schemas.openxmlformats.org/officeDocument/2006/relationships/image" Target="../media/image10910.png"/><Relationship Id="rId112" Type="http://schemas.openxmlformats.org/officeDocument/2006/relationships/customXml" Target="../ink/ink1846.xml"/><Relationship Id="rId133" Type="http://schemas.openxmlformats.org/officeDocument/2006/relationships/image" Target="../media/image1311.png"/><Relationship Id="rId154" Type="http://schemas.openxmlformats.org/officeDocument/2006/relationships/customXml" Target="../ink/ink1867.xml"/><Relationship Id="rId175" Type="http://schemas.openxmlformats.org/officeDocument/2006/relationships/image" Target="../media/image1520.png"/><Relationship Id="rId16" Type="http://schemas.openxmlformats.org/officeDocument/2006/relationships/customXml" Target="../ink/ink1798.xml"/><Relationship Id="rId37" Type="http://schemas.openxmlformats.org/officeDocument/2006/relationships/image" Target="../media/image8510.png"/><Relationship Id="rId58" Type="http://schemas.openxmlformats.org/officeDocument/2006/relationships/customXml" Target="../ink/ink1819.xml"/><Relationship Id="rId79" Type="http://schemas.openxmlformats.org/officeDocument/2006/relationships/image" Target="../media/image10410.png"/><Relationship Id="rId102" Type="http://schemas.openxmlformats.org/officeDocument/2006/relationships/customXml" Target="../ink/ink1841.xml"/><Relationship Id="rId123" Type="http://schemas.openxmlformats.org/officeDocument/2006/relationships/image" Target="../media/image1260.png"/><Relationship Id="rId144" Type="http://schemas.openxmlformats.org/officeDocument/2006/relationships/customXml" Target="../ink/ink1862.xml"/><Relationship Id="rId90" Type="http://schemas.openxmlformats.org/officeDocument/2006/relationships/customXml" Target="../ink/ink1835.xml"/><Relationship Id="rId165" Type="http://schemas.openxmlformats.org/officeDocument/2006/relationships/image" Target="../media/image1470.png"/><Relationship Id="rId27" Type="http://schemas.openxmlformats.org/officeDocument/2006/relationships/image" Target="../media/image8010.png"/><Relationship Id="rId48" Type="http://schemas.openxmlformats.org/officeDocument/2006/relationships/customXml" Target="../ink/ink1814.xml"/><Relationship Id="rId69" Type="http://schemas.openxmlformats.org/officeDocument/2006/relationships/image" Target="../media/image10010.png"/><Relationship Id="rId113" Type="http://schemas.openxmlformats.org/officeDocument/2006/relationships/image" Target="../media/image1211.png"/><Relationship Id="rId134" Type="http://schemas.openxmlformats.org/officeDocument/2006/relationships/customXml" Target="../ink/ink1857.xml"/><Relationship Id="rId80" Type="http://schemas.openxmlformats.org/officeDocument/2006/relationships/customXml" Target="../ink/ink1830.xml"/><Relationship Id="rId155" Type="http://schemas.openxmlformats.org/officeDocument/2006/relationships/image" Target="../media/image1420.png"/><Relationship Id="rId176" Type="http://schemas.openxmlformats.org/officeDocument/2006/relationships/customXml" Target="../ink/ink1878.xml"/><Relationship Id="rId17" Type="http://schemas.openxmlformats.org/officeDocument/2006/relationships/image" Target="../media/image7510.png"/><Relationship Id="rId38" Type="http://schemas.openxmlformats.org/officeDocument/2006/relationships/customXml" Target="../ink/ink1809.xml"/><Relationship Id="rId59" Type="http://schemas.openxmlformats.org/officeDocument/2006/relationships/image" Target="../media/image5310.png"/><Relationship Id="rId103" Type="http://schemas.openxmlformats.org/officeDocument/2006/relationships/image" Target="../media/image1160.png"/><Relationship Id="rId124" Type="http://schemas.openxmlformats.org/officeDocument/2006/relationships/customXml" Target="../ink/ink1852.xml"/><Relationship Id="rId70" Type="http://schemas.openxmlformats.org/officeDocument/2006/relationships/customXml" Target="../ink/ink1825.xml"/><Relationship Id="rId91" Type="http://schemas.openxmlformats.org/officeDocument/2006/relationships/image" Target="../media/image1108.png"/><Relationship Id="rId145" Type="http://schemas.openxmlformats.org/officeDocument/2006/relationships/image" Target="../media/image1370.png"/><Relationship Id="rId166" Type="http://schemas.openxmlformats.org/officeDocument/2006/relationships/customXml" Target="../ink/ink1873.xml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1804.xml"/><Relationship Id="rId49" Type="http://schemas.openxmlformats.org/officeDocument/2006/relationships/image" Target="../media/image9110.png"/><Relationship Id="rId114" Type="http://schemas.openxmlformats.org/officeDocument/2006/relationships/customXml" Target="../ink/ink1847.xml"/></Relationships>
</file>

<file path=ppt/slides/_rels/slide2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80.png"/><Relationship Id="rId21" Type="http://schemas.openxmlformats.org/officeDocument/2006/relationships/image" Target="../media/image7710.png"/><Relationship Id="rId42" Type="http://schemas.openxmlformats.org/officeDocument/2006/relationships/customXml" Target="../ink/ink1901.xml"/><Relationship Id="rId63" Type="http://schemas.openxmlformats.org/officeDocument/2006/relationships/image" Target="../media/image9710.png"/><Relationship Id="rId84" Type="http://schemas.openxmlformats.org/officeDocument/2006/relationships/customXml" Target="../ink/ink1922.xml"/><Relationship Id="rId138" Type="http://schemas.openxmlformats.org/officeDocument/2006/relationships/customXml" Target="../ink/ink1949.xml"/><Relationship Id="rId159" Type="http://schemas.openxmlformats.org/officeDocument/2006/relationships/image" Target="../media/image1880.png"/><Relationship Id="rId170" Type="http://schemas.openxmlformats.org/officeDocument/2006/relationships/customXml" Target="../ink/ink1965.xml"/><Relationship Id="rId191" Type="http://schemas.openxmlformats.org/officeDocument/2006/relationships/image" Target="../media/image2040.png"/><Relationship Id="rId205" Type="http://schemas.openxmlformats.org/officeDocument/2006/relationships/image" Target="../media/image2111.png"/><Relationship Id="rId226" Type="http://schemas.openxmlformats.org/officeDocument/2006/relationships/customXml" Target="../ink/ink1993.xml"/><Relationship Id="rId247" Type="http://schemas.openxmlformats.org/officeDocument/2006/relationships/customXml" Target="../ink/ink2004.xml"/><Relationship Id="rId107" Type="http://schemas.openxmlformats.org/officeDocument/2006/relationships/image" Target="../media/image1630.png"/><Relationship Id="rId11" Type="http://schemas.openxmlformats.org/officeDocument/2006/relationships/image" Target="../media/image7210.png"/><Relationship Id="rId32" Type="http://schemas.openxmlformats.org/officeDocument/2006/relationships/customXml" Target="../ink/ink1896.xml"/><Relationship Id="rId53" Type="http://schemas.openxmlformats.org/officeDocument/2006/relationships/image" Target="../media/image9310.png"/><Relationship Id="rId74" Type="http://schemas.openxmlformats.org/officeDocument/2006/relationships/customXml" Target="../ink/ink1917.xml"/><Relationship Id="rId128" Type="http://schemas.openxmlformats.org/officeDocument/2006/relationships/customXml" Target="../ink/ink1944.xml"/><Relationship Id="rId149" Type="http://schemas.openxmlformats.org/officeDocument/2006/relationships/image" Target="../media/image1830.png"/><Relationship Id="rId5" Type="http://schemas.openxmlformats.org/officeDocument/2006/relationships/image" Target="../media/image7010.png"/><Relationship Id="rId95" Type="http://schemas.openxmlformats.org/officeDocument/2006/relationships/image" Target="../media/image1570.png"/><Relationship Id="rId160" Type="http://schemas.openxmlformats.org/officeDocument/2006/relationships/customXml" Target="../ink/ink1960.xml"/><Relationship Id="rId181" Type="http://schemas.openxmlformats.org/officeDocument/2006/relationships/image" Target="../media/image1990.png"/><Relationship Id="rId216" Type="http://schemas.openxmlformats.org/officeDocument/2006/relationships/customXml" Target="../ink/ink1988.xml"/><Relationship Id="rId237" Type="http://schemas.openxmlformats.org/officeDocument/2006/relationships/customXml" Target="../ink/ink1999.xml"/><Relationship Id="rId22" Type="http://schemas.openxmlformats.org/officeDocument/2006/relationships/customXml" Target="../ink/ink1891.xml"/><Relationship Id="rId43" Type="http://schemas.openxmlformats.org/officeDocument/2006/relationships/image" Target="../media/image8810.png"/><Relationship Id="rId64" Type="http://schemas.openxmlformats.org/officeDocument/2006/relationships/customXml" Target="../ink/ink1912.xml"/><Relationship Id="rId118" Type="http://schemas.openxmlformats.org/officeDocument/2006/relationships/customXml" Target="../ink/ink1939.xml"/><Relationship Id="rId139" Type="http://schemas.openxmlformats.org/officeDocument/2006/relationships/image" Target="../media/image1780.png"/><Relationship Id="rId85" Type="http://schemas.openxmlformats.org/officeDocument/2006/relationships/image" Target="../media/image10710.png"/><Relationship Id="rId150" Type="http://schemas.openxmlformats.org/officeDocument/2006/relationships/customXml" Target="../ink/ink1955.xml"/><Relationship Id="rId171" Type="http://schemas.openxmlformats.org/officeDocument/2006/relationships/image" Target="../media/image1940.png"/><Relationship Id="rId192" Type="http://schemas.openxmlformats.org/officeDocument/2006/relationships/customXml" Target="../ink/ink1976.xml"/><Relationship Id="rId206" Type="http://schemas.openxmlformats.org/officeDocument/2006/relationships/customXml" Target="../ink/ink1983.xml"/><Relationship Id="rId227" Type="http://schemas.openxmlformats.org/officeDocument/2006/relationships/customXml" Target="../ink/ink1994.xml"/><Relationship Id="rId248" Type="http://schemas.openxmlformats.org/officeDocument/2006/relationships/image" Target="../media/image2320.png"/><Relationship Id="rId12" Type="http://schemas.openxmlformats.org/officeDocument/2006/relationships/customXml" Target="../ink/ink1886.xml"/><Relationship Id="rId33" Type="http://schemas.openxmlformats.org/officeDocument/2006/relationships/image" Target="../media/image8310.png"/><Relationship Id="rId108" Type="http://schemas.openxmlformats.org/officeDocument/2006/relationships/customXml" Target="../ink/ink1934.xml"/><Relationship Id="rId129" Type="http://schemas.openxmlformats.org/officeDocument/2006/relationships/image" Target="../media/image1290.png"/><Relationship Id="rId54" Type="http://schemas.openxmlformats.org/officeDocument/2006/relationships/customXml" Target="../ink/ink1907.xml"/><Relationship Id="rId75" Type="http://schemas.openxmlformats.org/officeDocument/2006/relationships/image" Target="../media/image10211.png"/><Relationship Id="rId96" Type="http://schemas.openxmlformats.org/officeDocument/2006/relationships/customXml" Target="../ink/ink1928.xml"/><Relationship Id="rId140" Type="http://schemas.openxmlformats.org/officeDocument/2006/relationships/customXml" Target="../ink/ink1950.xml"/><Relationship Id="rId161" Type="http://schemas.openxmlformats.org/officeDocument/2006/relationships/image" Target="../media/image1890.png"/><Relationship Id="rId182" Type="http://schemas.openxmlformats.org/officeDocument/2006/relationships/customXml" Target="../ink/ink1971.xml"/><Relationship Id="rId217" Type="http://schemas.openxmlformats.org/officeDocument/2006/relationships/image" Target="../media/image2170.png"/><Relationship Id="rId6" Type="http://schemas.openxmlformats.org/officeDocument/2006/relationships/customXml" Target="../ink/ink1883.xml"/><Relationship Id="rId238" Type="http://schemas.openxmlformats.org/officeDocument/2006/relationships/image" Target="../media/image2270.png"/><Relationship Id="rId23" Type="http://schemas.openxmlformats.org/officeDocument/2006/relationships/image" Target="../media/image7810.png"/><Relationship Id="rId119" Type="http://schemas.openxmlformats.org/officeDocument/2006/relationships/image" Target="../media/image1690.png"/><Relationship Id="rId44" Type="http://schemas.openxmlformats.org/officeDocument/2006/relationships/customXml" Target="../ink/ink1902.xml"/><Relationship Id="rId65" Type="http://schemas.openxmlformats.org/officeDocument/2006/relationships/image" Target="../media/image9810.png"/><Relationship Id="rId86" Type="http://schemas.openxmlformats.org/officeDocument/2006/relationships/customXml" Target="../ink/ink1923.xml"/><Relationship Id="rId130" Type="http://schemas.openxmlformats.org/officeDocument/2006/relationships/customXml" Target="../ink/ink1945.xml"/><Relationship Id="rId151" Type="http://schemas.openxmlformats.org/officeDocument/2006/relationships/image" Target="../media/image1840.png"/><Relationship Id="rId172" Type="http://schemas.openxmlformats.org/officeDocument/2006/relationships/customXml" Target="../ink/ink1966.xml"/><Relationship Id="rId193" Type="http://schemas.openxmlformats.org/officeDocument/2006/relationships/image" Target="../media/image2050.png"/><Relationship Id="rId207" Type="http://schemas.openxmlformats.org/officeDocument/2006/relationships/image" Target="../media/image2120.png"/><Relationship Id="rId228" Type="http://schemas.openxmlformats.org/officeDocument/2006/relationships/image" Target="../media/image2220.png"/><Relationship Id="rId249" Type="http://schemas.openxmlformats.org/officeDocument/2006/relationships/customXml" Target="../ink/ink2005.xml"/><Relationship Id="rId13" Type="http://schemas.openxmlformats.org/officeDocument/2006/relationships/image" Target="../media/image7310.png"/><Relationship Id="rId109" Type="http://schemas.openxmlformats.org/officeDocument/2006/relationships/image" Target="../media/image1640.png"/><Relationship Id="rId34" Type="http://schemas.openxmlformats.org/officeDocument/2006/relationships/customXml" Target="../ink/ink1897.xml"/><Relationship Id="rId55" Type="http://schemas.openxmlformats.org/officeDocument/2006/relationships/image" Target="../media/image9410.png"/><Relationship Id="rId76" Type="http://schemas.openxmlformats.org/officeDocument/2006/relationships/customXml" Target="../ink/ink1918.xml"/><Relationship Id="rId97" Type="http://schemas.openxmlformats.org/officeDocument/2006/relationships/image" Target="../media/image1580.png"/><Relationship Id="rId120" Type="http://schemas.openxmlformats.org/officeDocument/2006/relationships/customXml" Target="../ink/ink1940.xml"/><Relationship Id="rId141" Type="http://schemas.openxmlformats.org/officeDocument/2006/relationships/image" Target="../media/image1790.png"/><Relationship Id="rId7" Type="http://schemas.openxmlformats.org/officeDocument/2006/relationships/image" Target="../media/image7110.png"/><Relationship Id="rId162" Type="http://schemas.openxmlformats.org/officeDocument/2006/relationships/customXml" Target="../ink/ink1961.xml"/><Relationship Id="rId183" Type="http://schemas.openxmlformats.org/officeDocument/2006/relationships/image" Target="../media/image2000.png"/><Relationship Id="rId218" Type="http://schemas.openxmlformats.org/officeDocument/2006/relationships/customXml" Target="../ink/ink1989.xml"/><Relationship Id="rId239" Type="http://schemas.openxmlformats.org/officeDocument/2006/relationships/customXml" Target="../ink/ink2000.xml"/><Relationship Id="rId250" Type="http://schemas.openxmlformats.org/officeDocument/2006/relationships/image" Target="../media/image2330.png"/><Relationship Id="rId24" Type="http://schemas.openxmlformats.org/officeDocument/2006/relationships/customXml" Target="../ink/ink1892.xml"/><Relationship Id="rId45" Type="http://schemas.openxmlformats.org/officeDocument/2006/relationships/image" Target="../media/image8910.png"/><Relationship Id="rId66" Type="http://schemas.openxmlformats.org/officeDocument/2006/relationships/customXml" Target="../ink/ink1913.xml"/><Relationship Id="rId87" Type="http://schemas.openxmlformats.org/officeDocument/2006/relationships/image" Target="../media/image10810.png"/><Relationship Id="rId110" Type="http://schemas.openxmlformats.org/officeDocument/2006/relationships/customXml" Target="../ink/ink1935.xml"/><Relationship Id="rId131" Type="http://schemas.openxmlformats.org/officeDocument/2006/relationships/image" Target="../media/image1740.png"/><Relationship Id="rId152" Type="http://schemas.openxmlformats.org/officeDocument/2006/relationships/customXml" Target="../ink/ink1956.xml"/><Relationship Id="rId173" Type="http://schemas.openxmlformats.org/officeDocument/2006/relationships/image" Target="../media/image1950.png"/><Relationship Id="rId194" Type="http://schemas.openxmlformats.org/officeDocument/2006/relationships/customXml" Target="../ink/ink1977.xml"/><Relationship Id="rId208" Type="http://schemas.openxmlformats.org/officeDocument/2006/relationships/customXml" Target="../ink/ink1984.xml"/><Relationship Id="rId229" Type="http://schemas.openxmlformats.org/officeDocument/2006/relationships/customXml" Target="../ink/ink1995.xml"/><Relationship Id="rId240" Type="http://schemas.openxmlformats.org/officeDocument/2006/relationships/image" Target="../media/image2280.png"/><Relationship Id="rId14" Type="http://schemas.openxmlformats.org/officeDocument/2006/relationships/customXml" Target="../ink/ink1887.xml"/><Relationship Id="rId35" Type="http://schemas.openxmlformats.org/officeDocument/2006/relationships/image" Target="../media/image8410.png"/><Relationship Id="rId56" Type="http://schemas.openxmlformats.org/officeDocument/2006/relationships/customXml" Target="../ink/ink1908.xml"/><Relationship Id="rId77" Type="http://schemas.openxmlformats.org/officeDocument/2006/relationships/image" Target="../media/image10310.png"/><Relationship Id="rId100" Type="http://schemas.openxmlformats.org/officeDocument/2006/relationships/customXml" Target="../ink/ink1930.xml"/><Relationship Id="rId8" Type="http://schemas.openxmlformats.org/officeDocument/2006/relationships/customXml" Target="../ink/ink1884.xml"/><Relationship Id="rId98" Type="http://schemas.openxmlformats.org/officeDocument/2006/relationships/customXml" Target="../ink/ink1929.xml"/><Relationship Id="rId121" Type="http://schemas.openxmlformats.org/officeDocument/2006/relationships/image" Target="../media/image1700.png"/><Relationship Id="rId142" Type="http://schemas.openxmlformats.org/officeDocument/2006/relationships/customXml" Target="../ink/ink1951.xml"/><Relationship Id="rId163" Type="http://schemas.openxmlformats.org/officeDocument/2006/relationships/image" Target="../media/image1900.png"/><Relationship Id="rId184" Type="http://schemas.openxmlformats.org/officeDocument/2006/relationships/customXml" Target="../ink/ink1972.xml"/><Relationship Id="rId219" Type="http://schemas.openxmlformats.org/officeDocument/2006/relationships/image" Target="../media/image2180.png"/><Relationship Id="rId230" Type="http://schemas.openxmlformats.org/officeDocument/2006/relationships/image" Target="../media/image2230.png"/><Relationship Id="rId25" Type="http://schemas.openxmlformats.org/officeDocument/2006/relationships/image" Target="../media/image7910.png"/><Relationship Id="rId46" Type="http://schemas.openxmlformats.org/officeDocument/2006/relationships/customXml" Target="../ink/ink1903.xml"/><Relationship Id="rId67" Type="http://schemas.openxmlformats.org/officeDocument/2006/relationships/image" Target="../media/image9910.png"/><Relationship Id="rId88" Type="http://schemas.openxmlformats.org/officeDocument/2006/relationships/customXml" Target="../ink/ink1924.xml"/><Relationship Id="rId111" Type="http://schemas.openxmlformats.org/officeDocument/2006/relationships/image" Target="../media/image1650.png"/><Relationship Id="rId132" Type="http://schemas.openxmlformats.org/officeDocument/2006/relationships/customXml" Target="../ink/ink1946.xml"/><Relationship Id="rId153" Type="http://schemas.openxmlformats.org/officeDocument/2006/relationships/image" Target="../media/image1850.png"/><Relationship Id="rId174" Type="http://schemas.openxmlformats.org/officeDocument/2006/relationships/customXml" Target="../ink/ink1967.xml"/><Relationship Id="rId195" Type="http://schemas.openxmlformats.org/officeDocument/2006/relationships/image" Target="../media/image2060.png"/><Relationship Id="rId209" Type="http://schemas.openxmlformats.org/officeDocument/2006/relationships/image" Target="../media/image2130.png"/><Relationship Id="rId220" Type="http://schemas.openxmlformats.org/officeDocument/2006/relationships/customXml" Target="../ink/ink1990.xml"/><Relationship Id="rId241" Type="http://schemas.openxmlformats.org/officeDocument/2006/relationships/customXml" Target="../ink/ink2001.xml"/><Relationship Id="rId15" Type="http://schemas.openxmlformats.org/officeDocument/2006/relationships/image" Target="../media/image7410.png"/><Relationship Id="rId36" Type="http://schemas.openxmlformats.org/officeDocument/2006/relationships/customXml" Target="../ink/ink1898.xml"/><Relationship Id="rId57" Type="http://schemas.openxmlformats.org/officeDocument/2006/relationships/image" Target="../media/image9510.png"/><Relationship Id="rId78" Type="http://schemas.openxmlformats.org/officeDocument/2006/relationships/customXml" Target="../ink/ink1919.xml"/><Relationship Id="rId99" Type="http://schemas.openxmlformats.org/officeDocument/2006/relationships/image" Target="../media/image1590.png"/><Relationship Id="rId101" Type="http://schemas.openxmlformats.org/officeDocument/2006/relationships/image" Target="../media/image1600.png"/><Relationship Id="rId122" Type="http://schemas.openxmlformats.org/officeDocument/2006/relationships/customXml" Target="../ink/ink1941.xml"/><Relationship Id="rId143" Type="http://schemas.openxmlformats.org/officeDocument/2006/relationships/image" Target="../media/image1800.png"/><Relationship Id="rId164" Type="http://schemas.openxmlformats.org/officeDocument/2006/relationships/customXml" Target="../ink/ink1962.xml"/><Relationship Id="rId185" Type="http://schemas.openxmlformats.org/officeDocument/2006/relationships/image" Target="../media/image2010.png"/><Relationship Id="rId4" Type="http://schemas.openxmlformats.org/officeDocument/2006/relationships/customXml" Target="../ink/ink1882.xml"/><Relationship Id="rId9" Type="http://schemas.openxmlformats.org/officeDocument/2006/relationships/image" Target="../media/image2810.png"/><Relationship Id="rId180" Type="http://schemas.openxmlformats.org/officeDocument/2006/relationships/customXml" Target="../ink/ink1970.xml"/><Relationship Id="rId210" Type="http://schemas.openxmlformats.org/officeDocument/2006/relationships/customXml" Target="../ink/ink1985.xml"/><Relationship Id="rId215" Type="http://schemas.openxmlformats.org/officeDocument/2006/relationships/image" Target="../media/image2160.png"/><Relationship Id="rId236" Type="http://schemas.openxmlformats.org/officeDocument/2006/relationships/image" Target="../media/image2260.png"/><Relationship Id="rId26" Type="http://schemas.openxmlformats.org/officeDocument/2006/relationships/customXml" Target="../ink/ink1893.xml"/><Relationship Id="rId231" Type="http://schemas.openxmlformats.org/officeDocument/2006/relationships/customXml" Target="../ink/ink1996.xml"/><Relationship Id="rId47" Type="http://schemas.openxmlformats.org/officeDocument/2006/relationships/image" Target="../media/image9010.png"/><Relationship Id="rId68" Type="http://schemas.openxmlformats.org/officeDocument/2006/relationships/customXml" Target="../ink/ink1914.xml"/><Relationship Id="rId89" Type="http://schemas.openxmlformats.org/officeDocument/2006/relationships/image" Target="../media/image10910.png"/><Relationship Id="rId112" Type="http://schemas.openxmlformats.org/officeDocument/2006/relationships/customXml" Target="../ink/ink1936.xml"/><Relationship Id="rId133" Type="http://schemas.openxmlformats.org/officeDocument/2006/relationships/image" Target="../media/image1750.png"/><Relationship Id="rId154" Type="http://schemas.openxmlformats.org/officeDocument/2006/relationships/customXml" Target="../ink/ink1957.xml"/><Relationship Id="rId175" Type="http://schemas.openxmlformats.org/officeDocument/2006/relationships/image" Target="../media/image1960.png"/><Relationship Id="rId196" Type="http://schemas.openxmlformats.org/officeDocument/2006/relationships/customXml" Target="../ink/ink1978.xml"/><Relationship Id="rId200" Type="http://schemas.openxmlformats.org/officeDocument/2006/relationships/customXml" Target="../ink/ink1980.xml"/><Relationship Id="rId16" Type="http://schemas.openxmlformats.org/officeDocument/2006/relationships/customXml" Target="../ink/ink1888.xml"/><Relationship Id="rId221" Type="http://schemas.openxmlformats.org/officeDocument/2006/relationships/image" Target="../media/image2190.png"/><Relationship Id="rId242" Type="http://schemas.openxmlformats.org/officeDocument/2006/relationships/image" Target="../media/image2290.png"/><Relationship Id="rId37" Type="http://schemas.openxmlformats.org/officeDocument/2006/relationships/image" Target="../media/image8510.png"/><Relationship Id="rId58" Type="http://schemas.openxmlformats.org/officeDocument/2006/relationships/customXml" Target="../ink/ink1909.xml"/><Relationship Id="rId79" Type="http://schemas.openxmlformats.org/officeDocument/2006/relationships/image" Target="../media/image10410.png"/><Relationship Id="rId102" Type="http://schemas.openxmlformats.org/officeDocument/2006/relationships/customXml" Target="../ink/ink1931.xml"/><Relationship Id="rId123" Type="http://schemas.openxmlformats.org/officeDocument/2006/relationships/image" Target="../media/image1711.png"/><Relationship Id="rId144" Type="http://schemas.openxmlformats.org/officeDocument/2006/relationships/customXml" Target="../ink/ink1952.xml"/><Relationship Id="rId90" Type="http://schemas.openxmlformats.org/officeDocument/2006/relationships/customXml" Target="../ink/ink1925.xml"/><Relationship Id="rId165" Type="http://schemas.openxmlformats.org/officeDocument/2006/relationships/image" Target="../media/image1911.png"/><Relationship Id="rId186" Type="http://schemas.openxmlformats.org/officeDocument/2006/relationships/customXml" Target="../ink/ink1973.xml"/><Relationship Id="rId211" Type="http://schemas.openxmlformats.org/officeDocument/2006/relationships/image" Target="../media/image2140.png"/><Relationship Id="rId232" Type="http://schemas.openxmlformats.org/officeDocument/2006/relationships/image" Target="../media/image2240.png"/><Relationship Id="rId27" Type="http://schemas.openxmlformats.org/officeDocument/2006/relationships/image" Target="../media/image8010.png"/><Relationship Id="rId48" Type="http://schemas.openxmlformats.org/officeDocument/2006/relationships/customXml" Target="../ink/ink1904.xml"/><Relationship Id="rId69" Type="http://schemas.openxmlformats.org/officeDocument/2006/relationships/image" Target="../media/image10010.png"/><Relationship Id="rId113" Type="http://schemas.openxmlformats.org/officeDocument/2006/relationships/image" Target="../media/image1660.png"/><Relationship Id="rId134" Type="http://schemas.openxmlformats.org/officeDocument/2006/relationships/customXml" Target="../ink/ink1947.xml"/><Relationship Id="rId80" Type="http://schemas.openxmlformats.org/officeDocument/2006/relationships/customXml" Target="../ink/ink1920.xml"/><Relationship Id="rId155" Type="http://schemas.openxmlformats.org/officeDocument/2006/relationships/image" Target="../media/image1860.png"/><Relationship Id="rId176" Type="http://schemas.openxmlformats.org/officeDocument/2006/relationships/customXml" Target="../ink/ink1968.xml"/><Relationship Id="rId197" Type="http://schemas.openxmlformats.org/officeDocument/2006/relationships/image" Target="../media/image2070.png"/><Relationship Id="rId201" Type="http://schemas.openxmlformats.org/officeDocument/2006/relationships/image" Target="../media/image2090.png"/><Relationship Id="rId222" Type="http://schemas.openxmlformats.org/officeDocument/2006/relationships/customXml" Target="../ink/ink1991.xml"/><Relationship Id="rId243" Type="http://schemas.openxmlformats.org/officeDocument/2006/relationships/customXml" Target="../ink/ink2002.xml"/><Relationship Id="rId17" Type="http://schemas.openxmlformats.org/officeDocument/2006/relationships/image" Target="../media/image7510.png"/><Relationship Id="rId38" Type="http://schemas.openxmlformats.org/officeDocument/2006/relationships/customXml" Target="../ink/ink1899.xml"/><Relationship Id="rId59" Type="http://schemas.openxmlformats.org/officeDocument/2006/relationships/image" Target="../media/image5310.png"/><Relationship Id="rId103" Type="http://schemas.openxmlformats.org/officeDocument/2006/relationships/image" Target="../media/image1611.png"/><Relationship Id="rId124" Type="http://schemas.openxmlformats.org/officeDocument/2006/relationships/customXml" Target="../ink/ink1942.xml"/><Relationship Id="rId70" Type="http://schemas.openxmlformats.org/officeDocument/2006/relationships/customXml" Target="../ink/ink1915.xml"/><Relationship Id="rId91" Type="http://schemas.openxmlformats.org/officeDocument/2006/relationships/image" Target="../media/image1108.png"/><Relationship Id="rId145" Type="http://schemas.openxmlformats.org/officeDocument/2006/relationships/image" Target="../media/image1811.png"/><Relationship Id="rId166" Type="http://schemas.openxmlformats.org/officeDocument/2006/relationships/customXml" Target="../ink/ink1963.xml"/><Relationship Id="rId187" Type="http://schemas.openxmlformats.org/officeDocument/2006/relationships/image" Target="../media/image2020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986.xml"/><Relationship Id="rId233" Type="http://schemas.openxmlformats.org/officeDocument/2006/relationships/customXml" Target="../ink/ink1997.xml"/><Relationship Id="rId28" Type="http://schemas.openxmlformats.org/officeDocument/2006/relationships/customXml" Target="../ink/ink1894.xml"/><Relationship Id="rId49" Type="http://schemas.openxmlformats.org/officeDocument/2006/relationships/image" Target="../media/image9110.png"/><Relationship Id="rId114" Type="http://schemas.openxmlformats.org/officeDocument/2006/relationships/customXml" Target="../ink/ink1937.xml"/><Relationship Id="rId60" Type="http://schemas.openxmlformats.org/officeDocument/2006/relationships/customXml" Target="../ink/ink1910.xml"/><Relationship Id="rId81" Type="http://schemas.openxmlformats.org/officeDocument/2006/relationships/image" Target="../media/image10510.png"/><Relationship Id="rId135" Type="http://schemas.openxmlformats.org/officeDocument/2006/relationships/image" Target="../media/image1760.png"/><Relationship Id="rId156" Type="http://schemas.openxmlformats.org/officeDocument/2006/relationships/customXml" Target="../ink/ink1958.xml"/><Relationship Id="rId177" Type="http://schemas.openxmlformats.org/officeDocument/2006/relationships/image" Target="../media/image1970.png"/><Relationship Id="rId198" Type="http://schemas.openxmlformats.org/officeDocument/2006/relationships/customXml" Target="../ink/ink1979.xml"/><Relationship Id="rId202" Type="http://schemas.openxmlformats.org/officeDocument/2006/relationships/customXml" Target="../ink/ink1981.xml"/><Relationship Id="rId223" Type="http://schemas.openxmlformats.org/officeDocument/2006/relationships/image" Target="../media/image2200.png"/><Relationship Id="rId244" Type="http://schemas.openxmlformats.org/officeDocument/2006/relationships/image" Target="../media/image2300.png"/><Relationship Id="rId18" Type="http://schemas.openxmlformats.org/officeDocument/2006/relationships/customXml" Target="../ink/ink1889.xml"/><Relationship Id="rId39" Type="http://schemas.openxmlformats.org/officeDocument/2006/relationships/image" Target="../media/image8610.png"/><Relationship Id="rId50" Type="http://schemas.openxmlformats.org/officeDocument/2006/relationships/customXml" Target="../ink/ink1905.xml"/><Relationship Id="rId104" Type="http://schemas.openxmlformats.org/officeDocument/2006/relationships/customXml" Target="../ink/ink1932.xml"/><Relationship Id="rId125" Type="http://schemas.openxmlformats.org/officeDocument/2006/relationships/image" Target="../media/image1720.png"/><Relationship Id="rId146" Type="http://schemas.openxmlformats.org/officeDocument/2006/relationships/customXml" Target="../ink/ink1953.xml"/><Relationship Id="rId167" Type="http://schemas.openxmlformats.org/officeDocument/2006/relationships/image" Target="../media/image1920.png"/><Relationship Id="rId188" Type="http://schemas.openxmlformats.org/officeDocument/2006/relationships/customXml" Target="../ink/ink1974.xml"/><Relationship Id="rId71" Type="http://schemas.openxmlformats.org/officeDocument/2006/relationships/image" Target="../media/image5910.png"/><Relationship Id="rId92" Type="http://schemas.openxmlformats.org/officeDocument/2006/relationships/customXml" Target="../ink/ink1926.xml"/><Relationship Id="rId213" Type="http://schemas.openxmlformats.org/officeDocument/2006/relationships/image" Target="../media/image2150.png"/><Relationship Id="rId234" Type="http://schemas.openxmlformats.org/officeDocument/2006/relationships/image" Target="../media/image2250.png"/><Relationship Id="rId2" Type="http://schemas.openxmlformats.org/officeDocument/2006/relationships/customXml" Target="../ink/ink1881.xml"/><Relationship Id="rId29" Type="http://schemas.openxmlformats.org/officeDocument/2006/relationships/image" Target="../media/image8110.png"/><Relationship Id="rId40" Type="http://schemas.openxmlformats.org/officeDocument/2006/relationships/customXml" Target="../ink/ink1900.xml"/><Relationship Id="rId115" Type="http://schemas.openxmlformats.org/officeDocument/2006/relationships/image" Target="../media/image1670.png"/><Relationship Id="rId136" Type="http://schemas.openxmlformats.org/officeDocument/2006/relationships/customXml" Target="../ink/ink1948.xml"/><Relationship Id="rId157" Type="http://schemas.openxmlformats.org/officeDocument/2006/relationships/image" Target="../media/image1870.png"/><Relationship Id="rId178" Type="http://schemas.openxmlformats.org/officeDocument/2006/relationships/customXml" Target="../ink/ink1969.xml"/><Relationship Id="rId61" Type="http://schemas.openxmlformats.org/officeDocument/2006/relationships/image" Target="../media/image9610.png"/><Relationship Id="rId82" Type="http://schemas.openxmlformats.org/officeDocument/2006/relationships/customXml" Target="../ink/ink1921.xml"/><Relationship Id="rId199" Type="http://schemas.openxmlformats.org/officeDocument/2006/relationships/image" Target="../media/image2080.png"/><Relationship Id="rId203" Type="http://schemas.openxmlformats.org/officeDocument/2006/relationships/image" Target="../media/image2100.png"/><Relationship Id="rId19" Type="http://schemas.openxmlformats.org/officeDocument/2006/relationships/image" Target="../media/image7610.png"/><Relationship Id="rId224" Type="http://schemas.openxmlformats.org/officeDocument/2006/relationships/customXml" Target="../ink/ink1992.xml"/><Relationship Id="rId245" Type="http://schemas.openxmlformats.org/officeDocument/2006/relationships/customXml" Target="../ink/ink2003.xml"/><Relationship Id="rId30" Type="http://schemas.openxmlformats.org/officeDocument/2006/relationships/customXml" Target="../ink/ink1895.xml"/><Relationship Id="rId105" Type="http://schemas.openxmlformats.org/officeDocument/2006/relationships/image" Target="../media/image1620.png"/><Relationship Id="rId126" Type="http://schemas.openxmlformats.org/officeDocument/2006/relationships/customXml" Target="../ink/ink1943.xml"/><Relationship Id="rId147" Type="http://schemas.openxmlformats.org/officeDocument/2006/relationships/image" Target="../media/image1820.png"/><Relationship Id="rId168" Type="http://schemas.openxmlformats.org/officeDocument/2006/relationships/customXml" Target="../ink/ink1964.xml"/><Relationship Id="rId51" Type="http://schemas.openxmlformats.org/officeDocument/2006/relationships/image" Target="../media/image9210.png"/><Relationship Id="rId72" Type="http://schemas.openxmlformats.org/officeDocument/2006/relationships/customXml" Target="../ink/ink1916.xml"/><Relationship Id="rId93" Type="http://schemas.openxmlformats.org/officeDocument/2006/relationships/image" Target="../media/image1560.png"/><Relationship Id="rId189" Type="http://schemas.openxmlformats.org/officeDocument/2006/relationships/image" Target="../media/image2030.png"/><Relationship Id="rId3" Type="http://schemas.openxmlformats.org/officeDocument/2006/relationships/image" Target="../media/image2510.png"/><Relationship Id="rId214" Type="http://schemas.openxmlformats.org/officeDocument/2006/relationships/customXml" Target="../ink/ink1987.xml"/><Relationship Id="rId235" Type="http://schemas.openxmlformats.org/officeDocument/2006/relationships/customXml" Target="../ink/ink1998.xml"/><Relationship Id="rId116" Type="http://schemas.openxmlformats.org/officeDocument/2006/relationships/customXml" Target="../ink/ink1938.xml"/><Relationship Id="rId137" Type="http://schemas.openxmlformats.org/officeDocument/2006/relationships/image" Target="../media/image1770.png"/><Relationship Id="rId158" Type="http://schemas.openxmlformats.org/officeDocument/2006/relationships/customXml" Target="../ink/ink1959.xml"/><Relationship Id="rId20" Type="http://schemas.openxmlformats.org/officeDocument/2006/relationships/customXml" Target="../ink/ink1890.xml"/><Relationship Id="rId41" Type="http://schemas.openxmlformats.org/officeDocument/2006/relationships/image" Target="../media/image8710.png"/><Relationship Id="rId62" Type="http://schemas.openxmlformats.org/officeDocument/2006/relationships/customXml" Target="../ink/ink1911.xml"/><Relationship Id="rId83" Type="http://schemas.openxmlformats.org/officeDocument/2006/relationships/image" Target="../media/image10610.png"/><Relationship Id="rId179" Type="http://schemas.openxmlformats.org/officeDocument/2006/relationships/image" Target="../media/image1980.png"/><Relationship Id="rId190" Type="http://schemas.openxmlformats.org/officeDocument/2006/relationships/customXml" Target="../ink/ink1975.xml"/><Relationship Id="rId204" Type="http://schemas.openxmlformats.org/officeDocument/2006/relationships/customXml" Target="../ink/ink1982.xml"/><Relationship Id="rId225" Type="http://schemas.openxmlformats.org/officeDocument/2006/relationships/image" Target="../media/image2211.png"/><Relationship Id="rId246" Type="http://schemas.openxmlformats.org/officeDocument/2006/relationships/image" Target="../media/image2311.png"/><Relationship Id="rId106" Type="http://schemas.openxmlformats.org/officeDocument/2006/relationships/customXml" Target="../ink/ink1933.xml"/><Relationship Id="rId127" Type="http://schemas.openxmlformats.org/officeDocument/2006/relationships/image" Target="../media/image1730.png"/><Relationship Id="rId10" Type="http://schemas.openxmlformats.org/officeDocument/2006/relationships/customXml" Target="../ink/ink1885.xml"/><Relationship Id="rId31" Type="http://schemas.openxmlformats.org/officeDocument/2006/relationships/image" Target="../media/image8210.png"/><Relationship Id="rId52" Type="http://schemas.openxmlformats.org/officeDocument/2006/relationships/customXml" Target="../ink/ink1906.xml"/><Relationship Id="rId73" Type="http://schemas.openxmlformats.org/officeDocument/2006/relationships/image" Target="../media/image10110.png"/><Relationship Id="rId94" Type="http://schemas.openxmlformats.org/officeDocument/2006/relationships/customXml" Target="../ink/ink1927.xml"/><Relationship Id="rId148" Type="http://schemas.openxmlformats.org/officeDocument/2006/relationships/customXml" Target="../ink/ink1954.xml"/><Relationship Id="rId169" Type="http://schemas.openxmlformats.org/officeDocument/2006/relationships/image" Target="../media/image1930.png"/></Relationships>
</file>

<file path=ppt/slides/_rels/slide3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80.png"/><Relationship Id="rId21" Type="http://schemas.openxmlformats.org/officeDocument/2006/relationships/image" Target="../media/image7710.png"/><Relationship Id="rId324" Type="http://schemas.openxmlformats.org/officeDocument/2006/relationships/image" Target="../media/image3030.png"/><Relationship Id="rId531" Type="http://schemas.openxmlformats.org/officeDocument/2006/relationships/customXml" Target="../ink/ink2271.xml"/><Relationship Id="rId170" Type="http://schemas.openxmlformats.org/officeDocument/2006/relationships/customXml" Target="../ink/ink2090.xml"/><Relationship Id="rId268" Type="http://schemas.openxmlformats.org/officeDocument/2006/relationships/image" Target="../media/image2750.png"/><Relationship Id="rId475" Type="http://schemas.openxmlformats.org/officeDocument/2006/relationships/customXml" Target="../ink/ink2243.xml"/><Relationship Id="rId32" Type="http://schemas.openxmlformats.org/officeDocument/2006/relationships/customXml" Target="../ink/ink2021.xml"/><Relationship Id="rId128" Type="http://schemas.openxmlformats.org/officeDocument/2006/relationships/customXml" Target="../ink/ink2069.xml"/><Relationship Id="rId335" Type="http://schemas.openxmlformats.org/officeDocument/2006/relationships/customXml" Target="../ink/ink2173.xml"/><Relationship Id="rId542" Type="http://schemas.openxmlformats.org/officeDocument/2006/relationships/image" Target="../media/image1084.png"/><Relationship Id="rId181" Type="http://schemas.openxmlformats.org/officeDocument/2006/relationships/image" Target="../media/image1990.png"/><Relationship Id="rId402" Type="http://schemas.openxmlformats.org/officeDocument/2006/relationships/image" Target="../media/image3420.png"/><Relationship Id="rId279" Type="http://schemas.openxmlformats.org/officeDocument/2006/relationships/customXml" Target="../ink/ink2145.xml"/><Relationship Id="rId486" Type="http://schemas.openxmlformats.org/officeDocument/2006/relationships/image" Target="../media/image1056.png"/><Relationship Id="rId43" Type="http://schemas.openxmlformats.org/officeDocument/2006/relationships/image" Target="../media/image8810.png"/><Relationship Id="rId139" Type="http://schemas.openxmlformats.org/officeDocument/2006/relationships/image" Target="../media/image1780.png"/><Relationship Id="rId346" Type="http://schemas.openxmlformats.org/officeDocument/2006/relationships/image" Target="../media/image3140.png"/><Relationship Id="rId553" Type="http://schemas.openxmlformats.org/officeDocument/2006/relationships/customXml" Target="../ink/ink2282.xml"/><Relationship Id="rId192" Type="http://schemas.openxmlformats.org/officeDocument/2006/relationships/customXml" Target="../ink/ink2101.xml"/><Relationship Id="rId206" Type="http://schemas.openxmlformats.org/officeDocument/2006/relationships/customXml" Target="../ink/ink2108.xml"/><Relationship Id="rId413" Type="http://schemas.openxmlformats.org/officeDocument/2006/relationships/customXml" Target="../ink/ink2212.xml"/><Relationship Id="rId497" Type="http://schemas.openxmlformats.org/officeDocument/2006/relationships/customXml" Target="../ink/ink2254.xml"/><Relationship Id="rId357" Type="http://schemas.openxmlformats.org/officeDocument/2006/relationships/customXml" Target="../ink/ink2184.xml"/><Relationship Id="rId54" Type="http://schemas.openxmlformats.org/officeDocument/2006/relationships/customXml" Target="../ink/ink2032.xml"/><Relationship Id="rId217" Type="http://schemas.openxmlformats.org/officeDocument/2006/relationships/image" Target="../media/image2500.png"/><Relationship Id="rId259" Type="http://schemas.openxmlformats.org/officeDocument/2006/relationships/customXml" Target="../ink/ink2135.xml"/><Relationship Id="rId424" Type="http://schemas.openxmlformats.org/officeDocument/2006/relationships/image" Target="../media/image1025.png"/><Relationship Id="rId466" Type="http://schemas.openxmlformats.org/officeDocument/2006/relationships/image" Target="../media/image1046.png"/><Relationship Id="rId23" Type="http://schemas.openxmlformats.org/officeDocument/2006/relationships/image" Target="../media/image7810.png"/><Relationship Id="rId119" Type="http://schemas.openxmlformats.org/officeDocument/2006/relationships/image" Target="../media/image1690.png"/><Relationship Id="rId270" Type="http://schemas.openxmlformats.org/officeDocument/2006/relationships/image" Target="../media/image2760.png"/><Relationship Id="rId326" Type="http://schemas.openxmlformats.org/officeDocument/2006/relationships/image" Target="../media/image3040.png"/><Relationship Id="rId533" Type="http://schemas.openxmlformats.org/officeDocument/2006/relationships/customXml" Target="../ink/ink2272.xml"/><Relationship Id="rId65" Type="http://schemas.openxmlformats.org/officeDocument/2006/relationships/image" Target="../media/image9810.png"/><Relationship Id="rId130" Type="http://schemas.openxmlformats.org/officeDocument/2006/relationships/customXml" Target="../ink/ink2070.xml"/><Relationship Id="rId368" Type="http://schemas.openxmlformats.org/officeDocument/2006/relationships/image" Target="../media/image3250.png"/><Relationship Id="rId172" Type="http://schemas.openxmlformats.org/officeDocument/2006/relationships/customXml" Target="../ink/ink2091.xml"/><Relationship Id="rId228" Type="http://schemas.openxmlformats.org/officeDocument/2006/relationships/image" Target="../media/image2550.png"/><Relationship Id="rId435" Type="http://schemas.openxmlformats.org/officeDocument/2006/relationships/customXml" Target="../ink/ink2223.xml"/><Relationship Id="rId477" Type="http://schemas.openxmlformats.org/officeDocument/2006/relationships/customXml" Target="../ink/ink2244.xml"/><Relationship Id="rId281" Type="http://schemas.openxmlformats.org/officeDocument/2006/relationships/customXml" Target="../ink/ink2146.xml"/><Relationship Id="rId337" Type="http://schemas.openxmlformats.org/officeDocument/2006/relationships/customXml" Target="../ink/ink2174.xml"/><Relationship Id="rId502" Type="http://schemas.openxmlformats.org/officeDocument/2006/relationships/image" Target="../media/image1064.png"/><Relationship Id="rId34" Type="http://schemas.openxmlformats.org/officeDocument/2006/relationships/customXml" Target="../ink/ink2022.xml"/><Relationship Id="rId76" Type="http://schemas.openxmlformats.org/officeDocument/2006/relationships/customXml" Target="../ink/ink2043.xml"/><Relationship Id="rId141" Type="http://schemas.openxmlformats.org/officeDocument/2006/relationships/image" Target="../media/image1790.png"/><Relationship Id="rId379" Type="http://schemas.openxmlformats.org/officeDocument/2006/relationships/customXml" Target="../ink/ink2195.xml"/><Relationship Id="rId544" Type="http://schemas.openxmlformats.org/officeDocument/2006/relationships/image" Target="../media/image1085.png"/><Relationship Id="rId7" Type="http://schemas.openxmlformats.org/officeDocument/2006/relationships/image" Target="../media/image7110.png"/><Relationship Id="rId183" Type="http://schemas.openxmlformats.org/officeDocument/2006/relationships/image" Target="../media/image2000.png"/><Relationship Id="rId239" Type="http://schemas.openxmlformats.org/officeDocument/2006/relationships/customXml" Target="../ink/ink2125.xml"/><Relationship Id="rId390" Type="http://schemas.openxmlformats.org/officeDocument/2006/relationships/image" Target="../media/image3360.png"/><Relationship Id="rId404" Type="http://schemas.openxmlformats.org/officeDocument/2006/relationships/image" Target="../media/image3430.png"/><Relationship Id="rId446" Type="http://schemas.openxmlformats.org/officeDocument/2006/relationships/image" Target="../media/image1036.png"/><Relationship Id="rId250" Type="http://schemas.openxmlformats.org/officeDocument/2006/relationships/image" Target="../media/image2660.png"/><Relationship Id="rId292" Type="http://schemas.openxmlformats.org/officeDocument/2006/relationships/image" Target="../media/image2870.png"/><Relationship Id="rId306" Type="http://schemas.openxmlformats.org/officeDocument/2006/relationships/image" Target="../media/image2940.png"/><Relationship Id="rId488" Type="http://schemas.openxmlformats.org/officeDocument/2006/relationships/image" Target="../media/image1057.png"/><Relationship Id="rId45" Type="http://schemas.openxmlformats.org/officeDocument/2006/relationships/image" Target="../media/image8910.png"/><Relationship Id="rId87" Type="http://schemas.openxmlformats.org/officeDocument/2006/relationships/image" Target="../media/image10810.png"/><Relationship Id="rId110" Type="http://schemas.openxmlformats.org/officeDocument/2006/relationships/customXml" Target="../ink/ink2060.xml"/><Relationship Id="rId348" Type="http://schemas.openxmlformats.org/officeDocument/2006/relationships/image" Target="../media/image3150.png"/><Relationship Id="rId513" Type="http://schemas.openxmlformats.org/officeDocument/2006/relationships/customXml" Target="../ink/ink2262.xml"/><Relationship Id="rId555" Type="http://schemas.openxmlformats.org/officeDocument/2006/relationships/customXml" Target="../ink/ink2283.xml"/><Relationship Id="rId152" Type="http://schemas.openxmlformats.org/officeDocument/2006/relationships/customXml" Target="../ink/ink2081.xml"/><Relationship Id="rId194" Type="http://schemas.openxmlformats.org/officeDocument/2006/relationships/customXml" Target="../ink/ink2102.xml"/><Relationship Id="rId208" Type="http://schemas.openxmlformats.org/officeDocument/2006/relationships/customXml" Target="../ink/ink2109.xml"/><Relationship Id="rId415" Type="http://schemas.openxmlformats.org/officeDocument/2006/relationships/customXml" Target="../ink/ink2213.xml"/><Relationship Id="rId457" Type="http://schemas.openxmlformats.org/officeDocument/2006/relationships/customXml" Target="../ink/ink2234.xml"/><Relationship Id="rId261" Type="http://schemas.openxmlformats.org/officeDocument/2006/relationships/customXml" Target="../ink/ink2136.xml"/><Relationship Id="rId499" Type="http://schemas.openxmlformats.org/officeDocument/2006/relationships/customXml" Target="../ink/ink2255.xml"/><Relationship Id="rId14" Type="http://schemas.openxmlformats.org/officeDocument/2006/relationships/customXml" Target="../ink/ink2012.xml"/><Relationship Id="rId56" Type="http://schemas.openxmlformats.org/officeDocument/2006/relationships/customXml" Target="../ink/ink2033.xml"/><Relationship Id="rId317" Type="http://schemas.openxmlformats.org/officeDocument/2006/relationships/customXml" Target="../ink/ink2164.xml"/><Relationship Id="rId359" Type="http://schemas.openxmlformats.org/officeDocument/2006/relationships/customXml" Target="../ink/ink2185.xml"/><Relationship Id="rId524" Type="http://schemas.openxmlformats.org/officeDocument/2006/relationships/image" Target="../media/image1075.png"/><Relationship Id="rId98" Type="http://schemas.openxmlformats.org/officeDocument/2006/relationships/customXml" Target="../ink/ink2054.xml"/><Relationship Id="rId121" Type="http://schemas.openxmlformats.org/officeDocument/2006/relationships/image" Target="../media/image1700.png"/><Relationship Id="rId163" Type="http://schemas.openxmlformats.org/officeDocument/2006/relationships/image" Target="../media/image1900.png"/><Relationship Id="rId219" Type="http://schemas.openxmlformats.org/officeDocument/2006/relationships/image" Target="../media/image2511.png"/><Relationship Id="rId370" Type="http://schemas.openxmlformats.org/officeDocument/2006/relationships/image" Target="../media/image3260.png"/><Relationship Id="rId426" Type="http://schemas.openxmlformats.org/officeDocument/2006/relationships/image" Target="../media/image1026.png"/><Relationship Id="rId230" Type="http://schemas.openxmlformats.org/officeDocument/2006/relationships/image" Target="../media/image2560.png"/><Relationship Id="rId468" Type="http://schemas.openxmlformats.org/officeDocument/2006/relationships/image" Target="../media/image1047.png"/><Relationship Id="rId25" Type="http://schemas.openxmlformats.org/officeDocument/2006/relationships/image" Target="../media/image7910.png"/><Relationship Id="rId67" Type="http://schemas.openxmlformats.org/officeDocument/2006/relationships/image" Target="../media/image9910.png"/><Relationship Id="rId272" Type="http://schemas.openxmlformats.org/officeDocument/2006/relationships/image" Target="../media/image2770.png"/><Relationship Id="rId328" Type="http://schemas.openxmlformats.org/officeDocument/2006/relationships/image" Target="../media/image3050.png"/><Relationship Id="rId535" Type="http://schemas.openxmlformats.org/officeDocument/2006/relationships/customXml" Target="../ink/ink2273.xml"/><Relationship Id="rId132" Type="http://schemas.openxmlformats.org/officeDocument/2006/relationships/customXml" Target="../ink/ink2071.xml"/><Relationship Id="rId174" Type="http://schemas.openxmlformats.org/officeDocument/2006/relationships/customXml" Target="../ink/ink2092.xml"/><Relationship Id="rId381" Type="http://schemas.openxmlformats.org/officeDocument/2006/relationships/customXml" Target="../ink/ink2196.xml"/><Relationship Id="rId241" Type="http://schemas.openxmlformats.org/officeDocument/2006/relationships/customXml" Target="../ink/ink2126.xml"/><Relationship Id="rId437" Type="http://schemas.openxmlformats.org/officeDocument/2006/relationships/customXml" Target="../ink/ink2224.xml"/><Relationship Id="rId479" Type="http://schemas.openxmlformats.org/officeDocument/2006/relationships/customXml" Target="../ink/ink2245.xml"/><Relationship Id="rId36" Type="http://schemas.openxmlformats.org/officeDocument/2006/relationships/customXml" Target="../ink/ink2023.xml"/><Relationship Id="rId283" Type="http://schemas.openxmlformats.org/officeDocument/2006/relationships/customXml" Target="../ink/ink2147.xml"/><Relationship Id="rId339" Type="http://schemas.openxmlformats.org/officeDocument/2006/relationships/customXml" Target="../ink/ink2175.xml"/><Relationship Id="rId490" Type="http://schemas.openxmlformats.org/officeDocument/2006/relationships/image" Target="../media/image1058.png"/><Relationship Id="rId504" Type="http://schemas.openxmlformats.org/officeDocument/2006/relationships/image" Target="../media/image1065.png"/><Relationship Id="rId546" Type="http://schemas.openxmlformats.org/officeDocument/2006/relationships/image" Target="../media/image1086.png"/><Relationship Id="rId78" Type="http://schemas.openxmlformats.org/officeDocument/2006/relationships/customXml" Target="../ink/ink2044.xml"/><Relationship Id="rId101" Type="http://schemas.openxmlformats.org/officeDocument/2006/relationships/image" Target="../media/image1600.png"/><Relationship Id="rId143" Type="http://schemas.openxmlformats.org/officeDocument/2006/relationships/image" Target="../media/image1800.png"/><Relationship Id="rId185" Type="http://schemas.openxmlformats.org/officeDocument/2006/relationships/image" Target="../media/image2340.png"/><Relationship Id="rId350" Type="http://schemas.openxmlformats.org/officeDocument/2006/relationships/image" Target="../media/image3160.png"/><Relationship Id="rId406" Type="http://schemas.openxmlformats.org/officeDocument/2006/relationships/image" Target="../media/image3440.png"/><Relationship Id="rId9" Type="http://schemas.openxmlformats.org/officeDocument/2006/relationships/image" Target="../media/image2810.png"/><Relationship Id="rId210" Type="http://schemas.openxmlformats.org/officeDocument/2006/relationships/customXml" Target="../ink/ink2110.xml"/><Relationship Id="rId392" Type="http://schemas.openxmlformats.org/officeDocument/2006/relationships/image" Target="../media/image3370.png"/><Relationship Id="rId448" Type="http://schemas.openxmlformats.org/officeDocument/2006/relationships/image" Target="../media/image1037.png"/><Relationship Id="rId252" Type="http://schemas.openxmlformats.org/officeDocument/2006/relationships/image" Target="../media/image2670.png"/><Relationship Id="rId294" Type="http://schemas.openxmlformats.org/officeDocument/2006/relationships/image" Target="../media/image2880.png"/><Relationship Id="rId308" Type="http://schemas.openxmlformats.org/officeDocument/2006/relationships/image" Target="../media/image2950.png"/><Relationship Id="rId515" Type="http://schemas.openxmlformats.org/officeDocument/2006/relationships/customXml" Target="../ink/ink2263.xml"/><Relationship Id="rId47" Type="http://schemas.openxmlformats.org/officeDocument/2006/relationships/image" Target="../media/image9010.png"/><Relationship Id="rId89" Type="http://schemas.openxmlformats.org/officeDocument/2006/relationships/image" Target="../media/image10910.png"/><Relationship Id="rId112" Type="http://schemas.openxmlformats.org/officeDocument/2006/relationships/customXml" Target="../ink/ink2061.xml"/><Relationship Id="rId154" Type="http://schemas.openxmlformats.org/officeDocument/2006/relationships/customXml" Target="../ink/ink2082.xml"/><Relationship Id="rId361" Type="http://schemas.openxmlformats.org/officeDocument/2006/relationships/customXml" Target="../ink/ink2186.xml"/><Relationship Id="rId557" Type="http://schemas.openxmlformats.org/officeDocument/2006/relationships/customXml" Target="../ink/ink2284.xml"/><Relationship Id="rId196" Type="http://schemas.openxmlformats.org/officeDocument/2006/relationships/customXml" Target="../ink/ink2103.xml"/><Relationship Id="rId417" Type="http://schemas.openxmlformats.org/officeDocument/2006/relationships/customXml" Target="../ink/ink2214.xml"/><Relationship Id="rId459" Type="http://schemas.openxmlformats.org/officeDocument/2006/relationships/customXml" Target="../ink/ink2235.xml"/><Relationship Id="rId16" Type="http://schemas.openxmlformats.org/officeDocument/2006/relationships/customXml" Target="../ink/ink2013.xml"/><Relationship Id="rId221" Type="http://schemas.openxmlformats.org/officeDocument/2006/relationships/image" Target="../media/image2520.png"/><Relationship Id="rId263" Type="http://schemas.openxmlformats.org/officeDocument/2006/relationships/customXml" Target="../ink/ink2137.xml"/><Relationship Id="rId319" Type="http://schemas.openxmlformats.org/officeDocument/2006/relationships/customXml" Target="../ink/ink2165.xml"/><Relationship Id="rId470" Type="http://schemas.openxmlformats.org/officeDocument/2006/relationships/image" Target="../media/image1048.png"/><Relationship Id="rId526" Type="http://schemas.openxmlformats.org/officeDocument/2006/relationships/image" Target="../media/image1076.png"/><Relationship Id="rId58" Type="http://schemas.openxmlformats.org/officeDocument/2006/relationships/customXml" Target="../ink/ink2034.xml"/><Relationship Id="rId123" Type="http://schemas.openxmlformats.org/officeDocument/2006/relationships/image" Target="../media/image1711.png"/><Relationship Id="rId330" Type="http://schemas.openxmlformats.org/officeDocument/2006/relationships/image" Target="../media/image3060.png"/><Relationship Id="rId165" Type="http://schemas.openxmlformats.org/officeDocument/2006/relationships/image" Target="../media/image1911.png"/><Relationship Id="rId372" Type="http://schemas.openxmlformats.org/officeDocument/2006/relationships/image" Target="../media/image3270.png"/><Relationship Id="rId428" Type="http://schemas.openxmlformats.org/officeDocument/2006/relationships/image" Target="../media/image1027.png"/><Relationship Id="rId232" Type="http://schemas.openxmlformats.org/officeDocument/2006/relationships/image" Target="../media/image2570.png"/><Relationship Id="rId274" Type="http://schemas.openxmlformats.org/officeDocument/2006/relationships/image" Target="../media/image2780.png"/><Relationship Id="rId481" Type="http://schemas.openxmlformats.org/officeDocument/2006/relationships/customXml" Target="../ink/ink2246.xml"/><Relationship Id="rId27" Type="http://schemas.openxmlformats.org/officeDocument/2006/relationships/image" Target="../media/image8010.png"/><Relationship Id="rId69" Type="http://schemas.openxmlformats.org/officeDocument/2006/relationships/image" Target="../media/image10010.png"/><Relationship Id="rId134" Type="http://schemas.openxmlformats.org/officeDocument/2006/relationships/customXml" Target="../ink/ink2072.xml"/><Relationship Id="rId537" Type="http://schemas.openxmlformats.org/officeDocument/2006/relationships/customXml" Target="../ink/ink2274.xml"/><Relationship Id="rId80" Type="http://schemas.openxmlformats.org/officeDocument/2006/relationships/customXml" Target="../ink/ink2045.xml"/><Relationship Id="rId176" Type="http://schemas.openxmlformats.org/officeDocument/2006/relationships/customXml" Target="../ink/ink2093.xml"/><Relationship Id="rId341" Type="http://schemas.openxmlformats.org/officeDocument/2006/relationships/customXml" Target="../ink/ink2176.xml"/><Relationship Id="rId383" Type="http://schemas.openxmlformats.org/officeDocument/2006/relationships/customXml" Target="../ink/ink2197.xml"/><Relationship Id="rId439" Type="http://schemas.openxmlformats.org/officeDocument/2006/relationships/customXml" Target="../ink/ink2225.xml"/><Relationship Id="rId201" Type="http://schemas.openxmlformats.org/officeDocument/2006/relationships/image" Target="../media/image2420.png"/><Relationship Id="rId243" Type="http://schemas.openxmlformats.org/officeDocument/2006/relationships/customXml" Target="../ink/ink2127.xml"/><Relationship Id="rId285" Type="http://schemas.openxmlformats.org/officeDocument/2006/relationships/customXml" Target="../ink/ink2148.xml"/><Relationship Id="rId450" Type="http://schemas.openxmlformats.org/officeDocument/2006/relationships/image" Target="../media/image1038.png"/><Relationship Id="rId506" Type="http://schemas.openxmlformats.org/officeDocument/2006/relationships/image" Target="../media/image1066.png"/><Relationship Id="rId38" Type="http://schemas.openxmlformats.org/officeDocument/2006/relationships/customXml" Target="../ink/ink2024.xml"/><Relationship Id="rId103" Type="http://schemas.openxmlformats.org/officeDocument/2006/relationships/image" Target="../media/image1611.png"/><Relationship Id="rId310" Type="http://schemas.openxmlformats.org/officeDocument/2006/relationships/image" Target="../media/image2960.png"/><Relationship Id="rId492" Type="http://schemas.openxmlformats.org/officeDocument/2006/relationships/image" Target="../media/image1059.png"/><Relationship Id="rId548" Type="http://schemas.openxmlformats.org/officeDocument/2006/relationships/image" Target="../media/image1087.png"/><Relationship Id="rId91" Type="http://schemas.openxmlformats.org/officeDocument/2006/relationships/image" Target="../media/image1108.png"/><Relationship Id="rId145" Type="http://schemas.openxmlformats.org/officeDocument/2006/relationships/image" Target="../media/image1811.png"/><Relationship Id="rId187" Type="http://schemas.openxmlformats.org/officeDocument/2006/relationships/image" Target="../media/image2350.png"/><Relationship Id="rId352" Type="http://schemas.openxmlformats.org/officeDocument/2006/relationships/image" Target="../media/image3170.png"/><Relationship Id="rId394" Type="http://schemas.openxmlformats.org/officeDocument/2006/relationships/image" Target="../media/image3380.png"/><Relationship Id="rId408" Type="http://schemas.openxmlformats.org/officeDocument/2006/relationships/image" Target="../media/image3450.png"/><Relationship Id="rId212" Type="http://schemas.openxmlformats.org/officeDocument/2006/relationships/customXml" Target="../ink/ink2111.xml"/><Relationship Id="rId254" Type="http://schemas.openxmlformats.org/officeDocument/2006/relationships/image" Target="../media/image2680.png"/><Relationship Id="rId49" Type="http://schemas.openxmlformats.org/officeDocument/2006/relationships/image" Target="../media/image9110.png"/><Relationship Id="rId114" Type="http://schemas.openxmlformats.org/officeDocument/2006/relationships/customXml" Target="../ink/ink2062.xml"/><Relationship Id="rId296" Type="http://schemas.openxmlformats.org/officeDocument/2006/relationships/image" Target="../media/image2890.png"/><Relationship Id="rId461" Type="http://schemas.openxmlformats.org/officeDocument/2006/relationships/customXml" Target="../ink/ink2236.xml"/><Relationship Id="rId517" Type="http://schemas.openxmlformats.org/officeDocument/2006/relationships/customXml" Target="../ink/ink2264.xml"/><Relationship Id="rId559" Type="http://schemas.openxmlformats.org/officeDocument/2006/relationships/customXml" Target="../ink/ink2285.xml"/><Relationship Id="rId60" Type="http://schemas.openxmlformats.org/officeDocument/2006/relationships/customXml" Target="../ink/ink2035.xml"/><Relationship Id="rId156" Type="http://schemas.openxmlformats.org/officeDocument/2006/relationships/customXml" Target="../ink/ink2083.xml"/><Relationship Id="rId198" Type="http://schemas.openxmlformats.org/officeDocument/2006/relationships/customXml" Target="../ink/ink2104.xml"/><Relationship Id="rId321" Type="http://schemas.openxmlformats.org/officeDocument/2006/relationships/customXml" Target="../ink/ink2166.xml"/><Relationship Id="rId363" Type="http://schemas.openxmlformats.org/officeDocument/2006/relationships/customXml" Target="../ink/ink2187.xml"/><Relationship Id="rId419" Type="http://schemas.openxmlformats.org/officeDocument/2006/relationships/customXml" Target="../ink/ink2215.xml"/><Relationship Id="rId223" Type="http://schemas.openxmlformats.org/officeDocument/2006/relationships/image" Target="../media/image2530.png"/><Relationship Id="rId430" Type="http://schemas.openxmlformats.org/officeDocument/2006/relationships/image" Target="../media/image1028.png"/><Relationship Id="rId18" Type="http://schemas.openxmlformats.org/officeDocument/2006/relationships/customXml" Target="../ink/ink2014.xml"/><Relationship Id="rId265" Type="http://schemas.openxmlformats.org/officeDocument/2006/relationships/customXml" Target="../ink/ink2138.xml"/><Relationship Id="rId472" Type="http://schemas.openxmlformats.org/officeDocument/2006/relationships/image" Target="../media/image1049.png"/><Relationship Id="rId528" Type="http://schemas.openxmlformats.org/officeDocument/2006/relationships/image" Target="../media/image1077.png"/><Relationship Id="rId125" Type="http://schemas.openxmlformats.org/officeDocument/2006/relationships/image" Target="../media/image1720.png"/><Relationship Id="rId167" Type="http://schemas.openxmlformats.org/officeDocument/2006/relationships/image" Target="../media/image1920.png"/><Relationship Id="rId332" Type="http://schemas.openxmlformats.org/officeDocument/2006/relationships/image" Target="../media/image3070.png"/><Relationship Id="rId374" Type="http://schemas.openxmlformats.org/officeDocument/2006/relationships/image" Target="../media/image3280.png"/><Relationship Id="rId71" Type="http://schemas.openxmlformats.org/officeDocument/2006/relationships/image" Target="../media/image5910.png"/><Relationship Id="rId234" Type="http://schemas.openxmlformats.org/officeDocument/2006/relationships/image" Target="../media/image2580.png"/><Relationship Id="rId2" Type="http://schemas.openxmlformats.org/officeDocument/2006/relationships/customXml" Target="../ink/ink2006.xml"/><Relationship Id="rId29" Type="http://schemas.openxmlformats.org/officeDocument/2006/relationships/image" Target="../media/image8110.png"/><Relationship Id="rId276" Type="http://schemas.openxmlformats.org/officeDocument/2006/relationships/image" Target="../media/image2790.png"/><Relationship Id="rId441" Type="http://schemas.openxmlformats.org/officeDocument/2006/relationships/customXml" Target="../ink/ink2226.xml"/><Relationship Id="rId483" Type="http://schemas.openxmlformats.org/officeDocument/2006/relationships/customXml" Target="../ink/ink2247.xml"/><Relationship Id="rId539" Type="http://schemas.openxmlformats.org/officeDocument/2006/relationships/customXml" Target="../ink/ink2275.xml"/><Relationship Id="rId40" Type="http://schemas.openxmlformats.org/officeDocument/2006/relationships/customXml" Target="../ink/ink2025.xml"/><Relationship Id="rId136" Type="http://schemas.openxmlformats.org/officeDocument/2006/relationships/customXml" Target="../ink/ink2073.xml"/><Relationship Id="rId178" Type="http://schemas.openxmlformats.org/officeDocument/2006/relationships/customXml" Target="../ink/ink2094.xml"/><Relationship Id="rId301" Type="http://schemas.openxmlformats.org/officeDocument/2006/relationships/customXml" Target="../ink/ink2156.xml"/><Relationship Id="rId343" Type="http://schemas.openxmlformats.org/officeDocument/2006/relationships/customXml" Target="../ink/ink2177.xml"/><Relationship Id="rId550" Type="http://schemas.openxmlformats.org/officeDocument/2006/relationships/image" Target="../media/image1088.png"/><Relationship Id="rId82" Type="http://schemas.openxmlformats.org/officeDocument/2006/relationships/customXml" Target="../ink/ink2046.xml"/><Relationship Id="rId203" Type="http://schemas.openxmlformats.org/officeDocument/2006/relationships/image" Target="../media/image2430.png"/><Relationship Id="rId385" Type="http://schemas.openxmlformats.org/officeDocument/2006/relationships/customXml" Target="../ink/ink2198.xml"/><Relationship Id="rId245" Type="http://schemas.openxmlformats.org/officeDocument/2006/relationships/customXml" Target="../ink/ink2128.xml"/><Relationship Id="rId287" Type="http://schemas.openxmlformats.org/officeDocument/2006/relationships/customXml" Target="../ink/ink2149.xml"/><Relationship Id="rId410" Type="http://schemas.openxmlformats.org/officeDocument/2006/relationships/image" Target="../media/image3460.png"/><Relationship Id="rId452" Type="http://schemas.openxmlformats.org/officeDocument/2006/relationships/image" Target="../media/image1039.png"/><Relationship Id="rId494" Type="http://schemas.openxmlformats.org/officeDocument/2006/relationships/image" Target="../media/image1060.png"/><Relationship Id="rId508" Type="http://schemas.openxmlformats.org/officeDocument/2006/relationships/image" Target="../media/image1067.png"/><Relationship Id="rId105" Type="http://schemas.openxmlformats.org/officeDocument/2006/relationships/image" Target="../media/image1620.png"/><Relationship Id="rId147" Type="http://schemas.openxmlformats.org/officeDocument/2006/relationships/image" Target="../media/image1820.png"/><Relationship Id="rId312" Type="http://schemas.openxmlformats.org/officeDocument/2006/relationships/image" Target="../media/image2970.png"/><Relationship Id="rId354" Type="http://schemas.openxmlformats.org/officeDocument/2006/relationships/image" Target="../media/image3180.png"/><Relationship Id="rId51" Type="http://schemas.openxmlformats.org/officeDocument/2006/relationships/image" Target="../media/image9210.png"/><Relationship Id="rId93" Type="http://schemas.openxmlformats.org/officeDocument/2006/relationships/image" Target="../media/image1560.png"/><Relationship Id="rId189" Type="http://schemas.openxmlformats.org/officeDocument/2006/relationships/image" Target="../media/image2360.png"/><Relationship Id="rId396" Type="http://schemas.openxmlformats.org/officeDocument/2006/relationships/image" Target="../media/image3390.png"/><Relationship Id="rId214" Type="http://schemas.openxmlformats.org/officeDocument/2006/relationships/customXml" Target="../ink/ink2112.xml"/><Relationship Id="rId256" Type="http://schemas.openxmlformats.org/officeDocument/2006/relationships/image" Target="../media/image2690.png"/><Relationship Id="rId298" Type="http://schemas.openxmlformats.org/officeDocument/2006/relationships/image" Target="../media/image2900.png"/><Relationship Id="rId421" Type="http://schemas.openxmlformats.org/officeDocument/2006/relationships/customXml" Target="../ink/ink2216.xml"/><Relationship Id="rId463" Type="http://schemas.openxmlformats.org/officeDocument/2006/relationships/customXml" Target="../ink/ink2237.xml"/><Relationship Id="rId519" Type="http://schemas.openxmlformats.org/officeDocument/2006/relationships/customXml" Target="../ink/ink2265.xml"/><Relationship Id="rId116" Type="http://schemas.openxmlformats.org/officeDocument/2006/relationships/customXml" Target="../ink/ink2063.xml"/><Relationship Id="rId158" Type="http://schemas.openxmlformats.org/officeDocument/2006/relationships/customXml" Target="../ink/ink2084.xml"/><Relationship Id="rId323" Type="http://schemas.openxmlformats.org/officeDocument/2006/relationships/customXml" Target="../ink/ink2167.xml"/><Relationship Id="rId530" Type="http://schemas.openxmlformats.org/officeDocument/2006/relationships/image" Target="../media/image1078.png"/><Relationship Id="rId20" Type="http://schemas.openxmlformats.org/officeDocument/2006/relationships/customXml" Target="../ink/ink2015.xml"/><Relationship Id="rId62" Type="http://schemas.openxmlformats.org/officeDocument/2006/relationships/customXml" Target="../ink/ink2036.xml"/><Relationship Id="rId365" Type="http://schemas.openxmlformats.org/officeDocument/2006/relationships/customXml" Target="../ink/ink2188.xml"/><Relationship Id="rId225" Type="http://schemas.openxmlformats.org/officeDocument/2006/relationships/image" Target="../media/image2540.png"/><Relationship Id="rId267" Type="http://schemas.openxmlformats.org/officeDocument/2006/relationships/customXml" Target="../ink/ink2139.xml"/><Relationship Id="rId432" Type="http://schemas.openxmlformats.org/officeDocument/2006/relationships/image" Target="../media/image1029.png"/><Relationship Id="rId474" Type="http://schemas.openxmlformats.org/officeDocument/2006/relationships/image" Target="../media/image1050.png"/><Relationship Id="rId127" Type="http://schemas.openxmlformats.org/officeDocument/2006/relationships/image" Target="../media/image1730.png"/><Relationship Id="rId31" Type="http://schemas.openxmlformats.org/officeDocument/2006/relationships/image" Target="../media/image8210.png"/><Relationship Id="rId73" Type="http://schemas.openxmlformats.org/officeDocument/2006/relationships/image" Target="../media/image10110.png"/><Relationship Id="rId169" Type="http://schemas.openxmlformats.org/officeDocument/2006/relationships/image" Target="../media/image1930.png"/><Relationship Id="rId334" Type="http://schemas.openxmlformats.org/officeDocument/2006/relationships/image" Target="../media/image3080.png"/><Relationship Id="rId376" Type="http://schemas.openxmlformats.org/officeDocument/2006/relationships/image" Target="../media/image3290.png"/><Relationship Id="rId541" Type="http://schemas.openxmlformats.org/officeDocument/2006/relationships/customXml" Target="../ink/ink2276.xml"/><Relationship Id="rId4" Type="http://schemas.openxmlformats.org/officeDocument/2006/relationships/customXml" Target="../ink/ink2007.xml"/><Relationship Id="rId180" Type="http://schemas.openxmlformats.org/officeDocument/2006/relationships/customXml" Target="../ink/ink2095.xml"/><Relationship Id="rId236" Type="http://schemas.openxmlformats.org/officeDocument/2006/relationships/image" Target="../media/image2590.png"/><Relationship Id="rId278" Type="http://schemas.openxmlformats.org/officeDocument/2006/relationships/image" Target="../media/image2800.png"/><Relationship Id="rId401" Type="http://schemas.openxmlformats.org/officeDocument/2006/relationships/customXml" Target="../ink/ink2206.xml"/><Relationship Id="rId443" Type="http://schemas.openxmlformats.org/officeDocument/2006/relationships/customXml" Target="../ink/ink2227.xml"/><Relationship Id="rId303" Type="http://schemas.openxmlformats.org/officeDocument/2006/relationships/customXml" Target="../ink/ink2157.xml"/><Relationship Id="rId485" Type="http://schemas.openxmlformats.org/officeDocument/2006/relationships/customXml" Target="../ink/ink2248.xml"/><Relationship Id="rId42" Type="http://schemas.openxmlformats.org/officeDocument/2006/relationships/customXml" Target="../ink/ink2026.xml"/><Relationship Id="rId84" Type="http://schemas.openxmlformats.org/officeDocument/2006/relationships/customXml" Target="../ink/ink2047.xml"/><Relationship Id="rId138" Type="http://schemas.openxmlformats.org/officeDocument/2006/relationships/customXml" Target="../ink/ink2074.xml"/><Relationship Id="rId345" Type="http://schemas.openxmlformats.org/officeDocument/2006/relationships/customXml" Target="../ink/ink2178.xml"/><Relationship Id="rId387" Type="http://schemas.openxmlformats.org/officeDocument/2006/relationships/customXml" Target="../ink/ink2199.xml"/><Relationship Id="rId510" Type="http://schemas.openxmlformats.org/officeDocument/2006/relationships/image" Target="../media/image1068.png"/><Relationship Id="rId552" Type="http://schemas.openxmlformats.org/officeDocument/2006/relationships/image" Target="../media/image1089.png"/><Relationship Id="rId191" Type="http://schemas.openxmlformats.org/officeDocument/2006/relationships/image" Target="../media/image2370.png"/><Relationship Id="rId205" Type="http://schemas.openxmlformats.org/officeDocument/2006/relationships/image" Target="../media/image2440.png"/><Relationship Id="rId247" Type="http://schemas.openxmlformats.org/officeDocument/2006/relationships/customXml" Target="../ink/ink2129.xml"/><Relationship Id="rId412" Type="http://schemas.openxmlformats.org/officeDocument/2006/relationships/image" Target="../media/image3470.png"/><Relationship Id="rId107" Type="http://schemas.openxmlformats.org/officeDocument/2006/relationships/image" Target="../media/image1630.png"/><Relationship Id="rId289" Type="http://schemas.openxmlformats.org/officeDocument/2006/relationships/customXml" Target="../ink/ink2150.xml"/><Relationship Id="rId454" Type="http://schemas.openxmlformats.org/officeDocument/2006/relationships/image" Target="../media/image1040.png"/><Relationship Id="rId496" Type="http://schemas.openxmlformats.org/officeDocument/2006/relationships/image" Target="../media/image1061.png"/><Relationship Id="rId11" Type="http://schemas.openxmlformats.org/officeDocument/2006/relationships/image" Target="../media/image7210.png"/><Relationship Id="rId53" Type="http://schemas.openxmlformats.org/officeDocument/2006/relationships/image" Target="../media/image9310.png"/><Relationship Id="rId149" Type="http://schemas.openxmlformats.org/officeDocument/2006/relationships/image" Target="../media/image1830.png"/><Relationship Id="rId314" Type="http://schemas.openxmlformats.org/officeDocument/2006/relationships/image" Target="../media/image2980.png"/><Relationship Id="rId356" Type="http://schemas.openxmlformats.org/officeDocument/2006/relationships/image" Target="../media/image3190.png"/><Relationship Id="rId398" Type="http://schemas.openxmlformats.org/officeDocument/2006/relationships/image" Target="../media/image3400.png"/><Relationship Id="rId521" Type="http://schemas.openxmlformats.org/officeDocument/2006/relationships/customXml" Target="../ink/ink2266.xml"/><Relationship Id="rId95" Type="http://schemas.openxmlformats.org/officeDocument/2006/relationships/image" Target="../media/image1570.png"/><Relationship Id="rId160" Type="http://schemas.openxmlformats.org/officeDocument/2006/relationships/customXml" Target="../ink/ink2085.xml"/><Relationship Id="rId216" Type="http://schemas.openxmlformats.org/officeDocument/2006/relationships/customXml" Target="../ink/ink2113.xml"/><Relationship Id="rId423" Type="http://schemas.openxmlformats.org/officeDocument/2006/relationships/customXml" Target="../ink/ink2217.xml"/><Relationship Id="rId258" Type="http://schemas.openxmlformats.org/officeDocument/2006/relationships/image" Target="../media/image2700.png"/><Relationship Id="rId465" Type="http://schemas.openxmlformats.org/officeDocument/2006/relationships/customXml" Target="../ink/ink2238.xml"/><Relationship Id="rId22" Type="http://schemas.openxmlformats.org/officeDocument/2006/relationships/customXml" Target="../ink/ink2016.xml"/><Relationship Id="rId64" Type="http://schemas.openxmlformats.org/officeDocument/2006/relationships/customXml" Target="../ink/ink2037.xml"/><Relationship Id="rId118" Type="http://schemas.openxmlformats.org/officeDocument/2006/relationships/customXml" Target="../ink/ink2064.xml"/><Relationship Id="rId325" Type="http://schemas.openxmlformats.org/officeDocument/2006/relationships/customXml" Target="../ink/ink2168.xml"/><Relationship Id="rId367" Type="http://schemas.openxmlformats.org/officeDocument/2006/relationships/customXml" Target="../ink/ink2189.xml"/><Relationship Id="rId532" Type="http://schemas.openxmlformats.org/officeDocument/2006/relationships/image" Target="../media/image1079.png"/><Relationship Id="rId171" Type="http://schemas.openxmlformats.org/officeDocument/2006/relationships/image" Target="../media/image1940.png"/><Relationship Id="rId227" Type="http://schemas.openxmlformats.org/officeDocument/2006/relationships/customXml" Target="../ink/ink2119.xml"/><Relationship Id="rId269" Type="http://schemas.openxmlformats.org/officeDocument/2006/relationships/customXml" Target="../ink/ink2140.xml"/><Relationship Id="rId434" Type="http://schemas.openxmlformats.org/officeDocument/2006/relationships/image" Target="../media/image1030.png"/><Relationship Id="rId476" Type="http://schemas.openxmlformats.org/officeDocument/2006/relationships/image" Target="../media/image1051.png"/><Relationship Id="rId33" Type="http://schemas.openxmlformats.org/officeDocument/2006/relationships/image" Target="../media/image8310.png"/><Relationship Id="rId129" Type="http://schemas.openxmlformats.org/officeDocument/2006/relationships/image" Target="../media/image1290.png"/><Relationship Id="rId280" Type="http://schemas.openxmlformats.org/officeDocument/2006/relationships/image" Target="../media/image2811.png"/><Relationship Id="rId336" Type="http://schemas.openxmlformats.org/officeDocument/2006/relationships/image" Target="../media/image3090.png"/><Relationship Id="rId501" Type="http://schemas.openxmlformats.org/officeDocument/2006/relationships/customXml" Target="../ink/ink2256.xml"/><Relationship Id="rId543" Type="http://schemas.openxmlformats.org/officeDocument/2006/relationships/customXml" Target="../ink/ink2277.xml"/><Relationship Id="rId75" Type="http://schemas.openxmlformats.org/officeDocument/2006/relationships/image" Target="../media/image10211.png"/><Relationship Id="rId140" Type="http://schemas.openxmlformats.org/officeDocument/2006/relationships/customXml" Target="../ink/ink2075.xml"/><Relationship Id="rId182" Type="http://schemas.openxmlformats.org/officeDocument/2006/relationships/customXml" Target="../ink/ink2096.xml"/><Relationship Id="rId378" Type="http://schemas.openxmlformats.org/officeDocument/2006/relationships/image" Target="../media/image3300.png"/><Relationship Id="rId403" Type="http://schemas.openxmlformats.org/officeDocument/2006/relationships/customXml" Target="../ink/ink2207.xml"/><Relationship Id="rId6" Type="http://schemas.openxmlformats.org/officeDocument/2006/relationships/customXml" Target="../ink/ink2008.xml"/><Relationship Id="rId238" Type="http://schemas.openxmlformats.org/officeDocument/2006/relationships/image" Target="../media/image2600.png"/><Relationship Id="rId445" Type="http://schemas.openxmlformats.org/officeDocument/2006/relationships/customXml" Target="../ink/ink2228.xml"/><Relationship Id="rId487" Type="http://schemas.openxmlformats.org/officeDocument/2006/relationships/customXml" Target="../ink/ink2249.xml"/><Relationship Id="rId291" Type="http://schemas.openxmlformats.org/officeDocument/2006/relationships/customXml" Target="../ink/ink2151.xml"/><Relationship Id="rId305" Type="http://schemas.openxmlformats.org/officeDocument/2006/relationships/customXml" Target="../ink/ink2158.xml"/><Relationship Id="rId347" Type="http://schemas.openxmlformats.org/officeDocument/2006/relationships/customXml" Target="../ink/ink2179.xml"/><Relationship Id="rId512" Type="http://schemas.openxmlformats.org/officeDocument/2006/relationships/image" Target="../media/image1069.png"/><Relationship Id="rId44" Type="http://schemas.openxmlformats.org/officeDocument/2006/relationships/customXml" Target="../ink/ink2027.xml"/><Relationship Id="rId86" Type="http://schemas.openxmlformats.org/officeDocument/2006/relationships/customXml" Target="../ink/ink2048.xml"/><Relationship Id="rId151" Type="http://schemas.openxmlformats.org/officeDocument/2006/relationships/image" Target="../media/image1840.png"/><Relationship Id="rId389" Type="http://schemas.openxmlformats.org/officeDocument/2006/relationships/customXml" Target="../ink/ink2200.xml"/><Relationship Id="rId554" Type="http://schemas.openxmlformats.org/officeDocument/2006/relationships/image" Target="../media/image1090.png"/><Relationship Id="rId193" Type="http://schemas.openxmlformats.org/officeDocument/2006/relationships/image" Target="../media/image2380.png"/><Relationship Id="rId207" Type="http://schemas.openxmlformats.org/officeDocument/2006/relationships/image" Target="../media/image2450.png"/><Relationship Id="rId249" Type="http://schemas.openxmlformats.org/officeDocument/2006/relationships/customXml" Target="../ink/ink2130.xml"/><Relationship Id="rId414" Type="http://schemas.openxmlformats.org/officeDocument/2006/relationships/image" Target="../media/image3480.png"/><Relationship Id="rId456" Type="http://schemas.openxmlformats.org/officeDocument/2006/relationships/image" Target="../media/image1041.png"/><Relationship Id="rId498" Type="http://schemas.openxmlformats.org/officeDocument/2006/relationships/image" Target="../media/image1062.png"/><Relationship Id="rId13" Type="http://schemas.openxmlformats.org/officeDocument/2006/relationships/image" Target="../media/image7310.png"/><Relationship Id="rId109" Type="http://schemas.openxmlformats.org/officeDocument/2006/relationships/image" Target="../media/image1640.png"/><Relationship Id="rId260" Type="http://schemas.openxmlformats.org/officeDocument/2006/relationships/image" Target="../media/image2711.png"/><Relationship Id="rId316" Type="http://schemas.openxmlformats.org/officeDocument/2006/relationships/image" Target="../media/image2990.png"/><Relationship Id="rId523" Type="http://schemas.openxmlformats.org/officeDocument/2006/relationships/customXml" Target="../ink/ink2267.xml"/><Relationship Id="rId55" Type="http://schemas.openxmlformats.org/officeDocument/2006/relationships/image" Target="../media/image9410.png"/><Relationship Id="rId97" Type="http://schemas.openxmlformats.org/officeDocument/2006/relationships/image" Target="../media/image1580.png"/><Relationship Id="rId120" Type="http://schemas.openxmlformats.org/officeDocument/2006/relationships/customXml" Target="../ink/ink2065.xml"/><Relationship Id="rId358" Type="http://schemas.openxmlformats.org/officeDocument/2006/relationships/image" Target="../media/image3200.png"/><Relationship Id="rId162" Type="http://schemas.openxmlformats.org/officeDocument/2006/relationships/customXml" Target="../ink/ink2086.xml"/><Relationship Id="rId218" Type="http://schemas.openxmlformats.org/officeDocument/2006/relationships/customXml" Target="../ink/ink2114.xml"/><Relationship Id="rId425" Type="http://schemas.openxmlformats.org/officeDocument/2006/relationships/customXml" Target="../ink/ink2218.xml"/><Relationship Id="rId467" Type="http://schemas.openxmlformats.org/officeDocument/2006/relationships/customXml" Target="../ink/ink2239.xml"/><Relationship Id="rId271" Type="http://schemas.openxmlformats.org/officeDocument/2006/relationships/customXml" Target="../ink/ink2141.xml"/><Relationship Id="rId24" Type="http://schemas.openxmlformats.org/officeDocument/2006/relationships/customXml" Target="../ink/ink2017.xml"/><Relationship Id="rId66" Type="http://schemas.openxmlformats.org/officeDocument/2006/relationships/customXml" Target="../ink/ink2038.xml"/><Relationship Id="rId131" Type="http://schemas.openxmlformats.org/officeDocument/2006/relationships/image" Target="../media/image1740.png"/><Relationship Id="rId327" Type="http://schemas.openxmlformats.org/officeDocument/2006/relationships/customXml" Target="../ink/ink2169.xml"/><Relationship Id="rId369" Type="http://schemas.openxmlformats.org/officeDocument/2006/relationships/customXml" Target="../ink/ink2190.xml"/><Relationship Id="rId534" Type="http://schemas.openxmlformats.org/officeDocument/2006/relationships/image" Target="../media/image1080.png"/><Relationship Id="rId173" Type="http://schemas.openxmlformats.org/officeDocument/2006/relationships/image" Target="../media/image1950.png"/><Relationship Id="rId229" Type="http://schemas.openxmlformats.org/officeDocument/2006/relationships/customXml" Target="../ink/ink2120.xml"/><Relationship Id="rId380" Type="http://schemas.openxmlformats.org/officeDocument/2006/relationships/image" Target="../media/image3311.png"/><Relationship Id="rId436" Type="http://schemas.openxmlformats.org/officeDocument/2006/relationships/image" Target="../media/image1031.png"/><Relationship Id="rId240" Type="http://schemas.openxmlformats.org/officeDocument/2006/relationships/image" Target="../media/image2611.png"/><Relationship Id="rId478" Type="http://schemas.openxmlformats.org/officeDocument/2006/relationships/image" Target="../media/image1052.png"/><Relationship Id="rId35" Type="http://schemas.openxmlformats.org/officeDocument/2006/relationships/image" Target="../media/image8410.png"/><Relationship Id="rId77" Type="http://schemas.openxmlformats.org/officeDocument/2006/relationships/image" Target="../media/image10310.png"/><Relationship Id="rId100" Type="http://schemas.openxmlformats.org/officeDocument/2006/relationships/customXml" Target="../ink/ink2055.xml"/><Relationship Id="rId282" Type="http://schemas.openxmlformats.org/officeDocument/2006/relationships/image" Target="../media/image2820.png"/><Relationship Id="rId338" Type="http://schemas.openxmlformats.org/officeDocument/2006/relationships/image" Target="../media/image3100.png"/><Relationship Id="rId503" Type="http://schemas.openxmlformats.org/officeDocument/2006/relationships/customXml" Target="../ink/ink2257.xml"/><Relationship Id="rId545" Type="http://schemas.openxmlformats.org/officeDocument/2006/relationships/customXml" Target="../ink/ink2278.xml"/><Relationship Id="rId8" Type="http://schemas.openxmlformats.org/officeDocument/2006/relationships/customXml" Target="../ink/ink2009.xml"/><Relationship Id="rId142" Type="http://schemas.openxmlformats.org/officeDocument/2006/relationships/customXml" Target="../ink/ink2076.xml"/><Relationship Id="rId184" Type="http://schemas.openxmlformats.org/officeDocument/2006/relationships/customXml" Target="../ink/ink2097.xml"/><Relationship Id="rId391" Type="http://schemas.openxmlformats.org/officeDocument/2006/relationships/customXml" Target="../ink/ink2201.xml"/><Relationship Id="rId405" Type="http://schemas.openxmlformats.org/officeDocument/2006/relationships/customXml" Target="../ink/ink2208.xml"/><Relationship Id="rId447" Type="http://schemas.openxmlformats.org/officeDocument/2006/relationships/customXml" Target="../ink/ink2229.xml"/><Relationship Id="rId251" Type="http://schemas.openxmlformats.org/officeDocument/2006/relationships/customXml" Target="../ink/ink2131.xml"/><Relationship Id="rId489" Type="http://schemas.openxmlformats.org/officeDocument/2006/relationships/customXml" Target="../ink/ink2250.xml"/><Relationship Id="rId46" Type="http://schemas.openxmlformats.org/officeDocument/2006/relationships/customXml" Target="../ink/ink2028.xml"/><Relationship Id="rId293" Type="http://schemas.openxmlformats.org/officeDocument/2006/relationships/customXml" Target="../ink/ink2152.xml"/><Relationship Id="rId307" Type="http://schemas.openxmlformats.org/officeDocument/2006/relationships/customXml" Target="../ink/ink2159.xml"/><Relationship Id="rId349" Type="http://schemas.openxmlformats.org/officeDocument/2006/relationships/customXml" Target="../ink/ink2180.xml"/><Relationship Id="rId514" Type="http://schemas.openxmlformats.org/officeDocument/2006/relationships/image" Target="../media/image1070.png"/><Relationship Id="rId556" Type="http://schemas.openxmlformats.org/officeDocument/2006/relationships/image" Target="../media/image1091.png"/><Relationship Id="rId88" Type="http://schemas.openxmlformats.org/officeDocument/2006/relationships/customXml" Target="../ink/ink2049.xml"/><Relationship Id="rId111" Type="http://schemas.openxmlformats.org/officeDocument/2006/relationships/image" Target="../media/image1650.png"/><Relationship Id="rId153" Type="http://schemas.openxmlformats.org/officeDocument/2006/relationships/image" Target="../media/image1850.png"/><Relationship Id="rId195" Type="http://schemas.openxmlformats.org/officeDocument/2006/relationships/image" Target="../media/image2390.png"/><Relationship Id="rId209" Type="http://schemas.openxmlformats.org/officeDocument/2006/relationships/image" Target="../media/image2460.png"/><Relationship Id="rId360" Type="http://schemas.openxmlformats.org/officeDocument/2006/relationships/image" Target="../media/image3211.png"/><Relationship Id="rId416" Type="http://schemas.openxmlformats.org/officeDocument/2006/relationships/image" Target="../media/image3490.png"/><Relationship Id="rId220" Type="http://schemas.openxmlformats.org/officeDocument/2006/relationships/customXml" Target="../ink/ink2115.xml"/><Relationship Id="rId458" Type="http://schemas.openxmlformats.org/officeDocument/2006/relationships/image" Target="../media/image1042.png"/><Relationship Id="rId15" Type="http://schemas.openxmlformats.org/officeDocument/2006/relationships/image" Target="../media/image7410.png"/><Relationship Id="rId57" Type="http://schemas.openxmlformats.org/officeDocument/2006/relationships/image" Target="../media/image9510.png"/><Relationship Id="rId262" Type="http://schemas.openxmlformats.org/officeDocument/2006/relationships/image" Target="../media/image2720.png"/><Relationship Id="rId318" Type="http://schemas.openxmlformats.org/officeDocument/2006/relationships/image" Target="../media/image3000.png"/><Relationship Id="rId525" Type="http://schemas.openxmlformats.org/officeDocument/2006/relationships/customXml" Target="../ink/ink2268.xml"/><Relationship Id="rId99" Type="http://schemas.openxmlformats.org/officeDocument/2006/relationships/image" Target="../media/image1590.png"/><Relationship Id="rId122" Type="http://schemas.openxmlformats.org/officeDocument/2006/relationships/customXml" Target="../ink/ink2066.xml"/><Relationship Id="rId164" Type="http://schemas.openxmlformats.org/officeDocument/2006/relationships/customXml" Target="../ink/ink2087.xml"/><Relationship Id="rId371" Type="http://schemas.openxmlformats.org/officeDocument/2006/relationships/customXml" Target="../ink/ink2191.xml"/><Relationship Id="rId427" Type="http://schemas.openxmlformats.org/officeDocument/2006/relationships/customXml" Target="../ink/ink2219.xml"/><Relationship Id="rId469" Type="http://schemas.openxmlformats.org/officeDocument/2006/relationships/customXml" Target="../ink/ink2240.xml"/><Relationship Id="rId26" Type="http://schemas.openxmlformats.org/officeDocument/2006/relationships/customXml" Target="../ink/ink2018.xml"/><Relationship Id="rId231" Type="http://schemas.openxmlformats.org/officeDocument/2006/relationships/customXml" Target="../ink/ink2121.xml"/><Relationship Id="rId273" Type="http://schemas.openxmlformats.org/officeDocument/2006/relationships/customXml" Target="../ink/ink2142.xml"/><Relationship Id="rId329" Type="http://schemas.openxmlformats.org/officeDocument/2006/relationships/customXml" Target="../ink/ink2170.xml"/><Relationship Id="rId480" Type="http://schemas.openxmlformats.org/officeDocument/2006/relationships/image" Target="../media/image1053.png"/><Relationship Id="rId536" Type="http://schemas.openxmlformats.org/officeDocument/2006/relationships/image" Target="../media/image1081.png"/><Relationship Id="rId68" Type="http://schemas.openxmlformats.org/officeDocument/2006/relationships/customXml" Target="../ink/ink2039.xml"/><Relationship Id="rId133" Type="http://schemas.openxmlformats.org/officeDocument/2006/relationships/image" Target="../media/image1750.png"/><Relationship Id="rId175" Type="http://schemas.openxmlformats.org/officeDocument/2006/relationships/image" Target="../media/image1960.png"/><Relationship Id="rId340" Type="http://schemas.openxmlformats.org/officeDocument/2006/relationships/image" Target="../media/image3111.png"/><Relationship Id="rId200" Type="http://schemas.openxmlformats.org/officeDocument/2006/relationships/customXml" Target="../ink/ink2105.xml"/><Relationship Id="rId382" Type="http://schemas.openxmlformats.org/officeDocument/2006/relationships/image" Target="../media/image3320.png"/><Relationship Id="rId438" Type="http://schemas.openxmlformats.org/officeDocument/2006/relationships/image" Target="../media/image1032.png"/><Relationship Id="rId242" Type="http://schemas.openxmlformats.org/officeDocument/2006/relationships/image" Target="../media/image2620.png"/><Relationship Id="rId284" Type="http://schemas.openxmlformats.org/officeDocument/2006/relationships/image" Target="../media/image2830.png"/><Relationship Id="rId491" Type="http://schemas.openxmlformats.org/officeDocument/2006/relationships/customXml" Target="../ink/ink2251.xml"/><Relationship Id="rId505" Type="http://schemas.openxmlformats.org/officeDocument/2006/relationships/customXml" Target="../ink/ink2258.xml"/><Relationship Id="rId37" Type="http://schemas.openxmlformats.org/officeDocument/2006/relationships/image" Target="../media/image8510.png"/><Relationship Id="rId79" Type="http://schemas.openxmlformats.org/officeDocument/2006/relationships/image" Target="../media/image10410.png"/><Relationship Id="rId102" Type="http://schemas.openxmlformats.org/officeDocument/2006/relationships/customXml" Target="../ink/ink2056.xml"/><Relationship Id="rId144" Type="http://schemas.openxmlformats.org/officeDocument/2006/relationships/customXml" Target="../ink/ink2077.xml"/><Relationship Id="rId547" Type="http://schemas.openxmlformats.org/officeDocument/2006/relationships/customXml" Target="../ink/ink2279.xml"/><Relationship Id="rId90" Type="http://schemas.openxmlformats.org/officeDocument/2006/relationships/customXml" Target="../ink/ink2050.xml"/><Relationship Id="rId186" Type="http://schemas.openxmlformats.org/officeDocument/2006/relationships/customXml" Target="../ink/ink2098.xml"/><Relationship Id="rId351" Type="http://schemas.openxmlformats.org/officeDocument/2006/relationships/customXml" Target="../ink/ink2181.xml"/><Relationship Id="rId393" Type="http://schemas.openxmlformats.org/officeDocument/2006/relationships/customXml" Target="../ink/ink2202.xml"/><Relationship Id="rId407" Type="http://schemas.openxmlformats.org/officeDocument/2006/relationships/customXml" Target="../ink/ink2209.xml"/><Relationship Id="rId449" Type="http://schemas.openxmlformats.org/officeDocument/2006/relationships/customXml" Target="../ink/ink2230.xml"/><Relationship Id="rId211" Type="http://schemas.openxmlformats.org/officeDocument/2006/relationships/image" Target="../media/image2470.png"/><Relationship Id="rId253" Type="http://schemas.openxmlformats.org/officeDocument/2006/relationships/customXml" Target="../ink/ink2132.xml"/><Relationship Id="rId295" Type="http://schemas.openxmlformats.org/officeDocument/2006/relationships/customXml" Target="../ink/ink2153.xml"/><Relationship Id="rId309" Type="http://schemas.openxmlformats.org/officeDocument/2006/relationships/customXml" Target="../ink/ink2160.xml"/><Relationship Id="rId460" Type="http://schemas.openxmlformats.org/officeDocument/2006/relationships/image" Target="../media/image1043.png"/><Relationship Id="rId516" Type="http://schemas.openxmlformats.org/officeDocument/2006/relationships/image" Target="../media/image1071.png"/><Relationship Id="rId48" Type="http://schemas.openxmlformats.org/officeDocument/2006/relationships/customXml" Target="../ink/ink2029.xml"/><Relationship Id="rId113" Type="http://schemas.openxmlformats.org/officeDocument/2006/relationships/image" Target="../media/image1660.png"/><Relationship Id="rId320" Type="http://schemas.openxmlformats.org/officeDocument/2006/relationships/image" Target="../media/image3011.png"/><Relationship Id="rId558" Type="http://schemas.openxmlformats.org/officeDocument/2006/relationships/image" Target="../media/image1092.png"/><Relationship Id="rId155" Type="http://schemas.openxmlformats.org/officeDocument/2006/relationships/image" Target="../media/image1860.png"/><Relationship Id="rId197" Type="http://schemas.openxmlformats.org/officeDocument/2006/relationships/image" Target="../media/image2400.png"/><Relationship Id="rId362" Type="http://schemas.openxmlformats.org/officeDocument/2006/relationships/image" Target="../media/image3220.png"/><Relationship Id="rId418" Type="http://schemas.openxmlformats.org/officeDocument/2006/relationships/image" Target="../media/image3500.png"/><Relationship Id="rId222" Type="http://schemas.openxmlformats.org/officeDocument/2006/relationships/customXml" Target="../ink/ink2116.xml"/><Relationship Id="rId264" Type="http://schemas.openxmlformats.org/officeDocument/2006/relationships/image" Target="../media/image2730.png"/><Relationship Id="rId471" Type="http://schemas.openxmlformats.org/officeDocument/2006/relationships/customXml" Target="../ink/ink2241.xml"/><Relationship Id="rId17" Type="http://schemas.openxmlformats.org/officeDocument/2006/relationships/image" Target="../media/image7510.png"/><Relationship Id="rId59" Type="http://schemas.openxmlformats.org/officeDocument/2006/relationships/image" Target="../media/image5310.png"/><Relationship Id="rId124" Type="http://schemas.openxmlformats.org/officeDocument/2006/relationships/customXml" Target="../ink/ink2067.xml"/><Relationship Id="rId527" Type="http://schemas.openxmlformats.org/officeDocument/2006/relationships/customXml" Target="../ink/ink2269.xml"/><Relationship Id="rId70" Type="http://schemas.openxmlformats.org/officeDocument/2006/relationships/customXml" Target="../ink/ink2040.xml"/><Relationship Id="rId166" Type="http://schemas.openxmlformats.org/officeDocument/2006/relationships/customXml" Target="../ink/ink2088.xml"/><Relationship Id="rId331" Type="http://schemas.openxmlformats.org/officeDocument/2006/relationships/customXml" Target="../ink/ink2171.xml"/><Relationship Id="rId373" Type="http://schemas.openxmlformats.org/officeDocument/2006/relationships/customXml" Target="../ink/ink2192.xml"/><Relationship Id="rId429" Type="http://schemas.openxmlformats.org/officeDocument/2006/relationships/customXml" Target="../ink/ink2220.xml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2122.xml"/><Relationship Id="rId440" Type="http://schemas.openxmlformats.org/officeDocument/2006/relationships/image" Target="../media/image1033.png"/><Relationship Id="rId28" Type="http://schemas.openxmlformats.org/officeDocument/2006/relationships/customXml" Target="../ink/ink2019.xml"/><Relationship Id="rId275" Type="http://schemas.openxmlformats.org/officeDocument/2006/relationships/customXml" Target="../ink/ink2143.xml"/><Relationship Id="rId300" Type="http://schemas.openxmlformats.org/officeDocument/2006/relationships/image" Target="../media/image2911.png"/><Relationship Id="rId482" Type="http://schemas.openxmlformats.org/officeDocument/2006/relationships/image" Target="../media/image1054.png"/><Relationship Id="rId538" Type="http://schemas.openxmlformats.org/officeDocument/2006/relationships/image" Target="../media/image1082.png"/><Relationship Id="rId81" Type="http://schemas.openxmlformats.org/officeDocument/2006/relationships/image" Target="../media/image10510.png"/><Relationship Id="rId135" Type="http://schemas.openxmlformats.org/officeDocument/2006/relationships/image" Target="../media/image1760.png"/><Relationship Id="rId177" Type="http://schemas.openxmlformats.org/officeDocument/2006/relationships/image" Target="../media/image1970.png"/><Relationship Id="rId342" Type="http://schemas.openxmlformats.org/officeDocument/2006/relationships/image" Target="../media/image3120.png"/><Relationship Id="rId384" Type="http://schemas.openxmlformats.org/officeDocument/2006/relationships/image" Target="../media/image3330.png"/><Relationship Id="rId202" Type="http://schemas.openxmlformats.org/officeDocument/2006/relationships/customXml" Target="../ink/ink2106.xml"/><Relationship Id="rId244" Type="http://schemas.openxmlformats.org/officeDocument/2006/relationships/image" Target="../media/image2630.png"/><Relationship Id="rId39" Type="http://schemas.openxmlformats.org/officeDocument/2006/relationships/image" Target="../media/image8610.png"/><Relationship Id="rId286" Type="http://schemas.openxmlformats.org/officeDocument/2006/relationships/image" Target="../media/image2840.png"/><Relationship Id="rId451" Type="http://schemas.openxmlformats.org/officeDocument/2006/relationships/customXml" Target="../ink/ink2231.xml"/><Relationship Id="rId493" Type="http://schemas.openxmlformats.org/officeDocument/2006/relationships/customXml" Target="../ink/ink2252.xml"/><Relationship Id="rId507" Type="http://schemas.openxmlformats.org/officeDocument/2006/relationships/customXml" Target="../ink/ink2259.xml"/><Relationship Id="rId549" Type="http://schemas.openxmlformats.org/officeDocument/2006/relationships/customXml" Target="../ink/ink2280.xml"/><Relationship Id="rId50" Type="http://schemas.openxmlformats.org/officeDocument/2006/relationships/customXml" Target="../ink/ink2030.xml"/><Relationship Id="rId104" Type="http://schemas.openxmlformats.org/officeDocument/2006/relationships/customXml" Target="../ink/ink2057.xml"/><Relationship Id="rId146" Type="http://schemas.openxmlformats.org/officeDocument/2006/relationships/customXml" Target="../ink/ink2078.xml"/><Relationship Id="rId188" Type="http://schemas.openxmlformats.org/officeDocument/2006/relationships/customXml" Target="../ink/ink2099.xml"/><Relationship Id="rId311" Type="http://schemas.openxmlformats.org/officeDocument/2006/relationships/customXml" Target="../ink/ink2161.xml"/><Relationship Id="rId353" Type="http://schemas.openxmlformats.org/officeDocument/2006/relationships/customXml" Target="../ink/ink2182.xml"/><Relationship Id="rId395" Type="http://schemas.openxmlformats.org/officeDocument/2006/relationships/customXml" Target="../ink/ink2203.xml"/><Relationship Id="rId409" Type="http://schemas.openxmlformats.org/officeDocument/2006/relationships/customXml" Target="../ink/ink2210.xml"/><Relationship Id="rId560" Type="http://schemas.openxmlformats.org/officeDocument/2006/relationships/image" Target="../media/image1093.png"/><Relationship Id="rId92" Type="http://schemas.openxmlformats.org/officeDocument/2006/relationships/customXml" Target="../ink/ink2051.xml"/><Relationship Id="rId213" Type="http://schemas.openxmlformats.org/officeDocument/2006/relationships/image" Target="../media/image2480.png"/><Relationship Id="rId420" Type="http://schemas.openxmlformats.org/officeDocument/2006/relationships/image" Target="../media/image1023.png"/><Relationship Id="rId255" Type="http://schemas.openxmlformats.org/officeDocument/2006/relationships/customXml" Target="../ink/ink2133.xml"/><Relationship Id="rId297" Type="http://schemas.openxmlformats.org/officeDocument/2006/relationships/customXml" Target="../ink/ink2154.xml"/><Relationship Id="rId462" Type="http://schemas.openxmlformats.org/officeDocument/2006/relationships/image" Target="../media/image1044.png"/><Relationship Id="rId518" Type="http://schemas.openxmlformats.org/officeDocument/2006/relationships/image" Target="../media/image1072.png"/><Relationship Id="rId115" Type="http://schemas.openxmlformats.org/officeDocument/2006/relationships/image" Target="../media/image1670.png"/><Relationship Id="rId157" Type="http://schemas.openxmlformats.org/officeDocument/2006/relationships/image" Target="../media/image1870.png"/><Relationship Id="rId322" Type="http://schemas.openxmlformats.org/officeDocument/2006/relationships/image" Target="../media/image3020.png"/><Relationship Id="rId364" Type="http://schemas.openxmlformats.org/officeDocument/2006/relationships/image" Target="../media/image3230.png"/><Relationship Id="rId61" Type="http://schemas.openxmlformats.org/officeDocument/2006/relationships/image" Target="../media/image9610.png"/><Relationship Id="rId199" Type="http://schemas.openxmlformats.org/officeDocument/2006/relationships/image" Target="../media/image2411.png"/><Relationship Id="rId19" Type="http://schemas.openxmlformats.org/officeDocument/2006/relationships/image" Target="../media/image7610.png"/><Relationship Id="rId224" Type="http://schemas.openxmlformats.org/officeDocument/2006/relationships/customXml" Target="../ink/ink2117.xml"/><Relationship Id="rId266" Type="http://schemas.openxmlformats.org/officeDocument/2006/relationships/image" Target="../media/image2740.png"/><Relationship Id="rId431" Type="http://schemas.openxmlformats.org/officeDocument/2006/relationships/customXml" Target="../ink/ink2221.xml"/><Relationship Id="rId473" Type="http://schemas.openxmlformats.org/officeDocument/2006/relationships/customXml" Target="../ink/ink2242.xml"/><Relationship Id="rId529" Type="http://schemas.openxmlformats.org/officeDocument/2006/relationships/customXml" Target="../ink/ink2270.xml"/><Relationship Id="rId30" Type="http://schemas.openxmlformats.org/officeDocument/2006/relationships/customXml" Target="../ink/ink2020.xml"/><Relationship Id="rId126" Type="http://schemas.openxmlformats.org/officeDocument/2006/relationships/customXml" Target="../ink/ink2068.xml"/><Relationship Id="rId168" Type="http://schemas.openxmlformats.org/officeDocument/2006/relationships/customXml" Target="../ink/ink2089.xml"/><Relationship Id="rId333" Type="http://schemas.openxmlformats.org/officeDocument/2006/relationships/customXml" Target="../ink/ink2172.xml"/><Relationship Id="rId540" Type="http://schemas.openxmlformats.org/officeDocument/2006/relationships/image" Target="../media/image1083.png"/><Relationship Id="rId72" Type="http://schemas.openxmlformats.org/officeDocument/2006/relationships/customXml" Target="../ink/ink2041.xml"/><Relationship Id="rId375" Type="http://schemas.openxmlformats.org/officeDocument/2006/relationships/customXml" Target="../ink/ink2193.xml"/><Relationship Id="rId3" Type="http://schemas.openxmlformats.org/officeDocument/2006/relationships/image" Target="../media/image2510.png"/><Relationship Id="rId235" Type="http://schemas.openxmlformats.org/officeDocument/2006/relationships/customXml" Target="../ink/ink2123.xml"/><Relationship Id="rId277" Type="http://schemas.openxmlformats.org/officeDocument/2006/relationships/customXml" Target="../ink/ink2144.xml"/><Relationship Id="rId400" Type="http://schemas.openxmlformats.org/officeDocument/2006/relationships/image" Target="../media/image3411.png"/><Relationship Id="rId442" Type="http://schemas.openxmlformats.org/officeDocument/2006/relationships/image" Target="../media/image1034.png"/><Relationship Id="rId484" Type="http://schemas.openxmlformats.org/officeDocument/2006/relationships/image" Target="../media/image1055.png"/><Relationship Id="rId137" Type="http://schemas.openxmlformats.org/officeDocument/2006/relationships/image" Target="../media/image1770.png"/><Relationship Id="rId302" Type="http://schemas.openxmlformats.org/officeDocument/2006/relationships/image" Target="../media/image2920.png"/><Relationship Id="rId344" Type="http://schemas.openxmlformats.org/officeDocument/2006/relationships/image" Target="../media/image3130.png"/><Relationship Id="rId41" Type="http://schemas.openxmlformats.org/officeDocument/2006/relationships/image" Target="../media/image8710.png"/><Relationship Id="rId83" Type="http://schemas.openxmlformats.org/officeDocument/2006/relationships/image" Target="../media/image10610.png"/><Relationship Id="rId179" Type="http://schemas.openxmlformats.org/officeDocument/2006/relationships/image" Target="../media/image1980.png"/><Relationship Id="rId386" Type="http://schemas.openxmlformats.org/officeDocument/2006/relationships/image" Target="../media/image3340.png"/><Relationship Id="rId551" Type="http://schemas.openxmlformats.org/officeDocument/2006/relationships/customXml" Target="../ink/ink2281.xml"/><Relationship Id="rId190" Type="http://schemas.openxmlformats.org/officeDocument/2006/relationships/customXml" Target="../ink/ink2100.xml"/><Relationship Id="rId204" Type="http://schemas.openxmlformats.org/officeDocument/2006/relationships/customXml" Target="../ink/ink2107.xml"/><Relationship Id="rId246" Type="http://schemas.openxmlformats.org/officeDocument/2006/relationships/image" Target="../media/image2640.png"/><Relationship Id="rId288" Type="http://schemas.openxmlformats.org/officeDocument/2006/relationships/image" Target="../media/image2850.png"/><Relationship Id="rId411" Type="http://schemas.openxmlformats.org/officeDocument/2006/relationships/customXml" Target="../ink/ink2211.xml"/><Relationship Id="rId453" Type="http://schemas.openxmlformats.org/officeDocument/2006/relationships/customXml" Target="../ink/ink2232.xml"/><Relationship Id="rId509" Type="http://schemas.openxmlformats.org/officeDocument/2006/relationships/customXml" Target="../ink/ink2260.xml"/><Relationship Id="rId106" Type="http://schemas.openxmlformats.org/officeDocument/2006/relationships/customXml" Target="../ink/ink2058.xml"/><Relationship Id="rId313" Type="http://schemas.openxmlformats.org/officeDocument/2006/relationships/customXml" Target="../ink/ink2162.xml"/><Relationship Id="rId495" Type="http://schemas.openxmlformats.org/officeDocument/2006/relationships/customXml" Target="../ink/ink2253.xml"/><Relationship Id="rId10" Type="http://schemas.openxmlformats.org/officeDocument/2006/relationships/customXml" Target="../ink/ink2010.xml"/><Relationship Id="rId52" Type="http://schemas.openxmlformats.org/officeDocument/2006/relationships/customXml" Target="../ink/ink2031.xml"/><Relationship Id="rId94" Type="http://schemas.openxmlformats.org/officeDocument/2006/relationships/customXml" Target="../ink/ink2052.xml"/><Relationship Id="rId148" Type="http://schemas.openxmlformats.org/officeDocument/2006/relationships/customXml" Target="../ink/ink2079.xml"/><Relationship Id="rId355" Type="http://schemas.openxmlformats.org/officeDocument/2006/relationships/customXml" Target="../ink/ink2183.xml"/><Relationship Id="rId397" Type="http://schemas.openxmlformats.org/officeDocument/2006/relationships/customXml" Target="../ink/ink2204.xml"/><Relationship Id="rId520" Type="http://schemas.openxmlformats.org/officeDocument/2006/relationships/image" Target="../media/image1073.png"/><Relationship Id="rId215" Type="http://schemas.openxmlformats.org/officeDocument/2006/relationships/image" Target="../media/image2490.png"/><Relationship Id="rId257" Type="http://schemas.openxmlformats.org/officeDocument/2006/relationships/customXml" Target="../ink/ink2134.xml"/><Relationship Id="rId422" Type="http://schemas.openxmlformats.org/officeDocument/2006/relationships/image" Target="../media/image1024.png"/><Relationship Id="rId464" Type="http://schemas.openxmlformats.org/officeDocument/2006/relationships/image" Target="../media/image1045.png"/><Relationship Id="rId299" Type="http://schemas.openxmlformats.org/officeDocument/2006/relationships/customXml" Target="../ink/ink2155.xml"/><Relationship Id="rId63" Type="http://schemas.openxmlformats.org/officeDocument/2006/relationships/image" Target="../media/image9710.png"/><Relationship Id="rId159" Type="http://schemas.openxmlformats.org/officeDocument/2006/relationships/image" Target="../media/image1880.png"/><Relationship Id="rId366" Type="http://schemas.openxmlformats.org/officeDocument/2006/relationships/image" Target="../media/image3240.png"/><Relationship Id="rId226" Type="http://schemas.openxmlformats.org/officeDocument/2006/relationships/customXml" Target="../ink/ink2118.xml"/><Relationship Id="rId433" Type="http://schemas.openxmlformats.org/officeDocument/2006/relationships/customXml" Target="../ink/ink2222.xml"/><Relationship Id="rId74" Type="http://schemas.openxmlformats.org/officeDocument/2006/relationships/customXml" Target="../ink/ink2042.xml"/><Relationship Id="rId377" Type="http://schemas.openxmlformats.org/officeDocument/2006/relationships/customXml" Target="../ink/ink2194.xml"/><Relationship Id="rId500" Type="http://schemas.openxmlformats.org/officeDocument/2006/relationships/image" Target="../media/image1063.png"/><Relationship Id="rId5" Type="http://schemas.openxmlformats.org/officeDocument/2006/relationships/image" Target="../media/image7010.png"/><Relationship Id="rId237" Type="http://schemas.openxmlformats.org/officeDocument/2006/relationships/customXml" Target="../ink/ink2124.xml"/><Relationship Id="rId444" Type="http://schemas.openxmlformats.org/officeDocument/2006/relationships/image" Target="../media/image1035.png"/><Relationship Id="rId290" Type="http://schemas.openxmlformats.org/officeDocument/2006/relationships/image" Target="../media/image2860.png"/><Relationship Id="rId304" Type="http://schemas.openxmlformats.org/officeDocument/2006/relationships/image" Target="../media/image2930.png"/><Relationship Id="rId388" Type="http://schemas.openxmlformats.org/officeDocument/2006/relationships/image" Target="../media/image3350.png"/><Relationship Id="rId511" Type="http://schemas.openxmlformats.org/officeDocument/2006/relationships/customXml" Target="../ink/ink2261.xml"/><Relationship Id="rId85" Type="http://schemas.openxmlformats.org/officeDocument/2006/relationships/image" Target="../media/image10710.png"/><Relationship Id="rId150" Type="http://schemas.openxmlformats.org/officeDocument/2006/relationships/customXml" Target="../ink/ink2080.xml"/><Relationship Id="rId248" Type="http://schemas.openxmlformats.org/officeDocument/2006/relationships/image" Target="../media/image2650.png"/><Relationship Id="rId455" Type="http://schemas.openxmlformats.org/officeDocument/2006/relationships/customXml" Target="../ink/ink2233.xml"/><Relationship Id="rId12" Type="http://schemas.openxmlformats.org/officeDocument/2006/relationships/customXml" Target="../ink/ink2011.xml"/><Relationship Id="rId108" Type="http://schemas.openxmlformats.org/officeDocument/2006/relationships/customXml" Target="../ink/ink2059.xml"/><Relationship Id="rId315" Type="http://schemas.openxmlformats.org/officeDocument/2006/relationships/customXml" Target="../ink/ink2163.xml"/><Relationship Id="rId522" Type="http://schemas.openxmlformats.org/officeDocument/2006/relationships/image" Target="../media/image1074.png"/><Relationship Id="rId96" Type="http://schemas.openxmlformats.org/officeDocument/2006/relationships/customXml" Target="../ink/ink2053.xml"/><Relationship Id="rId161" Type="http://schemas.openxmlformats.org/officeDocument/2006/relationships/image" Target="../media/image1890.png"/><Relationship Id="rId399" Type="http://schemas.openxmlformats.org/officeDocument/2006/relationships/customXml" Target="../ink/ink2205.xml"/></Relationships>
</file>

<file path=ppt/slides/_rels/slide3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80.png"/><Relationship Id="rId21" Type="http://schemas.openxmlformats.org/officeDocument/2006/relationships/image" Target="../media/image7710.png"/><Relationship Id="rId324" Type="http://schemas.openxmlformats.org/officeDocument/2006/relationships/image" Target="../media/image3870.png"/><Relationship Id="rId170" Type="http://schemas.openxmlformats.org/officeDocument/2006/relationships/customXml" Target="../ink/ink2370.xml"/><Relationship Id="rId226" Type="http://schemas.openxmlformats.org/officeDocument/2006/relationships/customXml" Target="../ink/ink2398.xml"/><Relationship Id="rId433" Type="http://schemas.openxmlformats.org/officeDocument/2006/relationships/customXml" Target="../ink/ink2502.xml"/><Relationship Id="rId268" Type="http://schemas.openxmlformats.org/officeDocument/2006/relationships/image" Target="../media/image3590.png"/><Relationship Id="rId475" Type="http://schemas.openxmlformats.org/officeDocument/2006/relationships/customXml" Target="../ink/ink2523.xml"/><Relationship Id="rId32" Type="http://schemas.openxmlformats.org/officeDocument/2006/relationships/customXml" Target="../ink/ink2301.xml"/><Relationship Id="rId74" Type="http://schemas.openxmlformats.org/officeDocument/2006/relationships/customXml" Target="../ink/ink2322.xml"/><Relationship Id="rId128" Type="http://schemas.openxmlformats.org/officeDocument/2006/relationships/customXml" Target="../ink/ink2349.xml"/><Relationship Id="rId335" Type="http://schemas.openxmlformats.org/officeDocument/2006/relationships/customXml" Target="../ink/ink2453.xml"/><Relationship Id="rId377" Type="http://schemas.openxmlformats.org/officeDocument/2006/relationships/customXml" Target="../ink/ink2474.xml"/><Relationship Id="rId500" Type="http://schemas.openxmlformats.org/officeDocument/2006/relationships/image" Target="../media/image1097.png"/><Relationship Id="rId5" Type="http://schemas.openxmlformats.org/officeDocument/2006/relationships/image" Target="../media/image7010.png"/><Relationship Id="rId181" Type="http://schemas.openxmlformats.org/officeDocument/2006/relationships/image" Target="../media/image1990.png"/><Relationship Id="rId237" Type="http://schemas.openxmlformats.org/officeDocument/2006/relationships/customXml" Target="../ink/ink2404.xml"/><Relationship Id="rId402" Type="http://schemas.openxmlformats.org/officeDocument/2006/relationships/image" Target="../media/image4260.png"/><Relationship Id="rId279" Type="http://schemas.openxmlformats.org/officeDocument/2006/relationships/customXml" Target="../ink/ink2425.xml"/><Relationship Id="rId444" Type="http://schemas.openxmlformats.org/officeDocument/2006/relationships/image" Target="../media/image4470.png"/><Relationship Id="rId486" Type="http://schemas.openxmlformats.org/officeDocument/2006/relationships/image" Target="../media/image4680.png"/><Relationship Id="rId43" Type="http://schemas.openxmlformats.org/officeDocument/2006/relationships/image" Target="../media/image8810.png"/><Relationship Id="rId139" Type="http://schemas.openxmlformats.org/officeDocument/2006/relationships/image" Target="../media/image1780.png"/><Relationship Id="rId290" Type="http://schemas.openxmlformats.org/officeDocument/2006/relationships/image" Target="../media/image3700.png"/><Relationship Id="rId304" Type="http://schemas.openxmlformats.org/officeDocument/2006/relationships/image" Target="../media/image3770.png"/><Relationship Id="rId346" Type="http://schemas.openxmlformats.org/officeDocument/2006/relationships/image" Target="../media/image3980.png"/><Relationship Id="rId388" Type="http://schemas.openxmlformats.org/officeDocument/2006/relationships/image" Target="../media/image4190.png"/><Relationship Id="rId511" Type="http://schemas.openxmlformats.org/officeDocument/2006/relationships/customXml" Target="../ink/ink2541.xml"/><Relationship Id="rId85" Type="http://schemas.openxmlformats.org/officeDocument/2006/relationships/image" Target="../media/image10710.png"/><Relationship Id="rId150" Type="http://schemas.openxmlformats.org/officeDocument/2006/relationships/customXml" Target="../ink/ink2360.xml"/><Relationship Id="rId192" Type="http://schemas.openxmlformats.org/officeDocument/2006/relationships/customXml" Target="../ink/ink2381.xml"/><Relationship Id="rId206" Type="http://schemas.openxmlformats.org/officeDocument/2006/relationships/customXml" Target="../ink/ink2388.xml"/><Relationship Id="rId413" Type="http://schemas.openxmlformats.org/officeDocument/2006/relationships/customXml" Target="../ink/ink2492.xml"/><Relationship Id="rId248" Type="http://schemas.openxmlformats.org/officeDocument/2006/relationships/image" Target="../media/image2650.png"/><Relationship Id="rId455" Type="http://schemas.openxmlformats.org/officeDocument/2006/relationships/customXml" Target="../ink/ink2513.xml"/><Relationship Id="rId497" Type="http://schemas.openxmlformats.org/officeDocument/2006/relationships/customXml" Target="../ink/ink2534.xml"/><Relationship Id="rId12" Type="http://schemas.openxmlformats.org/officeDocument/2006/relationships/customXml" Target="../ink/ink2291.xml"/><Relationship Id="rId108" Type="http://schemas.openxmlformats.org/officeDocument/2006/relationships/customXml" Target="../ink/ink2339.xml"/><Relationship Id="rId315" Type="http://schemas.openxmlformats.org/officeDocument/2006/relationships/customXml" Target="../ink/ink2443.xml"/><Relationship Id="rId357" Type="http://schemas.openxmlformats.org/officeDocument/2006/relationships/customXml" Target="../ink/ink2464.xml"/><Relationship Id="rId54" Type="http://schemas.openxmlformats.org/officeDocument/2006/relationships/customXml" Target="../ink/ink2312.xml"/><Relationship Id="rId96" Type="http://schemas.openxmlformats.org/officeDocument/2006/relationships/customXml" Target="../ink/ink2333.xml"/><Relationship Id="rId161" Type="http://schemas.openxmlformats.org/officeDocument/2006/relationships/image" Target="../media/image1890.png"/><Relationship Id="rId217" Type="http://schemas.openxmlformats.org/officeDocument/2006/relationships/image" Target="../media/image2500.png"/><Relationship Id="rId399" Type="http://schemas.openxmlformats.org/officeDocument/2006/relationships/customXml" Target="../ink/ink2485.xml"/><Relationship Id="rId259" Type="http://schemas.openxmlformats.org/officeDocument/2006/relationships/customXml" Target="../ink/ink2415.xml"/><Relationship Id="rId424" Type="http://schemas.openxmlformats.org/officeDocument/2006/relationships/image" Target="../media/image4370.png"/><Relationship Id="rId466" Type="http://schemas.openxmlformats.org/officeDocument/2006/relationships/image" Target="../media/image4580.png"/><Relationship Id="rId23" Type="http://schemas.openxmlformats.org/officeDocument/2006/relationships/image" Target="../media/image7810.png"/><Relationship Id="rId119" Type="http://schemas.openxmlformats.org/officeDocument/2006/relationships/image" Target="../media/image1690.png"/><Relationship Id="rId270" Type="http://schemas.openxmlformats.org/officeDocument/2006/relationships/image" Target="../media/image3600.png"/><Relationship Id="rId326" Type="http://schemas.openxmlformats.org/officeDocument/2006/relationships/image" Target="../media/image3880.png"/><Relationship Id="rId65" Type="http://schemas.openxmlformats.org/officeDocument/2006/relationships/image" Target="../media/image9810.png"/><Relationship Id="rId130" Type="http://schemas.openxmlformats.org/officeDocument/2006/relationships/customXml" Target="../ink/ink2350.xml"/><Relationship Id="rId368" Type="http://schemas.openxmlformats.org/officeDocument/2006/relationships/image" Target="../media/image4090.png"/><Relationship Id="rId172" Type="http://schemas.openxmlformats.org/officeDocument/2006/relationships/customXml" Target="../ink/ink2371.xml"/><Relationship Id="rId228" Type="http://schemas.openxmlformats.org/officeDocument/2006/relationships/image" Target="../media/image2550.png"/><Relationship Id="rId435" Type="http://schemas.openxmlformats.org/officeDocument/2006/relationships/customXml" Target="../ink/ink2503.xml"/><Relationship Id="rId477" Type="http://schemas.openxmlformats.org/officeDocument/2006/relationships/customXml" Target="../ink/ink2524.xml"/><Relationship Id="rId281" Type="http://schemas.openxmlformats.org/officeDocument/2006/relationships/customXml" Target="../ink/ink2426.xml"/><Relationship Id="rId337" Type="http://schemas.openxmlformats.org/officeDocument/2006/relationships/customXml" Target="../ink/ink2454.xml"/><Relationship Id="rId502" Type="http://schemas.openxmlformats.org/officeDocument/2006/relationships/image" Target="../media/image1098.png"/><Relationship Id="rId34" Type="http://schemas.openxmlformats.org/officeDocument/2006/relationships/customXml" Target="../ink/ink2302.xml"/><Relationship Id="rId76" Type="http://schemas.openxmlformats.org/officeDocument/2006/relationships/customXml" Target="../ink/ink2323.xml"/><Relationship Id="rId141" Type="http://schemas.openxmlformats.org/officeDocument/2006/relationships/image" Target="../media/image1790.png"/><Relationship Id="rId379" Type="http://schemas.openxmlformats.org/officeDocument/2006/relationships/customXml" Target="../ink/ink2475.xml"/><Relationship Id="rId7" Type="http://schemas.openxmlformats.org/officeDocument/2006/relationships/image" Target="../media/image7110.png"/><Relationship Id="rId183" Type="http://schemas.openxmlformats.org/officeDocument/2006/relationships/image" Target="../media/image2000.png"/><Relationship Id="rId239" Type="http://schemas.openxmlformats.org/officeDocument/2006/relationships/customXml" Target="../ink/ink2405.xml"/><Relationship Id="rId390" Type="http://schemas.openxmlformats.org/officeDocument/2006/relationships/image" Target="../media/image4200.png"/><Relationship Id="rId404" Type="http://schemas.openxmlformats.org/officeDocument/2006/relationships/image" Target="../media/image4270.png"/><Relationship Id="rId446" Type="http://schemas.openxmlformats.org/officeDocument/2006/relationships/image" Target="../media/image4480.png"/><Relationship Id="rId250" Type="http://schemas.openxmlformats.org/officeDocument/2006/relationships/image" Target="../media/image2660.png"/><Relationship Id="rId292" Type="http://schemas.openxmlformats.org/officeDocument/2006/relationships/image" Target="../media/image3711.png"/><Relationship Id="rId306" Type="http://schemas.openxmlformats.org/officeDocument/2006/relationships/image" Target="../media/image3780.png"/><Relationship Id="rId488" Type="http://schemas.openxmlformats.org/officeDocument/2006/relationships/image" Target="../media/image4690.png"/><Relationship Id="rId45" Type="http://schemas.openxmlformats.org/officeDocument/2006/relationships/image" Target="../media/image8910.png"/><Relationship Id="rId87" Type="http://schemas.openxmlformats.org/officeDocument/2006/relationships/image" Target="../media/image10810.png"/><Relationship Id="rId110" Type="http://schemas.openxmlformats.org/officeDocument/2006/relationships/customXml" Target="../ink/ink2340.xml"/><Relationship Id="rId348" Type="http://schemas.openxmlformats.org/officeDocument/2006/relationships/image" Target="../media/image3990.png"/><Relationship Id="rId513" Type="http://schemas.openxmlformats.org/officeDocument/2006/relationships/customXml" Target="../ink/ink2542.xml"/><Relationship Id="rId152" Type="http://schemas.openxmlformats.org/officeDocument/2006/relationships/customXml" Target="../ink/ink2361.xml"/><Relationship Id="rId194" Type="http://schemas.openxmlformats.org/officeDocument/2006/relationships/customXml" Target="../ink/ink2382.xml"/><Relationship Id="rId208" Type="http://schemas.openxmlformats.org/officeDocument/2006/relationships/customXml" Target="../ink/ink2389.xml"/><Relationship Id="rId415" Type="http://schemas.openxmlformats.org/officeDocument/2006/relationships/customXml" Target="../ink/ink2493.xml"/><Relationship Id="rId457" Type="http://schemas.openxmlformats.org/officeDocument/2006/relationships/customXml" Target="../ink/ink2514.xml"/><Relationship Id="rId261" Type="http://schemas.openxmlformats.org/officeDocument/2006/relationships/customXml" Target="../ink/ink2416.xml"/><Relationship Id="rId499" Type="http://schemas.openxmlformats.org/officeDocument/2006/relationships/customXml" Target="../ink/ink2535.xml"/><Relationship Id="rId14" Type="http://schemas.openxmlformats.org/officeDocument/2006/relationships/customXml" Target="../ink/ink2292.xml"/><Relationship Id="rId56" Type="http://schemas.openxmlformats.org/officeDocument/2006/relationships/customXml" Target="../ink/ink2313.xml"/><Relationship Id="rId317" Type="http://schemas.openxmlformats.org/officeDocument/2006/relationships/customXml" Target="../ink/ink2444.xml"/><Relationship Id="rId359" Type="http://schemas.openxmlformats.org/officeDocument/2006/relationships/customXml" Target="../ink/ink2465.xml"/><Relationship Id="rId98" Type="http://schemas.openxmlformats.org/officeDocument/2006/relationships/customXml" Target="../ink/ink2334.xml"/><Relationship Id="rId121" Type="http://schemas.openxmlformats.org/officeDocument/2006/relationships/image" Target="../media/image1700.png"/><Relationship Id="rId163" Type="http://schemas.openxmlformats.org/officeDocument/2006/relationships/image" Target="../media/image1900.png"/><Relationship Id="rId219" Type="http://schemas.openxmlformats.org/officeDocument/2006/relationships/image" Target="../media/image2511.png"/><Relationship Id="rId370" Type="http://schemas.openxmlformats.org/officeDocument/2006/relationships/image" Target="../media/image4100.png"/><Relationship Id="rId426" Type="http://schemas.openxmlformats.org/officeDocument/2006/relationships/image" Target="../media/image4380.png"/><Relationship Id="rId230" Type="http://schemas.openxmlformats.org/officeDocument/2006/relationships/image" Target="../media/image2560.png"/><Relationship Id="rId468" Type="http://schemas.openxmlformats.org/officeDocument/2006/relationships/image" Target="../media/image4590.png"/><Relationship Id="rId25" Type="http://schemas.openxmlformats.org/officeDocument/2006/relationships/image" Target="../media/image7910.png"/><Relationship Id="rId67" Type="http://schemas.openxmlformats.org/officeDocument/2006/relationships/image" Target="../media/image9910.png"/><Relationship Id="rId272" Type="http://schemas.openxmlformats.org/officeDocument/2006/relationships/image" Target="../media/image3611.png"/><Relationship Id="rId328" Type="http://schemas.openxmlformats.org/officeDocument/2006/relationships/image" Target="../media/image3890.png"/><Relationship Id="rId132" Type="http://schemas.openxmlformats.org/officeDocument/2006/relationships/customXml" Target="../ink/ink2351.xml"/><Relationship Id="rId174" Type="http://schemas.openxmlformats.org/officeDocument/2006/relationships/customXml" Target="../ink/ink2372.xml"/><Relationship Id="rId381" Type="http://schemas.openxmlformats.org/officeDocument/2006/relationships/customXml" Target="../ink/ink2476.xml"/><Relationship Id="rId241" Type="http://schemas.openxmlformats.org/officeDocument/2006/relationships/customXml" Target="../ink/ink2406.xml"/><Relationship Id="rId437" Type="http://schemas.openxmlformats.org/officeDocument/2006/relationships/customXml" Target="../ink/ink2504.xml"/><Relationship Id="rId479" Type="http://schemas.openxmlformats.org/officeDocument/2006/relationships/customXml" Target="../ink/ink2525.xml"/><Relationship Id="rId36" Type="http://schemas.openxmlformats.org/officeDocument/2006/relationships/customXml" Target="../ink/ink2303.xml"/><Relationship Id="rId283" Type="http://schemas.openxmlformats.org/officeDocument/2006/relationships/customXml" Target="../ink/ink2427.xml"/><Relationship Id="rId339" Type="http://schemas.openxmlformats.org/officeDocument/2006/relationships/customXml" Target="../ink/ink2455.xml"/><Relationship Id="rId490" Type="http://schemas.openxmlformats.org/officeDocument/2006/relationships/image" Target="../media/image4700.png"/><Relationship Id="rId504" Type="http://schemas.openxmlformats.org/officeDocument/2006/relationships/image" Target="../media/image1099.png"/><Relationship Id="rId78" Type="http://schemas.openxmlformats.org/officeDocument/2006/relationships/customXml" Target="../ink/ink2324.xml"/><Relationship Id="rId101" Type="http://schemas.openxmlformats.org/officeDocument/2006/relationships/image" Target="../media/image1600.png"/><Relationship Id="rId143" Type="http://schemas.openxmlformats.org/officeDocument/2006/relationships/image" Target="../media/image1800.png"/><Relationship Id="rId185" Type="http://schemas.openxmlformats.org/officeDocument/2006/relationships/image" Target="../media/image2340.png"/><Relationship Id="rId350" Type="http://schemas.openxmlformats.org/officeDocument/2006/relationships/image" Target="../media/image4000.png"/><Relationship Id="rId406" Type="http://schemas.openxmlformats.org/officeDocument/2006/relationships/image" Target="../media/image4280.png"/><Relationship Id="rId9" Type="http://schemas.openxmlformats.org/officeDocument/2006/relationships/image" Target="../media/image2810.png"/><Relationship Id="rId210" Type="http://schemas.openxmlformats.org/officeDocument/2006/relationships/customXml" Target="../ink/ink2390.xml"/><Relationship Id="rId392" Type="http://schemas.openxmlformats.org/officeDocument/2006/relationships/image" Target="../media/image4211.png"/><Relationship Id="rId448" Type="http://schemas.openxmlformats.org/officeDocument/2006/relationships/image" Target="../media/image4490.png"/><Relationship Id="rId252" Type="http://schemas.openxmlformats.org/officeDocument/2006/relationships/image" Target="../media/image3511.png"/><Relationship Id="rId294" Type="http://schemas.openxmlformats.org/officeDocument/2006/relationships/image" Target="../media/image3720.png"/><Relationship Id="rId308" Type="http://schemas.openxmlformats.org/officeDocument/2006/relationships/image" Target="../media/image3790.png"/><Relationship Id="rId515" Type="http://schemas.openxmlformats.org/officeDocument/2006/relationships/customXml" Target="../ink/ink2543.xml"/><Relationship Id="rId47" Type="http://schemas.openxmlformats.org/officeDocument/2006/relationships/image" Target="../media/image9010.png"/><Relationship Id="rId89" Type="http://schemas.openxmlformats.org/officeDocument/2006/relationships/image" Target="../media/image10910.png"/><Relationship Id="rId112" Type="http://schemas.openxmlformats.org/officeDocument/2006/relationships/customXml" Target="../ink/ink2341.xml"/><Relationship Id="rId154" Type="http://schemas.openxmlformats.org/officeDocument/2006/relationships/customXml" Target="../ink/ink2362.xml"/><Relationship Id="rId361" Type="http://schemas.openxmlformats.org/officeDocument/2006/relationships/customXml" Target="../ink/ink2466.xml"/><Relationship Id="rId196" Type="http://schemas.openxmlformats.org/officeDocument/2006/relationships/customXml" Target="../ink/ink2383.xml"/><Relationship Id="rId417" Type="http://schemas.openxmlformats.org/officeDocument/2006/relationships/customXml" Target="../ink/ink2494.xml"/><Relationship Id="rId459" Type="http://schemas.openxmlformats.org/officeDocument/2006/relationships/customXml" Target="../ink/ink2515.xml"/><Relationship Id="rId16" Type="http://schemas.openxmlformats.org/officeDocument/2006/relationships/customXml" Target="../ink/ink2293.xml"/><Relationship Id="rId221" Type="http://schemas.openxmlformats.org/officeDocument/2006/relationships/image" Target="../media/image2520.png"/><Relationship Id="rId263" Type="http://schemas.openxmlformats.org/officeDocument/2006/relationships/customXml" Target="../ink/ink2417.xml"/><Relationship Id="rId319" Type="http://schemas.openxmlformats.org/officeDocument/2006/relationships/customXml" Target="../ink/ink2445.xml"/><Relationship Id="rId470" Type="http://schemas.openxmlformats.org/officeDocument/2006/relationships/image" Target="../media/image4600.png"/><Relationship Id="rId58" Type="http://schemas.openxmlformats.org/officeDocument/2006/relationships/customXml" Target="../ink/ink2314.xml"/><Relationship Id="rId123" Type="http://schemas.openxmlformats.org/officeDocument/2006/relationships/image" Target="../media/image1711.png"/><Relationship Id="rId330" Type="http://schemas.openxmlformats.org/officeDocument/2006/relationships/image" Target="../media/image3900.png"/><Relationship Id="rId165" Type="http://schemas.openxmlformats.org/officeDocument/2006/relationships/image" Target="../media/image1911.png"/><Relationship Id="rId372" Type="http://schemas.openxmlformats.org/officeDocument/2006/relationships/image" Target="../media/image4111.png"/><Relationship Id="rId428" Type="http://schemas.openxmlformats.org/officeDocument/2006/relationships/image" Target="../media/image4390.png"/><Relationship Id="rId232" Type="http://schemas.openxmlformats.org/officeDocument/2006/relationships/image" Target="../media/image2570.png"/><Relationship Id="rId274" Type="http://schemas.openxmlformats.org/officeDocument/2006/relationships/image" Target="../media/image3620.png"/><Relationship Id="rId481" Type="http://schemas.openxmlformats.org/officeDocument/2006/relationships/customXml" Target="../ink/ink2526.xml"/><Relationship Id="rId27" Type="http://schemas.openxmlformats.org/officeDocument/2006/relationships/image" Target="../media/image8010.png"/><Relationship Id="rId69" Type="http://schemas.openxmlformats.org/officeDocument/2006/relationships/image" Target="../media/image10010.png"/><Relationship Id="rId134" Type="http://schemas.openxmlformats.org/officeDocument/2006/relationships/customXml" Target="../ink/ink2352.xml"/><Relationship Id="rId80" Type="http://schemas.openxmlformats.org/officeDocument/2006/relationships/customXml" Target="../ink/ink2325.xml"/><Relationship Id="rId176" Type="http://schemas.openxmlformats.org/officeDocument/2006/relationships/customXml" Target="../ink/ink2373.xml"/><Relationship Id="rId341" Type="http://schemas.openxmlformats.org/officeDocument/2006/relationships/customXml" Target="../ink/ink2456.xml"/><Relationship Id="rId383" Type="http://schemas.openxmlformats.org/officeDocument/2006/relationships/customXml" Target="../ink/ink2477.xml"/><Relationship Id="rId439" Type="http://schemas.openxmlformats.org/officeDocument/2006/relationships/customXml" Target="../ink/ink2505.xml"/><Relationship Id="rId201" Type="http://schemas.openxmlformats.org/officeDocument/2006/relationships/image" Target="../media/image2420.png"/><Relationship Id="rId243" Type="http://schemas.openxmlformats.org/officeDocument/2006/relationships/customXml" Target="../ink/ink2407.xml"/><Relationship Id="rId285" Type="http://schemas.openxmlformats.org/officeDocument/2006/relationships/customXml" Target="../ink/ink2428.xml"/><Relationship Id="rId450" Type="http://schemas.openxmlformats.org/officeDocument/2006/relationships/image" Target="../media/image4500.png"/><Relationship Id="rId506" Type="http://schemas.openxmlformats.org/officeDocument/2006/relationships/image" Target="../media/image1100.png"/><Relationship Id="rId38" Type="http://schemas.openxmlformats.org/officeDocument/2006/relationships/customXml" Target="../ink/ink2304.xml"/><Relationship Id="rId103" Type="http://schemas.openxmlformats.org/officeDocument/2006/relationships/image" Target="../media/image1611.png"/><Relationship Id="rId310" Type="http://schemas.openxmlformats.org/officeDocument/2006/relationships/image" Target="../media/image3800.png"/><Relationship Id="rId492" Type="http://schemas.openxmlformats.org/officeDocument/2006/relationships/image" Target="../media/image4711.png"/><Relationship Id="rId91" Type="http://schemas.openxmlformats.org/officeDocument/2006/relationships/image" Target="../media/image1108.png"/><Relationship Id="rId145" Type="http://schemas.openxmlformats.org/officeDocument/2006/relationships/image" Target="../media/image1811.png"/><Relationship Id="rId187" Type="http://schemas.openxmlformats.org/officeDocument/2006/relationships/image" Target="../media/image2350.png"/><Relationship Id="rId352" Type="http://schemas.openxmlformats.org/officeDocument/2006/relationships/image" Target="../media/image4011.png"/><Relationship Id="rId394" Type="http://schemas.openxmlformats.org/officeDocument/2006/relationships/image" Target="../media/image4220.png"/><Relationship Id="rId408" Type="http://schemas.openxmlformats.org/officeDocument/2006/relationships/image" Target="../media/image4290.png"/><Relationship Id="rId212" Type="http://schemas.openxmlformats.org/officeDocument/2006/relationships/customXml" Target="../ink/ink2391.xml"/><Relationship Id="rId254" Type="http://schemas.openxmlformats.org/officeDocument/2006/relationships/image" Target="../media/image3520.png"/><Relationship Id="rId49" Type="http://schemas.openxmlformats.org/officeDocument/2006/relationships/image" Target="../media/image9110.png"/><Relationship Id="rId114" Type="http://schemas.openxmlformats.org/officeDocument/2006/relationships/customXml" Target="../ink/ink2342.xml"/><Relationship Id="rId296" Type="http://schemas.openxmlformats.org/officeDocument/2006/relationships/image" Target="../media/image3730.png"/><Relationship Id="rId461" Type="http://schemas.openxmlformats.org/officeDocument/2006/relationships/customXml" Target="../ink/ink2516.xml"/><Relationship Id="rId517" Type="http://schemas.openxmlformats.org/officeDocument/2006/relationships/customXml" Target="../ink/ink2544.xml"/><Relationship Id="rId60" Type="http://schemas.openxmlformats.org/officeDocument/2006/relationships/customXml" Target="../ink/ink2315.xml"/><Relationship Id="rId156" Type="http://schemas.openxmlformats.org/officeDocument/2006/relationships/customXml" Target="../ink/ink2363.xml"/><Relationship Id="rId198" Type="http://schemas.openxmlformats.org/officeDocument/2006/relationships/customXml" Target="../ink/ink2384.xml"/><Relationship Id="rId321" Type="http://schemas.openxmlformats.org/officeDocument/2006/relationships/customXml" Target="../ink/ink2446.xml"/><Relationship Id="rId363" Type="http://schemas.openxmlformats.org/officeDocument/2006/relationships/customXml" Target="../ink/ink2467.xml"/><Relationship Id="rId419" Type="http://schemas.openxmlformats.org/officeDocument/2006/relationships/customXml" Target="../ink/ink2495.xml"/><Relationship Id="rId223" Type="http://schemas.openxmlformats.org/officeDocument/2006/relationships/image" Target="../media/image2530.png"/><Relationship Id="rId430" Type="http://schemas.openxmlformats.org/officeDocument/2006/relationships/image" Target="../media/image4400.png"/><Relationship Id="rId18" Type="http://schemas.openxmlformats.org/officeDocument/2006/relationships/customXml" Target="../ink/ink2294.xml"/><Relationship Id="rId265" Type="http://schemas.openxmlformats.org/officeDocument/2006/relationships/customXml" Target="../ink/ink2418.xml"/><Relationship Id="rId472" Type="http://schemas.openxmlformats.org/officeDocument/2006/relationships/image" Target="../media/image4611.png"/><Relationship Id="rId125" Type="http://schemas.openxmlformats.org/officeDocument/2006/relationships/image" Target="../media/image1720.png"/><Relationship Id="rId167" Type="http://schemas.openxmlformats.org/officeDocument/2006/relationships/image" Target="../media/image1920.png"/><Relationship Id="rId332" Type="http://schemas.openxmlformats.org/officeDocument/2006/relationships/image" Target="../media/image3911.png"/><Relationship Id="rId374" Type="http://schemas.openxmlformats.org/officeDocument/2006/relationships/image" Target="../media/image4120.png"/><Relationship Id="rId71" Type="http://schemas.openxmlformats.org/officeDocument/2006/relationships/image" Target="../media/image5910.png"/><Relationship Id="rId234" Type="http://schemas.openxmlformats.org/officeDocument/2006/relationships/image" Target="../media/image2580.png"/><Relationship Id="rId2" Type="http://schemas.openxmlformats.org/officeDocument/2006/relationships/customXml" Target="../ink/ink2286.xml"/><Relationship Id="rId29" Type="http://schemas.openxmlformats.org/officeDocument/2006/relationships/image" Target="../media/image8110.png"/><Relationship Id="rId276" Type="http://schemas.openxmlformats.org/officeDocument/2006/relationships/image" Target="../media/image3630.png"/><Relationship Id="rId441" Type="http://schemas.openxmlformats.org/officeDocument/2006/relationships/customXml" Target="../ink/ink2506.xml"/><Relationship Id="rId483" Type="http://schemas.openxmlformats.org/officeDocument/2006/relationships/customXml" Target="../ink/ink2527.xml"/><Relationship Id="rId40" Type="http://schemas.openxmlformats.org/officeDocument/2006/relationships/customXml" Target="../ink/ink2305.xml"/><Relationship Id="rId136" Type="http://schemas.openxmlformats.org/officeDocument/2006/relationships/customXml" Target="../ink/ink2353.xml"/><Relationship Id="rId178" Type="http://schemas.openxmlformats.org/officeDocument/2006/relationships/customXml" Target="../ink/ink2374.xml"/><Relationship Id="rId301" Type="http://schemas.openxmlformats.org/officeDocument/2006/relationships/customXml" Target="../ink/ink2436.xml"/><Relationship Id="rId343" Type="http://schemas.openxmlformats.org/officeDocument/2006/relationships/customXml" Target="../ink/ink2457.xml"/><Relationship Id="rId82" Type="http://schemas.openxmlformats.org/officeDocument/2006/relationships/customXml" Target="../ink/ink2326.xml"/><Relationship Id="rId203" Type="http://schemas.openxmlformats.org/officeDocument/2006/relationships/image" Target="../media/image2430.png"/><Relationship Id="rId385" Type="http://schemas.openxmlformats.org/officeDocument/2006/relationships/customXml" Target="../ink/ink2478.xml"/><Relationship Id="rId245" Type="http://schemas.openxmlformats.org/officeDocument/2006/relationships/customXml" Target="../ink/ink2408.xml"/><Relationship Id="rId287" Type="http://schemas.openxmlformats.org/officeDocument/2006/relationships/customXml" Target="../ink/ink2429.xml"/><Relationship Id="rId410" Type="http://schemas.openxmlformats.org/officeDocument/2006/relationships/image" Target="../media/image4300.png"/><Relationship Id="rId452" Type="http://schemas.openxmlformats.org/officeDocument/2006/relationships/image" Target="../media/image4511.png"/><Relationship Id="rId494" Type="http://schemas.openxmlformats.org/officeDocument/2006/relationships/image" Target="../media/image1094.png"/><Relationship Id="rId508" Type="http://schemas.openxmlformats.org/officeDocument/2006/relationships/image" Target="../media/image1101.png"/><Relationship Id="rId105" Type="http://schemas.openxmlformats.org/officeDocument/2006/relationships/image" Target="../media/image1620.png"/><Relationship Id="rId147" Type="http://schemas.openxmlformats.org/officeDocument/2006/relationships/image" Target="../media/image1820.png"/><Relationship Id="rId312" Type="http://schemas.openxmlformats.org/officeDocument/2006/relationships/image" Target="../media/image3811.png"/><Relationship Id="rId354" Type="http://schemas.openxmlformats.org/officeDocument/2006/relationships/image" Target="../media/image4020.png"/><Relationship Id="rId51" Type="http://schemas.openxmlformats.org/officeDocument/2006/relationships/image" Target="../media/image9210.png"/><Relationship Id="rId93" Type="http://schemas.openxmlformats.org/officeDocument/2006/relationships/image" Target="../media/image1560.png"/><Relationship Id="rId189" Type="http://schemas.openxmlformats.org/officeDocument/2006/relationships/image" Target="../media/image2360.png"/><Relationship Id="rId396" Type="http://schemas.openxmlformats.org/officeDocument/2006/relationships/image" Target="../media/image4230.png"/><Relationship Id="rId214" Type="http://schemas.openxmlformats.org/officeDocument/2006/relationships/customXml" Target="../ink/ink2392.xml"/><Relationship Id="rId256" Type="http://schemas.openxmlformats.org/officeDocument/2006/relationships/image" Target="../media/image3530.png"/><Relationship Id="rId298" Type="http://schemas.openxmlformats.org/officeDocument/2006/relationships/image" Target="../media/image3740.png"/><Relationship Id="rId421" Type="http://schemas.openxmlformats.org/officeDocument/2006/relationships/customXml" Target="../ink/ink2496.xml"/><Relationship Id="rId463" Type="http://schemas.openxmlformats.org/officeDocument/2006/relationships/customXml" Target="../ink/ink2517.xml"/><Relationship Id="rId519" Type="http://schemas.openxmlformats.org/officeDocument/2006/relationships/customXml" Target="../ink/ink2545.xml"/><Relationship Id="rId116" Type="http://schemas.openxmlformats.org/officeDocument/2006/relationships/customXml" Target="../ink/ink2343.xml"/><Relationship Id="rId158" Type="http://schemas.openxmlformats.org/officeDocument/2006/relationships/customXml" Target="../ink/ink2364.xml"/><Relationship Id="rId323" Type="http://schemas.openxmlformats.org/officeDocument/2006/relationships/customXml" Target="../ink/ink2447.xml"/><Relationship Id="rId20" Type="http://schemas.openxmlformats.org/officeDocument/2006/relationships/customXml" Target="../ink/ink2295.xml"/><Relationship Id="rId62" Type="http://schemas.openxmlformats.org/officeDocument/2006/relationships/customXml" Target="../ink/ink2316.xml"/><Relationship Id="rId365" Type="http://schemas.openxmlformats.org/officeDocument/2006/relationships/customXml" Target="../ink/ink2468.xml"/><Relationship Id="rId225" Type="http://schemas.openxmlformats.org/officeDocument/2006/relationships/image" Target="../media/image2540.png"/><Relationship Id="rId267" Type="http://schemas.openxmlformats.org/officeDocument/2006/relationships/customXml" Target="../ink/ink2419.xml"/><Relationship Id="rId432" Type="http://schemas.openxmlformats.org/officeDocument/2006/relationships/image" Target="../media/image4411.png"/><Relationship Id="rId474" Type="http://schemas.openxmlformats.org/officeDocument/2006/relationships/image" Target="../media/image4620.png"/><Relationship Id="rId127" Type="http://schemas.openxmlformats.org/officeDocument/2006/relationships/image" Target="../media/image1730.png"/><Relationship Id="rId31" Type="http://schemas.openxmlformats.org/officeDocument/2006/relationships/image" Target="../media/image8210.png"/><Relationship Id="rId73" Type="http://schemas.openxmlformats.org/officeDocument/2006/relationships/image" Target="../media/image10110.png"/><Relationship Id="rId169" Type="http://schemas.openxmlformats.org/officeDocument/2006/relationships/image" Target="../media/image1930.png"/><Relationship Id="rId334" Type="http://schemas.openxmlformats.org/officeDocument/2006/relationships/image" Target="../media/image3920.png"/><Relationship Id="rId376" Type="http://schemas.openxmlformats.org/officeDocument/2006/relationships/image" Target="../media/image4130.png"/><Relationship Id="rId4" Type="http://schemas.openxmlformats.org/officeDocument/2006/relationships/customXml" Target="../ink/ink2287.xml"/><Relationship Id="rId180" Type="http://schemas.openxmlformats.org/officeDocument/2006/relationships/customXml" Target="../ink/ink2375.xml"/><Relationship Id="rId236" Type="http://schemas.openxmlformats.org/officeDocument/2006/relationships/image" Target="../media/image2590.png"/><Relationship Id="rId278" Type="http://schemas.openxmlformats.org/officeDocument/2006/relationships/image" Target="../media/image3640.png"/><Relationship Id="rId401" Type="http://schemas.openxmlformats.org/officeDocument/2006/relationships/customXml" Target="../ink/ink2486.xml"/><Relationship Id="rId443" Type="http://schemas.openxmlformats.org/officeDocument/2006/relationships/customXml" Target="../ink/ink2507.xml"/><Relationship Id="rId303" Type="http://schemas.openxmlformats.org/officeDocument/2006/relationships/customXml" Target="../ink/ink2437.xml"/><Relationship Id="rId485" Type="http://schemas.openxmlformats.org/officeDocument/2006/relationships/customXml" Target="../ink/ink2528.xml"/><Relationship Id="rId42" Type="http://schemas.openxmlformats.org/officeDocument/2006/relationships/customXml" Target="../ink/ink2306.xml"/><Relationship Id="rId84" Type="http://schemas.openxmlformats.org/officeDocument/2006/relationships/customXml" Target="../ink/ink2327.xml"/><Relationship Id="rId138" Type="http://schemas.openxmlformats.org/officeDocument/2006/relationships/customXml" Target="../ink/ink2354.xml"/><Relationship Id="rId345" Type="http://schemas.openxmlformats.org/officeDocument/2006/relationships/customXml" Target="../ink/ink2458.xml"/><Relationship Id="rId387" Type="http://schemas.openxmlformats.org/officeDocument/2006/relationships/customXml" Target="../ink/ink2479.xml"/><Relationship Id="rId510" Type="http://schemas.openxmlformats.org/officeDocument/2006/relationships/image" Target="../media/image1102.png"/><Relationship Id="rId191" Type="http://schemas.openxmlformats.org/officeDocument/2006/relationships/image" Target="../media/image2370.png"/><Relationship Id="rId205" Type="http://schemas.openxmlformats.org/officeDocument/2006/relationships/image" Target="../media/image2440.png"/><Relationship Id="rId247" Type="http://schemas.openxmlformats.org/officeDocument/2006/relationships/customXml" Target="../ink/ink2409.xml"/><Relationship Id="rId412" Type="http://schemas.openxmlformats.org/officeDocument/2006/relationships/image" Target="../media/image4311.png"/><Relationship Id="rId107" Type="http://schemas.openxmlformats.org/officeDocument/2006/relationships/image" Target="../media/image1630.png"/><Relationship Id="rId289" Type="http://schemas.openxmlformats.org/officeDocument/2006/relationships/customXml" Target="../ink/ink2430.xml"/><Relationship Id="rId454" Type="http://schemas.openxmlformats.org/officeDocument/2006/relationships/image" Target="../media/image4520.png"/><Relationship Id="rId496" Type="http://schemas.openxmlformats.org/officeDocument/2006/relationships/image" Target="../media/image1095.png"/><Relationship Id="rId11" Type="http://schemas.openxmlformats.org/officeDocument/2006/relationships/image" Target="../media/image7210.png"/><Relationship Id="rId53" Type="http://schemas.openxmlformats.org/officeDocument/2006/relationships/image" Target="../media/image9310.png"/><Relationship Id="rId149" Type="http://schemas.openxmlformats.org/officeDocument/2006/relationships/image" Target="../media/image1830.png"/><Relationship Id="rId314" Type="http://schemas.openxmlformats.org/officeDocument/2006/relationships/image" Target="../media/image3820.png"/><Relationship Id="rId356" Type="http://schemas.openxmlformats.org/officeDocument/2006/relationships/image" Target="../media/image4030.png"/><Relationship Id="rId398" Type="http://schemas.openxmlformats.org/officeDocument/2006/relationships/image" Target="../media/image4240.png"/><Relationship Id="rId95" Type="http://schemas.openxmlformats.org/officeDocument/2006/relationships/image" Target="../media/image1570.png"/><Relationship Id="rId160" Type="http://schemas.openxmlformats.org/officeDocument/2006/relationships/customXml" Target="../ink/ink2365.xml"/><Relationship Id="rId216" Type="http://schemas.openxmlformats.org/officeDocument/2006/relationships/customXml" Target="../ink/ink2393.xml"/><Relationship Id="rId423" Type="http://schemas.openxmlformats.org/officeDocument/2006/relationships/customXml" Target="../ink/ink2497.xml"/><Relationship Id="rId258" Type="http://schemas.openxmlformats.org/officeDocument/2006/relationships/image" Target="../media/image3540.png"/><Relationship Id="rId465" Type="http://schemas.openxmlformats.org/officeDocument/2006/relationships/customXml" Target="../ink/ink2518.xml"/><Relationship Id="rId22" Type="http://schemas.openxmlformats.org/officeDocument/2006/relationships/customXml" Target="../ink/ink2296.xml"/><Relationship Id="rId64" Type="http://schemas.openxmlformats.org/officeDocument/2006/relationships/customXml" Target="../ink/ink2317.xml"/><Relationship Id="rId118" Type="http://schemas.openxmlformats.org/officeDocument/2006/relationships/customXml" Target="../ink/ink2344.xml"/><Relationship Id="rId325" Type="http://schemas.openxmlformats.org/officeDocument/2006/relationships/customXml" Target="../ink/ink2448.xml"/><Relationship Id="rId367" Type="http://schemas.openxmlformats.org/officeDocument/2006/relationships/customXml" Target="../ink/ink2469.xml"/><Relationship Id="rId171" Type="http://schemas.openxmlformats.org/officeDocument/2006/relationships/image" Target="../media/image1940.png"/><Relationship Id="rId227" Type="http://schemas.openxmlformats.org/officeDocument/2006/relationships/customXml" Target="../ink/ink2399.xml"/><Relationship Id="rId269" Type="http://schemas.openxmlformats.org/officeDocument/2006/relationships/customXml" Target="../ink/ink2420.xml"/><Relationship Id="rId434" Type="http://schemas.openxmlformats.org/officeDocument/2006/relationships/image" Target="../media/image4420.png"/><Relationship Id="rId476" Type="http://schemas.openxmlformats.org/officeDocument/2006/relationships/image" Target="../media/image4630.png"/><Relationship Id="rId33" Type="http://schemas.openxmlformats.org/officeDocument/2006/relationships/image" Target="../media/image8310.png"/><Relationship Id="rId129" Type="http://schemas.openxmlformats.org/officeDocument/2006/relationships/image" Target="../media/image1290.png"/><Relationship Id="rId280" Type="http://schemas.openxmlformats.org/officeDocument/2006/relationships/image" Target="../media/image3650.png"/><Relationship Id="rId336" Type="http://schemas.openxmlformats.org/officeDocument/2006/relationships/image" Target="../media/image3930.png"/><Relationship Id="rId501" Type="http://schemas.openxmlformats.org/officeDocument/2006/relationships/customXml" Target="../ink/ink2536.xml"/><Relationship Id="rId75" Type="http://schemas.openxmlformats.org/officeDocument/2006/relationships/image" Target="../media/image10211.png"/><Relationship Id="rId140" Type="http://schemas.openxmlformats.org/officeDocument/2006/relationships/customXml" Target="../ink/ink2355.xml"/><Relationship Id="rId182" Type="http://schemas.openxmlformats.org/officeDocument/2006/relationships/customXml" Target="../ink/ink2376.xml"/><Relationship Id="rId378" Type="http://schemas.openxmlformats.org/officeDocument/2006/relationships/image" Target="../media/image4140.png"/><Relationship Id="rId403" Type="http://schemas.openxmlformats.org/officeDocument/2006/relationships/customXml" Target="../ink/ink2487.xml"/><Relationship Id="rId6" Type="http://schemas.openxmlformats.org/officeDocument/2006/relationships/customXml" Target="../ink/ink2288.xml"/><Relationship Id="rId238" Type="http://schemas.openxmlformats.org/officeDocument/2006/relationships/image" Target="../media/image2600.png"/><Relationship Id="rId445" Type="http://schemas.openxmlformats.org/officeDocument/2006/relationships/customXml" Target="../ink/ink2508.xml"/><Relationship Id="rId487" Type="http://schemas.openxmlformats.org/officeDocument/2006/relationships/customXml" Target="../ink/ink2529.xml"/><Relationship Id="rId291" Type="http://schemas.openxmlformats.org/officeDocument/2006/relationships/customXml" Target="../ink/ink2431.xml"/><Relationship Id="rId305" Type="http://schemas.openxmlformats.org/officeDocument/2006/relationships/customXml" Target="../ink/ink2438.xml"/><Relationship Id="rId347" Type="http://schemas.openxmlformats.org/officeDocument/2006/relationships/customXml" Target="../ink/ink2459.xml"/><Relationship Id="rId512" Type="http://schemas.openxmlformats.org/officeDocument/2006/relationships/image" Target="../media/image1103.png"/><Relationship Id="rId44" Type="http://schemas.openxmlformats.org/officeDocument/2006/relationships/customXml" Target="../ink/ink2307.xml"/><Relationship Id="rId86" Type="http://schemas.openxmlformats.org/officeDocument/2006/relationships/customXml" Target="../ink/ink2328.xml"/><Relationship Id="rId151" Type="http://schemas.openxmlformats.org/officeDocument/2006/relationships/image" Target="../media/image1840.png"/><Relationship Id="rId389" Type="http://schemas.openxmlformats.org/officeDocument/2006/relationships/customXml" Target="../ink/ink2480.xml"/><Relationship Id="rId193" Type="http://schemas.openxmlformats.org/officeDocument/2006/relationships/image" Target="../media/image2380.png"/><Relationship Id="rId207" Type="http://schemas.openxmlformats.org/officeDocument/2006/relationships/image" Target="../media/image2450.png"/><Relationship Id="rId249" Type="http://schemas.openxmlformats.org/officeDocument/2006/relationships/customXml" Target="../ink/ink2410.xml"/><Relationship Id="rId414" Type="http://schemas.openxmlformats.org/officeDocument/2006/relationships/image" Target="../media/image4320.png"/><Relationship Id="rId456" Type="http://schemas.openxmlformats.org/officeDocument/2006/relationships/image" Target="../media/image4530.png"/><Relationship Id="rId498" Type="http://schemas.openxmlformats.org/officeDocument/2006/relationships/image" Target="../media/image1096.png"/><Relationship Id="rId13" Type="http://schemas.openxmlformats.org/officeDocument/2006/relationships/image" Target="../media/image7310.png"/><Relationship Id="rId109" Type="http://schemas.openxmlformats.org/officeDocument/2006/relationships/image" Target="../media/image1640.png"/><Relationship Id="rId260" Type="http://schemas.openxmlformats.org/officeDocument/2006/relationships/image" Target="../media/image3550.png"/><Relationship Id="rId316" Type="http://schemas.openxmlformats.org/officeDocument/2006/relationships/image" Target="../media/image3830.png"/><Relationship Id="rId55" Type="http://schemas.openxmlformats.org/officeDocument/2006/relationships/image" Target="../media/image9410.png"/><Relationship Id="rId97" Type="http://schemas.openxmlformats.org/officeDocument/2006/relationships/image" Target="../media/image1580.png"/><Relationship Id="rId120" Type="http://schemas.openxmlformats.org/officeDocument/2006/relationships/customXml" Target="../ink/ink2345.xml"/><Relationship Id="rId358" Type="http://schemas.openxmlformats.org/officeDocument/2006/relationships/image" Target="../media/image4040.png"/><Relationship Id="rId162" Type="http://schemas.openxmlformats.org/officeDocument/2006/relationships/customXml" Target="../ink/ink2366.xml"/><Relationship Id="rId218" Type="http://schemas.openxmlformats.org/officeDocument/2006/relationships/customXml" Target="../ink/ink2394.xml"/><Relationship Id="rId425" Type="http://schemas.openxmlformats.org/officeDocument/2006/relationships/customXml" Target="../ink/ink2498.xml"/><Relationship Id="rId467" Type="http://schemas.openxmlformats.org/officeDocument/2006/relationships/customXml" Target="../ink/ink2519.xml"/><Relationship Id="rId271" Type="http://schemas.openxmlformats.org/officeDocument/2006/relationships/customXml" Target="../ink/ink2421.xml"/><Relationship Id="rId24" Type="http://schemas.openxmlformats.org/officeDocument/2006/relationships/customXml" Target="../ink/ink2297.xml"/><Relationship Id="rId66" Type="http://schemas.openxmlformats.org/officeDocument/2006/relationships/customXml" Target="../ink/ink2318.xml"/><Relationship Id="rId131" Type="http://schemas.openxmlformats.org/officeDocument/2006/relationships/image" Target="../media/image1740.png"/><Relationship Id="rId327" Type="http://schemas.openxmlformats.org/officeDocument/2006/relationships/customXml" Target="../ink/ink2449.xml"/><Relationship Id="rId369" Type="http://schemas.openxmlformats.org/officeDocument/2006/relationships/customXml" Target="../ink/ink2470.xml"/><Relationship Id="rId173" Type="http://schemas.openxmlformats.org/officeDocument/2006/relationships/image" Target="../media/image1950.png"/><Relationship Id="rId229" Type="http://schemas.openxmlformats.org/officeDocument/2006/relationships/customXml" Target="../ink/ink2400.xml"/><Relationship Id="rId380" Type="http://schemas.openxmlformats.org/officeDocument/2006/relationships/image" Target="../media/image4150.png"/><Relationship Id="rId436" Type="http://schemas.openxmlformats.org/officeDocument/2006/relationships/image" Target="../media/image4430.png"/><Relationship Id="rId240" Type="http://schemas.openxmlformats.org/officeDocument/2006/relationships/image" Target="../media/image2611.png"/><Relationship Id="rId478" Type="http://schemas.openxmlformats.org/officeDocument/2006/relationships/image" Target="../media/image4640.png"/><Relationship Id="rId35" Type="http://schemas.openxmlformats.org/officeDocument/2006/relationships/image" Target="../media/image8410.png"/><Relationship Id="rId77" Type="http://schemas.openxmlformats.org/officeDocument/2006/relationships/image" Target="../media/image10310.png"/><Relationship Id="rId100" Type="http://schemas.openxmlformats.org/officeDocument/2006/relationships/customXml" Target="../ink/ink2335.xml"/><Relationship Id="rId282" Type="http://schemas.openxmlformats.org/officeDocument/2006/relationships/image" Target="../media/image3660.png"/><Relationship Id="rId338" Type="http://schemas.openxmlformats.org/officeDocument/2006/relationships/image" Target="../media/image3940.png"/><Relationship Id="rId503" Type="http://schemas.openxmlformats.org/officeDocument/2006/relationships/customXml" Target="../ink/ink2537.xml"/><Relationship Id="rId8" Type="http://schemas.openxmlformats.org/officeDocument/2006/relationships/customXml" Target="../ink/ink2289.xml"/><Relationship Id="rId142" Type="http://schemas.openxmlformats.org/officeDocument/2006/relationships/customXml" Target="../ink/ink2356.xml"/><Relationship Id="rId184" Type="http://schemas.openxmlformats.org/officeDocument/2006/relationships/customXml" Target="../ink/ink2377.xml"/><Relationship Id="rId391" Type="http://schemas.openxmlformats.org/officeDocument/2006/relationships/customXml" Target="../ink/ink2481.xml"/><Relationship Id="rId405" Type="http://schemas.openxmlformats.org/officeDocument/2006/relationships/customXml" Target="../ink/ink2488.xml"/><Relationship Id="rId447" Type="http://schemas.openxmlformats.org/officeDocument/2006/relationships/customXml" Target="../ink/ink2509.xml"/><Relationship Id="rId251" Type="http://schemas.openxmlformats.org/officeDocument/2006/relationships/customXml" Target="../ink/ink2411.xml"/><Relationship Id="rId489" Type="http://schemas.openxmlformats.org/officeDocument/2006/relationships/customXml" Target="../ink/ink2530.xml"/><Relationship Id="rId46" Type="http://schemas.openxmlformats.org/officeDocument/2006/relationships/customXml" Target="../ink/ink2308.xml"/><Relationship Id="rId293" Type="http://schemas.openxmlformats.org/officeDocument/2006/relationships/customXml" Target="../ink/ink2432.xml"/><Relationship Id="rId307" Type="http://schemas.openxmlformats.org/officeDocument/2006/relationships/customXml" Target="../ink/ink2439.xml"/><Relationship Id="rId349" Type="http://schemas.openxmlformats.org/officeDocument/2006/relationships/customXml" Target="../ink/ink2460.xml"/><Relationship Id="rId514" Type="http://schemas.openxmlformats.org/officeDocument/2006/relationships/image" Target="../media/image1104.png"/><Relationship Id="rId88" Type="http://schemas.openxmlformats.org/officeDocument/2006/relationships/customXml" Target="../ink/ink2329.xml"/><Relationship Id="rId111" Type="http://schemas.openxmlformats.org/officeDocument/2006/relationships/image" Target="../media/image1650.png"/><Relationship Id="rId153" Type="http://schemas.openxmlformats.org/officeDocument/2006/relationships/image" Target="../media/image1850.png"/><Relationship Id="rId195" Type="http://schemas.openxmlformats.org/officeDocument/2006/relationships/image" Target="../media/image2390.png"/><Relationship Id="rId209" Type="http://schemas.openxmlformats.org/officeDocument/2006/relationships/image" Target="../media/image2460.png"/><Relationship Id="rId360" Type="http://schemas.openxmlformats.org/officeDocument/2006/relationships/image" Target="../media/image4050.png"/><Relationship Id="rId416" Type="http://schemas.openxmlformats.org/officeDocument/2006/relationships/image" Target="../media/image4330.png"/><Relationship Id="rId220" Type="http://schemas.openxmlformats.org/officeDocument/2006/relationships/customXml" Target="../ink/ink2395.xml"/><Relationship Id="rId458" Type="http://schemas.openxmlformats.org/officeDocument/2006/relationships/image" Target="../media/image4540.png"/><Relationship Id="rId15" Type="http://schemas.openxmlformats.org/officeDocument/2006/relationships/image" Target="../media/image7410.png"/><Relationship Id="rId57" Type="http://schemas.openxmlformats.org/officeDocument/2006/relationships/image" Target="../media/image9510.png"/><Relationship Id="rId262" Type="http://schemas.openxmlformats.org/officeDocument/2006/relationships/image" Target="../media/image3560.png"/><Relationship Id="rId318" Type="http://schemas.openxmlformats.org/officeDocument/2006/relationships/image" Target="../media/image3840.png"/><Relationship Id="rId99" Type="http://schemas.openxmlformats.org/officeDocument/2006/relationships/image" Target="../media/image1590.png"/><Relationship Id="rId122" Type="http://schemas.openxmlformats.org/officeDocument/2006/relationships/customXml" Target="../ink/ink2346.xml"/><Relationship Id="rId164" Type="http://schemas.openxmlformats.org/officeDocument/2006/relationships/customXml" Target="../ink/ink2367.xml"/><Relationship Id="rId371" Type="http://schemas.openxmlformats.org/officeDocument/2006/relationships/customXml" Target="../ink/ink2471.xml"/><Relationship Id="rId427" Type="http://schemas.openxmlformats.org/officeDocument/2006/relationships/customXml" Target="../ink/ink2499.xml"/><Relationship Id="rId469" Type="http://schemas.openxmlformats.org/officeDocument/2006/relationships/customXml" Target="../ink/ink2520.xml"/><Relationship Id="rId26" Type="http://schemas.openxmlformats.org/officeDocument/2006/relationships/customXml" Target="../ink/ink2298.xml"/><Relationship Id="rId231" Type="http://schemas.openxmlformats.org/officeDocument/2006/relationships/customXml" Target="../ink/ink2401.xml"/><Relationship Id="rId273" Type="http://schemas.openxmlformats.org/officeDocument/2006/relationships/customXml" Target="../ink/ink2422.xml"/><Relationship Id="rId329" Type="http://schemas.openxmlformats.org/officeDocument/2006/relationships/customXml" Target="../ink/ink2450.xml"/><Relationship Id="rId480" Type="http://schemas.openxmlformats.org/officeDocument/2006/relationships/image" Target="../media/image4650.png"/><Relationship Id="rId68" Type="http://schemas.openxmlformats.org/officeDocument/2006/relationships/customXml" Target="../ink/ink2319.xml"/><Relationship Id="rId133" Type="http://schemas.openxmlformats.org/officeDocument/2006/relationships/image" Target="../media/image1750.png"/><Relationship Id="rId175" Type="http://schemas.openxmlformats.org/officeDocument/2006/relationships/image" Target="../media/image1960.png"/><Relationship Id="rId340" Type="http://schemas.openxmlformats.org/officeDocument/2006/relationships/image" Target="../media/image3950.png"/><Relationship Id="rId200" Type="http://schemas.openxmlformats.org/officeDocument/2006/relationships/customXml" Target="../ink/ink2385.xml"/><Relationship Id="rId382" Type="http://schemas.openxmlformats.org/officeDocument/2006/relationships/image" Target="../media/image4160.png"/><Relationship Id="rId438" Type="http://schemas.openxmlformats.org/officeDocument/2006/relationships/image" Target="../media/image4440.png"/><Relationship Id="rId242" Type="http://schemas.openxmlformats.org/officeDocument/2006/relationships/image" Target="../media/image2620.png"/><Relationship Id="rId284" Type="http://schemas.openxmlformats.org/officeDocument/2006/relationships/image" Target="../media/image3670.png"/><Relationship Id="rId491" Type="http://schemas.openxmlformats.org/officeDocument/2006/relationships/customXml" Target="../ink/ink2531.xml"/><Relationship Id="rId505" Type="http://schemas.openxmlformats.org/officeDocument/2006/relationships/customXml" Target="../ink/ink2538.xml"/><Relationship Id="rId37" Type="http://schemas.openxmlformats.org/officeDocument/2006/relationships/image" Target="../media/image8510.png"/><Relationship Id="rId79" Type="http://schemas.openxmlformats.org/officeDocument/2006/relationships/image" Target="../media/image10410.png"/><Relationship Id="rId102" Type="http://schemas.openxmlformats.org/officeDocument/2006/relationships/customXml" Target="../ink/ink2336.xml"/><Relationship Id="rId144" Type="http://schemas.openxmlformats.org/officeDocument/2006/relationships/customXml" Target="../ink/ink2357.xml"/><Relationship Id="rId90" Type="http://schemas.openxmlformats.org/officeDocument/2006/relationships/customXml" Target="../ink/ink2330.xml"/><Relationship Id="rId186" Type="http://schemas.openxmlformats.org/officeDocument/2006/relationships/customXml" Target="../ink/ink2378.xml"/><Relationship Id="rId351" Type="http://schemas.openxmlformats.org/officeDocument/2006/relationships/customXml" Target="../ink/ink2461.xml"/><Relationship Id="rId393" Type="http://schemas.openxmlformats.org/officeDocument/2006/relationships/customXml" Target="../ink/ink2482.xml"/><Relationship Id="rId407" Type="http://schemas.openxmlformats.org/officeDocument/2006/relationships/customXml" Target="../ink/ink2489.xml"/><Relationship Id="rId449" Type="http://schemas.openxmlformats.org/officeDocument/2006/relationships/customXml" Target="../ink/ink2510.xml"/><Relationship Id="rId211" Type="http://schemas.openxmlformats.org/officeDocument/2006/relationships/image" Target="../media/image2470.png"/><Relationship Id="rId253" Type="http://schemas.openxmlformats.org/officeDocument/2006/relationships/customXml" Target="../ink/ink2412.xml"/><Relationship Id="rId295" Type="http://schemas.openxmlformats.org/officeDocument/2006/relationships/customXml" Target="../ink/ink2433.xml"/><Relationship Id="rId309" Type="http://schemas.openxmlformats.org/officeDocument/2006/relationships/customXml" Target="../ink/ink2440.xml"/><Relationship Id="rId460" Type="http://schemas.openxmlformats.org/officeDocument/2006/relationships/image" Target="../media/image4550.png"/><Relationship Id="rId516" Type="http://schemas.openxmlformats.org/officeDocument/2006/relationships/image" Target="../media/image1105.png"/><Relationship Id="rId48" Type="http://schemas.openxmlformats.org/officeDocument/2006/relationships/customXml" Target="../ink/ink2309.xml"/><Relationship Id="rId113" Type="http://schemas.openxmlformats.org/officeDocument/2006/relationships/image" Target="../media/image1660.png"/><Relationship Id="rId320" Type="http://schemas.openxmlformats.org/officeDocument/2006/relationships/image" Target="../media/image3850.png"/><Relationship Id="rId155" Type="http://schemas.openxmlformats.org/officeDocument/2006/relationships/image" Target="../media/image1860.png"/><Relationship Id="rId197" Type="http://schemas.openxmlformats.org/officeDocument/2006/relationships/image" Target="../media/image2400.png"/><Relationship Id="rId362" Type="http://schemas.openxmlformats.org/officeDocument/2006/relationships/image" Target="../media/image4060.png"/><Relationship Id="rId418" Type="http://schemas.openxmlformats.org/officeDocument/2006/relationships/image" Target="../media/image4340.png"/><Relationship Id="rId222" Type="http://schemas.openxmlformats.org/officeDocument/2006/relationships/customXml" Target="../ink/ink2396.xml"/><Relationship Id="rId264" Type="http://schemas.openxmlformats.org/officeDocument/2006/relationships/image" Target="../media/image3570.png"/><Relationship Id="rId471" Type="http://schemas.openxmlformats.org/officeDocument/2006/relationships/customXml" Target="../ink/ink2521.xml"/><Relationship Id="rId17" Type="http://schemas.openxmlformats.org/officeDocument/2006/relationships/image" Target="../media/image7510.png"/><Relationship Id="rId59" Type="http://schemas.openxmlformats.org/officeDocument/2006/relationships/image" Target="../media/image5310.png"/><Relationship Id="rId124" Type="http://schemas.openxmlformats.org/officeDocument/2006/relationships/customXml" Target="../ink/ink2347.xml"/><Relationship Id="rId70" Type="http://schemas.openxmlformats.org/officeDocument/2006/relationships/customXml" Target="../ink/ink2320.xml"/><Relationship Id="rId166" Type="http://schemas.openxmlformats.org/officeDocument/2006/relationships/customXml" Target="../ink/ink2368.xml"/><Relationship Id="rId331" Type="http://schemas.openxmlformats.org/officeDocument/2006/relationships/customXml" Target="../ink/ink2451.xml"/><Relationship Id="rId373" Type="http://schemas.openxmlformats.org/officeDocument/2006/relationships/customXml" Target="../ink/ink2472.xml"/><Relationship Id="rId429" Type="http://schemas.openxmlformats.org/officeDocument/2006/relationships/customXml" Target="../ink/ink2500.xml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2402.xml"/><Relationship Id="rId440" Type="http://schemas.openxmlformats.org/officeDocument/2006/relationships/image" Target="../media/image4450.png"/><Relationship Id="rId28" Type="http://schemas.openxmlformats.org/officeDocument/2006/relationships/customXml" Target="../ink/ink2299.xml"/><Relationship Id="rId275" Type="http://schemas.openxmlformats.org/officeDocument/2006/relationships/customXml" Target="../ink/ink2423.xml"/><Relationship Id="rId300" Type="http://schemas.openxmlformats.org/officeDocument/2006/relationships/image" Target="../media/image3750.png"/><Relationship Id="rId482" Type="http://schemas.openxmlformats.org/officeDocument/2006/relationships/image" Target="../media/image4660.png"/><Relationship Id="rId81" Type="http://schemas.openxmlformats.org/officeDocument/2006/relationships/image" Target="../media/image10510.png"/><Relationship Id="rId135" Type="http://schemas.openxmlformats.org/officeDocument/2006/relationships/image" Target="../media/image1760.png"/><Relationship Id="rId177" Type="http://schemas.openxmlformats.org/officeDocument/2006/relationships/image" Target="../media/image1970.png"/><Relationship Id="rId342" Type="http://schemas.openxmlformats.org/officeDocument/2006/relationships/image" Target="../media/image3960.png"/><Relationship Id="rId384" Type="http://schemas.openxmlformats.org/officeDocument/2006/relationships/image" Target="../media/image4170.png"/><Relationship Id="rId202" Type="http://schemas.openxmlformats.org/officeDocument/2006/relationships/customXml" Target="../ink/ink2386.xml"/><Relationship Id="rId244" Type="http://schemas.openxmlformats.org/officeDocument/2006/relationships/image" Target="../media/image2630.png"/><Relationship Id="rId39" Type="http://schemas.openxmlformats.org/officeDocument/2006/relationships/image" Target="../media/image8610.png"/><Relationship Id="rId286" Type="http://schemas.openxmlformats.org/officeDocument/2006/relationships/image" Target="../media/image3680.png"/><Relationship Id="rId451" Type="http://schemas.openxmlformats.org/officeDocument/2006/relationships/customXml" Target="../ink/ink2511.xml"/><Relationship Id="rId493" Type="http://schemas.openxmlformats.org/officeDocument/2006/relationships/customXml" Target="../ink/ink2532.xml"/><Relationship Id="rId507" Type="http://schemas.openxmlformats.org/officeDocument/2006/relationships/customXml" Target="../ink/ink2539.xml"/><Relationship Id="rId50" Type="http://schemas.openxmlformats.org/officeDocument/2006/relationships/customXml" Target="../ink/ink2310.xml"/><Relationship Id="rId104" Type="http://schemas.openxmlformats.org/officeDocument/2006/relationships/customXml" Target="../ink/ink2337.xml"/><Relationship Id="rId146" Type="http://schemas.openxmlformats.org/officeDocument/2006/relationships/customXml" Target="../ink/ink2358.xml"/><Relationship Id="rId188" Type="http://schemas.openxmlformats.org/officeDocument/2006/relationships/customXml" Target="../ink/ink2379.xml"/><Relationship Id="rId311" Type="http://schemas.openxmlformats.org/officeDocument/2006/relationships/customXml" Target="../ink/ink2441.xml"/><Relationship Id="rId353" Type="http://schemas.openxmlformats.org/officeDocument/2006/relationships/customXml" Target="../ink/ink2462.xml"/><Relationship Id="rId395" Type="http://schemas.openxmlformats.org/officeDocument/2006/relationships/customXml" Target="../ink/ink2483.xml"/><Relationship Id="rId409" Type="http://schemas.openxmlformats.org/officeDocument/2006/relationships/customXml" Target="../ink/ink2490.xml"/><Relationship Id="rId92" Type="http://schemas.openxmlformats.org/officeDocument/2006/relationships/customXml" Target="../ink/ink2331.xml"/><Relationship Id="rId213" Type="http://schemas.openxmlformats.org/officeDocument/2006/relationships/image" Target="../media/image2480.png"/><Relationship Id="rId420" Type="http://schemas.openxmlformats.org/officeDocument/2006/relationships/image" Target="../media/image4350.png"/><Relationship Id="rId255" Type="http://schemas.openxmlformats.org/officeDocument/2006/relationships/customXml" Target="../ink/ink2413.xml"/><Relationship Id="rId297" Type="http://schemas.openxmlformats.org/officeDocument/2006/relationships/customXml" Target="../ink/ink2434.xml"/><Relationship Id="rId462" Type="http://schemas.openxmlformats.org/officeDocument/2006/relationships/image" Target="../media/image4560.png"/><Relationship Id="rId518" Type="http://schemas.openxmlformats.org/officeDocument/2006/relationships/image" Target="../media/image1106.png"/><Relationship Id="rId115" Type="http://schemas.openxmlformats.org/officeDocument/2006/relationships/image" Target="../media/image1670.png"/><Relationship Id="rId157" Type="http://schemas.openxmlformats.org/officeDocument/2006/relationships/image" Target="../media/image1870.png"/><Relationship Id="rId322" Type="http://schemas.openxmlformats.org/officeDocument/2006/relationships/image" Target="../media/image3860.png"/><Relationship Id="rId364" Type="http://schemas.openxmlformats.org/officeDocument/2006/relationships/image" Target="../media/image4070.png"/><Relationship Id="rId61" Type="http://schemas.openxmlformats.org/officeDocument/2006/relationships/image" Target="../media/image9610.png"/><Relationship Id="rId199" Type="http://schemas.openxmlformats.org/officeDocument/2006/relationships/image" Target="../media/image2411.png"/><Relationship Id="rId19" Type="http://schemas.openxmlformats.org/officeDocument/2006/relationships/image" Target="../media/image7610.png"/><Relationship Id="rId224" Type="http://schemas.openxmlformats.org/officeDocument/2006/relationships/customXml" Target="../ink/ink2397.xml"/><Relationship Id="rId266" Type="http://schemas.openxmlformats.org/officeDocument/2006/relationships/image" Target="../media/image3580.png"/><Relationship Id="rId431" Type="http://schemas.openxmlformats.org/officeDocument/2006/relationships/customXml" Target="../ink/ink2501.xml"/><Relationship Id="rId473" Type="http://schemas.openxmlformats.org/officeDocument/2006/relationships/customXml" Target="../ink/ink2522.xml"/><Relationship Id="rId30" Type="http://schemas.openxmlformats.org/officeDocument/2006/relationships/customXml" Target="../ink/ink2300.xml"/><Relationship Id="rId126" Type="http://schemas.openxmlformats.org/officeDocument/2006/relationships/customXml" Target="../ink/ink2348.xml"/><Relationship Id="rId168" Type="http://schemas.openxmlformats.org/officeDocument/2006/relationships/customXml" Target="../ink/ink2369.xml"/><Relationship Id="rId333" Type="http://schemas.openxmlformats.org/officeDocument/2006/relationships/customXml" Target="../ink/ink2452.xml"/><Relationship Id="rId72" Type="http://schemas.openxmlformats.org/officeDocument/2006/relationships/customXml" Target="../ink/ink2321.xml"/><Relationship Id="rId375" Type="http://schemas.openxmlformats.org/officeDocument/2006/relationships/customXml" Target="../ink/ink2473.xml"/><Relationship Id="rId3" Type="http://schemas.openxmlformats.org/officeDocument/2006/relationships/image" Target="../media/image2510.png"/><Relationship Id="rId235" Type="http://schemas.openxmlformats.org/officeDocument/2006/relationships/customXml" Target="../ink/ink2403.xml"/><Relationship Id="rId277" Type="http://schemas.openxmlformats.org/officeDocument/2006/relationships/customXml" Target="../ink/ink2424.xml"/><Relationship Id="rId400" Type="http://schemas.openxmlformats.org/officeDocument/2006/relationships/image" Target="../media/image4250.png"/><Relationship Id="rId442" Type="http://schemas.openxmlformats.org/officeDocument/2006/relationships/image" Target="../media/image4460.png"/><Relationship Id="rId484" Type="http://schemas.openxmlformats.org/officeDocument/2006/relationships/image" Target="../media/image4670.png"/><Relationship Id="rId137" Type="http://schemas.openxmlformats.org/officeDocument/2006/relationships/image" Target="../media/image1770.png"/><Relationship Id="rId302" Type="http://schemas.openxmlformats.org/officeDocument/2006/relationships/image" Target="../media/image3760.png"/><Relationship Id="rId344" Type="http://schemas.openxmlformats.org/officeDocument/2006/relationships/image" Target="../media/image3970.png"/><Relationship Id="rId41" Type="http://schemas.openxmlformats.org/officeDocument/2006/relationships/image" Target="../media/image8710.png"/><Relationship Id="rId83" Type="http://schemas.openxmlformats.org/officeDocument/2006/relationships/image" Target="../media/image10610.png"/><Relationship Id="rId179" Type="http://schemas.openxmlformats.org/officeDocument/2006/relationships/image" Target="../media/image1980.png"/><Relationship Id="rId386" Type="http://schemas.openxmlformats.org/officeDocument/2006/relationships/image" Target="../media/image4180.png"/><Relationship Id="rId190" Type="http://schemas.openxmlformats.org/officeDocument/2006/relationships/customXml" Target="../ink/ink2380.xml"/><Relationship Id="rId204" Type="http://schemas.openxmlformats.org/officeDocument/2006/relationships/customXml" Target="../ink/ink2387.xml"/><Relationship Id="rId246" Type="http://schemas.openxmlformats.org/officeDocument/2006/relationships/image" Target="../media/image2640.png"/><Relationship Id="rId288" Type="http://schemas.openxmlformats.org/officeDocument/2006/relationships/image" Target="../media/image3690.png"/><Relationship Id="rId411" Type="http://schemas.openxmlformats.org/officeDocument/2006/relationships/customXml" Target="../ink/ink2491.xml"/><Relationship Id="rId453" Type="http://schemas.openxmlformats.org/officeDocument/2006/relationships/customXml" Target="../ink/ink2512.xml"/><Relationship Id="rId509" Type="http://schemas.openxmlformats.org/officeDocument/2006/relationships/customXml" Target="../ink/ink2540.xml"/><Relationship Id="rId106" Type="http://schemas.openxmlformats.org/officeDocument/2006/relationships/customXml" Target="../ink/ink2338.xml"/><Relationship Id="rId313" Type="http://schemas.openxmlformats.org/officeDocument/2006/relationships/customXml" Target="../ink/ink2442.xml"/><Relationship Id="rId495" Type="http://schemas.openxmlformats.org/officeDocument/2006/relationships/customXml" Target="../ink/ink2533.xml"/><Relationship Id="rId10" Type="http://schemas.openxmlformats.org/officeDocument/2006/relationships/customXml" Target="../ink/ink2290.xml"/><Relationship Id="rId52" Type="http://schemas.openxmlformats.org/officeDocument/2006/relationships/customXml" Target="../ink/ink2311.xml"/><Relationship Id="rId94" Type="http://schemas.openxmlformats.org/officeDocument/2006/relationships/customXml" Target="../ink/ink2332.xml"/><Relationship Id="rId148" Type="http://schemas.openxmlformats.org/officeDocument/2006/relationships/customXml" Target="../ink/ink2359.xml"/><Relationship Id="rId355" Type="http://schemas.openxmlformats.org/officeDocument/2006/relationships/customXml" Target="../ink/ink2463.xml"/><Relationship Id="rId397" Type="http://schemas.openxmlformats.org/officeDocument/2006/relationships/customXml" Target="../ink/ink2484.xml"/><Relationship Id="rId520" Type="http://schemas.openxmlformats.org/officeDocument/2006/relationships/image" Target="../media/image1107.png"/><Relationship Id="rId215" Type="http://schemas.openxmlformats.org/officeDocument/2006/relationships/image" Target="../media/image2490.png"/><Relationship Id="rId257" Type="http://schemas.openxmlformats.org/officeDocument/2006/relationships/customXml" Target="../ink/ink2414.xml"/><Relationship Id="rId422" Type="http://schemas.openxmlformats.org/officeDocument/2006/relationships/image" Target="../media/image4360.png"/><Relationship Id="rId464" Type="http://schemas.openxmlformats.org/officeDocument/2006/relationships/image" Target="../media/image4570.png"/><Relationship Id="rId299" Type="http://schemas.openxmlformats.org/officeDocument/2006/relationships/customXml" Target="../ink/ink2435.xml"/><Relationship Id="rId63" Type="http://schemas.openxmlformats.org/officeDocument/2006/relationships/image" Target="../media/image9710.png"/><Relationship Id="rId159" Type="http://schemas.openxmlformats.org/officeDocument/2006/relationships/image" Target="../media/image1880.png"/><Relationship Id="rId366" Type="http://schemas.openxmlformats.org/officeDocument/2006/relationships/image" Target="../media/image4080.png"/></Relationships>
</file>

<file path=ppt/slides/_rels/slide3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80.png"/><Relationship Id="rId21" Type="http://schemas.openxmlformats.org/officeDocument/2006/relationships/image" Target="../media/image7710.png"/><Relationship Id="rId42" Type="http://schemas.openxmlformats.org/officeDocument/2006/relationships/customXml" Target="../ink/ink2566.xml"/><Relationship Id="rId63" Type="http://schemas.openxmlformats.org/officeDocument/2006/relationships/image" Target="../media/image9710.png"/><Relationship Id="rId84" Type="http://schemas.openxmlformats.org/officeDocument/2006/relationships/customXml" Target="../ink/ink2587.xml"/><Relationship Id="rId138" Type="http://schemas.openxmlformats.org/officeDocument/2006/relationships/customXml" Target="../ink/ink2614.xml"/><Relationship Id="rId159" Type="http://schemas.openxmlformats.org/officeDocument/2006/relationships/image" Target="../media/image1880.png"/><Relationship Id="rId170" Type="http://schemas.openxmlformats.org/officeDocument/2006/relationships/customXml" Target="../ink/ink2630.xml"/><Relationship Id="rId191" Type="http://schemas.openxmlformats.org/officeDocument/2006/relationships/image" Target="../media/image2370.png"/><Relationship Id="rId205" Type="http://schemas.openxmlformats.org/officeDocument/2006/relationships/image" Target="../media/image2440.png"/><Relationship Id="rId226" Type="http://schemas.openxmlformats.org/officeDocument/2006/relationships/customXml" Target="../ink/ink2658.xml"/><Relationship Id="rId247" Type="http://schemas.openxmlformats.org/officeDocument/2006/relationships/customXml" Target="../ink/ink2669.xml"/><Relationship Id="rId107" Type="http://schemas.openxmlformats.org/officeDocument/2006/relationships/image" Target="../media/image1630.png"/><Relationship Id="rId11" Type="http://schemas.openxmlformats.org/officeDocument/2006/relationships/image" Target="../media/image7210.png"/><Relationship Id="rId32" Type="http://schemas.openxmlformats.org/officeDocument/2006/relationships/customXml" Target="../ink/ink2561.xml"/><Relationship Id="rId53" Type="http://schemas.openxmlformats.org/officeDocument/2006/relationships/image" Target="../media/image9310.png"/><Relationship Id="rId74" Type="http://schemas.openxmlformats.org/officeDocument/2006/relationships/customXml" Target="../ink/ink2582.xml"/><Relationship Id="rId128" Type="http://schemas.openxmlformats.org/officeDocument/2006/relationships/customXml" Target="../ink/ink2609.xml"/><Relationship Id="rId149" Type="http://schemas.openxmlformats.org/officeDocument/2006/relationships/image" Target="../media/image1830.png"/><Relationship Id="rId5" Type="http://schemas.openxmlformats.org/officeDocument/2006/relationships/image" Target="../media/image7010.png"/><Relationship Id="rId95" Type="http://schemas.openxmlformats.org/officeDocument/2006/relationships/image" Target="../media/image1570.png"/><Relationship Id="rId160" Type="http://schemas.openxmlformats.org/officeDocument/2006/relationships/customXml" Target="../ink/ink2625.xml"/><Relationship Id="rId181" Type="http://schemas.openxmlformats.org/officeDocument/2006/relationships/image" Target="../media/image1990.png"/><Relationship Id="rId216" Type="http://schemas.openxmlformats.org/officeDocument/2006/relationships/customXml" Target="../ink/ink2653.xml"/><Relationship Id="rId237" Type="http://schemas.openxmlformats.org/officeDocument/2006/relationships/customXml" Target="../ink/ink2664.xml"/><Relationship Id="rId22" Type="http://schemas.openxmlformats.org/officeDocument/2006/relationships/customXml" Target="../ink/ink2556.xml"/><Relationship Id="rId43" Type="http://schemas.openxmlformats.org/officeDocument/2006/relationships/image" Target="../media/image8810.png"/><Relationship Id="rId64" Type="http://schemas.openxmlformats.org/officeDocument/2006/relationships/customXml" Target="../ink/ink2577.xml"/><Relationship Id="rId118" Type="http://schemas.openxmlformats.org/officeDocument/2006/relationships/customXml" Target="../ink/ink2604.xml"/><Relationship Id="rId139" Type="http://schemas.openxmlformats.org/officeDocument/2006/relationships/image" Target="../media/image1780.png"/><Relationship Id="rId85" Type="http://schemas.openxmlformats.org/officeDocument/2006/relationships/image" Target="../media/image10710.png"/><Relationship Id="rId150" Type="http://schemas.openxmlformats.org/officeDocument/2006/relationships/customXml" Target="../ink/ink2620.xml"/><Relationship Id="rId171" Type="http://schemas.openxmlformats.org/officeDocument/2006/relationships/image" Target="../media/image1940.png"/><Relationship Id="rId192" Type="http://schemas.openxmlformats.org/officeDocument/2006/relationships/customXml" Target="../ink/ink2641.xml"/><Relationship Id="rId206" Type="http://schemas.openxmlformats.org/officeDocument/2006/relationships/customXml" Target="../ink/ink2648.xml"/><Relationship Id="rId227" Type="http://schemas.openxmlformats.org/officeDocument/2006/relationships/customXml" Target="../ink/ink2659.xml"/><Relationship Id="rId248" Type="http://schemas.openxmlformats.org/officeDocument/2006/relationships/image" Target="../media/image2650.png"/><Relationship Id="rId12" Type="http://schemas.openxmlformats.org/officeDocument/2006/relationships/customXml" Target="../ink/ink2551.xml"/><Relationship Id="rId33" Type="http://schemas.openxmlformats.org/officeDocument/2006/relationships/image" Target="../media/image8310.png"/><Relationship Id="rId108" Type="http://schemas.openxmlformats.org/officeDocument/2006/relationships/customXml" Target="../ink/ink2599.xml"/><Relationship Id="rId129" Type="http://schemas.openxmlformats.org/officeDocument/2006/relationships/image" Target="../media/image1290.png"/><Relationship Id="rId54" Type="http://schemas.openxmlformats.org/officeDocument/2006/relationships/customXml" Target="../ink/ink2572.xml"/><Relationship Id="rId75" Type="http://schemas.openxmlformats.org/officeDocument/2006/relationships/image" Target="../media/image10211.png"/><Relationship Id="rId96" Type="http://schemas.openxmlformats.org/officeDocument/2006/relationships/customXml" Target="../ink/ink2593.xml"/><Relationship Id="rId140" Type="http://schemas.openxmlformats.org/officeDocument/2006/relationships/customXml" Target="../ink/ink2615.xml"/><Relationship Id="rId161" Type="http://schemas.openxmlformats.org/officeDocument/2006/relationships/image" Target="../media/image1890.png"/><Relationship Id="rId182" Type="http://schemas.openxmlformats.org/officeDocument/2006/relationships/customXml" Target="../ink/ink2636.xml"/><Relationship Id="rId217" Type="http://schemas.openxmlformats.org/officeDocument/2006/relationships/image" Target="../media/image2500.png"/><Relationship Id="rId6" Type="http://schemas.openxmlformats.org/officeDocument/2006/relationships/customXml" Target="../ink/ink2548.xml"/><Relationship Id="rId238" Type="http://schemas.openxmlformats.org/officeDocument/2006/relationships/image" Target="../media/image2600.png"/><Relationship Id="rId23" Type="http://schemas.openxmlformats.org/officeDocument/2006/relationships/image" Target="../media/image7810.png"/><Relationship Id="rId119" Type="http://schemas.openxmlformats.org/officeDocument/2006/relationships/image" Target="../media/image1690.png"/><Relationship Id="rId44" Type="http://schemas.openxmlformats.org/officeDocument/2006/relationships/customXml" Target="../ink/ink2567.xml"/><Relationship Id="rId65" Type="http://schemas.openxmlformats.org/officeDocument/2006/relationships/image" Target="../media/image9810.png"/><Relationship Id="rId86" Type="http://schemas.openxmlformats.org/officeDocument/2006/relationships/customXml" Target="../ink/ink2588.xml"/><Relationship Id="rId130" Type="http://schemas.openxmlformats.org/officeDocument/2006/relationships/customXml" Target="../ink/ink2610.xml"/><Relationship Id="rId151" Type="http://schemas.openxmlformats.org/officeDocument/2006/relationships/image" Target="../media/image1840.png"/><Relationship Id="rId172" Type="http://schemas.openxmlformats.org/officeDocument/2006/relationships/customXml" Target="../ink/ink2631.xml"/><Relationship Id="rId193" Type="http://schemas.openxmlformats.org/officeDocument/2006/relationships/image" Target="../media/image1410.png"/><Relationship Id="rId207" Type="http://schemas.openxmlformats.org/officeDocument/2006/relationships/image" Target="../media/image2450.png"/><Relationship Id="rId228" Type="http://schemas.openxmlformats.org/officeDocument/2006/relationships/image" Target="../media/image2550.png"/><Relationship Id="rId249" Type="http://schemas.openxmlformats.org/officeDocument/2006/relationships/customXml" Target="../ink/ink2670.xml"/><Relationship Id="rId13" Type="http://schemas.openxmlformats.org/officeDocument/2006/relationships/image" Target="../media/image7310.png"/><Relationship Id="rId109" Type="http://schemas.openxmlformats.org/officeDocument/2006/relationships/image" Target="../media/image1640.png"/><Relationship Id="rId34" Type="http://schemas.openxmlformats.org/officeDocument/2006/relationships/customXml" Target="../ink/ink2562.xml"/><Relationship Id="rId55" Type="http://schemas.openxmlformats.org/officeDocument/2006/relationships/image" Target="../media/image9410.png"/><Relationship Id="rId76" Type="http://schemas.openxmlformats.org/officeDocument/2006/relationships/customXml" Target="../ink/ink2583.xml"/><Relationship Id="rId97" Type="http://schemas.openxmlformats.org/officeDocument/2006/relationships/image" Target="../media/image1580.png"/><Relationship Id="rId120" Type="http://schemas.openxmlformats.org/officeDocument/2006/relationships/customXml" Target="../ink/ink2605.xml"/><Relationship Id="rId141" Type="http://schemas.openxmlformats.org/officeDocument/2006/relationships/image" Target="../media/image1790.png"/><Relationship Id="rId7" Type="http://schemas.openxmlformats.org/officeDocument/2006/relationships/image" Target="../media/image7110.png"/><Relationship Id="rId162" Type="http://schemas.openxmlformats.org/officeDocument/2006/relationships/customXml" Target="../ink/ink2626.xml"/><Relationship Id="rId183" Type="http://schemas.openxmlformats.org/officeDocument/2006/relationships/image" Target="../media/image2000.png"/><Relationship Id="rId218" Type="http://schemas.openxmlformats.org/officeDocument/2006/relationships/customXml" Target="../ink/ink2654.xml"/><Relationship Id="rId239" Type="http://schemas.openxmlformats.org/officeDocument/2006/relationships/customXml" Target="../ink/ink2665.xml"/><Relationship Id="rId250" Type="http://schemas.openxmlformats.org/officeDocument/2006/relationships/image" Target="../media/image2660.png"/><Relationship Id="rId24" Type="http://schemas.openxmlformats.org/officeDocument/2006/relationships/customXml" Target="../ink/ink2557.xml"/><Relationship Id="rId45" Type="http://schemas.openxmlformats.org/officeDocument/2006/relationships/image" Target="../media/image8910.png"/><Relationship Id="rId66" Type="http://schemas.openxmlformats.org/officeDocument/2006/relationships/customXml" Target="../ink/ink2578.xml"/><Relationship Id="rId87" Type="http://schemas.openxmlformats.org/officeDocument/2006/relationships/image" Target="../media/image10810.png"/><Relationship Id="rId110" Type="http://schemas.openxmlformats.org/officeDocument/2006/relationships/customXml" Target="../ink/ink2600.xml"/><Relationship Id="rId131" Type="http://schemas.openxmlformats.org/officeDocument/2006/relationships/image" Target="../media/image1740.png"/><Relationship Id="rId152" Type="http://schemas.openxmlformats.org/officeDocument/2006/relationships/customXml" Target="../ink/ink2621.xml"/><Relationship Id="rId173" Type="http://schemas.openxmlformats.org/officeDocument/2006/relationships/image" Target="../media/image1950.png"/><Relationship Id="rId194" Type="http://schemas.openxmlformats.org/officeDocument/2006/relationships/customXml" Target="../ink/ink2642.xml"/><Relationship Id="rId208" Type="http://schemas.openxmlformats.org/officeDocument/2006/relationships/customXml" Target="../ink/ink2649.xml"/><Relationship Id="rId229" Type="http://schemas.openxmlformats.org/officeDocument/2006/relationships/customXml" Target="../ink/ink2660.xml"/><Relationship Id="rId240" Type="http://schemas.openxmlformats.org/officeDocument/2006/relationships/image" Target="../media/image2611.png"/><Relationship Id="rId14" Type="http://schemas.openxmlformats.org/officeDocument/2006/relationships/customXml" Target="../ink/ink2552.xml"/><Relationship Id="rId35" Type="http://schemas.openxmlformats.org/officeDocument/2006/relationships/image" Target="../media/image8410.png"/><Relationship Id="rId56" Type="http://schemas.openxmlformats.org/officeDocument/2006/relationships/customXml" Target="../ink/ink2573.xml"/><Relationship Id="rId77" Type="http://schemas.openxmlformats.org/officeDocument/2006/relationships/image" Target="../media/image10310.png"/><Relationship Id="rId100" Type="http://schemas.openxmlformats.org/officeDocument/2006/relationships/customXml" Target="../ink/ink2595.xml"/><Relationship Id="rId8" Type="http://schemas.openxmlformats.org/officeDocument/2006/relationships/customXml" Target="../ink/ink2549.xml"/><Relationship Id="rId98" Type="http://schemas.openxmlformats.org/officeDocument/2006/relationships/customXml" Target="../ink/ink2594.xml"/><Relationship Id="rId121" Type="http://schemas.openxmlformats.org/officeDocument/2006/relationships/image" Target="../media/image1700.png"/><Relationship Id="rId142" Type="http://schemas.openxmlformats.org/officeDocument/2006/relationships/customXml" Target="../ink/ink2616.xml"/><Relationship Id="rId163" Type="http://schemas.openxmlformats.org/officeDocument/2006/relationships/image" Target="../media/image1900.png"/><Relationship Id="rId184" Type="http://schemas.openxmlformats.org/officeDocument/2006/relationships/customXml" Target="../ink/ink2637.xml"/><Relationship Id="rId219" Type="http://schemas.openxmlformats.org/officeDocument/2006/relationships/image" Target="../media/image2511.png"/><Relationship Id="rId230" Type="http://schemas.openxmlformats.org/officeDocument/2006/relationships/image" Target="../media/image2560.png"/><Relationship Id="rId251" Type="http://schemas.openxmlformats.org/officeDocument/2006/relationships/image" Target="../media/image1023.jpeg"/><Relationship Id="rId25" Type="http://schemas.openxmlformats.org/officeDocument/2006/relationships/image" Target="../media/image7910.png"/><Relationship Id="rId46" Type="http://schemas.openxmlformats.org/officeDocument/2006/relationships/customXml" Target="../ink/ink2568.xml"/><Relationship Id="rId67" Type="http://schemas.openxmlformats.org/officeDocument/2006/relationships/image" Target="../media/image9910.png"/><Relationship Id="rId88" Type="http://schemas.openxmlformats.org/officeDocument/2006/relationships/customXml" Target="../ink/ink2589.xml"/><Relationship Id="rId111" Type="http://schemas.openxmlformats.org/officeDocument/2006/relationships/image" Target="../media/image1650.png"/><Relationship Id="rId132" Type="http://schemas.openxmlformats.org/officeDocument/2006/relationships/customXml" Target="../ink/ink2611.xml"/><Relationship Id="rId153" Type="http://schemas.openxmlformats.org/officeDocument/2006/relationships/image" Target="../media/image1850.png"/><Relationship Id="rId174" Type="http://schemas.openxmlformats.org/officeDocument/2006/relationships/customXml" Target="../ink/ink2632.xml"/><Relationship Id="rId195" Type="http://schemas.openxmlformats.org/officeDocument/2006/relationships/image" Target="../media/image1510.png"/><Relationship Id="rId209" Type="http://schemas.openxmlformats.org/officeDocument/2006/relationships/image" Target="../media/image2460.png"/><Relationship Id="rId220" Type="http://schemas.openxmlformats.org/officeDocument/2006/relationships/customXml" Target="../ink/ink2655.xml"/><Relationship Id="rId241" Type="http://schemas.openxmlformats.org/officeDocument/2006/relationships/customXml" Target="../ink/ink2666.xml"/><Relationship Id="rId15" Type="http://schemas.openxmlformats.org/officeDocument/2006/relationships/image" Target="../media/image7410.png"/><Relationship Id="rId36" Type="http://schemas.openxmlformats.org/officeDocument/2006/relationships/customXml" Target="../ink/ink2563.xml"/><Relationship Id="rId57" Type="http://schemas.openxmlformats.org/officeDocument/2006/relationships/image" Target="../media/image9510.png"/><Relationship Id="rId78" Type="http://schemas.openxmlformats.org/officeDocument/2006/relationships/customXml" Target="../ink/ink2584.xml"/><Relationship Id="rId99" Type="http://schemas.openxmlformats.org/officeDocument/2006/relationships/image" Target="../media/image1590.png"/><Relationship Id="rId101" Type="http://schemas.openxmlformats.org/officeDocument/2006/relationships/image" Target="../media/image1600.png"/><Relationship Id="rId122" Type="http://schemas.openxmlformats.org/officeDocument/2006/relationships/customXml" Target="../ink/ink2606.xml"/><Relationship Id="rId143" Type="http://schemas.openxmlformats.org/officeDocument/2006/relationships/image" Target="../media/image1800.png"/><Relationship Id="rId164" Type="http://schemas.openxmlformats.org/officeDocument/2006/relationships/customXml" Target="../ink/ink2627.xml"/><Relationship Id="rId185" Type="http://schemas.openxmlformats.org/officeDocument/2006/relationships/image" Target="../media/image2340.png"/><Relationship Id="rId4" Type="http://schemas.openxmlformats.org/officeDocument/2006/relationships/customXml" Target="../ink/ink2547.xml"/><Relationship Id="rId9" Type="http://schemas.openxmlformats.org/officeDocument/2006/relationships/image" Target="../media/image2810.png"/><Relationship Id="rId180" Type="http://schemas.openxmlformats.org/officeDocument/2006/relationships/customXml" Target="../ink/ink2635.xml"/><Relationship Id="rId210" Type="http://schemas.openxmlformats.org/officeDocument/2006/relationships/customXml" Target="../ink/ink2650.xml"/><Relationship Id="rId215" Type="http://schemas.openxmlformats.org/officeDocument/2006/relationships/image" Target="../media/image2490.png"/><Relationship Id="rId236" Type="http://schemas.openxmlformats.org/officeDocument/2006/relationships/image" Target="../media/image2590.png"/><Relationship Id="rId26" Type="http://schemas.openxmlformats.org/officeDocument/2006/relationships/customXml" Target="../ink/ink2558.xml"/><Relationship Id="rId231" Type="http://schemas.openxmlformats.org/officeDocument/2006/relationships/customXml" Target="../ink/ink2661.xml"/><Relationship Id="rId47" Type="http://schemas.openxmlformats.org/officeDocument/2006/relationships/image" Target="../media/image9010.png"/><Relationship Id="rId68" Type="http://schemas.openxmlformats.org/officeDocument/2006/relationships/customXml" Target="../ink/ink2579.xml"/><Relationship Id="rId89" Type="http://schemas.openxmlformats.org/officeDocument/2006/relationships/image" Target="../media/image10910.png"/><Relationship Id="rId112" Type="http://schemas.openxmlformats.org/officeDocument/2006/relationships/customXml" Target="../ink/ink2601.xml"/><Relationship Id="rId133" Type="http://schemas.openxmlformats.org/officeDocument/2006/relationships/image" Target="../media/image1750.png"/><Relationship Id="rId154" Type="http://schemas.openxmlformats.org/officeDocument/2006/relationships/customXml" Target="../ink/ink2622.xml"/><Relationship Id="rId175" Type="http://schemas.openxmlformats.org/officeDocument/2006/relationships/image" Target="../media/image1960.png"/><Relationship Id="rId196" Type="http://schemas.openxmlformats.org/officeDocument/2006/relationships/customXml" Target="../ink/ink2643.xml"/><Relationship Id="rId200" Type="http://schemas.openxmlformats.org/officeDocument/2006/relationships/customXml" Target="../ink/ink2645.xml"/><Relationship Id="rId16" Type="http://schemas.openxmlformats.org/officeDocument/2006/relationships/customXml" Target="../ink/ink2553.xml"/><Relationship Id="rId221" Type="http://schemas.openxmlformats.org/officeDocument/2006/relationships/image" Target="../media/image2520.png"/><Relationship Id="rId242" Type="http://schemas.openxmlformats.org/officeDocument/2006/relationships/image" Target="../media/image2620.png"/><Relationship Id="rId37" Type="http://schemas.openxmlformats.org/officeDocument/2006/relationships/image" Target="../media/image8510.png"/><Relationship Id="rId58" Type="http://schemas.openxmlformats.org/officeDocument/2006/relationships/customXml" Target="../ink/ink2574.xml"/><Relationship Id="rId79" Type="http://schemas.openxmlformats.org/officeDocument/2006/relationships/image" Target="../media/image10410.png"/><Relationship Id="rId102" Type="http://schemas.openxmlformats.org/officeDocument/2006/relationships/customXml" Target="../ink/ink2596.xml"/><Relationship Id="rId123" Type="http://schemas.openxmlformats.org/officeDocument/2006/relationships/image" Target="../media/image1711.png"/><Relationship Id="rId144" Type="http://schemas.openxmlformats.org/officeDocument/2006/relationships/customXml" Target="../ink/ink2617.xml"/><Relationship Id="rId90" Type="http://schemas.openxmlformats.org/officeDocument/2006/relationships/customXml" Target="../ink/ink2590.xml"/><Relationship Id="rId165" Type="http://schemas.openxmlformats.org/officeDocument/2006/relationships/image" Target="../media/image1911.png"/><Relationship Id="rId186" Type="http://schemas.openxmlformats.org/officeDocument/2006/relationships/customXml" Target="../ink/ink2638.xml"/><Relationship Id="rId211" Type="http://schemas.openxmlformats.org/officeDocument/2006/relationships/image" Target="../media/image2470.png"/><Relationship Id="rId232" Type="http://schemas.openxmlformats.org/officeDocument/2006/relationships/image" Target="../media/image2570.png"/><Relationship Id="rId27" Type="http://schemas.openxmlformats.org/officeDocument/2006/relationships/image" Target="../media/image8010.png"/><Relationship Id="rId48" Type="http://schemas.openxmlformats.org/officeDocument/2006/relationships/customXml" Target="../ink/ink2569.xml"/><Relationship Id="rId69" Type="http://schemas.openxmlformats.org/officeDocument/2006/relationships/image" Target="../media/image10010.png"/><Relationship Id="rId113" Type="http://schemas.openxmlformats.org/officeDocument/2006/relationships/image" Target="../media/image1660.png"/><Relationship Id="rId134" Type="http://schemas.openxmlformats.org/officeDocument/2006/relationships/customXml" Target="../ink/ink2612.xml"/><Relationship Id="rId80" Type="http://schemas.openxmlformats.org/officeDocument/2006/relationships/customXml" Target="../ink/ink2585.xml"/><Relationship Id="rId155" Type="http://schemas.openxmlformats.org/officeDocument/2006/relationships/image" Target="../media/image1860.png"/><Relationship Id="rId176" Type="http://schemas.openxmlformats.org/officeDocument/2006/relationships/customXml" Target="../ink/ink2633.xml"/><Relationship Id="rId197" Type="http://schemas.openxmlformats.org/officeDocument/2006/relationships/image" Target="../media/image1610.png"/><Relationship Id="rId201" Type="http://schemas.openxmlformats.org/officeDocument/2006/relationships/image" Target="../media/image1810.png"/><Relationship Id="rId222" Type="http://schemas.openxmlformats.org/officeDocument/2006/relationships/customXml" Target="../ink/ink2656.xml"/><Relationship Id="rId243" Type="http://schemas.openxmlformats.org/officeDocument/2006/relationships/customXml" Target="../ink/ink2667.xml"/><Relationship Id="rId17" Type="http://schemas.openxmlformats.org/officeDocument/2006/relationships/image" Target="../media/image7510.png"/><Relationship Id="rId38" Type="http://schemas.openxmlformats.org/officeDocument/2006/relationships/customXml" Target="../ink/ink2564.xml"/><Relationship Id="rId59" Type="http://schemas.openxmlformats.org/officeDocument/2006/relationships/image" Target="../media/image5310.png"/><Relationship Id="rId103" Type="http://schemas.openxmlformats.org/officeDocument/2006/relationships/image" Target="../media/image1611.png"/><Relationship Id="rId124" Type="http://schemas.openxmlformats.org/officeDocument/2006/relationships/customXml" Target="../ink/ink2607.xml"/><Relationship Id="rId70" Type="http://schemas.openxmlformats.org/officeDocument/2006/relationships/customXml" Target="../ink/ink2580.xml"/><Relationship Id="rId91" Type="http://schemas.openxmlformats.org/officeDocument/2006/relationships/image" Target="../media/image1108.png"/><Relationship Id="rId145" Type="http://schemas.openxmlformats.org/officeDocument/2006/relationships/image" Target="../media/image1811.png"/><Relationship Id="rId166" Type="http://schemas.openxmlformats.org/officeDocument/2006/relationships/customXml" Target="../ink/ink2628.xml"/><Relationship Id="rId187" Type="http://schemas.openxmlformats.org/officeDocument/2006/relationships/image" Target="../media/image1310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651.xml"/><Relationship Id="rId233" Type="http://schemas.openxmlformats.org/officeDocument/2006/relationships/customXml" Target="../ink/ink2662.xml"/><Relationship Id="rId28" Type="http://schemas.openxmlformats.org/officeDocument/2006/relationships/customXml" Target="../ink/ink2559.xml"/><Relationship Id="rId49" Type="http://schemas.openxmlformats.org/officeDocument/2006/relationships/image" Target="../media/image9110.png"/><Relationship Id="rId114" Type="http://schemas.openxmlformats.org/officeDocument/2006/relationships/customXml" Target="../ink/ink2602.xml"/><Relationship Id="rId60" Type="http://schemas.openxmlformats.org/officeDocument/2006/relationships/customXml" Target="../ink/ink2575.xml"/><Relationship Id="rId81" Type="http://schemas.openxmlformats.org/officeDocument/2006/relationships/image" Target="../media/image10510.png"/><Relationship Id="rId135" Type="http://schemas.openxmlformats.org/officeDocument/2006/relationships/image" Target="../media/image1760.png"/><Relationship Id="rId156" Type="http://schemas.openxmlformats.org/officeDocument/2006/relationships/customXml" Target="../ink/ink2623.xml"/><Relationship Id="rId177" Type="http://schemas.openxmlformats.org/officeDocument/2006/relationships/image" Target="../media/image1970.png"/><Relationship Id="rId198" Type="http://schemas.openxmlformats.org/officeDocument/2006/relationships/customXml" Target="../ink/ink2644.xml"/><Relationship Id="rId202" Type="http://schemas.openxmlformats.org/officeDocument/2006/relationships/customXml" Target="../ink/ink2646.xml"/><Relationship Id="rId223" Type="http://schemas.openxmlformats.org/officeDocument/2006/relationships/image" Target="../media/image2530.png"/><Relationship Id="rId244" Type="http://schemas.openxmlformats.org/officeDocument/2006/relationships/image" Target="../media/image2630.png"/><Relationship Id="rId18" Type="http://schemas.openxmlformats.org/officeDocument/2006/relationships/customXml" Target="../ink/ink2554.xml"/><Relationship Id="rId39" Type="http://schemas.openxmlformats.org/officeDocument/2006/relationships/image" Target="../media/image8610.png"/><Relationship Id="rId50" Type="http://schemas.openxmlformats.org/officeDocument/2006/relationships/customXml" Target="../ink/ink2570.xml"/><Relationship Id="rId104" Type="http://schemas.openxmlformats.org/officeDocument/2006/relationships/customXml" Target="../ink/ink2597.xml"/><Relationship Id="rId125" Type="http://schemas.openxmlformats.org/officeDocument/2006/relationships/image" Target="../media/image1720.png"/><Relationship Id="rId146" Type="http://schemas.openxmlformats.org/officeDocument/2006/relationships/customXml" Target="../ink/ink2618.xml"/><Relationship Id="rId167" Type="http://schemas.openxmlformats.org/officeDocument/2006/relationships/image" Target="../media/image1920.png"/><Relationship Id="rId188" Type="http://schemas.openxmlformats.org/officeDocument/2006/relationships/customXml" Target="../ink/ink2639.xml"/><Relationship Id="rId71" Type="http://schemas.openxmlformats.org/officeDocument/2006/relationships/image" Target="../media/image5910.png"/><Relationship Id="rId92" Type="http://schemas.openxmlformats.org/officeDocument/2006/relationships/customXml" Target="../ink/ink2591.xml"/><Relationship Id="rId213" Type="http://schemas.openxmlformats.org/officeDocument/2006/relationships/image" Target="../media/image2480.png"/><Relationship Id="rId234" Type="http://schemas.openxmlformats.org/officeDocument/2006/relationships/image" Target="../media/image2580.png"/><Relationship Id="rId2" Type="http://schemas.openxmlformats.org/officeDocument/2006/relationships/customXml" Target="../ink/ink2546.xml"/><Relationship Id="rId29" Type="http://schemas.openxmlformats.org/officeDocument/2006/relationships/image" Target="../media/image8110.png"/><Relationship Id="rId40" Type="http://schemas.openxmlformats.org/officeDocument/2006/relationships/customXml" Target="../ink/ink2565.xml"/><Relationship Id="rId115" Type="http://schemas.openxmlformats.org/officeDocument/2006/relationships/image" Target="../media/image1670.png"/><Relationship Id="rId136" Type="http://schemas.openxmlformats.org/officeDocument/2006/relationships/customXml" Target="../ink/ink2613.xml"/><Relationship Id="rId157" Type="http://schemas.openxmlformats.org/officeDocument/2006/relationships/image" Target="../media/image1870.png"/><Relationship Id="rId178" Type="http://schemas.openxmlformats.org/officeDocument/2006/relationships/customXml" Target="../ink/ink2634.xml"/><Relationship Id="rId61" Type="http://schemas.openxmlformats.org/officeDocument/2006/relationships/image" Target="../media/image9610.png"/><Relationship Id="rId82" Type="http://schemas.openxmlformats.org/officeDocument/2006/relationships/customXml" Target="../ink/ink2586.xml"/><Relationship Id="rId199" Type="http://schemas.openxmlformats.org/officeDocument/2006/relationships/image" Target="../media/image1710.png"/><Relationship Id="rId203" Type="http://schemas.openxmlformats.org/officeDocument/2006/relationships/image" Target="../media/image1910.png"/><Relationship Id="rId19" Type="http://schemas.openxmlformats.org/officeDocument/2006/relationships/image" Target="../media/image7610.png"/><Relationship Id="rId224" Type="http://schemas.openxmlformats.org/officeDocument/2006/relationships/customXml" Target="../ink/ink2657.xml"/><Relationship Id="rId245" Type="http://schemas.openxmlformats.org/officeDocument/2006/relationships/customXml" Target="../ink/ink2668.xml"/><Relationship Id="rId30" Type="http://schemas.openxmlformats.org/officeDocument/2006/relationships/customXml" Target="../ink/ink2560.xml"/><Relationship Id="rId105" Type="http://schemas.openxmlformats.org/officeDocument/2006/relationships/image" Target="../media/image1620.png"/><Relationship Id="rId126" Type="http://schemas.openxmlformats.org/officeDocument/2006/relationships/customXml" Target="../ink/ink2608.xml"/><Relationship Id="rId147" Type="http://schemas.openxmlformats.org/officeDocument/2006/relationships/image" Target="../media/image1820.png"/><Relationship Id="rId168" Type="http://schemas.openxmlformats.org/officeDocument/2006/relationships/customXml" Target="../ink/ink2629.xml"/><Relationship Id="rId51" Type="http://schemas.openxmlformats.org/officeDocument/2006/relationships/image" Target="../media/image9210.png"/><Relationship Id="rId72" Type="http://schemas.openxmlformats.org/officeDocument/2006/relationships/customXml" Target="../ink/ink2581.xml"/><Relationship Id="rId93" Type="http://schemas.openxmlformats.org/officeDocument/2006/relationships/image" Target="../media/image1560.png"/><Relationship Id="rId189" Type="http://schemas.openxmlformats.org/officeDocument/2006/relationships/image" Target="../media/image2360.png"/><Relationship Id="rId3" Type="http://schemas.openxmlformats.org/officeDocument/2006/relationships/image" Target="../media/image1110.png"/><Relationship Id="rId214" Type="http://schemas.openxmlformats.org/officeDocument/2006/relationships/customXml" Target="../ink/ink2652.xml"/><Relationship Id="rId235" Type="http://schemas.openxmlformats.org/officeDocument/2006/relationships/customXml" Target="../ink/ink2663.xml"/><Relationship Id="rId116" Type="http://schemas.openxmlformats.org/officeDocument/2006/relationships/customXml" Target="../ink/ink2603.xml"/><Relationship Id="rId137" Type="http://schemas.openxmlformats.org/officeDocument/2006/relationships/image" Target="../media/image1770.png"/><Relationship Id="rId158" Type="http://schemas.openxmlformats.org/officeDocument/2006/relationships/customXml" Target="../ink/ink2624.xml"/><Relationship Id="rId20" Type="http://schemas.openxmlformats.org/officeDocument/2006/relationships/customXml" Target="../ink/ink2555.xml"/><Relationship Id="rId41" Type="http://schemas.openxmlformats.org/officeDocument/2006/relationships/image" Target="../media/image8710.png"/><Relationship Id="rId62" Type="http://schemas.openxmlformats.org/officeDocument/2006/relationships/customXml" Target="../ink/ink2576.xml"/><Relationship Id="rId83" Type="http://schemas.openxmlformats.org/officeDocument/2006/relationships/image" Target="../media/image10610.png"/><Relationship Id="rId179" Type="http://schemas.openxmlformats.org/officeDocument/2006/relationships/image" Target="../media/image1980.png"/><Relationship Id="rId190" Type="http://schemas.openxmlformats.org/officeDocument/2006/relationships/customXml" Target="../ink/ink2640.xml"/><Relationship Id="rId204" Type="http://schemas.openxmlformats.org/officeDocument/2006/relationships/customXml" Target="../ink/ink2647.xml"/><Relationship Id="rId225" Type="http://schemas.openxmlformats.org/officeDocument/2006/relationships/image" Target="../media/image2540.png"/><Relationship Id="rId246" Type="http://schemas.openxmlformats.org/officeDocument/2006/relationships/image" Target="../media/image2640.png"/><Relationship Id="rId106" Type="http://schemas.openxmlformats.org/officeDocument/2006/relationships/customXml" Target="../ink/ink2598.xml"/><Relationship Id="rId127" Type="http://schemas.openxmlformats.org/officeDocument/2006/relationships/image" Target="../media/image1210.png"/><Relationship Id="rId10" Type="http://schemas.openxmlformats.org/officeDocument/2006/relationships/customXml" Target="../ink/ink2550.xml"/><Relationship Id="rId31" Type="http://schemas.openxmlformats.org/officeDocument/2006/relationships/image" Target="../media/image8210.png"/><Relationship Id="rId52" Type="http://schemas.openxmlformats.org/officeDocument/2006/relationships/customXml" Target="../ink/ink2571.xml"/><Relationship Id="rId73" Type="http://schemas.openxmlformats.org/officeDocument/2006/relationships/image" Target="../media/image10110.png"/><Relationship Id="rId94" Type="http://schemas.openxmlformats.org/officeDocument/2006/relationships/customXml" Target="../ink/ink2592.xml"/><Relationship Id="rId148" Type="http://schemas.openxmlformats.org/officeDocument/2006/relationships/customXml" Target="../ink/ink2619.xml"/><Relationship Id="rId169" Type="http://schemas.openxmlformats.org/officeDocument/2006/relationships/image" Target="../media/image1930.png"/></Relationships>
</file>

<file path=ppt/slides/_rels/slide3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240.png"/><Relationship Id="rId21" Type="http://schemas.openxmlformats.org/officeDocument/2006/relationships/image" Target="../media/image4760.png"/><Relationship Id="rId42" Type="http://schemas.openxmlformats.org/officeDocument/2006/relationships/customXml" Target="../ink/ink2691.xml"/><Relationship Id="rId63" Type="http://schemas.openxmlformats.org/officeDocument/2006/relationships/image" Target="../media/image4970.png"/><Relationship Id="rId84" Type="http://schemas.openxmlformats.org/officeDocument/2006/relationships/customXml" Target="../ink/ink2712.xml"/><Relationship Id="rId138" Type="http://schemas.openxmlformats.org/officeDocument/2006/relationships/customXml" Target="../ink/ink2739.xml"/><Relationship Id="rId159" Type="http://schemas.openxmlformats.org/officeDocument/2006/relationships/image" Target="../media/image5440.png"/><Relationship Id="rId170" Type="http://schemas.openxmlformats.org/officeDocument/2006/relationships/customXml" Target="../ink/ink2755.xml"/><Relationship Id="rId191" Type="http://schemas.openxmlformats.org/officeDocument/2006/relationships/image" Target="../media/image5590.png"/><Relationship Id="rId205" Type="http://schemas.openxmlformats.org/officeDocument/2006/relationships/image" Target="../media/image5600.png"/><Relationship Id="rId226" Type="http://schemas.openxmlformats.org/officeDocument/2006/relationships/customXml" Target="../ink/ink2783.xml"/><Relationship Id="rId247" Type="http://schemas.openxmlformats.org/officeDocument/2006/relationships/customXml" Target="../ink/ink2794.xml"/><Relationship Id="rId107" Type="http://schemas.openxmlformats.org/officeDocument/2006/relationships/image" Target="../media/image5190.png"/><Relationship Id="rId11" Type="http://schemas.openxmlformats.org/officeDocument/2006/relationships/image" Target="../media/image2410.png"/><Relationship Id="rId32" Type="http://schemas.openxmlformats.org/officeDocument/2006/relationships/customXml" Target="../ink/ink2686.xml"/><Relationship Id="rId53" Type="http://schemas.openxmlformats.org/officeDocument/2006/relationships/image" Target="../media/image4920.png"/><Relationship Id="rId74" Type="http://schemas.openxmlformats.org/officeDocument/2006/relationships/customXml" Target="../ink/ink2707.xml"/><Relationship Id="rId128" Type="http://schemas.openxmlformats.org/officeDocument/2006/relationships/customXml" Target="../ink/ink2734.xml"/><Relationship Id="rId149" Type="http://schemas.openxmlformats.org/officeDocument/2006/relationships/image" Target="../media/image5390.png"/><Relationship Id="rId5" Type="http://schemas.openxmlformats.org/officeDocument/2006/relationships/image" Target="../media/image2110.png"/><Relationship Id="rId95" Type="http://schemas.openxmlformats.org/officeDocument/2006/relationships/image" Target="../media/image5130.png"/><Relationship Id="rId160" Type="http://schemas.openxmlformats.org/officeDocument/2006/relationships/customXml" Target="../ink/ink2750.xml"/><Relationship Id="rId181" Type="http://schemas.openxmlformats.org/officeDocument/2006/relationships/image" Target="../media/image5550.png"/><Relationship Id="rId216" Type="http://schemas.openxmlformats.org/officeDocument/2006/relationships/customXml" Target="../ink/ink2778.xml"/><Relationship Id="rId237" Type="http://schemas.openxmlformats.org/officeDocument/2006/relationships/customXml" Target="../ink/ink2789.xml"/><Relationship Id="rId22" Type="http://schemas.openxmlformats.org/officeDocument/2006/relationships/customXml" Target="../ink/ink2681.xml"/><Relationship Id="rId43" Type="http://schemas.openxmlformats.org/officeDocument/2006/relationships/image" Target="../media/image4870.png"/><Relationship Id="rId64" Type="http://schemas.openxmlformats.org/officeDocument/2006/relationships/customXml" Target="../ink/ink2702.xml"/><Relationship Id="rId118" Type="http://schemas.openxmlformats.org/officeDocument/2006/relationships/customXml" Target="../ink/ink2729.xml"/><Relationship Id="rId139" Type="http://schemas.openxmlformats.org/officeDocument/2006/relationships/image" Target="../media/image5340.png"/><Relationship Id="rId85" Type="http://schemas.openxmlformats.org/officeDocument/2006/relationships/image" Target="../media/image5080.png"/><Relationship Id="rId150" Type="http://schemas.openxmlformats.org/officeDocument/2006/relationships/customXml" Target="../ink/ink2745.xml"/><Relationship Id="rId171" Type="http://schemas.openxmlformats.org/officeDocument/2006/relationships/image" Target="../media/image5500.png"/><Relationship Id="rId192" Type="http://schemas.openxmlformats.org/officeDocument/2006/relationships/customXml" Target="../ink/ink2766.xml"/><Relationship Id="rId206" Type="http://schemas.openxmlformats.org/officeDocument/2006/relationships/customXml" Target="../ink/ink2773.xml"/><Relationship Id="rId227" Type="http://schemas.openxmlformats.org/officeDocument/2006/relationships/customXml" Target="../ink/ink2784.xml"/><Relationship Id="rId248" Type="http://schemas.openxmlformats.org/officeDocument/2006/relationships/image" Target="../media/image5811.png"/><Relationship Id="rId12" Type="http://schemas.openxmlformats.org/officeDocument/2006/relationships/customXml" Target="../ink/ink2676.xml"/><Relationship Id="rId33" Type="http://schemas.openxmlformats.org/officeDocument/2006/relationships/image" Target="../media/image4820.png"/><Relationship Id="rId108" Type="http://schemas.openxmlformats.org/officeDocument/2006/relationships/customXml" Target="../ink/ink2724.xml"/><Relationship Id="rId129" Type="http://schemas.openxmlformats.org/officeDocument/2006/relationships/image" Target="../media/image5290.png"/><Relationship Id="rId54" Type="http://schemas.openxmlformats.org/officeDocument/2006/relationships/customXml" Target="../ink/ink2697.xml"/><Relationship Id="rId75" Type="http://schemas.openxmlformats.org/officeDocument/2006/relationships/image" Target="../media/image5030.png"/><Relationship Id="rId96" Type="http://schemas.openxmlformats.org/officeDocument/2006/relationships/customXml" Target="../ink/ink2718.xml"/><Relationship Id="rId140" Type="http://schemas.openxmlformats.org/officeDocument/2006/relationships/customXml" Target="../ink/ink2740.xml"/><Relationship Id="rId161" Type="http://schemas.openxmlformats.org/officeDocument/2006/relationships/image" Target="../media/image5450.png"/><Relationship Id="rId182" Type="http://schemas.openxmlformats.org/officeDocument/2006/relationships/customXml" Target="../ink/ink2761.xml"/><Relationship Id="rId217" Type="http://schemas.openxmlformats.org/officeDocument/2006/relationships/image" Target="../media/image5660.png"/><Relationship Id="rId6" Type="http://schemas.openxmlformats.org/officeDocument/2006/relationships/customXml" Target="../ink/ink2673.xml"/><Relationship Id="rId238" Type="http://schemas.openxmlformats.org/officeDocument/2006/relationships/image" Target="../media/image5760.png"/><Relationship Id="rId23" Type="http://schemas.openxmlformats.org/officeDocument/2006/relationships/image" Target="../media/image4770.png"/><Relationship Id="rId119" Type="http://schemas.openxmlformats.org/officeDocument/2006/relationships/image" Target="../media/image5250.png"/><Relationship Id="rId44" Type="http://schemas.openxmlformats.org/officeDocument/2006/relationships/customXml" Target="../ink/ink2692.xml"/><Relationship Id="rId65" Type="http://schemas.openxmlformats.org/officeDocument/2006/relationships/image" Target="../media/image4980.png"/><Relationship Id="rId86" Type="http://schemas.openxmlformats.org/officeDocument/2006/relationships/customXml" Target="../ink/ink2713.xml"/><Relationship Id="rId130" Type="http://schemas.openxmlformats.org/officeDocument/2006/relationships/customXml" Target="../ink/ink2735.xml"/><Relationship Id="rId151" Type="http://schemas.openxmlformats.org/officeDocument/2006/relationships/image" Target="../media/image5400.png"/><Relationship Id="rId172" Type="http://schemas.openxmlformats.org/officeDocument/2006/relationships/customXml" Target="../ink/ink2756.xml"/><Relationship Id="rId193" Type="http://schemas.openxmlformats.org/officeDocument/2006/relationships/image" Target="../media/image1410.png"/><Relationship Id="rId207" Type="http://schemas.openxmlformats.org/officeDocument/2006/relationships/image" Target="../media/image5611.png"/><Relationship Id="rId228" Type="http://schemas.openxmlformats.org/officeDocument/2006/relationships/image" Target="../media/image5711.png"/><Relationship Id="rId249" Type="http://schemas.openxmlformats.org/officeDocument/2006/relationships/customXml" Target="../ink/ink2795.xml"/><Relationship Id="rId13" Type="http://schemas.openxmlformats.org/officeDocument/2006/relationships/image" Target="../media/image4720.png"/><Relationship Id="rId109" Type="http://schemas.openxmlformats.org/officeDocument/2006/relationships/image" Target="../media/image5200.png"/><Relationship Id="rId34" Type="http://schemas.openxmlformats.org/officeDocument/2006/relationships/customXml" Target="../ink/ink2687.xml"/><Relationship Id="rId55" Type="http://schemas.openxmlformats.org/officeDocument/2006/relationships/image" Target="../media/image4930.png"/><Relationship Id="rId76" Type="http://schemas.openxmlformats.org/officeDocument/2006/relationships/customXml" Target="../ink/ink2708.xml"/><Relationship Id="rId97" Type="http://schemas.openxmlformats.org/officeDocument/2006/relationships/image" Target="../media/image5140.png"/><Relationship Id="rId120" Type="http://schemas.openxmlformats.org/officeDocument/2006/relationships/customXml" Target="../ink/ink2730.xml"/><Relationship Id="rId141" Type="http://schemas.openxmlformats.org/officeDocument/2006/relationships/image" Target="../media/image5350.png"/><Relationship Id="rId7" Type="http://schemas.openxmlformats.org/officeDocument/2006/relationships/image" Target="../media/image2210.png"/><Relationship Id="rId162" Type="http://schemas.openxmlformats.org/officeDocument/2006/relationships/customXml" Target="../ink/ink2751.xml"/><Relationship Id="rId183" Type="http://schemas.openxmlformats.org/officeDocument/2006/relationships/image" Target="../media/image5560.png"/><Relationship Id="rId218" Type="http://schemas.openxmlformats.org/officeDocument/2006/relationships/customXml" Target="../ink/ink2779.xml"/><Relationship Id="rId239" Type="http://schemas.openxmlformats.org/officeDocument/2006/relationships/customXml" Target="../ink/ink2790.xml"/><Relationship Id="rId250" Type="http://schemas.openxmlformats.org/officeDocument/2006/relationships/image" Target="../media/image5820.png"/><Relationship Id="rId24" Type="http://schemas.openxmlformats.org/officeDocument/2006/relationships/customXml" Target="../ink/ink2682.xml"/><Relationship Id="rId45" Type="http://schemas.openxmlformats.org/officeDocument/2006/relationships/image" Target="../media/image4880.png"/><Relationship Id="rId66" Type="http://schemas.openxmlformats.org/officeDocument/2006/relationships/customXml" Target="../ink/ink2703.xml"/><Relationship Id="rId87" Type="http://schemas.openxmlformats.org/officeDocument/2006/relationships/image" Target="../media/image5090.png"/><Relationship Id="rId110" Type="http://schemas.openxmlformats.org/officeDocument/2006/relationships/customXml" Target="../ink/ink2725.xml"/><Relationship Id="rId131" Type="http://schemas.openxmlformats.org/officeDocument/2006/relationships/image" Target="../media/image5300.png"/><Relationship Id="rId152" Type="http://schemas.openxmlformats.org/officeDocument/2006/relationships/customXml" Target="../ink/ink2746.xml"/><Relationship Id="rId173" Type="http://schemas.openxmlformats.org/officeDocument/2006/relationships/image" Target="../media/image5511.png"/><Relationship Id="rId194" Type="http://schemas.openxmlformats.org/officeDocument/2006/relationships/customXml" Target="../ink/ink2767.xml"/><Relationship Id="rId208" Type="http://schemas.openxmlformats.org/officeDocument/2006/relationships/customXml" Target="../ink/ink2774.xml"/><Relationship Id="rId229" Type="http://schemas.openxmlformats.org/officeDocument/2006/relationships/customXml" Target="../ink/ink2785.xml"/><Relationship Id="rId240" Type="http://schemas.openxmlformats.org/officeDocument/2006/relationships/image" Target="../media/image5770.png"/><Relationship Id="rId14" Type="http://schemas.openxmlformats.org/officeDocument/2006/relationships/customXml" Target="../ink/ink2677.xml"/><Relationship Id="rId35" Type="http://schemas.openxmlformats.org/officeDocument/2006/relationships/image" Target="../media/image4830.png"/><Relationship Id="rId56" Type="http://schemas.openxmlformats.org/officeDocument/2006/relationships/customXml" Target="../ink/ink2698.xml"/><Relationship Id="rId77" Type="http://schemas.openxmlformats.org/officeDocument/2006/relationships/image" Target="../media/image5040.png"/><Relationship Id="rId100" Type="http://schemas.openxmlformats.org/officeDocument/2006/relationships/customXml" Target="../ink/ink2720.xml"/><Relationship Id="rId8" Type="http://schemas.openxmlformats.org/officeDocument/2006/relationships/customXml" Target="../ink/ink2674.xml"/><Relationship Id="rId98" Type="http://schemas.openxmlformats.org/officeDocument/2006/relationships/customXml" Target="../ink/ink2719.xml"/><Relationship Id="rId121" Type="http://schemas.openxmlformats.org/officeDocument/2006/relationships/image" Target="../media/image5260.png"/><Relationship Id="rId142" Type="http://schemas.openxmlformats.org/officeDocument/2006/relationships/customXml" Target="../ink/ink2741.xml"/><Relationship Id="rId163" Type="http://schemas.openxmlformats.org/officeDocument/2006/relationships/image" Target="../media/image5460.png"/><Relationship Id="rId184" Type="http://schemas.openxmlformats.org/officeDocument/2006/relationships/customXml" Target="../ink/ink2762.xml"/><Relationship Id="rId219" Type="http://schemas.openxmlformats.org/officeDocument/2006/relationships/image" Target="../media/image5670.png"/><Relationship Id="rId230" Type="http://schemas.openxmlformats.org/officeDocument/2006/relationships/image" Target="../media/image5720.png"/><Relationship Id="rId251" Type="http://schemas.openxmlformats.org/officeDocument/2006/relationships/image" Target="../media/image1024.jpeg"/><Relationship Id="rId25" Type="http://schemas.openxmlformats.org/officeDocument/2006/relationships/image" Target="../media/image4780.png"/><Relationship Id="rId46" Type="http://schemas.openxmlformats.org/officeDocument/2006/relationships/customXml" Target="../ink/ink2693.xml"/><Relationship Id="rId67" Type="http://schemas.openxmlformats.org/officeDocument/2006/relationships/image" Target="../media/image4990.png"/><Relationship Id="rId88" Type="http://schemas.openxmlformats.org/officeDocument/2006/relationships/customXml" Target="../ink/ink2714.xml"/><Relationship Id="rId111" Type="http://schemas.openxmlformats.org/officeDocument/2006/relationships/image" Target="../media/image5211.png"/><Relationship Id="rId132" Type="http://schemas.openxmlformats.org/officeDocument/2006/relationships/customXml" Target="../ink/ink2736.xml"/><Relationship Id="rId153" Type="http://schemas.openxmlformats.org/officeDocument/2006/relationships/image" Target="../media/image5411.png"/><Relationship Id="rId174" Type="http://schemas.openxmlformats.org/officeDocument/2006/relationships/customXml" Target="../ink/ink2757.xml"/><Relationship Id="rId195" Type="http://schemas.openxmlformats.org/officeDocument/2006/relationships/image" Target="../media/image1510.png"/><Relationship Id="rId209" Type="http://schemas.openxmlformats.org/officeDocument/2006/relationships/image" Target="../media/image5620.png"/><Relationship Id="rId220" Type="http://schemas.openxmlformats.org/officeDocument/2006/relationships/customXml" Target="../ink/ink2780.xml"/><Relationship Id="rId241" Type="http://schemas.openxmlformats.org/officeDocument/2006/relationships/customXml" Target="../ink/ink2791.xml"/><Relationship Id="rId15" Type="http://schemas.openxmlformats.org/officeDocument/2006/relationships/image" Target="../media/image4730.png"/><Relationship Id="rId36" Type="http://schemas.openxmlformats.org/officeDocument/2006/relationships/customXml" Target="../ink/ink2688.xml"/><Relationship Id="rId57" Type="http://schemas.openxmlformats.org/officeDocument/2006/relationships/image" Target="../media/image4940.png"/><Relationship Id="rId78" Type="http://schemas.openxmlformats.org/officeDocument/2006/relationships/customXml" Target="../ink/ink2709.xml"/><Relationship Id="rId99" Type="http://schemas.openxmlformats.org/officeDocument/2006/relationships/image" Target="../media/image5150.png"/><Relationship Id="rId101" Type="http://schemas.openxmlformats.org/officeDocument/2006/relationships/image" Target="../media/image5160.png"/><Relationship Id="rId122" Type="http://schemas.openxmlformats.org/officeDocument/2006/relationships/customXml" Target="../ink/ink2731.xml"/><Relationship Id="rId143" Type="http://schemas.openxmlformats.org/officeDocument/2006/relationships/image" Target="../media/image5360.png"/><Relationship Id="rId164" Type="http://schemas.openxmlformats.org/officeDocument/2006/relationships/customXml" Target="../ink/ink2752.xml"/><Relationship Id="rId185" Type="http://schemas.openxmlformats.org/officeDocument/2006/relationships/image" Target="../media/image5570.png"/><Relationship Id="rId4" Type="http://schemas.openxmlformats.org/officeDocument/2006/relationships/customXml" Target="../ink/ink2672.xml"/><Relationship Id="rId9" Type="http://schemas.openxmlformats.org/officeDocument/2006/relationships/image" Target="../media/image2310.png"/><Relationship Id="rId180" Type="http://schemas.openxmlformats.org/officeDocument/2006/relationships/customXml" Target="../ink/ink2760.xml"/><Relationship Id="rId210" Type="http://schemas.openxmlformats.org/officeDocument/2006/relationships/customXml" Target="../ink/ink2775.xml"/><Relationship Id="rId215" Type="http://schemas.openxmlformats.org/officeDocument/2006/relationships/image" Target="../media/image5650.png"/><Relationship Id="rId236" Type="http://schemas.openxmlformats.org/officeDocument/2006/relationships/image" Target="../media/image5750.png"/><Relationship Id="rId26" Type="http://schemas.openxmlformats.org/officeDocument/2006/relationships/customXml" Target="../ink/ink2683.xml"/><Relationship Id="rId231" Type="http://schemas.openxmlformats.org/officeDocument/2006/relationships/customXml" Target="../ink/ink2786.xml"/><Relationship Id="rId47" Type="http://schemas.openxmlformats.org/officeDocument/2006/relationships/image" Target="../media/image4890.png"/><Relationship Id="rId68" Type="http://schemas.openxmlformats.org/officeDocument/2006/relationships/customXml" Target="../ink/ink2704.xml"/><Relationship Id="rId89" Type="http://schemas.openxmlformats.org/officeDocument/2006/relationships/image" Target="../media/image5100.png"/><Relationship Id="rId112" Type="http://schemas.openxmlformats.org/officeDocument/2006/relationships/customXml" Target="../ink/ink2726.xml"/><Relationship Id="rId133" Type="http://schemas.openxmlformats.org/officeDocument/2006/relationships/image" Target="../media/image5311.png"/><Relationship Id="rId154" Type="http://schemas.openxmlformats.org/officeDocument/2006/relationships/customXml" Target="../ink/ink2747.xml"/><Relationship Id="rId175" Type="http://schemas.openxmlformats.org/officeDocument/2006/relationships/image" Target="../media/image5520.png"/><Relationship Id="rId196" Type="http://schemas.openxmlformats.org/officeDocument/2006/relationships/customXml" Target="../ink/ink2768.xml"/><Relationship Id="rId200" Type="http://schemas.openxmlformats.org/officeDocument/2006/relationships/customXml" Target="../ink/ink2770.xml"/><Relationship Id="rId16" Type="http://schemas.openxmlformats.org/officeDocument/2006/relationships/customXml" Target="../ink/ink2678.xml"/><Relationship Id="rId221" Type="http://schemas.openxmlformats.org/officeDocument/2006/relationships/image" Target="../media/image5680.png"/><Relationship Id="rId242" Type="http://schemas.openxmlformats.org/officeDocument/2006/relationships/image" Target="../media/image5780.png"/><Relationship Id="rId37" Type="http://schemas.openxmlformats.org/officeDocument/2006/relationships/image" Target="../media/image4840.png"/><Relationship Id="rId58" Type="http://schemas.openxmlformats.org/officeDocument/2006/relationships/customXml" Target="../ink/ink2699.xml"/><Relationship Id="rId79" Type="http://schemas.openxmlformats.org/officeDocument/2006/relationships/image" Target="../media/image5050.png"/><Relationship Id="rId102" Type="http://schemas.openxmlformats.org/officeDocument/2006/relationships/customXml" Target="../ink/ink2721.xml"/><Relationship Id="rId123" Type="http://schemas.openxmlformats.org/officeDocument/2006/relationships/image" Target="../media/image5270.png"/><Relationship Id="rId144" Type="http://schemas.openxmlformats.org/officeDocument/2006/relationships/customXml" Target="../ink/ink2742.xml"/><Relationship Id="rId90" Type="http://schemas.openxmlformats.org/officeDocument/2006/relationships/customXml" Target="../ink/ink2715.xml"/><Relationship Id="rId165" Type="http://schemas.openxmlformats.org/officeDocument/2006/relationships/image" Target="../media/image5470.png"/><Relationship Id="rId186" Type="http://schemas.openxmlformats.org/officeDocument/2006/relationships/customXml" Target="../ink/ink2763.xml"/><Relationship Id="rId211" Type="http://schemas.openxmlformats.org/officeDocument/2006/relationships/image" Target="../media/image5630.png"/><Relationship Id="rId232" Type="http://schemas.openxmlformats.org/officeDocument/2006/relationships/image" Target="../media/image5730.png"/><Relationship Id="rId27" Type="http://schemas.openxmlformats.org/officeDocument/2006/relationships/image" Target="../media/image4790.png"/><Relationship Id="rId48" Type="http://schemas.openxmlformats.org/officeDocument/2006/relationships/customXml" Target="../ink/ink2694.xml"/><Relationship Id="rId69" Type="http://schemas.openxmlformats.org/officeDocument/2006/relationships/image" Target="../media/image5000.png"/><Relationship Id="rId113" Type="http://schemas.openxmlformats.org/officeDocument/2006/relationships/image" Target="../media/image5220.png"/><Relationship Id="rId134" Type="http://schemas.openxmlformats.org/officeDocument/2006/relationships/customXml" Target="../ink/ink2737.xml"/><Relationship Id="rId80" Type="http://schemas.openxmlformats.org/officeDocument/2006/relationships/customXml" Target="../ink/ink2710.xml"/><Relationship Id="rId155" Type="http://schemas.openxmlformats.org/officeDocument/2006/relationships/image" Target="../media/image5420.png"/><Relationship Id="rId176" Type="http://schemas.openxmlformats.org/officeDocument/2006/relationships/customXml" Target="../ink/ink2758.xml"/><Relationship Id="rId197" Type="http://schemas.openxmlformats.org/officeDocument/2006/relationships/image" Target="../media/image1610.png"/><Relationship Id="rId201" Type="http://schemas.openxmlformats.org/officeDocument/2006/relationships/image" Target="../media/image1810.png"/><Relationship Id="rId222" Type="http://schemas.openxmlformats.org/officeDocument/2006/relationships/customXml" Target="../ink/ink2781.xml"/><Relationship Id="rId243" Type="http://schemas.openxmlformats.org/officeDocument/2006/relationships/customXml" Target="../ink/ink2792.xml"/><Relationship Id="rId17" Type="http://schemas.openxmlformats.org/officeDocument/2006/relationships/image" Target="../media/image4740.png"/><Relationship Id="rId38" Type="http://schemas.openxmlformats.org/officeDocument/2006/relationships/customXml" Target="../ink/ink2689.xml"/><Relationship Id="rId59" Type="http://schemas.openxmlformats.org/officeDocument/2006/relationships/image" Target="../media/image4950.png"/><Relationship Id="rId103" Type="http://schemas.openxmlformats.org/officeDocument/2006/relationships/image" Target="../media/image5170.png"/><Relationship Id="rId124" Type="http://schemas.openxmlformats.org/officeDocument/2006/relationships/customXml" Target="../ink/ink2732.xml"/><Relationship Id="rId70" Type="http://schemas.openxmlformats.org/officeDocument/2006/relationships/customXml" Target="../ink/ink2705.xml"/><Relationship Id="rId91" Type="http://schemas.openxmlformats.org/officeDocument/2006/relationships/image" Target="../media/image5111.png"/><Relationship Id="rId145" Type="http://schemas.openxmlformats.org/officeDocument/2006/relationships/image" Target="../media/image5370.png"/><Relationship Id="rId166" Type="http://schemas.openxmlformats.org/officeDocument/2006/relationships/customXml" Target="../ink/ink2753.xml"/><Relationship Id="rId187" Type="http://schemas.openxmlformats.org/officeDocument/2006/relationships/image" Target="../media/image1310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776.xml"/><Relationship Id="rId233" Type="http://schemas.openxmlformats.org/officeDocument/2006/relationships/customXml" Target="../ink/ink2787.xml"/><Relationship Id="rId28" Type="http://schemas.openxmlformats.org/officeDocument/2006/relationships/customXml" Target="../ink/ink2684.xml"/><Relationship Id="rId49" Type="http://schemas.openxmlformats.org/officeDocument/2006/relationships/image" Target="../media/image4900.png"/><Relationship Id="rId114" Type="http://schemas.openxmlformats.org/officeDocument/2006/relationships/customXml" Target="../ink/ink2727.xml"/><Relationship Id="rId60" Type="http://schemas.openxmlformats.org/officeDocument/2006/relationships/customXml" Target="../ink/ink2700.xml"/><Relationship Id="rId81" Type="http://schemas.openxmlformats.org/officeDocument/2006/relationships/image" Target="../media/image5060.png"/><Relationship Id="rId135" Type="http://schemas.openxmlformats.org/officeDocument/2006/relationships/image" Target="../media/image5320.png"/><Relationship Id="rId156" Type="http://schemas.openxmlformats.org/officeDocument/2006/relationships/customXml" Target="../ink/ink2748.xml"/><Relationship Id="rId177" Type="http://schemas.openxmlformats.org/officeDocument/2006/relationships/image" Target="../media/image5530.png"/><Relationship Id="rId198" Type="http://schemas.openxmlformats.org/officeDocument/2006/relationships/customXml" Target="../ink/ink2769.xml"/><Relationship Id="rId202" Type="http://schemas.openxmlformats.org/officeDocument/2006/relationships/customXml" Target="../ink/ink2771.xml"/><Relationship Id="rId223" Type="http://schemas.openxmlformats.org/officeDocument/2006/relationships/image" Target="../media/image5690.png"/><Relationship Id="rId244" Type="http://schemas.openxmlformats.org/officeDocument/2006/relationships/image" Target="../media/image5790.png"/><Relationship Id="rId18" Type="http://schemas.openxmlformats.org/officeDocument/2006/relationships/customXml" Target="../ink/ink2679.xml"/><Relationship Id="rId39" Type="http://schemas.openxmlformats.org/officeDocument/2006/relationships/image" Target="../media/image4850.png"/><Relationship Id="rId50" Type="http://schemas.openxmlformats.org/officeDocument/2006/relationships/customXml" Target="../ink/ink2695.xml"/><Relationship Id="rId104" Type="http://schemas.openxmlformats.org/officeDocument/2006/relationships/customXml" Target="../ink/ink2722.xml"/><Relationship Id="rId125" Type="http://schemas.openxmlformats.org/officeDocument/2006/relationships/image" Target="../media/image5280.png"/><Relationship Id="rId146" Type="http://schemas.openxmlformats.org/officeDocument/2006/relationships/customXml" Target="../ink/ink2743.xml"/><Relationship Id="rId167" Type="http://schemas.openxmlformats.org/officeDocument/2006/relationships/image" Target="../media/image5480.png"/><Relationship Id="rId188" Type="http://schemas.openxmlformats.org/officeDocument/2006/relationships/customXml" Target="../ink/ink2764.xml"/><Relationship Id="rId71" Type="http://schemas.openxmlformats.org/officeDocument/2006/relationships/image" Target="../media/image5011.png"/><Relationship Id="rId92" Type="http://schemas.openxmlformats.org/officeDocument/2006/relationships/customXml" Target="../ink/ink2716.xml"/><Relationship Id="rId213" Type="http://schemas.openxmlformats.org/officeDocument/2006/relationships/image" Target="../media/image5640.png"/><Relationship Id="rId234" Type="http://schemas.openxmlformats.org/officeDocument/2006/relationships/image" Target="../media/image5740.png"/><Relationship Id="rId2" Type="http://schemas.openxmlformats.org/officeDocument/2006/relationships/customXml" Target="../ink/ink2671.xml"/><Relationship Id="rId29" Type="http://schemas.openxmlformats.org/officeDocument/2006/relationships/image" Target="../media/image4800.png"/><Relationship Id="rId40" Type="http://schemas.openxmlformats.org/officeDocument/2006/relationships/customXml" Target="../ink/ink2690.xml"/><Relationship Id="rId115" Type="http://schemas.openxmlformats.org/officeDocument/2006/relationships/image" Target="../media/image5230.png"/><Relationship Id="rId136" Type="http://schemas.openxmlformats.org/officeDocument/2006/relationships/customXml" Target="../ink/ink2738.xml"/><Relationship Id="rId157" Type="http://schemas.openxmlformats.org/officeDocument/2006/relationships/image" Target="../media/image5430.png"/><Relationship Id="rId178" Type="http://schemas.openxmlformats.org/officeDocument/2006/relationships/customXml" Target="../ink/ink2759.xml"/><Relationship Id="rId61" Type="http://schemas.openxmlformats.org/officeDocument/2006/relationships/image" Target="../media/image4960.png"/><Relationship Id="rId82" Type="http://schemas.openxmlformats.org/officeDocument/2006/relationships/customXml" Target="../ink/ink2711.xml"/><Relationship Id="rId199" Type="http://schemas.openxmlformats.org/officeDocument/2006/relationships/image" Target="../media/image1710.png"/><Relationship Id="rId203" Type="http://schemas.openxmlformats.org/officeDocument/2006/relationships/image" Target="../media/image1910.png"/><Relationship Id="rId19" Type="http://schemas.openxmlformats.org/officeDocument/2006/relationships/image" Target="../media/image4750.png"/><Relationship Id="rId224" Type="http://schemas.openxmlformats.org/officeDocument/2006/relationships/customXml" Target="../ink/ink2782.xml"/><Relationship Id="rId245" Type="http://schemas.openxmlformats.org/officeDocument/2006/relationships/customXml" Target="../ink/ink2793.xml"/><Relationship Id="rId30" Type="http://schemas.openxmlformats.org/officeDocument/2006/relationships/customXml" Target="../ink/ink2685.xml"/><Relationship Id="rId105" Type="http://schemas.openxmlformats.org/officeDocument/2006/relationships/image" Target="../media/image5180.png"/><Relationship Id="rId126" Type="http://schemas.openxmlformats.org/officeDocument/2006/relationships/customXml" Target="../ink/ink2733.xml"/><Relationship Id="rId147" Type="http://schemas.openxmlformats.org/officeDocument/2006/relationships/image" Target="../media/image5380.png"/><Relationship Id="rId168" Type="http://schemas.openxmlformats.org/officeDocument/2006/relationships/customXml" Target="../ink/ink2754.xml"/><Relationship Id="rId51" Type="http://schemas.openxmlformats.org/officeDocument/2006/relationships/image" Target="../media/image4911.png"/><Relationship Id="rId72" Type="http://schemas.openxmlformats.org/officeDocument/2006/relationships/customXml" Target="../ink/ink2706.xml"/><Relationship Id="rId93" Type="http://schemas.openxmlformats.org/officeDocument/2006/relationships/image" Target="../media/image5120.png"/><Relationship Id="rId189" Type="http://schemas.openxmlformats.org/officeDocument/2006/relationships/image" Target="../media/image5580.png"/><Relationship Id="rId3" Type="http://schemas.openxmlformats.org/officeDocument/2006/relationships/image" Target="../media/image1110.png"/><Relationship Id="rId214" Type="http://schemas.openxmlformats.org/officeDocument/2006/relationships/customXml" Target="../ink/ink2777.xml"/><Relationship Id="rId235" Type="http://schemas.openxmlformats.org/officeDocument/2006/relationships/customXml" Target="../ink/ink2788.xml"/><Relationship Id="rId116" Type="http://schemas.openxmlformats.org/officeDocument/2006/relationships/customXml" Target="../ink/ink2728.xml"/><Relationship Id="rId137" Type="http://schemas.openxmlformats.org/officeDocument/2006/relationships/image" Target="../media/image5330.png"/><Relationship Id="rId158" Type="http://schemas.openxmlformats.org/officeDocument/2006/relationships/customXml" Target="../ink/ink2749.xml"/><Relationship Id="rId20" Type="http://schemas.openxmlformats.org/officeDocument/2006/relationships/customXml" Target="../ink/ink2680.xml"/><Relationship Id="rId41" Type="http://schemas.openxmlformats.org/officeDocument/2006/relationships/image" Target="../media/image4860.png"/><Relationship Id="rId62" Type="http://schemas.openxmlformats.org/officeDocument/2006/relationships/customXml" Target="../ink/ink2701.xml"/><Relationship Id="rId83" Type="http://schemas.openxmlformats.org/officeDocument/2006/relationships/image" Target="../media/image5070.png"/><Relationship Id="rId179" Type="http://schemas.openxmlformats.org/officeDocument/2006/relationships/image" Target="../media/image5540.png"/><Relationship Id="rId190" Type="http://schemas.openxmlformats.org/officeDocument/2006/relationships/customXml" Target="../ink/ink2765.xml"/><Relationship Id="rId204" Type="http://schemas.openxmlformats.org/officeDocument/2006/relationships/customXml" Target="../ink/ink2772.xml"/><Relationship Id="rId225" Type="http://schemas.openxmlformats.org/officeDocument/2006/relationships/image" Target="../media/image5700.png"/><Relationship Id="rId246" Type="http://schemas.openxmlformats.org/officeDocument/2006/relationships/image" Target="../media/image5800.png"/><Relationship Id="rId106" Type="http://schemas.openxmlformats.org/officeDocument/2006/relationships/customXml" Target="../ink/ink2723.xml"/><Relationship Id="rId127" Type="http://schemas.openxmlformats.org/officeDocument/2006/relationships/image" Target="../media/image1210.png"/><Relationship Id="rId10" Type="http://schemas.openxmlformats.org/officeDocument/2006/relationships/customXml" Target="../ink/ink2675.xml"/><Relationship Id="rId31" Type="http://schemas.openxmlformats.org/officeDocument/2006/relationships/image" Target="../media/image4811.png"/><Relationship Id="rId52" Type="http://schemas.openxmlformats.org/officeDocument/2006/relationships/customXml" Target="../ink/ink2696.xml"/><Relationship Id="rId73" Type="http://schemas.openxmlformats.org/officeDocument/2006/relationships/image" Target="../media/image5020.png"/><Relationship Id="rId94" Type="http://schemas.openxmlformats.org/officeDocument/2006/relationships/customXml" Target="../ink/ink2717.xml"/><Relationship Id="rId148" Type="http://schemas.openxmlformats.org/officeDocument/2006/relationships/customXml" Target="../ink/ink2744.xml"/><Relationship Id="rId169" Type="http://schemas.openxmlformats.org/officeDocument/2006/relationships/image" Target="../media/image5490.png"/></Relationships>
</file>

<file path=ppt/slides/_rels/slide3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240.png"/><Relationship Id="rId21" Type="http://schemas.openxmlformats.org/officeDocument/2006/relationships/image" Target="../media/image4760.png"/><Relationship Id="rId42" Type="http://schemas.openxmlformats.org/officeDocument/2006/relationships/customXml" Target="../ink/ink2816.xml"/><Relationship Id="rId63" Type="http://schemas.openxmlformats.org/officeDocument/2006/relationships/image" Target="../media/image4970.png"/><Relationship Id="rId84" Type="http://schemas.openxmlformats.org/officeDocument/2006/relationships/customXml" Target="../ink/ink2837.xml"/><Relationship Id="rId138" Type="http://schemas.openxmlformats.org/officeDocument/2006/relationships/customXml" Target="../ink/ink2864.xml"/><Relationship Id="rId159" Type="http://schemas.openxmlformats.org/officeDocument/2006/relationships/image" Target="../media/image5440.png"/><Relationship Id="rId170" Type="http://schemas.openxmlformats.org/officeDocument/2006/relationships/customXml" Target="../ink/ink2880.xml"/><Relationship Id="rId191" Type="http://schemas.openxmlformats.org/officeDocument/2006/relationships/image" Target="../media/image5590.png"/><Relationship Id="rId205" Type="http://schemas.openxmlformats.org/officeDocument/2006/relationships/image" Target="../media/image5600.png"/><Relationship Id="rId226" Type="http://schemas.openxmlformats.org/officeDocument/2006/relationships/customXml" Target="../ink/ink2908.xml"/><Relationship Id="rId247" Type="http://schemas.openxmlformats.org/officeDocument/2006/relationships/customXml" Target="../ink/ink2919.xml"/><Relationship Id="rId107" Type="http://schemas.openxmlformats.org/officeDocument/2006/relationships/image" Target="../media/image5190.png"/><Relationship Id="rId11" Type="http://schemas.openxmlformats.org/officeDocument/2006/relationships/image" Target="../media/image2410.png"/><Relationship Id="rId32" Type="http://schemas.openxmlformats.org/officeDocument/2006/relationships/customXml" Target="../ink/ink2811.xml"/><Relationship Id="rId53" Type="http://schemas.openxmlformats.org/officeDocument/2006/relationships/image" Target="../media/image4920.png"/><Relationship Id="rId74" Type="http://schemas.openxmlformats.org/officeDocument/2006/relationships/customXml" Target="../ink/ink2832.xml"/><Relationship Id="rId128" Type="http://schemas.openxmlformats.org/officeDocument/2006/relationships/customXml" Target="../ink/ink2859.xml"/><Relationship Id="rId149" Type="http://schemas.openxmlformats.org/officeDocument/2006/relationships/image" Target="../media/image5390.png"/><Relationship Id="rId5" Type="http://schemas.openxmlformats.org/officeDocument/2006/relationships/image" Target="../media/image2110.png"/><Relationship Id="rId95" Type="http://schemas.openxmlformats.org/officeDocument/2006/relationships/image" Target="../media/image5130.png"/><Relationship Id="rId160" Type="http://schemas.openxmlformats.org/officeDocument/2006/relationships/customXml" Target="../ink/ink2875.xml"/><Relationship Id="rId181" Type="http://schemas.openxmlformats.org/officeDocument/2006/relationships/image" Target="../media/image5550.png"/><Relationship Id="rId216" Type="http://schemas.openxmlformats.org/officeDocument/2006/relationships/customXml" Target="../ink/ink2903.xml"/><Relationship Id="rId237" Type="http://schemas.openxmlformats.org/officeDocument/2006/relationships/customXml" Target="../ink/ink2914.xml"/><Relationship Id="rId22" Type="http://schemas.openxmlformats.org/officeDocument/2006/relationships/customXml" Target="../ink/ink2806.xml"/><Relationship Id="rId43" Type="http://schemas.openxmlformats.org/officeDocument/2006/relationships/image" Target="../media/image4870.png"/><Relationship Id="rId64" Type="http://schemas.openxmlformats.org/officeDocument/2006/relationships/customXml" Target="../ink/ink2827.xml"/><Relationship Id="rId118" Type="http://schemas.openxmlformats.org/officeDocument/2006/relationships/customXml" Target="../ink/ink2854.xml"/><Relationship Id="rId139" Type="http://schemas.openxmlformats.org/officeDocument/2006/relationships/image" Target="../media/image5340.png"/><Relationship Id="rId85" Type="http://schemas.openxmlformats.org/officeDocument/2006/relationships/image" Target="../media/image5080.png"/><Relationship Id="rId150" Type="http://schemas.openxmlformats.org/officeDocument/2006/relationships/customXml" Target="../ink/ink2870.xml"/><Relationship Id="rId171" Type="http://schemas.openxmlformats.org/officeDocument/2006/relationships/image" Target="../media/image5500.png"/><Relationship Id="rId192" Type="http://schemas.openxmlformats.org/officeDocument/2006/relationships/customXml" Target="../ink/ink2891.xml"/><Relationship Id="rId206" Type="http://schemas.openxmlformats.org/officeDocument/2006/relationships/customXml" Target="../ink/ink2898.xml"/><Relationship Id="rId227" Type="http://schemas.openxmlformats.org/officeDocument/2006/relationships/customXml" Target="../ink/ink2909.xml"/><Relationship Id="rId248" Type="http://schemas.openxmlformats.org/officeDocument/2006/relationships/image" Target="../media/image5811.png"/><Relationship Id="rId12" Type="http://schemas.openxmlformats.org/officeDocument/2006/relationships/customXml" Target="../ink/ink2801.xml"/><Relationship Id="rId33" Type="http://schemas.openxmlformats.org/officeDocument/2006/relationships/image" Target="../media/image4820.png"/><Relationship Id="rId108" Type="http://schemas.openxmlformats.org/officeDocument/2006/relationships/customXml" Target="../ink/ink2849.xml"/><Relationship Id="rId129" Type="http://schemas.openxmlformats.org/officeDocument/2006/relationships/image" Target="../media/image5290.png"/><Relationship Id="rId54" Type="http://schemas.openxmlformats.org/officeDocument/2006/relationships/customXml" Target="../ink/ink2822.xml"/><Relationship Id="rId75" Type="http://schemas.openxmlformats.org/officeDocument/2006/relationships/image" Target="../media/image5030.png"/><Relationship Id="rId96" Type="http://schemas.openxmlformats.org/officeDocument/2006/relationships/customXml" Target="../ink/ink2843.xml"/><Relationship Id="rId140" Type="http://schemas.openxmlformats.org/officeDocument/2006/relationships/customXml" Target="../ink/ink2865.xml"/><Relationship Id="rId161" Type="http://schemas.openxmlformats.org/officeDocument/2006/relationships/image" Target="../media/image5450.png"/><Relationship Id="rId182" Type="http://schemas.openxmlformats.org/officeDocument/2006/relationships/customXml" Target="../ink/ink2886.xml"/><Relationship Id="rId217" Type="http://schemas.openxmlformats.org/officeDocument/2006/relationships/image" Target="../media/image5660.png"/><Relationship Id="rId6" Type="http://schemas.openxmlformats.org/officeDocument/2006/relationships/customXml" Target="../ink/ink2798.xml"/><Relationship Id="rId238" Type="http://schemas.openxmlformats.org/officeDocument/2006/relationships/image" Target="../media/image5760.png"/><Relationship Id="rId23" Type="http://schemas.openxmlformats.org/officeDocument/2006/relationships/image" Target="../media/image4770.png"/><Relationship Id="rId119" Type="http://schemas.openxmlformats.org/officeDocument/2006/relationships/image" Target="../media/image5250.png"/><Relationship Id="rId44" Type="http://schemas.openxmlformats.org/officeDocument/2006/relationships/customXml" Target="../ink/ink2817.xml"/><Relationship Id="rId65" Type="http://schemas.openxmlformats.org/officeDocument/2006/relationships/image" Target="../media/image4980.png"/><Relationship Id="rId86" Type="http://schemas.openxmlformats.org/officeDocument/2006/relationships/customXml" Target="../ink/ink2838.xml"/><Relationship Id="rId130" Type="http://schemas.openxmlformats.org/officeDocument/2006/relationships/customXml" Target="../ink/ink2860.xml"/><Relationship Id="rId151" Type="http://schemas.openxmlformats.org/officeDocument/2006/relationships/image" Target="../media/image5400.png"/><Relationship Id="rId172" Type="http://schemas.openxmlformats.org/officeDocument/2006/relationships/customXml" Target="../ink/ink2881.xml"/><Relationship Id="rId193" Type="http://schemas.openxmlformats.org/officeDocument/2006/relationships/image" Target="../media/image1410.png"/><Relationship Id="rId207" Type="http://schemas.openxmlformats.org/officeDocument/2006/relationships/image" Target="../media/image5611.png"/><Relationship Id="rId228" Type="http://schemas.openxmlformats.org/officeDocument/2006/relationships/image" Target="../media/image5711.png"/><Relationship Id="rId249" Type="http://schemas.openxmlformats.org/officeDocument/2006/relationships/customXml" Target="../ink/ink2920.xml"/><Relationship Id="rId13" Type="http://schemas.openxmlformats.org/officeDocument/2006/relationships/image" Target="../media/image4720.png"/><Relationship Id="rId109" Type="http://schemas.openxmlformats.org/officeDocument/2006/relationships/image" Target="../media/image5200.png"/><Relationship Id="rId34" Type="http://schemas.openxmlformats.org/officeDocument/2006/relationships/customXml" Target="../ink/ink2812.xml"/><Relationship Id="rId55" Type="http://schemas.openxmlformats.org/officeDocument/2006/relationships/image" Target="../media/image4930.png"/><Relationship Id="rId76" Type="http://schemas.openxmlformats.org/officeDocument/2006/relationships/customXml" Target="../ink/ink2833.xml"/><Relationship Id="rId97" Type="http://schemas.openxmlformats.org/officeDocument/2006/relationships/image" Target="../media/image5140.png"/><Relationship Id="rId120" Type="http://schemas.openxmlformats.org/officeDocument/2006/relationships/customXml" Target="../ink/ink2855.xml"/><Relationship Id="rId141" Type="http://schemas.openxmlformats.org/officeDocument/2006/relationships/image" Target="../media/image5350.png"/><Relationship Id="rId7" Type="http://schemas.openxmlformats.org/officeDocument/2006/relationships/image" Target="../media/image2210.png"/><Relationship Id="rId162" Type="http://schemas.openxmlformats.org/officeDocument/2006/relationships/customXml" Target="../ink/ink2876.xml"/><Relationship Id="rId183" Type="http://schemas.openxmlformats.org/officeDocument/2006/relationships/image" Target="../media/image5560.png"/><Relationship Id="rId218" Type="http://schemas.openxmlformats.org/officeDocument/2006/relationships/customXml" Target="../ink/ink2904.xml"/><Relationship Id="rId239" Type="http://schemas.openxmlformats.org/officeDocument/2006/relationships/customXml" Target="../ink/ink2915.xml"/><Relationship Id="rId250" Type="http://schemas.openxmlformats.org/officeDocument/2006/relationships/image" Target="../media/image5820.png"/><Relationship Id="rId24" Type="http://schemas.openxmlformats.org/officeDocument/2006/relationships/customXml" Target="../ink/ink2807.xml"/><Relationship Id="rId45" Type="http://schemas.openxmlformats.org/officeDocument/2006/relationships/image" Target="../media/image4880.png"/><Relationship Id="rId66" Type="http://schemas.openxmlformats.org/officeDocument/2006/relationships/customXml" Target="../ink/ink2828.xml"/><Relationship Id="rId87" Type="http://schemas.openxmlformats.org/officeDocument/2006/relationships/image" Target="../media/image5090.png"/><Relationship Id="rId110" Type="http://schemas.openxmlformats.org/officeDocument/2006/relationships/customXml" Target="../ink/ink2850.xml"/><Relationship Id="rId131" Type="http://schemas.openxmlformats.org/officeDocument/2006/relationships/image" Target="../media/image5300.png"/><Relationship Id="rId152" Type="http://schemas.openxmlformats.org/officeDocument/2006/relationships/customXml" Target="../ink/ink2871.xml"/><Relationship Id="rId173" Type="http://schemas.openxmlformats.org/officeDocument/2006/relationships/image" Target="../media/image5511.png"/><Relationship Id="rId194" Type="http://schemas.openxmlformats.org/officeDocument/2006/relationships/customXml" Target="../ink/ink2892.xml"/><Relationship Id="rId208" Type="http://schemas.openxmlformats.org/officeDocument/2006/relationships/customXml" Target="../ink/ink2899.xml"/><Relationship Id="rId229" Type="http://schemas.openxmlformats.org/officeDocument/2006/relationships/customXml" Target="../ink/ink2910.xml"/><Relationship Id="rId240" Type="http://schemas.openxmlformats.org/officeDocument/2006/relationships/image" Target="../media/image5770.png"/><Relationship Id="rId14" Type="http://schemas.openxmlformats.org/officeDocument/2006/relationships/customXml" Target="../ink/ink2802.xml"/><Relationship Id="rId35" Type="http://schemas.openxmlformats.org/officeDocument/2006/relationships/image" Target="../media/image4830.png"/><Relationship Id="rId56" Type="http://schemas.openxmlformats.org/officeDocument/2006/relationships/customXml" Target="../ink/ink2823.xml"/><Relationship Id="rId77" Type="http://schemas.openxmlformats.org/officeDocument/2006/relationships/image" Target="../media/image5040.png"/><Relationship Id="rId100" Type="http://schemas.openxmlformats.org/officeDocument/2006/relationships/customXml" Target="../ink/ink2845.xml"/><Relationship Id="rId8" Type="http://schemas.openxmlformats.org/officeDocument/2006/relationships/customXml" Target="../ink/ink2799.xml"/><Relationship Id="rId98" Type="http://schemas.openxmlformats.org/officeDocument/2006/relationships/customXml" Target="../ink/ink2844.xml"/><Relationship Id="rId121" Type="http://schemas.openxmlformats.org/officeDocument/2006/relationships/image" Target="../media/image5260.png"/><Relationship Id="rId142" Type="http://schemas.openxmlformats.org/officeDocument/2006/relationships/customXml" Target="../ink/ink2866.xml"/><Relationship Id="rId163" Type="http://schemas.openxmlformats.org/officeDocument/2006/relationships/image" Target="../media/image5460.png"/><Relationship Id="rId184" Type="http://schemas.openxmlformats.org/officeDocument/2006/relationships/customXml" Target="../ink/ink2887.xml"/><Relationship Id="rId219" Type="http://schemas.openxmlformats.org/officeDocument/2006/relationships/image" Target="../media/image5670.png"/><Relationship Id="rId230" Type="http://schemas.openxmlformats.org/officeDocument/2006/relationships/image" Target="../media/image5720.png"/><Relationship Id="rId251" Type="http://schemas.openxmlformats.org/officeDocument/2006/relationships/image" Target="../media/image1109.png"/><Relationship Id="rId25" Type="http://schemas.openxmlformats.org/officeDocument/2006/relationships/image" Target="../media/image4780.png"/><Relationship Id="rId46" Type="http://schemas.openxmlformats.org/officeDocument/2006/relationships/customXml" Target="../ink/ink2818.xml"/><Relationship Id="rId67" Type="http://schemas.openxmlformats.org/officeDocument/2006/relationships/image" Target="../media/image4990.png"/><Relationship Id="rId88" Type="http://schemas.openxmlformats.org/officeDocument/2006/relationships/customXml" Target="../ink/ink2839.xml"/><Relationship Id="rId111" Type="http://schemas.openxmlformats.org/officeDocument/2006/relationships/image" Target="../media/image5211.png"/><Relationship Id="rId132" Type="http://schemas.openxmlformats.org/officeDocument/2006/relationships/customXml" Target="../ink/ink2861.xml"/><Relationship Id="rId153" Type="http://schemas.openxmlformats.org/officeDocument/2006/relationships/image" Target="../media/image5411.png"/><Relationship Id="rId174" Type="http://schemas.openxmlformats.org/officeDocument/2006/relationships/customXml" Target="../ink/ink2882.xml"/><Relationship Id="rId195" Type="http://schemas.openxmlformats.org/officeDocument/2006/relationships/image" Target="../media/image1510.png"/><Relationship Id="rId209" Type="http://schemas.openxmlformats.org/officeDocument/2006/relationships/image" Target="../media/image5620.png"/><Relationship Id="rId220" Type="http://schemas.openxmlformats.org/officeDocument/2006/relationships/customXml" Target="../ink/ink2905.xml"/><Relationship Id="rId241" Type="http://schemas.openxmlformats.org/officeDocument/2006/relationships/customXml" Target="../ink/ink2916.xml"/><Relationship Id="rId15" Type="http://schemas.openxmlformats.org/officeDocument/2006/relationships/image" Target="../media/image4730.png"/><Relationship Id="rId36" Type="http://schemas.openxmlformats.org/officeDocument/2006/relationships/customXml" Target="../ink/ink2813.xml"/><Relationship Id="rId57" Type="http://schemas.openxmlformats.org/officeDocument/2006/relationships/image" Target="../media/image4940.png"/><Relationship Id="rId78" Type="http://schemas.openxmlformats.org/officeDocument/2006/relationships/customXml" Target="../ink/ink2834.xml"/><Relationship Id="rId99" Type="http://schemas.openxmlformats.org/officeDocument/2006/relationships/image" Target="../media/image5150.png"/><Relationship Id="rId101" Type="http://schemas.openxmlformats.org/officeDocument/2006/relationships/image" Target="../media/image5160.png"/><Relationship Id="rId122" Type="http://schemas.openxmlformats.org/officeDocument/2006/relationships/customXml" Target="../ink/ink2856.xml"/><Relationship Id="rId143" Type="http://schemas.openxmlformats.org/officeDocument/2006/relationships/image" Target="../media/image5360.png"/><Relationship Id="rId164" Type="http://schemas.openxmlformats.org/officeDocument/2006/relationships/customXml" Target="../ink/ink2877.xml"/><Relationship Id="rId185" Type="http://schemas.openxmlformats.org/officeDocument/2006/relationships/image" Target="../media/image5570.png"/><Relationship Id="rId4" Type="http://schemas.openxmlformats.org/officeDocument/2006/relationships/customXml" Target="../ink/ink2797.xml"/><Relationship Id="rId9" Type="http://schemas.openxmlformats.org/officeDocument/2006/relationships/image" Target="../media/image2310.png"/><Relationship Id="rId180" Type="http://schemas.openxmlformats.org/officeDocument/2006/relationships/customXml" Target="../ink/ink2885.xml"/><Relationship Id="rId210" Type="http://schemas.openxmlformats.org/officeDocument/2006/relationships/customXml" Target="../ink/ink2900.xml"/><Relationship Id="rId215" Type="http://schemas.openxmlformats.org/officeDocument/2006/relationships/image" Target="../media/image5650.png"/><Relationship Id="rId236" Type="http://schemas.openxmlformats.org/officeDocument/2006/relationships/image" Target="../media/image5750.png"/><Relationship Id="rId26" Type="http://schemas.openxmlformats.org/officeDocument/2006/relationships/customXml" Target="../ink/ink2808.xml"/><Relationship Id="rId231" Type="http://schemas.openxmlformats.org/officeDocument/2006/relationships/customXml" Target="../ink/ink2911.xml"/><Relationship Id="rId47" Type="http://schemas.openxmlformats.org/officeDocument/2006/relationships/image" Target="../media/image4890.png"/><Relationship Id="rId68" Type="http://schemas.openxmlformats.org/officeDocument/2006/relationships/customXml" Target="../ink/ink2829.xml"/><Relationship Id="rId89" Type="http://schemas.openxmlformats.org/officeDocument/2006/relationships/image" Target="../media/image5100.png"/><Relationship Id="rId112" Type="http://schemas.openxmlformats.org/officeDocument/2006/relationships/customXml" Target="../ink/ink2851.xml"/><Relationship Id="rId133" Type="http://schemas.openxmlformats.org/officeDocument/2006/relationships/image" Target="../media/image5311.png"/><Relationship Id="rId154" Type="http://schemas.openxmlformats.org/officeDocument/2006/relationships/customXml" Target="../ink/ink2872.xml"/><Relationship Id="rId175" Type="http://schemas.openxmlformats.org/officeDocument/2006/relationships/image" Target="../media/image5520.png"/><Relationship Id="rId196" Type="http://schemas.openxmlformats.org/officeDocument/2006/relationships/customXml" Target="../ink/ink2893.xml"/><Relationship Id="rId200" Type="http://schemas.openxmlformats.org/officeDocument/2006/relationships/customXml" Target="../ink/ink2895.xml"/><Relationship Id="rId16" Type="http://schemas.openxmlformats.org/officeDocument/2006/relationships/customXml" Target="../ink/ink2803.xml"/><Relationship Id="rId221" Type="http://schemas.openxmlformats.org/officeDocument/2006/relationships/image" Target="../media/image5680.png"/><Relationship Id="rId242" Type="http://schemas.openxmlformats.org/officeDocument/2006/relationships/image" Target="../media/image5780.png"/><Relationship Id="rId37" Type="http://schemas.openxmlformats.org/officeDocument/2006/relationships/image" Target="../media/image4840.png"/><Relationship Id="rId58" Type="http://schemas.openxmlformats.org/officeDocument/2006/relationships/customXml" Target="../ink/ink2824.xml"/><Relationship Id="rId79" Type="http://schemas.openxmlformats.org/officeDocument/2006/relationships/image" Target="../media/image5050.png"/><Relationship Id="rId102" Type="http://schemas.openxmlformats.org/officeDocument/2006/relationships/customXml" Target="../ink/ink2846.xml"/><Relationship Id="rId123" Type="http://schemas.openxmlformats.org/officeDocument/2006/relationships/image" Target="../media/image5270.png"/><Relationship Id="rId144" Type="http://schemas.openxmlformats.org/officeDocument/2006/relationships/customXml" Target="../ink/ink2867.xml"/><Relationship Id="rId90" Type="http://schemas.openxmlformats.org/officeDocument/2006/relationships/customXml" Target="../ink/ink2840.xml"/><Relationship Id="rId165" Type="http://schemas.openxmlformats.org/officeDocument/2006/relationships/image" Target="../media/image5470.png"/><Relationship Id="rId186" Type="http://schemas.openxmlformats.org/officeDocument/2006/relationships/customXml" Target="../ink/ink2888.xml"/><Relationship Id="rId211" Type="http://schemas.openxmlformats.org/officeDocument/2006/relationships/image" Target="../media/image5630.png"/><Relationship Id="rId232" Type="http://schemas.openxmlformats.org/officeDocument/2006/relationships/image" Target="../media/image5730.png"/><Relationship Id="rId27" Type="http://schemas.openxmlformats.org/officeDocument/2006/relationships/image" Target="../media/image4790.png"/><Relationship Id="rId48" Type="http://schemas.openxmlformats.org/officeDocument/2006/relationships/customXml" Target="../ink/ink2819.xml"/><Relationship Id="rId69" Type="http://schemas.openxmlformats.org/officeDocument/2006/relationships/image" Target="../media/image5000.png"/><Relationship Id="rId113" Type="http://schemas.openxmlformats.org/officeDocument/2006/relationships/image" Target="../media/image5220.png"/><Relationship Id="rId134" Type="http://schemas.openxmlformats.org/officeDocument/2006/relationships/customXml" Target="../ink/ink2862.xml"/><Relationship Id="rId80" Type="http://schemas.openxmlformats.org/officeDocument/2006/relationships/customXml" Target="../ink/ink2835.xml"/><Relationship Id="rId155" Type="http://schemas.openxmlformats.org/officeDocument/2006/relationships/image" Target="../media/image5420.png"/><Relationship Id="rId176" Type="http://schemas.openxmlformats.org/officeDocument/2006/relationships/customXml" Target="../ink/ink2883.xml"/><Relationship Id="rId197" Type="http://schemas.openxmlformats.org/officeDocument/2006/relationships/image" Target="../media/image1610.png"/><Relationship Id="rId201" Type="http://schemas.openxmlformats.org/officeDocument/2006/relationships/image" Target="../media/image1810.png"/><Relationship Id="rId222" Type="http://schemas.openxmlformats.org/officeDocument/2006/relationships/customXml" Target="../ink/ink2906.xml"/><Relationship Id="rId243" Type="http://schemas.openxmlformats.org/officeDocument/2006/relationships/customXml" Target="../ink/ink2917.xml"/><Relationship Id="rId17" Type="http://schemas.openxmlformats.org/officeDocument/2006/relationships/image" Target="../media/image4740.png"/><Relationship Id="rId38" Type="http://schemas.openxmlformats.org/officeDocument/2006/relationships/customXml" Target="../ink/ink2814.xml"/><Relationship Id="rId59" Type="http://schemas.openxmlformats.org/officeDocument/2006/relationships/image" Target="../media/image4950.png"/><Relationship Id="rId103" Type="http://schemas.openxmlformats.org/officeDocument/2006/relationships/image" Target="../media/image5170.png"/><Relationship Id="rId124" Type="http://schemas.openxmlformats.org/officeDocument/2006/relationships/customXml" Target="../ink/ink2857.xml"/><Relationship Id="rId70" Type="http://schemas.openxmlformats.org/officeDocument/2006/relationships/customXml" Target="../ink/ink2830.xml"/><Relationship Id="rId91" Type="http://schemas.openxmlformats.org/officeDocument/2006/relationships/image" Target="../media/image5111.png"/><Relationship Id="rId145" Type="http://schemas.openxmlformats.org/officeDocument/2006/relationships/image" Target="../media/image5370.png"/><Relationship Id="rId166" Type="http://schemas.openxmlformats.org/officeDocument/2006/relationships/customXml" Target="../ink/ink2878.xml"/><Relationship Id="rId187" Type="http://schemas.openxmlformats.org/officeDocument/2006/relationships/image" Target="../media/image1310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901.xml"/><Relationship Id="rId233" Type="http://schemas.openxmlformats.org/officeDocument/2006/relationships/customXml" Target="../ink/ink2912.xml"/><Relationship Id="rId28" Type="http://schemas.openxmlformats.org/officeDocument/2006/relationships/customXml" Target="../ink/ink2809.xml"/><Relationship Id="rId49" Type="http://schemas.openxmlformats.org/officeDocument/2006/relationships/image" Target="../media/image4900.png"/><Relationship Id="rId114" Type="http://schemas.openxmlformats.org/officeDocument/2006/relationships/customXml" Target="../ink/ink2852.xml"/><Relationship Id="rId60" Type="http://schemas.openxmlformats.org/officeDocument/2006/relationships/customXml" Target="../ink/ink2825.xml"/><Relationship Id="rId81" Type="http://schemas.openxmlformats.org/officeDocument/2006/relationships/image" Target="../media/image5060.png"/><Relationship Id="rId135" Type="http://schemas.openxmlformats.org/officeDocument/2006/relationships/image" Target="../media/image5320.png"/><Relationship Id="rId156" Type="http://schemas.openxmlformats.org/officeDocument/2006/relationships/customXml" Target="../ink/ink2873.xml"/><Relationship Id="rId177" Type="http://schemas.openxmlformats.org/officeDocument/2006/relationships/image" Target="../media/image5530.png"/><Relationship Id="rId198" Type="http://schemas.openxmlformats.org/officeDocument/2006/relationships/customXml" Target="../ink/ink2894.xml"/><Relationship Id="rId202" Type="http://schemas.openxmlformats.org/officeDocument/2006/relationships/customXml" Target="../ink/ink2896.xml"/><Relationship Id="rId223" Type="http://schemas.openxmlformats.org/officeDocument/2006/relationships/image" Target="../media/image5690.png"/><Relationship Id="rId244" Type="http://schemas.openxmlformats.org/officeDocument/2006/relationships/image" Target="../media/image5790.png"/><Relationship Id="rId18" Type="http://schemas.openxmlformats.org/officeDocument/2006/relationships/customXml" Target="../ink/ink2804.xml"/><Relationship Id="rId39" Type="http://schemas.openxmlformats.org/officeDocument/2006/relationships/image" Target="../media/image4850.png"/><Relationship Id="rId50" Type="http://schemas.openxmlformats.org/officeDocument/2006/relationships/customXml" Target="../ink/ink2820.xml"/><Relationship Id="rId104" Type="http://schemas.openxmlformats.org/officeDocument/2006/relationships/customXml" Target="../ink/ink2847.xml"/><Relationship Id="rId125" Type="http://schemas.openxmlformats.org/officeDocument/2006/relationships/image" Target="../media/image5280.png"/><Relationship Id="rId146" Type="http://schemas.openxmlformats.org/officeDocument/2006/relationships/customXml" Target="../ink/ink2868.xml"/><Relationship Id="rId167" Type="http://schemas.openxmlformats.org/officeDocument/2006/relationships/image" Target="../media/image5480.png"/><Relationship Id="rId188" Type="http://schemas.openxmlformats.org/officeDocument/2006/relationships/customXml" Target="../ink/ink2889.xml"/><Relationship Id="rId71" Type="http://schemas.openxmlformats.org/officeDocument/2006/relationships/image" Target="../media/image5011.png"/><Relationship Id="rId92" Type="http://schemas.openxmlformats.org/officeDocument/2006/relationships/customXml" Target="../ink/ink2841.xml"/><Relationship Id="rId213" Type="http://schemas.openxmlformats.org/officeDocument/2006/relationships/image" Target="../media/image5640.png"/><Relationship Id="rId234" Type="http://schemas.openxmlformats.org/officeDocument/2006/relationships/image" Target="../media/image5740.png"/><Relationship Id="rId2" Type="http://schemas.openxmlformats.org/officeDocument/2006/relationships/customXml" Target="../ink/ink2796.xml"/><Relationship Id="rId29" Type="http://schemas.openxmlformats.org/officeDocument/2006/relationships/image" Target="../media/image4800.png"/><Relationship Id="rId40" Type="http://schemas.openxmlformats.org/officeDocument/2006/relationships/customXml" Target="../ink/ink2815.xml"/><Relationship Id="rId115" Type="http://schemas.openxmlformats.org/officeDocument/2006/relationships/image" Target="../media/image5230.png"/><Relationship Id="rId136" Type="http://schemas.openxmlformats.org/officeDocument/2006/relationships/customXml" Target="../ink/ink2863.xml"/><Relationship Id="rId157" Type="http://schemas.openxmlformats.org/officeDocument/2006/relationships/image" Target="../media/image5430.png"/><Relationship Id="rId178" Type="http://schemas.openxmlformats.org/officeDocument/2006/relationships/customXml" Target="../ink/ink2884.xml"/><Relationship Id="rId61" Type="http://schemas.openxmlformats.org/officeDocument/2006/relationships/image" Target="../media/image4960.png"/><Relationship Id="rId82" Type="http://schemas.openxmlformats.org/officeDocument/2006/relationships/customXml" Target="../ink/ink2836.xml"/><Relationship Id="rId199" Type="http://schemas.openxmlformats.org/officeDocument/2006/relationships/image" Target="../media/image1710.png"/><Relationship Id="rId203" Type="http://schemas.openxmlformats.org/officeDocument/2006/relationships/image" Target="../media/image1910.png"/><Relationship Id="rId19" Type="http://schemas.openxmlformats.org/officeDocument/2006/relationships/image" Target="../media/image4750.png"/><Relationship Id="rId224" Type="http://schemas.openxmlformats.org/officeDocument/2006/relationships/customXml" Target="../ink/ink2907.xml"/><Relationship Id="rId245" Type="http://schemas.openxmlformats.org/officeDocument/2006/relationships/customXml" Target="../ink/ink2918.xml"/><Relationship Id="rId30" Type="http://schemas.openxmlformats.org/officeDocument/2006/relationships/customXml" Target="../ink/ink2810.xml"/><Relationship Id="rId105" Type="http://schemas.openxmlformats.org/officeDocument/2006/relationships/image" Target="../media/image5180.png"/><Relationship Id="rId126" Type="http://schemas.openxmlformats.org/officeDocument/2006/relationships/customXml" Target="../ink/ink2858.xml"/><Relationship Id="rId147" Type="http://schemas.openxmlformats.org/officeDocument/2006/relationships/image" Target="../media/image5380.png"/><Relationship Id="rId168" Type="http://schemas.openxmlformats.org/officeDocument/2006/relationships/customXml" Target="../ink/ink2879.xml"/><Relationship Id="rId51" Type="http://schemas.openxmlformats.org/officeDocument/2006/relationships/image" Target="../media/image4911.png"/><Relationship Id="rId72" Type="http://schemas.openxmlformats.org/officeDocument/2006/relationships/customXml" Target="../ink/ink2831.xml"/><Relationship Id="rId93" Type="http://schemas.openxmlformats.org/officeDocument/2006/relationships/image" Target="../media/image5120.png"/><Relationship Id="rId189" Type="http://schemas.openxmlformats.org/officeDocument/2006/relationships/image" Target="../media/image5580.png"/><Relationship Id="rId3" Type="http://schemas.openxmlformats.org/officeDocument/2006/relationships/image" Target="../media/image1110.png"/><Relationship Id="rId214" Type="http://schemas.openxmlformats.org/officeDocument/2006/relationships/customXml" Target="../ink/ink2902.xml"/><Relationship Id="rId235" Type="http://schemas.openxmlformats.org/officeDocument/2006/relationships/customXml" Target="../ink/ink2913.xml"/><Relationship Id="rId116" Type="http://schemas.openxmlformats.org/officeDocument/2006/relationships/customXml" Target="../ink/ink2853.xml"/><Relationship Id="rId137" Type="http://schemas.openxmlformats.org/officeDocument/2006/relationships/image" Target="../media/image5330.png"/><Relationship Id="rId158" Type="http://schemas.openxmlformats.org/officeDocument/2006/relationships/customXml" Target="../ink/ink2874.xml"/><Relationship Id="rId20" Type="http://schemas.openxmlformats.org/officeDocument/2006/relationships/customXml" Target="../ink/ink2805.xml"/><Relationship Id="rId41" Type="http://schemas.openxmlformats.org/officeDocument/2006/relationships/image" Target="../media/image4860.png"/><Relationship Id="rId62" Type="http://schemas.openxmlformats.org/officeDocument/2006/relationships/customXml" Target="../ink/ink2826.xml"/><Relationship Id="rId83" Type="http://schemas.openxmlformats.org/officeDocument/2006/relationships/image" Target="../media/image5070.png"/><Relationship Id="rId179" Type="http://schemas.openxmlformats.org/officeDocument/2006/relationships/image" Target="../media/image5540.png"/><Relationship Id="rId190" Type="http://schemas.openxmlformats.org/officeDocument/2006/relationships/customXml" Target="../ink/ink2890.xml"/><Relationship Id="rId204" Type="http://schemas.openxmlformats.org/officeDocument/2006/relationships/customXml" Target="../ink/ink2897.xml"/><Relationship Id="rId225" Type="http://schemas.openxmlformats.org/officeDocument/2006/relationships/image" Target="../media/image5700.png"/><Relationship Id="rId246" Type="http://schemas.openxmlformats.org/officeDocument/2006/relationships/image" Target="../media/image5800.png"/><Relationship Id="rId106" Type="http://schemas.openxmlformats.org/officeDocument/2006/relationships/customXml" Target="../ink/ink2848.xml"/><Relationship Id="rId127" Type="http://schemas.openxmlformats.org/officeDocument/2006/relationships/image" Target="../media/image1210.png"/><Relationship Id="rId10" Type="http://schemas.openxmlformats.org/officeDocument/2006/relationships/customXml" Target="../ink/ink2800.xml"/><Relationship Id="rId31" Type="http://schemas.openxmlformats.org/officeDocument/2006/relationships/image" Target="../media/image4811.png"/><Relationship Id="rId52" Type="http://schemas.openxmlformats.org/officeDocument/2006/relationships/customXml" Target="../ink/ink2821.xml"/><Relationship Id="rId73" Type="http://schemas.openxmlformats.org/officeDocument/2006/relationships/image" Target="../media/image5020.png"/><Relationship Id="rId94" Type="http://schemas.openxmlformats.org/officeDocument/2006/relationships/customXml" Target="../ink/ink2842.xml"/><Relationship Id="rId148" Type="http://schemas.openxmlformats.org/officeDocument/2006/relationships/customXml" Target="../ink/ink2869.xml"/><Relationship Id="rId169" Type="http://schemas.openxmlformats.org/officeDocument/2006/relationships/image" Target="../media/image5490.png"/></Relationships>
</file>

<file path=ppt/slides/_rels/slide3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80.png"/><Relationship Id="rId21" Type="http://schemas.openxmlformats.org/officeDocument/2006/relationships/image" Target="../media/image7710.png"/><Relationship Id="rId42" Type="http://schemas.openxmlformats.org/officeDocument/2006/relationships/customXml" Target="../ink/ink2941.xml"/><Relationship Id="rId63" Type="http://schemas.openxmlformats.org/officeDocument/2006/relationships/image" Target="../media/image9710.png"/><Relationship Id="rId84" Type="http://schemas.openxmlformats.org/officeDocument/2006/relationships/customXml" Target="../ink/ink2962.xml"/><Relationship Id="rId138" Type="http://schemas.openxmlformats.org/officeDocument/2006/relationships/customXml" Target="../ink/ink2989.xml"/><Relationship Id="rId159" Type="http://schemas.openxmlformats.org/officeDocument/2006/relationships/image" Target="../media/image1880.png"/><Relationship Id="rId170" Type="http://schemas.openxmlformats.org/officeDocument/2006/relationships/customXml" Target="../ink/ink3005.xml"/><Relationship Id="rId191" Type="http://schemas.openxmlformats.org/officeDocument/2006/relationships/image" Target="../media/image2370.png"/><Relationship Id="rId205" Type="http://schemas.openxmlformats.org/officeDocument/2006/relationships/image" Target="../media/image2440.png"/><Relationship Id="rId226" Type="http://schemas.openxmlformats.org/officeDocument/2006/relationships/customXml" Target="../ink/ink3033.xml"/><Relationship Id="rId247" Type="http://schemas.openxmlformats.org/officeDocument/2006/relationships/customXml" Target="../ink/ink3044.xml"/><Relationship Id="rId107" Type="http://schemas.openxmlformats.org/officeDocument/2006/relationships/image" Target="../media/image1630.png"/><Relationship Id="rId11" Type="http://schemas.openxmlformats.org/officeDocument/2006/relationships/image" Target="../media/image7210.png"/><Relationship Id="rId32" Type="http://schemas.openxmlformats.org/officeDocument/2006/relationships/customXml" Target="../ink/ink2936.xml"/><Relationship Id="rId53" Type="http://schemas.openxmlformats.org/officeDocument/2006/relationships/image" Target="../media/image9310.png"/><Relationship Id="rId74" Type="http://schemas.openxmlformats.org/officeDocument/2006/relationships/customXml" Target="../ink/ink2957.xml"/><Relationship Id="rId128" Type="http://schemas.openxmlformats.org/officeDocument/2006/relationships/customXml" Target="../ink/ink2984.xml"/><Relationship Id="rId149" Type="http://schemas.openxmlformats.org/officeDocument/2006/relationships/image" Target="../media/image1830.png"/><Relationship Id="rId5" Type="http://schemas.openxmlformats.org/officeDocument/2006/relationships/image" Target="../media/image7010.png"/><Relationship Id="rId95" Type="http://schemas.openxmlformats.org/officeDocument/2006/relationships/image" Target="../media/image1570.png"/><Relationship Id="rId160" Type="http://schemas.openxmlformats.org/officeDocument/2006/relationships/customXml" Target="../ink/ink3000.xml"/><Relationship Id="rId181" Type="http://schemas.openxmlformats.org/officeDocument/2006/relationships/image" Target="../media/image1990.png"/><Relationship Id="rId216" Type="http://schemas.openxmlformats.org/officeDocument/2006/relationships/customXml" Target="../ink/ink3028.xml"/><Relationship Id="rId237" Type="http://schemas.openxmlformats.org/officeDocument/2006/relationships/customXml" Target="../ink/ink3039.xml"/><Relationship Id="rId22" Type="http://schemas.openxmlformats.org/officeDocument/2006/relationships/customXml" Target="../ink/ink2931.xml"/><Relationship Id="rId43" Type="http://schemas.openxmlformats.org/officeDocument/2006/relationships/image" Target="../media/image8810.png"/><Relationship Id="rId64" Type="http://schemas.openxmlformats.org/officeDocument/2006/relationships/customXml" Target="../ink/ink2952.xml"/><Relationship Id="rId118" Type="http://schemas.openxmlformats.org/officeDocument/2006/relationships/customXml" Target="../ink/ink2979.xml"/><Relationship Id="rId139" Type="http://schemas.openxmlformats.org/officeDocument/2006/relationships/image" Target="../media/image1780.png"/><Relationship Id="rId85" Type="http://schemas.openxmlformats.org/officeDocument/2006/relationships/image" Target="../media/image10710.png"/><Relationship Id="rId150" Type="http://schemas.openxmlformats.org/officeDocument/2006/relationships/customXml" Target="../ink/ink2995.xml"/><Relationship Id="rId171" Type="http://schemas.openxmlformats.org/officeDocument/2006/relationships/image" Target="../media/image1940.png"/><Relationship Id="rId192" Type="http://schemas.openxmlformats.org/officeDocument/2006/relationships/customXml" Target="../ink/ink3016.xml"/><Relationship Id="rId206" Type="http://schemas.openxmlformats.org/officeDocument/2006/relationships/customXml" Target="../ink/ink3023.xml"/><Relationship Id="rId227" Type="http://schemas.openxmlformats.org/officeDocument/2006/relationships/customXml" Target="../ink/ink3034.xml"/><Relationship Id="rId248" Type="http://schemas.openxmlformats.org/officeDocument/2006/relationships/image" Target="../media/image2650.png"/><Relationship Id="rId12" Type="http://schemas.openxmlformats.org/officeDocument/2006/relationships/customXml" Target="../ink/ink2926.xml"/><Relationship Id="rId33" Type="http://schemas.openxmlformats.org/officeDocument/2006/relationships/image" Target="../media/image8310.png"/><Relationship Id="rId108" Type="http://schemas.openxmlformats.org/officeDocument/2006/relationships/customXml" Target="../ink/ink2974.xml"/><Relationship Id="rId129" Type="http://schemas.openxmlformats.org/officeDocument/2006/relationships/image" Target="../media/image1290.png"/><Relationship Id="rId54" Type="http://schemas.openxmlformats.org/officeDocument/2006/relationships/customXml" Target="../ink/ink2947.xml"/><Relationship Id="rId75" Type="http://schemas.openxmlformats.org/officeDocument/2006/relationships/image" Target="../media/image10211.png"/><Relationship Id="rId96" Type="http://schemas.openxmlformats.org/officeDocument/2006/relationships/customXml" Target="../ink/ink2968.xml"/><Relationship Id="rId140" Type="http://schemas.openxmlformats.org/officeDocument/2006/relationships/customXml" Target="../ink/ink2990.xml"/><Relationship Id="rId161" Type="http://schemas.openxmlformats.org/officeDocument/2006/relationships/image" Target="../media/image1890.png"/><Relationship Id="rId182" Type="http://schemas.openxmlformats.org/officeDocument/2006/relationships/customXml" Target="../ink/ink3011.xml"/><Relationship Id="rId217" Type="http://schemas.openxmlformats.org/officeDocument/2006/relationships/image" Target="../media/image2500.png"/><Relationship Id="rId6" Type="http://schemas.openxmlformats.org/officeDocument/2006/relationships/customXml" Target="../ink/ink2923.xml"/><Relationship Id="rId238" Type="http://schemas.openxmlformats.org/officeDocument/2006/relationships/image" Target="../media/image2600.png"/><Relationship Id="rId23" Type="http://schemas.openxmlformats.org/officeDocument/2006/relationships/image" Target="../media/image7810.png"/><Relationship Id="rId119" Type="http://schemas.openxmlformats.org/officeDocument/2006/relationships/image" Target="../media/image1690.png"/><Relationship Id="rId44" Type="http://schemas.openxmlformats.org/officeDocument/2006/relationships/customXml" Target="../ink/ink2942.xml"/><Relationship Id="rId65" Type="http://schemas.openxmlformats.org/officeDocument/2006/relationships/image" Target="../media/image9810.png"/><Relationship Id="rId86" Type="http://schemas.openxmlformats.org/officeDocument/2006/relationships/customXml" Target="../ink/ink2963.xml"/><Relationship Id="rId130" Type="http://schemas.openxmlformats.org/officeDocument/2006/relationships/customXml" Target="../ink/ink2985.xml"/><Relationship Id="rId151" Type="http://schemas.openxmlformats.org/officeDocument/2006/relationships/image" Target="../media/image1840.png"/><Relationship Id="rId172" Type="http://schemas.openxmlformats.org/officeDocument/2006/relationships/customXml" Target="../ink/ink3006.xml"/><Relationship Id="rId193" Type="http://schemas.openxmlformats.org/officeDocument/2006/relationships/image" Target="../media/image2380.png"/><Relationship Id="rId207" Type="http://schemas.openxmlformats.org/officeDocument/2006/relationships/image" Target="../media/image2450.png"/><Relationship Id="rId228" Type="http://schemas.openxmlformats.org/officeDocument/2006/relationships/image" Target="../media/image2550.png"/><Relationship Id="rId249" Type="http://schemas.openxmlformats.org/officeDocument/2006/relationships/customXml" Target="../ink/ink3045.xml"/><Relationship Id="rId13" Type="http://schemas.openxmlformats.org/officeDocument/2006/relationships/image" Target="../media/image7310.png"/><Relationship Id="rId109" Type="http://schemas.openxmlformats.org/officeDocument/2006/relationships/image" Target="../media/image1640.png"/><Relationship Id="rId34" Type="http://schemas.openxmlformats.org/officeDocument/2006/relationships/customXml" Target="../ink/ink2937.xml"/><Relationship Id="rId55" Type="http://schemas.openxmlformats.org/officeDocument/2006/relationships/image" Target="../media/image9410.png"/><Relationship Id="rId76" Type="http://schemas.openxmlformats.org/officeDocument/2006/relationships/customXml" Target="../ink/ink2958.xml"/><Relationship Id="rId97" Type="http://schemas.openxmlformats.org/officeDocument/2006/relationships/image" Target="../media/image1580.png"/><Relationship Id="rId120" Type="http://schemas.openxmlformats.org/officeDocument/2006/relationships/customXml" Target="../ink/ink2980.xml"/><Relationship Id="rId141" Type="http://schemas.openxmlformats.org/officeDocument/2006/relationships/image" Target="../media/image1790.png"/><Relationship Id="rId7" Type="http://schemas.openxmlformats.org/officeDocument/2006/relationships/image" Target="../media/image7110.png"/><Relationship Id="rId162" Type="http://schemas.openxmlformats.org/officeDocument/2006/relationships/customXml" Target="../ink/ink3001.xml"/><Relationship Id="rId183" Type="http://schemas.openxmlformats.org/officeDocument/2006/relationships/image" Target="../media/image2000.png"/><Relationship Id="rId218" Type="http://schemas.openxmlformats.org/officeDocument/2006/relationships/customXml" Target="../ink/ink3029.xml"/><Relationship Id="rId239" Type="http://schemas.openxmlformats.org/officeDocument/2006/relationships/customXml" Target="../ink/ink3040.xml"/><Relationship Id="rId250" Type="http://schemas.openxmlformats.org/officeDocument/2006/relationships/image" Target="../media/image2660.png"/><Relationship Id="rId24" Type="http://schemas.openxmlformats.org/officeDocument/2006/relationships/customXml" Target="../ink/ink2932.xml"/><Relationship Id="rId45" Type="http://schemas.openxmlformats.org/officeDocument/2006/relationships/image" Target="../media/image8910.png"/><Relationship Id="rId66" Type="http://schemas.openxmlformats.org/officeDocument/2006/relationships/customXml" Target="../ink/ink2953.xml"/><Relationship Id="rId87" Type="http://schemas.openxmlformats.org/officeDocument/2006/relationships/image" Target="../media/image10810.png"/><Relationship Id="rId110" Type="http://schemas.openxmlformats.org/officeDocument/2006/relationships/customXml" Target="../ink/ink2975.xml"/><Relationship Id="rId131" Type="http://schemas.openxmlformats.org/officeDocument/2006/relationships/image" Target="../media/image1740.png"/><Relationship Id="rId152" Type="http://schemas.openxmlformats.org/officeDocument/2006/relationships/customXml" Target="../ink/ink2996.xml"/><Relationship Id="rId173" Type="http://schemas.openxmlformats.org/officeDocument/2006/relationships/image" Target="../media/image1950.png"/><Relationship Id="rId194" Type="http://schemas.openxmlformats.org/officeDocument/2006/relationships/customXml" Target="../ink/ink3017.xml"/><Relationship Id="rId208" Type="http://schemas.openxmlformats.org/officeDocument/2006/relationships/customXml" Target="../ink/ink3024.xml"/><Relationship Id="rId229" Type="http://schemas.openxmlformats.org/officeDocument/2006/relationships/customXml" Target="../ink/ink3035.xml"/><Relationship Id="rId240" Type="http://schemas.openxmlformats.org/officeDocument/2006/relationships/image" Target="../media/image2611.png"/><Relationship Id="rId14" Type="http://schemas.openxmlformats.org/officeDocument/2006/relationships/customXml" Target="../ink/ink2927.xml"/><Relationship Id="rId35" Type="http://schemas.openxmlformats.org/officeDocument/2006/relationships/image" Target="../media/image8410.png"/><Relationship Id="rId56" Type="http://schemas.openxmlformats.org/officeDocument/2006/relationships/customXml" Target="../ink/ink2948.xml"/><Relationship Id="rId77" Type="http://schemas.openxmlformats.org/officeDocument/2006/relationships/image" Target="../media/image10310.png"/><Relationship Id="rId100" Type="http://schemas.openxmlformats.org/officeDocument/2006/relationships/customXml" Target="../ink/ink2970.xml"/><Relationship Id="rId8" Type="http://schemas.openxmlformats.org/officeDocument/2006/relationships/customXml" Target="../ink/ink2924.xml"/><Relationship Id="rId98" Type="http://schemas.openxmlformats.org/officeDocument/2006/relationships/customXml" Target="../ink/ink2969.xml"/><Relationship Id="rId121" Type="http://schemas.openxmlformats.org/officeDocument/2006/relationships/image" Target="../media/image1700.png"/><Relationship Id="rId142" Type="http://schemas.openxmlformats.org/officeDocument/2006/relationships/customXml" Target="../ink/ink2991.xml"/><Relationship Id="rId163" Type="http://schemas.openxmlformats.org/officeDocument/2006/relationships/image" Target="../media/image1900.png"/><Relationship Id="rId184" Type="http://schemas.openxmlformats.org/officeDocument/2006/relationships/customXml" Target="../ink/ink3012.xml"/><Relationship Id="rId219" Type="http://schemas.openxmlformats.org/officeDocument/2006/relationships/image" Target="../media/image2511.png"/><Relationship Id="rId230" Type="http://schemas.openxmlformats.org/officeDocument/2006/relationships/image" Target="../media/image2560.png"/><Relationship Id="rId251" Type="http://schemas.openxmlformats.org/officeDocument/2006/relationships/image" Target="../media/image1111.png"/><Relationship Id="rId25" Type="http://schemas.openxmlformats.org/officeDocument/2006/relationships/image" Target="../media/image7910.png"/><Relationship Id="rId46" Type="http://schemas.openxmlformats.org/officeDocument/2006/relationships/customXml" Target="../ink/ink2943.xml"/><Relationship Id="rId67" Type="http://schemas.openxmlformats.org/officeDocument/2006/relationships/image" Target="../media/image9910.png"/><Relationship Id="rId88" Type="http://schemas.openxmlformats.org/officeDocument/2006/relationships/customXml" Target="../ink/ink2964.xml"/><Relationship Id="rId111" Type="http://schemas.openxmlformats.org/officeDocument/2006/relationships/image" Target="../media/image1650.png"/><Relationship Id="rId132" Type="http://schemas.openxmlformats.org/officeDocument/2006/relationships/customXml" Target="../ink/ink2986.xml"/><Relationship Id="rId153" Type="http://schemas.openxmlformats.org/officeDocument/2006/relationships/image" Target="../media/image1850.png"/><Relationship Id="rId174" Type="http://schemas.openxmlformats.org/officeDocument/2006/relationships/customXml" Target="../ink/ink3007.xml"/><Relationship Id="rId195" Type="http://schemas.openxmlformats.org/officeDocument/2006/relationships/image" Target="../media/image2390.png"/><Relationship Id="rId209" Type="http://schemas.openxmlformats.org/officeDocument/2006/relationships/image" Target="../media/image2460.png"/><Relationship Id="rId220" Type="http://schemas.openxmlformats.org/officeDocument/2006/relationships/customXml" Target="../ink/ink3030.xml"/><Relationship Id="rId241" Type="http://schemas.openxmlformats.org/officeDocument/2006/relationships/customXml" Target="../ink/ink3041.xml"/><Relationship Id="rId15" Type="http://schemas.openxmlformats.org/officeDocument/2006/relationships/image" Target="../media/image7410.png"/><Relationship Id="rId36" Type="http://schemas.openxmlformats.org/officeDocument/2006/relationships/customXml" Target="../ink/ink2938.xml"/><Relationship Id="rId57" Type="http://schemas.openxmlformats.org/officeDocument/2006/relationships/image" Target="../media/image9510.png"/><Relationship Id="rId78" Type="http://schemas.openxmlformats.org/officeDocument/2006/relationships/customXml" Target="../ink/ink2959.xml"/><Relationship Id="rId99" Type="http://schemas.openxmlformats.org/officeDocument/2006/relationships/image" Target="../media/image1590.png"/><Relationship Id="rId101" Type="http://schemas.openxmlformats.org/officeDocument/2006/relationships/image" Target="../media/image1600.png"/><Relationship Id="rId122" Type="http://schemas.openxmlformats.org/officeDocument/2006/relationships/customXml" Target="../ink/ink2981.xml"/><Relationship Id="rId143" Type="http://schemas.openxmlformats.org/officeDocument/2006/relationships/image" Target="../media/image1800.png"/><Relationship Id="rId164" Type="http://schemas.openxmlformats.org/officeDocument/2006/relationships/customXml" Target="../ink/ink3002.xml"/><Relationship Id="rId185" Type="http://schemas.openxmlformats.org/officeDocument/2006/relationships/image" Target="../media/image2340.png"/><Relationship Id="rId4" Type="http://schemas.openxmlformats.org/officeDocument/2006/relationships/customXml" Target="../ink/ink2922.xml"/><Relationship Id="rId9" Type="http://schemas.openxmlformats.org/officeDocument/2006/relationships/image" Target="../media/image2810.png"/><Relationship Id="rId180" Type="http://schemas.openxmlformats.org/officeDocument/2006/relationships/customXml" Target="../ink/ink3010.xml"/><Relationship Id="rId210" Type="http://schemas.openxmlformats.org/officeDocument/2006/relationships/customXml" Target="../ink/ink3025.xml"/><Relationship Id="rId215" Type="http://schemas.openxmlformats.org/officeDocument/2006/relationships/image" Target="../media/image2490.png"/><Relationship Id="rId236" Type="http://schemas.openxmlformats.org/officeDocument/2006/relationships/image" Target="../media/image2590.png"/><Relationship Id="rId26" Type="http://schemas.openxmlformats.org/officeDocument/2006/relationships/customXml" Target="../ink/ink2933.xml"/><Relationship Id="rId231" Type="http://schemas.openxmlformats.org/officeDocument/2006/relationships/customXml" Target="../ink/ink3036.xml"/><Relationship Id="rId47" Type="http://schemas.openxmlformats.org/officeDocument/2006/relationships/image" Target="../media/image9010.png"/><Relationship Id="rId68" Type="http://schemas.openxmlformats.org/officeDocument/2006/relationships/customXml" Target="../ink/ink2954.xml"/><Relationship Id="rId89" Type="http://schemas.openxmlformats.org/officeDocument/2006/relationships/image" Target="../media/image10910.png"/><Relationship Id="rId112" Type="http://schemas.openxmlformats.org/officeDocument/2006/relationships/customXml" Target="../ink/ink2976.xml"/><Relationship Id="rId133" Type="http://schemas.openxmlformats.org/officeDocument/2006/relationships/image" Target="../media/image1750.png"/><Relationship Id="rId154" Type="http://schemas.openxmlformats.org/officeDocument/2006/relationships/customXml" Target="../ink/ink2997.xml"/><Relationship Id="rId175" Type="http://schemas.openxmlformats.org/officeDocument/2006/relationships/image" Target="../media/image1960.png"/><Relationship Id="rId196" Type="http://schemas.openxmlformats.org/officeDocument/2006/relationships/customXml" Target="../ink/ink3018.xml"/><Relationship Id="rId200" Type="http://schemas.openxmlformats.org/officeDocument/2006/relationships/customXml" Target="../ink/ink3020.xml"/><Relationship Id="rId16" Type="http://schemas.openxmlformats.org/officeDocument/2006/relationships/customXml" Target="../ink/ink2928.xml"/><Relationship Id="rId221" Type="http://schemas.openxmlformats.org/officeDocument/2006/relationships/image" Target="../media/image2520.png"/><Relationship Id="rId242" Type="http://schemas.openxmlformats.org/officeDocument/2006/relationships/image" Target="../media/image2620.png"/><Relationship Id="rId37" Type="http://schemas.openxmlformats.org/officeDocument/2006/relationships/image" Target="../media/image8510.png"/><Relationship Id="rId58" Type="http://schemas.openxmlformats.org/officeDocument/2006/relationships/customXml" Target="../ink/ink2949.xml"/><Relationship Id="rId79" Type="http://schemas.openxmlformats.org/officeDocument/2006/relationships/image" Target="../media/image10410.png"/><Relationship Id="rId102" Type="http://schemas.openxmlformats.org/officeDocument/2006/relationships/customXml" Target="../ink/ink2971.xml"/><Relationship Id="rId123" Type="http://schemas.openxmlformats.org/officeDocument/2006/relationships/image" Target="../media/image1711.png"/><Relationship Id="rId144" Type="http://schemas.openxmlformats.org/officeDocument/2006/relationships/customXml" Target="../ink/ink2992.xml"/><Relationship Id="rId90" Type="http://schemas.openxmlformats.org/officeDocument/2006/relationships/customXml" Target="../ink/ink2965.xml"/><Relationship Id="rId165" Type="http://schemas.openxmlformats.org/officeDocument/2006/relationships/image" Target="../media/image1911.png"/><Relationship Id="rId186" Type="http://schemas.openxmlformats.org/officeDocument/2006/relationships/customXml" Target="../ink/ink3013.xml"/><Relationship Id="rId211" Type="http://schemas.openxmlformats.org/officeDocument/2006/relationships/image" Target="../media/image2470.png"/><Relationship Id="rId232" Type="http://schemas.openxmlformats.org/officeDocument/2006/relationships/image" Target="../media/image2570.png"/><Relationship Id="rId27" Type="http://schemas.openxmlformats.org/officeDocument/2006/relationships/image" Target="../media/image8010.png"/><Relationship Id="rId48" Type="http://schemas.openxmlformats.org/officeDocument/2006/relationships/customXml" Target="../ink/ink2944.xml"/><Relationship Id="rId69" Type="http://schemas.openxmlformats.org/officeDocument/2006/relationships/image" Target="../media/image10010.png"/><Relationship Id="rId113" Type="http://schemas.openxmlformats.org/officeDocument/2006/relationships/image" Target="../media/image1660.png"/><Relationship Id="rId134" Type="http://schemas.openxmlformats.org/officeDocument/2006/relationships/customXml" Target="../ink/ink2987.xml"/><Relationship Id="rId80" Type="http://schemas.openxmlformats.org/officeDocument/2006/relationships/customXml" Target="../ink/ink2960.xml"/><Relationship Id="rId155" Type="http://schemas.openxmlformats.org/officeDocument/2006/relationships/image" Target="../media/image1860.png"/><Relationship Id="rId176" Type="http://schemas.openxmlformats.org/officeDocument/2006/relationships/customXml" Target="../ink/ink3008.xml"/><Relationship Id="rId197" Type="http://schemas.openxmlformats.org/officeDocument/2006/relationships/image" Target="../media/image2400.png"/><Relationship Id="rId201" Type="http://schemas.openxmlformats.org/officeDocument/2006/relationships/image" Target="../media/image2420.png"/><Relationship Id="rId222" Type="http://schemas.openxmlformats.org/officeDocument/2006/relationships/customXml" Target="../ink/ink3031.xml"/><Relationship Id="rId243" Type="http://schemas.openxmlformats.org/officeDocument/2006/relationships/customXml" Target="../ink/ink3042.xml"/><Relationship Id="rId17" Type="http://schemas.openxmlformats.org/officeDocument/2006/relationships/image" Target="../media/image7510.png"/><Relationship Id="rId38" Type="http://schemas.openxmlformats.org/officeDocument/2006/relationships/customXml" Target="../ink/ink2939.xml"/><Relationship Id="rId59" Type="http://schemas.openxmlformats.org/officeDocument/2006/relationships/image" Target="../media/image5310.png"/><Relationship Id="rId103" Type="http://schemas.openxmlformats.org/officeDocument/2006/relationships/image" Target="../media/image1611.png"/><Relationship Id="rId124" Type="http://schemas.openxmlformats.org/officeDocument/2006/relationships/customXml" Target="../ink/ink2982.xml"/><Relationship Id="rId70" Type="http://schemas.openxmlformats.org/officeDocument/2006/relationships/customXml" Target="../ink/ink2955.xml"/><Relationship Id="rId91" Type="http://schemas.openxmlformats.org/officeDocument/2006/relationships/image" Target="../media/image1108.png"/><Relationship Id="rId145" Type="http://schemas.openxmlformats.org/officeDocument/2006/relationships/image" Target="../media/image1811.png"/><Relationship Id="rId166" Type="http://schemas.openxmlformats.org/officeDocument/2006/relationships/customXml" Target="../ink/ink3003.xml"/><Relationship Id="rId187" Type="http://schemas.openxmlformats.org/officeDocument/2006/relationships/image" Target="../media/image2350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3026.xml"/><Relationship Id="rId233" Type="http://schemas.openxmlformats.org/officeDocument/2006/relationships/customXml" Target="../ink/ink3037.xml"/><Relationship Id="rId28" Type="http://schemas.openxmlformats.org/officeDocument/2006/relationships/customXml" Target="../ink/ink2934.xml"/><Relationship Id="rId49" Type="http://schemas.openxmlformats.org/officeDocument/2006/relationships/image" Target="../media/image9110.png"/><Relationship Id="rId114" Type="http://schemas.openxmlformats.org/officeDocument/2006/relationships/customXml" Target="../ink/ink2977.xml"/><Relationship Id="rId60" Type="http://schemas.openxmlformats.org/officeDocument/2006/relationships/customXml" Target="../ink/ink2950.xml"/><Relationship Id="rId81" Type="http://schemas.openxmlformats.org/officeDocument/2006/relationships/image" Target="../media/image10510.png"/><Relationship Id="rId135" Type="http://schemas.openxmlformats.org/officeDocument/2006/relationships/image" Target="../media/image1760.png"/><Relationship Id="rId156" Type="http://schemas.openxmlformats.org/officeDocument/2006/relationships/customXml" Target="../ink/ink2998.xml"/><Relationship Id="rId177" Type="http://schemas.openxmlformats.org/officeDocument/2006/relationships/image" Target="../media/image1970.png"/><Relationship Id="rId198" Type="http://schemas.openxmlformats.org/officeDocument/2006/relationships/customXml" Target="../ink/ink3019.xml"/><Relationship Id="rId202" Type="http://schemas.openxmlformats.org/officeDocument/2006/relationships/customXml" Target="../ink/ink3021.xml"/><Relationship Id="rId223" Type="http://schemas.openxmlformats.org/officeDocument/2006/relationships/image" Target="../media/image2530.png"/><Relationship Id="rId244" Type="http://schemas.openxmlformats.org/officeDocument/2006/relationships/image" Target="../media/image2630.png"/><Relationship Id="rId18" Type="http://schemas.openxmlformats.org/officeDocument/2006/relationships/customXml" Target="../ink/ink2929.xml"/><Relationship Id="rId39" Type="http://schemas.openxmlformats.org/officeDocument/2006/relationships/image" Target="../media/image8610.png"/><Relationship Id="rId50" Type="http://schemas.openxmlformats.org/officeDocument/2006/relationships/customXml" Target="../ink/ink2945.xml"/><Relationship Id="rId104" Type="http://schemas.openxmlformats.org/officeDocument/2006/relationships/customXml" Target="../ink/ink2972.xml"/><Relationship Id="rId125" Type="http://schemas.openxmlformats.org/officeDocument/2006/relationships/image" Target="../media/image1720.png"/><Relationship Id="rId146" Type="http://schemas.openxmlformats.org/officeDocument/2006/relationships/customXml" Target="../ink/ink2993.xml"/><Relationship Id="rId167" Type="http://schemas.openxmlformats.org/officeDocument/2006/relationships/image" Target="../media/image1920.png"/><Relationship Id="rId188" Type="http://schemas.openxmlformats.org/officeDocument/2006/relationships/customXml" Target="../ink/ink3014.xml"/><Relationship Id="rId71" Type="http://schemas.openxmlformats.org/officeDocument/2006/relationships/image" Target="../media/image5910.png"/><Relationship Id="rId92" Type="http://schemas.openxmlformats.org/officeDocument/2006/relationships/customXml" Target="../ink/ink2966.xml"/><Relationship Id="rId213" Type="http://schemas.openxmlformats.org/officeDocument/2006/relationships/image" Target="../media/image2480.png"/><Relationship Id="rId234" Type="http://schemas.openxmlformats.org/officeDocument/2006/relationships/image" Target="../media/image2580.png"/><Relationship Id="rId2" Type="http://schemas.openxmlformats.org/officeDocument/2006/relationships/customXml" Target="../ink/ink2921.xml"/><Relationship Id="rId29" Type="http://schemas.openxmlformats.org/officeDocument/2006/relationships/image" Target="../media/image8110.png"/><Relationship Id="rId40" Type="http://schemas.openxmlformats.org/officeDocument/2006/relationships/customXml" Target="../ink/ink2940.xml"/><Relationship Id="rId115" Type="http://schemas.openxmlformats.org/officeDocument/2006/relationships/image" Target="../media/image1670.png"/><Relationship Id="rId136" Type="http://schemas.openxmlformats.org/officeDocument/2006/relationships/customXml" Target="../ink/ink2988.xml"/><Relationship Id="rId157" Type="http://schemas.openxmlformats.org/officeDocument/2006/relationships/image" Target="../media/image1870.png"/><Relationship Id="rId178" Type="http://schemas.openxmlformats.org/officeDocument/2006/relationships/customXml" Target="../ink/ink3009.xml"/><Relationship Id="rId61" Type="http://schemas.openxmlformats.org/officeDocument/2006/relationships/image" Target="../media/image9610.png"/><Relationship Id="rId82" Type="http://schemas.openxmlformats.org/officeDocument/2006/relationships/customXml" Target="../ink/ink2961.xml"/><Relationship Id="rId199" Type="http://schemas.openxmlformats.org/officeDocument/2006/relationships/image" Target="../media/image2411.png"/><Relationship Id="rId203" Type="http://schemas.openxmlformats.org/officeDocument/2006/relationships/image" Target="../media/image2430.png"/><Relationship Id="rId19" Type="http://schemas.openxmlformats.org/officeDocument/2006/relationships/image" Target="../media/image7610.png"/><Relationship Id="rId224" Type="http://schemas.openxmlformats.org/officeDocument/2006/relationships/customXml" Target="../ink/ink3032.xml"/><Relationship Id="rId245" Type="http://schemas.openxmlformats.org/officeDocument/2006/relationships/customXml" Target="../ink/ink3043.xml"/><Relationship Id="rId30" Type="http://schemas.openxmlformats.org/officeDocument/2006/relationships/customXml" Target="../ink/ink2935.xml"/><Relationship Id="rId105" Type="http://schemas.openxmlformats.org/officeDocument/2006/relationships/image" Target="../media/image1620.png"/><Relationship Id="rId126" Type="http://schemas.openxmlformats.org/officeDocument/2006/relationships/customXml" Target="../ink/ink2983.xml"/><Relationship Id="rId147" Type="http://schemas.openxmlformats.org/officeDocument/2006/relationships/image" Target="../media/image1820.png"/><Relationship Id="rId168" Type="http://schemas.openxmlformats.org/officeDocument/2006/relationships/customXml" Target="../ink/ink3004.xml"/><Relationship Id="rId51" Type="http://schemas.openxmlformats.org/officeDocument/2006/relationships/image" Target="../media/image9210.png"/><Relationship Id="rId72" Type="http://schemas.openxmlformats.org/officeDocument/2006/relationships/customXml" Target="../ink/ink2956.xml"/><Relationship Id="rId93" Type="http://schemas.openxmlformats.org/officeDocument/2006/relationships/image" Target="../media/image1560.png"/><Relationship Id="rId189" Type="http://schemas.openxmlformats.org/officeDocument/2006/relationships/image" Target="../media/image2360.png"/><Relationship Id="rId3" Type="http://schemas.openxmlformats.org/officeDocument/2006/relationships/image" Target="../media/image2510.png"/><Relationship Id="rId214" Type="http://schemas.openxmlformats.org/officeDocument/2006/relationships/customXml" Target="../ink/ink3027.xml"/><Relationship Id="rId235" Type="http://schemas.openxmlformats.org/officeDocument/2006/relationships/customXml" Target="../ink/ink3038.xml"/><Relationship Id="rId116" Type="http://schemas.openxmlformats.org/officeDocument/2006/relationships/customXml" Target="../ink/ink2978.xml"/><Relationship Id="rId137" Type="http://schemas.openxmlformats.org/officeDocument/2006/relationships/image" Target="../media/image1770.png"/><Relationship Id="rId158" Type="http://schemas.openxmlformats.org/officeDocument/2006/relationships/customXml" Target="../ink/ink2999.xml"/><Relationship Id="rId20" Type="http://schemas.openxmlformats.org/officeDocument/2006/relationships/customXml" Target="../ink/ink2930.xml"/><Relationship Id="rId41" Type="http://schemas.openxmlformats.org/officeDocument/2006/relationships/image" Target="../media/image8710.png"/><Relationship Id="rId62" Type="http://schemas.openxmlformats.org/officeDocument/2006/relationships/customXml" Target="../ink/ink2951.xml"/><Relationship Id="rId83" Type="http://schemas.openxmlformats.org/officeDocument/2006/relationships/image" Target="../media/image10610.png"/><Relationship Id="rId179" Type="http://schemas.openxmlformats.org/officeDocument/2006/relationships/image" Target="../media/image1980.png"/><Relationship Id="rId190" Type="http://schemas.openxmlformats.org/officeDocument/2006/relationships/customXml" Target="../ink/ink3015.xml"/><Relationship Id="rId204" Type="http://schemas.openxmlformats.org/officeDocument/2006/relationships/customXml" Target="../ink/ink3022.xml"/><Relationship Id="rId225" Type="http://schemas.openxmlformats.org/officeDocument/2006/relationships/image" Target="../media/image2540.png"/><Relationship Id="rId246" Type="http://schemas.openxmlformats.org/officeDocument/2006/relationships/image" Target="../media/image2640.png"/><Relationship Id="rId106" Type="http://schemas.openxmlformats.org/officeDocument/2006/relationships/customXml" Target="../ink/ink2973.xml"/><Relationship Id="rId127" Type="http://schemas.openxmlformats.org/officeDocument/2006/relationships/image" Target="../media/image1730.png"/><Relationship Id="rId10" Type="http://schemas.openxmlformats.org/officeDocument/2006/relationships/customXml" Target="../ink/ink2925.xml"/><Relationship Id="rId31" Type="http://schemas.openxmlformats.org/officeDocument/2006/relationships/image" Target="../media/image8210.png"/><Relationship Id="rId52" Type="http://schemas.openxmlformats.org/officeDocument/2006/relationships/customXml" Target="../ink/ink2946.xml"/><Relationship Id="rId73" Type="http://schemas.openxmlformats.org/officeDocument/2006/relationships/image" Target="../media/image10110.png"/><Relationship Id="rId94" Type="http://schemas.openxmlformats.org/officeDocument/2006/relationships/customXml" Target="../ink/ink2967.xml"/><Relationship Id="rId148" Type="http://schemas.openxmlformats.org/officeDocument/2006/relationships/customXml" Target="../ink/ink2994.xml"/><Relationship Id="rId169" Type="http://schemas.openxmlformats.org/officeDocument/2006/relationships/image" Target="../media/image1930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7.png"/><Relationship Id="rId2" Type="http://schemas.openxmlformats.org/officeDocument/2006/relationships/image" Target="../media/image111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0.png"/><Relationship Id="rId2" Type="http://schemas.openxmlformats.org/officeDocument/2006/relationships/image" Target="../media/image11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9C49B-9325-4F28-84AA-EF2118377A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98966" y="1150200"/>
            <a:ext cx="6194065" cy="961565"/>
          </a:xfrm>
        </p:spPr>
        <p:txBody>
          <a:bodyPr>
            <a:noAutofit/>
          </a:bodyPr>
          <a:lstStyle/>
          <a:p>
            <a:r>
              <a:rPr lang="en-US" sz="4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ECE 105: Introduction to Electrical Engineerin</a:t>
            </a:r>
            <a:r>
              <a:rPr lang="en-US" sz="4400" dirty="0"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D5305-B3D3-4E24-9167-6DC659185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0811" y="3477445"/>
            <a:ext cx="5590376" cy="2230355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PT Sans" panose="020B0503020203020204" pitchFamily="34" charset="0"/>
              </a:rPr>
              <a:t>Lecture 6</a:t>
            </a:r>
          </a:p>
          <a:p>
            <a:r>
              <a:rPr lang="en-US" sz="2800" dirty="0">
                <a:latin typeface="PT Sans" panose="020B0503020203020204" pitchFamily="34" charset="0"/>
              </a:rPr>
              <a:t>Circuit Analysis 2</a:t>
            </a:r>
          </a:p>
          <a:p>
            <a:r>
              <a:rPr lang="en-US" sz="2800" dirty="0"/>
              <a:t>Yasser Khan</a:t>
            </a:r>
          </a:p>
          <a:p>
            <a:r>
              <a:rPr lang="en-US" sz="2800" dirty="0" err="1">
                <a:latin typeface="PT Sans" panose="020B0503020203020204" pitchFamily="34" charset="0"/>
              </a:rPr>
              <a:t>Rehan</a:t>
            </a:r>
            <a:r>
              <a:rPr lang="en-US" sz="2800" dirty="0">
                <a:latin typeface="PT Sans" panose="020B0503020203020204" pitchFamily="34" charset="0"/>
              </a:rPr>
              <a:t> Kapadia</a:t>
            </a:r>
          </a:p>
        </p:txBody>
      </p:sp>
    </p:spTree>
    <p:extLst>
      <p:ext uri="{BB962C8B-B14F-4D97-AF65-F5344CB8AC3E}">
        <p14:creationId xmlns:p14="http://schemas.microsoft.com/office/powerpoint/2010/main" val="3505511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FD730-4BE6-DC1F-2977-CB0EEA417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Voltage divider</a:t>
            </a:r>
          </a:p>
        </p:txBody>
      </p:sp>
      <p:pic>
        <p:nvPicPr>
          <p:cNvPr id="6" name="Content Placeholder 5" descr="A diagram of electrical circuits&#10;&#10;Description automatically generated">
            <a:extLst>
              <a:ext uri="{FF2B5EF4-FFF2-40B4-BE49-F238E27FC236}">
                <a16:creationId xmlns:a16="http://schemas.microsoft.com/office/drawing/2014/main" id="{689817DD-B2E3-5450-8E46-71DAC11139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467"/>
          <a:stretch/>
        </p:blipFill>
        <p:spPr>
          <a:xfrm>
            <a:off x="690328" y="1027201"/>
            <a:ext cx="3797086" cy="480359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05FB1-9B4C-FA18-1372-8FCBD35014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3" name="Content Placeholder 5" descr="A diagram of electrical circuits&#10;&#10;Description automatically generated">
            <a:extLst>
              <a:ext uri="{FF2B5EF4-FFF2-40B4-BE49-F238E27FC236}">
                <a16:creationId xmlns:a16="http://schemas.microsoft.com/office/drawing/2014/main" id="{9C1E1633-F8F8-67C5-FFC8-60D6510F56C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732"/>
          <a:stretch/>
        </p:blipFill>
        <p:spPr>
          <a:xfrm>
            <a:off x="6201136" y="95491"/>
            <a:ext cx="4139128" cy="3541853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228D043A-F635-A74F-511C-E12F72F9FE70}"/>
              </a:ext>
            </a:extLst>
          </p:cNvPr>
          <p:cNvGrpSpPr/>
          <p:nvPr/>
        </p:nvGrpSpPr>
        <p:grpSpPr>
          <a:xfrm>
            <a:off x="6149838" y="4107104"/>
            <a:ext cx="3022560" cy="1762560"/>
            <a:chOff x="6149838" y="4107104"/>
            <a:chExt cx="3022560" cy="176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3BBF23E-9102-3878-CC64-0B16B1463C94}"/>
                    </a:ext>
                  </a:extLst>
                </p14:cNvPr>
                <p14:cNvContentPartPr/>
                <p14:nvPr/>
              </p14:nvContentPartPr>
              <p14:xfrm>
                <a:off x="6812958" y="4107104"/>
                <a:ext cx="86760" cy="5760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3BBF23E-9102-3878-CC64-0B16B1463C9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795318" y="4089104"/>
                  <a:ext cx="122400" cy="61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5E45AF9-80B3-9FED-8F31-7732CF430D65}"/>
                    </a:ext>
                  </a:extLst>
                </p14:cNvPr>
                <p14:cNvContentPartPr/>
                <p14:nvPr/>
              </p14:nvContentPartPr>
              <p14:xfrm>
                <a:off x="6630798" y="4616864"/>
                <a:ext cx="600840" cy="1170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5E45AF9-80B3-9FED-8F31-7732CF430D6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612798" y="4598864"/>
                  <a:ext cx="6364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DEA8697-AFF1-F1E7-A316-9C565FEB1C02}"/>
                    </a:ext>
                  </a:extLst>
                </p14:cNvPr>
                <p14:cNvContentPartPr/>
                <p14:nvPr/>
              </p14:nvContentPartPr>
              <p14:xfrm>
                <a:off x="6849318" y="4823144"/>
                <a:ext cx="160560" cy="24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DEA8697-AFF1-F1E7-A316-9C565FEB1C0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831318" y="4805144"/>
                  <a:ext cx="1962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AC22EE5-8F0F-5ACC-4BEC-659F3345703C}"/>
                    </a:ext>
                  </a:extLst>
                </p14:cNvPr>
                <p14:cNvContentPartPr/>
                <p14:nvPr/>
              </p14:nvContentPartPr>
              <p14:xfrm>
                <a:off x="6958398" y="4853384"/>
                <a:ext cx="102240" cy="8020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AC22EE5-8F0F-5ACC-4BEC-659F3345703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940758" y="4835744"/>
                  <a:ext cx="137880" cy="83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9C03E70-C0F1-6934-854A-93AC76162131}"/>
                    </a:ext>
                  </a:extLst>
                </p14:cNvPr>
                <p14:cNvContentPartPr/>
                <p14:nvPr/>
              </p14:nvContentPartPr>
              <p14:xfrm>
                <a:off x="6803598" y="4180904"/>
                <a:ext cx="1574640" cy="266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9C03E70-C0F1-6934-854A-93AC7616213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785598" y="4163264"/>
                  <a:ext cx="16102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338329F-71EC-65A1-D16C-5EBAE721CCEE}"/>
                    </a:ext>
                  </a:extLst>
                </p14:cNvPr>
                <p14:cNvContentPartPr/>
                <p14:nvPr/>
              </p14:nvContentPartPr>
              <p14:xfrm>
                <a:off x="8258358" y="4145984"/>
                <a:ext cx="52560" cy="3488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338329F-71EC-65A1-D16C-5EBAE721CCE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240358" y="4127984"/>
                  <a:ext cx="8820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696E3EE-9111-DEDB-1BD4-31835B11A811}"/>
                    </a:ext>
                  </a:extLst>
                </p14:cNvPr>
                <p14:cNvContentPartPr/>
                <p14:nvPr/>
              </p14:nvContentPartPr>
              <p14:xfrm>
                <a:off x="8236758" y="4551344"/>
                <a:ext cx="174240" cy="3020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696E3EE-9111-DEDB-1BD4-31835B11A81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218758" y="4533704"/>
                  <a:ext cx="20988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C264A18-DE90-F789-DF1C-D2E6B1C18187}"/>
                    </a:ext>
                  </a:extLst>
                </p14:cNvPr>
                <p14:cNvContentPartPr/>
                <p14:nvPr/>
              </p14:nvContentPartPr>
              <p14:xfrm>
                <a:off x="8331798" y="4860224"/>
                <a:ext cx="38880" cy="2728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C264A18-DE90-F789-DF1C-D2E6B1C1818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314158" y="4842224"/>
                  <a:ext cx="7452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EB65194-29DD-6AF6-6AC0-970A6D5F9F95}"/>
                    </a:ext>
                  </a:extLst>
                </p14:cNvPr>
                <p14:cNvContentPartPr/>
                <p14:nvPr/>
              </p14:nvContentPartPr>
              <p14:xfrm>
                <a:off x="8365638" y="5195744"/>
                <a:ext cx="130680" cy="270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EB65194-29DD-6AF6-6AC0-970A6D5F9F9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347998" y="5178104"/>
                  <a:ext cx="16632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449829E-8E40-C670-ABDB-69CC6D1E4FB4}"/>
                    </a:ext>
                  </a:extLst>
                </p14:cNvPr>
                <p14:cNvContentPartPr/>
                <p14:nvPr/>
              </p14:nvContentPartPr>
              <p14:xfrm>
                <a:off x="8452398" y="5492024"/>
                <a:ext cx="5040" cy="3643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449829E-8E40-C670-ABDB-69CC6D1E4FB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434758" y="5474384"/>
                  <a:ext cx="4068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D0E62F6-11EA-3E2A-E813-AFBDB8BD71B6}"/>
                    </a:ext>
                  </a:extLst>
                </p14:cNvPr>
                <p14:cNvContentPartPr/>
                <p14:nvPr/>
              </p14:nvContentPartPr>
              <p14:xfrm>
                <a:off x="7042638" y="5698304"/>
                <a:ext cx="88200" cy="171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D0E62F6-11EA-3E2A-E813-AFBDB8BD71B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024998" y="5680304"/>
                  <a:ext cx="1238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5C08A77-3CC4-3DA3-F08C-ECA728660628}"/>
                    </a:ext>
                  </a:extLst>
                </p14:cNvPr>
                <p14:cNvContentPartPr/>
                <p14:nvPr/>
              </p14:nvContentPartPr>
              <p14:xfrm>
                <a:off x="7048398" y="5780744"/>
                <a:ext cx="1444320" cy="756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5C08A77-3CC4-3DA3-F08C-ECA72866062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030758" y="5763104"/>
                  <a:ext cx="14799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F659755-6A92-9A8E-32E3-39A071FAC9FB}"/>
                    </a:ext>
                  </a:extLst>
                </p14:cNvPr>
                <p14:cNvContentPartPr/>
                <p14:nvPr/>
              </p14:nvContentPartPr>
              <p14:xfrm>
                <a:off x="6149838" y="4835744"/>
                <a:ext cx="153360" cy="2642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F659755-6A92-9A8E-32E3-39A071FAC9F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132198" y="4817744"/>
                  <a:ext cx="18900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ACC885A-533C-92D7-2522-0E8E11E30E13}"/>
                    </a:ext>
                  </a:extLst>
                </p14:cNvPr>
                <p14:cNvContentPartPr/>
                <p14:nvPr/>
              </p14:nvContentPartPr>
              <p14:xfrm>
                <a:off x="6412278" y="5081624"/>
                <a:ext cx="46440" cy="885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ACC885A-533C-92D7-2522-0E8E11E30E1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394638" y="5063984"/>
                  <a:ext cx="820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B9D734E-76FD-46C4-CBC7-DC46EFCB5C11}"/>
                    </a:ext>
                  </a:extLst>
                </p14:cNvPr>
                <p14:cNvContentPartPr/>
                <p14:nvPr/>
              </p14:nvContentPartPr>
              <p14:xfrm>
                <a:off x="6413718" y="4930064"/>
                <a:ext cx="12600" cy="219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B9D734E-76FD-46C4-CBC7-DC46EFCB5C1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395718" y="4912424"/>
                  <a:ext cx="482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42891FD-A0EC-DAF1-7790-11DA70323B80}"/>
                    </a:ext>
                  </a:extLst>
                </p14:cNvPr>
                <p14:cNvContentPartPr/>
                <p14:nvPr/>
              </p14:nvContentPartPr>
              <p14:xfrm>
                <a:off x="6518478" y="4985144"/>
                <a:ext cx="206640" cy="130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42891FD-A0EC-DAF1-7790-11DA70323B8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500478" y="4967144"/>
                  <a:ext cx="24228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E981C31-5512-E6C4-83A0-4454A8447A98}"/>
                    </a:ext>
                  </a:extLst>
                </p14:cNvPr>
                <p14:cNvContentPartPr/>
                <p14:nvPr/>
              </p14:nvContentPartPr>
              <p14:xfrm>
                <a:off x="8576598" y="4576544"/>
                <a:ext cx="75960" cy="2113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E981C31-5512-E6C4-83A0-4454A8447A9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558958" y="4558544"/>
                  <a:ext cx="11160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7B0F9C5-D461-7826-DD82-F4081358CA5B}"/>
                    </a:ext>
                  </a:extLst>
                </p14:cNvPr>
                <p14:cNvContentPartPr/>
                <p14:nvPr/>
              </p14:nvContentPartPr>
              <p14:xfrm>
                <a:off x="8588478" y="4569704"/>
                <a:ext cx="171360" cy="1119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7B0F9C5-D461-7826-DD82-F4081358CA5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570478" y="4551704"/>
                  <a:ext cx="20700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F7E4F1E-6A1E-2829-0EFF-47422F5CB453}"/>
                    </a:ext>
                  </a:extLst>
                </p14:cNvPr>
                <p14:cNvContentPartPr/>
                <p14:nvPr/>
              </p14:nvContentPartPr>
              <p14:xfrm>
                <a:off x="8825718" y="4630904"/>
                <a:ext cx="42840" cy="1144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F7E4F1E-6A1E-2829-0EFF-47422F5CB45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807718" y="4613264"/>
                  <a:ext cx="7848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524D7C1-D69E-E2E8-F7FD-647F1A106D0E}"/>
                    </a:ext>
                  </a:extLst>
                </p14:cNvPr>
                <p14:cNvContentPartPr/>
                <p14:nvPr/>
              </p14:nvContentPartPr>
              <p14:xfrm>
                <a:off x="8785398" y="5222024"/>
                <a:ext cx="41760" cy="220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524D7C1-D69E-E2E8-F7FD-647F1A106D0E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767758" y="5204384"/>
                  <a:ext cx="774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5F06297-9157-7DF9-C752-7D3D32D10165}"/>
                    </a:ext>
                  </a:extLst>
                </p14:cNvPr>
                <p14:cNvContentPartPr/>
                <p14:nvPr/>
              </p14:nvContentPartPr>
              <p14:xfrm>
                <a:off x="8830398" y="5195744"/>
                <a:ext cx="112320" cy="932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5F06297-9157-7DF9-C752-7D3D32D1016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812758" y="5177744"/>
                  <a:ext cx="1479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592270E-A1A8-9FA5-E594-1038293950F0}"/>
                    </a:ext>
                  </a:extLst>
                </p14:cNvPr>
                <p14:cNvContentPartPr/>
                <p14:nvPr/>
              </p14:nvContentPartPr>
              <p14:xfrm>
                <a:off x="9034158" y="5255504"/>
                <a:ext cx="138240" cy="126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592270E-A1A8-9FA5-E594-1038293950F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016518" y="5237504"/>
                  <a:ext cx="173880" cy="16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65C768CC-A905-7CD4-5A1C-A90C08B29B07}"/>
              </a:ext>
            </a:extLst>
          </p:cNvPr>
          <p:cNvGrpSpPr/>
          <p:nvPr/>
        </p:nvGrpSpPr>
        <p:grpSpPr>
          <a:xfrm>
            <a:off x="8449518" y="3950504"/>
            <a:ext cx="3291120" cy="1153800"/>
            <a:chOff x="8449518" y="3950504"/>
            <a:chExt cx="3291120" cy="115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AD70FD3-488B-74F0-F677-A3D047CA4D2D}"/>
                    </a:ext>
                  </a:extLst>
                </p14:cNvPr>
                <p14:cNvContentPartPr/>
                <p14:nvPr/>
              </p14:nvContentPartPr>
              <p14:xfrm>
                <a:off x="9291918" y="4183064"/>
                <a:ext cx="158040" cy="3139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AD70FD3-488B-74F0-F677-A3D047CA4D2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274278" y="4165064"/>
                  <a:ext cx="19368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C5377ED-BEDD-F37E-E99F-975DE33EDBD9}"/>
                    </a:ext>
                  </a:extLst>
                </p14:cNvPr>
                <p14:cNvContentPartPr/>
                <p14:nvPr/>
              </p14:nvContentPartPr>
              <p14:xfrm>
                <a:off x="9606918" y="4429304"/>
                <a:ext cx="81000" cy="2314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C5377ED-BEDD-F37E-E99F-975DE33EDBD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588918" y="4411664"/>
                  <a:ext cx="1166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E7C5240-CB5D-353E-8D80-F71247BE73CD}"/>
                    </a:ext>
                  </a:extLst>
                </p14:cNvPr>
                <p14:cNvContentPartPr/>
                <p14:nvPr/>
              </p14:nvContentPartPr>
              <p14:xfrm>
                <a:off x="9622398" y="4390424"/>
                <a:ext cx="154800" cy="1562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E7C5240-CB5D-353E-8D80-F71247BE73C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604398" y="4372424"/>
                  <a:ext cx="1904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5378FE2-2DB4-221E-54EA-52C856C209EE}"/>
                    </a:ext>
                  </a:extLst>
                </p14:cNvPr>
                <p14:cNvContentPartPr/>
                <p14:nvPr/>
              </p14:nvContentPartPr>
              <p14:xfrm>
                <a:off x="9914718" y="4492304"/>
                <a:ext cx="36720" cy="1616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5378FE2-2DB4-221E-54EA-52C856C209EE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897078" y="4474304"/>
                  <a:ext cx="723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070444B-B2E5-8DFB-828B-880E2009DE56}"/>
                    </a:ext>
                  </a:extLst>
                </p14:cNvPr>
                <p14:cNvContentPartPr/>
                <p14:nvPr/>
              </p14:nvContentPartPr>
              <p14:xfrm>
                <a:off x="10056198" y="4364504"/>
                <a:ext cx="48240" cy="104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070444B-B2E5-8DFB-828B-880E2009DE5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038198" y="4346504"/>
                  <a:ext cx="838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BA4FEFC-DDF6-7CE2-74A1-2783627E799F}"/>
                    </a:ext>
                  </a:extLst>
                </p14:cNvPr>
                <p14:cNvContentPartPr/>
                <p14:nvPr/>
              </p14:nvContentPartPr>
              <p14:xfrm>
                <a:off x="10079958" y="4421024"/>
                <a:ext cx="58680" cy="36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BA4FEFC-DDF6-7CE2-74A1-2783627E799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062318" y="4403384"/>
                  <a:ext cx="943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0F4C102-2EE9-A2B0-BE5A-7B67A8AC0846}"/>
                    </a:ext>
                  </a:extLst>
                </p14:cNvPr>
                <p14:cNvContentPartPr/>
                <p14:nvPr/>
              </p14:nvContentPartPr>
              <p14:xfrm>
                <a:off x="9702678" y="4545584"/>
                <a:ext cx="11160" cy="21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0F4C102-2EE9-A2B0-BE5A-7B67A8AC0846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684678" y="4527584"/>
                  <a:ext cx="468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15F830C-9C3D-5EAF-513A-AE31BE963451}"/>
                    </a:ext>
                  </a:extLst>
                </p14:cNvPr>
                <p14:cNvContentPartPr/>
                <p14:nvPr/>
              </p14:nvContentPartPr>
              <p14:xfrm>
                <a:off x="8715198" y="4230584"/>
                <a:ext cx="54720" cy="1717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15F830C-9C3D-5EAF-513A-AE31BE96345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697198" y="4212584"/>
                  <a:ext cx="9036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7FA4171-551C-2DDF-0300-E7FFBD246060}"/>
                    </a:ext>
                  </a:extLst>
                </p14:cNvPr>
                <p14:cNvContentPartPr/>
                <p14:nvPr/>
              </p14:nvContentPartPr>
              <p14:xfrm>
                <a:off x="8709438" y="4235624"/>
                <a:ext cx="84240" cy="770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7FA4171-551C-2DDF-0300-E7FFBD24606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691438" y="4217984"/>
                  <a:ext cx="1198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787BC8C-A33E-F6A6-F290-960256B53872}"/>
                    </a:ext>
                  </a:extLst>
                </p14:cNvPr>
                <p14:cNvContentPartPr/>
                <p14:nvPr/>
              </p14:nvContentPartPr>
              <p14:xfrm>
                <a:off x="8813118" y="4805144"/>
                <a:ext cx="61560" cy="2620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787BC8C-A33E-F6A6-F290-960256B5387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795478" y="4787504"/>
                  <a:ext cx="9720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51A9E8E-5EE8-65C2-7E96-263FA6BA2B34}"/>
                    </a:ext>
                  </a:extLst>
                </p14:cNvPr>
                <p14:cNvContentPartPr/>
                <p14:nvPr/>
              </p14:nvContentPartPr>
              <p14:xfrm>
                <a:off x="8809878" y="4980464"/>
                <a:ext cx="138240" cy="1238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51A9E8E-5EE8-65C2-7E96-263FA6BA2B3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792238" y="4962464"/>
                  <a:ext cx="1738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6A2C0A0-2A7F-926F-1A32-62C6A26DC93B}"/>
                    </a:ext>
                  </a:extLst>
                </p14:cNvPr>
                <p14:cNvContentPartPr/>
                <p14:nvPr/>
              </p14:nvContentPartPr>
              <p14:xfrm>
                <a:off x="10447878" y="4274144"/>
                <a:ext cx="1238040" cy="1209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6A2C0A0-2A7F-926F-1A32-62C6A26DC93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430238" y="4256144"/>
                  <a:ext cx="12736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BE66D4C-AB07-335B-24F4-FBC157DCE9DD}"/>
                    </a:ext>
                  </a:extLst>
                </p14:cNvPr>
                <p14:cNvContentPartPr/>
                <p14:nvPr/>
              </p14:nvContentPartPr>
              <p14:xfrm>
                <a:off x="10735878" y="4583384"/>
                <a:ext cx="45720" cy="2602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BE66D4C-AB07-335B-24F4-FBC157DCE9DD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717878" y="4565744"/>
                  <a:ext cx="8136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5B5A8DA-1AEB-55EF-9948-A0888032A988}"/>
                    </a:ext>
                  </a:extLst>
                </p14:cNvPr>
                <p14:cNvContentPartPr/>
                <p14:nvPr/>
              </p14:nvContentPartPr>
              <p14:xfrm>
                <a:off x="10730118" y="4582664"/>
                <a:ext cx="141120" cy="1450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5B5A8DA-1AEB-55EF-9948-A0888032A988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712118" y="4564664"/>
                  <a:ext cx="1767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7E6BAE2-AF3C-E965-0F9D-27D105F11338}"/>
                    </a:ext>
                  </a:extLst>
                </p14:cNvPr>
                <p14:cNvContentPartPr/>
                <p14:nvPr/>
              </p14:nvContentPartPr>
              <p14:xfrm>
                <a:off x="10970958" y="4694264"/>
                <a:ext cx="41760" cy="1188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7E6BAE2-AF3C-E965-0F9D-27D105F11338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952958" y="4676624"/>
                  <a:ext cx="774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6FACB83-58A2-04F8-7B43-8B66754B3E54}"/>
                    </a:ext>
                  </a:extLst>
                </p14:cNvPr>
                <p14:cNvContentPartPr/>
                <p14:nvPr/>
              </p14:nvContentPartPr>
              <p14:xfrm>
                <a:off x="11109918" y="4667624"/>
                <a:ext cx="123480" cy="352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6FACB83-58A2-04F8-7B43-8B66754B3E5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1091918" y="4649624"/>
                  <a:ext cx="15912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C99C027-0F8E-E034-4420-7F2BB9DD5A51}"/>
                    </a:ext>
                  </a:extLst>
                </p14:cNvPr>
                <p14:cNvContentPartPr/>
                <p14:nvPr/>
              </p14:nvContentPartPr>
              <p14:xfrm>
                <a:off x="11208558" y="4604984"/>
                <a:ext cx="20520" cy="1951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C99C027-0F8E-E034-4420-7F2BB9DD5A51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1190558" y="4587344"/>
                  <a:ext cx="5616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4DDF2D1-0A68-2103-4AB8-CF2F122B2491}"/>
                    </a:ext>
                  </a:extLst>
                </p14:cNvPr>
                <p14:cNvContentPartPr/>
                <p14:nvPr/>
              </p14:nvContentPartPr>
              <p14:xfrm>
                <a:off x="11397558" y="4587704"/>
                <a:ext cx="39960" cy="1360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4DDF2D1-0A68-2103-4AB8-CF2F122B2491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1379918" y="4570064"/>
                  <a:ext cx="756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472B5B2-1E0E-004B-8688-D8E328F9795A}"/>
                    </a:ext>
                  </a:extLst>
                </p14:cNvPr>
                <p14:cNvContentPartPr/>
                <p14:nvPr/>
              </p14:nvContentPartPr>
              <p14:xfrm>
                <a:off x="11398998" y="4524344"/>
                <a:ext cx="123120" cy="1148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472B5B2-1E0E-004B-8688-D8E328F9795A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1381358" y="4506704"/>
                  <a:ext cx="15876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18B1395-6A83-7085-783B-D03F46BC380E}"/>
                    </a:ext>
                  </a:extLst>
                </p14:cNvPr>
                <p14:cNvContentPartPr/>
                <p14:nvPr/>
              </p14:nvContentPartPr>
              <p14:xfrm>
                <a:off x="11611038" y="4619384"/>
                <a:ext cx="129600" cy="1011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18B1395-6A83-7085-783B-D03F46BC380E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1593398" y="4601744"/>
                  <a:ext cx="16524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640A72A-B055-9B5E-D498-DCEBB04280FD}"/>
                    </a:ext>
                  </a:extLst>
                </p14:cNvPr>
                <p14:cNvContentPartPr/>
                <p14:nvPr/>
              </p14:nvContentPartPr>
              <p14:xfrm>
                <a:off x="8449518" y="4405544"/>
                <a:ext cx="612720" cy="4626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640A72A-B055-9B5E-D498-DCEBB04280F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431878" y="4387904"/>
                  <a:ext cx="648360" cy="49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926059B-71A2-1774-C9F8-04DB0274E510}"/>
                    </a:ext>
                  </a:extLst>
                </p14:cNvPr>
                <p14:cNvContentPartPr/>
                <p14:nvPr/>
              </p14:nvContentPartPr>
              <p14:xfrm>
                <a:off x="8872878" y="3963824"/>
                <a:ext cx="1628280" cy="5731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926059B-71A2-1774-C9F8-04DB0274E510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855238" y="3946184"/>
                  <a:ext cx="1663920" cy="60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4E89CBA-7325-B76F-44C8-40FB00EEE379}"/>
                    </a:ext>
                  </a:extLst>
                </p14:cNvPr>
                <p14:cNvContentPartPr/>
                <p14:nvPr/>
              </p14:nvContentPartPr>
              <p14:xfrm>
                <a:off x="10498998" y="3950504"/>
                <a:ext cx="95400" cy="1404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4E89CBA-7325-B76F-44C8-40FB00EEE379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481358" y="3932504"/>
                  <a:ext cx="131040" cy="17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8844D76E-47A5-B932-C390-F6D43A013ACC}"/>
              </a:ext>
            </a:extLst>
          </p:cNvPr>
          <p:cNvGrpSpPr/>
          <p:nvPr/>
        </p:nvGrpSpPr>
        <p:grpSpPr>
          <a:xfrm>
            <a:off x="10873758" y="3885344"/>
            <a:ext cx="446760" cy="264600"/>
            <a:chOff x="10873758" y="3885344"/>
            <a:chExt cx="446760" cy="26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5560AA4-F07A-7159-BACE-75BFE242840D}"/>
                    </a:ext>
                  </a:extLst>
                </p14:cNvPr>
                <p14:cNvContentPartPr/>
                <p14:nvPr/>
              </p14:nvContentPartPr>
              <p14:xfrm>
                <a:off x="10884918" y="3944744"/>
                <a:ext cx="20160" cy="2052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5560AA4-F07A-7159-BACE-75BFE242840D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866918" y="3927104"/>
                  <a:ext cx="5580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AE3A773-FD57-371C-70C7-4C77C743D6DE}"/>
                    </a:ext>
                  </a:extLst>
                </p14:cNvPr>
                <p14:cNvContentPartPr/>
                <p14:nvPr/>
              </p14:nvContentPartPr>
              <p14:xfrm>
                <a:off x="10873758" y="3885344"/>
                <a:ext cx="166680" cy="1720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AE3A773-FD57-371C-70C7-4C77C743D6DE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855758" y="3867704"/>
                  <a:ext cx="2023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29F467C-79A4-3DE5-83C1-BB2F3DDA5874}"/>
                    </a:ext>
                  </a:extLst>
                </p14:cNvPr>
                <p14:cNvContentPartPr/>
                <p14:nvPr/>
              </p14:nvContentPartPr>
              <p14:xfrm>
                <a:off x="11081118" y="3986864"/>
                <a:ext cx="56160" cy="1249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29F467C-79A4-3DE5-83C1-BB2F3DDA587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1063478" y="3969224"/>
                  <a:ext cx="918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14B36E2-98A7-3D2E-13C5-071AF955F6C8}"/>
                    </a:ext>
                  </a:extLst>
                </p14:cNvPr>
                <p14:cNvContentPartPr/>
                <p14:nvPr/>
              </p14:nvContentPartPr>
              <p14:xfrm>
                <a:off x="11316918" y="4070744"/>
                <a:ext cx="3600" cy="28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14B36E2-98A7-3D2E-13C5-071AF955F6C8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1298918" y="4053104"/>
                  <a:ext cx="39240" cy="3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38326E99-BBAF-E7BC-63D3-409C544B8EDA}"/>
                  </a:ext>
                </a:extLst>
              </p14:cNvPr>
              <p14:cNvContentPartPr/>
              <p14:nvPr/>
            </p14:nvContentPartPr>
            <p14:xfrm>
              <a:off x="5984238" y="4423544"/>
              <a:ext cx="998640" cy="11199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8326E99-BBAF-E7BC-63D3-409C544B8EDA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5966238" y="4405904"/>
                <a:ext cx="1034280" cy="1155600"/>
              </a:xfrm>
              <a:prstGeom prst="rect">
                <a:avLst/>
              </a:prstGeom>
            </p:spPr>
          </p:pic>
        </mc:Fallback>
      </mc:AlternateContent>
      <p:grpSp>
        <p:nvGrpSpPr>
          <p:cNvPr id="74" name="Group 73">
            <a:extLst>
              <a:ext uri="{FF2B5EF4-FFF2-40B4-BE49-F238E27FC236}">
                <a16:creationId xmlns:a16="http://schemas.microsoft.com/office/drawing/2014/main" id="{0565E58C-958B-62A5-D5BD-A5BC1C56E104}"/>
              </a:ext>
            </a:extLst>
          </p:cNvPr>
          <p:cNvGrpSpPr/>
          <p:nvPr/>
        </p:nvGrpSpPr>
        <p:grpSpPr>
          <a:xfrm>
            <a:off x="11259318" y="3758984"/>
            <a:ext cx="568800" cy="236160"/>
            <a:chOff x="11259318" y="3758984"/>
            <a:chExt cx="568800" cy="23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81E6C44-48EF-8E4D-3BA2-5E16E16C18D1}"/>
                    </a:ext>
                  </a:extLst>
                </p14:cNvPr>
                <p14:cNvContentPartPr/>
                <p14:nvPr/>
              </p14:nvContentPartPr>
              <p14:xfrm>
                <a:off x="11259318" y="3758984"/>
                <a:ext cx="217080" cy="2203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81E6C44-48EF-8E4D-3BA2-5E16E16C18D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1241678" y="3740984"/>
                  <a:ext cx="25272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248D671-654F-7764-FEEE-587B4CE0F688}"/>
                    </a:ext>
                  </a:extLst>
                </p14:cNvPr>
                <p14:cNvContentPartPr/>
                <p14:nvPr/>
              </p14:nvContentPartPr>
              <p14:xfrm>
                <a:off x="11562798" y="3894704"/>
                <a:ext cx="22680" cy="1004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248D671-654F-7764-FEEE-587B4CE0F688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1545158" y="3876704"/>
                  <a:ext cx="5832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26CABC0-51FA-5B75-41A2-B764D4DE487D}"/>
                    </a:ext>
                  </a:extLst>
                </p14:cNvPr>
                <p14:cNvContentPartPr/>
                <p14:nvPr/>
              </p14:nvContentPartPr>
              <p14:xfrm>
                <a:off x="11592318" y="3784544"/>
                <a:ext cx="16560" cy="342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26CABC0-51FA-5B75-41A2-B764D4DE487D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1574678" y="3766544"/>
                  <a:ext cx="522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4A4DE68-7947-CDBA-A53B-007BABFFDAC2}"/>
                    </a:ext>
                  </a:extLst>
                </p14:cNvPr>
                <p14:cNvContentPartPr/>
                <p14:nvPr/>
              </p14:nvContentPartPr>
              <p14:xfrm>
                <a:off x="11713638" y="3852944"/>
                <a:ext cx="114480" cy="806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4A4DE68-7947-CDBA-A53B-007BABFFDAC2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1695998" y="3834944"/>
                  <a:ext cx="150120" cy="11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2910F850-BD13-8B09-D45A-B99BF329D326}"/>
              </a:ext>
            </a:extLst>
          </p:cNvPr>
          <p:cNvGrpSpPr/>
          <p:nvPr/>
        </p:nvGrpSpPr>
        <p:grpSpPr>
          <a:xfrm>
            <a:off x="6524598" y="3548024"/>
            <a:ext cx="4461840" cy="636840"/>
            <a:chOff x="6524598" y="3548024"/>
            <a:chExt cx="4461840" cy="63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83A67C1-91B5-6327-FA07-BB54A768E9E0}"/>
                    </a:ext>
                  </a:extLst>
                </p14:cNvPr>
                <p14:cNvContentPartPr/>
                <p14:nvPr/>
              </p14:nvContentPartPr>
              <p14:xfrm>
                <a:off x="6524598" y="3548024"/>
                <a:ext cx="4363200" cy="6368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83A67C1-91B5-6327-FA07-BB54A768E9E0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506598" y="3530384"/>
                  <a:ext cx="4398840" cy="67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9803E59-8B4E-9971-17A1-179BEFFDA499}"/>
                    </a:ext>
                  </a:extLst>
                </p14:cNvPr>
                <p14:cNvContentPartPr/>
                <p14:nvPr/>
              </p14:nvContentPartPr>
              <p14:xfrm>
                <a:off x="10906158" y="3704624"/>
                <a:ext cx="80280" cy="1749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9803E59-8B4E-9971-17A1-179BEFFDA49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888158" y="3686624"/>
                  <a:ext cx="115920" cy="21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F532F2A6-9C27-B1CE-8537-A2FABC843E95}"/>
              </a:ext>
            </a:extLst>
          </p:cNvPr>
          <p:cNvGrpSpPr/>
          <p:nvPr/>
        </p:nvGrpSpPr>
        <p:grpSpPr>
          <a:xfrm>
            <a:off x="9463638" y="5448464"/>
            <a:ext cx="869760" cy="521280"/>
            <a:chOff x="9463638" y="5448464"/>
            <a:chExt cx="869760" cy="52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D133189-0BB7-639B-BF47-2F91EABD3581}"/>
                    </a:ext>
                  </a:extLst>
                </p14:cNvPr>
                <p14:cNvContentPartPr/>
                <p14:nvPr/>
              </p14:nvContentPartPr>
              <p14:xfrm>
                <a:off x="9463638" y="5448464"/>
                <a:ext cx="208080" cy="3499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D133189-0BB7-639B-BF47-2F91EABD3581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445638" y="5430464"/>
                  <a:ext cx="24372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4E77664-8811-AD94-9F18-E8138D0DD876}"/>
                    </a:ext>
                  </a:extLst>
                </p14:cNvPr>
                <p14:cNvContentPartPr/>
                <p14:nvPr/>
              </p14:nvContentPartPr>
              <p14:xfrm>
                <a:off x="9783678" y="5743304"/>
                <a:ext cx="31320" cy="2264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4E77664-8811-AD94-9F18-E8138D0DD876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766038" y="5725664"/>
                  <a:ext cx="6696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84ED772-957D-1E0B-134A-4E190E8227B7}"/>
                    </a:ext>
                  </a:extLst>
                </p14:cNvPr>
                <p14:cNvContentPartPr/>
                <p14:nvPr/>
              </p14:nvContentPartPr>
              <p14:xfrm>
                <a:off x="9789438" y="5702624"/>
                <a:ext cx="157680" cy="1310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84ED772-957D-1E0B-134A-4E190E8227B7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771438" y="5684624"/>
                  <a:ext cx="19332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097B279-0BA6-F038-719B-5733BB01AF52}"/>
                    </a:ext>
                  </a:extLst>
                </p14:cNvPr>
                <p14:cNvContentPartPr/>
                <p14:nvPr/>
              </p14:nvContentPartPr>
              <p14:xfrm>
                <a:off x="10038558" y="5804504"/>
                <a:ext cx="91800" cy="1479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097B279-0BA6-F038-719B-5733BB01AF52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020558" y="5786504"/>
                  <a:ext cx="1274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29A8701-8609-C569-E180-FB8835C76BB2}"/>
                    </a:ext>
                  </a:extLst>
                </p14:cNvPr>
                <p14:cNvContentPartPr/>
                <p14:nvPr/>
              </p14:nvContentPartPr>
              <p14:xfrm>
                <a:off x="10291278" y="5678504"/>
                <a:ext cx="38880" cy="12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29A8701-8609-C569-E180-FB8835C76BB2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273638" y="5660864"/>
                  <a:ext cx="745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03C1144-648F-60AD-6D6F-3064F30F30E0}"/>
                    </a:ext>
                  </a:extLst>
                </p14:cNvPr>
                <p14:cNvContentPartPr/>
                <p14:nvPr/>
              </p14:nvContentPartPr>
              <p14:xfrm>
                <a:off x="10311078" y="5719904"/>
                <a:ext cx="22320" cy="46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03C1144-648F-60AD-6D6F-3064F30F30E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293438" y="5701904"/>
                  <a:ext cx="57960" cy="4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2D1EA53E-E95F-7798-C5FD-1BB3A5D9B923}"/>
                  </a:ext>
                </a:extLst>
              </p14:cNvPr>
              <p14:cNvContentPartPr/>
              <p14:nvPr/>
            </p14:nvContentPartPr>
            <p14:xfrm>
              <a:off x="10648758" y="5588144"/>
              <a:ext cx="1265040" cy="12456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2D1EA53E-E95F-7798-C5FD-1BB3A5D9B923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10631118" y="5570144"/>
                <a:ext cx="1300680" cy="160200"/>
              </a:xfrm>
              <a:prstGeom prst="rect">
                <a:avLst/>
              </a:prstGeom>
            </p:spPr>
          </p:pic>
        </mc:Fallback>
      </mc:AlternateContent>
      <p:grpSp>
        <p:nvGrpSpPr>
          <p:cNvPr id="92" name="Group 91">
            <a:extLst>
              <a:ext uri="{FF2B5EF4-FFF2-40B4-BE49-F238E27FC236}">
                <a16:creationId xmlns:a16="http://schemas.microsoft.com/office/drawing/2014/main" id="{497C472B-19C8-53CA-23A0-E28A01670E8E}"/>
              </a:ext>
            </a:extLst>
          </p:cNvPr>
          <p:cNvGrpSpPr/>
          <p:nvPr/>
        </p:nvGrpSpPr>
        <p:grpSpPr>
          <a:xfrm>
            <a:off x="10932078" y="5859944"/>
            <a:ext cx="990360" cy="342000"/>
            <a:chOff x="10932078" y="5859944"/>
            <a:chExt cx="990360" cy="34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8F7976F-E175-389C-1AA0-FD7B679B5EBF}"/>
                    </a:ext>
                  </a:extLst>
                </p14:cNvPr>
                <p14:cNvContentPartPr/>
                <p14:nvPr/>
              </p14:nvContentPartPr>
              <p14:xfrm>
                <a:off x="10943238" y="5903864"/>
                <a:ext cx="27000" cy="2329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8F7976F-E175-389C-1AA0-FD7B679B5EBF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0925598" y="5886224"/>
                  <a:ext cx="6264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004F0DC-D9D5-BE71-A235-E2E716DC4E5B}"/>
                    </a:ext>
                  </a:extLst>
                </p14:cNvPr>
                <p14:cNvContentPartPr/>
                <p14:nvPr/>
              </p14:nvContentPartPr>
              <p14:xfrm>
                <a:off x="10932078" y="5859944"/>
                <a:ext cx="136800" cy="1854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004F0DC-D9D5-BE71-A235-E2E716DC4E5B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0914078" y="5841944"/>
                  <a:ext cx="1724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64455AC-EC69-D8C4-A6B0-A974A8100F9B}"/>
                    </a:ext>
                  </a:extLst>
                </p14:cNvPr>
                <p14:cNvContentPartPr/>
                <p14:nvPr/>
              </p14:nvContentPartPr>
              <p14:xfrm>
                <a:off x="11186238" y="6028064"/>
                <a:ext cx="24480" cy="1738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64455AC-EC69-D8C4-A6B0-A974A8100F9B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1168598" y="6010064"/>
                  <a:ext cx="6012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80DAEE0-63AB-8441-B649-59944DC22298}"/>
                    </a:ext>
                  </a:extLst>
                </p14:cNvPr>
                <p14:cNvContentPartPr/>
                <p14:nvPr/>
              </p14:nvContentPartPr>
              <p14:xfrm>
                <a:off x="11307198" y="5982704"/>
                <a:ext cx="165240" cy="388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80DAEE0-63AB-8441-B649-59944DC22298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1289198" y="5965064"/>
                  <a:ext cx="20088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ADDB358-2BB7-95C4-9749-6F46D68EA215}"/>
                    </a:ext>
                  </a:extLst>
                </p14:cNvPr>
                <p14:cNvContentPartPr/>
                <p14:nvPr/>
              </p14:nvContentPartPr>
              <p14:xfrm>
                <a:off x="11382798" y="5905304"/>
                <a:ext cx="24480" cy="2347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ADDB358-2BB7-95C4-9749-6F46D68EA215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1364798" y="5887664"/>
                  <a:ext cx="6012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E178D72-E39B-CE01-B1C3-C5AA4FE747C0}"/>
                    </a:ext>
                  </a:extLst>
                </p14:cNvPr>
                <p14:cNvContentPartPr/>
                <p14:nvPr/>
              </p14:nvContentPartPr>
              <p14:xfrm>
                <a:off x="11589078" y="5907104"/>
                <a:ext cx="24840" cy="2062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E178D72-E39B-CE01-B1C3-C5AA4FE747C0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1571438" y="5889464"/>
                  <a:ext cx="6048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4DCB4D8-B77E-02C1-AE3E-F4C68EDC86D7}"/>
                    </a:ext>
                  </a:extLst>
                </p14:cNvPr>
                <p14:cNvContentPartPr/>
                <p14:nvPr/>
              </p14:nvContentPartPr>
              <p14:xfrm>
                <a:off x="11595198" y="5868944"/>
                <a:ext cx="126000" cy="1296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4DCB4D8-B77E-02C1-AE3E-F4C68EDC86D7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1577198" y="5850944"/>
                  <a:ext cx="1616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85E3AE3-44A8-D41F-B6C5-52E60EAB8790}"/>
                    </a:ext>
                  </a:extLst>
                </p14:cNvPr>
                <p14:cNvContentPartPr/>
                <p14:nvPr/>
              </p14:nvContentPartPr>
              <p14:xfrm>
                <a:off x="11812998" y="5974784"/>
                <a:ext cx="109440" cy="1162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85E3AE3-44A8-D41F-B6C5-52E60EAB8790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1794998" y="5957144"/>
                  <a:ext cx="145080" cy="15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A81D7533-A77D-4B01-EE09-A71F72A7A2CF}"/>
              </a:ext>
            </a:extLst>
          </p:cNvPr>
          <p:cNvGrpSpPr/>
          <p:nvPr/>
        </p:nvGrpSpPr>
        <p:grpSpPr>
          <a:xfrm>
            <a:off x="10707798" y="5305544"/>
            <a:ext cx="673920" cy="277920"/>
            <a:chOff x="10707798" y="5305544"/>
            <a:chExt cx="673920" cy="27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A1F24D1-7325-C745-8FAE-5B80BBD3C5B4}"/>
                    </a:ext>
                  </a:extLst>
                </p14:cNvPr>
                <p14:cNvContentPartPr/>
                <p14:nvPr/>
              </p14:nvContentPartPr>
              <p14:xfrm>
                <a:off x="10719678" y="5348024"/>
                <a:ext cx="48240" cy="2354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A1F24D1-7325-C745-8FAE-5B80BBD3C5B4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0701678" y="5330024"/>
                  <a:ext cx="8388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5848B2B0-58FD-9C01-9374-3302476D3599}"/>
                    </a:ext>
                  </a:extLst>
                </p14:cNvPr>
                <p14:cNvContentPartPr/>
                <p14:nvPr/>
              </p14:nvContentPartPr>
              <p14:xfrm>
                <a:off x="10707798" y="5305544"/>
                <a:ext cx="198720" cy="1357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5848B2B0-58FD-9C01-9374-3302476D3599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0690158" y="5287544"/>
                  <a:ext cx="2343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682FD61-EB11-081D-A654-6685C6628EB7}"/>
                    </a:ext>
                  </a:extLst>
                </p14:cNvPr>
                <p14:cNvContentPartPr/>
                <p14:nvPr/>
              </p14:nvContentPartPr>
              <p14:xfrm>
                <a:off x="10985358" y="5418944"/>
                <a:ext cx="143640" cy="1296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682FD61-EB11-081D-A654-6685C6628EB7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0967358" y="5400944"/>
                  <a:ext cx="1792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950D4C2-5D91-793D-706C-CD33346A48F0}"/>
                    </a:ext>
                  </a:extLst>
                </p14:cNvPr>
                <p14:cNvContentPartPr/>
                <p14:nvPr/>
              </p14:nvContentPartPr>
              <p14:xfrm>
                <a:off x="11261118" y="5361704"/>
                <a:ext cx="120600" cy="1166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950D4C2-5D91-793D-706C-CD33346A48F0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1243118" y="5343704"/>
                  <a:ext cx="1562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2AE3C7AA-0A32-DC6D-EAAC-6F214EB36CE2}"/>
                    </a:ext>
                  </a:extLst>
                </p14:cNvPr>
                <p14:cNvContentPartPr/>
                <p14:nvPr/>
              </p14:nvContentPartPr>
              <p14:xfrm>
                <a:off x="11279478" y="5334344"/>
                <a:ext cx="97920" cy="1270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2AE3C7AA-0A32-DC6D-EAAC-6F214EB36CE2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1261478" y="5316704"/>
                  <a:ext cx="133560" cy="16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A7479FA3-ED23-6077-C948-1BB4FA8B5431}"/>
              </a:ext>
            </a:extLst>
          </p:cNvPr>
          <p:cNvGrpSpPr/>
          <p:nvPr/>
        </p:nvGrpSpPr>
        <p:grpSpPr>
          <a:xfrm>
            <a:off x="6821238" y="5069024"/>
            <a:ext cx="5137560" cy="1272240"/>
            <a:chOff x="6821238" y="5069024"/>
            <a:chExt cx="5137560" cy="127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765D156-C597-3BE7-832E-8E424D1A586E}"/>
                    </a:ext>
                  </a:extLst>
                </p14:cNvPr>
                <p14:cNvContentPartPr/>
                <p14:nvPr/>
              </p14:nvContentPartPr>
              <p14:xfrm>
                <a:off x="6821238" y="5133464"/>
                <a:ext cx="4399560" cy="12078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765D156-C597-3BE7-832E-8E424D1A586E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6803598" y="5115464"/>
                  <a:ext cx="4435200" cy="12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A086E86-AACC-EB90-D042-0BD618E112A5}"/>
                    </a:ext>
                  </a:extLst>
                </p14:cNvPr>
                <p14:cNvContentPartPr/>
                <p14:nvPr/>
              </p14:nvContentPartPr>
              <p14:xfrm>
                <a:off x="11194518" y="5069024"/>
                <a:ext cx="157320" cy="2415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A086E86-AACC-EB90-D042-0BD618E112A5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1176518" y="5051384"/>
                  <a:ext cx="19296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6744647-3DF8-B8E1-7732-81316C9F91F5}"/>
                    </a:ext>
                  </a:extLst>
                </p14:cNvPr>
                <p14:cNvContentPartPr/>
                <p14:nvPr/>
              </p14:nvContentPartPr>
              <p14:xfrm>
                <a:off x="11531838" y="5145704"/>
                <a:ext cx="166680" cy="2282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6744647-3DF8-B8E1-7732-81316C9F91F5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1513838" y="5127704"/>
                  <a:ext cx="20232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E5AF528-F72E-3542-6F10-6367036DBAB8}"/>
                    </a:ext>
                  </a:extLst>
                </p14:cNvPr>
                <p14:cNvContentPartPr/>
                <p14:nvPr/>
              </p14:nvContentPartPr>
              <p14:xfrm>
                <a:off x="11749998" y="5312384"/>
                <a:ext cx="36360" cy="1134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E5AF528-F72E-3542-6F10-6367036DBAB8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1731998" y="5294384"/>
                  <a:ext cx="7200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38A0CC5-4DE8-433F-B32C-6B8449661DED}"/>
                    </a:ext>
                  </a:extLst>
                </p14:cNvPr>
                <p14:cNvContentPartPr/>
                <p14:nvPr/>
              </p14:nvContentPartPr>
              <p14:xfrm>
                <a:off x="11787438" y="5184584"/>
                <a:ext cx="15840" cy="298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38A0CC5-4DE8-433F-B32C-6B8449661DED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1769438" y="5166944"/>
                  <a:ext cx="514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97F27D6-8599-4067-3C7C-884C208D87B6}"/>
                    </a:ext>
                  </a:extLst>
                </p14:cNvPr>
                <p14:cNvContentPartPr/>
                <p14:nvPr/>
              </p14:nvContentPartPr>
              <p14:xfrm>
                <a:off x="11825958" y="5300864"/>
                <a:ext cx="132840" cy="763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97F27D6-8599-4067-3C7C-884C208D87B6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1807958" y="5283224"/>
                  <a:ext cx="168480" cy="11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E2CB1F87-1D45-EBB9-845E-350C082CD9FF}"/>
              </a:ext>
            </a:extLst>
          </p:cNvPr>
          <p:cNvGrpSpPr/>
          <p:nvPr/>
        </p:nvGrpSpPr>
        <p:grpSpPr>
          <a:xfrm>
            <a:off x="4290798" y="669464"/>
            <a:ext cx="2066400" cy="1431000"/>
            <a:chOff x="4290798" y="669464"/>
            <a:chExt cx="2066400" cy="143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B10912B-6185-ABEF-C36A-A0AE345C34F9}"/>
                    </a:ext>
                  </a:extLst>
                </p14:cNvPr>
                <p14:cNvContentPartPr/>
                <p14:nvPr/>
              </p14:nvContentPartPr>
              <p14:xfrm>
                <a:off x="4721718" y="846584"/>
                <a:ext cx="113400" cy="5547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B10912B-6185-ABEF-C36A-A0AE345C34F9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4704078" y="828944"/>
                  <a:ext cx="149040" cy="59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0DA2A13-8FE8-F3D6-3EF8-94148F0976DA}"/>
                    </a:ext>
                  </a:extLst>
                </p14:cNvPr>
                <p14:cNvContentPartPr/>
                <p14:nvPr/>
              </p14:nvContentPartPr>
              <p14:xfrm>
                <a:off x="4605798" y="1357784"/>
                <a:ext cx="371160" cy="1144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0DA2A13-8FE8-F3D6-3EF8-94148F0976DA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4587798" y="1339784"/>
                  <a:ext cx="4068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9AC7212-75A5-44D4-506E-9EC3976C977E}"/>
                    </a:ext>
                  </a:extLst>
                </p14:cNvPr>
                <p14:cNvContentPartPr/>
                <p14:nvPr/>
              </p14:nvContentPartPr>
              <p14:xfrm>
                <a:off x="4755558" y="1538864"/>
                <a:ext cx="87840" cy="460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9AC7212-75A5-44D4-506E-9EC3976C977E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4737558" y="1520864"/>
                  <a:ext cx="1234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938FB1B9-E5A1-0AD0-465C-5152EA7B7F26}"/>
                    </a:ext>
                  </a:extLst>
                </p14:cNvPr>
                <p14:cNvContentPartPr/>
                <p14:nvPr/>
              </p14:nvContentPartPr>
              <p14:xfrm>
                <a:off x="4860678" y="1574864"/>
                <a:ext cx="114480" cy="5050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938FB1B9-E5A1-0AD0-465C-5152EA7B7F26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4842678" y="1557224"/>
                  <a:ext cx="150120" cy="54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3C1E641-0701-D338-C200-C0AE88AD581C}"/>
                    </a:ext>
                  </a:extLst>
                </p14:cNvPr>
                <p14:cNvContentPartPr/>
                <p14:nvPr/>
              </p14:nvContentPartPr>
              <p14:xfrm>
                <a:off x="4290798" y="1430144"/>
                <a:ext cx="76320" cy="2314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3C1E641-0701-D338-C200-C0AE88AD581C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4273158" y="1412504"/>
                  <a:ext cx="11196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B92C07D-EEB0-1DFF-FEE5-A5FB1F5F125C}"/>
                    </a:ext>
                  </a:extLst>
                </p14:cNvPr>
                <p14:cNvContentPartPr/>
                <p14:nvPr/>
              </p14:nvContentPartPr>
              <p14:xfrm>
                <a:off x="4372518" y="1397384"/>
                <a:ext cx="75600" cy="1695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B92C07D-EEB0-1DFF-FEE5-A5FB1F5F125C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4354518" y="1379744"/>
                  <a:ext cx="1112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97C0080-5DFB-6020-CE4B-476F9E50F1EA}"/>
                    </a:ext>
                  </a:extLst>
                </p14:cNvPr>
                <p14:cNvContentPartPr/>
                <p14:nvPr/>
              </p14:nvContentPartPr>
              <p14:xfrm>
                <a:off x="4454958" y="1181384"/>
                <a:ext cx="116640" cy="1782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97C0080-5DFB-6020-CE4B-476F9E50F1EA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4437318" y="1163744"/>
                  <a:ext cx="1522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164EA92-86F9-0E79-D1D3-9413C547037D}"/>
                    </a:ext>
                  </a:extLst>
                </p14:cNvPr>
                <p14:cNvContentPartPr/>
                <p14:nvPr/>
              </p14:nvContentPartPr>
              <p14:xfrm>
                <a:off x="4703718" y="675584"/>
                <a:ext cx="671760" cy="1508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164EA92-86F9-0E79-D1D3-9413C547037D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4686078" y="657584"/>
                  <a:ext cx="70740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8CD601B-0C46-38FF-2C74-3E50E0B8C710}"/>
                    </a:ext>
                  </a:extLst>
                </p14:cNvPr>
                <p14:cNvContentPartPr/>
                <p14:nvPr/>
              </p14:nvContentPartPr>
              <p14:xfrm>
                <a:off x="5304558" y="669464"/>
                <a:ext cx="30240" cy="1940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8CD601B-0C46-38FF-2C74-3E50E0B8C710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5286918" y="651464"/>
                  <a:ext cx="6588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DC5434A8-B236-514B-B5A1-FF953840A77C}"/>
                    </a:ext>
                  </a:extLst>
                </p14:cNvPr>
                <p14:cNvContentPartPr/>
                <p14:nvPr/>
              </p14:nvContentPartPr>
              <p14:xfrm>
                <a:off x="5354958" y="881144"/>
                <a:ext cx="160560" cy="1929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DC5434A8-B236-514B-B5A1-FF953840A77C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5336958" y="863504"/>
                  <a:ext cx="1962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D817578D-DF38-C2E1-1212-C1651EA99BB8}"/>
                    </a:ext>
                  </a:extLst>
                </p14:cNvPr>
                <p14:cNvContentPartPr/>
                <p14:nvPr/>
              </p14:nvContentPartPr>
              <p14:xfrm>
                <a:off x="5513358" y="1075544"/>
                <a:ext cx="95760" cy="5040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D817578D-DF38-C2E1-1212-C1651EA99BB8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495718" y="1057904"/>
                  <a:ext cx="131400" cy="53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91313213-67F6-9048-FA11-B202D81D62F2}"/>
                    </a:ext>
                  </a:extLst>
                </p14:cNvPr>
                <p14:cNvContentPartPr/>
                <p14:nvPr/>
              </p14:nvContentPartPr>
              <p14:xfrm>
                <a:off x="5552238" y="1566944"/>
                <a:ext cx="149040" cy="2394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91313213-67F6-9048-FA11-B202D81D62F2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5534238" y="1549304"/>
                  <a:ext cx="18468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3B7FAC3-9426-E6B3-664A-C6BAA9754608}"/>
                    </a:ext>
                  </a:extLst>
                </p14:cNvPr>
                <p14:cNvContentPartPr/>
                <p14:nvPr/>
              </p14:nvContentPartPr>
              <p14:xfrm>
                <a:off x="5702718" y="1798064"/>
                <a:ext cx="69480" cy="2646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3B7FAC3-9426-E6B3-664A-C6BAA9754608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5685078" y="1780064"/>
                  <a:ext cx="10512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08513F8-9777-652C-6AF6-A56356688692}"/>
                    </a:ext>
                  </a:extLst>
                </p14:cNvPr>
                <p14:cNvContentPartPr/>
                <p14:nvPr/>
              </p14:nvContentPartPr>
              <p14:xfrm>
                <a:off x="5134278" y="1987784"/>
                <a:ext cx="687240" cy="1126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08513F8-9777-652C-6AF6-A56356688692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5116278" y="1969784"/>
                  <a:ext cx="7228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4B6E19F-E3EF-709F-2E10-0F58280079EE}"/>
                    </a:ext>
                  </a:extLst>
                </p14:cNvPr>
                <p14:cNvContentPartPr/>
                <p14:nvPr/>
              </p14:nvContentPartPr>
              <p14:xfrm>
                <a:off x="5583558" y="839024"/>
                <a:ext cx="61560" cy="2210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4B6E19F-E3EF-709F-2E10-0F58280079EE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5565918" y="821384"/>
                  <a:ext cx="9720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EEB8A4E-5DC0-0D2A-4069-2F6DA49B2B9F}"/>
                    </a:ext>
                  </a:extLst>
                </p14:cNvPr>
                <p14:cNvContentPartPr/>
                <p14:nvPr/>
              </p14:nvContentPartPr>
              <p14:xfrm>
                <a:off x="5572038" y="726344"/>
                <a:ext cx="212760" cy="1839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EEB8A4E-5DC0-0D2A-4069-2F6DA49B2B9F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554038" y="708344"/>
                  <a:ext cx="2484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7B1568C-736D-3F8A-89E3-E7011DC4DF0E}"/>
                    </a:ext>
                  </a:extLst>
                </p14:cNvPr>
                <p14:cNvContentPartPr/>
                <p14:nvPr/>
              </p14:nvContentPartPr>
              <p14:xfrm>
                <a:off x="5857518" y="1437344"/>
                <a:ext cx="42120" cy="2080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77B1568C-736D-3F8A-89E3-E7011DC4DF0E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5839878" y="1419704"/>
                  <a:ext cx="777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F3E4CF1-B634-DD98-40FC-BE674A1E041A}"/>
                    </a:ext>
                  </a:extLst>
                </p14:cNvPr>
                <p14:cNvContentPartPr/>
                <p14:nvPr/>
              </p14:nvContentPartPr>
              <p14:xfrm>
                <a:off x="5977758" y="1417904"/>
                <a:ext cx="104400" cy="1371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F3E4CF1-B634-DD98-40FC-BE674A1E041A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5960118" y="1400264"/>
                  <a:ext cx="1400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7940A5C9-9EEB-B42E-C62E-78536AF57B14}"/>
                    </a:ext>
                  </a:extLst>
                </p14:cNvPr>
                <p14:cNvContentPartPr/>
                <p14:nvPr/>
              </p14:nvContentPartPr>
              <p14:xfrm>
                <a:off x="6167478" y="1361384"/>
                <a:ext cx="47520" cy="1868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7940A5C9-9EEB-B42E-C62E-78536AF57B14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6149478" y="1343384"/>
                  <a:ext cx="831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B7D7AB9D-D816-BA62-2DBB-2F0C04FC6E7E}"/>
                    </a:ext>
                  </a:extLst>
                </p14:cNvPr>
                <p14:cNvContentPartPr/>
                <p14:nvPr/>
              </p14:nvContentPartPr>
              <p14:xfrm>
                <a:off x="6148758" y="1317104"/>
                <a:ext cx="208440" cy="1695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B7D7AB9D-D816-BA62-2DBB-2F0C04FC6E7E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6131118" y="1299104"/>
                  <a:ext cx="24408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A9F0F15D-7075-BD39-B061-50C77B234DD0}"/>
              </a:ext>
            </a:extLst>
          </p:cNvPr>
          <p:cNvGrpSpPr/>
          <p:nvPr/>
        </p:nvGrpSpPr>
        <p:grpSpPr>
          <a:xfrm>
            <a:off x="5928798" y="557144"/>
            <a:ext cx="1025640" cy="415800"/>
            <a:chOff x="5928798" y="557144"/>
            <a:chExt cx="1025640" cy="41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D821602-1CF7-BF13-A4B5-0CFFE4281FF4}"/>
                    </a:ext>
                  </a:extLst>
                </p14:cNvPr>
                <p14:cNvContentPartPr/>
                <p14:nvPr/>
              </p14:nvContentPartPr>
              <p14:xfrm>
                <a:off x="5928798" y="557144"/>
                <a:ext cx="204120" cy="2797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D821602-1CF7-BF13-A4B5-0CFFE4281FF4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5910798" y="539144"/>
                  <a:ext cx="23976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530C650F-3E1F-4948-EB08-A06F011B5C68}"/>
                    </a:ext>
                  </a:extLst>
                </p14:cNvPr>
                <p14:cNvContentPartPr/>
                <p14:nvPr/>
              </p14:nvContentPartPr>
              <p14:xfrm>
                <a:off x="6228678" y="845504"/>
                <a:ext cx="46440" cy="1274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30C650F-3E1F-4948-EB08-A06F011B5C68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6210678" y="827504"/>
                  <a:ext cx="820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AA693465-FE98-548D-EBB4-AF18827BE47D}"/>
                    </a:ext>
                  </a:extLst>
                </p14:cNvPr>
                <p14:cNvContentPartPr/>
                <p14:nvPr/>
              </p14:nvContentPartPr>
              <p14:xfrm>
                <a:off x="6240198" y="759824"/>
                <a:ext cx="137520" cy="1317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AA693465-FE98-548D-EBB4-AF18827BE47D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6222558" y="742184"/>
                  <a:ext cx="1731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6FADD288-75D7-972A-CE81-AC1F47C38960}"/>
                    </a:ext>
                  </a:extLst>
                </p14:cNvPr>
                <p14:cNvContentPartPr/>
                <p14:nvPr/>
              </p14:nvContentPartPr>
              <p14:xfrm>
                <a:off x="6470598" y="838664"/>
                <a:ext cx="34200" cy="1000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6FADD288-75D7-972A-CE81-AC1F47C38960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6452598" y="821024"/>
                  <a:ext cx="698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753AB13-DEC8-80EE-1A22-594E7CEB8DA1}"/>
                    </a:ext>
                  </a:extLst>
                </p14:cNvPr>
                <p14:cNvContentPartPr/>
                <p14:nvPr/>
              </p14:nvContentPartPr>
              <p14:xfrm>
                <a:off x="6538278" y="706544"/>
                <a:ext cx="47520" cy="435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753AB13-DEC8-80EE-1A22-594E7CEB8DA1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6520278" y="688544"/>
                  <a:ext cx="831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A52553AE-3470-D0A9-D91B-2C3BDEE135A1}"/>
                    </a:ext>
                  </a:extLst>
                </p14:cNvPr>
                <p14:cNvContentPartPr/>
                <p14:nvPr/>
              </p14:nvContentPartPr>
              <p14:xfrm>
                <a:off x="6563838" y="764504"/>
                <a:ext cx="72720" cy="637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A52553AE-3470-D0A9-D91B-2C3BDEE135A1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6546198" y="746864"/>
                  <a:ext cx="1083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B3C9FAA6-FD03-52B7-0424-F03609EF7FEC}"/>
                    </a:ext>
                  </a:extLst>
                </p14:cNvPr>
                <p14:cNvContentPartPr/>
                <p14:nvPr/>
              </p14:nvContentPartPr>
              <p14:xfrm>
                <a:off x="6771198" y="596024"/>
                <a:ext cx="83880" cy="2390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B3C9FAA6-FD03-52B7-0424-F03609EF7FEC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6753198" y="578024"/>
                  <a:ext cx="11952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CA2B5A76-935A-D9EE-854F-E6B155B12BA8}"/>
                    </a:ext>
                  </a:extLst>
                </p14:cNvPr>
                <p14:cNvContentPartPr/>
                <p14:nvPr/>
              </p14:nvContentPartPr>
              <p14:xfrm>
                <a:off x="6933918" y="912824"/>
                <a:ext cx="20520" cy="75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CA2B5A76-935A-D9EE-854F-E6B155B12BA8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6916278" y="895184"/>
                  <a:ext cx="56160" cy="4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FB86C417-81A9-A48A-7158-97FD687349A3}"/>
              </a:ext>
            </a:extLst>
          </p:cNvPr>
          <p:cNvGrpSpPr/>
          <p:nvPr/>
        </p:nvGrpSpPr>
        <p:grpSpPr>
          <a:xfrm>
            <a:off x="6433518" y="1157264"/>
            <a:ext cx="861120" cy="427680"/>
            <a:chOff x="6433518" y="1157264"/>
            <a:chExt cx="861120" cy="42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2841FDB-5F71-328E-176C-F8104EBE0F4A}"/>
                    </a:ext>
                  </a:extLst>
                </p14:cNvPr>
                <p14:cNvContentPartPr/>
                <p14:nvPr/>
              </p14:nvContentPartPr>
              <p14:xfrm>
                <a:off x="6433518" y="1157264"/>
                <a:ext cx="224640" cy="2613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92841FDB-5F71-328E-176C-F8104EBE0F4A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6415518" y="1139264"/>
                  <a:ext cx="26028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1B8094BB-42B1-35D3-6662-E256620CCA83}"/>
                    </a:ext>
                  </a:extLst>
                </p14:cNvPr>
                <p14:cNvContentPartPr/>
                <p14:nvPr/>
              </p14:nvContentPartPr>
              <p14:xfrm>
                <a:off x="6746718" y="1410344"/>
                <a:ext cx="70200" cy="1746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1B8094BB-42B1-35D3-6662-E256620CCA83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728718" y="1392344"/>
                  <a:ext cx="1058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86DF4351-3F4F-A6F3-5065-B19C0859B613}"/>
                    </a:ext>
                  </a:extLst>
                </p14:cNvPr>
                <p14:cNvContentPartPr/>
                <p14:nvPr/>
              </p14:nvContentPartPr>
              <p14:xfrm>
                <a:off x="6757878" y="1381544"/>
                <a:ext cx="108360" cy="918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86DF4351-3F4F-A6F3-5065-B19C0859B613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6740238" y="1363904"/>
                  <a:ext cx="14400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4944C461-685A-C8E8-2AFE-2370CD7108EA}"/>
                    </a:ext>
                  </a:extLst>
                </p14:cNvPr>
                <p14:cNvContentPartPr/>
                <p14:nvPr/>
              </p14:nvContentPartPr>
              <p14:xfrm>
                <a:off x="6940398" y="1426184"/>
                <a:ext cx="72360" cy="806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4944C461-685A-C8E8-2AFE-2370CD7108EA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6922758" y="1408544"/>
                  <a:ext cx="1080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6880B365-4649-E608-BE18-9D827F8D54D9}"/>
                    </a:ext>
                  </a:extLst>
                </p14:cNvPr>
                <p14:cNvContentPartPr/>
                <p14:nvPr/>
              </p14:nvContentPartPr>
              <p14:xfrm>
                <a:off x="7066758" y="1233584"/>
                <a:ext cx="25200" cy="334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6880B365-4649-E608-BE18-9D827F8D54D9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7049118" y="1215944"/>
                  <a:ext cx="608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4CCCFB31-BF98-973C-92EA-4E1A26CD975B}"/>
                    </a:ext>
                  </a:extLst>
                </p14:cNvPr>
                <p14:cNvContentPartPr/>
                <p14:nvPr/>
              </p14:nvContentPartPr>
              <p14:xfrm>
                <a:off x="7073598" y="1281104"/>
                <a:ext cx="66600" cy="514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4CCCFB31-BF98-973C-92EA-4E1A26CD975B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7055598" y="1263104"/>
                  <a:ext cx="1022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98F456BA-95F4-F62E-7ADD-6A10D7D864AC}"/>
                    </a:ext>
                  </a:extLst>
                </p14:cNvPr>
                <p14:cNvContentPartPr/>
                <p14:nvPr/>
              </p14:nvContentPartPr>
              <p14:xfrm>
                <a:off x="7150998" y="1170944"/>
                <a:ext cx="106560" cy="1000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98F456BA-95F4-F62E-7ADD-6A10D7D864AC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7132998" y="1153304"/>
                  <a:ext cx="1422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3FE6905-7751-33B0-0FA4-331B8BBC764A}"/>
                    </a:ext>
                  </a:extLst>
                </p14:cNvPr>
                <p14:cNvContentPartPr/>
                <p14:nvPr/>
              </p14:nvContentPartPr>
              <p14:xfrm>
                <a:off x="7285998" y="1353464"/>
                <a:ext cx="8640" cy="46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3FE6905-7751-33B0-0FA4-331B8BBC764A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7268358" y="1335464"/>
                  <a:ext cx="44280" cy="40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1025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4C4A2-78EB-05CA-238A-C1BA2060A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D586E-15F1-28F8-4931-774D0C635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Voltage divider</a:t>
            </a:r>
          </a:p>
        </p:txBody>
      </p:sp>
      <p:pic>
        <p:nvPicPr>
          <p:cNvPr id="6" name="Content Placeholder 5" descr="A diagram of electrical circuits&#10;&#10;Description automatically generated">
            <a:extLst>
              <a:ext uri="{FF2B5EF4-FFF2-40B4-BE49-F238E27FC236}">
                <a16:creationId xmlns:a16="http://schemas.microsoft.com/office/drawing/2014/main" id="{041552FA-43D9-2E7F-63CC-3A08980D5A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467"/>
          <a:stretch/>
        </p:blipFill>
        <p:spPr>
          <a:xfrm>
            <a:off x="690328" y="1027201"/>
            <a:ext cx="3797086" cy="480359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4153CD-3479-47BB-8536-E35A700EF4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3" name="Content Placeholder 5" descr="A diagram of electrical circuits&#10;&#10;Description automatically generated">
            <a:extLst>
              <a:ext uri="{FF2B5EF4-FFF2-40B4-BE49-F238E27FC236}">
                <a16:creationId xmlns:a16="http://schemas.microsoft.com/office/drawing/2014/main" id="{D2A5CAB3-4538-3168-C101-99EB0D3D348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732"/>
          <a:stretch/>
        </p:blipFill>
        <p:spPr>
          <a:xfrm>
            <a:off x="6201136" y="95491"/>
            <a:ext cx="4139128" cy="3541853"/>
          </a:xfrm>
          <a:prstGeom prst="rect">
            <a:avLst/>
          </a:prstGeom>
        </p:spPr>
      </p:pic>
      <p:grpSp>
        <p:nvGrpSpPr>
          <p:cNvPr id="146" name="Group 145">
            <a:extLst>
              <a:ext uri="{FF2B5EF4-FFF2-40B4-BE49-F238E27FC236}">
                <a16:creationId xmlns:a16="http://schemas.microsoft.com/office/drawing/2014/main" id="{0ED8A928-D345-F0E6-E367-3378B2C56D51}"/>
              </a:ext>
            </a:extLst>
          </p:cNvPr>
          <p:cNvGrpSpPr/>
          <p:nvPr/>
        </p:nvGrpSpPr>
        <p:grpSpPr>
          <a:xfrm>
            <a:off x="5928798" y="557144"/>
            <a:ext cx="1025640" cy="415800"/>
            <a:chOff x="5928798" y="557144"/>
            <a:chExt cx="1025640" cy="41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EDF4896D-3A3C-AE1A-1166-57BF3ECF18E6}"/>
                    </a:ext>
                  </a:extLst>
                </p14:cNvPr>
                <p14:cNvContentPartPr/>
                <p14:nvPr/>
              </p14:nvContentPartPr>
              <p14:xfrm>
                <a:off x="5928798" y="557144"/>
                <a:ext cx="204120" cy="2797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EDF4896D-3A3C-AE1A-1166-57BF3ECF18E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910798" y="539144"/>
                  <a:ext cx="23976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D49BEFB6-CF1F-146B-9136-9B276A97680A}"/>
                    </a:ext>
                  </a:extLst>
                </p14:cNvPr>
                <p14:cNvContentPartPr/>
                <p14:nvPr/>
              </p14:nvContentPartPr>
              <p14:xfrm>
                <a:off x="6228678" y="845504"/>
                <a:ext cx="46440" cy="1274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D49BEFB6-CF1F-146B-9136-9B276A97680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210678" y="827504"/>
                  <a:ext cx="820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F19D96B1-DDE6-59C8-0A02-1D95E84B5915}"/>
                    </a:ext>
                  </a:extLst>
                </p14:cNvPr>
                <p14:cNvContentPartPr/>
                <p14:nvPr/>
              </p14:nvContentPartPr>
              <p14:xfrm>
                <a:off x="6240198" y="759824"/>
                <a:ext cx="137520" cy="1317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F19D96B1-DDE6-59C8-0A02-1D95E84B591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222198" y="741824"/>
                  <a:ext cx="1731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7BBB4D8A-239E-0FD5-CC3E-A6473D7F330D}"/>
                    </a:ext>
                  </a:extLst>
                </p14:cNvPr>
                <p14:cNvContentPartPr/>
                <p14:nvPr/>
              </p14:nvContentPartPr>
              <p14:xfrm>
                <a:off x="6470598" y="838664"/>
                <a:ext cx="34200" cy="1000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7BBB4D8A-239E-0FD5-CC3E-A6473D7F330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452598" y="820599"/>
                  <a:ext cx="69840" cy="1358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4C73B6F7-0A1F-5FD4-026B-8BFA25181D0A}"/>
                    </a:ext>
                  </a:extLst>
                </p14:cNvPr>
                <p14:cNvContentPartPr/>
                <p14:nvPr/>
              </p14:nvContentPartPr>
              <p14:xfrm>
                <a:off x="6538278" y="706544"/>
                <a:ext cx="47520" cy="435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4C73B6F7-0A1F-5FD4-026B-8BFA25181D0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520413" y="688544"/>
                  <a:ext cx="82892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1534E9C4-E0CB-FD60-09B5-3CB1C0FFA8D1}"/>
                    </a:ext>
                  </a:extLst>
                </p14:cNvPr>
                <p14:cNvContentPartPr/>
                <p14:nvPr/>
              </p14:nvContentPartPr>
              <p14:xfrm>
                <a:off x="6563838" y="764504"/>
                <a:ext cx="72720" cy="637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1534E9C4-E0CB-FD60-09B5-3CB1C0FFA8D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545838" y="746504"/>
                  <a:ext cx="1083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1BE3222-3D15-5A40-FD57-F73B10D4585B}"/>
                    </a:ext>
                  </a:extLst>
                </p14:cNvPr>
                <p14:cNvContentPartPr/>
                <p14:nvPr/>
              </p14:nvContentPartPr>
              <p14:xfrm>
                <a:off x="6771198" y="596024"/>
                <a:ext cx="83880" cy="2390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1BE3222-3D15-5A40-FD57-F73B10D4585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753198" y="578024"/>
                  <a:ext cx="11952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73BA7D7F-7035-5BDA-407C-DB5AF8402F1C}"/>
                    </a:ext>
                  </a:extLst>
                </p14:cNvPr>
                <p14:cNvContentPartPr/>
                <p14:nvPr/>
              </p14:nvContentPartPr>
              <p14:xfrm>
                <a:off x="6933918" y="912824"/>
                <a:ext cx="20520" cy="75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73BA7D7F-7035-5BDA-407C-DB5AF8402F1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915918" y="893924"/>
                  <a:ext cx="56160" cy="4498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EAA37B5C-D7D2-0112-CA4E-2DFD4BD138A1}"/>
              </a:ext>
            </a:extLst>
          </p:cNvPr>
          <p:cNvGrpSpPr/>
          <p:nvPr/>
        </p:nvGrpSpPr>
        <p:grpSpPr>
          <a:xfrm>
            <a:off x="6433518" y="1157264"/>
            <a:ext cx="861120" cy="427680"/>
            <a:chOff x="6433518" y="1157264"/>
            <a:chExt cx="861120" cy="42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A03F4E4-2123-E63D-0A38-0460C0999132}"/>
                    </a:ext>
                  </a:extLst>
                </p14:cNvPr>
                <p14:cNvContentPartPr/>
                <p14:nvPr/>
              </p14:nvContentPartPr>
              <p14:xfrm>
                <a:off x="6433518" y="1157264"/>
                <a:ext cx="224640" cy="2613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A03F4E4-2123-E63D-0A38-0460C099913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415547" y="1139264"/>
                  <a:ext cx="260223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878D676-1DB4-DEA1-53D5-40443159EE83}"/>
                    </a:ext>
                  </a:extLst>
                </p14:cNvPr>
                <p14:cNvContentPartPr/>
                <p14:nvPr/>
              </p14:nvContentPartPr>
              <p14:xfrm>
                <a:off x="6746718" y="1410344"/>
                <a:ext cx="70200" cy="1746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878D676-1DB4-DEA1-53D5-40443159EE8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728810" y="1392344"/>
                  <a:ext cx="105658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C1326698-FDCB-066B-73C7-3DF322321BC2}"/>
                    </a:ext>
                  </a:extLst>
                </p14:cNvPr>
                <p14:cNvContentPartPr/>
                <p14:nvPr/>
              </p14:nvContentPartPr>
              <p14:xfrm>
                <a:off x="6757878" y="1381544"/>
                <a:ext cx="108360" cy="918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C1326698-FDCB-066B-73C7-3DF322321BC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739878" y="1363544"/>
                  <a:ext cx="14400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D3064A43-206C-66E8-7F06-B8DEB94330B7}"/>
                    </a:ext>
                  </a:extLst>
                </p14:cNvPr>
                <p14:cNvContentPartPr/>
                <p14:nvPr/>
              </p14:nvContentPartPr>
              <p14:xfrm>
                <a:off x="6940398" y="1426184"/>
                <a:ext cx="72360" cy="806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D3064A43-206C-66E8-7F06-B8DEB94330B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922308" y="1408184"/>
                  <a:ext cx="108178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B7F1C4B5-B4B8-11F3-C9C6-EB0829AF1FCB}"/>
                    </a:ext>
                  </a:extLst>
                </p14:cNvPr>
                <p14:cNvContentPartPr/>
                <p14:nvPr/>
              </p14:nvContentPartPr>
              <p14:xfrm>
                <a:off x="7066758" y="1233584"/>
                <a:ext cx="25200" cy="334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B7F1C4B5-B4B8-11F3-C9C6-EB0829AF1FC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048758" y="1215388"/>
                  <a:ext cx="60840" cy="695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CEA9991-173C-A509-8AE7-5C1E0FE82313}"/>
                    </a:ext>
                  </a:extLst>
                </p14:cNvPr>
                <p14:cNvContentPartPr/>
                <p14:nvPr/>
              </p14:nvContentPartPr>
              <p14:xfrm>
                <a:off x="7073598" y="1281104"/>
                <a:ext cx="66600" cy="514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CEA9991-173C-A509-8AE7-5C1E0FE8231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055598" y="1263229"/>
                  <a:ext cx="102240" cy="868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0A554059-4A7B-E2A5-05C6-F974CF9AD405}"/>
                    </a:ext>
                  </a:extLst>
                </p14:cNvPr>
                <p14:cNvContentPartPr/>
                <p14:nvPr/>
              </p14:nvContentPartPr>
              <p14:xfrm>
                <a:off x="7150998" y="1170944"/>
                <a:ext cx="106560" cy="1000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0A554059-4A7B-E2A5-05C6-F974CF9AD40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132998" y="1152944"/>
                  <a:ext cx="1422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D914C404-EEC7-C9C4-59BA-289EDD4AFA38}"/>
                    </a:ext>
                  </a:extLst>
                </p14:cNvPr>
                <p14:cNvContentPartPr/>
                <p14:nvPr/>
              </p14:nvContentPartPr>
              <p14:xfrm>
                <a:off x="7285998" y="1353464"/>
                <a:ext cx="8640" cy="46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D914C404-EEC7-C9C4-59BA-289EDD4AFA3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267998" y="1335464"/>
                  <a:ext cx="44280" cy="4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CF791F75-A7E3-0B2F-A447-CE8C80362FA5}"/>
              </a:ext>
            </a:extLst>
          </p:cNvPr>
          <p:cNvGrpSpPr/>
          <p:nvPr/>
        </p:nvGrpSpPr>
        <p:grpSpPr>
          <a:xfrm>
            <a:off x="5590243" y="3950965"/>
            <a:ext cx="3600000" cy="2057400"/>
            <a:chOff x="5590243" y="3950965"/>
            <a:chExt cx="3600000" cy="205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F015D95-1911-FF22-718E-1868F840A18D}"/>
                    </a:ext>
                  </a:extLst>
                </p14:cNvPr>
                <p14:cNvContentPartPr/>
                <p14:nvPr/>
              </p14:nvContentPartPr>
              <p14:xfrm>
                <a:off x="6427963" y="3950965"/>
                <a:ext cx="50040" cy="8280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F015D95-1911-FF22-718E-1868F840A18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409963" y="3933325"/>
                  <a:ext cx="85680" cy="86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8A4895D-8318-05BA-9219-FDB48A8F8890}"/>
                    </a:ext>
                  </a:extLst>
                </p14:cNvPr>
                <p14:cNvContentPartPr/>
                <p14:nvPr/>
              </p14:nvContentPartPr>
              <p14:xfrm>
                <a:off x="6223843" y="4782205"/>
                <a:ext cx="658440" cy="442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8A4895D-8318-05BA-9219-FDB48A8F889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205843" y="4764205"/>
                  <a:ext cx="6940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60BDC43-D25F-E287-BF23-ADC7927E26ED}"/>
                    </a:ext>
                  </a:extLst>
                </p14:cNvPr>
                <p14:cNvContentPartPr/>
                <p14:nvPr/>
              </p14:nvContentPartPr>
              <p14:xfrm>
                <a:off x="6436603" y="5042125"/>
                <a:ext cx="209520" cy="234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60BDC43-D25F-E287-BF23-ADC7927E26ED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418963" y="5024485"/>
                  <a:ext cx="2451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306691E-E9B0-C10D-2473-1C85DCED632E}"/>
                    </a:ext>
                  </a:extLst>
                </p14:cNvPr>
                <p14:cNvContentPartPr/>
                <p14:nvPr/>
              </p14:nvContentPartPr>
              <p14:xfrm>
                <a:off x="6584923" y="5023405"/>
                <a:ext cx="116280" cy="5839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306691E-E9B0-C10D-2473-1C85DCED632E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566923" y="5005405"/>
                  <a:ext cx="151920" cy="61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3D2B73D-BABE-8F7F-C0BA-91E9D50D566C}"/>
                    </a:ext>
                  </a:extLst>
                </p14:cNvPr>
                <p14:cNvContentPartPr/>
                <p14:nvPr/>
              </p14:nvContentPartPr>
              <p14:xfrm>
                <a:off x="6431563" y="3952405"/>
                <a:ext cx="1877040" cy="241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3D2B73D-BABE-8F7F-C0BA-91E9D50D566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413923" y="3934765"/>
                  <a:ext cx="19126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07156A0-32AC-0E4C-5DDB-4907A8AEEB68}"/>
                    </a:ext>
                  </a:extLst>
                </p14:cNvPr>
                <p14:cNvContentPartPr/>
                <p14:nvPr/>
              </p14:nvContentPartPr>
              <p14:xfrm>
                <a:off x="8269363" y="3961765"/>
                <a:ext cx="46080" cy="3636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07156A0-32AC-0E4C-5DDB-4907A8AEEB6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251363" y="3944125"/>
                  <a:ext cx="8172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6524588-384C-65B2-55DD-E6CF58EAADA7}"/>
                    </a:ext>
                  </a:extLst>
                </p14:cNvPr>
                <p14:cNvContentPartPr/>
                <p14:nvPr/>
              </p14:nvContentPartPr>
              <p14:xfrm>
                <a:off x="8219323" y="4359565"/>
                <a:ext cx="205920" cy="3308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6524588-384C-65B2-55DD-E6CF58EAADA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201683" y="4341565"/>
                  <a:ext cx="24156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543622B-1ECD-169C-698C-E198B06FF0E5}"/>
                    </a:ext>
                  </a:extLst>
                </p14:cNvPr>
                <p14:cNvContentPartPr/>
                <p14:nvPr/>
              </p14:nvContentPartPr>
              <p14:xfrm>
                <a:off x="8334523" y="4692925"/>
                <a:ext cx="92520" cy="4118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543622B-1ECD-169C-698C-E198B06FF0E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316883" y="4674925"/>
                  <a:ext cx="128160" cy="4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95A6B3B-A652-89C6-7430-EB6D13A8CBF8}"/>
                    </a:ext>
                  </a:extLst>
                </p14:cNvPr>
                <p14:cNvContentPartPr/>
                <p14:nvPr/>
              </p14:nvContentPartPr>
              <p14:xfrm>
                <a:off x="8311843" y="5153005"/>
                <a:ext cx="200520" cy="8136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95A6B3B-A652-89C6-7430-EB6D13A8CBF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293843" y="5135365"/>
                  <a:ext cx="236160" cy="84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8E9483B-51B0-CDDF-598D-5AC830F91C10}"/>
                    </a:ext>
                  </a:extLst>
                </p14:cNvPr>
                <p14:cNvContentPartPr/>
                <p14:nvPr/>
              </p14:nvContentPartPr>
              <p14:xfrm>
                <a:off x="6698323" y="5930965"/>
                <a:ext cx="1885320" cy="500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8E9483B-51B0-CDDF-598D-5AC830F91C1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680323" y="5913325"/>
                  <a:ext cx="19209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D2015E9-2C43-F0FE-6147-36C7A43218D9}"/>
                    </a:ext>
                  </a:extLst>
                </p14:cNvPr>
                <p14:cNvContentPartPr/>
                <p14:nvPr/>
              </p14:nvContentPartPr>
              <p14:xfrm>
                <a:off x="6676723" y="5572405"/>
                <a:ext cx="63360" cy="4359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D2015E9-2C43-F0FE-6147-36C7A43218D9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659083" y="5554765"/>
                  <a:ext cx="99000" cy="47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88936AC8-107D-17EE-D6FB-55D3E0CAFE09}"/>
                    </a:ext>
                  </a:extLst>
                </p14:cNvPr>
                <p14:cNvContentPartPr/>
                <p14:nvPr/>
              </p14:nvContentPartPr>
              <p14:xfrm>
                <a:off x="5590243" y="4497085"/>
                <a:ext cx="208080" cy="3902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88936AC8-107D-17EE-D6FB-55D3E0CAFE09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572603" y="4479085"/>
                  <a:ext cx="24372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F3B7CC18-B1F4-968A-A176-5A8F37DCBCD5}"/>
                    </a:ext>
                  </a:extLst>
                </p14:cNvPr>
                <p14:cNvContentPartPr/>
                <p14:nvPr/>
              </p14:nvContentPartPr>
              <p14:xfrm>
                <a:off x="5934763" y="4660525"/>
                <a:ext cx="181800" cy="2476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F3B7CC18-B1F4-968A-A176-5A8F37DCBCD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916763" y="4642525"/>
                  <a:ext cx="21744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A99CE7E8-E946-C0B3-07D5-A7E519B9CC83}"/>
                    </a:ext>
                  </a:extLst>
                </p14:cNvPr>
                <p14:cNvContentPartPr/>
                <p14:nvPr/>
              </p14:nvContentPartPr>
              <p14:xfrm>
                <a:off x="8616043" y="4373245"/>
                <a:ext cx="54720" cy="2196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A99CE7E8-E946-C0B3-07D5-A7E519B9CC8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598043" y="4355245"/>
                  <a:ext cx="9036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65C665E8-87B6-DEB7-C555-66C4145CEFE1}"/>
                    </a:ext>
                  </a:extLst>
                </p14:cNvPr>
                <p14:cNvContentPartPr/>
                <p14:nvPr/>
              </p14:nvContentPartPr>
              <p14:xfrm>
                <a:off x="8631163" y="4254805"/>
                <a:ext cx="183960" cy="25524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65C665E8-87B6-DEB7-C555-66C4145CEFE1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613163" y="4237165"/>
                  <a:ext cx="21960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9709C383-56C4-471F-5C31-316E30C607E5}"/>
                    </a:ext>
                  </a:extLst>
                </p14:cNvPr>
                <p14:cNvContentPartPr/>
                <p14:nvPr/>
              </p14:nvContentPartPr>
              <p14:xfrm>
                <a:off x="8932843" y="4401685"/>
                <a:ext cx="43920" cy="1702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9709C383-56C4-471F-5C31-316E30C607E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915203" y="4384045"/>
                  <a:ext cx="795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BB40EA01-46E7-5B5C-ED05-45AFBDE43DB8}"/>
                    </a:ext>
                  </a:extLst>
                </p14:cNvPr>
                <p14:cNvContentPartPr/>
                <p14:nvPr/>
              </p14:nvContentPartPr>
              <p14:xfrm>
                <a:off x="8784523" y="5270365"/>
                <a:ext cx="52200" cy="2394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BB40EA01-46E7-5B5C-ED05-45AFBDE43DB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766523" y="5252725"/>
                  <a:ext cx="8784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87B14260-D45E-D2EE-2A42-CF6C838C70C4}"/>
                    </a:ext>
                  </a:extLst>
                </p14:cNvPr>
                <p14:cNvContentPartPr/>
                <p14:nvPr/>
              </p14:nvContentPartPr>
              <p14:xfrm>
                <a:off x="8792443" y="5197285"/>
                <a:ext cx="180000" cy="1972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87B14260-D45E-D2EE-2A42-CF6C838C70C4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774443" y="5179285"/>
                  <a:ext cx="21564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E7347EB5-8D1B-C44D-721A-1E9EEEFF8073}"/>
                    </a:ext>
                  </a:extLst>
                </p14:cNvPr>
                <p14:cNvContentPartPr/>
                <p14:nvPr/>
              </p14:nvContentPartPr>
              <p14:xfrm>
                <a:off x="9059563" y="5358205"/>
                <a:ext cx="130680" cy="1393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E7347EB5-8D1B-C44D-721A-1E9EEEFF807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041923" y="5340205"/>
                  <a:ext cx="166320" cy="17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68FAFD9A-4318-65EC-A5BD-44133FD52119}"/>
              </a:ext>
            </a:extLst>
          </p:cNvPr>
          <p:cNvGrpSpPr/>
          <p:nvPr/>
        </p:nvGrpSpPr>
        <p:grpSpPr>
          <a:xfrm>
            <a:off x="8347483" y="3391885"/>
            <a:ext cx="3590640" cy="1548000"/>
            <a:chOff x="8347483" y="3391885"/>
            <a:chExt cx="3590640" cy="154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D1D9BD6D-5343-115E-BAA3-269555F66B5F}"/>
                    </a:ext>
                  </a:extLst>
                </p14:cNvPr>
                <p14:cNvContentPartPr/>
                <p14:nvPr/>
              </p14:nvContentPartPr>
              <p14:xfrm>
                <a:off x="8347483" y="4887685"/>
                <a:ext cx="96840" cy="522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D1D9BD6D-5343-115E-BAA3-269555F66B5F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329843" y="4870045"/>
                  <a:ext cx="1324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7AE11025-7501-8E81-28D9-4CB1D1DE980E}"/>
                    </a:ext>
                  </a:extLst>
                </p14:cNvPr>
                <p14:cNvContentPartPr/>
                <p14:nvPr/>
              </p14:nvContentPartPr>
              <p14:xfrm>
                <a:off x="8377003" y="4867165"/>
                <a:ext cx="1083240" cy="601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7AE11025-7501-8E81-28D9-4CB1D1DE980E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359363" y="4849525"/>
                  <a:ext cx="11188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8CDDD2E3-A77E-07F2-5F75-E42C8C430D66}"/>
                    </a:ext>
                  </a:extLst>
                </p14:cNvPr>
                <p14:cNvContentPartPr/>
                <p14:nvPr/>
              </p14:nvContentPartPr>
              <p14:xfrm>
                <a:off x="8390683" y="3878605"/>
                <a:ext cx="873000" cy="792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8CDDD2E3-A77E-07F2-5F75-E42C8C430D6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373043" y="3860605"/>
                  <a:ext cx="9086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FA74299C-11CB-71EC-AB7A-CF6AA2F54861}"/>
                    </a:ext>
                  </a:extLst>
                </p14:cNvPr>
                <p14:cNvContentPartPr/>
                <p14:nvPr/>
              </p14:nvContentPartPr>
              <p14:xfrm>
                <a:off x="9281683" y="3979045"/>
                <a:ext cx="103320" cy="5367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FA74299C-11CB-71EC-AB7A-CF6AA2F54861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263683" y="3961405"/>
                  <a:ext cx="138960" cy="57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7722B12-D402-88A4-70F4-A78FA79BF630}"/>
                    </a:ext>
                  </a:extLst>
                </p14:cNvPr>
                <p14:cNvContentPartPr/>
                <p14:nvPr/>
              </p14:nvContentPartPr>
              <p14:xfrm>
                <a:off x="9220843" y="3961045"/>
                <a:ext cx="171720" cy="1134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7722B12-D402-88A4-70F4-A78FA79BF630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202843" y="3943045"/>
                  <a:ext cx="2073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18477981-A883-BBFF-BEA1-9A3F3E27E64F}"/>
                    </a:ext>
                  </a:extLst>
                </p14:cNvPr>
                <p14:cNvContentPartPr/>
                <p14:nvPr/>
              </p14:nvContentPartPr>
              <p14:xfrm>
                <a:off x="9314443" y="4500325"/>
                <a:ext cx="24120" cy="187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18477981-A883-BBFF-BEA1-9A3F3E27E64F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296803" y="4482685"/>
                  <a:ext cx="597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51CB1EB-9827-190F-B8D1-FEF8AD70EFC9}"/>
                    </a:ext>
                  </a:extLst>
                </p14:cNvPr>
                <p14:cNvContentPartPr/>
                <p14:nvPr/>
              </p14:nvContentPartPr>
              <p14:xfrm>
                <a:off x="9316243" y="4463605"/>
                <a:ext cx="223920" cy="2044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51CB1EB-9827-190F-B8D1-FEF8AD70EFC9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298243" y="4445965"/>
                  <a:ext cx="25956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DB2F866A-31A6-2541-C69C-CD76E27A4ACB}"/>
                    </a:ext>
                  </a:extLst>
                </p14:cNvPr>
                <p14:cNvContentPartPr/>
                <p14:nvPr/>
              </p14:nvContentPartPr>
              <p14:xfrm>
                <a:off x="9782443" y="4122325"/>
                <a:ext cx="205200" cy="2181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DB2F866A-31A6-2541-C69C-CD76E27A4AC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764803" y="4104685"/>
                  <a:ext cx="24084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982D34DD-20E2-44C4-D87D-DA7F6E2284A7}"/>
                    </a:ext>
                  </a:extLst>
                </p14:cNvPr>
                <p14:cNvContentPartPr/>
                <p14:nvPr/>
              </p14:nvContentPartPr>
              <p14:xfrm>
                <a:off x="10110763" y="4321765"/>
                <a:ext cx="34560" cy="18108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982D34DD-20E2-44C4-D87D-DA7F6E2284A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092763" y="4304125"/>
                  <a:ext cx="702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0EA51B30-5327-28C3-481C-AAF99332573D}"/>
                    </a:ext>
                  </a:extLst>
                </p14:cNvPr>
                <p14:cNvContentPartPr/>
                <p14:nvPr/>
              </p14:nvContentPartPr>
              <p14:xfrm>
                <a:off x="10337203" y="4280725"/>
                <a:ext cx="60840" cy="97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0EA51B30-5327-28C3-481C-AAF99332573D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319203" y="4263085"/>
                  <a:ext cx="964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F4C297E4-D7E5-138A-4E51-71206C427C61}"/>
                    </a:ext>
                  </a:extLst>
                </p14:cNvPr>
                <p14:cNvContentPartPr/>
                <p14:nvPr/>
              </p14:nvContentPartPr>
              <p14:xfrm>
                <a:off x="10381123" y="4325365"/>
                <a:ext cx="52200" cy="176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F4C297E4-D7E5-138A-4E51-71206C427C6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363483" y="4307725"/>
                  <a:ext cx="878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28AC1A6C-50AA-B0AF-A2E4-747F1F6A2526}"/>
                    </a:ext>
                  </a:extLst>
                </p14:cNvPr>
                <p14:cNvContentPartPr/>
                <p14:nvPr/>
              </p14:nvContentPartPr>
              <p14:xfrm>
                <a:off x="10759123" y="4226365"/>
                <a:ext cx="1179000" cy="4824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28AC1A6C-50AA-B0AF-A2E4-747F1F6A2526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741123" y="4208365"/>
                  <a:ext cx="12146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90CA6895-2064-68F0-E93D-B8CD28BE8D44}"/>
                    </a:ext>
                  </a:extLst>
                </p14:cNvPr>
                <p14:cNvContentPartPr/>
                <p14:nvPr/>
              </p14:nvContentPartPr>
              <p14:xfrm>
                <a:off x="10429003" y="3743245"/>
                <a:ext cx="192600" cy="25056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90CA6895-2064-68F0-E93D-B8CD28BE8D4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0411363" y="3725605"/>
                  <a:ext cx="22824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063B2875-5623-1E71-908E-E83D27723588}"/>
                    </a:ext>
                  </a:extLst>
                </p14:cNvPr>
                <p14:cNvContentPartPr/>
                <p14:nvPr/>
              </p14:nvContentPartPr>
              <p14:xfrm>
                <a:off x="10659763" y="3946285"/>
                <a:ext cx="96480" cy="1814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063B2875-5623-1E71-908E-E83D27723588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641763" y="3928285"/>
                  <a:ext cx="1321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CCE6F85E-34C8-4CAE-8E9E-969A61526D89}"/>
                    </a:ext>
                  </a:extLst>
                </p14:cNvPr>
                <p14:cNvContentPartPr/>
                <p14:nvPr/>
              </p14:nvContentPartPr>
              <p14:xfrm>
                <a:off x="10910683" y="4552165"/>
                <a:ext cx="40320" cy="2754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CCE6F85E-34C8-4CAE-8E9E-969A61526D89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893043" y="4534165"/>
                  <a:ext cx="7596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9AD01C56-156E-F248-ED82-F735B25E1350}"/>
                    </a:ext>
                  </a:extLst>
                </p14:cNvPr>
                <p14:cNvContentPartPr/>
                <p14:nvPr/>
              </p14:nvContentPartPr>
              <p14:xfrm>
                <a:off x="10951723" y="4529485"/>
                <a:ext cx="126720" cy="17784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9AD01C56-156E-F248-ED82-F735B25E1350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933723" y="4511845"/>
                  <a:ext cx="16236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2BBDF41C-A77E-B815-7F21-016FC6C5804C}"/>
                    </a:ext>
                  </a:extLst>
                </p14:cNvPr>
                <p14:cNvContentPartPr/>
                <p14:nvPr/>
              </p14:nvContentPartPr>
              <p14:xfrm>
                <a:off x="11187883" y="4658005"/>
                <a:ext cx="35280" cy="17172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2BBDF41C-A77E-B815-7F21-016FC6C5804C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1169883" y="4640365"/>
                  <a:ext cx="709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76944606-4706-5781-5CAD-33FF70A25E2E}"/>
                    </a:ext>
                  </a:extLst>
                </p14:cNvPr>
                <p14:cNvContentPartPr/>
                <p14:nvPr/>
              </p14:nvContentPartPr>
              <p14:xfrm>
                <a:off x="11313523" y="4647205"/>
                <a:ext cx="131400" cy="414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76944606-4706-5781-5CAD-33FF70A25E2E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1295523" y="4629565"/>
                  <a:ext cx="16704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54A88306-B556-D176-7E3A-2A50EA3C45B7}"/>
                    </a:ext>
                  </a:extLst>
                </p14:cNvPr>
                <p14:cNvContentPartPr/>
                <p14:nvPr/>
              </p14:nvContentPartPr>
              <p14:xfrm>
                <a:off x="11354923" y="4544965"/>
                <a:ext cx="45360" cy="2084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54A88306-B556-D176-7E3A-2A50EA3C45B7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1337283" y="4526965"/>
                  <a:ext cx="810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251AA414-6426-D2CD-AE04-013384608F7C}"/>
                    </a:ext>
                  </a:extLst>
                </p14:cNvPr>
                <p14:cNvContentPartPr/>
                <p14:nvPr/>
              </p14:nvContentPartPr>
              <p14:xfrm>
                <a:off x="11522323" y="4562605"/>
                <a:ext cx="68760" cy="24408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251AA414-6426-D2CD-AE04-013384608F7C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1504683" y="4544605"/>
                  <a:ext cx="10440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CF3669BD-2D72-7D85-B272-FB09D451D43B}"/>
                    </a:ext>
                  </a:extLst>
                </p14:cNvPr>
                <p14:cNvContentPartPr/>
                <p14:nvPr/>
              </p14:nvContentPartPr>
              <p14:xfrm>
                <a:off x="11540323" y="4536685"/>
                <a:ext cx="129600" cy="14328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CF3669BD-2D72-7D85-B272-FB09D451D43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1522323" y="4519045"/>
                  <a:ext cx="1652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D597FC66-9760-05A8-4ACA-20CCA2062B58}"/>
                    </a:ext>
                  </a:extLst>
                </p14:cNvPr>
                <p14:cNvContentPartPr/>
                <p14:nvPr/>
              </p14:nvContentPartPr>
              <p14:xfrm>
                <a:off x="11782963" y="4665205"/>
                <a:ext cx="131040" cy="15876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D597FC66-9760-05A8-4ACA-20CCA2062B58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1764963" y="4647205"/>
                  <a:ext cx="1666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316AED39-09CD-CE76-8A3B-E04834F9E745}"/>
                    </a:ext>
                  </a:extLst>
                </p14:cNvPr>
                <p14:cNvContentPartPr/>
                <p14:nvPr/>
              </p14:nvContentPartPr>
              <p14:xfrm>
                <a:off x="11118763" y="3676285"/>
                <a:ext cx="86040" cy="2419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316AED39-09CD-CE76-8A3B-E04834F9E745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1100763" y="3658285"/>
                  <a:ext cx="12168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54E0C907-25DD-17AC-8DBF-2356BAC54681}"/>
                    </a:ext>
                  </a:extLst>
                </p14:cNvPr>
                <p14:cNvContentPartPr/>
                <p14:nvPr/>
              </p14:nvContentPartPr>
              <p14:xfrm>
                <a:off x="11137483" y="3633805"/>
                <a:ext cx="242280" cy="21456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54E0C907-25DD-17AC-8DBF-2356BAC54681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1119483" y="3615805"/>
                  <a:ext cx="27792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3AC4CD00-3842-32E4-4CDA-1B7089C52C08}"/>
                    </a:ext>
                  </a:extLst>
                </p14:cNvPr>
                <p14:cNvContentPartPr/>
                <p14:nvPr/>
              </p14:nvContentPartPr>
              <p14:xfrm>
                <a:off x="11491723" y="3818845"/>
                <a:ext cx="63000" cy="15804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3AC4CD00-3842-32E4-4CDA-1B7089C52C08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1473723" y="3801205"/>
                  <a:ext cx="986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76EB5550-EF20-5B7D-58D8-638FDBD3A758}"/>
                    </a:ext>
                  </a:extLst>
                </p14:cNvPr>
                <p14:cNvContentPartPr/>
                <p14:nvPr/>
              </p14:nvContentPartPr>
              <p14:xfrm>
                <a:off x="10972963" y="3391885"/>
                <a:ext cx="735120" cy="7034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76EB5550-EF20-5B7D-58D8-638FDBD3A758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955323" y="3373885"/>
                  <a:ext cx="770760" cy="73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5770FAD6-E6CF-1590-1DBA-DA087470428B}"/>
                    </a:ext>
                  </a:extLst>
                </p14:cNvPr>
                <p14:cNvContentPartPr/>
                <p14:nvPr/>
              </p14:nvContentPartPr>
              <p14:xfrm>
                <a:off x="9005923" y="3473965"/>
                <a:ext cx="2169720" cy="9241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5770FAD6-E6CF-1590-1DBA-DA087470428B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8987923" y="3455965"/>
                  <a:ext cx="2205360" cy="95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538A563A-03FF-0418-BB5F-FA0B12D48D63}"/>
              </a:ext>
            </a:extLst>
          </p:cNvPr>
          <p:cNvGrpSpPr/>
          <p:nvPr/>
        </p:nvGrpSpPr>
        <p:grpSpPr>
          <a:xfrm>
            <a:off x="8686243" y="4754485"/>
            <a:ext cx="3385800" cy="1478880"/>
            <a:chOff x="8686243" y="4754485"/>
            <a:chExt cx="3385800" cy="147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58998A71-7734-BD93-640A-758A827F263A}"/>
                    </a:ext>
                  </a:extLst>
                </p14:cNvPr>
                <p14:cNvContentPartPr/>
                <p14:nvPr/>
              </p14:nvContentPartPr>
              <p14:xfrm>
                <a:off x="9408043" y="5082805"/>
                <a:ext cx="44280" cy="76860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58998A71-7734-BD93-640A-758A827F263A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9390043" y="5064805"/>
                  <a:ext cx="79920" cy="80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05E923E8-3A5A-E939-A102-E258A215E846}"/>
                    </a:ext>
                  </a:extLst>
                </p14:cNvPr>
                <p14:cNvContentPartPr/>
                <p14:nvPr/>
              </p14:nvContentPartPr>
              <p14:xfrm>
                <a:off x="9304723" y="5038525"/>
                <a:ext cx="205560" cy="1386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05E923E8-3A5A-E939-A102-E258A215E846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9287083" y="5020525"/>
                  <a:ext cx="2412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3D34BA48-0E39-D75B-DF49-DB20156B150E}"/>
                    </a:ext>
                  </a:extLst>
                </p14:cNvPr>
                <p14:cNvContentPartPr/>
                <p14:nvPr/>
              </p14:nvContentPartPr>
              <p14:xfrm>
                <a:off x="9297883" y="5710285"/>
                <a:ext cx="177120" cy="15732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3D34BA48-0E39-D75B-DF49-DB20156B150E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9280243" y="5692285"/>
                  <a:ext cx="21276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C4BF4236-924D-48F2-964F-E04D2DFE5E08}"/>
                    </a:ext>
                  </a:extLst>
                </p14:cNvPr>
                <p14:cNvContentPartPr/>
                <p14:nvPr/>
              </p14:nvContentPartPr>
              <p14:xfrm>
                <a:off x="8686243" y="5919085"/>
                <a:ext cx="804240" cy="10800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C4BF4236-924D-48F2-964F-E04D2DFE5E08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668603" y="5901445"/>
                  <a:ext cx="8398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8E9820E0-6C11-9401-C251-774FEE4C4577}"/>
                    </a:ext>
                  </a:extLst>
                </p14:cNvPr>
                <p14:cNvContentPartPr/>
                <p14:nvPr/>
              </p14:nvContentPartPr>
              <p14:xfrm>
                <a:off x="9703603" y="5400685"/>
                <a:ext cx="225720" cy="23040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8E9820E0-6C11-9401-C251-774FEE4C4577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9685963" y="5382685"/>
                  <a:ext cx="26136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C8AE0E68-3B02-4A9A-3B40-6C0680F14662}"/>
                    </a:ext>
                  </a:extLst>
                </p14:cNvPr>
                <p14:cNvContentPartPr/>
                <p14:nvPr/>
              </p14:nvContentPartPr>
              <p14:xfrm>
                <a:off x="9995563" y="5538205"/>
                <a:ext cx="162720" cy="16164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C8AE0E68-3B02-4A9A-3B40-6C0680F14662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9977923" y="5520565"/>
                  <a:ext cx="1983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38A5E467-D56C-910E-B1BB-B5388962D17C}"/>
                    </a:ext>
                  </a:extLst>
                </p14:cNvPr>
                <p14:cNvContentPartPr/>
                <p14:nvPr/>
              </p14:nvContentPartPr>
              <p14:xfrm>
                <a:off x="10227763" y="5551165"/>
                <a:ext cx="69840" cy="3312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38A5E467-D56C-910E-B1BB-B5388962D17C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0209763" y="5533525"/>
                  <a:ext cx="1054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EFF66BDE-335E-8E55-F54F-62ED6A330D95}"/>
                    </a:ext>
                  </a:extLst>
                </p14:cNvPr>
                <p14:cNvContentPartPr/>
                <p14:nvPr/>
              </p14:nvContentPartPr>
              <p14:xfrm>
                <a:off x="10279243" y="5613085"/>
                <a:ext cx="56880" cy="1800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EFF66BDE-335E-8E55-F54F-62ED6A330D95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0261243" y="5595445"/>
                  <a:ext cx="925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633CF671-E09C-CDB5-B304-0F1B4A86004E}"/>
                    </a:ext>
                  </a:extLst>
                </p14:cNvPr>
                <p14:cNvContentPartPr/>
                <p14:nvPr/>
              </p14:nvContentPartPr>
              <p14:xfrm>
                <a:off x="10339003" y="5221765"/>
                <a:ext cx="311400" cy="23724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633CF671-E09C-CDB5-B304-0F1B4A86004E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0321363" y="5203765"/>
                  <a:ext cx="34704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BDD75E3F-5931-DBA6-0E52-EEF65DB777FA}"/>
                    </a:ext>
                  </a:extLst>
                </p14:cNvPr>
                <p14:cNvContentPartPr/>
                <p14:nvPr/>
              </p14:nvContentPartPr>
              <p14:xfrm>
                <a:off x="10729243" y="5399245"/>
                <a:ext cx="85680" cy="17496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BDD75E3F-5931-DBA6-0E52-EEF65DB777FA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0711243" y="5381605"/>
                  <a:ext cx="1213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B8E2CC38-8C97-00E8-84E9-CD58E80BD27A}"/>
                    </a:ext>
                  </a:extLst>
                </p14:cNvPr>
                <p14:cNvContentPartPr/>
                <p14:nvPr/>
              </p14:nvContentPartPr>
              <p14:xfrm>
                <a:off x="11138203" y="5172445"/>
                <a:ext cx="44280" cy="29232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B8E2CC38-8C97-00E8-84E9-CD58E80BD27A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1120203" y="5154805"/>
                  <a:ext cx="7992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D51980E6-0E54-C25E-BF82-370F29BD3127}"/>
                    </a:ext>
                  </a:extLst>
                </p14:cNvPr>
                <p14:cNvContentPartPr/>
                <p14:nvPr/>
              </p14:nvContentPartPr>
              <p14:xfrm>
                <a:off x="11121643" y="5147245"/>
                <a:ext cx="160200" cy="18720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D51980E6-0E54-C25E-BF82-370F29BD3127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1104003" y="5129245"/>
                  <a:ext cx="19584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62EDFB35-6996-9C4D-0B76-18F9C973203D}"/>
                    </a:ext>
                  </a:extLst>
                </p14:cNvPr>
                <p14:cNvContentPartPr/>
                <p14:nvPr/>
              </p14:nvContentPartPr>
              <p14:xfrm>
                <a:off x="11382283" y="5268565"/>
                <a:ext cx="163440" cy="12024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62EDFB35-6996-9C4D-0B76-18F9C973203D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1364283" y="5250925"/>
                  <a:ext cx="1990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BCFE8A6E-BA8F-8276-23E8-B1B2271D1CA8}"/>
                    </a:ext>
                  </a:extLst>
                </p14:cNvPr>
                <p14:cNvContentPartPr/>
                <p14:nvPr/>
              </p14:nvContentPartPr>
              <p14:xfrm>
                <a:off x="10967203" y="5502205"/>
                <a:ext cx="1036080" cy="13896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BCFE8A6E-BA8F-8276-23E8-B1B2271D1CA8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0949203" y="5484565"/>
                  <a:ext cx="107172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0EECB713-8014-6705-DD11-DB81DD1B5FA5}"/>
                    </a:ext>
                  </a:extLst>
                </p14:cNvPr>
                <p14:cNvContentPartPr/>
                <p14:nvPr/>
              </p14:nvContentPartPr>
              <p14:xfrm>
                <a:off x="11006803" y="5847445"/>
                <a:ext cx="77040" cy="38592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0EECB713-8014-6705-DD11-DB81DD1B5FA5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0988803" y="5829445"/>
                  <a:ext cx="11268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59ED0267-5D15-C488-3426-C8EA60B9EE0B}"/>
                    </a:ext>
                  </a:extLst>
                </p14:cNvPr>
                <p14:cNvContentPartPr/>
                <p14:nvPr/>
              </p14:nvContentPartPr>
              <p14:xfrm>
                <a:off x="10985563" y="5869405"/>
                <a:ext cx="211320" cy="25092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59ED0267-5D15-C488-3426-C8EA60B9EE0B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0967563" y="5851405"/>
                  <a:ext cx="24696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EA73767E-29E3-DA5E-E99B-84299E3B5168}"/>
                    </a:ext>
                  </a:extLst>
                </p14:cNvPr>
                <p14:cNvContentPartPr/>
                <p14:nvPr/>
              </p14:nvContentPartPr>
              <p14:xfrm>
                <a:off x="11395603" y="6036085"/>
                <a:ext cx="45000" cy="1875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EA73767E-29E3-DA5E-E99B-84299E3B5168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1377603" y="6018445"/>
                  <a:ext cx="806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4704948B-82D3-3249-9A56-FDF0C9BB0D44}"/>
                    </a:ext>
                  </a:extLst>
                </p14:cNvPr>
                <p14:cNvContentPartPr/>
                <p14:nvPr/>
              </p14:nvContentPartPr>
              <p14:xfrm>
                <a:off x="11521963" y="5941405"/>
                <a:ext cx="142920" cy="1944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4704948B-82D3-3249-9A56-FDF0C9BB0D44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1503963" y="5923765"/>
                  <a:ext cx="1785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A3CDAED2-31A6-AD2F-0DC7-C2259FCB66EE}"/>
                    </a:ext>
                  </a:extLst>
                </p14:cNvPr>
                <p14:cNvContentPartPr/>
                <p14:nvPr/>
              </p14:nvContentPartPr>
              <p14:xfrm>
                <a:off x="11579203" y="5870125"/>
                <a:ext cx="34200" cy="21816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A3CDAED2-31A6-AD2F-0DC7-C2259FCB66EE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1561563" y="5852485"/>
                  <a:ext cx="6984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F92E1F1C-8DB0-F4D5-57FD-8E9A170D0EA4}"/>
                    </a:ext>
                  </a:extLst>
                </p14:cNvPr>
                <p14:cNvContentPartPr/>
                <p14:nvPr/>
              </p14:nvContentPartPr>
              <p14:xfrm>
                <a:off x="11748763" y="5881645"/>
                <a:ext cx="33480" cy="16200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F92E1F1C-8DB0-F4D5-57FD-8E9A170D0EA4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1730763" y="5863645"/>
                  <a:ext cx="691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7BB45133-ED6D-82CC-F656-3D13565C7645}"/>
                    </a:ext>
                  </a:extLst>
                </p14:cNvPr>
                <p14:cNvContentPartPr/>
                <p14:nvPr/>
              </p14:nvContentPartPr>
              <p14:xfrm>
                <a:off x="11757763" y="5806765"/>
                <a:ext cx="145080" cy="16452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7BB45133-ED6D-82CC-F656-3D13565C7645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1739763" y="5789125"/>
                  <a:ext cx="1807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F4AE27E7-B691-F5EE-563C-54F784B8111B}"/>
                    </a:ext>
                  </a:extLst>
                </p14:cNvPr>
                <p14:cNvContentPartPr/>
                <p14:nvPr/>
              </p14:nvContentPartPr>
              <p14:xfrm>
                <a:off x="11939923" y="5950405"/>
                <a:ext cx="132120" cy="1656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F4AE27E7-B691-F5EE-563C-54F784B8111B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1921923" y="5932765"/>
                  <a:ext cx="16776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F9B171B7-0E34-C560-EE46-6EADFFEA8024}"/>
                    </a:ext>
                  </a:extLst>
                </p14:cNvPr>
                <p14:cNvContentPartPr/>
                <p14:nvPr/>
              </p14:nvContentPartPr>
              <p14:xfrm>
                <a:off x="10960723" y="4919005"/>
                <a:ext cx="791640" cy="70632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F9B171B7-0E34-C560-EE46-6EADFFEA8024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0943083" y="4901365"/>
                  <a:ext cx="827280" cy="74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D8BA2F4D-DC4A-2412-F476-71506CB5E638}"/>
                    </a:ext>
                  </a:extLst>
                </p14:cNvPr>
                <p14:cNvContentPartPr/>
                <p14:nvPr/>
              </p14:nvContentPartPr>
              <p14:xfrm>
                <a:off x="9501643" y="4754485"/>
                <a:ext cx="1727280" cy="40752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D8BA2F4D-DC4A-2412-F476-71506CB5E638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9483643" y="4736485"/>
                  <a:ext cx="176292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D223A357-FD68-21B7-BE06-7207A4E9B9DB}"/>
                    </a:ext>
                  </a:extLst>
                </p14:cNvPr>
                <p14:cNvContentPartPr/>
                <p14:nvPr/>
              </p14:nvContentPartPr>
              <p14:xfrm>
                <a:off x="9131563" y="5072725"/>
                <a:ext cx="417240" cy="21240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D223A357-FD68-21B7-BE06-7207A4E9B9DB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9113923" y="5055085"/>
                  <a:ext cx="452880" cy="248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30085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A3599-3D43-82D2-FC24-D5C13871D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divider</a:t>
            </a:r>
          </a:p>
        </p:txBody>
      </p:sp>
      <p:pic>
        <p:nvPicPr>
          <p:cNvPr id="6" name="Content Placeholder 5" descr="A diagram of a circuit&#10;&#10;Description automatically generated">
            <a:extLst>
              <a:ext uri="{FF2B5EF4-FFF2-40B4-BE49-F238E27FC236}">
                <a16:creationId xmlns:a16="http://schemas.microsoft.com/office/drawing/2014/main" id="{5DF4F50E-6D8F-174E-CBA4-3752A35440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992" y="1008301"/>
            <a:ext cx="2712555" cy="522845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2CB8D-5C56-66F0-D4E1-B2480C8497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4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6BC3280-1879-953A-EDAE-1E6F0F6D93A6}"/>
              </a:ext>
            </a:extLst>
          </p:cNvPr>
          <p:cNvGrpSpPr/>
          <p:nvPr/>
        </p:nvGrpSpPr>
        <p:grpSpPr>
          <a:xfrm>
            <a:off x="6279438" y="714824"/>
            <a:ext cx="2980440" cy="2417760"/>
            <a:chOff x="6279438" y="714824"/>
            <a:chExt cx="2980440" cy="241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B16B979-5758-6333-9888-2C63115E18A3}"/>
                    </a:ext>
                  </a:extLst>
                </p14:cNvPr>
                <p14:cNvContentPartPr/>
                <p14:nvPr/>
              </p14:nvContentPartPr>
              <p14:xfrm>
                <a:off x="7336398" y="714824"/>
                <a:ext cx="83160" cy="8697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B16B979-5758-6333-9888-2C63115E18A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318398" y="696824"/>
                  <a:ext cx="118800" cy="90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F530989-0D9E-4207-A41D-46BDEFD9B1AF}"/>
                    </a:ext>
                  </a:extLst>
                </p14:cNvPr>
                <p14:cNvContentPartPr/>
                <p14:nvPr/>
              </p14:nvContentPartPr>
              <p14:xfrm>
                <a:off x="6323358" y="1538504"/>
                <a:ext cx="1106280" cy="784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F530989-0D9E-4207-A41D-46BDEFD9B1A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305718" y="1520864"/>
                  <a:ext cx="11419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2F7D92A-AE86-1F78-C188-42731E4E3186}"/>
                    </a:ext>
                  </a:extLst>
                </p14:cNvPr>
                <p14:cNvContentPartPr/>
                <p14:nvPr/>
              </p14:nvContentPartPr>
              <p14:xfrm>
                <a:off x="6279438" y="1633184"/>
                <a:ext cx="123120" cy="5529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2F7D92A-AE86-1F78-C188-42731E4E318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261798" y="1615544"/>
                  <a:ext cx="158760" cy="58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6629991-5558-A52B-58BD-4ED38FD88C02}"/>
                    </a:ext>
                  </a:extLst>
                </p14:cNvPr>
                <p14:cNvContentPartPr/>
                <p14:nvPr/>
              </p14:nvContentPartPr>
              <p14:xfrm>
                <a:off x="6308958" y="2235104"/>
                <a:ext cx="114120" cy="3708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6629991-5558-A52B-58BD-4ED38FD88C0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290958" y="2217104"/>
                  <a:ext cx="14976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64A16A2-74BA-4ECF-6D53-E339244E5923}"/>
                    </a:ext>
                  </a:extLst>
                </p14:cNvPr>
                <p14:cNvContentPartPr/>
                <p14:nvPr/>
              </p14:nvContentPartPr>
              <p14:xfrm>
                <a:off x="6421278" y="2596184"/>
                <a:ext cx="95040" cy="4806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64A16A2-74BA-4ECF-6D53-E339244E592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403278" y="2578544"/>
                  <a:ext cx="130680" cy="51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B16DADF-7244-7288-3FFF-02C672C1F9FF}"/>
                    </a:ext>
                  </a:extLst>
                </p14:cNvPr>
                <p14:cNvContentPartPr/>
                <p14:nvPr/>
              </p14:nvContentPartPr>
              <p14:xfrm>
                <a:off x="7348278" y="1506824"/>
                <a:ext cx="1059840" cy="918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B16DADF-7244-7288-3FFF-02C672C1F9F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330638" y="1489184"/>
                  <a:ext cx="10954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C522F0E-1515-EDF5-3C2C-453538435264}"/>
                    </a:ext>
                  </a:extLst>
                </p14:cNvPr>
                <p14:cNvContentPartPr/>
                <p14:nvPr/>
              </p14:nvContentPartPr>
              <p14:xfrm>
                <a:off x="8447718" y="1576664"/>
                <a:ext cx="81000" cy="5990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C522F0E-1515-EDF5-3C2C-45353843526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429718" y="1558664"/>
                  <a:ext cx="116640" cy="63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EF8CFFC-EE30-EB5B-A647-37571EA787C7}"/>
                    </a:ext>
                  </a:extLst>
                </p14:cNvPr>
                <p14:cNvContentPartPr/>
                <p14:nvPr/>
              </p14:nvContentPartPr>
              <p14:xfrm>
                <a:off x="8470758" y="2179304"/>
                <a:ext cx="123480" cy="2782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EF8CFFC-EE30-EB5B-A647-37571EA787C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452758" y="2161664"/>
                  <a:ext cx="15912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1051C74-F5CD-5C9F-414C-A5CDFD6CE2C9}"/>
                    </a:ext>
                  </a:extLst>
                </p14:cNvPr>
                <p14:cNvContentPartPr/>
                <p14:nvPr/>
              </p14:nvContentPartPr>
              <p14:xfrm>
                <a:off x="8574798" y="2481344"/>
                <a:ext cx="122040" cy="5454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1051C74-F5CD-5C9F-414C-A5CDFD6CE2C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556798" y="2463344"/>
                  <a:ext cx="157680" cy="58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8C786FF-759A-6EE3-2188-4210BF32F111}"/>
                    </a:ext>
                  </a:extLst>
                </p14:cNvPr>
                <p14:cNvContentPartPr/>
                <p14:nvPr/>
              </p14:nvContentPartPr>
              <p14:xfrm>
                <a:off x="6753558" y="3011984"/>
                <a:ext cx="1996560" cy="1206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8C786FF-759A-6EE3-2188-4210BF32F11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735558" y="2993984"/>
                  <a:ext cx="20322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8209066-3F64-86B0-2A21-F4C75F1703A4}"/>
                    </a:ext>
                  </a:extLst>
                </p14:cNvPr>
                <p14:cNvContentPartPr/>
                <p14:nvPr/>
              </p14:nvContentPartPr>
              <p14:xfrm>
                <a:off x="7240638" y="1000664"/>
                <a:ext cx="217440" cy="1677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8209066-3F64-86B0-2A21-F4C75F1703A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222638" y="983024"/>
                  <a:ext cx="25308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8BCDCE3-42C6-5485-19D1-8B98C622257B}"/>
                    </a:ext>
                  </a:extLst>
                </p14:cNvPr>
                <p14:cNvContentPartPr/>
                <p14:nvPr/>
              </p14:nvContentPartPr>
              <p14:xfrm>
                <a:off x="7680918" y="949184"/>
                <a:ext cx="78840" cy="245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8BCDCE3-42C6-5485-19D1-8B98C622257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662918" y="931544"/>
                  <a:ext cx="11448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70AB78F-FA3F-6D3B-0FDE-086B0B43C052}"/>
                    </a:ext>
                  </a:extLst>
                </p14:cNvPr>
                <p14:cNvContentPartPr/>
                <p14:nvPr/>
              </p14:nvContentPartPr>
              <p14:xfrm>
                <a:off x="7730958" y="854504"/>
                <a:ext cx="6840" cy="21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70AB78F-FA3F-6D3B-0FDE-086B0B43C05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712958" y="836864"/>
                  <a:ext cx="424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B62C81E-F615-798C-6FFD-E784D5D30A4F}"/>
                    </a:ext>
                  </a:extLst>
                </p14:cNvPr>
                <p14:cNvContentPartPr/>
                <p14:nvPr/>
              </p14:nvContentPartPr>
              <p14:xfrm>
                <a:off x="7608558" y="866024"/>
                <a:ext cx="113040" cy="32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B62C81E-F615-798C-6FFD-E784D5D30A4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590918" y="848024"/>
                  <a:ext cx="14868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6E9DEAF-A9BC-79E7-5E56-33200132AA76}"/>
                    </a:ext>
                  </a:extLst>
                </p14:cNvPr>
                <p14:cNvContentPartPr/>
                <p14:nvPr/>
              </p14:nvContentPartPr>
              <p14:xfrm>
                <a:off x="7679478" y="1153304"/>
                <a:ext cx="94680" cy="388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6E9DEAF-A9BC-79E7-5E56-33200132AA7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661838" y="1135664"/>
                  <a:ext cx="1303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67D3513-0A19-02EB-ED35-10DABCFFF0FA}"/>
                    </a:ext>
                  </a:extLst>
                </p14:cNvPr>
                <p14:cNvContentPartPr/>
                <p14:nvPr/>
              </p14:nvContentPartPr>
              <p14:xfrm>
                <a:off x="7885398" y="1142864"/>
                <a:ext cx="22680" cy="1000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67D3513-0A19-02EB-ED35-10DABCFFF0F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867758" y="1125224"/>
                  <a:ext cx="5832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9921123-0A28-6AA8-1B03-79239F908DBF}"/>
                    </a:ext>
                  </a:extLst>
                </p14:cNvPr>
                <p14:cNvContentPartPr/>
                <p14:nvPr/>
              </p14:nvContentPartPr>
              <p14:xfrm>
                <a:off x="7883598" y="1043504"/>
                <a:ext cx="13320" cy="144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9921123-0A28-6AA8-1B03-79239F908DB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865598" y="1025864"/>
                  <a:ext cx="489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0FF6FD5-0D4C-F143-4DE8-673E9C9B7EF2}"/>
                    </a:ext>
                  </a:extLst>
                </p14:cNvPr>
                <p14:cNvContentPartPr/>
                <p14:nvPr/>
              </p14:nvContentPartPr>
              <p14:xfrm>
                <a:off x="7995198" y="1083464"/>
                <a:ext cx="150480" cy="954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0FF6FD5-0D4C-F143-4DE8-673E9C9B7EF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977198" y="1065824"/>
                  <a:ext cx="1861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2760EF9-23A0-DC68-D7B9-90A28B675B77}"/>
                    </a:ext>
                  </a:extLst>
                </p14:cNvPr>
                <p14:cNvContentPartPr/>
                <p14:nvPr/>
              </p14:nvContentPartPr>
              <p14:xfrm>
                <a:off x="6594438" y="2266064"/>
                <a:ext cx="62280" cy="2332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2760EF9-23A0-DC68-D7B9-90A28B675B7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576798" y="2248424"/>
                  <a:ext cx="9792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F2C162D-0AF0-64D0-6F49-6B6A45FEA4EC}"/>
                    </a:ext>
                  </a:extLst>
                </p14:cNvPr>
                <p14:cNvContentPartPr/>
                <p14:nvPr/>
              </p14:nvContentPartPr>
              <p14:xfrm>
                <a:off x="6629718" y="2232584"/>
                <a:ext cx="118800" cy="143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F2C162D-0AF0-64D0-6F49-6B6A45FEA4E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611718" y="2214944"/>
                  <a:ext cx="1544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BE79E29-4929-D73B-D9D4-9877E429C6A6}"/>
                    </a:ext>
                  </a:extLst>
                </p14:cNvPr>
                <p14:cNvContentPartPr/>
                <p14:nvPr/>
              </p14:nvContentPartPr>
              <p14:xfrm>
                <a:off x="6914838" y="2345624"/>
                <a:ext cx="35280" cy="157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BE79E29-4929-D73B-D9D4-9877E429C6A6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897198" y="2327624"/>
                  <a:ext cx="7092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620EE8C-5A1C-C7CB-DDD6-659CAC3640AE}"/>
                    </a:ext>
                  </a:extLst>
                </p14:cNvPr>
                <p14:cNvContentPartPr/>
                <p14:nvPr/>
              </p14:nvContentPartPr>
              <p14:xfrm>
                <a:off x="8856678" y="2214944"/>
                <a:ext cx="73080" cy="1854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620EE8C-5A1C-C7CB-DDD6-659CAC3640A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839038" y="2197304"/>
                  <a:ext cx="1087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EB424BC-4AFD-EE5D-1B66-4F1E60F91CC9}"/>
                    </a:ext>
                  </a:extLst>
                </p14:cNvPr>
                <p14:cNvContentPartPr/>
                <p14:nvPr/>
              </p14:nvContentPartPr>
              <p14:xfrm>
                <a:off x="8853078" y="2164184"/>
                <a:ext cx="149760" cy="1188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EB424BC-4AFD-EE5D-1B66-4F1E60F91CC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835438" y="2146184"/>
                  <a:ext cx="1854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D7E6828-F0A5-E5BE-E43C-C4F44735DECF}"/>
                    </a:ext>
                  </a:extLst>
                </p14:cNvPr>
                <p14:cNvContentPartPr/>
                <p14:nvPr/>
              </p14:nvContentPartPr>
              <p14:xfrm>
                <a:off x="9125238" y="2229344"/>
                <a:ext cx="134640" cy="102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D7E6828-F0A5-E5BE-E43C-C4F44735DEC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107238" y="2211344"/>
                  <a:ext cx="170280" cy="13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AE4FE62-D28A-39A6-80BA-F965C81E5D0D}"/>
              </a:ext>
            </a:extLst>
          </p:cNvPr>
          <p:cNvGrpSpPr/>
          <p:nvPr/>
        </p:nvGrpSpPr>
        <p:grpSpPr>
          <a:xfrm>
            <a:off x="7507398" y="3106664"/>
            <a:ext cx="202320" cy="705960"/>
            <a:chOff x="7507398" y="3106664"/>
            <a:chExt cx="202320" cy="70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87D9C8E-F622-9057-46FD-F6006A90FDDF}"/>
                    </a:ext>
                  </a:extLst>
                </p14:cNvPr>
                <p14:cNvContentPartPr/>
                <p14:nvPr/>
              </p14:nvContentPartPr>
              <p14:xfrm>
                <a:off x="7568238" y="3106664"/>
                <a:ext cx="141480" cy="7059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87D9C8E-F622-9057-46FD-F6006A90FDD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550598" y="3088664"/>
                  <a:ext cx="177120" cy="74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B0D90E1-9492-841E-045E-E8B2E83A6ACD}"/>
                    </a:ext>
                  </a:extLst>
                </p14:cNvPr>
                <p14:cNvContentPartPr/>
                <p14:nvPr/>
              </p14:nvContentPartPr>
              <p14:xfrm>
                <a:off x="7507398" y="3396104"/>
                <a:ext cx="186840" cy="1101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B0D90E1-9492-841E-045E-E8B2E83A6ACD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489398" y="3378104"/>
                  <a:ext cx="222480" cy="14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585F28F-60A4-C8C6-CB25-D3D75A71141E}"/>
              </a:ext>
            </a:extLst>
          </p:cNvPr>
          <p:cNvGrpSpPr/>
          <p:nvPr/>
        </p:nvGrpSpPr>
        <p:grpSpPr>
          <a:xfrm>
            <a:off x="8020038" y="3332024"/>
            <a:ext cx="761040" cy="355320"/>
            <a:chOff x="8020038" y="3332024"/>
            <a:chExt cx="761040" cy="35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51AD2E6-1466-EC07-E3DE-2E20D344C410}"/>
                    </a:ext>
                  </a:extLst>
                </p14:cNvPr>
                <p14:cNvContentPartPr/>
                <p14:nvPr/>
              </p14:nvContentPartPr>
              <p14:xfrm>
                <a:off x="8020038" y="3332024"/>
                <a:ext cx="70200" cy="3261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51AD2E6-1466-EC07-E3DE-2E20D344C41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002398" y="3314384"/>
                  <a:ext cx="10584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BE10F44-8692-022C-E52D-A08639A782C1}"/>
                    </a:ext>
                  </a:extLst>
                </p14:cNvPr>
                <p14:cNvContentPartPr/>
                <p14:nvPr/>
              </p14:nvContentPartPr>
              <p14:xfrm>
                <a:off x="8052438" y="3598064"/>
                <a:ext cx="61920" cy="38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BE10F44-8692-022C-E52D-A08639A782C1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034438" y="3580064"/>
                  <a:ext cx="975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115133E-B5B0-4DC2-6DC7-F140CD01D115}"/>
                    </a:ext>
                  </a:extLst>
                </p14:cNvPr>
                <p14:cNvContentPartPr/>
                <p14:nvPr/>
              </p14:nvContentPartPr>
              <p14:xfrm>
                <a:off x="8300838" y="3543704"/>
                <a:ext cx="131760" cy="143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115133E-B5B0-4DC2-6DC7-F140CD01D11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282838" y="3526064"/>
                  <a:ext cx="1674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B19E179-D87B-F5FE-FFCA-7D7D0A1B660E}"/>
                    </a:ext>
                  </a:extLst>
                </p14:cNvPr>
                <p14:cNvContentPartPr/>
                <p14:nvPr/>
              </p14:nvContentPartPr>
              <p14:xfrm>
                <a:off x="8509638" y="3528944"/>
                <a:ext cx="138960" cy="1137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B19E179-D87B-F5FE-FFCA-7D7D0A1B660E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491998" y="3510944"/>
                  <a:ext cx="1746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7ABC151-7E0B-2F5D-2FBB-D872B18EB745}"/>
                    </a:ext>
                  </a:extLst>
                </p14:cNvPr>
                <p14:cNvContentPartPr/>
                <p14:nvPr/>
              </p14:nvContentPartPr>
              <p14:xfrm>
                <a:off x="8698278" y="3459464"/>
                <a:ext cx="43920" cy="155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7ABC151-7E0B-2F5D-2FBB-D872B18EB74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680278" y="3441464"/>
                  <a:ext cx="795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6F3D2AB-18C1-F255-4C59-26E7C799C2B9}"/>
                    </a:ext>
                  </a:extLst>
                </p14:cNvPr>
                <p14:cNvContentPartPr/>
                <p14:nvPr/>
              </p14:nvContentPartPr>
              <p14:xfrm>
                <a:off x="8694318" y="3509504"/>
                <a:ext cx="86760" cy="586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6F3D2AB-18C1-F255-4C59-26E7C799C2B9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676678" y="3491864"/>
                  <a:ext cx="122400" cy="9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44F4AE8-7CA0-19EA-D6DC-07DA6A258401}"/>
              </a:ext>
            </a:extLst>
          </p:cNvPr>
          <p:cNvGrpSpPr/>
          <p:nvPr/>
        </p:nvGrpSpPr>
        <p:grpSpPr>
          <a:xfrm>
            <a:off x="9871878" y="1711304"/>
            <a:ext cx="985320" cy="403200"/>
            <a:chOff x="9871878" y="1711304"/>
            <a:chExt cx="985320" cy="40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BECC03B-026D-55B5-5B9A-8FD705E65864}"/>
                    </a:ext>
                  </a:extLst>
                </p14:cNvPr>
                <p14:cNvContentPartPr/>
                <p14:nvPr/>
              </p14:nvContentPartPr>
              <p14:xfrm>
                <a:off x="9871878" y="1711304"/>
                <a:ext cx="102240" cy="4032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BECC03B-026D-55B5-5B9A-8FD705E6586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854238" y="1693304"/>
                  <a:ext cx="137880" cy="43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6BABFAC-064A-119E-9B1E-32D241557FFB}"/>
                    </a:ext>
                  </a:extLst>
                </p14:cNvPr>
                <p14:cNvContentPartPr/>
                <p14:nvPr/>
              </p14:nvContentPartPr>
              <p14:xfrm>
                <a:off x="9886638" y="2037104"/>
                <a:ext cx="104760" cy="712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6BABFAC-064A-119E-9B1E-32D241557FF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868638" y="2019104"/>
                  <a:ext cx="1404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2545FAB-97F2-8274-9EB2-FF85759DD4CB}"/>
                    </a:ext>
                  </a:extLst>
                </p14:cNvPr>
                <p14:cNvContentPartPr/>
                <p14:nvPr/>
              </p14:nvContentPartPr>
              <p14:xfrm>
                <a:off x="10120278" y="1990664"/>
                <a:ext cx="100440" cy="1159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2545FAB-97F2-8274-9EB2-FF85759DD4CB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102638" y="1972664"/>
                  <a:ext cx="1360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BA8FF7E-0F3A-2F32-B5B9-33794D3CBA76}"/>
                    </a:ext>
                  </a:extLst>
                </p14:cNvPr>
                <p14:cNvContentPartPr/>
                <p14:nvPr/>
              </p14:nvContentPartPr>
              <p14:xfrm>
                <a:off x="10316118" y="1973024"/>
                <a:ext cx="123840" cy="1018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BA8FF7E-0F3A-2F32-B5B9-33794D3CBA76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298478" y="1955384"/>
                  <a:ext cx="1594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48984AA-DB72-25B0-8C00-D2C8D774054D}"/>
                    </a:ext>
                  </a:extLst>
                </p14:cNvPr>
                <p14:cNvContentPartPr/>
                <p14:nvPr/>
              </p14:nvContentPartPr>
              <p14:xfrm>
                <a:off x="10523118" y="1865024"/>
                <a:ext cx="52560" cy="2080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48984AA-DB72-25B0-8C00-D2C8D774054D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505478" y="1847384"/>
                  <a:ext cx="882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5ED7156-A84F-FA49-ECE4-BA2EBF88EE5D}"/>
                    </a:ext>
                  </a:extLst>
                </p14:cNvPr>
                <p14:cNvContentPartPr/>
                <p14:nvPr/>
              </p14:nvContentPartPr>
              <p14:xfrm>
                <a:off x="10507998" y="1924784"/>
                <a:ext cx="74880" cy="410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5ED7156-A84F-FA49-ECE4-BA2EBF88EE5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490358" y="1907144"/>
                  <a:ext cx="1105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B0523FF-E775-2919-9143-224FB13C8A86}"/>
                    </a:ext>
                  </a:extLst>
                </p14:cNvPr>
                <p14:cNvContentPartPr/>
                <p14:nvPr/>
              </p14:nvContentPartPr>
              <p14:xfrm>
                <a:off x="10723998" y="1935584"/>
                <a:ext cx="77400" cy="30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B0523FF-E775-2919-9143-224FB13C8A8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705998" y="1917944"/>
                  <a:ext cx="1130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51306E1-0210-3157-8909-CC36E7D357E1}"/>
                    </a:ext>
                  </a:extLst>
                </p14:cNvPr>
                <p14:cNvContentPartPr/>
                <p14:nvPr/>
              </p14:nvContentPartPr>
              <p14:xfrm>
                <a:off x="10783038" y="1977344"/>
                <a:ext cx="74160" cy="316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51306E1-0210-3157-8909-CC36E7D357E1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765038" y="1959704"/>
                  <a:ext cx="109800" cy="6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F79EAC1-F64F-F8F2-6B03-CB074D4ACE57}"/>
              </a:ext>
            </a:extLst>
          </p:cNvPr>
          <p:cNvGrpSpPr/>
          <p:nvPr/>
        </p:nvGrpSpPr>
        <p:grpSpPr>
          <a:xfrm>
            <a:off x="11134758" y="1704464"/>
            <a:ext cx="110880" cy="337680"/>
            <a:chOff x="11134758" y="1704464"/>
            <a:chExt cx="110880" cy="33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3A2ABAF-12FB-7B46-C1ED-B639594F962F}"/>
                    </a:ext>
                  </a:extLst>
                </p14:cNvPr>
                <p14:cNvContentPartPr/>
                <p14:nvPr/>
              </p14:nvContentPartPr>
              <p14:xfrm>
                <a:off x="11134758" y="1704464"/>
                <a:ext cx="93960" cy="2358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3A2ABAF-12FB-7B46-C1ED-B639594F962F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1116758" y="1686824"/>
                  <a:ext cx="12960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53BE344-0CD5-C4C7-7622-F4844AF944EA}"/>
                    </a:ext>
                  </a:extLst>
                </p14:cNvPr>
                <p14:cNvContentPartPr/>
                <p14:nvPr/>
              </p14:nvContentPartPr>
              <p14:xfrm>
                <a:off x="11236998" y="2029184"/>
                <a:ext cx="8640" cy="129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53BE344-0CD5-C4C7-7622-F4844AF944EA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1219358" y="2011184"/>
                  <a:ext cx="44280" cy="4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D63C367-0A2C-8F38-C9B9-87ADE03B98E7}"/>
              </a:ext>
            </a:extLst>
          </p:cNvPr>
          <p:cNvGrpSpPr/>
          <p:nvPr/>
        </p:nvGrpSpPr>
        <p:grpSpPr>
          <a:xfrm>
            <a:off x="5997198" y="4384304"/>
            <a:ext cx="2036880" cy="765360"/>
            <a:chOff x="5997198" y="4384304"/>
            <a:chExt cx="2036880" cy="76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D174EF7-11DB-6F0D-3109-3A24364F4EE4}"/>
                    </a:ext>
                  </a:extLst>
                </p14:cNvPr>
                <p14:cNvContentPartPr/>
                <p14:nvPr/>
              </p14:nvContentPartPr>
              <p14:xfrm>
                <a:off x="6085398" y="4384304"/>
                <a:ext cx="32040" cy="3841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D174EF7-11DB-6F0D-3109-3A24364F4EE4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067758" y="4366304"/>
                  <a:ext cx="67680" cy="41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1DCB185-B58C-F2C2-E042-8DD68DDA9F4B}"/>
                    </a:ext>
                  </a:extLst>
                </p14:cNvPr>
                <p14:cNvContentPartPr/>
                <p14:nvPr/>
              </p14:nvContentPartPr>
              <p14:xfrm>
                <a:off x="5997198" y="4702904"/>
                <a:ext cx="123480" cy="759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1DCB185-B58C-F2C2-E042-8DD68DDA9F4B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979198" y="4684904"/>
                  <a:ext cx="1591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A0D0C12-7AF8-90FC-53FB-33CB339D6425}"/>
                    </a:ext>
                  </a:extLst>
                </p14:cNvPr>
                <p14:cNvContentPartPr/>
                <p14:nvPr/>
              </p14:nvContentPartPr>
              <p14:xfrm>
                <a:off x="6326238" y="4670144"/>
                <a:ext cx="12240" cy="1875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A0D0C12-7AF8-90FC-53FB-33CB339D6425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308598" y="4652504"/>
                  <a:ext cx="478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6098C0B-988E-085C-C210-F089C7143163}"/>
                    </a:ext>
                  </a:extLst>
                </p14:cNvPr>
                <p14:cNvContentPartPr/>
                <p14:nvPr/>
              </p14:nvContentPartPr>
              <p14:xfrm>
                <a:off x="6500838" y="4666184"/>
                <a:ext cx="60480" cy="270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6098C0B-988E-085C-C210-F089C7143163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482838" y="4648184"/>
                  <a:ext cx="961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52CC649-3F7E-E35C-630E-2FBBEF97C9A1}"/>
                    </a:ext>
                  </a:extLst>
                </p14:cNvPr>
                <p14:cNvContentPartPr/>
                <p14:nvPr/>
              </p14:nvContentPartPr>
              <p14:xfrm>
                <a:off x="6552318" y="4694624"/>
                <a:ext cx="79200" cy="788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52CC649-3F7E-E35C-630E-2FBBEF97C9A1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534318" y="4676984"/>
                  <a:ext cx="1148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0A8AF49-5666-BCD9-43F8-4E51123F99F0}"/>
                    </a:ext>
                  </a:extLst>
                </p14:cNvPr>
                <p14:cNvContentPartPr/>
                <p14:nvPr/>
              </p14:nvContentPartPr>
              <p14:xfrm>
                <a:off x="6697038" y="4529024"/>
                <a:ext cx="1032480" cy="878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0A8AF49-5666-BCD9-43F8-4E51123F99F0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679038" y="4511384"/>
                  <a:ext cx="10681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8DCABA8-F83D-FC9B-5025-FB398C691B1E}"/>
                    </a:ext>
                  </a:extLst>
                </p14:cNvPr>
                <p14:cNvContentPartPr/>
                <p14:nvPr/>
              </p14:nvContentPartPr>
              <p14:xfrm>
                <a:off x="6952278" y="4831784"/>
                <a:ext cx="93240" cy="3178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8DCABA8-F83D-FC9B-5025-FB398C691B1E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934638" y="4814144"/>
                  <a:ext cx="12888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589DA51-E27C-7B43-EE40-3F266647B0BB}"/>
                    </a:ext>
                  </a:extLst>
                </p14:cNvPr>
                <p14:cNvContentPartPr/>
                <p14:nvPr/>
              </p14:nvContentPartPr>
              <p14:xfrm>
                <a:off x="6999438" y="4869584"/>
                <a:ext cx="161280" cy="1144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589DA51-E27C-7B43-EE40-3F266647B0BB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981798" y="4851584"/>
                  <a:ext cx="1969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8F93BF3-2280-0426-BD7C-17E02CF22412}"/>
                    </a:ext>
                  </a:extLst>
                </p14:cNvPr>
                <p14:cNvContentPartPr/>
                <p14:nvPr/>
              </p14:nvContentPartPr>
              <p14:xfrm>
                <a:off x="7222638" y="4976864"/>
                <a:ext cx="55440" cy="149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8F93BF3-2280-0426-BD7C-17E02CF22412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204638" y="4959224"/>
                  <a:ext cx="910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0125E48-ECB4-A312-A8B5-5DDD32DCC8E0}"/>
                    </a:ext>
                  </a:extLst>
                </p14:cNvPr>
                <p14:cNvContentPartPr/>
                <p14:nvPr/>
              </p14:nvContentPartPr>
              <p14:xfrm>
                <a:off x="7394718" y="4907024"/>
                <a:ext cx="138960" cy="432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0125E48-ECB4-A312-A8B5-5DDD32DCC8E0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376718" y="4889384"/>
                  <a:ext cx="1746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BFE4BE3-5A2D-2E4D-64E4-F1ACB158A23F}"/>
                    </a:ext>
                  </a:extLst>
                </p14:cNvPr>
                <p14:cNvContentPartPr/>
                <p14:nvPr/>
              </p14:nvContentPartPr>
              <p14:xfrm>
                <a:off x="7494438" y="4860224"/>
                <a:ext cx="20520" cy="1432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BFE4BE3-5A2D-2E4D-64E4-F1ACB158A23F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476798" y="4842224"/>
                  <a:ext cx="561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E4FA889-78CA-4A5D-4FC9-D8ECAC100916}"/>
                    </a:ext>
                  </a:extLst>
                </p14:cNvPr>
                <p14:cNvContentPartPr/>
                <p14:nvPr/>
              </p14:nvContentPartPr>
              <p14:xfrm>
                <a:off x="7651758" y="4840064"/>
                <a:ext cx="79200" cy="1706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E4FA889-78CA-4A5D-4FC9-D8ECAC10091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634118" y="4822064"/>
                  <a:ext cx="11484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3D619A5-8B65-9D04-F486-3FF5C3B81580}"/>
                    </a:ext>
                  </a:extLst>
                </p14:cNvPr>
                <p14:cNvContentPartPr/>
                <p14:nvPr/>
              </p14:nvContentPartPr>
              <p14:xfrm>
                <a:off x="7694238" y="4791104"/>
                <a:ext cx="143640" cy="928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3D619A5-8B65-9D04-F486-3FF5C3B81580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676238" y="4773104"/>
                  <a:ext cx="17928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775AA87-412A-6570-A766-EEECC429114E}"/>
                    </a:ext>
                  </a:extLst>
                </p14:cNvPr>
                <p14:cNvContentPartPr/>
                <p14:nvPr/>
              </p14:nvContentPartPr>
              <p14:xfrm>
                <a:off x="7883958" y="4949144"/>
                <a:ext cx="150120" cy="849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775AA87-412A-6570-A766-EEECC429114E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865958" y="4931504"/>
                  <a:ext cx="185760" cy="12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FA54622D-54D9-C8AE-8AC4-7321C5B4D5F6}"/>
                  </a:ext>
                </a:extLst>
              </p14:cNvPr>
              <p14:cNvContentPartPr/>
              <p14:nvPr/>
            </p14:nvContentPartPr>
            <p14:xfrm>
              <a:off x="8615118" y="1925864"/>
              <a:ext cx="832320" cy="80136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FA54622D-54D9-C8AE-8AC4-7321C5B4D5F6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8597118" y="1907864"/>
                <a:ext cx="867960" cy="837000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367A0956-36E3-F274-3703-F863A2503841}"/>
              </a:ext>
            </a:extLst>
          </p:cNvPr>
          <p:cNvGrpSpPr/>
          <p:nvPr/>
        </p:nvGrpSpPr>
        <p:grpSpPr>
          <a:xfrm>
            <a:off x="6869118" y="2646944"/>
            <a:ext cx="1358640" cy="1819440"/>
            <a:chOff x="6869118" y="2646944"/>
            <a:chExt cx="1358640" cy="181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EB62728-331A-830B-43B6-E42E3DF868AA}"/>
                    </a:ext>
                  </a:extLst>
                </p14:cNvPr>
                <p14:cNvContentPartPr/>
                <p14:nvPr/>
              </p14:nvContentPartPr>
              <p14:xfrm>
                <a:off x="7019958" y="2646944"/>
                <a:ext cx="1207800" cy="17524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EB62728-331A-830B-43B6-E42E3DF868AA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002318" y="2629304"/>
                  <a:ext cx="1243440" cy="178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667CE5F-E14F-D0B6-0529-526AA02B8914}"/>
                    </a:ext>
                  </a:extLst>
                </p14:cNvPr>
                <p14:cNvContentPartPr/>
                <p14:nvPr/>
              </p14:nvContentPartPr>
              <p14:xfrm>
                <a:off x="6871998" y="4221584"/>
                <a:ext cx="64440" cy="2448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667CE5F-E14F-D0B6-0529-526AA02B8914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854358" y="4203584"/>
                  <a:ext cx="10008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756A554-5F6C-E714-7871-788A71E9E8A1}"/>
                    </a:ext>
                  </a:extLst>
                </p14:cNvPr>
                <p14:cNvContentPartPr/>
                <p14:nvPr/>
              </p14:nvContentPartPr>
              <p14:xfrm>
                <a:off x="6869118" y="4222304"/>
                <a:ext cx="159840" cy="1735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756A554-5F6C-E714-7871-788A71E9E8A1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851478" y="4204664"/>
                  <a:ext cx="1954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41CE142-7C0E-E201-C735-58C60ABE1C7F}"/>
                    </a:ext>
                  </a:extLst>
                </p14:cNvPr>
                <p14:cNvContentPartPr/>
                <p14:nvPr/>
              </p14:nvContentPartPr>
              <p14:xfrm>
                <a:off x="7105998" y="4327784"/>
                <a:ext cx="188640" cy="1195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41CE142-7C0E-E201-C735-58C60ABE1C7F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087998" y="4309784"/>
                  <a:ext cx="224280" cy="15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2BE14CCD-D3C4-8C99-9823-A6C2D0607372}"/>
              </a:ext>
            </a:extLst>
          </p:cNvPr>
          <p:cNvGrpSpPr/>
          <p:nvPr/>
        </p:nvGrpSpPr>
        <p:grpSpPr>
          <a:xfrm>
            <a:off x="7577958" y="3950144"/>
            <a:ext cx="635760" cy="591840"/>
            <a:chOff x="7577958" y="3950144"/>
            <a:chExt cx="635760" cy="59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60C1ECC-83AB-6C50-91DD-0642EE70726A}"/>
                    </a:ext>
                  </a:extLst>
                </p14:cNvPr>
                <p14:cNvContentPartPr/>
                <p14:nvPr/>
              </p14:nvContentPartPr>
              <p14:xfrm>
                <a:off x="7712598" y="4119344"/>
                <a:ext cx="61560" cy="2505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60C1ECC-83AB-6C50-91DD-0642EE70726A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694958" y="4101344"/>
                  <a:ext cx="9720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BF3B1EC-A07C-61EE-95BB-E5ACAFC519F0}"/>
                    </a:ext>
                  </a:extLst>
                </p14:cNvPr>
                <p14:cNvContentPartPr/>
                <p14:nvPr/>
              </p14:nvContentPartPr>
              <p14:xfrm>
                <a:off x="7696398" y="4321664"/>
                <a:ext cx="84240" cy="356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BF3B1EC-A07C-61EE-95BB-E5ACAFC519F0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678758" y="4304024"/>
                  <a:ext cx="1198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34EC2B1-AB69-5B2E-B41B-40286E9CCF1A}"/>
                    </a:ext>
                  </a:extLst>
                </p14:cNvPr>
                <p14:cNvContentPartPr/>
                <p14:nvPr/>
              </p14:nvContentPartPr>
              <p14:xfrm>
                <a:off x="7879998" y="4306904"/>
                <a:ext cx="126720" cy="795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34EC2B1-AB69-5B2E-B41B-40286E9CCF1A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862358" y="4289264"/>
                  <a:ext cx="1623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2F7857D-4E0C-85EA-D5CC-4973480044A1}"/>
                    </a:ext>
                  </a:extLst>
                </p14:cNvPr>
                <p14:cNvContentPartPr/>
                <p14:nvPr/>
              </p14:nvContentPartPr>
              <p14:xfrm>
                <a:off x="7868478" y="4357304"/>
                <a:ext cx="12600" cy="745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2F7857D-4E0C-85EA-D5CC-4973480044A1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850478" y="4339304"/>
                  <a:ext cx="482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ED34283-0B09-ACEA-183D-DF12F9B7747D}"/>
                    </a:ext>
                  </a:extLst>
                </p14:cNvPr>
                <p14:cNvContentPartPr/>
                <p14:nvPr/>
              </p14:nvContentPartPr>
              <p14:xfrm>
                <a:off x="7847958" y="4203944"/>
                <a:ext cx="8640" cy="75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ED34283-0B09-ACEA-183D-DF12F9B7747D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829958" y="4186304"/>
                  <a:ext cx="442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4314147-B98D-213C-2D34-63122D7C496F}"/>
                    </a:ext>
                  </a:extLst>
                </p14:cNvPr>
                <p14:cNvContentPartPr/>
                <p14:nvPr/>
              </p14:nvContentPartPr>
              <p14:xfrm>
                <a:off x="7577958" y="3950144"/>
                <a:ext cx="635760" cy="5918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4314147-B98D-213C-2D34-63122D7C496F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560318" y="3932504"/>
                  <a:ext cx="671400" cy="62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CC469714-7C62-E043-8625-D583959CBE71}"/>
              </a:ext>
            </a:extLst>
          </p:cNvPr>
          <p:cNvGrpSpPr/>
          <p:nvPr/>
        </p:nvGrpSpPr>
        <p:grpSpPr>
          <a:xfrm>
            <a:off x="7541598" y="609704"/>
            <a:ext cx="927360" cy="938160"/>
            <a:chOff x="7541598" y="609704"/>
            <a:chExt cx="927360" cy="93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333337F-46F5-37FA-E8EE-1AAFA297D996}"/>
                    </a:ext>
                  </a:extLst>
                </p14:cNvPr>
                <p14:cNvContentPartPr/>
                <p14:nvPr/>
              </p14:nvContentPartPr>
              <p14:xfrm>
                <a:off x="7541598" y="609704"/>
                <a:ext cx="927360" cy="9381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333337F-46F5-37FA-E8EE-1AAFA297D996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7523958" y="592064"/>
                  <a:ext cx="963000" cy="9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FB7D319-F553-CDEA-4A4E-43A804B860C6}"/>
                    </a:ext>
                  </a:extLst>
                </p14:cNvPr>
                <p14:cNvContentPartPr/>
                <p14:nvPr/>
              </p14:nvContentPartPr>
              <p14:xfrm>
                <a:off x="7948398" y="1323224"/>
                <a:ext cx="100800" cy="1674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FB7D319-F553-CDEA-4A4E-43A804B860C6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7930398" y="1305584"/>
                  <a:ext cx="136440" cy="20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8275F6EB-A077-AA65-38A2-2F16A214B21F}"/>
              </a:ext>
            </a:extLst>
          </p:cNvPr>
          <p:cNvGrpSpPr/>
          <p:nvPr/>
        </p:nvGrpSpPr>
        <p:grpSpPr>
          <a:xfrm>
            <a:off x="7731318" y="1867184"/>
            <a:ext cx="72720" cy="275760"/>
            <a:chOff x="7731318" y="1867184"/>
            <a:chExt cx="72720" cy="27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7D758A7-0ADD-328A-BEE2-A190FF62EB49}"/>
                    </a:ext>
                  </a:extLst>
                </p14:cNvPr>
                <p14:cNvContentPartPr/>
                <p14:nvPr/>
              </p14:nvContentPartPr>
              <p14:xfrm>
                <a:off x="7748598" y="1867184"/>
                <a:ext cx="55440" cy="1270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7D758A7-0ADD-328A-BEE2-A190FF62EB49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730958" y="1849184"/>
                  <a:ext cx="910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2420DDB-240F-990F-8458-01BA9D996BA4}"/>
                    </a:ext>
                  </a:extLst>
                </p14:cNvPr>
                <p14:cNvContentPartPr/>
                <p14:nvPr/>
              </p14:nvContentPartPr>
              <p14:xfrm>
                <a:off x="7731318" y="2109824"/>
                <a:ext cx="6480" cy="331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2420DDB-240F-990F-8458-01BA9D996BA4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713318" y="2092184"/>
                  <a:ext cx="42120" cy="6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00BD682C-ECE2-5178-BAC3-82D16E97462E}"/>
              </a:ext>
            </a:extLst>
          </p:cNvPr>
          <p:cNvGrpSpPr/>
          <p:nvPr/>
        </p:nvGrpSpPr>
        <p:grpSpPr>
          <a:xfrm>
            <a:off x="7679478" y="2393144"/>
            <a:ext cx="37440" cy="417960"/>
            <a:chOff x="7679478" y="2393144"/>
            <a:chExt cx="37440" cy="41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C71767B-5135-1EEB-7C4F-39F8CCCC3F04}"/>
                    </a:ext>
                  </a:extLst>
                </p14:cNvPr>
                <p14:cNvContentPartPr/>
                <p14:nvPr/>
              </p14:nvContentPartPr>
              <p14:xfrm>
                <a:off x="7679478" y="2393144"/>
                <a:ext cx="10800" cy="1087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C71767B-5135-1EEB-7C4F-39F8CCCC3F04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7661838" y="2375144"/>
                  <a:ext cx="464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260D662-0762-193B-9173-7462C42F5182}"/>
                    </a:ext>
                  </a:extLst>
                </p14:cNvPr>
                <p14:cNvContentPartPr/>
                <p14:nvPr/>
              </p14:nvContentPartPr>
              <p14:xfrm>
                <a:off x="7705758" y="2623544"/>
                <a:ext cx="11160" cy="1875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260D662-0762-193B-9173-7462C42F5182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7688118" y="2605904"/>
                  <a:ext cx="46800" cy="22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F5EF1078-E9A8-986F-BFF0-1B19ED84B627}"/>
                  </a:ext>
                </a:extLst>
              </p14:cNvPr>
              <p14:cNvContentPartPr/>
              <p14:nvPr/>
            </p14:nvContentPartPr>
            <p14:xfrm>
              <a:off x="7728438" y="3013424"/>
              <a:ext cx="21600" cy="10836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F5EF1078-E9A8-986F-BFF0-1B19ED84B627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7710798" y="2995424"/>
                <a:ext cx="5724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C7FD730B-70DE-2242-695A-BD0ED055AAF5}"/>
                  </a:ext>
                </a:extLst>
              </p14:cNvPr>
              <p14:cNvContentPartPr/>
              <p14:nvPr/>
            </p14:nvContentPartPr>
            <p14:xfrm>
              <a:off x="7784958" y="3374504"/>
              <a:ext cx="37440" cy="24588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C7FD730B-70DE-2242-695A-BD0ED055AAF5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7766958" y="3356504"/>
                <a:ext cx="73080" cy="281520"/>
              </a:xfrm>
              <a:prstGeom prst="rect">
                <a:avLst/>
              </a:prstGeom>
            </p:spPr>
          </p:pic>
        </mc:Fallback>
      </mc:AlternateContent>
      <p:grpSp>
        <p:nvGrpSpPr>
          <p:cNvPr id="95" name="Group 94">
            <a:extLst>
              <a:ext uri="{FF2B5EF4-FFF2-40B4-BE49-F238E27FC236}">
                <a16:creationId xmlns:a16="http://schemas.microsoft.com/office/drawing/2014/main" id="{D56983D6-C61A-6D24-49F4-14D0DBD35A7C}"/>
              </a:ext>
            </a:extLst>
          </p:cNvPr>
          <p:cNvGrpSpPr/>
          <p:nvPr/>
        </p:nvGrpSpPr>
        <p:grpSpPr>
          <a:xfrm>
            <a:off x="7867758" y="3807944"/>
            <a:ext cx="25560" cy="125280"/>
            <a:chOff x="7867758" y="3807944"/>
            <a:chExt cx="25560" cy="12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5ED4593-4AC9-4978-0E1E-F5E3BDB15332}"/>
                    </a:ext>
                  </a:extLst>
                </p14:cNvPr>
                <p14:cNvContentPartPr/>
                <p14:nvPr/>
              </p14:nvContentPartPr>
              <p14:xfrm>
                <a:off x="7867758" y="3807944"/>
                <a:ext cx="6840" cy="421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5ED4593-4AC9-4978-0E1E-F5E3BDB15332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850118" y="3789944"/>
                  <a:ext cx="424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8F7AD0D-9931-B798-D26A-9C6F9ADBE592}"/>
                    </a:ext>
                  </a:extLst>
                </p14:cNvPr>
                <p14:cNvContentPartPr/>
                <p14:nvPr/>
              </p14:nvContentPartPr>
              <p14:xfrm>
                <a:off x="7889358" y="3920984"/>
                <a:ext cx="3960" cy="122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8F7AD0D-9931-B798-D26A-9C6F9ADBE592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871718" y="3902984"/>
                  <a:ext cx="39600" cy="4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4CD29148-FF97-7890-2C23-18C44ED6063F}"/>
              </a:ext>
            </a:extLst>
          </p:cNvPr>
          <p:cNvGrpSpPr/>
          <p:nvPr/>
        </p:nvGrpSpPr>
        <p:grpSpPr>
          <a:xfrm>
            <a:off x="5928078" y="1947464"/>
            <a:ext cx="5136480" cy="2903760"/>
            <a:chOff x="5928078" y="1947464"/>
            <a:chExt cx="5136480" cy="290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0740936-5CFF-578F-22E1-04FCBC95248D}"/>
                    </a:ext>
                  </a:extLst>
                </p14:cNvPr>
                <p14:cNvContentPartPr/>
                <p14:nvPr/>
              </p14:nvContentPartPr>
              <p14:xfrm>
                <a:off x="8987718" y="4218704"/>
                <a:ext cx="33840" cy="3009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0740936-5CFF-578F-22E1-04FCBC95248D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8969718" y="4200704"/>
                  <a:ext cx="6948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A253DDC-3BB6-1664-6B9F-8207EE0293CA}"/>
                    </a:ext>
                  </a:extLst>
                </p14:cNvPr>
                <p14:cNvContentPartPr/>
                <p14:nvPr/>
              </p14:nvContentPartPr>
              <p14:xfrm>
                <a:off x="8951358" y="4458464"/>
                <a:ext cx="83520" cy="493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A253DDC-3BB6-1664-6B9F-8207EE0293CA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8933358" y="4440824"/>
                  <a:ext cx="1191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529AABD-7CD2-2BA1-6360-5B0C1F66369E}"/>
                    </a:ext>
                  </a:extLst>
                </p14:cNvPr>
                <p14:cNvContentPartPr/>
                <p14:nvPr/>
              </p14:nvContentPartPr>
              <p14:xfrm>
                <a:off x="9189678" y="4422824"/>
                <a:ext cx="137880" cy="1184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529AABD-7CD2-2BA1-6360-5B0C1F66369E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9172038" y="4404824"/>
                  <a:ext cx="1735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649484E-E210-03D7-01EA-8F56155BFC01}"/>
                    </a:ext>
                  </a:extLst>
                </p14:cNvPr>
                <p14:cNvContentPartPr/>
                <p14:nvPr/>
              </p14:nvContentPartPr>
              <p14:xfrm>
                <a:off x="9384078" y="4397264"/>
                <a:ext cx="56880" cy="424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649484E-E210-03D7-01EA-8F56155BFC01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9366438" y="4379264"/>
                  <a:ext cx="925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4637F2E-1812-0686-6D7E-336A0511086F}"/>
                    </a:ext>
                  </a:extLst>
                </p14:cNvPr>
                <p14:cNvContentPartPr/>
                <p14:nvPr/>
              </p14:nvContentPartPr>
              <p14:xfrm>
                <a:off x="9432678" y="4417424"/>
                <a:ext cx="54000" cy="363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4637F2E-1812-0686-6D7E-336A0511086F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9414678" y="4399424"/>
                  <a:ext cx="896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F0DBB58-6D0E-542A-09B7-EE721DD424EA}"/>
                    </a:ext>
                  </a:extLst>
                </p14:cNvPr>
                <p14:cNvContentPartPr/>
                <p14:nvPr/>
              </p14:nvContentPartPr>
              <p14:xfrm>
                <a:off x="9789798" y="4337144"/>
                <a:ext cx="1050480" cy="684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F0DBB58-6D0E-542A-09B7-EE721DD424EA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9772158" y="4319144"/>
                  <a:ext cx="10861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7EF19D0-9075-FF3B-A289-FAC55906AF0E}"/>
                    </a:ext>
                  </a:extLst>
                </p14:cNvPr>
                <p14:cNvContentPartPr/>
                <p14:nvPr/>
              </p14:nvContentPartPr>
              <p14:xfrm>
                <a:off x="10016598" y="4627304"/>
                <a:ext cx="89640" cy="2170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7EF19D0-9075-FF3B-A289-FAC55906AF0E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9998958" y="4609304"/>
                  <a:ext cx="12528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B36E235-8849-3004-BB00-08A98A6A1D17}"/>
                    </a:ext>
                  </a:extLst>
                </p14:cNvPr>
                <p14:cNvContentPartPr/>
                <p14:nvPr/>
              </p14:nvContentPartPr>
              <p14:xfrm>
                <a:off x="10078158" y="4593104"/>
                <a:ext cx="144000" cy="1288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B36E235-8849-3004-BB00-08A98A6A1D17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0060518" y="4575464"/>
                  <a:ext cx="1796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63BCE24-24FE-C5CD-01B8-BB8A653C3C48}"/>
                    </a:ext>
                  </a:extLst>
                </p14:cNvPr>
                <p14:cNvContentPartPr/>
                <p14:nvPr/>
              </p14:nvContentPartPr>
              <p14:xfrm>
                <a:off x="10330518" y="4698224"/>
                <a:ext cx="27720" cy="1530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63BCE24-24FE-C5CD-01B8-BB8A653C3C48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0312518" y="4680224"/>
                  <a:ext cx="633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B5B1081-36BE-55EE-5E28-40C835DA818C}"/>
                    </a:ext>
                  </a:extLst>
                </p14:cNvPr>
                <p14:cNvContentPartPr/>
                <p14:nvPr/>
              </p14:nvContentPartPr>
              <p14:xfrm>
                <a:off x="10493598" y="4703264"/>
                <a:ext cx="129960" cy="608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B5B1081-36BE-55EE-5E28-40C835DA818C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0475958" y="4685264"/>
                  <a:ext cx="1656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82EE093-2B70-2FAD-3DC8-AC54585935CE}"/>
                    </a:ext>
                  </a:extLst>
                </p14:cNvPr>
                <p14:cNvContentPartPr/>
                <p14:nvPr/>
              </p14:nvContentPartPr>
              <p14:xfrm>
                <a:off x="10541478" y="4655024"/>
                <a:ext cx="38160" cy="1735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82EE093-2B70-2FAD-3DC8-AC54585935CE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0523478" y="4637024"/>
                  <a:ext cx="738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6BBB026-6E37-5761-E372-71AF687B7ACD}"/>
                    </a:ext>
                  </a:extLst>
                </p14:cNvPr>
                <p14:cNvContentPartPr/>
                <p14:nvPr/>
              </p14:nvContentPartPr>
              <p14:xfrm>
                <a:off x="10677198" y="4661864"/>
                <a:ext cx="65160" cy="1558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6BBB026-6E37-5761-E372-71AF687B7ACD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0659558" y="4644224"/>
                  <a:ext cx="10080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A94EFE1-5159-9168-DFF1-61420C0B7DD8}"/>
                    </a:ext>
                  </a:extLst>
                </p14:cNvPr>
                <p14:cNvContentPartPr/>
                <p14:nvPr/>
              </p14:nvContentPartPr>
              <p14:xfrm>
                <a:off x="10700238" y="4606064"/>
                <a:ext cx="133200" cy="1609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A94EFE1-5159-9168-DFF1-61420C0B7DD8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0682598" y="4588064"/>
                  <a:ext cx="1688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1E6FA5F-D1BE-F32F-96D3-669C1D9C999F}"/>
                    </a:ext>
                  </a:extLst>
                </p14:cNvPr>
                <p14:cNvContentPartPr/>
                <p14:nvPr/>
              </p14:nvContentPartPr>
              <p14:xfrm>
                <a:off x="10963398" y="4694984"/>
                <a:ext cx="101160" cy="1018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1E6FA5F-D1BE-F32F-96D3-669C1D9C999F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0945398" y="4676984"/>
                  <a:ext cx="1368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5B4DDFB-6FAE-1359-B23C-8D2A55C11630}"/>
                    </a:ext>
                  </a:extLst>
                </p14:cNvPr>
                <p14:cNvContentPartPr/>
                <p14:nvPr/>
              </p14:nvContentPartPr>
              <p14:xfrm>
                <a:off x="10117398" y="3971024"/>
                <a:ext cx="57240" cy="2527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5B4DDFB-6FAE-1359-B23C-8D2A55C11630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0099758" y="3953384"/>
                  <a:ext cx="9288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CD26696-AE02-7DB0-5D8C-05223F9505BC}"/>
                    </a:ext>
                  </a:extLst>
                </p14:cNvPr>
                <p14:cNvContentPartPr/>
                <p14:nvPr/>
              </p14:nvContentPartPr>
              <p14:xfrm>
                <a:off x="10157718" y="3969584"/>
                <a:ext cx="170640" cy="1519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CD26696-AE02-7DB0-5D8C-05223F9505BC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0139718" y="3951584"/>
                  <a:ext cx="2062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C36F59E-4F49-2898-85A0-C6D81E6697A6}"/>
                    </a:ext>
                  </a:extLst>
                </p14:cNvPr>
                <p14:cNvContentPartPr/>
                <p14:nvPr/>
              </p14:nvContentPartPr>
              <p14:xfrm>
                <a:off x="10461918" y="4034024"/>
                <a:ext cx="47160" cy="1195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C36F59E-4F49-2898-85A0-C6D81E6697A6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0443918" y="4016384"/>
                  <a:ext cx="8280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56A05C5-EFDE-8A2C-80D6-64FC0AF2C296}"/>
                    </a:ext>
                  </a:extLst>
                </p14:cNvPr>
                <p14:cNvContentPartPr/>
                <p14:nvPr/>
              </p14:nvContentPartPr>
              <p14:xfrm>
                <a:off x="5928078" y="1947464"/>
                <a:ext cx="1186200" cy="9572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56A05C5-EFDE-8A2C-80D6-64FC0AF2C296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5910438" y="1929464"/>
                  <a:ext cx="1221840" cy="9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1043B9D-724D-8B4F-18F7-46BAD3F9F628}"/>
                    </a:ext>
                  </a:extLst>
                </p14:cNvPr>
                <p14:cNvContentPartPr/>
                <p14:nvPr/>
              </p14:nvContentPartPr>
              <p14:xfrm>
                <a:off x="7014558" y="2343824"/>
                <a:ext cx="2701440" cy="15958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1043B9D-724D-8B4F-18F7-46BAD3F9F628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6996558" y="2325824"/>
                  <a:ext cx="2737080" cy="163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C4C6B51-A30A-B5F3-E6FA-0DE5DF35B902}"/>
                    </a:ext>
                  </a:extLst>
                </p14:cNvPr>
                <p14:cNvContentPartPr/>
                <p14:nvPr/>
              </p14:nvContentPartPr>
              <p14:xfrm>
                <a:off x="9631038" y="3857624"/>
                <a:ext cx="252000" cy="662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C4C6B51-A30A-B5F3-E6FA-0DE5DF35B902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9613398" y="3839624"/>
                  <a:ext cx="28764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EFF3C151-78C3-1B42-B795-F5EE51B970D4}"/>
              </a:ext>
            </a:extLst>
          </p:cNvPr>
          <p:cNvGrpSpPr/>
          <p:nvPr/>
        </p:nvGrpSpPr>
        <p:grpSpPr>
          <a:xfrm>
            <a:off x="10853598" y="3903704"/>
            <a:ext cx="464040" cy="276480"/>
            <a:chOff x="10853598" y="3903704"/>
            <a:chExt cx="464040" cy="27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9C75CC43-4EAC-DEBA-D2AE-9563D0C932AF}"/>
                    </a:ext>
                  </a:extLst>
                </p14:cNvPr>
                <p14:cNvContentPartPr/>
                <p14:nvPr/>
              </p14:nvContentPartPr>
              <p14:xfrm>
                <a:off x="10853598" y="3903704"/>
                <a:ext cx="69840" cy="2005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9C75CC43-4EAC-DEBA-D2AE-9563D0C932AF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0835598" y="3885704"/>
                  <a:ext cx="1054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60A1DCFE-B90F-FB9D-717E-5A2F2A6730BE}"/>
                    </a:ext>
                  </a:extLst>
                </p14:cNvPr>
                <p14:cNvContentPartPr/>
                <p14:nvPr/>
              </p14:nvContentPartPr>
              <p14:xfrm>
                <a:off x="10881678" y="4129064"/>
                <a:ext cx="30960" cy="226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60A1DCFE-B90F-FB9D-717E-5A2F2A6730BE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0864038" y="4111064"/>
                  <a:ext cx="6660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AE587DB-97E1-38D2-8BB5-A481978E453E}"/>
                    </a:ext>
                  </a:extLst>
                </p14:cNvPr>
                <p14:cNvContentPartPr/>
                <p14:nvPr/>
              </p14:nvContentPartPr>
              <p14:xfrm>
                <a:off x="11064198" y="4080464"/>
                <a:ext cx="14040" cy="997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AE587DB-97E1-38D2-8BB5-A481978E453E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1046558" y="4062824"/>
                  <a:ext cx="496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A138384-90FF-0FFC-0B1A-1C90A77ABA9E}"/>
                    </a:ext>
                  </a:extLst>
                </p14:cNvPr>
                <p14:cNvContentPartPr/>
                <p14:nvPr/>
              </p14:nvContentPartPr>
              <p14:xfrm>
                <a:off x="11072478" y="3945824"/>
                <a:ext cx="29880" cy="237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A138384-90FF-0FFC-0B1A-1C90A77ABA9E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1054838" y="3927824"/>
                  <a:ext cx="655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6812743D-3E34-3493-D175-3C03EE28E99E}"/>
                    </a:ext>
                  </a:extLst>
                </p14:cNvPr>
                <p14:cNvContentPartPr/>
                <p14:nvPr/>
              </p14:nvContentPartPr>
              <p14:xfrm>
                <a:off x="11163198" y="4042664"/>
                <a:ext cx="154440" cy="1011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6812743D-3E34-3493-D175-3C03EE28E99E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1145558" y="4024664"/>
                  <a:ext cx="190080" cy="136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46427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7EDD2-167A-D2AA-FAF4-E85D537FF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0BC74-D048-8CCF-9904-CBBF77EBE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93"/>
            <a:ext cx="10515600" cy="584200"/>
          </a:xfrm>
        </p:spPr>
        <p:txBody>
          <a:bodyPr/>
          <a:lstStyle/>
          <a:p>
            <a:r>
              <a:rPr lang="en-US" dirty="0"/>
              <a:t>Current divider</a:t>
            </a:r>
          </a:p>
        </p:txBody>
      </p:sp>
      <p:pic>
        <p:nvPicPr>
          <p:cNvPr id="6" name="Content Placeholder 5" descr="A diagram of a circuit&#10;&#10;Description automatically generated">
            <a:extLst>
              <a:ext uri="{FF2B5EF4-FFF2-40B4-BE49-F238E27FC236}">
                <a16:creationId xmlns:a16="http://schemas.microsoft.com/office/drawing/2014/main" id="{9B228503-AEC3-CAD4-8C68-26065C0F21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992" y="1008301"/>
            <a:ext cx="2712555" cy="522845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1F5C13-BE10-3839-5606-744B5E36EA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5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7DD1804C-5705-ED06-CA7B-31001032FA1F}"/>
              </a:ext>
            </a:extLst>
          </p:cNvPr>
          <p:cNvGrpSpPr/>
          <p:nvPr/>
        </p:nvGrpSpPr>
        <p:grpSpPr>
          <a:xfrm>
            <a:off x="5446243" y="729325"/>
            <a:ext cx="4533840" cy="4722840"/>
            <a:chOff x="5446243" y="729325"/>
            <a:chExt cx="4533840" cy="472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914150F-5FE2-0A7D-BFAE-7A17BC471243}"/>
                    </a:ext>
                  </a:extLst>
                </p14:cNvPr>
                <p14:cNvContentPartPr/>
                <p14:nvPr/>
              </p14:nvContentPartPr>
              <p14:xfrm>
                <a:off x="7762483" y="729325"/>
                <a:ext cx="90000" cy="10368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914150F-5FE2-0A7D-BFAE-7A17BC47124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744843" y="711325"/>
                  <a:ext cx="125640" cy="10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D215DEA-04F8-7B9D-EBF6-2BC5D51714F3}"/>
                    </a:ext>
                  </a:extLst>
                </p14:cNvPr>
                <p14:cNvContentPartPr/>
                <p14:nvPr/>
              </p14:nvContentPartPr>
              <p14:xfrm>
                <a:off x="6340123" y="1732645"/>
                <a:ext cx="1528920" cy="1400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D215DEA-04F8-7B9D-EBF6-2BC5D51714F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322483" y="1714645"/>
                  <a:ext cx="156456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87CAB66-3E72-F5BD-3B1C-FD342CD433C7}"/>
                    </a:ext>
                  </a:extLst>
                </p14:cNvPr>
                <p14:cNvContentPartPr/>
                <p14:nvPr/>
              </p14:nvContentPartPr>
              <p14:xfrm>
                <a:off x="8159203" y="1758205"/>
                <a:ext cx="29520" cy="28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87CAB66-3E72-F5BD-3B1C-FD342CD433C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141563" y="1740565"/>
                  <a:ext cx="651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BC738AC-F9B5-A237-B5AA-B44BBCE4C192}"/>
                    </a:ext>
                  </a:extLst>
                </p14:cNvPr>
                <p14:cNvContentPartPr/>
                <p14:nvPr/>
              </p14:nvContentPartPr>
              <p14:xfrm>
                <a:off x="7856803" y="1683325"/>
                <a:ext cx="1809360" cy="532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BC738AC-F9B5-A237-B5AA-B44BBCE4C19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839163" y="1665685"/>
                  <a:ext cx="18450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D2CD0DE-98E7-ADB6-E401-D8A864466C0F}"/>
                    </a:ext>
                  </a:extLst>
                </p14:cNvPr>
                <p14:cNvContentPartPr/>
                <p14:nvPr/>
              </p14:nvContentPartPr>
              <p14:xfrm>
                <a:off x="6286483" y="1868005"/>
                <a:ext cx="190080" cy="10051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D2CD0DE-98E7-ADB6-E401-D8A864466C0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268843" y="1850005"/>
                  <a:ext cx="225720" cy="10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F4F3E17-969E-53BB-B111-5E4DBC0C4E2A}"/>
                    </a:ext>
                  </a:extLst>
                </p14:cNvPr>
                <p14:cNvContentPartPr/>
                <p14:nvPr/>
              </p14:nvContentPartPr>
              <p14:xfrm>
                <a:off x="6449923" y="2903005"/>
                <a:ext cx="182160" cy="12538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1F4F3E17-969E-53BB-B111-5E4DBC0C4E2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432283" y="2885365"/>
                  <a:ext cx="217800" cy="12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7EFE3680-95FD-3B8F-3638-DC01E3791CA4}"/>
                    </a:ext>
                  </a:extLst>
                </p14:cNvPr>
                <p14:cNvContentPartPr/>
                <p14:nvPr/>
              </p14:nvContentPartPr>
              <p14:xfrm>
                <a:off x="9673003" y="1697005"/>
                <a:ext cx="142920" cy="12945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7EFE3680-95FD-3B8F-3638-DC01E3791CA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655003" y="1679365"/>
                  <a:ext cx="178560" cy="13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A91930F0-621A-59BE-D06D-0DDC98225688}"/>
                    </a:ext>
                  </a:extLst>
                </p14:cNvPr>
                <p14:cNvContentPartPr/>
                <p14:nvPr/>
              </p14:nvContentPartPr>
              <p14:xfrm>
                <a:off x="9749323" y="2953405"/>
                <a:ext cx="187560" cy="9709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A91930F0-621A-59BE-D06D-0DDC9822568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731683" y="2935765"/>
                  <a:ext cx="223200" cy="10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FFB53B51-C1A7-92A1-8306-351DB64931BF}"/>
                    </a:ext>
                  </a:extLst>
                </p14:cNvPr>
                <p14:cNvContentPartPr/>
                <p14:nvPr/>
              </p14:nvContentPartPr>
              <p14:xfrm>
                <a:off x="6613363" y="3916765"/>
                <a:ext cx="3366720" cy="3232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FFB53B51-C1A7-92A1-8306-351DB64931B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595723" y="3899125"/>
                  <a:ext cx="340236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D18A6B14-E12E-B35C-4FD0-CA02B74A4B97}"/>
                    </a:ext>
                  </a:extLst>
                </p14:cNvPr>
                <p14:cNvContentPartPr/>
                <p14:nvPr/>
              </p14:nvContentPartPr>
              <p14:xfrm>
                <a:off x="8230123" y="4134205"/>
                <a:ext cx="125280" cy="11678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D18A6B14-E12E-B35C-4FD0-CA02B74A4B9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212123" y="4116205"/>
                  <a:ext cx="160920" cy="12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A9B3C617-75B7-BC18-9A5C-69569D608A63}"/>
                    </a:ext>
                  </a:extLst>
                </p14:cNvPr>
                <p14:cNvContentPartPr/>
                <p14:nvPr/>
              </p14:nvContentPartPr>
              <p14:xfrm>
                <a:off x="8223643" y="5190085"/>
                <a:ext cx="225360" cy="1166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A9B3C617-75B7-BC18-9A5C-69569D608A6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206003" y="5172445"/>
                  <a:ext cx="2610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CAB9E6B7-0302-44BA-77CC-B5ED3F8DD350}"/>
                    </a:ext>
                  </a:extLst>
                </p14:cNvPr>
                <p14:cNvContentPartPr/>
                <p14:nvPr/>
              </p14:nvContentPartPr>
              <p14:xfrm>
                <a:off x="7686163" y="1280485"/>
                <a:ext cx="203760" cy="1245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CAB9E6B7-0302-44BA-77CC-B5ED3F8DD35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668163" y="1262485"/>
                  <a:ext cx="23940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0585875A-A111-D9BA-8D19-C213786A7580}"/>
                    </a:ext>
                  </a:extLst>
                </p14:cNvPr>
                <p14:cNvContentPartPr/>
                <p14:nvPr/>
              </p14:nvContentPartPr>
              <p14:xfrm>
                <a:off x="8173603" y="883405"/>
                <a:ext cx="66960" cy="3567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0585875A-A111-D9BA-8D19-C213786A758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155963" y="865765"/>
                  <a:ext cx="10260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E66B7BCE-1F3E-6481-B342-929DB8E066F3}"/>
                    </a:ext>
                  </a:extLst>
                </p14:cNvPr>
                <p14:cNvContentPartPr/>
                <p14:nvPr/>
              </p14:nvContentPartPr>
              <p14:xfrm>
                <a:off x="8148043" y="881965"/>
                <a:ext cx="92160" cy="457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E66B7BCE-1F3E-6481-B342-929DB8E066F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130403" y="863965"/>
                  <a:ext cx="1278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A5291229-8846-DE7B-264F-0F94FF7DA986}"/>
                    </a:ext>
                  </a:extLst>
                </p14:cNvPr>
                <p14:cNvContentPartPr/>
                <p14:nvPr/>
              </p14:nvContentPartPr>
              <p14:xfrm>
                <a:off x="8233003" y="1146205"/>
                <a:ext cx="91080" cy="201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A5291229-8846-DE7B-264F-0F94FF7DA98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215363" y="1128205"/>
                  <a:ext cx="1267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64B01293-71B8-7E81-B486-B6B1F60CD001}"/>
                    </a:ext>
                  </a:extLst>
                </p14:cNvPr>
                <p14:cNvContentPartPr/>
                <p14:nvPr/>
              </p14:nvContentPartPr>
              <p14:xfrm>
                <a:off x="8526763" y="1100485"/>
                <a:ext cx="12600" cy="1587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64B01293-71B8-7E81-B486-B6B1F60CD00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509123" y="1082845"/>
                  <a:ext cx="4824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66C9C157-8CB8-F9C6-A76D-7D00A6394905}"/>
                    </a:ext>
                  </a:extLst>
                </p14:cNvPr>
                <p14:cNvContentPartPr/>
                <p14:nvPr/>
              </p14:nvContentPartPr>
              <p14:xfrm>
                <a:off x="8522803" y="954685"/>
                <a:ext cx="26640" cy="82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66C9C157-8CB8-F9C6-A76D-7D00A639490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505163" y="936685"/>
                  <a:ext cx="622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B31A85E8-1D80-BF36-CE08-C793BBE1BD16}"/>
                    </a:ext>
                  </a:extLst>
                </p14:cNvPr>
                <p14:cNvContentPartPr/>
                <p14:nvPr/>
              </p14:nvContentPartPr>
              <p14:xfrm>
                <a:off x="8654563" y="1087165"/>
                <a:ext cx="275040" cy="1656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B31A85E8-1D80-BF36-CE08-C793BBE1BD1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636923" y="1069525"/>
                  <a:ext cx="3106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5B5C388C-8AF8-F193-009F-C41C470A93E0}"/>
                    </a:ext>
                  </a:extLst>
                </p14:cNvPr>
                <p14:cNvContentPartPr/>
                <p14:nvPr/>
              </p14:nvContentPartPr>
              <p14:xfrm>
                <a:off x="8745283" y="4971925"/>
                <a:ext cx="60840" cy="4262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5B5C388C-8AF8-F193-009F-C41C470A93E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727283" y="4953925"/>
                  <a:ext cx="96480" cy="4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8BA69301-9233-65AB-573C-7AE120DB19FD}"/>
                    </a:ext>
                  </a:extLst>
                </p14:cNvPr>
                <p14:cNvContentPartPr/>
                <p14:nvPr/>
              </p14:nvContentPartPr>
              <p14:xfrm>
                <a:off x="8631883" y="4973365"/>
                <a:ext cx="180000" cy="568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8BA69301-9233-65AB-573C-7AE120DB19F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613883" y="4955365"/>
                  <a:ext cx="2156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DDE237C-9DC2-DFFC-45AD-BE4F707B3FEB}"/>
                    </a:ext>
                  </a:extLst>
                </p14:cNvPr>
                <p14:cNvContentPartPr/>
                <p14:nvPr/>
              </p14:nvContentPartPr>
              <p14:xfrm>
                <a:off x="8791363" y="5367925"/>
                <a:ext cx="104760" cy="738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DDE237C-9DC2-DFFC-45AD-BE4F707B3FEB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773363" y="5350285"/>
                  <a:ext cx="1404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95C27BE8-3CFC-8D7F-D3E5-88FD3D703434}"/>
                    </a:ext>
                  </a:extLst>
                </p14:cNvPr>
                <p14:cNvContentPartPr/>
                <p14:nvPr/>
              </p14:nvContentPartPr>
              <p14:xfrm>
                <a:off x="9094483" y="5281885"/>
                <a:ext cx="93600" cy="1666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95C27BE8-3CFC-8D7F-D3E5-88FD3D70343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076843" y="5264245"/>
                  <a:ext cx="1292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27B616CF-D05D-A35C-3C46-B15A7CC372B1}"/>
                    </a:ext>
                  </a:extLst>
                </p14:cNvPr>
                <p14:cNvContentPartPr/>
                <p14:nvPr/>
              </p14:nvContentPartPr>
              <p14:xfrm>
                <a:off x="9280603" y="5312125"/>
                <a:ext cx="165240" cy="1076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27B616CF-D05D-A35C-3C46-B15A7CC372B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262963" y="5294485"/>
                  <a:ext cx="2008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1007E172-78D9-EEDD-053B-EC313667B5FC}"/>
                    </a:ext>
                  </a:extLst>
                </p14:cNvPr>
                <p14:cNvContentPartPr/>
                <p14:nvPr/>
              </p14:nvContentPartPr>
              <p14:xfrm>
                <a:off x="9521803" y="5130325"/>
                <a:ext cx="79200" cy="3218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1007E172-78D9-EEDD-053B-EC313667B5FC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504163" y="5112325"/>
                  <a:ext cx="11484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AB3C894B-DAE0-04C4-7E76-459555FE5F1E}"/>
                    </a:ext>
                  </a:extLst>
                </p14:cNvPr>
                <p14:cNvContentPartPr/>
                <p14:nvPr/>
              </p14:nvContentPartPr>
              <p14:xfrm>
                <a:off x="9491203" y="5228965"/>
                <a:ext cx="165960" cy="950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AB3C894B-DAE0-04C4-7E76-459555FE5F1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473203" y="5210965"/>
                  <a:ext cx="20160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145D22BE-C7E6-D241-BFB0-085169920F77}"/>
                    </a:ext>
                  </a:extLst>
                </p14:cNvPr>
                <p14:cNvContentPartPr/>
                <p14:nvPr/>
              </p14:nvContentPartPr>
              <p14:xfrm>
                <a:off x="6794443" y="2856565"/>
                <a:ext cx="72720" cy="27792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145D22BE-C7E6-D241-BFB0-085169920F77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776443" y="2838565"/>
                  <a:ext cx="10836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59C718A-1A64-6978-959D-3A585CB8BB79}"/>
                    </a:ext>
                  </a:extLst>
                </p14:cNvPr>
                <p14:cNvContentPartPr/>
                <p14:nvPr/>
              </p14:nvContentPartPr>
              <p14:xfrm>
                <a:off x="6784363" y="2755765"/>
                <a:ext cx="264600" cy="2041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59C718A-1A64-6978-959D-3A585CB8BB79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766363" y="2737765"/>
                  <a:ext cx="3002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6F217AE9-DA13-6BF8-2C33-68D8A8010340}"/>
                    </a:ext>
                  </a:extLst>
                </p14:cNvPr>
                <p14:cNvContentPartPr/>
                <p14:nvPr/>
              </p14:nvContentPartPr>
              <p14:xfrm>
                <a:off x="7110163" y="2824165"/>
                <a:ext cx="165240" cy="2127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6F217AE9-DA13-6BF8-2C33-68D8A801034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092523" y="2806165"/>
                  <a:ext cx="20088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7F5C42EF-D411-47CD-2BC6-D9503DDFAD94}"/>
                    </a:ext>
                  </a:extLst>
                </p14:cNvPr>
                <p14:cNvContentPartPr/>
                <p14:nvPr/>
              </p14:nvContentPartPr>
              <p14:xfrm>
                <a:off x="6023323" y="2862685"/>
                <a:ext cx="38880" cy="3639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7F5C42EF-D411-47CD-2BC6-D9503DDFAD9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005323" y="2844685"/>
                  <a:ext cx="74520" cy="39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DA6C1CC7-6C74-37CD-6A7A-E6E9A14E1B01}"/>
                    </a:ext>
                  </a:extLst>
                </p14:cNvPr>
                <p14:cNvContentPartPr/>
                <p14:nvPr/>
              </p14:nvContentPartPr>
              <p14:xfrm>
                <a:off x="5967883" y="2870245"/>
                <a:ext cx="124920" cy="349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DA6C1CC7-6C74-37CD-6A7A-E6E9A14E1B0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949883" y="2852245"/>
                  <a:ext cx="1605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7A45438-4B72-6C6D-40A7-FCB902C4505B}"/>
                    </a:ext>
                  </a:extLst>
                </p14:cNvPr>
                <p14:cNvContentPartPr/>
                <p14:nvPr/>
              </p14:nvContentPartPr>
              <p14:xfrm>
                <a:off x="6022603" y="3227725"/>
                <a:ext cx="109800" cy="86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7A45438-4B72-6C6D-40A7-FCB902C4505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004603" y="3209725"/>
                  <a:ext cx="1454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2D0C699A-4D7B-4F71-F1EA-3FA04FF25503}"/>
                    </a:ext>
                  </a:extLst>
                </p14:cNvPr>
                <p14:cNvContentPartPr/>
                <p14:nvPr/>
              </p14:nvContentPartPr>
              <p14:xfrm>
                <a:off x="6269203" y="3104965"/>
                <a:ext cx="24120" cy="1368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2D0C699A-4D7B-4F71-F1EA-3FA04FF2550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251563" y="3086965"/>
                  <a:ext cx="5976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2C15DC31-DAA3-F6E8-8552-F237DF224929}"/>
                    </a:ext>
                  </a:extLst>
                </p14:cNvPr>
                <p14:cNvContentPartPr/>
                <p14:nvPr/>
              </p14:nvContentPartPr>
              <p14:xfrm>
                <a:off x="5448043" y="2763685"/>
                <a:ext cx="91440" cy="6418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2C15DC31-DAA3-F6E8-8552-F237DF224929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430403" y="2746045"/>
                  <a:ext cx="127080" cy="67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31FFD588-13CE-E50D-28C9-4150C713363F}"/>
                    </a:ext>
                  </a:extLst>
                </p14:cNvPr>
                <p14:cNvContentPartPr/>
                <p14:nvPr/>
              </p14:nvContentPartPr>
              <p14:xfrm>
                <a:off x="5446243" y="3251125"/>
                <a:ext cx="254520" cy="17388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31FFD588-13CE-E50D-28C9-4150C713363F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428243" y="3233125"/>
                  <a:ext cx="29016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F3BF3CC6-2168-D6D7-4FCA-7DB1E23B7DD9}"/>
                    </a:ext>
                  </a:extLst>
                </p14:cNvPr>
                <p14:cNvContentPartPr/>
                <p14:nvPr/>
              </p14:nvContentPartPr>
              <p14:xfrm>
                <a:off x="9247123" y="2886445"/>
                <a:ext cx="56520" cy="2772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F3BF3CC6-2168-D6D7-4FCA-7DB1E23B7DD9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229123" y="2868805"/>
                  <a:ext cx="9216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84402D64-11C8-2D9E-DF65-9F85EE9C525B}"/>
                    </a:ext>
                  </a:extLst>
                </p14:cNvPr>
                <p14:cNvContentPartPr/>
                <p14:nvPr/>
              </p14:nvContentPartPr>
              <p14:xfrm>
                <a:off x="9243883" y="2827765"/>
                <a:ext cx="179640" cy="1821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84402D64-11C8-2D9E-DF65-9F85EE9C525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226243" y="2809765"/>
                  <a:ext cx="2152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CC1962E8-F323-C728-9DC8-24CA7EDE7617}"/>
                    </a:ext>
                  </a:extLst>
                </p14:cNvPr>
                <p14:cNvContentPartPr/>
                <p14:nvPr/>
              </p14:nvContentPartPr>
              <p14:xfrm>
                <a:off x="9483283" y="2944045"/>
                <a:ext cx="124200" cy="1598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CC1962E8-F323-C728-9DC8-24CA7EDE7617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465643" y="2926045"/>
                  <a:ext cx="159840" cy="19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5BEA1241-B3FB-CC05-0D41-7088A35BDECE}"/>
              </a:ext>
            </a:extLst>
          </p:cNvPr>
          <p:cNvGrpSpPr/>
          <p:nvPr/>
        </p:nvGrpSpPr>
        <p:grpSpPr>
          <a:xfrm>
            <a:off x="10226683" y="2748205"/>
            <a:ext cx="902520" cy="497520"/>
            <a:chOff x="10226683" y="2748205"/>
            <a:chExt cx="902520" cy="49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9F24F899-5080-0FAC-1287-C5F3C298359B}"/>
                    </a:ext>
                  </a:extLst>
                </p14:cNvPr>
                <p14:cNvContentPartPr/>
                <p14:nvPr/>
              </p14:nvContentPartPr>
              <p14:xfrm>
                <a:off x="10269523" y="2748205"/>
                <a:ext cx="128880" cy="47736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9F24F899-5080-0FAC-1287-C5F3C298359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251523" y="2730205"/>
                  <a:ext cx="164520" cy="51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1E255958-0B34-DF79-E4E0-0F3FCA11946A}"/>
                    </a:ext>
                  </a:extLst>
                </p14:cNvPr>
                <p14:cNvContentPartPr/>
                <p14:nvPr/>
              </p14:nvContentPartPr>
              <p14:xfrm>
                <a:off x="10226683" y="2800405"/>
                <a:ext cx="82800" cy="388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1E255958-0B34-DF79-E4E0-0F3FCA11946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209043" y="2782765"/>
                  <a:ext cx="1184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5B472E7-5AE6-562F-D8C3-64658FEEA64B}"/>
                    </a:ext>
                  </a:extLst>
                </p14:cNvPr>
                <p14:cNvContentPartPr/>
                <p14:nvPr/>
              </p14:nvContentPartPr>
              <p14:xfrm>
                <a:off x="10333243" y="3124765"/>
                <a:ext cx="70200" cy="3816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5B472E7-5AE6-562F-D8C3-64658FEEA64B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315243" y="3107125"/>
                  <a:ext cx="1058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F3367B72-8752-C0C3-35CC-E9354A4123E7}"/>
                    </a:ext>
                  </a:extLst>
                </p14:cNvPr>
                <p14:cNvContentPartPr/>
                <p14:nvPr/>
              </p14:nvContentPartPr>
              <p14:xfrm>
                <a:off x="10590643" y="3011725"/>
                <a:ext cx="143280" cy="17028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F3367B72-8752-C0C3-35CC-E9354A4123E7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573003" y="2993725"/>
                  <a:ext cx="17892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18E84371-E9C6-DECA-F492-032EB788D20E}"/>
                    </a:ext>
                  </a:extLst>
                </p14:cNvPr>
                <p14:cNvContentPartPr/>
                <p14:nvPr/>
              </p14:nvContentPartPr>
              <p14:xfrm>
                <a:off x="10948843" y="2784205"/>
                <a:ext cx="69480" cy="4615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18E84371-E9C6-DECA-F492-032EB788D20E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930843" y="2766205"/>
                  <a:ext cx="105120" cy="49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84FFD27A-9AC4-DE9C-68D6-ED24EEF46246}"/>
                    </a:ext>
                  </a:extLst>
                </p14:cNvPr>
                <p14:cNvContentPartPr/>
                <p14:nvPr/>
              </p14:nvContentPartPr>
              <p14:xfrm>
                <a:off x="10903123" y="3079765"/>
                <a:ext cx="226080" cy="1414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84FFD27A-9AC4-DE9C-68D6-ED24EEF46246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885483" y="3062125"/>
                  <a:ext cx="261720" cy="177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4B78EA22-43FA-0519-CE5E-5D4B038356B5}"/>
                  </a:ext>
                </a:extLst>
              </p14:cNvPr>
              <p14:cNvContentPartPr/>
              <p14:nvPr/>
            </p14:nvContentPartPr>
            <p14:xfrm>
              <a:off x="7776883" y="1662085"/>
              <a:ext cx="166680" cy="181440"/>
            </p14:xfrm>
          </p:contentPart>
        </mc:Choice>
        <mc:Fallback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4B78EA22-43FA-0519-CE5E-5D4B038356B5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7758883" y="1644445"/>
                <a:ext cx="202320" cy="21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0" name="Group 179">
            <a:extLst>
              <a:ext uri="{FF2B5EF4-FFF2-40B4-BE49-F238E27FC236}">
                <a16:creationId xmlns:a16="http://schemas.microsoft.com/office/drawing/2014/main" id="{BCC1DB0E-94FD-0B34-DDB2-3696D96D1D18}"/>
              </a:ext>
            </a:extLst>
          </p:cNvPr>
          <p:cNvGrpSpPr/>
          <p:nvPr/>
        </p:nvGrpSpPr>
        <p:grpSpPr>
          <a:xfrm>
            <a:off x="4705003" y="241165"/>
            <a:ext cx="777240" cy="442800"/>
            <a:chOff x="4705003" y="241165"/>
            <a:chExt cx="777240" cy="44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72D7D610-B4B8-4A5C-1FBF-0F7D14BB90D6}"/>
                    </a:ext>
                  </a:extLst>
                </p14:cNvPr>
                <p14:cNvContentPartPr/>
                <p14:nvPr/>
              </p14:nvContentPartPr>
              <p14:xfrm>
                <a:off x="4705003" y="241165"/>
                <a:ext cx="41040" cy="4428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72D7D610-B4B8-4A5C-1FBF-0F7D14BB90D6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687363" y="223525"/>
                  <a:ext cx="76680" cy="47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1F23F6FF-5E16-55F3-9969-0B84EB3A2F34}"/>
                    </a:ext>
                  </a:extLst>
                </p14:cNvPr>
                <p14:cNvContentPartPr/>
                <p14:nvPr/>
              </p14:nvContentPartPr>
              <p14:xfrm>
                <a:off x="4759003" y="300205"/>
                <a:ext cx="142920" cy="23328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1F23F6FF-5E16-55F3-9969-0B84EB3A2F34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741363" y="282205"/>
                  <a:ext cx="17856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ED368DAE-ECAB-09E1-75DE-EB74C3B4F5B5}"/>
                    </a:ext>
                  </a:extLst>
                </p14:cNvPr>
                <p14:cNvContentPartPr/>
                <p14:nvPr/>
              </p14:nvContentPartPr>
              <p14:xfrm>
                <a:off x="5014243" y="281485"/>
                <a:ext cx="215280" cy="2847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ED368DAE-ECAB-09E1-75DE-EB74C3B4F5B5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996603" y="263485"/>
                  <a:ext cx="25092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89DC78D2-6514-E3E5-0B1B-0F454A65B89F}"/>
                    </a:ext>
                  </a:extLst>
                </p14:cNvPr>
                <p14:cNvContentPartPr/>
                <p14:nvPr/>
              </p14:nvContentPartPr>
              <p14:xfrm>
                <a:off x="5287843" y="278245"/>
                <a:ext cx="194400" cy="28476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89DC78D2-6514-E3E5-0B1B-0F454A65B89F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269843" y="260245"/>
                  <a:ext cx="230040" cy="32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83233482-881E-AD5D-055E-BD7698E006E6}"/>
              </a:ext>
            </a:extLst>
          </p:cNvPr>
          <p:cNvGrpSpPr/>
          <p:nvPr/>
        </p:nvGrpSpPr>
        <p:grpSpPr>
          <a:xfrm>
            <a:off x="4691323" y="952525"/>
            <a:ext cx="2363040" cy="457920"/>
            <a:chOff x="4691323" y="952525"/>
            <a:chExt cx="2363040" cy="45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504F396E-F89D-0E8A-FE9B-FFE39D0FC4B4}"/>
                    </a:ext>
                  </a:extLst>
                </p14:cNvPr>
                <p14:cNvContentPartPr/>
                <p14:nvPr/>
              </p14:nvContentPartPr>
              <p14:xfrm>
                <a:off x="4691323" y="1053685"/>
                <a:ext cx="51120" cy="34308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504F396E-F89D-0E8A-FE9B-FFE39D0FC4B4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673323" y="1036045"/>
                  <a:ext cx="8676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59A447DE-07A2-7596-B614-3D55B4F4546D}"/>
                    </a:ext>
                  </a:extLst>
                </p14:cNvPr>
                <p14:cNvContentPartPr/>
                <p14:nvPr/>
              </p14:nvContentPartPr>
              <p14:xfrm>
                <a:off x="4900843" y="1216765"/>
                <a:ext cx="22680" cy="1454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59A447DE-07A2-7596-B614-3D55B4F4546D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882843" y="1199125"/>
                  <a:ext cx="583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B93C0C58-6093-D527-F73C-82B16B24639F}"/>
                    </a:ext>
                  </a:extLst>
                </p14:cNvPr>
                <p14:cNvContentPartPr/>
                <p14:nvPr/>
              </p14:nvContentPartPr>
              <p14:xfrm>
                <a:off x="4879603" y="1091485"/>
                <a:ext cx="28080" cy="3492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B93C0C58-6093-D527-F73C-82B16B24639F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861603" y="1073845"/>
                  <a:ext cx="637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C28FA05D-7952-3946-DB76-43D872A25E0F}"/>
                    </a:ext>
                  </a:extLst>
                </p14:cNvPr>
                <p14:cNvContentPartPr/>
                <p14:nvPr/>
              </p14:nvContentPartPr>
              <p14:xfrm>
                <a:off x="5022523" y="1166725"/>
                <a:ext cx="192600" cy="12420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C28FA05D-7952-3946-DB76-43D872A25E0F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004883" y="1149085"/>
                  <a:ext cx="2282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F5BF21C6-A7CF-AB87-81DD-BBCFC88A022D}"/>
                    </a:ext>
                  </a:extLst>
                </p14:cNvPr>
                <p14:cNvContentPartPr/>
                <p14:nvPr/>
              </p14:nvContentPartPr>
              <p14:xfrm>
                <a:off x="5406283" y="1171405"/>
                <a:ext cx="111960" cy="2088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F5BF21C6-A7CF-AB87-81DD-BBCFC88A022D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388643" y="1153405"/>
                  <a:ext cx="1476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B9BE9A0F-17B2-5440-B9C2-2BA2BD9B9AF4}"/>
                    </a:ext>
                  </a:extLst>
                </p14:cNvPr>
                <p14:cNvContentPartPr/>
                <p14:nvPr/>
              </p14:nvContentPartPr>
              <p14:xfrm>
                <a:off x="5467843" y="1207045"/>
                <a:ext cx="97920" cy="493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B9BE9A0F-17B2-5440-B9C2-2BA2BD9B9AF4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450203" y="1189045"/>
                  <a:ext cx="1335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66955FC6-AA37-4FE2-EB04-5B168A61755F}"/>
                    </a:ext>
                  </a:extLst>
                </p14:cNvPr>
                <p14:cNvContentPartPr/>
                <p14:nvPr/>
              </p14:nvContentPartPr>
              <p14:xfrm>
                <a:off x="5734963" y="952525"/>
                <a:ext cx="82080" cy="32328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66955FC6-AA37-4FE2-EB04-5B168A61755F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716963" y="934885"/>
                  <a:ext cx="11772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62FF83B3-51C4-E768-CCE9-A17A5D46A84C}"/>
                    </a:ext>
                  </a:extLst>
                </p14:cNvPr>
                <p14:cNvContentPartPr/>
                <p14:nvPr/>
              </p14:nvContentPartPr>
              <p14:xfrm>
                <a:off x="5743243" y="962605"/>
                <a:ext cx="125640" cy="356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62FF83B3-51C4-E768-CCE9-A17A5D46A84C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725603" y="944965"/>
                  <a:ext cx="1612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D20D343D-07B4-570F-9048-0822D102CB25}"/>
                    </a:ext>
                  </a:extLst>
                </p14:cNvPr>
                <p14:cNvContentPartPr/>
                <p14:nvPr/>
              </p14:nvContentPartPr>
              <p14:xfrm>
                <a:off x="5797603" y="1196965"/>
                <a:ext cx="84600" cy="7164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D20D343D-07B4-570F-9048-0822D102CB25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779963" y="1179325"/>
                  <a:ext cx="1202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E3A494CE-5F38-0585-8615-6009A93C9086}"/>
                    </a:ext>
                  </a:extLst>
                </p14:cNvPr>
                <p14:cNvContentPartPr/>
                <p14:nvPr/>
              </p14:nvContentPartPr>
              <p14:xfrm>
                <a:off x="6025843" y="1177885"/>
                <a:ext cx="87840" cy="19188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E3A494CE-5F38-0585-8615-6009A93C9086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007843" y="1159885"/>
                  <a:ext cx="12348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C4BCC5C6-49AC-2936-3AA5-84A9CD006404}"/>
                    </a:ext>
                  </a:extLst>
                </p14:cNvPr>
                <p14:cNvContentPartPr/>
                <p14:nvPr/>
              </p14:nvContentPartPr>
              <p14:xfrm>
                <a:off x="6079843" y="1337365"/>
                <a:ext cx="52560" cy="7308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C4BCC5C6-49AC-2936-3AA5-84A9CD006404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062203" y="1319365"/>
                  <a:ext cx="882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4736468C-606F-F1AE-C54A-D712BFC951F8}"/>
                    </a:ext>
                  </a:extLst>
                </p14:cNvPr>
                <p14:cNvContentPartPr/>
                <p14:nvPr/>
              </p14:nvContentPartPr>
              <p14:xfrm>
                <a:off x="6215203" y="1149085"/>
                <a:ext cx="183600" cy="4284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4736468C-606F-F1AE-C54A-D712BFC951F8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197203" y="1131085"/>
                  <a:ext cx="2192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8159A1D5-8AB1-645E-3C5E-830113D57E45}"/>
                    </a:ext>
                  </a:extLst>
                </p14:cNvPr>
                <p14:cNvContentPartPr/>
                <p14:nvPr/>
              </p14:nvContentPartPr>
              <p14:xfrm>
                <a:off x="6312043" y="1051885"/>
                <a:ext cx="35280" cy="24300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8159A1D5-8AB1-645E-3C5E-830113D57E45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294043" y="1033885"/>
                  <a:ext cx="7092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C0607E0F-3E60-D72D-518A-FA1B337D6327}"/>
                    </a:ext>
                  </a:extLst>
                </p14:cNvPr>
                <p14:cNvContentPartPr/>
                <p14:nvPr/>
              </p14:nvContentPartPr>
              <p14:xfrm>
                <a:off x="6675283" y="997885"/>
                <a:ext cx="71640" cy="29628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C0607E0F-3E60-D72D-518A-FA1B337D6327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657643" y="980245"/>
                  <a:ext cx="10728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21BFE58F-5B5B-95D7-0724-36BE3962A7C3}"/>
                    </a:ext>
                  </a:extLst>
                </p14:cNvPr>
                <p14:cNvContentPartPr/>
                <p14:nvPr/>
              </p14:nvContentPartPr>
              <p14:xfrm>
                <a:off x="6582763" y="980605"/>
                <a:ext cx="121320" cy="2592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21BFE58F-5B5B-95D7-0724-36BE3962A7C3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565123" y="962605"/>
                  <a:ext cx="1569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B61296A7-4774-0976-FA41-7202B1EFCDDC}"/>
                    </a:ext>
                  </a:extLst>
                </p14:cNvPr>
                <p14:cNvContentPartPr/>
                <p14:nvPr/>
              </p14:nvContentPartPr>
              <p14:xfrm>
                <a:off x="6702643" y="1240165"/>
                <a:ext cx="53280" cy="3852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B61296A7-4774-0976-FA41-7202B1EFCDDC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684643" y="1222525"/>
                  <a:ext cx="889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5F5EC4BC-D3AA-D2B1-4573-255E45C1CC35}"/>
                    </a:ext>
                  </a:extLst>
                </p14:cNvPr>
                <p14:cNvContentPartPr/>
                <p14:nvPr/>
              </p14:nvContentPartPr>
              <p14:xfrm>
                <a:off x="6877963" y="1202365"/>
                <a:ext cx="176400" cy="10836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5F5EC4BC-D3AA-D2B1-4573-255E45C1CC35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6859963" y="1184365"/>
                  <a:ext cx="212040" cy="144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7F49E148-0A7F-C597-2291-DCA73B7C1A48}"/>
                  </a:ext>
                </a:extLst>
              </p14:cNvPr>
              <p14:cNvContentPartPr/>
              <p14:nvPr/>
            </p14:nvContentPartPr>
            <p14:xfrm>
              <a:off x="8184403" y="4010725"/>
              <a:ext cx="110160" cy="151920"/>
            </p14:xfrm>
          </p:contentPart>
        </mc:Choice>
        <mc:Fallback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7F49E148-0A7F-C597-2291-DCA73B7C1A48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8166403" y="3993085"/>
                <a:ext cx="145800" cy="187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3" name="Group 212">
            <a:extLst>
              <a:ext uri="{FF2B5EF4-FFF2-40B4-BE49-F238E27FC236}">
                <a16:creationId xmlns:a16="http://schemas.microsoft.com/office/drawing/2014/main" id="{7D91038C-0F84-9567-995D-B0C2E27BBFB2}"/>
              </a:ext>
            </a:extLst>
          </p:cNvPr>
          <p:cNvGrpSpPr/>
          <p:nvPr/>
        </p:nvGrpSpPr>
        <p:grpSpPr>
          <a:xfrm>
            <a:off x="6640723" y="4341205"/>
            <a:ext cx="1380240" cy="1039680"/>
            <a:chOff x="6640723" y="4341205"/>
            <a:chExt cx="1380240" cy="103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A105560E-06C9-4EE4-B148-803DA6873B93}"/>
                    </a:ext>
                  </a:extLst>
                </p14:cNvPr>
                <p14:cNvContentPartPr/>
                <p14:nvPr/>
              </p14:nvContentPartPr>
              <p14:xfrm>
                <a:off x="6640723" y="4341205"/>
                <a:ext cx="1380240" cy="103968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A105560E-06C9-4EE4-B148-803DA6873B93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6622723" y="4323565"/>
                  <a:ext cx="1415880" cy="10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1454C711-A9AB-5C2C-8101-6F251880ED5A}"/>
                    </a:ext>
                  </a:extLst>
                </p14:cNvPr>
                <p14:cNvContentPartPr/>
                <p14:nvPr/>
              </p14:nvContentPartPr>
              <p14:xfrm>
                <a:off x="7715683" y="4351645"/>
                <a:ext cx="257400" cy="18900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1454C711-A9AB-5C2C-8101-6F251880ED5A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7697683" y="4333645"/>
                  <a:ext cx="293040" cy="22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0C01693B-CED6-301F-4EEC-FF2619EE2708}"/>
              </a:ext>
            </a:extLst>
          </p:cNvPr>
          <p:cNvGrpSpPr/>
          <p:nvPr/>
        </p:nvGrpSpPr>
        <p:grpSpPr>
          <a:xfrm>
            <a:off x="4624003" y="5007205"/>
            <a:ext cx="1391040" cy="1096920"/>
            <a:chOff x="4624003" y="5007205"/>
            <a:chExt cx="1391040" cy="109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A1F8DDC7-3BED-8662-4C80-2850AC51F261}"/>
                    </a:ext>
                  </a:extLst>
                </p14:cNvPr>
                <p14:cNvContentPartPr/>
                <p14:nvPr/>
              </p14:nvContentPartPr>
              <p14:xfrm>
                <a:off x="4867003" y="5360725"/>
                <a:ext cx="39240" cy="25488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A1F8DDC7-3BED-8662-4C80-2850AC51F261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849363" y="5342725"/>
                  <a:ext cx="7488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7A82042D-2D44-D87D-DD10-565E2A9D8AC2}"/>
                    </a:ext>
                  </a:extLst>
                </p14:cNvPr>
                <p14:cNvContentPartPr/>
                <p14:nvPr/>
              </p14:nvContentPartPr>
              <p14:xfrm>
                <a:off x="4936483" y="5317165"/>
                <a:ext cx="134280" cy="2001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7A82042D-2D44-D87D-DD10-565E2A9D8AC2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918483" y="5299525"/>
                  <a:ext cx="1699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285C10D6-73FB-598A-026C-2AB253EFB379}"/>
                    </a:ext>
                  </a:extLst>
                </p14:cNvPr>
                <p14:cNvContentPartPr/>
                <p14:nvPr/>
              </p14:nvContentPartPr>
              <p14:xfrm>
                <a:off x="5174083" y="5371165"/>
                <a:ext cx="179280" cy="21384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285C10D6-73FB-598A-026C-2AB253EFB379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156083" y="5353165"/>
                  <a:ext cx="21492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1FECFCE4-4A07-474B-51E5-950164368ED7}"/>
                    </a:ext>
                  </a:extLst>
                </p14:cNvPr>
                <p14:cNvContentPartPr/>
                <p14:nvPr/>
              </p14:nvContentPartPr>
              <p14:xfrm>
                <a:off x="5399803" y="5318605"/>
                <a:ext cx="226800" cy="27972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1FECFCE4-4A07-474B-51E5-950164368ED7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382163" y="5300605"/>
                  <a:ext cx="26244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14CB19B4-BBF6-021D-37CB-8D474FC6EB07}"/>
                    </a:ext>
                  </a:extLst>
                </p14:cNvPr>
                <p14:cNvContentPartPr/>
                <p14:nvPr/>
              </p14:nvContentPartPr>
              <p14:xfrm>
                <a:off x="4646683" y="5007205"/>
                <a:ext cx="1368360" cy="109692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14CB19B4-BBF6-021D-37CB-8D474FC6EB07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4628683" y="4989205"/>
                  <a:ext cx="1404000" cy="11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3CB84317-B0F0-5FA4-D5C5-7B3264E9EC23}"/>
                    </a:ext>
                  </a:extLst>
                </p14:cNvPr>
                <p14:cNvContentPartPr/>
                <p14:nvPr/>
              </p14:nvContentPartPr>
              <p14:xfrm>
                <a:off x="4624003" y="5415805"/>
                <a:ext cx="240120" cy="62928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3CB84317-B0F0-5FA4-D5C5-7B3264E9EC23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606003" y="5397805"/>
                  <a:ext cx="275760" cy="66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28C70D5E-8F9F-1013-82DE-6A7D16F89E88}"/>
              </a:ext>
            </a:extLst>
          </p:cNvPr>
          <p:cNvGrpSpPr/>
          <p:nvPr/>
        </p:nvGrpSpPr>
        <p:grpSpPr>
          <a:xfrm>
            <a:off x="6352003" y="5964085"/>
            <a:ext cx="2713680" cy="486000"/>
            <a:chOff x="6352003" y="5964085"/>
            <a:chExt cx="2713680" cy="48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052DAF14-85F5-DBED-E200-39465F2D45E3}"/>
                    </a:ext>
                  </a:extLst>
                </p14:cNvPr>
                <p14:cNvContentPartPr/>
                <p14:nvPr/>
              </p14:nvContentPartPr>
              <p14:xfrm>
                <a:off x="6384403" y="6028525"/>
                <a:ext cx="60840" cy="3621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052DAF14-85F5-DBED-E200-39465F2D45E3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366763" y="6010525"/>
                  <a:ext cx="9648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E95F74AA-36EB-70CB-D007-7C628BB3E211}"/>
                    </a:ext>
                  </a:extLst>
                </p14:cNvPr>
                <p14:cNvContentPartPr/>
                <p14:nvPr/>
              </p14:nvContentPartPr>
              <p14:xfrm>
                <a:off x="6352003" y="6005845"/>
                <a:ext cx="98280" cy="4644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E95F74AA-36EB-70CB-D007-7C628BB3E211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334363" y="5987845"/>
                  <a:ext cx="1339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7281EE83-1900-1428-80C2-933F2559C345}"/>
                    </a:ext>
                  </a:extLst>
                </p14:cNvPr>
                <p14:cNvContentPartPr/>
                <p14:nvPr/>
              </p14:nvContentPartPr>
              <p14:xfrm>
                <a:off x="6433363" y="6278365"/>
                <a:ext cx="47880" cy="1764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7281EE83-1900-1428-80C2-933F2559C345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6415363" y="6260725"/>
                  <a:ext cx="835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2A5D87DC-D2E0-B3C0-F8D0-533C45C72BD4}"/>
                    </a:ext>
                  </a:extLst>
                </p14:cNvPr>
                <p14:cNvContentPartPr/>
                <p14:nvPr/>
              </p14:nvContentPartPr>
              <p14:xfrm>
                <a:off x="6666283" y="6245245"/>
                <a:ext cx="33480" cy="2048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2A5D87DC-D2E0-B3C0-F8D0-533C45C72BD4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6648283" y="6227245"/>
                  <a:ext cx="691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DF09AE71-4481-9A90-4227-D9EAD83255E9}"/>
                    </a:ext>
                  </a:extLst>
                </p14:cNvPr>
                <p14:cNvContentPartPr/>
                <p14:nvPr/>
              </p14:nvContentPartPr>
              <p14:xfrm>
                <a:off x="6823243" y="6166045"/>
                <a:ext cx="146880" cy="1620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DF09AE71-4481-9A90-4227-D9EAD83255E9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6805603" y="6148045"/>
                  <a:ext cx="1825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39DB4179-ADFC-8318-3758-5A309B366CED}"/>
                    </a:ext>
                  </a:extLst>
                </p14:cNvPr>
                <p14:cNvContentPartPr/>
                <p14:nvPr/>
              </p14:nvContentPartPr>
              <p14:xfrm>
                <a:off x="6943123" y="6058405"/>
                <a:ext cx="12240" cy="21672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39DB4179-ADFC-8318-3758-5A309B366CED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6925483" y="6040765"/>
                  <a:ext cx="478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855B9E91-07C4-A99E-2106-EF20EB8BB338}"/>
                    </a:ext>
                  </a:extLst>
                </p14:cNvPr>
                <p14:cNvContentPartPr/>
                <p14:nvPr/>
              </p14:nvContentPartPr>
              <p14:xfrm>
                <a:off x="7104403" y="6002965"/>
                <a:ext cx="97920" cy="33480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855B9E91-07C4-A99E-2106-EF20EB8BB338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7086403" y="5984965"/>
                  <a:ext cx="13356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6EFFEFA8-ECA7-DFAF-25E1-ADFC2C10E049}"/>
                    </a:ext>
                  </a:extLst>
                </p14:cNvPr>
                <p14:cNvContentPartPr/>
                <p14:nvPr/>
              </p14:nvContentPartPr>
              <p14:xfrm>
                <a:off x="7081723" y="6020245"/>
                <a:ext cx="126000" cy="3672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6EFFEFA8-ECA7-DFAF-25E1-ADFC2C10E049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7064083" y="6002245"/>
                  <a:ext cx="1616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CB9B79F5-7F74-68D7-2DA1-54A0E67414D7}"/>
                    </a:ext>
                  </a:extLst>
                </p14:cNvPr>
                <p14:cNvContentPartPr/>
                <p14:nvPr/>
              </p14:nvContentPartPr>
              <p14:xfrm>
                <a:off x="7218163" y="6290605"/>
                <a:ext cx="33840" cy="3204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CB9B79F5-7F74-68D7-2DA1-54A0E67414D7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7200163" y="6272965"/>
                  <a:ext cx="6948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2978FAAC-C9FA-10FE-EC54-4EEBC83F9B59}"/>
                    </a:ext>
                  </a:extLst>
                </p14:cNvPr>
                <p14:cNvContentPartPr/>
                <p14:nvPr/>
              </p14:nvContentPartPr>
              <p14:xfrm>
                <a:off x="7371523" y="6227605"/>
                <a:ext cx="196920" cy="14940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2978FAAC-C9FA-10FE-EC54-4EEBC83F9B59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7353523" y="6209605"/>
                  <a:ext cx="2325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956031DB-F954-8D19-F938-158EFEF2B44D}"/>
                    </a:ext>
                  </a:extLst>
                </p14:cNvPr>
                <p14:cNvContentPartPr/>
                <p14:nvPr/>
              </p14:nvContentPartPr>
              <p14:xfrm>
                <a:off x="7743763" y="6128965"/>
                <a:ext cx="57600" cy="3708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956031DB-F954-8D19-F938-158EFEF2B44D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7725763" y="6110965"/>
                  <a:ext cx="932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1B73FC04-A474-71C3-0262-CE140E048B4A}"/>
                    </a:ext>
                  </a:extLst>
                </p14:cNvPr>
                <p14:cNvContentPartPr/>
                <p14:nvPr/>
              </p14:nvContentPartPr>
              <p14:xfrm>
                <a:off x="7810003" y="6263605"/>
                <a:ext cx="54720" cy="2844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1B73FC04-A474-71C3-0262-CE140E048B4A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7792363" y="6245605"/>
                  <a:ext cx="903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CCCCC422-DB1F-1FC1-84FA-C6387A9DB584}"/>
                    </a:ext>
                  </a:extLst>
                </p14:cNvPr>
                <p14:cNvContentPartPr/>
                <p14:nvPr/>
              </p14:nvContentPartPr>
              <p14:xfrm>
                <a:off x="7998283" y="5964085"/>
                <a:ext cx="96120" cy="33552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CCCCC422-DB1F-1FC1-84FA-C6387A9DB584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7980283" y="5946085"/>
                  <a:ext cx="13176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41AD4A7E-B6C9-65FE-F793-9B5CA897F98D}"/>
                    </a:ext>
                  </a:extLst>
                </p14:cNvPr>
                <p14:cNvContentPartPr/>
                <p14:nvPr/>
              </p14:nvContentPartPr>
              <p14:xfrm>
                <a:off x="7964083" y="6033925"/>
                <a:ext cx="117000" cy="4284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41AD4A7E-B6C9-65FE-F793-9B5CA897F98D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7946083" y="6015925"/>
                  <a:ext cx="1526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C4B9BCB4-B8DC-5100-AD32-7999F52D00C6}"/>
                    </a:ext>
                  </a:extLst>
                </p14:cNvPr>
                <p14:cNvContentPartPr/>
                <p14:nvPr/>
              </p14:nvContentPartPr>
              <p14:xfrm>
                <a:off x="8120323" y="6365125"/>
                <a:ext cx="77040" cy="5076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C4B9BCB4-B8DC-5100-AD32-7999F52D00C6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8102323" y="6347125"/>
                  <a:ext cx="1126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28EB58CE-91B0-A675-A2E8-8CCFD3BA4C10}"/>
                    </a:ext>
                  </a:extLst>
                </p14:cNvPr>
                <p14:cNvContentPartPr/>
                <p14:nvPr/>
              </p14:nvContentPartPr>
              <p14:xfrm>
                <a:off x="8308603" y="6205645"/>
                <a:ext cx="104400" cy="18936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28EB58CE-91B0-A675-A2E8-8CCFD3BA4C10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8290603" y="6188005"/>
                  <a:ext cx="14004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C638DD12-AA2D-C736-F67B-440D4DEB9703}"/>
                    </a:ext>
                  </a:extLst>
                </p14:cNvPr>
                <p14:cNvContentPartPr/>
                <p14:nvPr/>
              </p14:nvContentPartPr>
              <p14:xfrm>
                <a:off x="8547643" y="6146965"/>
                <a:ext cx="171360" cy="18252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C638DD12-AA2D-C736-F67B-440D4DEB9703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529643" y="6129325"/>
                  <a:ext cx="20700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8F2993C5-BE89-5A09-0F11-A027F6D8FA63}"/>
                    </a:ext>
                  </a:extLst>
                </p14:cNvPr>
                <p14:cNvContentPartPr/>
                <p14:nvPr/>
              </p14:nvContentPartPr>
              <p14:xfrm>
                <a:off x="8778763" y="6027085"/>
                <a:ext cx="116640" cy="30780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8F2993C5-BE89-5A09-0F11-A027F6D8FA63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761123" y="6009445"/>
                  <a:ext cx="15228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A2E62719-F871-659D-ED6C-CBC6E11DA620}"/>
                    </a:ext>
                  </a:extLst>
                </p14:cNvPr>
                <p14:cNvContentPartPr/>
                <p14:nvPr/>
              </p14:nvContentPartPr>
              <p14:xfrm>
                <a:off x="8773003" y="6081805"/>
                <a:ext cx="292680" cy="14796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A2E62719-F871-659D-ED6C-CBC6E11DA620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755003" y="6063805"/>
                  <a:ext cx="328320" cy="183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9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4A076A5C-F762-AF46-5F64-436E9C0A1632}"/>
                  </a:ext>
                </a:extLst>
              </p14:cNvPr>
              <p14:cNvContentPartPr/>
              <p14:nvPr/>
            </p14:nvContentPartPr>
            <p14:xfrm>
              <a:off x="9085843" y="2509885"/>
              <a:ext cx="701280" cy="871200"/>
            </p14:xfrm>
          </p:contentPart>
        </mc:Choice>
        <mc:Fallback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4A076A5C-F762-AF46-5F64-436E9C0A1632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9067843" y="2491885"/>
                <a:ext cx="736920" cy="906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61" name="Group 260">
            <a:extLst>
              <a:ext uri="{FF2B5EF4-FFF2-40B4-BE49-F238E27FC236}">
                <a16:creationId xmlns:a16="http://schemas.microsoft.com/office/drawing/2014/main" id="{7DFD0E95-9277-A630-B768-D1E6668C2C90}"/>
              </a:ext>
            </a:extLst>
          </p:cNvPr>
          <p:cNvGrpSpPr/>
          <p:nvPr/>
        </p:nvGrpSpPr>
        <p:grpSpPr>
          <a:xfrm>
            <a:off x="4356883" y="1547245"/>
            <a:ext cx="3292200" cy="2263320"/>
            <a:chOff x="4356883" y="1547245"/>
            <a:chExt cx="3292200" cy="226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DF1F08A7-836E-2999-AE46-65C281914889}"/>
                    </a:ext>
                  </a:extLst>
                </p14:cNvPr>
                <p14:cNvContentPartPr/>
                <p14:nvPr/>
              </p14:nvContentPartPr>
              <p14:xfrm>
                <a:off x="5490883" y="2240245"/>
                <a:ext cx="2158200" cy="157032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DF1F08A7-836E-2999-AE46-65C281914889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5473243" y="2222605"/>
                  <a:ext cx="2193840" cy="160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661A5296-EAA5-2154-12D5-3D9F1B681E2A}"/>
                    </a:ext>
                  </a:extLst>
                </p14:cNvPr>
                <p14:cNvContentPartPr/>
                <p14:nvPr/>
              </p14:nvContentPartPr>
              <p14:xfrm>
                <a:off x="4406563" y="2259685"/>
                <a:ext cx="68040" cy="30312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661A5296-EAA5-2154-12D5-3D9F1B681E2A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4388923" y="2242045"/>
                  <a:ext cx="10368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00A7EE00-6097-CB6D-0035-87A820DD3919}"/>
                    </a:ext>
                  </a:extLst>
                </p14:cNvPr>
                <p14:cNvContentPartPr/>
                <p14:nvPr/>
              </p14:nvContentPartPr>
              <p14:xfrm>
                <a:off x="4356883" y="2535445"/>
                <a:ext cx="153360" cy="5868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00A7EE00-6097-CB6D-0035-87A820DD3919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4339243" y="2517445"/>
                  <a:ext cx="1890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67ED7CBC-CB7E-DCF5-D9D5-1D8BAB30B768}"/>
                    </a:ext>
                  </a:extLst>
                </p14:cNvPr>
                <p14:cNvContentPartPr/>
                <p14:nvPr/>
              </p14:nvContentPartPr>
              <p14:xfrm>
                <a:off x="4673323" y="2438245"/>
                <a:ext cx="22320" cy="20628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67ED7CBC-CB7E-DCF5-D9D5-1D8BAB30B768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4655323" y="2420605"/>
                  <a:ext cx="5796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AE2E3357-F6B0-ABB3-CBEF-7FC88BD54F4D}"/>
                    </a:ext>
                  </a:extLst>
                </p14:cNvPr>
                <p14:cNvContentPartPr/>
                <p14:nvPr/>
              </p14:nvContentPartPr>
              <p14:xfrm>
                <a:off x="4832083" y="2358685"/>
                <a:ext cx="52200" cy="1908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AE2E3357-F6B0-ABB3-CBEF-7FC88BD54F4D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4814083" y="2340685"/>
                  <a:ext cx="878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7408B20F-357A-7576-C58F-7EE73F7C14AB}"/>
                    </a:ext>
                  </a:extLst>
                </p14:cNvPr>
                <p14:cNvContentPartPr/>
                <p14:nvPr/>
              </p14:nvContentPartPr>
              <p14:xfrm>
                <a:off x="4872043" y="2420965"/>
                <a:ext cx="52200" cy="5184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7408B20F-357A-7576-C58F-7EE73F7C14AB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4854043" y="2403325"/>
                  <a:ext cx="878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88FA70A9-0B01-79E9-66FC-C3605990489E}"/>
                    </a:ext>
                  </a:extLst>
                </p14:cNvPr>
                <p14:cNvContentPartPr/>
                <p14:nvPr/>
              </p14:nvContentPartPr>
              <p14:xfrm>
                <a:off x="5013523" y="1635445"/>
                <a:ext cx="71280" cy="24372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88FA70A9-0B01-79E9-66FC-C3605990489E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4995883" y="1617445"/>
                  <a:ext cx="10692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E82DD6A2-5740-5DEC-5C25-62F5AEB8B04D}"/>
                    </a:ext>
                  </a:extLst>
                </p14:cNvPr>
                <p14:cNvContentPartPr/>
                <p14:nvPr/>
              </p14:nvContentPartPr>
              <p14:xfrm>
                <a:off x="5048803" y="1547245"/>
                <a:ext cx="110520" cy="19260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E82DD6A2-5740-5DEC-5C25-62F5AEB8B04D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5030803" y="1529245"/>
                  <a:ext cx="1461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927BF6A5-8C9C-F967-9D77-EDA824526699}"/>
                    </a:ext>
                  </a:extLst>
                </p14:cNvPr>
                <p14:cNvContentPartPr/>
                <p14:nvPr/>
              </p14:nvContentPartPr>
              <p14:xfrm>
                <a:off x="5205763" y="1637245"/>
                <a:ext cx="202320" cy="11304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927BF6A5-8C9C-F967-9D77-EDA824526699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5187763" y="1619605"/>
                  <a:ext cx="23796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53FA2006-44EE-2259-2DA6-DDA7E5828FE7}"/>
                    </a:ext>
                  </a:extLst>
                </p14:cNvPr>
                <p14:cNvContentPartPr/>
                <p14:nvPr/>
              </p14:nvContentPartPr>
              <p14:xfrm>
                <a:off x="4963483" y="1801405"/>
                <a:ext cx="768240" cy="24300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53FA2006-44EE-2259-2DA6-DDA7E5828FE7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4945843" y="1783765"/>
                  <a:ext cx="8038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468E1E39-6ADF-1232-3FEA-B9C9F7EBCD19}"/>
                    </a:ext>
                  </a:extLst>
                </p14:cNvPr>
                <p14:cNvContentPartPr/>
                <p14:nvPr/>
              </p14:nvContentPartPr>
              <p14:xfrm>
                <a:off x="5305843" y="2183365"/>
                <a:ext cx="81720" cy="18828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468E1E39-6ADF-1232-3FEA-B9C9F7EBCD19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5288203" y="2165365"/>
                  <a:ext cx="1173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5007604F-EF14-DB0B-EC9E-AC6BFEE090A8}"/>
                    </a:ext>
                  </a:extLst>
                </p14:cNvPr>
                <p14:cNvContentPartPr/>
                <p14:nvPr/>
              </p14:nvContentPartPr>
              <p14:xfrm>
                <a:off x="5283163" y="2076805"/>
                <a:ext cx="149040" cy="15048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5007604F-EF14-DB0B-EC9E-AC6BFEE090A8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5265163" y="2059165"/>
                  <a:ext cx="1846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25627500-6566-8BF4-D251-1E0424C248BD}"/>
                    </a:ext>
                  </a:extLst>
                </p14:cNvPr>
                <p14:cNvContentPartPr/>
                <p14:nvPr/>
              </p14:nvContentPartPr>
              <p14:xfrm>
                <a:off x="5512123" y="2180845"/>
                <a:ext cx="117720" cy="8496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25627500-6566-8BF4-D251-1E0424C248BD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5494123" y="2162845"/>
                  <a:ext cx="1533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686387DA-0BB0-24D2-FABA-D3D6602F8213}"/>
                    </a:ext>
                  </a:extLst>
                </p14:cNvPr>
                <p14:cNvContentPartPr/>
                <p14:nvPr/>
              </p14:nvContentPartPr>
              <p14:xfrm>
                <a:off x="5701843" y="2063845"/>
                <a:ext cx="99720" cy="3816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686387DA-0BB0-24D2-FABA-D3D6602F8213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5684203" y="2046205"/>
                  <a:ext cx="1353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D3504D74-F838-3F25-1598-9A7C0E67CF5E}"/>
                    </a:ext>
                  </a:extLst>
                </p14:cNvPr>
                <p14:cNvContentPartPr/>
                <p14:nvPr/>
              </p14:nvContentPartPr>
              <p14:xfrm>
                <a:off x="5751883" y="2020285"/>
                <a:ext cx="61560" cy="17172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D3504D74-F838-3F25-1598-9A7C0E67CF5E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5733883" y="2002285"/>
                  <a:ext cx="972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42661A8E-45FE-56EE-A264-55983E6647D4}"/>
                    </a:ext>
                  </a:extLst>
                </p14:cNvPr>
                <p14:cNvContentPartPr/>
                <p14:nvPr/>
              </p14:nvContentPartPr>
              <p14:xfrm>
                <a:off x="5889403" y="2001565"/>
                <a:ext cx="43200" cy="12276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42661A8E-45FE-56EE-A264-55983E6647D4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5871763" y="1983925"/>
                  <a:ext cx="788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96AEC1BA-59D7-46AC-02EE-834078AE5635}"/>
                    </a:ext>
                  </a:extLst>
                </p14:cNvPr>
                <p14:cNvContentPartPr/>
                <p14:nvPr/>
              </p14:nvContentPartPr>
              <p14:xfrm>
                <a:off x="5885443" y="1928845"/>
                <a:ext cx="126720" cy="12924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96AEC1BA-59D7-46AC-02EE-834078AE5635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5867443" y="1910845"/>
                  <a:ext cx="1623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363226E1-B0CF-3CF4-9BE1-B1686635FF52}"/>
                    </a:ext>
                  </a:extLst>
                </p14:cNvPr>
                <p14:cNvContentPartPr/>
                <p14:nvPr/>
              </p14:nvContentPartPr>
              <p14:xfrm>
                <a:off x="6061123" y="1996885"/>
                <a:ext cx="130320" cy="12780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363226E1-B0CF-3CF4-9BE1-B1686635FF52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043123" y="1979245"/>
                  <a:ext cx="1659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0B176AAA-80B5-BD4D-B341-47E69541314E}"/>
                    </a:ext>
                  </a:extLst>
                </p14:cNvPr>
                <p14:cNvContentPartPr/>
                <p14:nvPr/>
              </p14:nvContentPartPr>
              <p14:xfrm>
                <a:off x="4725883" y="1900045"/>
                <a:ext cx="116640" cy="21420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0B176AAA-80B5-BD4D-B341-47E69541314E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4708243" y="1882045"/>
                  <a:ext cx="1522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8BA5CFD1-F100-BE76-56FA-E86F39FF50D9}"/>
                    </a:ext>
                  </a:extLst>
                </p14:cNvPr>
                <p14:cNvContentPartPr/>
                <p14:nvPr/>
              </p14:nvContentPartPr>
              <p14:xfrm>
                <a:off x="4706443" y="1921285"/>
                <a:ext cx="96120" cy="5796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8BA5CFD1-F100-BE76-56FA-E86F39FF50D9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688803" y="1903285"/>
                  <a:ext cx="1317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F6E4FA7C-36D0-7C4A-6A2D-EF3F4F910471}"/>
                    </a:ext>
                  </a:extLst>
                </p14:cNvPr>
                <p14:cNvContentPartPr/>
                <p14:nvPr/>
              </p14:nvContentPartPr>
              <p14:xfrm>
                <a:off x="4847563" y="2134765"/>
                <a:ext cx="59760" cy="2880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F6E4FA7C-36D0-7C4A-6A2D-EF3F4F910471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829923" y="2116765"/>
                  <a:ext cx="954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EEE6526C-AF2D-671F-8436-4783A2B7629E}"/>
                    </a:ext>
                  </a:extLst>
                </p14:cNvPr>
                <p14:cNvContentPartPr/>
                <p14:nvPr/>
              </p14:nvContentPartPr>
              <p14:xfrm>
                <a:off x="4962043" y="2111005"/>
                <a:ext cx="53280" cy="9864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EEE6526C-AF2D-671F-8436-4783A2B7629E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4944403" y="2093005"/>
                  <a:ext cx="889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848CADA0-4D0C-1555-77F7-520BE237C9BE}"/>
                    </a:ext>
                  </a:extLst>
                </p14:cNvPr>
                <p14:cNvContentPartPr/>
                <p14:nvPr/>
              </p14:nvContentPartPr>
              <p14:xfrm>
                <a:off x="4953403" y="1981765"/>
                <a:ext cx="10800" cy="1800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848CADA0-4D0C-1555-77F7-520BE237C9BE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935403" y="1964125"/>
                  <a:ext cx="464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19BC7C52-9702-BF3B-A3BC-0FD5D175CB07}"/>
                    </a:ext>
                  </a:extLst>
                </p14:cNvPr>
                <p14:cNvContentPartPr/>
                <p14:nvPr/>
              </p14:nvContentPartPr>
              <p14:xfrm>
                <a:off x="5044843" y="2081845"/>
                <a:ext cx="108000" cy="8856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19BC7C52-9702-BF3B-A3BC-0FD5D175CB07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5027203" y="2064205"/>
                  <a:ext cx="143640" cy="12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6D65C0C7-8308-7EB0-38BC-62F64BF4AF83}"/>
              </a:ext>
            </a:extLst>
          </p:cNvPr>
          <p:cNvGrpSpPr/>
          <p:nvPr/>
        </p:nvGrpSpPr>
        <p:grpSpPr>
          <a:xfrm>
            <a:off x="9883243" y="1008325"/>
            <a:ext cx="2056320" cy="982080"/>
            <a:chOff x="9883243" y="1008325"/>
            <a:chExt cx="2056320" cy="98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19E5752F-AF3E-0E22-1F74-126A15E8D73A}"/>
                    </a:ext>
                  </a:extLst>
                </p14:cNvPr>
                <p14:cNvContentPartPr/>
                <p14:nvPr/>
              </p14:nvContentPartPr>
              <p14:xfrm>
                <a:off x="9940843" y="1542205"/>
                <a:ext cx="43560" cy="30636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19E5752F-AF3E-0E22-1F74-126A15E8D73A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9923203" y="1524205"/>
                  <a:ext cx="7920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83DF9607-3ACB-58D7-951E-A793CCDDEB93}"/>
                    </a:ext>
                  </a:extLst>
                </p14:cNvPr>
                <p14:cNvContentPartPr/>
                <p14:nvPr/>
              </p14:nvContentPartPr>
              <p14:xfrm>
                <a:off x="9883243" y="1510165"/>
                <a:ext cx="102960" cy="5364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83DF9607-3ACB-58D7-951E-A793CCDDEB93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9865603" y="1492525"/>
                  <a:ext cx="1386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2F5B98B8-56B4-A616-C72E-C5254C8D20FC}"/>
                    </a:ext>
                  </a:extLst>
                </p14:cNvPr>
                <p14:cNvContentPartPr/>
                <p14:nvPr/>
              </p14:nvContentPartPr>
              <p14:xfrm>
                <a:off x="9902683" y="1776925"/>
                <a:ext cx="104760" cy="5184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2F5B98B8-56B4-A616-C72E-C5254C8D20FC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9885043" y="1759285"/>
                  <a:ext cx="1404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8F26BB24-B11F-C311-7A4E-62F9BD089B17}"/>
                    </a:ext>
                  </a:extLst>
                </p14:cNvPr>
                <p14:cNvContentPartPr/>
                <p14:nvPr/>
              </p14:nvContentPartPr>
              <p14:xfrm>
                <a:off x="10129123" y="1696645"/>
                <a:ext cx="174600" cy="14868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8F26BB24-B11F-C311-7A4E-62F9BD089B17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0111483" y="1678645"/>
                  <a:ext cx="2102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B9573CE0-E533-7E05-D757-D32922A2CAE9}"/>
                    </a:ext>
                  </a:extLst>
                </p14:cNvPr>
                <p14:cNvContentPartPr/>
                <p14:nvPr/>
              </p14:nvContentPartPr>
              <p14:xfrm>
                <a:off x="10388683" y="1533925"/>
                <a:ext cx="75240" cy="1512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B9573CE0-E533-7E05-D757-D32922A2CAE9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0370683" y="1516285"/>
                  <a:ext cx="1108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1D8BFE73-1981-3305-3C4F-73824099C9F4}"/>
                    </a:ext>
                  </a:extLst>
                </p14:cNvPr>
                <p14:cNvContentPartPr/>
                <p14:nvPr/>
              </p14:nvContentPartPr>
              <p14:xfrm>
                <a:off x="10458883" y="1586485"/>
                <a:ext cx="56160" cy="2016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1D8BFE73-1981-3305-3C4F-73824099C9F4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0441243" y="1568485"/>
                  <a:ext cx="918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F708CA38-072C-B338-5872-5341D1D63698}"/>
                    </a:ext>
                  </a:extLst>
                </p14:cNvPr>
                <p14:cNvContentPartPr/>
                <p14:nvPr/>
              </p14:nvContentPartPr>
              <p14:xfrm>
                <a:off x="10986283" y="1070965"/>
                <a:ext cx="11880" cy="27864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F708CA38-072C-B338-5872-5341D1D63698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0968643" y="1053325"/>
                  <a:ext cx="4752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1F157BD4-DDAC-1397-3CE0-2C45292C7F7A}"/>
                    </a:ext>
                  </a:extLst>
                </p14:cNvPr>
                <p14:cNvContentPartPr/>
                <p14:nvPr/>
              </p14:nvContentPartPr>
              <p14:xfrm>
                <a:off x="10984123" y="1008325"/>
                <a:ext cx="144360" cy="22716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1F157BD4-DDAC-1397-3CE0-2C45292C7F7A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0966123" y="990685"/>
                  <a:ext cx="18000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51736BD5-5991-2361-319F-2F33FF48FE05}"/>
                    </a:ext>
                  </a:extLst>
                </p14:cNvPr>
                <p14:cNvContentPartPr/>
                <p14:nvPr/>
              </p14:nvContentPartPr>
              <p14:xfrm>
                <a:off x="11249803" y="1174645"/>
                <a:ext cx="33120" cy="16452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51736BD5-5991-2361-319F-2F33FF48FE05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1232163" y="1157005"/>
                  <a:ext cx="687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AB66BFBD-8FA9-37EB-D717-BEF88BC8DE24}"/>
                    </a:ext>
                  </a:extLst>
                </p14:cNvPr>
                <p14:cNvContentPartPr/>
                <p14:nvPr/>
              </p14:nvContentPartPr>
              <p14:xfrm>
                <a:off x="10795843" y="1415485"/>
                <a:ext cx="772560" cy="12384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AB66BFBD-8FA9-37EB-D717-BEF88BC8DE24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0778203" y="1397845"/>
                  <a:ext cx="8082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6AAC4D24-B96C-BD15-5017-8B7BB721BC93}"/>
                    </a:ext>
                  </a:extLst>
                </p14:cNvPr>
                <p14:cNvContentPartPr/>
                <p14:nvPr/>
              </p14:nvContentPartPr>
              <p14:xfrm>
                <a:off x="10994923" y="1716805"/>
                <a:ext cx="37800" cy="26748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6AAC4D24-B96C-BD15-5017-8B7BB721BC93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0977283" y="1698805"/>
                  <a:ext cx="7344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4E8043AE-0098-EE19-685A-073E8E2E14A7}"/>
                    </a:ext>
                  </a:extLst>
                </p14:cNvPr>
                <p14:cNvContentPartPr/>
                <p14:nvPr/>
              </p14:nvContentPartPr>
              <p14:xfrm>
                <a:off x="11037403" y="1686565"/>
                <a:ext cx="123120" cy="19332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4E8043AE-0098-EE19-685A-073E8E2E14A7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1019763" y="1668565"/>
                  <a:ext cx="15876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36676F88-C577-050A-7DF1-B6BB85BBE87C}"/>
                    </a:ext>
                  </a:extLst>
                </p14:cNvPr>
                <p14:cNvContentPartPr/>
                <p14:nvPr/>
              </p14:nvContentPartPr>
              <p14:xfrm>
                <a:off x="11266723" y="1864405"/>
                <a:ext cx="25560" cy="12600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36676F88-C577-050A-7DF1-B6BB85BBE87C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1249083" y="1846405"/>
                  <a:ext cx="612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92AC0891-FCDE-AB70-53B9-67D977D13567}"/>
                    </a:ext>
                  </a:extLst>
                </p14:cNvPr>
                <p14:cNvContentPartPr/>
                <p14:nvPr/>
              </p14:nvContentPartPr>
              <p14:xfrm>
                <a:off x="11390923" y="1825525"/>
                <a:ext cx="111960" cy="6624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92AC0891-FCDE-AB70-53B9-67D977D13567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1372923" y="1807885"/>
                  <a:ext cx="1476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F60B5809-5414-CDC4-75AA-64827BEDE9FC}"/>
                    </a:ext>
                  </a:extLst>
                </p14:cNvPr>
                <p14:cNvContentPartPr/>
                <p14:nvPr/>
              </p14:nvContentPartPr>
              <p14:xfrm>
                <a:off x="11447083" y="1763605"/>
                <a:ext cx="44280" cy="17568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F60B5809-5414-CDC4-75AA-64827BEDE9FC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1429083" y="1745965"/>
                  <a:ext cx="799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E6FAED8A-CFCE-C4E9-4529-0DEF54387EA6}"/>
                    </a:ext>
                  </a:extLst>
                </p14:cNvPr>
                <p14:cNvContentPartPr/>
                <p14:nvPr/>
              </p14:nvContentPartPr>
              <p14:xfrm>
                <a:off x="11581363" y="1765045"/>
                <a:ext cx="42120" cy="16596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E6FAED8A-CFCE-C4E9-4529-0DEF54387EA6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1563363" y="1747405"/>
                  <a:ext cx="777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A717FABE-4584-CCE6-7541-58803901D253}"/>
                    </a:ext>
                  </a:extLst>
                </p14:cNvPr>
                <p14:cNvContentPartPr/>
                <p14:nvPr/>
              </p14:nvContentPartPr>
              <p14:xfrm>
                <a:off x="11612683" y="1685125"/>
                <a:ext cx="112680" cy="17316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A717FABE-4584-CCE6-7541-58803901D253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1594683" y="1667485"/>
                  <a:ext cx="14832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0AB0D655-93C8-CC5C-356C-1F175AFB40A5}"/>
                    </a:ext>
                  </a:extLst>
                </p14:cNvPr>
                <p14:cNvContentPartPr/>
                <p14:nvPr/>
              </p14:nvContentPartPr>
              <p14:xfrm>
                <a:off x="11804563" y="1842445"/>
                <a:ext cx="135000" cy="13752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0AB0D655-93C8-CC5C-356C-1F175AFB40A5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1786923" y="1824445"/>
                  <a:ext cx="17064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1C602CE4-FED5-3471-8120-4FBC476B0941}"/>
                    </a:ext>
                  </a:extLst>
                </p14:cNvPr>
                <p14:cNvContentPartPr/>
                <p14:nvPr/>
              </p14:nvContentPartPr>
              <p14:xfrm>
                <a:off x="10470403" y="1085365"/>
                <a:ext cx="88200" cy="28152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1C602CE4-FED5-3471-8120-4FBC476B0941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0452403" y="1067365"/>
                  <a:ext cx="12384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A7664CCC-E789-F031-10D9-57BE75A03348}"/>
                    </a:ext>
                  </a:extLst>
                </p14:cNvPr>
                <p14:cNvContentPartPr/>
                <p14:nvPr/>
              </p14:nvContentPartPr>
              <p14:xfrm>
                <a:off x="10441603" y="1083565"/>
                <a:ext cx="115200" cy="7308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A7664CCC-E789-F031-10D9-57BE75A03348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0423603" y="1065925"/>
                  <a:ext cx="1508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B3696443-02DD-017D-B24D-0C6A20CF8DDF}"/>
                    </a:ext>
                  </a:extLst>
                </p14:cNvPr>
                <p14:cNvContentPartPr/>
                <p14:nvPr/>
              </p14:nvContentPartPr>
              <p14:xfrm>
                <a:off x="10519363" y="1301005"/>
                <a:ext cx="84960" cy="3564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B3696443-02DD-017D-B24D-0C6A20CF8DDF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0501723" y="1283365"/>
                  <a:ext cx="1206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3BD2DCE4-FF1F-A119-7328-1EA267BBC34F}"/>
                    </a:ext>
                  </a:extLst>
                </p14:cNvPr>
                <p14:cNvContentPartPr/>
                <p14:nvPr/>
              </p14:nvContentPartPr>
              <p14:xfrm>
                <a:off x="10715563" y="1233325"/>
                <a:ext cx="14760" cy="9792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3BD2DCE4-FF1F-A119-7328-1EA267BBC34F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0697923" y="1215325"/>
                  <a:ext cx="504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E6A8BDE6-E430-575A-B542-9C383D6E9986}"/>
                    </a:ext>
                  </a:extLst>
                </p14:cNvPr>
                <p14:cNvContentPartPr/>
                <p14:nvPr/>
              </p14:nvContentPartPr>
              <p14:xfrm>
                <a:off x="10728523" y="1160605"/>
                <a:ext cx="18360" cy="720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E6A8BDE6-E430-575A-B542-9C383D6E9986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0710523" y="1142605"/>
                  <a:ext cx="540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4921AEB3-F79E-7F48-6368-A17B62B2CB67}"/>
                    </a:ext>
                  </a:extLst>
                </p14:cNvPr>
                <p14:cNvContentPartPr/>
                <p14:nvPr/>
              </p14:nvContentPartPr>
              <p14:xfrm>
                <a:off x="10781083" y="1275445"/>
                <a:ext cx="146520" cy="8748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4921AEB3-F79E-7F48-6368-A17B62B2CB67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0763083" y="1257445"/>
                  <a:ext cx="182160" cy="123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30943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841FD-691A-A308-C3B4-259E396F1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voltage, current, resistance</a:t>
            </a:r>
          </a:p>
        </p:txBody>
      </p:sp>
      <p:pic>
        <p:nvPicPr>
          <p:cNvPr id="6" name="Content Placeholder 5" descr="A diagram of a voltage&#10;&#10;Description automatically generated">
            <a:extLst>
              <a:ext uri="{FF2B5EF4-FFF2-40B4-BE49-F238E27FC236}">
                <a16:creationId xmlns:a16="http://schemas.microsoft.com/office/drawing/2014/main" id="{6D605F31-3BE0-93CC-3B45-D1516DF10D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366" y="1228715"/>
            <a:ext cx="8062659" cy="238526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3A1231-9E7D-91AA-BA3A-C222D8039B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6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3" name="Content Placeholder 5" descr="A diagram of an ammeter&#10;&#10;Description automatically generated">
            <a:extLst>
              <a:ext uri="{FF2B5EF4-FFF2-40B4-BE49-F238E27FC236}">
                <a16:creationId xmlns:a16="http://schemas.microsoft.com/office/drawing/2014/main" id="{26880BB5-E997-47B3-EA6A-36AE3107B3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687" y="3980939"/>
            <a:ext cx="7902625" cy="228619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B4F5DE71-A5E2-F725-24F8-C0E7D7492562}"/>
                  </a:ext>
                </a:extLst>
              </p14:cNvPr>
              <p14:cNvContentPartPr/>
              <p14:nvPr/>
            </p14:nvContentPartPr>
            <p14:xfrm>
              <a:off x="8720880" y="621120"/>
              <a:ext cx="360" cy="36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B4F5DE71-A5E2-F725-24F8-C0E7D749256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02880" y="603120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F96CB56B-348E-331A-1336-4C7B84E2657C}"/>
                  </a:ext>
                </a:extLst>
              </p14:cNvPr>
              <p14:cNvContentPartPr/>
              <p14:nvPr/>
            </p14:nvContentPartPr>
            <p14:xfrm>
              <a:off x="7326240" y="792840"/>
              <a:ext cx="5760" cy="612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F96CB56B-348E-331A-1336-4C7B84E2657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307040" y="774840"/>
                <a:ext cx="43776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69A3B47E-1943-4941-335F-1AD4208B77FF}"/>
                  </a:ext>
                </a:extLst>
              </p14:cNvPr>
              <p14:cNvContentPartPr/>
              <p14:nvPr/>
            </p14:nvContentPartPr>
            <p14:xfrm>
              <a:off x="2069443" y="1758565"/>
              <a:ext cx="1224360" cy="134460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69A3B47E-1943-4941-335F-1AD4208B77F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015803" y="1650925"/>
                <a:ext cx="1332000" cy="156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27943175-4F33-FE8F-C21C-5555308F0C77}"/>
                  </a:ext>
                </a:extLst>
              </p14:cNvPr>
              <p14:cNvContentPartPr/>
              <p14:nvPr/>
            </p14:nvContentPartPr>
            <p14:xfrm>
              <a:off x="2231083" y="1645165"/>
              <a:ext cx="32760" cy="152892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27943175-4F33-FE8F-C21C-5555308F0C7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177083" y="1537525"/>
                <a:ext cx="140400" cy="174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2D5D918F-D3DB-65E5-AE37-8F51E59F02E2}"/>
                  </a:ext>
                </a:extLst>
              </p14:cNvPr>
              <p14:cNvContentPartPr/>
              <p14:nvPr/>
            </p14:nvContentPartPr>
            <p14:xfrm>
              <a:off x="2165203" y="3169405"/>
              <a:ext cx="27000" cy="792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2D5D918F-D3DB-65E5-AE37-8F51E59F02E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111563" y="3061405"/>
                <a:ext cx="13464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3818B089-1D6C-137A-EFF0-01C8EF66903E}"/>
                  </a:ext>
                </a:extLst>
              </p14:cNvPr>
              <p14:cNvContentPartPr/>
              <p14:nvPr/>
            </p14:nvContentPartPr>
            <p14:xfrm>
              <a:off x="2303083" y="3098125"/>
              <a:ext cx="603000" cy="7632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3818B089-1D6C-137A-EFF0-01C8EF66903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249443" y="2990125"/>
                <a:ext cx="710640" cy="29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BF26AEAA-19F7-1527-211C-B2A6AE783804}"/>
              </a:ext>
            </a:extLst>
          </p:cNvPr>
          <p:cNvGrpSpPr/>
          <p:nvPr/>
        </p:nvGrpSpPr>
        <p:grpSpPr>
          <a:xfrm>
            <a:off x="3150883" y="1515205"/>
            <a:ext cx="599760" cy="377280"/>
            <a:chOff x="3150883" y="1515205"/>
            <a:chExt cx="599760" cy="37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5A2A5D9-F5C1-8974-F024-3DAA9636097F}"/>
                    </a:ext>
                  </a:extLst>
                </p14:cNvPr>
                <p14:cNvContentPartPr/>
                <p14:nvPr/>
              </p14:nvContentPartPr>
              <p14:xfrm>
                <a:off x="3150883" y="1515205"/>
                <a:ext cx="599760" cy="3063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5A2A5D9-F5C1-8974-F024-3DAA9636097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32883" y="1497565"/>
                  <a:ext cx="63540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BE99B94-F7A8-B8D3-0AEB-069275E8EA31}"/>
                    </a:ext>
                  </a:extLst>
                </p14:cNvPr>
                <p14:cNvContentPartPr/>
                <p14:nvPr/>
              </p14:nvContentPartPr>
              <p14:xfrm>
                <a:off x="3176083" y="1620685"/>
                <a:ext cx="202680" cy="2718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BE99B94-F7A8-B8D3-0AEB-069275E8EA3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158443" y="1602685"/>
                  <a:ext cx="238320" cy="30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AC19DB0A-7C72-A649-60D4-3DC4196B1B7E}"/>
              </a:ext>
            </a:extLst>
          </p:cNvPr>
          <p:cNvGrpSpPr/>
          <p:nvPr/>
        </p:nvGrpSpPr>
        <p:grpSpPr>
          <a:xfrm>
            <a:off x="3170683" y="2435005"/>
            <a:ext cx="389160" cy="309240"/>
            <a:chOff x="3170683" y="2435005"/>
            <a:chExt cx="389160" cy="30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52A9C24-8E8D-6364-9582-5B123A6C7084}"/>
                    </a:ext>
                  </a:extLst>
                </p14:cNvPr>
                <p14:cNvContentPartPr/>
                <p14:nvPr/>
              </p14:nvContentPartPr>
              <p14:xfrm>
                <a:off x="3172843" y="2444725"/>
                <a:ext cx="387000" cy="2995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52A9C24-8E8D-6364-9582-5B123A6C708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54843" y="2427085"/>
                  <a:ext cx="42264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5ACE4FD-319E-0341-C90C-D248DFA50975}"/>
                    </a:ext>
                  </a:extLst>
                </p14:cNvPr>
                <p14:cNvContentPartPr/>
                <p14:nvPr/>
              </p14:nvContentPartPr>
              <p14:xfrm>
                <a:off x="3170683" y="2435005"/>
                <a:ext cx="213480" cy="1749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5ACE4FD-319E-0341-C90C-D248DFA5097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152683" y="2417365"/>
                  <a:ext cx="249120" cy="21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2CF7FD48-C2DD-6EBA-1187-5466CE9DED9B}"/>
                  </a:ext>
                </a:extLst>
              </p14:cNvPr>
              <p14:cNvContentPartPr/>
              <p14:nvPr/>
            </p14:nvContentPartPr>
            <p14:xfrm>
              <a:off x="6017563" y="1753525"/>
              <a:ext cx="942120" cy="75024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2CF7FD48-C2DD-6EBA-1187-5466CE9DED9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963563" y="1645885"/>
                <a:ext cx="1049760" cy="96588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758D4BD9-E936-B6D2-A440-5DCB95F82E18}"/>
              </a:ext>
            </a:extLst>
          </p:cNvPr>
          <p:cNvGrpSpPr/>
          <p:nvPr/>
        </p:nvGrpSpPr>
        <p:grpSpPr>
          <a:xfrm>
            <a:off x="6004603" y="1578925"/>
            <a:ext cx="1226520" cy="1234080"/>
            <a:chOff x="6004603" y="1578925"/>
            <a:chExt cx="1226520" cy="123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AC558F1-5F02-1B30-F187-EFD39A7BB2AA}"/>
                    </a:ext>
                  </a:extLst>
                </p14:cNvPr>
                <p14:cNvContentPartPr/>
                <p14:nvPr/>
              </p14:nvContentPartPr>
              <p14:xfrm>
                <a:off x="6004603" y="1578925"/>
                <a:ext cx="1226520" cy="11372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AC558F1-5F02-1B30-F187-EFD39A7BB2A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986603" y="1560925"/>
                  <a:ext cx="1262160" cy="11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DE7A9EB-04CE-2E41-C131-B6F03CC45042}"/>
                    </a:ext>
                  </a:extLst>
                </p14:cNvPr>
                <p14:cNvContentPartPr/>
                <p14:nvPr/>
              </p14:nvContentPartPr>
              <p14:xfrm>
                <a:off x="6255523" y="2539405"/>
                <a:ext cx="134280" cy="2736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DE7A9EB-04CE-2E41-C131-B6F03CC4504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237523" y="2521765"/>
                  <a:ext cx="169920" cy="309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76760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81756-92D3-3890-01DC-27906AE19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nodes</a:t>
            </a:r>
          </a:p>
        </p:txBody>
      </p:sp>
      <p:pic>
        <p:nvPicPr>
          <p:cNvPr id="6" name="Content Placeholder 5" descr="A diagram of a circuit&#10;&#10;Description automatically generated">
            <a:extLst>
              <a:ext uri="{FF2B5EF4-FFF2-40B4-BE49-F238E27FC236}">
                <a16:creationId xmlns:a16="http://schemas.microsoft.com/office/drawing/2014/main" id="{BF3A4557-383A-8DED-D073-ECCB778057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593" y="951940"/>
            <a:ext cx="5791702" cy="313971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201E55-6199-7247-2F79-340F6C8A1B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7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290DDED-9F07-9448-C254-D54B0EBEC206}"/>
                  </a:ext>
                </a:extLst>
              </p14:cNvPr>
              <p14:cNvContentPartPr/>
              <p14:nvPr/>
            </p14:nvContentPartPr>
            <p14:xfrm>
              <a:off x="779080" y="1081064"/>
              <a:ext cx="2368080" cy="854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290DDED-9F07-9448-C254-D54B0EBEC20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5440" y="973064"/>
                <a:ext cx="2475720" cy="10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5FB32B8-5C83-8765-D32B-628DC880187E}"/>
                  </a:ext>
                </a:extLst>
              </p14:cNvPr>
              <p14:cNvContentPartPr/>
              <p14:nvPr/>
            </p14:nvContentPartPr>
            <p14:xfrm>
              <a:off x="3153640" y="1004384"/>
              <a:ext cx="1161000" cy="2653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5FB32B8-5C83-8765-D32B-628DC880187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00000" y="896744"/>
                <a:ext cx="1268640" cy="48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891FC28-A64B-654E-A3D1-F248C4804779}"/>
                  </a:ext>
                </a:extLst>
              </p14:cNvPr>
              <p14:cNvContentPartPr/>
              <p14:nvPr/>
            </p14:nvContentPartPr>
            <p14:xfrm>
              <a:off x="4309600" y="1015904"/>
              <a:ext cx="1131840" cy="2797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891FC28-A64B-654E-A3D1-F248C480477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255960" y="908264"/>
                <a:ext cx="1239480" cy="49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03AE6B7-391A-A161-D01B-DB475444BA4B}"/>
                  </a:ext>
                </a:extLst>
              </p14:cNvPr>
              <p14:cNvContentPartPr/>
              <p14:nvPr/>
            </p14:nvContentPartPr>
            <p14:xfrm>
              <a:off x="799600" y="2270864"/>
              <a:ext cx="4682880" cy="16830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03AE6B7-391A-A161-D01B-DB475444BA4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45960" y="2163224"/>
                <a:ext cx="4790520" cy="18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471E09A-4E0B-CB7B-F4AF-5D4027E631E7}"/>
                  </a:ext>
                </a:extLst>
              </p14:cNvPr>
              <p14:cNvContentPartPr/>
              <p14:nvPr/>
            </p14:nvContentPartPr>
            <p14:xfrm>
              <a:off x="765400" y="3314504"/>
              <a:ext cx="2379600" cy="1029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471E09A-4E0B-CB7B-F4AF-5D4027E631E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11760" y="3206864"/>
                <a:ext cx="2487240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126B83F-F12D-1F74-57B1-F32235ECF9AE}"/>
                  </a:ext>
                </a:extLst>
              </p14:cNvPr>
              <p14:cNvContentPartPr/>
              <p14:nvPr/>
            </p14:nvContentPartPr>
            <p14:xfrm>
              <a:off x="3141040" y="3259784"/>
              <a:ext cx="1706400" cy="471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126B83F-F12D-1F74-57B1-F32235ECF9A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087040" y="3151784"/>
                <a:ext cx="181404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7755AC8-6526-D9DF-9576-2C989F064C6B}"/>
                  </a:ext>
                </a:extLst>
              </p14:cNvPr>
              <p14:cNvContentPartPr/>
              <p14:nvPr/>
            </p14:nvContentPartPr>
            <p14:xfrm>
              <a:off x="3078040" y="2051264"/>
              <a:ext cx="32400" cy="3571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7755AC8-6526-D9DF-9576-2C989F064C6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024400" y="1943624"/>
                <a:ext cx="140040" cy="57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90B77686-0416-F982-6455-DA957655FE66}"/>
              </a:ext>
            </a:extLst>
          </p:cNvPr>
          <p:cNvGrpSpPr/>
          <p:nvPr/>
        </p:nvGrpSpPr>
        <p:grpSpPr>
          <a:xfrm>
            <a:off x="2844400" y="343424"/>
            <a:ext cx="473400" cy="515880"/>
            <a:chOff x="5261923" y="925885"/>
            <a:chExt cx="473400" cy="51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6826240-B496-31EE-EB6B-C59AB2A7B77F}"/>
                    </a:ext>
                  </a:extLst>
                </p14:cNvPr>
                <p14:cNvContentPartPr/>
                <p14:nvPr/>
              </p14:nvContentPartPr>
              <p14:xfrm>
                <a:off x="5261923" y="925885"/>
                <a:ext cx="315360" cy="4431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6826240-B496-31EE-EB6B-C59AB2A7B77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243923" y="907885"/>
                  <a:ext cx="351000" cy="47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B5CB5C3-B03F-46FD-6D57-12EA5AE1ECF5}"/>
                    </a:ext>
                  </a:extLst>
                </p14:cNvPr>
                <p14:cNvContentPartPr/>
                <p14:nvPr/>
              </p14:nvContentPartPr>
              <p14:xfrm>
                <a:off x="5718043" y="1201285"/>
                <a:ext cx="17280" cy="2404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B5CB5C3-B03F-46FD-6D57-12EA5AE1ECF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700043" y="1183645"/>
                  <a:ext cx="52920" cy="27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F749364-7953-7BBF-20B8-B0E002640835}"/>
              </a:ext>
            </a:extLst>
          </p:cNvPr>
          <p:cNvGrpSpPr/>
          <p:nvPr/>
        </p:nvGrpSpPr>
        <p:grpSpPr>
          <a:xfrm>
            <a:off x="2523280" y="2069264"/>
            <a:ext cx="455040" cy="358920"/>
            <a:chOff x="4940803" y="2651725"/>
            <a:chExt cx="455040" cy="35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EEF2645-5BFD-5F11-B0FA-F47C9CDB54BF}"/>
                    </a:ext>
                  </a:extLst>
                </p14:cNvPr>
                <p14:cNvContentPartPr/>
                <p14:nvPr/>
              </p14:nvContentPartPr>
              <p14:xfrm>
                <a:off x="4940803" y="2651725"/>
                <a:ext cx="223200" cy="2901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EEF2645-5BFD-5F11-B0FA-F47C9CDB54B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923163" y="2634085"/>
                  <a:ext cx="25884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771C1FE-25E5-3B9E-E9AF-5E34E1995D31}"/>
                    </a:ext>
                  </a:extLst>
                </p14:cNvPr>
                <p14:cNvContentPartPr/>
                <p14:nvPr/>
              </p14:nvContentPartPr>
              <p14:xfrm>
                <a:off x="5260483" y="2846485"/>
                <a:ext cx="135360" cy="1641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771C1FE-25E5-3B9E-E9AF-5E34E1995D3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242843" y="2828845"/>
                  <a:ext cx="171000" cy="19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FC49017-99C5-5FC5-7E48-CB48E9393CB1}"/>
              </a:ext>
            </a:extLst>
          </p:cNvPr>
          <p:cNvGrpSpPr/>
          <p:nvPr/>
        </p:nvGrpSpPr>
        <p:grpSpPr>
          <a:xfrm>
            <a:off x="2925760" y="4235744"/>
            <a:ext cx="561600" cy="424440"/>
            <a:chOff x="5343283" y="4818205"/>
            <a:chExt cx="561600" cy="42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CFFBEDC-07D8-38FC-B71E-B2D1C0B342BF}"/>
                    </a:ext>
                  </a:extLst>
                </p14:cNvPr>
                <p14:cNvContentPartPr/>
                <p14:nvPr/>
              </p14:nvContentPartPr>
              <p14:xfrm>
                <a:off x="5343283" y="4818205"/>
                <a:ext cx="298440" cy="3247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CFFBEDC-07D8-38FC-B71E-B2D1C0B342B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325643" y="4800565"/>
                  <a:ext cx="33408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2168F36-99C5-0F93-C3E0-3C1ED0D92E89}"/>
                    </a:ext>
                  </a:extLst>
                </p14:cNvPr>
                <p14:cNvContentPartPr/>
                <p14:nvPr/>
              </p14:nvContentPartPr>
              <p14:xfrm>
                <a:off x="5740363" y="5004685"/>
                <a:ext cx="164520" cy="2379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2168F36-99C5-0F93-C3E0-3C1ED0D92E8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722363" y="4987045"/>
                  <a:ext cx="200160" cy="27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CDB09C4-F10C-8604-574E-E72CB47A235D}"/>
              </a:ext>
            </a:extLst>
          </p:cNvPr>
          <p:cNvGrpSpPr/>
          <p:nvPr/>
        </p:nvGrpSpPr>
        <p:grpSpPr>
          <a:xfrm>
            <a:off x="3741520" y="4354184"/>
            <a:ext cx="316080" cy="226080"/>
            <a:chOff x="6159043" y="4936645"/>
            <a:chExt cx="316080" cy="22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4460A6D-D9E6-434A-DFCD-4D9348966368}"/>
                    </a:ext>
                  </a:extLst>
                </p14:cNvPr>
                <p14:cNvContentPartPr/>
                <p14:nvPr/>
              </p14:nvContentPartPr>
              <p14:xfrm>
                <a:off x="6159043" y="4936645"/>
                <a:ext cx="250920" cy="1389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4460A6D-D9E6-434A-DFCD-4D934896636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141403" y="4919005"/>
                  <a:ext cx="2865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FB57B15-8021-8BC7-C0AB-3B3E3C86E075}"/>
                    </a:ext>
                  </a:extLst>
                </p14:cNvPr>
                <p14:cNvContentPartPr/>
                <p14:nvPr/>
              </p14:nvContentPartPr>
              <p14:xfrm>
                <a:off x="6212323" y="5097925"/>
                <a:ext cx="262800" cy="648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FB57B15-8021-8BC7-C0AB-3B3E3C86E07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194323" y="5080285"/>
                  <a:ext cx="298440" cy="10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A9439B7-8CA7-46ED-3B9F-DBADE895F2A4}"/>
              </a:ext>
            </a:extLst>
          </p:cNvPr>
          <p:cNvGrpSpPr/>
          <p:nvPr/>
        </p:nvGrpSpPr>
        <p:grpSpPr>
          <a:xfrm>
            <a:off x="4508680" y="4314224"/>
            <a:ext cx="817560" cy="387000"/>
            <a:chOff x="6926203" y="4896685"/>
            <a:chExt cx="817560" cy="38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9843176-2877-08B9-376F-653C99349E66}"/>
                    </a:ext>
                  </a:extLst>
                </p14:cNvPr>
                <p14:cNvContentPartPr/>
                <p14:nvPr/>
              </p14:nvContentPartPr>
              <p14:xfrm>
                <a:off x="6926203" y="4896685"/>
                <a:ext cx="242640" cy="3870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9843176-2877-08B9-376F-653C99349E6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908563" y="4878685"/>
                  <a:ext cx="27828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460889F-3CF3-9512-5262-B8232E7B1390}"/>
                    </a:ext>
                  </a:extLst>
                </p14:cNvPr>
                <p14:cNvContentPartPr/>
                <p14:nvPr/>
              </p14:nvContentPartPr>
              <p14:xfrm>
                <a:off x="7261363" y="4988125"/>
                <a:ext cx="26640" cy="2743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460889F-3CF3-9512-5262-B8232E7B139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243363" y="4970125"/>
                  <a:ext cx="6228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90FC43E-2418-59C1-5D28-2AD446E02420}"/>
                    </a:ext>
                  </a:extLst>
                </p14:cNvPr>
                <p14:cNvContentPartPr/>
                <p14:nvPr/>
              </p14:nvContentPartPr>
              <p14:xfrm>
                <a:off x="7252363" y="4978765"/>
                <a:ext cx="204120" cy="1897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90FC43E-2418-59C1-5D28-2AD446E0242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234723" y="4960765"/>
                  <a:ext cx="2397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40B8470-CD6F-9396-A162-B2DF830F5138}"/>
                    </a:ext>
                  </a:extLst>
                </p14:cNvPr>
                <p14:cNvContentPartPr/>
                <p14:nvPr/>
              </p14:nvContentPartPr>
              <p14:xfrm>
                <a:off x="7547563" y="4937365"/>
                <a:ext cx="73800" cy="2653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40B8470-CD6F-9396-A162-B2DF830F513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529923" y="4919365"/>
                  <a:ext cx="10944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C2BE0A4-1A0E-1309-DF90-6B031E3A3D30}"/>
                    </a:ext>
                  </a:extLst>
                </p14:cNvPr>
                <p14:cNvContentPartPr/>
                <p14:nvPr/>
              </p14:nvContentPartPr>
              <p14:xfrm>
                <a:off x="7574923" y="4961485"/>
                <a:ext cx="168840" cy="2286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C2BE0A4-1A0E-1309-DF90-6B031E3A3D3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557283" y="4943845"/>
                  <a:ext cx="204480" cy="26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5B47167-C1BE-2029-D435-5F1AA97430CA}"/>
              </a:ext>
            </a:extLst>
          </p:cNvPr>
          <p:cNvGrpSpPr/>
          <p:nvPr/>
        </p:nvGrpSpPr>
        <p:grpSpPr>
          <a:xfrm>
            <a:off x="757480" y="3898064"/>
            <a:ext cx="357480" cy="632880"/>
            <a:chOff x="3175003" y="4480525"/>
            <a:chExt cx="357480" cy="63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52E4D03-1F4B-76CC-C6D2-77DE14E00C8E}"/>
                    </a:ext>
                  </a:extLst>
                </p14:cNvPr>
                <p14:cNvContentPartPr/>
                <p14:nvPr/>
              </p14:nvContentPartPr>
              <p14:xfrm>
                <a:off x="3290923" y="4480525"/>
                <a:ext cx="34920" cy="4158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52E4D03-1F4B-76CC-C6D2-77DE14E00C8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273283" y="4462525"/>
                  <a:ext cx="70560" cy="45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005A6F7-157E-0F65-3E0C-C115D625B44A}"/>
                    </a:ext>
                  </a:extLst>
                </p14:cNvPr>
                <p14:cNvContentPartPr/>
                <p14:nvPr/>
              </p14:nvContentPartPr>
              <p14:xfrm>
                <a:off x="3178603" y="4874725"/>
                <a:ext cx="311760" cy="388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005A6F7-157E-0F65-3E0C-C115D625B44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160603" y="4856725"/>
                  <a:ext cx="3474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D954591-6228-DA4A-4E28-A2CA261E014E}"/>
                    </a:ext>
                  </a:extLst>
                </p14:cNvPr>
                <p14:cNvContentPartPr/>
                <p14:nvPr/>
              </p14:nvContentPartPr>
              <p14:xfrm>
                <a:off x="3175003" y="4948885"/>
                <a:ext cx="219240" cy="1609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D954591-6228-DA4A-4E28-A2CA261E014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157363" y="4931245"/>
                  <a:ext cx="2548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3667A09-0E15-80C4-4CA4-33A4CACA0DE7}"/>
                    </a:ext>
                  </a:extLst>
                </p14:cNvPr>
                <p14:cNvContentPartPr/>
                <p14:nvPr/>
              </p14:nvContentPartPr>
              <p14:xfrm>
                <a:off x="3380923" y="4904245"/>
                <a:ext cx="151560" cy="2091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3667A09-0E15-80C4-4CA4-33A4CACA0DE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362923" y="4886245"/>
                  <a:ext cx="187200" cy="24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40C78E04-C001-A68A-A341-A7F7173013B3}"/>
              </a:ext>
            </a:extLst>
          </p:cNvPr>
          <p:cNvGrpSpPr/>
          <p:nvPr/>
        </p:nvGrpSpPr>
        <p:grpSpPr>
          <a:xfrm>
            <a:off x="6584923" y="497485"/>
            <a:ext cx="3776760" cy="2296440"/>
            <a:chOff x="6584923" y="497485"/>
            <a:chExt cx="3776760" cy="229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4EE6579-C02F-E7D1-FC15-2C3717470814}"/>
                    </a:ext>
                  </a:extLst>
                </p14:cNvPr>
                <p14:cNvContentPartPr/>
                <p14:nvPr/>
              </p14:nvContentPartPr>
              <p14:xfrm>
                <a:off x="6811003" y="532405"/>
                <a:ext cx="97920" cy="10810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4EE6579-C02F-E7D1-FC15-2C3717470814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793003" y="514405"/>
                  <a:ext cx="133560" cy="11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4E91499-5A58-1006-5036-43E3E040F5FF}"/>
                    </a:ext>
                  </a:extLst>
                </p14:cNvPr>
                <p14:cNvContentPartPr/>
                <p14:nvPr/>
              </p14:nvContentPartPr>
              <p14:xfrm>
                <a:off x="6584923" y="1608085"/>
                <a:ext cx="575640" cy="496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4E91499-5A58-1006-5036-43E3E040F5F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567283" y="1590085"/>
                  <a:ext cx="6112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D8D1439-12BF-BE4A-5086-68A6741053AB}"/>
                    </a:ext>
                  </a:extLst>
                </p14:cNvPr>
                <p14:cNvContentPartPr/>
                <p14:nvPr/>
              </p14:nvContentPartPr>
              <p14:xfrm>
                <a:off x="6844123" y="1767205"/>
                <a:ext cx="200520" cy="205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D8D1439-12BF-BE4A-5086-68A6741053A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826483" y="1749205"/>
                  <a:ext cx="2361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ACAABBD-D0DC-1429-F525-997B5B4BA1D3}"/>
                    </a:ext>
                  </a:extLst>
                </p14:cNvPr>
                <p14:cNvContentPartPr/>
                <p14:nvPr/>
              </p14:nvContentPartPr>
              <p14:xfrm>
                <a:off x="6939523" y="1809325"/>
                <a:ext cx="89280" cy="7938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ACAABBD-D0DC-1429-F525-997B5B4BA1D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921883" y="1791325"/>
                  <a:ext cx="124920" cy="82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3F4D3E8-946C-EC97-12C7-E8F9AD3E454E}"/>
                    </a:ext>
                  </a:extLst>
                </p14:cNvPr>
                <p14:cNvContentPartPr/>
                <p14:nvPr/>
              </p14:nvContentPartPr>
              <p14:xfrm>
                <a:off x="6787243" y="505405"/>
                <a:ext cx="1302120" cy="774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3F4D3E8-946C-EC97-12C7-E8F9AD3E454E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769243" y="487765"/>
                  <a:ext cx="133776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C7E28E1-FD01-F4BF-0BF9-925E10799F26}"/>
                    </a:ext>
                  </a:extLst>
                </p14:cNvPr>
                <p14:cNvContentPartPr/>
                <p14:nvPr/>
              </p14:nvContentPartPr>
              <p14:xfrm>
                <a:off x="8065243" y="497485"/>
                <a:ext cx="79920" cy="3279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C7E28E1-FD01-F4BF-0BF9-925E10799F2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047243" y="479845"/>
                  <a:ext cx="11556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2D5DE85-3758-9E0C-0344-A82641D08154}"/>
                    </a:ext>
                  </a:extLst>
                </p14:cNvPr>
                <p14:cNvContentPartPr/>
                <p14:nvPr/>
              </p14:nvContentPartPr>
              <p14:xfrm>
                <a:off x="8113843" y="865405"/>
                <a:ext cx="112320" cy="3754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2D5DE85-3758-9E0C-0344-A82641D08154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095843" y="847405"/>
                  <a:ext cx="14796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D6AAC7C-A00F-C8CE-5C33-78BA1121A7FA}"/>
                    </a:ext>
                  </a:extLst>
                </p14:cNvPr>
                <p14:cNvContentPartPr/>
                <p14:nvPr/>
              </p14:nvContentPartPr>
              <p14:xfrm>
                <a:off x="8202043" y="1240165"/>
                <a:ext cx="101160" cy="4809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D6AAC7C-A00F-C8CE-5C33-78BA1121A7F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184043" y="1222525"/>
                  <a:ext cx="136800" cy="51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9628E25-51B2-06E2-0E6D-D85DE521E8C2}"/>
                    </a:ext>
                  </a:extLst>
                </p14:cNvPr>
                <p14:cNvContentPartPr/>
                <p14:nvPr/>
              </p14:nvContentPartPr>
              <p14:xfrm>
                <a:off x="8035723" y="506485"/>
                <a:ext cx="885960" cy="190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9628E25-51B2-06E2-0E6D-D85DE521E8C2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017723" y="488485"/>
                  <a:ext cx="9216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038C309-20D5-B644-39E5-B8EEFBA9F0A0}"/>
                    </a:ext>
                  </a:extLst>
                </p14:cNvPr>
                <p14:cNvContentPartPr/>
                <p14:nvPr/>
              </p14:nvContentPartPr>
              <p14:xfrm>
                <a:off x="8890723" y="506845"/>
                <a:ext cx="55080" cy="4327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038C309-20D5-B644-39E5-B8EEFBA9F0A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872723" y="488845"/>
                  <a:ext cx="90720" cy="46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4A7FC00-8192-BF85-6C45-F8C3DC0C32DD}"/>
                    </a:ext>
                  </a:extLst>
                </p14:cNvPr>
                <p14:cNvContentPartPr/>
                <p14:nvPr/>
              </p14:nvContentPartPr>
              <p14:xfrm>
                <a:off x="8928523" y="944965"/>
                <a:ext cx="100800" cy="2642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4A7FC00-8192-BF85-6C45-F8C3DC0C32DD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910523" y="927325"/>
                  <a:ext cx="13644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D106870-5955-602F-F365-F1EE4B208DDC}"/>
                    </a:ext>
                  </a:extLst>
                </p14:cNvPr>
                <p14:cNvContentPartPr/>
                <p14:nvPr/>
              </p14:nvContentPartPr>
              <p14:xfrm>
                <a:off x="9000883" y="1249165"/>
                <a:ext cx="84960" cy="5468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D106870-5955-602F-F365-F1EE4B208DD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982883" y="1231165"/>
                  <a:ext cx="120600" cy="58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44F9C8A-0CE8-0F81-7980-23297C7C10F7}"/>
                    </a:ext>
                  </a:extLst>
                </p14:cNvPr>
                <p14:cNvContentPartPr/>
                <p14:nvPr/>
              </p14:nvContentPartPr>
              <p14:xfrm>
                <a:off x="8904763" y="499645"/>
                <a:ext cx="698400" cy="374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44F9C8A-0CE8-0F81-7980-23297C7C10F7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887123" y="481645"/>
                  <a:ext cx="7340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59D4095-ACFD-52F7-709F-19FC3C34FA02}"/>
                    </a:ext>
                  </a:extLst>
                </p14:cNvPr>
                <p14:cNvContentPartPr/>
                <p14:nvPr/>
              </p14:nvContentPartPr>
              <p14:xfrm>
                <a:off x="9612883" y="537445"/>
                <a:ext cx="96120" cy="5284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59D4095-ACFD-52F7-709F-19FC3C34FA02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595243" y="519445"/>
                  <a:ext cx="131760" cy="56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2163D61-F38F-AD50-4C0C-B104B37AEDE7}"/>
                    </a:ext>
                  </a:extLst>
                </p14:cNvPr>
                <p14:cNvContentPartPr/>
                <p14:nvPr/>
              </p14:nvContentPartPr>
              <p14:xfrm>
                <a:off x="9648523" y="1050445"/>
                <a:ext cx="108360" cy="8352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2163D61-F38F-AD50-4C0C-B104B37AEDE7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630523" y="1032805"/>
                  <a:ext cx="144000" cy="87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C1E2C0D-5CBE-B448-30BF-B8B6AE265E6B}"/>
                    </a:ext>
                  </a:extLst>
                </p14:cNvPr>
                <p14:cNvContentPartPr/>
                <p14:nvPr/>
              </p14:nvContentPartPr>
              <p14:xfrm>
                <a:off x="7026643" y="2566765"/>
                <a:ext cx="27720" cy="2059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C1E2C0D-5CBE-B448-30BF-B8B6AE265E6B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008643" y="2548765"/>
                  <a:ext cx="633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390AD71-7B03-E9AB-3098-F5E2870701D7}"/>
                    </a:ext>
                  </a:extLst>
                </p14:cNvPr>
                <p14:cNvContentPartPr/>
                <p14:nvPr/>
              </p14:nvContentPartPr>
              <p14:xfrm>
                <a:off x="6994603" y="2722645"/>
                <a:ext cx="1531800" cy="428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390AD71-7B03-E9AB-3098-F5E2870701D7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976963" y="2705005"/>
                  <a:ext cx="15674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6A64ADA-3C23-8510-8CFD-3BA48DE75275}"/>
                    </a:ext>
                  </a:extLst>
                </p14:cNvPr>
                <p14:cNvContentPartPr/>
                <p14:nvPr/>
              </p14:nvContentPartPr>
              <p14:xfrm>
                <a:off x="9079003" y="1747045"/>
                <a:ext cx="39600" cy="1612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6A64ADA-3C23-8510-8CFD-3BA48DE7527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061363" y="1729045"/>
                  <a:ext cx="752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04A5E63-37ED-712A-0F69-9B99B271123E}"/>
                    </a:ext>
                  </a:extLst>
                </p14:cNvPr>
                <p14:cNvContentPartPr/>
                <p14:nvPr/>
              </p14:nvContentPartPr>
              <p14:xfrm>
                <a:off x="9072163" y="1819045"/>
                <a:ext cx="689760" cy="630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04A5E63-37ED-712A-0F69-9B99B271123E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054523" y="1801405"/>
                  <a:ext cx="7254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DD4CAA0-730E-58A8-97D1-B61C90890EA5}"/>
                    </a:ext>
                  </a:extLst>
                </p14:cNvPr>
                <p14:cNvContentPartPr/>
                <p14:nvPr/>
              </p14:nvContentPartPr>
              <p14:xfrm>
                <a:off x="9373843" y="1855765"/>
                <a:ext cx="28080" cy="2448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DD4CAA0-730E-58A8-97D1-B61C90890EA5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356203" y="1838125"/>
                  <a:ext cx="6372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51579B9-F6E5-C9A5-7695-A71CE55972CB}"/>
                    </a:ext>
                  </a:extLst>
                </p14:cNvPr>
                <p14:cNvContentPartPr/>
                <p14:nvPr/>
              </p14:nvContentPartPr>
              <p14:xfrm>
                <a:off x="9391483" y="2100565"/>
                <a:ext cx="32400" cy="813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51579B9-F6E5-C9A5-7695-A71CE55972CB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373843" y="2082565"/>
                  <a:ext cx="6804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1B454E0-AA4D-5545-023E-7E2CF4FE1A02}"/>
                    </a:ext>
                  </a:extLst>
                </p14:cNvPr>
                <p14:cNvContentPartPr/>
                <p14:nvPr/>
              </p14:nvContentPartPr>
              <p14:xfrm>
                <a:off x="9394723" y="2192005"/>
                <a:ext cx="66240" cy="2221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1B454E0-AA4D-5545-023E-7E2CF4FE1A02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377083" y="2174365"/>
                  <a:ext cx="10188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5BEE606-2C55-B27A-C68F-2FA7D2F52C75}"/>
                    </a:ext>
                  </a:extLst>
                </p14:cNvPr>
                <p14:cNvContentPartPr/>
                <p14:nvPr/>
              </p14:nvContentPartPr>
              <p14:xfrm>
                <a:off x="8425963" y="2423845"/>
                <a:ext cx="1081080" cy="2858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5BEE606-2C55-B27A-C68F-2FA7D2F52C75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407963" y="2406205"/>
                  <a:ext cx="111672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B9B7810-06FE-7478-6AF0-14245F4E4824}"/>
                    </a:ext>
                  </a:extLst>
                </p14:cNvPr>
                <p14:cNvContentPartPr/>
                <p14:nvPr/>
              </p14:nvContentPartPr>
              <p14:xfrm>
                <a:off x="9430723" y="1842445"/>
                <a:ext cx="424440" cy="8740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B9B7810-06FE-7478-6AF0-14245F4E482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413083" y="1824445"/>
                  <a:ext cx="460080" cy="90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B90F6ED-7266-2356-0E65-A1A1F403490A}"/>
                    </a:ext>
                  </a:extLst>
                </p14:cNvPr>
                <p14:cNvContentPartPr/>
                <p14:nvPr/>
              </p14:nvContentPartPr>
              <p14:xfrm>
                <a:off x="7748083" y="985285"/>
                <a:ext cx="73080" cy="2170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B90F6ED-7266-2356-0E65-A1A1F403490A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730443" y="967285"/>
                  <a:ext cx="10872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0DCDA87-7D53-2AED-98B7-BAD8DC5512BA}"/>
                    </a:ext>
                  </a:extLst>
                </p14:cNvPr>
                <p14:cNvContentPartPr/>
                <p14:nvPr/>
              </p14:nvContentPartPr>
              <p14:xfrm>
                <a:off x="7761403" y="917965"/>
                <a:ext cx="141840" cy="1396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0DCDA87-7D53-2AED-98B7-BAD8DC5512BA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743763" y="899965"/>
                  <a:ext cx="1774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A837E6D-179B-3109-D397-AD124B35B9B2}"/>
                    </a:ext>
                  </a:extLst>
                </p14:cNvPr>
                <p14:cNvContentPartPr/>
                <p14:nvPr/>
              </p14:nvContentPartPr>
              <p14:xfrm>
                <a:off x="7957603" y="1020925"/>
                <a:ext cx="59760" cy="1713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A837E6D-179B-3109-D397-AD124B35B9B2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939963" y="1002925"/>
                  <a:ext cx="954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BB56F42-349E-FEE3-8399-AA6D9ED069A3}"/>
                    </a:ext>
                  </a:extLst>
                </p14:cNvPr>
                <p14:cNvContentPartPr/>
                <p14:nvPr/>
              </p14:nvContentPartPr>
              <p14:xfrm>
                <a:off x="8227243" y="1694485"/>
                <a:ext cx="100800" cy="669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BB56F42-349E-FEE3-8399-AA6D9ED069A3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209243" y="1676485"/>
                  <a:ext cx="1364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245E337-FF24-BECF-D6C1-E63D47C1ADEC}"/>
                    </a:ext>
                  </a:extLst>
                </p14:cNvPr>
                <p14:cNvContentPartPr/>
                <p14:nvPr/>
              </p14:nvContentPartPr>
              <p14:xfrm>
                <a:off x="8276203" y="1740565"/>
                <a:ext cx="54000" cy="3600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245E337-FF24-BECF-D6C1-E63D47C1ADEC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258563" y="1722565"/>
                  <a:ext cx="8964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B342247-3DC3-524C-3B54-6885496FA287}"/>
                    </a:ext>
                  </a:extLst>
                </p14:cNvPr>
                <p14:cNvContentPartPr/>
                <p14:nvPr/>
              </p14:nvContentPartPr>
              <p14:xfrm>
                <a:off x="8311123" y="2107045"/>
                <a:ext cx="165600" cy="6868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B342247-3DC3-524C-3B54-6885496FA287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293123" y="2089045"/>
                  <a:ext cx="201240" cy="72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C3A7EFB-2898-BD7F-CE64-C0DB8F2C8C6A}"/>
                    </a:ext>
                  </a:extLst>
                </p14:cNvPr>
                <p14:cNvContentPartPr/>
                <p14:nvPr/>
              </p14:nvContentPartPr>
              <p14:xfrm>
                <a:off x="7834483" y="2057725"/>
                <a:ext cx="64080" cy="1868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C3A7EFB-2898-BD7F-CE64-C0DB8F2C8C6A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816483" y="2039725"/>
                  <a:ext cx="9972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E04D888-9740-BA98-C394-0623BCBA26A5}"/>
                    </a:ext>
                  </a:extLst>
                </p14:cNvPr>
                <p14:cNvContentPartPr/>
                <p14:nvPr/>
              </p14:nvContentPartPr>
              <p14:xfrm>
                <a:off x="7851403" y="1987525"/>
                <a:ext cx="133200" cy="1454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E04D888-9740-BA98-C394-0623BCBA26A5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833403" y="1969885"/>
                  <a:ext cx="1688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CC40656-114B-0DF1-3785-F52A5E551C65}"/>
                    </a:ext>
                  </a:extLst>
                </p14:cNvPr>
                <p14:cNvContentPartPr/>
                <p14:nvPr/>
              </p14:nvContentPartPr>
              <p14:xfrm>
                <a:off x="8054803" y="2066005"/>
                <a:ext cx="135000" cy="1148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CC40656-114B-0DF1-3785-F52A5E551C65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036803" y="2048005"/>
                  <a:ext cx="17064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09684D7-E135-AC3D-455F-52275FA0C4DF}"/>
                    </a:ext>
                  </a:extLst>
                </p14:cNvPr>
                <p14:cNvContentPartPr/>
                <p14:nvPr/>
              </p14:nvContentPartPr>
              <p14:xfrm>
                <a:off x="8529643" y="1004005"/>
                <a:ext cx="41040" cy="2048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09684D7-E135-AC3D-455F-52275FA0C4DF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512003" y="986005"/>
                  <a:ext cx="766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7E9867D-FB21-F5B5-50ED-B6CBF3663795}"/>
                    </a:ext>
                  </a:extLst>
                </p14:cNvPr>
                <p14:cNvContentPartPr/>
                <p14:nvPr/>
              </p14:nvContentPartPr>
              <p14:xfrm>
                <a:off x="8550163" y="953965"/>
                <a:ext cx="131040" cy="1814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7E9867D-FB21-F5B5-50ED-B6CBF3663795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532163" y="935965"/>
                  <a:ext cx="1666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990CFBC-A1E2-E551-BCEC-E908421543A2}"/>
                    </a:ext>
                  </a:extLst>
                </p14:cNvPr>
                <p14:cNvContentPartPr/>
                <p14:nvPr/>
              </p14:nvContentPartPr>
              <p14:xfrm>
                <a:off x="8756443" y="1070605"/>
                <a:ext cx="75240" cy="2196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990CFBC-A1E2-E551-BCEC-E908421543A2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738443" y="1052605"/>
                  <a:ext cx="11088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4B2A823-483C-8BC7-A2B6-393C3978CAE2}"/>
                    </a:ext>
                  </a:extLst>
                </p14:cNvPr>
                <p14:cNvContentPartPr/>
                <p14:nvPr/>
              </p14:nvContentPartPr>
              <p14:xfrm>
                <a:off x="9970723" y="996085"/>
                <a:ext cx="51480" cy="1504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4B2A823-483C-8BC7-A2B6-393C3978CAE2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953083" y="978085"/>
                  <a:ext cx="871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0210879-1F28-E93C-CD99-FF525B471CA1}"/>
                    </a:ext>
                  </a:extLst>
                </p14:cNvPr>
                <p14:cNvContentPartPr/>
                <p14:nvPr/>
              </p14:nvContentPartPr>
              <p14:xfrm>
                <a:off x="9982963" y="926965"/>
                <a:ext cx="132480" cy="1425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0210879-1F28-E93C-CD99-FF525B471CA1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965323" y="909325"/>
                  <a:ext cx="1681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37829B0-8F78-0BAA-9E8E-58C381FAB70E}"/>
                    </a:ext>
                  </a:extLst>
                </p14:cNvPr>
                <p14:cNvContentPartPr/>
                <p14:nvPr/>
              </p14:nvContentPartPr>
              <p14:xfrm>
                <a:off x="10204723" y="1015525"/>
                <a:ext cx="156960" cy="2275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37829B0-8F78-0BAA-9E8E-58C381FAB70E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0187083" y="997525"/>
                  <a:ext cx="19260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B29CC89-C6AD-ADBA-0843-11A637D5E9D7}"/>
                    </a:ext>
                  </a:extLst>
                </p14:cNvPr>
                <p14:cNvContentPartPr/>
                <p14:nvPr/>
              </p14:nvContentPartPr>
              <p14:xfrm>
                <a:off x="8973163" y="2243125"/>
                <a:ext cx="71640" cy="2311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B29CC89-C6AD-ADBA-0843-11A637D5E9D7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955163" y="2225485"/>
                  <a:ext cx="10728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24D7397-A41F-A443-4DB9-24D39B256AEE}"/>
                    </a:ext>
                  </a:extLst>
                </p14:cNvPr>
                <p14:cNvContentPartPr/>
                <p14:nvPr/>
              </p14:nvContentPartPr>
              <p14:xfrm>
                <a:off x="8962723" y="2240605"/>
                <a:ext cx="154800" cy="1292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24D7397-A41F-A443-4DB9-24D39B256AEE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944723" y="2222605"/>
                  <a:ext cx="1904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1D7E148-A3D1-7539-8168-52BC6F05060E}"/>
                    </a:ext>
                  </a:extLst>
                </p14:cNvPr>
                <p14:cNvContentPartPr/>
                <p14:nvPr/>
              </p14:nvContentPartPr>
              <p14:xfrm>
                <a:off x="9247483" y="2375965"/>
                <a:ext cx="88920" cy="320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1D7E148-A3D1-7539-8168-52BC6F05060E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9229483" y="2357965"/>
                  <a:ext cx="1245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8134B2C-3AB4-D31D-C784-484AEAEFFEF3}"/>
                    </a:ext>
                  </a:extLst>
                </p14:cNvPr>
                <p14:cNvContentPartPr/>
                <p14:nvPr/>
              </p14:nvContentPartPr>
              <p14:xfrm>
                <a:off x="9236683" y="2395045"/>
                <a:ext cx="70560" cy="1623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8134B2C-3AB4-D31D-C784-484AEAEFFEF3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9218683" y="2377405"/>
                  <a:ext cx="106200" cy="19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22A60453-951C-C030-BFAE-AE605BC7CF82}"/>
              </a:ext>
            </a:extLst>
          </p:cNvPr>
          <p:cNvGrpSpPr/>
          <p:nvPr/>
        </p:nvGrpSpPr>
        <p:grpSpPr>
          <a:xfrm>
            <a:off x="6136363" y="1742365"/>
            <a:ext cx="381960" cy="378000"/>
            <a:chOff x="6136363" y="1742365"/>
            <a:chExt cx="381960" cy="37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6D24F56-E56A-B838-E946-880408622B5C}"/>
                    </a:ext>
                  </a:extLst>
                </p14:cNvPr>
                <p14:cNvContentPartPr/>
                <p14:nvPr/>
              </p14:nvContentPartPr>
              <p14:xfrm>
                <a:off x="6136363" y="1742365"/>
                <a:ext cx="195840" cy="2516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6D24F56-E56A-B838-E946-880408622B5C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6118723" y="1724725"/>
                  <a:ext cx="23148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438F7604-E781-8D87-4F09-A6FEA5CF3C77}"/>
                    </a:ext>
                  </a:extLst>
                </p14:cNvPr>
                <p14:cNvContentPartPr/>
                <p14:nvPr/>
              </p14:nvContentPartPr>
              <p14:xfrm>
                <a:off x="6417523" y="1918405"/>
                <a:ext cx="100800" cy="2019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438F7604-E781-8D87-4F09-A6FEA5CF3C77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6399523" y="1900405"/>
                  <a:ext cx="136440" cy="237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4D620F2B-90BA-2556-5F18-DAAFC0A1103B}"/>
                  </a:ext>
                </a:extLst>
              </p14:cNvPr>
              <p14:cNvContentPartPr/>
              <p14:nvPr/>
            </p14:nvContentPartPr>
            <p14:xfrm>
              <a:off x="4757923" y="2238085"/>
              <a:ext cx="684000" cy="3960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4D620F2B-90BA-2556-5F18-DAAFC0A1103B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4703923" y="2130445"/>
                <a:ext cx="79164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346F4DC2-1F26-E7B5-1D14-E260907C935B}"/>
                  </a:ext>
                </a:extLst>
              </p14:cNvPr>
              <p14:cNvContentPartPr/>
              <p14:nvPr/>
            </p14:nvContentPartPr>
            <p14:xfrm>
              <a:off x="9485083" y="2137285"/>
              <a:ext cx="25560" cy="1044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346F4DC2-1F26-E7B5-1D14-E260907C935B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9431443" y="2029285"/>
                <a:ext cx="13320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7797F011-70C6-203E-8BB6-4B5E31897E75}"/>
                  </a:ext>
                </a:extLst>
              </p14:cNvPr>
              <p14:cNvContentPartPr/>
              <p14:nvPr/>
            </p14:nvContentPartPr>
            <p14:xfrm>
              <a:off x="9115723" y="2091565"/>
              <a:ext cx="430920" cy="44712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7797F011-70C6-203E-8BB6-4B5E31897E75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9062083" y="1983565"/>
                <a:ext cx="538560" cy="66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7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3CE8C6A8-AACA-3DC4-18DB-1C0B92FA2968}"/>
                  </a:ext>
                </a:extLst>
              </p14:cNvPr>
              <p14:cNvContentPartPr/>
              <p14:nvPr/>
            </p14:nvContentPartPr>
            <p14:xfrm>
              <a:off x="4612123" y="2434285"/>
              <a:ext cx="369720" cy="67392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3CE8C6A8-AACA-3DC4-18DB-1C0B92FA2968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4558123" y="2326645"/>
                <a:ext cx="477360" cy="889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5" name="Group 104">
            <a:extLst>
              <a:ext uri="{FF2B5EF4-FFF2-40B4-BE49-F238E27FC236}">
                <a16:creationId xmlns:a16="http://schemas.microsoft.com/office/drawing/2014/main" id="{F2071E9C-CF23-0453-1F28-1041387708FA}"/>
              </a:ext>
            </a:extLst>
          </p:cNvPr>
          <p:cNvGrpSpPr/>
          <p:nvPr/>
        </p:nvGrpSpPr>
        <p:grpSpPr>
          <a:xfrm>
            <a:off x="850123" y="2157445"/>
            <a:ext cx="4578480" cy="1903320"/>
            <a:chOff x="850123" y="2157445"/>
            <a:chExt cx="4578480" cy="190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E8FCDB46-00FC-E152-3F04-7746EAB1081E}"/>
                    </a:ext>
                  </a:extLst>
                </p14:cNvPr>
                <p14:cNvContentPartPr/>
                <p14:nvPr/>
              </p14:nvContentPartPr>
              <p14:xfrm>
                <a:off x="880723" y="2157445"/>
                <a:ext cx="4547880" cy="18432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E8FCDB46-00FC-E152-3F04-7746EAB1081E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62723" y="2139805"/>
                  <a:ext cx="4583520" cy="18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AE3FC45-68C6-3374-673B-D942D8C7B193}"/>
                    </a:ext>
                  </a:extLst>
                </p14:cNvPr>
                <p14:cNvContentPartPr/>
                <p14:nvPr/>
              </p14:nvContentPartPr>
              <p14:xfrm>
                <a:off x="4756123" y="3301885"/>
                <a:ext cx="87480" cy="864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AE3FC45-68C6-3374-673B-D942D8C7B193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4738123" y="3283885"/>
                  <a:ext cx="1231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7F80B06-D578-A854-70E3-7AF5F32F8DDA}"/>
                    </a:ext>
                  </a:extLst>
                </p14:cNvPr>
                <p14:cNvContentPartPr/>
                <p14:nvPr/>
              </p14:nvContentPartPr>
              <p14:xfrm>
                <a:off x="4788523" y="3332485"/>
                <a:ext cx="63000" cy="496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7F80B06-D578-A854-70E3-7AF5F32F8DDA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4770523" y="3314845"/>
                  <a:ext cx="9864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4E2D1AFF-B26E-FE3E-7B20-5EF120A955CA}"/>
                    </a:ext>
                  </a:extLst>
                </p14:cNvPr>
                <p14:cNvContentPartPr/>
                <p14:nvPr/>
              </p14:nvContentPartPr>
              <p14:xfrm>
                <a:off x="850123" y="3259045"/>
                <a:ext cx="4004280" cy="8017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4E2D1AFF-B26E-FE3E-7B20-5EF120A955CA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832483" y="3241045"/>
                  <a:ext cx="4039920" cy="83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7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91BE897A-B0B9-9D67-2E6A-14B7C13E4973}"/>
                  </a:ext>
                </a:extLst>
              </p14:cNvPr>
              <p14:cNvContentPartPr/>
              <p14:nvPr/>
            </p14:nvContentPartPr>
            <p14:xfrm>
              <a:off x="5874283" y="273565"/>
              <a:ext cx="4977360" cy="2897280"/>
            </p14:xfrm>
          </p:contentPart>
        </mc:Choice>
        <mc:Fallback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91BE897A-B0B9-9D67-2E6A-14B7C13E4973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5856643" y="255565"/>
                <a:ext cx="5013000" cy="2932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58" name="Group 257">
            <a:extLst>
              <a:ext uri="{FF2B5EF4-FFF2-40B4-BE49-F238E27FC236}">
                <a16:creationId xmlns:a16="http://schemas.microsoft.com/office/drawing/2014/main" id="{FECF3E29-3E7D-819F-E9D4-E10EAF811215}"/>
              </a:ext>
            </a:extLst>
          </p:cNvPr>
          <p:cNvGrpSpPr/>
          <p:nvPr/>
        </p:nvGrpSpPr>
        <p:grpSpPr>
          <a:xfrm>
            <a:off x="6048883" y="3543805"/>
            <a:ext cx="4889520" cy="2355840"/>
            <a:chOff x="6048883" y="3543805"/>
            <a:chExt cx="4889520" cy="235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75FCD2B2-0989-7503-B0D0-3CE1201EF20C}"/>
                    </a:ext>
                  </a:extLst>
                </p14:cNvPr>
                <p14:cNvContentPartPr/>
                <p14:nvPr/>
              </p14:nvContentPartPr>
              <p14:xfrm>
                <a:off x="6910003" y="3557485"/>
                <a:ext cx="96480" cy="67356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75FCD2B2-0989-7503-B0D0-3CE1201EF20C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6892363" y="3539485"/>
                  <a:ext cx="132120" cy="70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55DFF050-B358-A7FB-4C1D-4AD0B2DA75BE}"/>
                    </a:ext>
                  </a:extLst>
                </p14:cNvPr>
                <p14:cNvContentPartPr/>
                <p14:nvPr/>
              </p14:nvContentPartPr>
              <p14:xfrm>
                <a:off x="6737563" y="4264885"/>
                <a:ext cx="513720" cy="3888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55DFF050-B358-A7FB-4C1D-4AD0B2DA75BE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6719923" y="4247245"/>
                  <a:ext cx="5493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EAE9262F-2AB6-0F33-2158-139E30DA041D}"/>
                    </a:ext>
                  </a:extLst>
                </p14:cNvPr>
                <p14:cNvContentPartPr/>
                <p14:nvPr/>
              </p14:nvContentPartPr>
              <p14:xfrm>
                <a:off x="6908203" y="4434445"/>
                <a:ext cx="165240" cy="4644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EAE9262F-2AB6-0F33-2158-139E30DA041D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890203" y="4416445"/>
                  <a:ext cx="2008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FB01DE1F-96AC-B018-E345-C3E8665FC636}"/>
                    </a:ext>
                  </a:extLst>
                </p14:cNvPr>
                <p14:cNvContentPartPr/>
                <p14:nvPr/>
              </p14:nvContentPartPr>
              <p14:xfrm>
                <a:off x="7035643" y="4448845"/>
                <a:ext cx="64800" cy="72792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FB01DE1F-96AC-B018-E345-C3E8665FC636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7017643" y="4430845"/>
                  <a:ext cx="100440" cy="76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A0F17334-3EE5-442E-7632-FAB247EE6296}"/>
                    </a:ext>
                  </a:extLst>
                </p14:cNvPr>
                <p14:cNvContentPartPr/>
                <p14:nvPr/>
              </p14:nvContentPartPr>
              <p14:xfrm>
                <a:off x="6900643" y="3594925"/>
                <a:ext cx="1161720" cy="6264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A0F17334-3EE5-442E-7632-FAB247EE6296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6883003" y="3576925"/>
                  <a:ext cx="11973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A63CC26D-D7BC-252B-BF68-43B294C35BE4}"/>
                    </a:ext>
                  </a:extLst>
                </p14:cNvPr>
                <p14:cNvContentPartPr/>
                <p14:nvPr/>
              </p14:nvContentPartPr>
              <p14:xfrm>
                <a:off x="8005123" y="3636325"/>
                <a:ext cx="91080" cy="51012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A63CC26D-D7BC-252B-BF68-43B294C35BE4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7987483" y="3618685"/>
                  <a:ext cx="126720" cy="54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1DEA37EB-F635-C9E6-4920-BC08C606BA63}"/>
                    </a:ext>
                  </a:extLst>
                </p14:cNvPr>
                <p14:cNvContentPartPr/>
                <p14:nvPr/>
              </p14:nvContentPartPr>
              <p14:xfrm>
                <a:off x="8047243" y="4111165"/>
                <a:ext cx="86400" cy="28332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1DEA37EB-F635-C9E6-4920-BC08C606BA63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029243" y="4093165"/>
                  <a:ext cx="12204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339FEAA0-E30D-65AA-6CDD-88A1A017E788}"/>
                    </a:ext>
                  </a:extLst>
                </p14:cNvPr>
                <p14:cNvContentPartPr/>
                <p14:nvPr/>
              </p14:nvContentPartPr>
              <p14:xfrm>
                <a:off x="8129323" y="4407445"/>
                <a:ext cx="73800" cy="42876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339FEAA0-E30D-65AA-6CDD-88A1A017E788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8111683" y="4389805"/>
                  <a:ext cx="109440" cy="4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AA350633-171E-A102-63D8-158781DBF656}"/>
                    </a:ext>
                  </a:extLst>
                </p14:cNvPr>
                <p14:cNvContentPartPr/>
                <p14:nvPr/>
              </p14:nvContentPartPr>
              <p14:xfrm>
                <a:off x="7253803" y="4877965"/>
                <a:ext cx="1143000" cy="92124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AA350633-171E-A102-63D8-158781DBF656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7236163" y="4860325"/>
                  <a:ext cx="1178640" cy="9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035A0B2C-4891-662C-5FD1-9EFBB4C781D0}"/>
                    </a:ext>
                  </a:extLst>
                </p14:cNvPr>
                <p14:cNvContentPartPr/>
                <p14:nvPr/>
              </p14:nvContentPartPr>
              <p14:xfrm>
                <a:off x="7103323" y="5162365"/>
                <a:ext cx="90360" cy="61416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035A0B2C-4891-662C-5FD1-9EFBB4C781D0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7085683" y="5144365"/>
                  <a:ext cx="126000" cy="64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C1CD7870-8702-06DF-F3FB-A8132ECC5F1E}"/>
                    </a:ext>
                  </a:extLst>
                </p14:cNvPr>
                <p14:cNvContentPartPr/>
                <p14:nvPr/>
              </p14:nvContentPartPr>
              <p14:xfrm>
                <a:off x="8024203" y="3589885"/>
                <a:ext cx="1123200" cy="6264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C1CD7870-8702-06DF-F3FB-A8132ECC5F1E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8006203" y="3571885"/>
                  <a:ext cx="11588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7B668032-4780-1332-1DD6-512D6426D4A3}"/>
                    </a:ext>
                  </a:extLst>
                </p14:cNvPr>
                <p14:cNvContentPartPr/>
                <p14:nvPr/>
              </p14:nvContentPartPr>
              <p14:xfrm>
                <a:off x="9114643" y="3605725"/>
                <a:ext cx="25200" cy="3312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7B668032-4780-1332-1DD6-512D6426D4A3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9097003" y="3587725"/>
                  <a:ext cx="6084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3D70B214-7C4D-891B-FA68-DE7C955AEC4D}"/>
                    </a:ext>
                  </a:extLst>
                </p14:cNvPr>
                <p14:cNvContentPartPr/>
                <p14:nvPr/>
              </p14:nvContentPartPr>
              <p14:xfrm>
                <a:off x="9144523" y="3595285"/>
                <a:ext cx="118080" cy="80136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3D70B214-7C4D-891B-FA68-DE7C955AEC4D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9126523" y="3577645"/>
                  <a:ext cx="153720" cy="83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0CCC70CC-61B5-AC15-8626-1E4679369962}"/>
                    </a:ext>
                  </a:extLst>
                </p14:cNvPr>
                <p14:cNvContentPartPr/>
                <p14:nvPr/>
              </p14:nvContentPartPr>
              <p14:xfrm>
                <a:off x="9162163" y="4416805"/>
                <a:ext cx="274320" cy="143712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0CCC70CC-61B5-AC15-8626-1E4679369962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9144523" y="4399165"/>
                  <a:ext cx="309960" cy="147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90F3580D-DDD0-CD20-5EDB-609CEBB71D3B}"/>
                    </a:ext>
                  </a:extLst>
                </p14:cNvPr>
                <p14:cNvContentPartPr/>
                <p14:nvPr/>
              </p14:nvContentPartPr>
              <p14:xfrm>
                <a:off x="9131563" y="3543805"/>
                <a:ext cx="1008000" cy="6264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90F3580D-DDD0-CD20-5EDB-609CEBB71D3B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9113563" y="3526165"/>
                  <a:ext cx="10436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A34FABCE-BED9-BFA7-C827-B86F8EDA13EB}"/>
                    </a:ext>
                  </a:extLst>
                </p14:cNvPr>
                <p14:cNvContentPartPr/>
                <p14:nvPr/>
              </p14:nvContentPartPr>
              <p14:xfrm>
                <a:off x="10084123" y="3571525"/>
                <a:ext cx="163800" cy="78372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A34FABCE-BED9-BFA7-C827-B86F8EDA13EB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0066123" y="3553525"/>
                  <a:ext cx="199440" cy="81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1427383E-37C2-38F4-9489-3F154EDBABBA}"/>
                    </a:ext>
                  </a:extLst>
                </p14:cNvPr>
                <p14:cNvContentPartPr/>
                <p14:nvPr/>
              </p14:nvContentPartPr>
              <p14:xfrm>
                <a:off x="8381683" y="4336885"/>
                <a:ext cx="2072160" cy="156276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1427383E-37C2-38F4-9489-3F154EDBABBA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364043" y="4318885"/>
                  <a:ext cx="2107800" cy="159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1C817DD1-E3E7-C33C-6215-BE19BE5E2ABB}"/>
                    </a:ext>
                  </a:extLst>
                </p14:cNvPr>
                <p14:cNvContentPartPr/>
                <p14:nvPr/>
              </p14:nvContentPartPr>
              <p14:xfrm>
                <a:off x="7542523" y="4196485"/>
                <a:ext cx="114840" cy="20052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1C817DD1-E3E7-C33C-6215-BE19BE5E2ABB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7524883" y="4178845"/>
                  <a:ext cx="1504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B7E09645-EF18-13EC-A393-E699A4833E7A}"/>
                    </a:ext>
                  </a:extLst>
                </p14:cNvPr>
                <p14:cNvContentPartPr/>
                <p14:nvPr/>
              </p14:nvContentPartPr>
              <p14:xfrm>
                <a:off x="7587523" y="4147885"/>
                <a:ext cx="162360" cy="12744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B7E09645-EF18-13EC-A393-E699A4833E7A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7569883" y="4129885"/>
                  <a:ext cx="19800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9D487B78-3BBD-D5A1-B51C-882C61FD0272}"/>
                    </a:ext>
                  </a:extLst>
                </p14:cNvPr>
                <p14:cNvContentPartPr/>
                <p14:nvPr/>
              </p14:nvContentPartPr>
              <p14:xfrm>
                <a:off x="7800643" y="4211245"/>
                <a:ext cx="94680" cy="12348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9D487B78-3BBD-D5A1-B51C-882C61FD0272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7782643" y="4193245"/>
                  <a:ext cx="1303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E11E45C6-6A8E-3532-8702-9D1E84C5DC94}"/>
                    </a:ext>
                  </a:extLst>
                </p14:cNvPr>
                <p14:cNvContentPartPr/>
                <p14:nvPr/>
              </p14:nvContentPartPr>
              <p14:xfrm>
                <a:off x="7835923" y="5024485"/>
                <a:ext cx="92880" cy="20160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E11E45C6-6A8E-3532-8702-9D1E84C5DC94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7817923" y="5006845"/>
                  <a:ext cx="12852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3A590AD6-8054-DF47-F918-D35622850B68}"/>
                    </a:ext>
                  </a:extLst>
                </p14:cNvPr>
                <p14:cNvContentPartPr/>
                <p14:nvPr/>
              </p14:nvContentPartPr>
              <p14:xfrm>
                <a:off x="7843843" y="4940245"/>
                <a:ext cx="155880" cy="16740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3A590AD6-8054-DF47-F918-D35622850B68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7825843" y="4922245"/>
                  <a:ext cx="1915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FC53F560-88CE-F7A3-895C-C53005534AD5}"/>
                    </a:ext>
                  </a:extLst>
                </p14:cNvPr>
                <p14:cNvContentPartPr/>
                <p14:nvPr/>
              </p14:nvContentPartPr>
              <p14:xfrm>
                <a:off x="8042203" y="5077405"/>
                <a:ext cx="65520" cy="7920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FC53F560-88CE-F7A3-895C-C53005534AD5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8024203" y="5059405"/>
                  <a:ext cx="1011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3FF20440-1746-3F69-8452-25D4C7AB91E3}"/>
                    </a:ext>
                  </a:extLst>
                </p14:cNvPr>
                <p14:cNvContentPartPr/>
                <p14:nvPr/>
              </p14:nvContentPartPr>
              <p14:xfrm>
                <a:off x="8647003" y="4680685"/>
                <a:ext cx="79560" cy="12564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3FF20440-1746-3F69-8452-25D4C7AB91E3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8629363" y="4662685"/>
                  <a:ext cx="11520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0DEBEBAB-F0D7-8008-98D6-E0A382F891DF}"/>
                    </a:ext>
                  </a:extLst>
                </p14:cNvPr>
                <p14:cNvContentPartPr/>
                <p14:nvPr/>
              </p14:nvContentPartPr>
              <p14:xfrm>
                <a:off x="8674003" y="4626685"/>
                <a:ext cx="147240" cy="18216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0DEBEBAB-F0D7-8008-98D6-E0A382F891DF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8656363" y="4609045"/>
                  <a:ext cx="1828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07597EAF-4858-4124-9ADB-A30236B4FBFB}"/>
                    </a:ext>
                  </a:extLst>
                </p14:cNvPr>
                <p14:cNvContentPartPr/>
                <p14:nvPr/>
              </p14:nvContentPartPr>
              <p14:xfrm>
                <a:off x="8890003" y="4717405"/>
                <a:ext cx="125280" cy="19764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07597EAF-4858-4124-9ADB-A30236B4FBFB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8872003" y="4699405"/>
                  <a:ext cx="16092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CCA514DD-8DA0-568E-2F29-F64F28410166}"/>
                    </a:ext>
                  </a:extLst>
                </p14:cNvPr>
                <p14:cNvContentPartPr/>
                <p14:nvPr/>
              </p14:nvContentPartPr>
              <p14:xfrm>
                <a:off x="8723323" y="4799845"/>
                <a:ext cx="50040" cy="12204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CCA514DD-8DA0-568E-2F29-F64F28410166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8705683" y="4782205"/>
                  <a:ext cx="856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6E9D0541-B840-24C8-9AFC-C859CC1206DD}"/>
                    </a:ext>
                  </a:extLst>
                </p14:cNvPr>
                <p14:cNvContentPartPr/>
                <p14:nvPr/>
              </p14:nvContentPartPr>
              <p14:xfrm>
                <a:off x="10558603" y="4437685"/>
                <a:ext cx="29520" cy="25704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6E9D0541-B840-24C8-9AFC-C859CC1206DD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0540603" y="4420045"/>
                  <a:ext cx="6516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13C39CCD-BE90-B55F-9F83-7AD4229F7BD3}"/>
                    </a:ext>
                  </a:extLst>
                </p14:cNvPr>
                <p14:cNvContentPartPr/>
                <p14:nvPr/>
              </p14:nvContentPartPr>
              <p14:xfrm>
                <a:off x="10540243" y="4417525"/>
                <a:ext cx="153000" cy="16992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13C39CCD-BE90-B55F-9F83-7AD4229F7BD3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0522243" y="4399885"/>
                  <a:ext cx="1886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F7D5EC2E-AC6E-A2FA-2D99-E8F7884398AF}"/>
                    </a:ext>
                  </a:extLst>
                </p14:cNvPr>
                <p14:cNvContentPartPr/>
                <p14:nvPr/>
              </p14:nvContentPartPr>
              <p14:xfrm>
                <a:off x="10832923" y="4525165"/>
                <a:ext cx="105480" cy="33120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F7D5EC2E-AC6E-A2FA-2D99-E8F7884398AF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0814923" y="4507165"/>
                  <a:ext cx="14112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758D0818-4D9D-DA24-5D9D-92248F4D6583}"/>
                    </a:ext>
                  </a:extLst>
                </p14:cNvPr>
                <p14:cNvContentPartPr/>
                <p14:nvPr/>
              </p14:nvContentPartPr>
              <p14:xfrm>
                <a:off x="6048883" y="4178485"/>
                <a:ext cx="248400" cy="30852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758D0818-4D9D-DA24-5D9D-92248F4D6583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6031243" y="4160845"/>
                  <a:ext cx="28404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481CFBC1-5459-8745-D072-2461801CBAE2}"/>
                    </a:ext>
                  </a:extLst>
                </p14:cNvPr>
                <p14:cNvContentPartPr/>
                <p14:nvPr/>
              </p14:nvContentPartPr>
              <p14:xfrm>
                <a:off x="6357763" y="4463965"/>
                <a:ext cx="87480" cy="22068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481CFBC1-5459-8745-D072-2461801CBAE2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6340123" y="4446325"/>
                  <a:ext cx="123120" cy="256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97562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B2D72-F957-D68C-925B-AF1AAB848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3567A-9425-3ABB-5036-417CA16D6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8535"/>
            <a:ext cx="10515600" cy="584200"/>
          </a:xfrm>
        </p:spPr>
        <p:txBody>
          <a:bodyPr/>
          <a:lstStyle/>
          <a:p>
            <a:r>
              <a:rPr lang="en-US" dirty="0"/>
              <a:t>Finding nodes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A2406C-9A69-D587-B426-B1884FCDD4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8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4D0736E9-A731-6503-1F72-5CEDF448800F}"/>
              </a:ext>
            </a:extLst>
          </p:cNvPr>
          <p:cNvGrpSpPr/>
          <p:nvPr/>
        </p:nvGrpSpPr>
        <p:grpSpPr>
          <a:xfrm>
            <a:off x="992052" y="884125"/>
            <a:ext cx="3776760" cy="2296440"/>
            <a:chOff x="6584923" y="497485"/>
            <a:chExt cx="3776760" cy="229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F5184E8-A5BE-7018-9942-3D28A346D6A7}"/>
                    </a:ext>
                  </a:extLst>
                </p14:cNvPr>
                <p14:cNvContentPartPr/>
                <p14:nvPr/>
              </p14:nvContentPartPr>
              <p14:xfrm>
                <a:off x="6811003" y="532405"/>
                <a:ext cx="97920" cy="10810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F5184E8-A5BE-7018-9942-3D28A346D6A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793003" y="514405"/>
                  <a:ext cx="133560" cy="11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AD67E5E-8A7A-9140-96EE-D550997FC407}"/>
                    </a:ext>
                  </a:extLst>
                </p14:cNvPr>
                <p14:cNvContentPartPr/>
                <p14:nvPr/>
              </p14:nvContentPartPr>
              <p14:xfrm>
                <a:off x="6584923" y="1608085"/>
                <a:ext cx="575640" cy="496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AD67E5E-8A7A-9140-96EE-D550997FC40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566912" y="1590085"/>
                  <a:ext cx="611302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B0B2FDE-2196-4DA5-3698-8EB237499C97}"/>
                    </a:ext>
                  </a:extLst>
                </p14:cNvPr>
                <p14:cNvContentPartPr/>
                <p14:nvPr/>
              </p14:nvContentPartPr>
              <p14:xfrm>
                <a:off x="6844123" y="1767205"/>
                <a:ext cx="200520" cy="205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B0B2FDE-2196-4DA5-3698-8EB237499C9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826123" y="1749205"/>
                  <a:ext cx="2361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BF20819-34F0-F3AF-33E9-A74AB5193781}"/>
                    </a:ext>
                  </a:extLst>
                </p14:cNvPr>
                <p14:cNvContentPartPr/>
                <p14:nvPr/>
              </p14:nvContentPartPr>
              <p14:xfrm>
                <a:off x="6939523" y="1809325"/>
                <a:ext cx="89280" cy="7938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BF20819-34F0-F3AF-33E9-A74AB519378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921523" y="1791325"/>
                  <a:ext cx="124920" cy="82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5B5F26A-5073-7FAA-FA48-BD4C15EED7A5}"/>
                    </a:ext>
                  </a:extLst>
                </p14:cNvPr>
                <p14:cNvContentPartPr/>
                <p14:nvPr/>
              </p14:nvContentPartPr>
              <p14:xfrm>
                <a:off x="6787243" y="505405"/>
                <a:ext cx="1302120" cy="774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5B5F26A-5073-7FAA-FA48-BD4C15EED7A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769248" y="487405"/>
                  <a:ext cx="133775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C389ED0-884A-4642-774B-C7C885D14015}"/>
                    </a:ext>
                  </a:extLst>
                </p14:cNvPr>
                <p14:cNvContentPartPr/>
                <p14:nvPr/>
              </p14:nvContentPartPr>
              <p14:xfrm>
                <a:off x="8065243" y="497485"/>
                <a:ext cx="79920" cy="3279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C389ED0-884A-4642-774B-C7C885D1401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047324" y="479465"/>
                  <a:ext cx="115400" cy="3636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3160664-4C68-EBAB-98BF-E9DF2D3C582F}"/>
                    </a:ext>
                  </a:extLst>
                </p14:cNvPr>
                <p14:cNvContentPartPr/>
                <p14:nvPr/>
              </p14:nvContentPartPr>
              <p14:xfrm>
                <a:off x="8113843" y="865405"/>
                <a:ext cx="112320" cy="3754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3160664-4C68-EBAB-98BF-E9DF2D3C582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095901" y="847405"/>
                  <a:ext cx="147846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1ED9D74-C3E0-78FD-F58D-A10BD1C7077D}"/>
                    </a:ext>
                  </a:extLst>
                </p14:cNvPr>
                <p14:cNvContentPartPr/>
                <p14:nvPr/>
              </p14:nvContentPartPr>
              <p14:xfrm>
                <a:off x="8202043" y="1240165"/>
                <a:ext cx="101160" cy="4809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1ED9D74-C3E0-78FD-F58D-A10BD1C7077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184043" y="1222165"/>
                  <a:ext cx="136800" cy="51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DDDDC7F-B44A-A0A9-BD8D-EF23F57D8682}"/>
                    </a:ext>
                  </a:extLst>
                </p14:cNvPr>
                <p14:cNvContentPartPr/>
                <p14:nvPr/>
              </p14:nvContentPartPr>
              <p14:xfrm>
                <a:off x="8035723" y="506485"/>
                <a:ext cx="885960" cy="190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DDDDC7F-B44A-A0A9-BD8D-EF23F57D868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017723" y="488818"/>
                  <a:ext cx="921600" cy="540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1534E79-F0BF-2479-3762-DD25D816CBB1}"/>
                    </a:ext>
                  </a:extLst>
                </p14:cNvPr>
                <p14:cNvContentPartPr/>
                <p14:nvPr/>
              </p14:nvContentPartPr>
              <p14:xfrm>
                <a:off x="8890723" y="506845"/>
                <a:ext cx="55080" cy="4327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1534E79-F0BF-2479-3762-DD25D816CBB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872723" y="488845"/>
                  <a:ext cx="90720" cy="46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9C5FDC5-2849-403E-17C3-91F4940BBBCA}"/>
                    </a:ext>
                  </a:extLst>
                </p14:cNvPr>
                <p14:cNvContentPartPr/>
                <p14:nvPr/>
              </p14:nvContentPartPr>
              <p14:xfrm>
                <a:off x="8928523" y="944965"/>
                <a:ext cx="100800" cy="2642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9C5FDC5-2849-403E-17C3-91F4940BBBC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910523" y="926965"/>
                  <a:ext cx="13644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7DAD2CA-68DD-C30B-3ACE-99ECB01FCFC9}"/>
                    </a:ext>
                  </a:extLst>
                </p14:cNvPr>
                <p14:cNvContentPartPr/>
                <p14:nvPr/>
              </p14:nvContentPartPr>
              <p14:xfrm>
                <a:off x="9000883" y="1249165"/>
                <a:ext cx="84960" cy="5468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7DAD2CA-68DD-C30B-3ACE-99ECB01FCFC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982959" y="1231165"/>
                  <a:ext cx="120450" cy="58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2252B58-F9CE-E947-FE2A-CAC2BA2B9243}"/>
                    </a:ext>
                  </a:extLst>
                </p14:cNvPr>
                <p14:cNvContentPartPr/>
                <p14:nvPr/>
              </p14:nvContentPartPr>
              <p14:xfrm>
                <a:off x="8904763" y="499645"/>
                <a:ext cx="698400" cy="374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2252B58-F9CE-E947-FE2A-CAC2BA2B924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886763" y="481816"/>
                  <a:ext cx="734040" cy="727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EE90766-1B06-7A33-2D7E-16AE9A7293A4}"/>
                    </a:ext>
                  </a:extLst>
                </p14:cNvPr>
                <p14:cNvContentPartPr/>
                <p14:nvPr/>
              </p14:nvContentPartPr>
              <p14:xfrm>
                <a:off x="9612883" y="537445"/>
                <a:ext cx="96120" cy="5284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EE90766-1B06-7A33-2D7E-16AE9A7293A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594883" y="519445"/>
                  <a:ext cx="131760" cy="56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3B76C3C-E2A5-0118-2620-64D8BCD90E9E}"/>
                    </a:ext>
                  </a:extLst>
                </p14:cNvPr>
                <p14:cNvContentPartPr/>
                <p14:nvPr/>
              </p14:nvContentPartPr>
              <p14:xfrm>
                <a:off x="9648523" y="1050445"/>
                <a:ext cx="108360" cy="8352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3B76C3C-E2A5-0118-2620-64D8BCD90E9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630523" y="1032445"/>
                  <a:ext cx="144000" cy="87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2627F1F-77DB-169C-9914-A47F473C10D4}"/>
                    </a:ext>
                  </a:extLst>
                </p14:cNvPr>
                <p14:cNvContentPartPr/>
                <p14:nvPr/>
              </p14:nvContentPartPr>
              <p14:xfrm>
                <a:off x="7026643" y="2566765"/>
                <a:ext cx="27720" cy="2059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2627F1F-77DB-169C-9914-A47F473C10D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008643" y="2548765"/>
                  <a:ext cx="633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925632B-B969-557C-8D1B-6B7E1752F0F6}"/>
                    </a:ext>
                  </a:extLst>
                </p14:cNvPr>
                <p14:cNvContentPartPr/>
                <p14:nvPr/>
              </p14:nvContentPartPr>
              <p14:xfrm>
                <a:off x="6994603" y="2722645"/>
                <a:ext cx="1531800" cy="428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925632B-B969-557C-8D1B-6B7E1752F0F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976603" y="2704645"/>
                  <a:ext cx="15674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31A4C72-DD6F-49CC-7D6D-9A316A0E5E0D}"/>
                    </a:ext>
                  </a:extLst>
                </p14:cNvPr>
                <p14:cNvContentPartPr/>
                <p14:nvPr/>
              </p14:nvContentPartPr>
              <p14:xfrm>
                <a:off x="9079003" y="1747045"/>
                <a:ext cx="39600" cy="1612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31A4C72-DD6F-49CC-7D6D-9A316A0E5E0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061003" y="1729045"/>
                  <a:ext cx="752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3346920-3A07-1015-C5BC-71F242626D99}"/>
                    </a:ext>
                  </a:extLst>
                </p14:cNvPr>
                <p14:cNvContentPartPr/>
                <p14:nvPr/>
              </p14:nvContentPartPr>
              <p14:xfrm>
                <a:off x="9072163" y="1819045"/>
                <a:ext cx="689760" cy="630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3346920-3A07-1015-C5BC-71F242626D9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054163" y="1800942"/>
                  <a:ext cx="725400" cy="9884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CD6EED5-0A9C-0E22-40C6-52B8EE6D6D12}"/>
                    </a:ext>
                  </a:extLst>
                </p14:cNvPr>
                <p14:cNvContentPartPr/>
                <p14:nvPr/>
              </p14:nvContentPartPr>
              <p14:xfrm>
                <a:off x="9373843" y="1855765"/>
                <a:ext cx="28080" cy="2448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CD6EED5-0A9C-0E22-40C6-52B8EE6D6D1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355843" y="1837765"/>
                  <a:ext cx="6372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C98C48F-2243-3935-1B01-30CC8AA90CBA}"/>
                    </a:ext>
                  </a:extLst>
                </p14:cNvPr>
                <p14:cNvContentPartPr/>
                <p14:nvPr/>
              </p14:nvContentPartPr>
              <p14:xfrm>
                <a:off x="9391483" y="2100565"/>
                <a:ext cx="32400" cy="813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C98C48F-2243-3935-1B01-30CC8AA90CB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373483" y="2082565"/>
                  <a:ext cx="6804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202A7F5-87AA-7CD4-A8FF-EE18CB8ADE01}"/>
                    </a:ext>
                  </a:extLst>
                </p14:cNvPr>
                <p14:cNvContentPartPr/>
                <p14:nvPr/>
              </p14:nvContentPartPr>
              <p14:xfrm>
                <a:off x="9394723" y="2192005"/>
                <a:ext cx="66240" cy="2221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202A7F5-87AA-7CD4-A8FF-EE18CB8ADE0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376625" y="2174005"/>
                  <a:ext cx="102075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C1DE777-C808-0770-8F0A-A9B5939AB821}"/>
                    </a:ext>
                  </a:extLst>
                </p14:cNvPr>
                <p14:cNvContentPartPr/>
                <p14:nvPr/>
              </p14:nvContentPartPr>
              <p14:xfrm>
                <a:off x="8425963" y="2423845"/>
                <a:ext cx="1081080" cy="2858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C1DE777-C808-0770-8F0A-A9B5939AB82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407969" y="2405845"/>
                  <a:ext cx="1116708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1515AAB-A443-261D-4FB4-7CDD4FEEB307}"/>
                    </a:ext>
                  </a:extLst>
                </p14:cNvPr>
                <p14:cNvContentPartPr/>
                <p14:nvPr/>
              </p14:nvContentPartPr>
              <p14:xfrm>
                <a:off x="9430723" y="1842445"/>
                <a:ext cx="424440" cy="8740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1515AAB-A443-261D-4FB4-7CDD4FEEB30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412708" y="1824445"/>
                  <a:ext cx="460110" cy="90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DD78670-7CA0-11A4-B2B4-0049A04842B9}"/>
                    </a:ext>
                  </a:extLst>
                </p14:cNvPr>
                <p14:cNvContentPartPr/>
                <p14:nvPr/>
              </p14:nvContentPartPr>
              <p14:xfrm>
                <a:off x="7748083" y="985285"/>
                <a:ext cx="73080" cy="2170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DD78670-7CA0-11A4-B2B4-0049A04842B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730083" y="967285"/>
                  <a:ext cx="10872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2CE5A64-1C0A-D9AC-F59B-0F0CDF635209}"/>
                    </a:ext>
                  </a:extLst>
                </p14:cNvPr>
                <p14:cNvContentPartPr/>
                <p14:nvPr/>
              </p14:nvContentPartPr>
              <p14:xfrm>
                <a:off x="7761403" y="917965"/>
                <a:ext cx="141840" cy="1396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2CE5A64-1C0A-D9AC-F59B-0F0CDF63520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743403" y="900011"/>
                  <a:ext cx="177480" cy="1752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6AD30FB-3A67-27E8-49A7-2B7C27208189}"/>
                    </a:ext>
                  </a:extLst>
                </p14:cNvPr>
                <p14:cNvContentPartPr/>
                <p14:nvPr/>
              </p14:nvContentPartPr>
              <p14:xfrm>
                <a:off x="7957603" y="1020925"/>
                <a:ext cx="59760" cy="1713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6AD30FB-3A67-27E8-49A7-2B7C2720818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939603" y="1002925"/>
                  <a:ext cx="954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5D03C45-0979-3E48-9A42-332BBACF4749}"/>
                    </a:ext>
                  </a:extLst>
                </p14:cNvPr>
                <p14:cNvContentPartPr/>
                <p14:nvPr/>
              </p14:nvContentPartPr>
              <p14:xfrm>
                <a:off x="8227243" y="1694485"/>
                <a:ext cx="100800" cy="669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5D03C45-0979-3E48-9A42-332BBACF474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209243" y="1676485"/>
                  <a:ext cx="1364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36E34B4-B66A-DBF8-9ACD-F3D5214CEF30}"/>
                    </a:ext>
                  </a:extLst>
                </p14:cNvPr>
                <p14:cNvContentPartPr/>
                <p14:nvPr/>
              </p14:nvContentPartPr>
              <p14:xfrm>
                <a:off x="8276203" y="1740565"/>
                <a:ext cx="54000" cy="3600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36E34B4-B66A-DBF8-9ACD-F3D5214CEF3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258203" y="1722565"/>
                  <a:ext cx="8964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EE178D6-F1D3-EC7E-0433-363D35DC72ED}"/>
                    </a:ext>
                  </a:extLst>
                </p14:cNvPr>
                <p14:cNvContentPartPr/>
                <p14:nvPr/>
              </p14:nvContentPartPr>
              <p14:xfrm>
                <a:off x="8311123" y="2107045"/>
                <a:ext cx="165600" cy="6868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EE178D6-F1D3-EC7E-0433-363D35DC72E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293123" y="2089045"/>
                  <a:ext cx="201240" cy="72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CD7B664-DBD4-E868-516E-5AAA45C89AD6}"/>
                    </a:ext>
                  </a:extLst>
                </p14:cNvPr>
                <p14:cNvContentPartPr/>
                <p14:nvPr/>
              </p14:nvContentPartPr>
              <p14:xfrm>
                <a:off x="7834483" y="2057725"/>
                <a:ext cx="64080" cy="1868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CD7B664-DBD4-E868-516E-5AAA45C89AD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816584" y="2039725"/>
                  <a:ext cx="99521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47C2483-A6E2-9469-7EC4-1CEA446A5B91}"/>
                    </a:ext>
                  </a:extLst>
                </p14:cNvPr>
                <p14:cNvContentPartPr/>
                <p14:nvPr/>
              </p14:nvContentPartPr>
              <p14:xfrm>
                <a:off x="7851403" y="1987525"/>
                <a:ext cx="133200" cy="1454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47C2483-A6E2-9469-7EC4-1CEA446A5B9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833403" y="1969525"/>
                  <a:ext cx="1688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647A909-9F85-877B-534E-D5080166339D}"/>
                    </a:ext>
                  </a:extLst>
                </p14:cNvPr>
                <p14:cNvContentPartPr/>
                <p14:nvPr/>
              </p14:nvContentPartPr>
              <p14:xfrm>
                <a:off x="8054803" y="2066005"/>
                <a:ext cx="135000" cy="1148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647A909-9F85-877B-534E-D5080166339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036851" y="2048061"/>
                  <a:ext cx="170545" cy="1503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7C05A03-406C-091B-6BF0-6BDF7068AA1A}"/>
                    </a:ext>
                  </a:extLst>
                </p14:cNvPr>
                <p14:cNvContentPartPr/>
                <p14:nvPr/>
              </p14:nvContentPartPr>
              <p14:xfrm>
                <a:off x="8529643" y="1004005"/>
                <a:ext cx="41040" cy="2048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7C05A03-406C-091B-6BF0-6BDF7068AA1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511643" y="986037"/>
                  <a:ext cx="76680" cy="2404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9927893-5C61-E58B-E779-CA51EA7B0F4A}"/>
                    </a:ext>
                  </a:extLst>
                </p14:cNvPr>
                <p14:cNvContentPartPr/>
                <p14:nvPr/>
              </p14:nvContentPartPr>
              <p14:xfrm>
                <a:off x="8550163" y="953965"/>
                <a:ext cx="131040" cy="1814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9927893-5C61-E58B-E779-CA51EA7B0F4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532212" y="935965"/>
                  <a:ext cx="166582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626A0188-EFFE-CBD9-0975-7324E4C2E0CB}"/>
                    </a:ext>
                  </a:extLst>
                </p14:cNvPr>
                <p14:cNvContentPartPr/>
                <p14:nvPr/>
              </p14:nvContentPartPr>
              <p14:xfrm>
                <a:off x="8756443" y="1070605"/>
                <a:ext cx="75240" cy="2196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626A0188-EFFE-CBD9-0975-7324E4C2E0C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738443" y="1052605"/>
                  <a:ext cx="11088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91424F0-263C-E0C4-EA90-C10D1BC7FDA3}"/>
                    </a:ext>
                  </a:extLst>
                </p14:cNvPr>
                <p14:cNvContentPartPr/>
                <p14:nvPr/>
              </p14:nvContentPartPr>
              <p14:xfrm>
                <a:off x="9970723" y="996085"/>
                <a:ext cx="51480" cy="1504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91424F0-263C-E0C4-EA90-C10D1BC7FDA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952723" y="978085"/>
                  <a:ext cx="871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47EB9BD-0F71-43B6-6D6D-54B03579E6E5}"/>
                    </a:ext>
                  </a:extLst>
                </p14:cNvPr>
                <p14:cNvContentPartPr/>
                <p14:nvPr/>
              </p14:nvContentPartPr>
              <p14:xfrm>
                <a:off x="9982963" y="926965"/>
                <a:ext cx="132480" cy="1425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47EB9BD-0F71-43B6-6D6D-54B03579E6E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964963" y="908919"/>
                  <a:ext cx="168120" cy="1782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51F0CF2-E873-4EA8-E130-E639D9F510A1}"/>
                    </a:ext>
                  </a:extLst>
                </p14:cNvPr>
                <p14:cNvContentPartPr/>
                <p14:nvPr/>
              </p14:nvContentPartPr>
              <p14:xfrm>
                <a:off x="10204723" y="1015525"/>
                <a:ext cx="156960" cy="2275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51F0CF2-E873-4EA8-E130-E639D9F510A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186723" y="997525"/>
                  <a:ext cx="19260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28C8261-A118-63A3-CE4B-13A83D6BB183}"/>
                    </a:ext>
                  </a:extLst>
                </p14:cNvPr>
                <p14:cNvContentPartPr/>
                <p14:nvPr/>
              </p14:nvContentPartPr>
              <p14:xfrm>
                <a:off x="8973163" y="2243125"/>
                <a:ext cx="71640" cy="2311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28C8261-A118-63A3-CE4B-13A83D6BB18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955163" y="2225125"/>
                  <a:ext cx="10728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D1A5CD6-6DF8-AF42-954D-9624452D04FF}"/>
                    </a:ext>
                  </a:extLst>
                </p14:cNvPr>
                <p14:cNvContentPartPr/>
                <p14:nvPr/>
              </p14:nvContentPartPr>
              <p14:xfrm>
                <a:off x="8962723" y="2240605"/>
                <a:ext cx="154800" cy="1292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D1A5CD6-6DF8-AF42-954D-9624452D04F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944765" y="2222655"/>
                  <a:ext cx="190357" cy="1647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244A166-2C59-8FD7-C0D3-52CC993AE7AD}"/>
                    </a:ext>
                  </a:extLst>
                </p14:cNvPr>
                <p14:cNvContentPartPr/>
                <p14:nvPr/>
              </p14:nvContentPartPr>
              <p14:xfrm>
                <a:off x="9247483" y="2375965"/>
                <a:ext cx="88920" cy="320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244A166-2C59-8FD7-C0D3-52CC993AE7A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229483" y="2357965"/>
                  <a:ext cx="1245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DD4079B-C6BD-7E12-FB1F-88B7260ABDFD}"/>
                    </a:ext>
                  </a:extLst>
                </p14:cNvPr>
                <p14:cNvContentPartPr/>
                <p14:nvPr/>
              </p14:nvContentPartPr>
              <p14:xfrm>
                <a:off x="9236683" y="2395045"/>
                <a:ext cx="70560" cy="1623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DD4079B-C6BD-7E12-FB1F-88B7260ABDF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218683" y="2377045"/>
                  <a:ext cx="106200" cy="19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0785AE99-0F94-8080-B654-A29F616DEA2D}"/>
              </a:ext>
            </a:extLst>
          </p:cNvPr>
          <p:cNvGrpSpPr/>
          <p:nvPr/>
        </p:nvGrpSpPr>
        <p:grpSpPr>
          <a:xfrm>
            <a:off x="543492" y="2129005"/>
            <a:ext cx="381960" cy="378000"/>
            <a:chOff x="6136363" y="1742365"/>
            <a:chExt cx="381960" cy="37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72085F6-899E-2DA0-E06A-94557A97B032}"/>
                    </a:ext>
                  </a:extLst>
                </p14:cNvPr>
                <p14:cNvContentPartPr/>
                <p14:nvPr/>
              </p14:nvContentPartPr>
              <p14:xfrm>
                <a:off x="6136363" y="1742365"/>
                <a:ext cx="195840" cy="2516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72085F6-899E-2DA0-E06A-94557A97B03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118363" y="1724365"/>
                  <a:ext cx="23148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A0F56F4-5B7D-46AA-2C12-5CE3DCE8C350}"/>
                    </a:ext>
                  </a:extLst>
                </p14:cNvPr>
                <p14:cNvContentPartPr/>
                <p14:nvPr/>
              </p14:nvContentPartPr>
              <p14:xfrm>
                <a:off x="6417523" y="1918405"/>
                <a:ext cx="100800" cy="2019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A0F56F4-5B7D-46AA-2C12-5CE3DCE8C35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399523" y="1900405"/>
                  <a:ext cx="136440" cy="237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59348833-DE0B-F9A1-C7C5-5E2FA04AF7CE}"/>
                  </a:ext>
                </a:extLst>
              </p14:cNvPr>
              <p14:cNvContentPartPr/>
              <p14:nvPr/>
            </p14:nvContentPartPr>
            <p14:xfrm>
              <a:off x="3892212" y="2523925"/>
              <a:ext cx="25560" cy="1044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59348833-DE0B-F9A1-C7C5-5E2FA04AF7CE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838212" y="2415925"/>
                <a:ext cx="13320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0757F594-1911-DEC3-C878-32B6B508549F}"/>
                  </a:ext>
                </a:extLst>
              </p14:cNvPr>
              <p14:cNvContentPartPr/>
              <p14:nvPr/>
            </p14:nvContentPartPr>
            <p14:xfrm>
              <a:off x="3522852" y="2478205"/>
              <a:ext cx="430920" cy="44712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0757F594-1911-DEC3-C878-32B6B508549F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468852" y="2370205"/>
                <a:ext cx="538560" cy="66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9D42D950-2A01-0B75-63B1-0EF80ABB6700}"/>
                  </a:ext>
                </a:extLst>
              </p14:cNvPr>
              <p14:cNvContentPartPr/>
              <p14:nvPr/>
            </p14:nvContentPartPr>
            <p14:xfrm>
              <a:off x="281412" y="660205"/>
              <a:ext cx="4977360" cy="2897280"/>
            </p14:xfrm>
          </p:contentPart>
        </mc:Choice>
        <mc:Fallback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9D42D950-2A01-0B75-63B1-0EF80ABB6700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63412" y="642205"/>
                <a:ext cx="5013000" cy="2932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58" name="Group 257">
            <a:extLst>
              <a:ext uri="{FF2B5EF4-FFF2-40B4-BE49-F238E27FC236}">
                <a16:creationId xmlns:a16="http://schemas.microsoft.com/office/drawing/2014/main" id="{C1A41E98-EEE8-C1FA-386E-59E271CD4D2A}"/>
              </a:ext>
            </a:extLst>
          </p:cNvPr>
          <p:cNvGrpSpPr/>
          <p:nvPr/>
        </p:nvGrpSpPr>
        <p:grpSpPr>
          <a:xfrm>
            <a:off x="325332" y="4001365"/>
            <a:ext cx="4889520" cy="2355840"/>
            <a:chOff x="6048883" y="3543805"/>
            <a:chExt cx="4889520" cy="235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5E2A05DD-3F7A-DA9F-08E3-AE48DCB2C515}"/>
                    </a:ext>
                  </a:extLst>
                </p14:cNvPr>
                <p14:cNvContentPartPr/>
                <p14:nvPr/>
              </p14:nvContentPartPr>
              <p14:xfrm>
                <a:off x="6910003" y="3557485"/>
                <a:ext cx="96480" cy="67356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5E2A05DD-3F7A-DA9F-08E3-AE48DCB2C51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892003" y="3539485"/>
                  <a:ext cx="132120" cy="70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F5DF15E5-0217-4BEE-A474-327CF8C0447A}"/>
                    </a:ext>
                  </a:extLst>
                </p14:cNvPr>
                <p14:cNvContentPartPr/>
                <p14:nvPr/>
              </p14:nvContentPartPr>
              <p14:xfrm>
                <a:off x="6737563" y="4264885"/>
                <a:ext cx="513720" cy="3888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F5DF15E5-0217-4BEE-A474-327CF8C0447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719563" y="4246885"/>
                  <a:ext cx="5493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456460C7-2F8D-CB4F-F1A8-5BFADFD81161}"/>
                    </a:ext>
                  </a:extLst>
                </p14:cNvPr>
                <p14:cNvContentPartPr/>
                <p14:nvPr/>
              </p14:nvContentPartPr>
              <p14:xfrm>
                <a:off x="6908203" y="4434445"/>
                <a:ext cx="165240" cy="4644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456460C7-2F8D-CB4F-F1A8-5BFADFD8116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890203" y="4416445"/>
                  <a:ext cx="2008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4CB90544-1459-24DD-AA0F-B341F3E9EDFF}"/>
                    </a:ext>
                  </a:extLst>
                </p14:cNvPr>
                <p14:cNvContentPartPr/>
                <p14:nvPr/>
              </p14:nvContentPartPr>
              <p14:xfrm>
                <a:off x="7035643" y="4448845"/>
                <a:ext cx="64800" cy="72792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4CB90544-1459-24DD-AA0F-B341F3E9EDF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017643" y="4430845"/>
                  <a:ext cx="100440" cy="76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4BFC554C-437E-6DE8-3774-CFCC8B4373F8}"/>
                    </a:ext>
                  </a:extLst>
                </p14:cNvPr>
                <p14:cNvContentPartPr/>
                <p14:nvPr/>
              </p14:nvContentPartPr>
              <p14:xfrm>
                <a:off x="6900643" y="3594925"/>
                <a:ext cx="1161720" cy="6264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4BFC554C-437E-6DE8-3774-CFCC8B4373F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882643" y="3577028"/>
                  <a:ext cx="1197360" cy="9807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C47ACF14-AAD1-E949-437E-5B902F47C003}"/>
                    </a:ext>
                  </a:extLst>
                </p14:cNvPr>
                <p14:cNvContentPartPr/>
                <p14:nvPr/>
              </p14:nvContentPartPr>
              <p14:xfrm>
                <a:off x="8005123" y="3636325"/>
                <a:ext cx="91080" cy="51012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C47ACF14-AAD1-E949-437E-5B902F47C00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987123" y="3618325"/>
                  <a:ext cx="126720" cy="54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EC888F83-71DF-3E7A-3C1E-0083948AB3BC}"/>
                    </a:ext>
                  </a:extLst>
                </p14:cNvPr>
                <p14:cNvContentPartPr/>
                <p14:nvPr/>
              </p14:nvContentPartPr>
              <p14:xfrm>
                <a:off x="8047243" y="4111165"/>
                <a:ext cx="86400" cy="28332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EC888F83-71DF-3E7A-3C1E-0083948AB3B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029318" y="4093188"/>
                  <a:ext cx="121892" cy="3189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8A20B2C3-072F-2752-F43C-2250D6C5F007}"/>
                    </a:ext>
                  </a:extLst>
                </p14:cNvPr>
                <p14:cNvContentPartPr/>
                <p14:nvPr/>
              </p14:nvContentPartPr>
              <p14:xfrm>
                <a:off x="8129323" y="4407445"/>
                <a:ext cx="73800" cy="42876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8A20B2C3-072F-2752-F43C-2250D6C5F00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111323" y="4389445"/>
                  <a:ext cx="109440" cy="4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6144AAAC-FE0C-1A2C-135B-3200E3392E80}"/>
                    </a:ext>
                  </a:extLst>
                </p14:cNvPr>
                <p14:cNvContentPartPr/>
                <p14:nvPr/>
              </p14:nvContentPartPr>
              <p14:xfrm>
                <a:off x="7253803" y="4877965"/>
                <a:ext cx="1143000" cy="92124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6144AAAC-FE0C-1A2C-135B-3200E3392E8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235803" y="4859965"/>
                  <a:ext cx="1178640" cy="9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96BCBF0D-5DC9-17DB-1F03-C222234B0D7F}"/>
                    </a:ext>
                  </a:extLst>
                </p14:cNvPr>
                <p14:cNvContentPartPr/>
                <p14:nvPr/>
              </p14:nvContentPartPr>
              <p14:xfrm>
                <a:off x="7103323" y="5162365"/>
                <a:ext cx="90360" cy="61416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96BCBF0D-5DC9-17DB-1F03-C222234B0D7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085323" y="5144365"/>
                  <a:ext cx="126000" cy="64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4F4661FC-8B03-5E17-C255-40D00B8C75EE}"/>
                    </a:ext>
                  </a:extLst>
                </p14:cNvPr>
                <p14:cNvContentPartPr/>
                <p14:nvPr/>
              </p14:nvContentPartPr>
              <p14:xfrm>
                <a:off x="8024203" y="3589885"/>
                <a:ext cx="1123200" cy="6264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4F4661FC-8B03-5E17-C255-40D00B8C75E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006209" y="3571988"/>
                  <a:ext cx="1158829" cy="9807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CCEC71DC-79C7-DFEA-F246-ADD1D5001F31}"/>
                    </a:ext>
                  </a:extLst>
                </p14:cNvPr>
                <p14:cNvContentPartPr/>
                <p14:nvPr/>
              </p14:nvContentPartPr>
              <p14:xfrm>
                <a:off x="9114643" y="3605725"/>
                <a:ext cx="25200" cy="3312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CCEC71DC-79C7-DFEA-F246-ADD1D5001F3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096382" y="3587725"/>
                  <a:ext cx="61357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A58BD2E4-E645-E12E-18B7-03D08C09C293}"/>
                    </a:ext>
                  </a:extLst>
                </p14:cNvPr>
                <p14:cNvContentPartPr/>
                <p14:nvPr/>
              </p14:nvContentPartPr>
              <p14:xfrm>
                <a:off x="9144523" y="3595285"/>
                <a:ext cx="118080" cy="80136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A58BD2E4-E645-E12E-18B7-03D08C09C29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126523" y="3577277"/>
                  <a:ext cx="153720" cy="8370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7415D71A-217E-1072-EE34-B2AA187D2F76}"/>
                    </a:ext>
                  </a:extLst>
                </p14:cNvPr>
                <p14:cNvContentPartPr/>
                <p14:nvPr/>
              </p14:nvContentPartPr>
              <p14:xfrm>
                <a:off x="9162163" y="4416805"/>
                <a:ext cx="274320" cy="143712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7415D71A-217E-1072-EE34-B2AA187D2F7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144163" y="4398805"/>
                  <a:ext cx="309960" cy="147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EC23B24B-DD3E-3808-C369-F0A593BFCC1A}"/>
                    </a:ext>
                  </a:extLst>
                </p14:cNvPr>
                <p14:cNvContentPartPr/>
                <p14:nvPr/>
              </p14:nvContentPartPr>
              <p14:xfrm>
                <a:off x="9131563" y="3543805"/>
                <a:ext cx="1008000" cy="6264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EC23B24B-DD3E-3808-C369-F0A593BFCC1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113563" y="3525805"/>
                  <a:ext cx="10436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5AE88CC1-83B2-55EC-2478-8D9D69A59760}"/>
                    </a:ext>
                  </a:extLst>
                </p14:cNvPr>
                <p14:cNvContentPartPr/>
                <p14:nvPr/>
              </p14:nvContentPartPr>
              <p14:xfrm>
                <a:off x="10084123" y="3571525"/>
                <a:ext cx="163800" cy="78372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5AE88CC1-83B2-55EC-2478-8D9D69A5976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066123" y="3553525"/>
                  <a:ext cx="199440" cy="81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B873A076-6A7C-9A85-CE64-B81673037DF3}"/>
                    </a:ext>
                  </a:extLst>
                </p14:cNvPr>
                <p14:cNvContentPartPr/>
                <p14:nvPr/>
              </p14:nvContentPartPr>
              <p14:xfrm>
                <a:off x="8381683" y="4336885"/>
                <a:ext cx="2072160" cy="156276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B873A076-6A7C-9A85-CE64-B81673037DF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363683" y="4318885"/>
                  <a:ext cx="2107800" cy="159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91385EBA-BDE7-C097-5F91-88BDEAC9ED5C}"/>
                    </a:ext>
                  </a:extLst>
                </p14:cNvPr>
                <p14:cNvContentPartPr/>
                <p14:nvPr/>
              </p14:nvContentPartPr>
              <p14:xfrm>
                <a:off x="7542523" y="4196485"/>
                <a:ext cx="114840" cy="20052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91385EBA-BDE7-C097-5F91-88BDEAC9ED5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524523" y="4178485"/>
                  <a:ext cx="1504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164FBDAA-995F-2318-0EEF-ED451AD2D8F5}"/>
                    </a:ext>
                  </a:extLst>
                </p14:cNvPr>
                <p14:cNvContentPartPr/>
                <p14:nvPr/>
              </p14:nvContentPartPr>
              <p14:xfrm>
                <a:off x="7587523" y="4147885"/>
                <a:ext cx="162360" cy="12744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164FBDAA-995F-2318-0EEF-ED451AD2D8F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569523" y="4129885"/>
                  <a:ext cx="19800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10585A25-8528-3B44-1B3C-39B68FA33790}"/>
                    </a:ext>
                  </a:extLst>
                </p14:cNvPr>
                <p14:cNvContentPartPr/>
                <p14:nvPr/>
              </p14:nvContentPartPr>
              <p14:xfrm>
                <a:off x="7800643" y="4211245"/>
                <a:ext cx="94680" cy="12348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10585A25-8528-3B44-1B3C-39B68FA3379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782643" y="4193245"/>
                  <a:ext cx="1303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1930A922-0848-2401-EE8D-B1F61B969D53}"/>
                    </a:ext>
                  </a:extLst>
                </p14:cNvPr>
                <p14:cNvContentPartPr/>
                <p14:nvPr/>
              </p14:nvContentPartPr>
              <p14:xfrm>
                <a:off x="7835923" y="5024485"/>
                <a:ext cx="92880" cy="20160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1930A922-0848-2401-EE8D-B1F61B969D5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817992" y="5006453"/>
                  <a:ext cx="128382" cy="2373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2CB013AB-FEDC-4E5A-D483-53F733DC0421}"/>
                    </a:ext>
                  </a:extLst>
                </p14:cNvPr>
                <p14:cNvContentPartPr/>
                <p14:nvPr/>
              </p14:nvContentPartPr>
              <p14:xfrm>
                <a:off x="7843843" y="4940245"/>
                <a:ext cx="155880" cy="16740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2CB013AB-FEDC-4E5A-D483-53F733DC042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825843" y="4922284"/>
                  <a:ext cx="191520" cy="2029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4EC14097-BAA3-45D6-24F6-80A75956F1D1}"/>
                    </a:ext>
                  </a:extLst>
                </p14:cNvPr>
                <p14:cNvContentPartPr/>
                <p14:nvPr/>
              </p14:nvContentPartPr>
              <p14:xfrm>
                <a:off x="8042203" y="5077405"/>
                <a:ext cx="65520" cy="7920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4EC14097-BAA3-45D6-24F6-80A75956F1D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024301" y="5059405"/>
                  <a:ext cx="100965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EBA8F0A6-757E-3FAE-E0A2-DC6CF3035D2B}"/>
                    </a:ext>
                  </a:extLst>
                </p14:cNvPr>
                <p14:cNvContentPartPr/>
                <p14:nvPr/>
              </p14:nvContentPartPr>
              <p14:xfrm>
                <a:off x="8647003" y="4680685"/>
                <a:ext cx="79560" cy="12564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EBA8F0A6-757E-3FAE-E0A2-DC6CF3035D2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629003" y="4662685"/>
                  <a:ext cx="11520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B3AAF4CB-7AAB-F05A-4A6C-18A78DF6B217}"/>
                    </a:ext>
                  </a:extLst>
                </p14:cNvPr>
                <p14:cNvContentPartPr/>
                <p14:nvPr/>
              </p14:nvContentPartPr>
              <p14:xfrm>
                <a:off x="8674003" y="4626685"/>
                <a:ext cx="147240" cy="18216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B3AAF4CB-7AAB-F05A-4A6C-18A78DF6B21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656003" y="4608685"/>
                  <a:ext cx="1828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5B4F4D9A-5C2C-D6C1-C5CB-0761F0E7C4BD}"/>
                    </a:ext>
                  </a:extLst>
                </p14:cNvPr>
                <p14:cNvContentPartPr/>
                <p14:nvPr/>
              </p14:nvContentPartPr>
              <p14:xfrm>
                <a:off x="8890003" y="4717405"/>
                <a:ext cx="125280" cy="19764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5B4F4D9A-5C2C-D6C1-C5CB-0761F0E7C4B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872003" y="4699438"/>
                  <a:ext cx="160920" cy="2332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B3BAC4C0-971F-8577-C7F8-FD60FE657298}"/>
                    </a:ext>
                  </a:extLst>
                </p14:cNvPr>
                <p14:cNvContentPartPr/>
                <p14:nvPr/>
              </p14:nvContentPartPr>
              <p14:xfrm>
                <a:off x="8723323" y="4799845"/>
                <a:ext cx="50040" cy="12204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B3BAC4C0-971F-8577-C7F8-FD60FE65729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705193" y="4781845"/>
                  <a:ext cx="85938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40AAA4B0-EB75-6A88-866C-28E84127A0DA}"/>
                    </a:ext>
                  </a:extLst>
                </p14:cNvPr>
                <p14:cNvContentPartPr/>
                <p14:nvPr/>
              </p14:nvContentPartPr>
              <p14:xfrm>
                <a:off x="10558603" y="4437685"/>
                <a:ext cx="29520" cy="25704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40AAA4B0-EB75-6A88-866C-28E84127A0D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540603" y="4419685"/>
                  <a:ext cx="6516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99364F02-D6F4-FC43-1793-2CF7AFC4251C}"/>
                    </a:ext>
                  </a:extLst>
                </p14:cNvPr>
                <p14:cNvContentPartPr/>
                <p14:nvPr/>
              </p14:nvContentPartPr>
              <p14:xfrm>
                <a:off x="10540243" y="4417525"/>
                <a:ext cx="153000" cy="16992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99364F02-D6F4-FC43-1793-2CF7AFC4251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522243" y="4399525"/>
                  <a:ext cx="1886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A8B1EDE3-4578-2C50-E51C-CC31E9BF1FDC}"/>
                    </a:ext>
                  </a:extLst>
                </p14:cNvPr>
                <p14:cNvContentPartPr/>
                <p14:nvPr/>
              </p14:nvContentPartPr>
              <p14:xfrm>
                <a:off x="10832923" y="4525165"/>
                <a:ext cx="105480" cy="33120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A8B1EDE3-4578-2C50-E51C-CC31E9BF1FD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814984" y="4507165"/>
                  <a:ext cx="140999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04DD4170-9336-5222-6576-861814089CC7}"/>
                    </a:ext>
                  </a:extLst>
                </p14:cNvPr>
                <p14:cNvContentPartPr/>
                <p14:nvPr/>
              </p14:nvContentPartPr>
              <p14:xfrm>
                <a:off x="6048883" y="4178485"/>
                <a:ext cx="248400" cy="30852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04DD4170-9336-5222-6576-861814089CC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030883" y="4160485"/>
                  <a:ext cx="28404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6BB18B9F-2AB6-535E-262D-2DE2C1237A80}"/>
                    </a:ext>
                  </a:extLst>
                </p14:cNvPr>
                <p14:cNvContentPartPr/>
                <p14:nvPr/>
              </p14:nvContentPartPr>
              <p14:xfrm>
                <a:off x="6357763" y="4463965"/>
                <a:ext cx="87480" cy="22068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6BB18B9F-2AB6-535E-262D-2DE2C1237A8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339763" y="4445965"/>
                  <a:ext cx="123120" cy="25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45F21571-C6B5-03E2-7462-E3DCC16EE4D2}"/>
              </a:ext>
            </a:extLst>
          </p:cNvPr>
          <p:cNvGrpSpPr/>
          <p:nvPr/>
        </p:nvGrpSpPr>
        <p:grpSpPr>
          <a:xfrm>
            <a:off x="457723" y="316765"/>
            <a:ext cx="544680" cy="805680"/>
            <a:chOff x="457723" y="316765"/>
            <a:chExt cx="544680" cy="80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DD618E6-16ED-2E94-7B9D-8100FC5950AD}"/>
                    </a:ext>
                  </a:extLst>
                </p14:cNvPr>
                <p14:cNvContentPartPr/>
                <p14:nvPr/>
              </p14:nvContentPartPr>
              <p14:xfrm>
                <a:off x="553483" y="581005"/>
                <a:ext cx="207000" cy="4093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DD618E6-16ED-2E94-7B9D-8100FC5950A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35483" y="563365"/>
                  <a:ext cx="24264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5D0D9C3-9868-74B5-7D70-015810DF4E1F}"/>
                    </a:ext>
                  </a:extLst>
                </p14:cNvPr>
                <p14:cNvContentPartPr/>
                <p14:nvPr/>
              </p14:nvContentPartPr>
              <p14:xfrm>
                <a:off x="457723" y="316765"/>
                <a:ext cx="544680" cy="8056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5D0D9C3-9868-74B5-7D70-015810DF4E1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40083" y="299125"/>
                  <a:ext cx="580320" cy="84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C4DB5059-71B6-DCD9-F4C8-3F757FBB0D0D}"/>
              </a:ext>
            </a:extLst>
          </p:cNvPr>
          <p:cNvGrpSpPr/>
          <p:nvPr/>
        </p:nvGrpSpPr>
        <p:grpSpPr>
          <a:xfrm>
            <a:off x="598483" y="3348325"/>
            <a:ext cx="628560" cy="747720"/>
            <a:chOff x="598483" y="3348325"/>
            <a:chExt cx="628560" cy="74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8CFDCF2-8A16-E64C-B91F-1EB8C57F9849}"/>
                    </a:ext>
                  </a:extLst>
                </p14:cNvPr>
                <p14:cNvContentPartPr/>
                <p14:nvPr/>
              </p14:nvContentPartPr>
              <p14:xfrm>
                <a:off x="762643" y="3583405"/>
                <a:ext cx="259560" cy="2336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8CFDCF2-8A16-E64C-B91F-1EB8C57F984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44643" y="3565765"/>
                  <a:ext cx="29520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08E5354-D096-8A62-33D1-5F142F71A67F}"/>
                    </a:ext>
                  </a:extLst>
                </p14:cNvPr>
                <p14:cNvContentPartPr/>
                <p14:nvPr/>
              </p14:nvContentPartPr>
              <p14:xfrm>
                <a:off x="598483" y="3348325"/>
                <a:ext cx="628560" cy="7477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08E5354-D096-8A62-33D1-5F142F71A67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80843" y="3330685"/>
                  <a:ext cx="664200" cy="78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5D68424C-C75B-23D4-99CF-7329B6666A77}"/>
              </a:ext>
            </a:extLst>
          </p:cNvPr>
          <p:cNvGrpSpPr/>
          <p:nvPr/>
        </p:nvGrpSpPr>
        <p:grpSpPr>
          <a:xfrm>
            <a:off x="5630563" y="444565"/>
            <a:ext cx="734400" cy="768600"/>
            <a:chOff x="5630563" y="444565"/>
            <a:chExt cx="734400" cy="76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2EF5F2B-D066-CAFD-1A97-D99A6AC6F0E9}"/>
                    </a:ext>
                  </a:extLst>
                </p14:cNvPr>
                <p14:cNvContentPartPr/>
                <p14:nvPr/>
              </p14:nvContentPartPr>
              <p14:xfrm>
                <a:off x="5823883" y="636805"/>
                <a:ext cx="270000" cy="3463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2EF5F2B-D066-CAFD-1A97-D99A6AC6F0E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805883" y="619165"/>
                  <a:ext cx="30564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D09FBFC-82D4-43FC-BE4A-08F946D1718C}"/>
                    </a:ext>
                  </a:extLst>
                </p14:cNvPr>
                <p14:cNvContentPartPr/>
                <p14:nvPr/>
              </p14:nvContentPartPr>
              <p14:xfrm>
                <a:off x="5630563" y="444565"/>
                <a:ext cx="734400" cy="7686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D09FBFC-82D4-43FC-BE4A-08F946D1718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612923" y="426925"/>
                  <a:ext cx="770040" cy="80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96C942A8-586A-94C6-4ED1-81D2516C2868}"/>
              </a:ext>
            </a:extLst>
          </p:cNvPr>
          <p:cNvGrpSpPr/>
          <p:nvPr/>
        </p:nvGrpSpPr>
        <p:grpSpPr>
          <a:xfrm>
            <a:off x="6829003" y="536365"/>
            <a:ext cx="4648320" cy="2017800"/>
            <a:chOff x="6829003" y="536365"/>
            <a:chExt cx="4648320" cy="201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C981501-D70F-3BA6-E061-AB3250050164}"/>
                    </a:ext>
                  </a:extLst>
                </p14:cNvPr>
                <p14:cNvContentPartPr/>
                <p14:nvPr/>
              </p14:nvContentPartPr>
              <p14:xfrm>
                <a:off x="7023763" y="636445"/>
                <a:ext cx="152280" cy="6822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C981501-D70F-3BA6-E061-AB325005016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005763" y="618445"/>
                  <a:ext cx="187920" cy="71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3110DC1-F439-B59F-E644-D58C511267B6}"/>
                    </a:ext>
                  </a:extLst>
                </p14:cNvPr>
                <p14:cNvContentPartPr/>
                <p14:nvPr/>
              </p14:nvContentPartPr>
              <p14:xfrm>
                <a:off x="7165243" y="1277245"/>
                <a:ext cx="48960" cy="1404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3110DC1-F439-B59F-E644-D58C511267B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147603" y="1259605"/>
                  <a:ext cx="846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4FD8947-CD2C-CC6E-0BB8-4656B68E29C8}"/>
                    </a:ext>
                  </a:extLst>
                </p14:cNvPr>
                <p14:cNvContentPartPr/>
                <p14:nvPr/>
              </p14:nvContentPartPr>
              <p14:xfrm>
                <a:off x="6829003" y="1441045"/>
                <a:ext cx="732960" cy="705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4FD8947-CD2C-CC6E-0BB8-4656B68E29C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811363" y="1423045"/>
                  <a:ext cx="7686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F2F3E22-4814-26AD-BBA6-10B48650CED4}"/>
                    </a:ext>
                  </a:extLst>
                </p14:cNvPr>
                <p14:cNvContentPartPr/>
                <p14:nvPr/>
              </p14:nvContentPartPr>
              <p14:xfrm>
                <a:off x="7181443" y="1653805"/>
                <a:ext cx="193320" cy="360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F2F3E22-4814-26AD-BBA6-10B48650CED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163443" y="1635805"/>
                  <a:ext cx="2289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6B6B283-8C52-22BF-759B-9ECDE1263C33}"/>
                    </a:ext>
                  </a:extLst>
                </p14:cNvPr>
                <p14:cNvContentPartPr/>
                <p14:nvPr/>
              </p14:nvContentPartPr>
              <p14:xfrm>
                <a:off x="7329763" y="1628245"/>
                <a:ext cx="71640" cy="4842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6B6B283-8C52-22BF-759B-9ECDE1263C3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311763" y="1610605"/>
                  <a:ext cx="107280" cy="51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4E7E902-462E-5AD4-F2AD-233FB836A956}"/>
                    </a:ext>
                  </a:extLst>
                </p14:cNvPr>
                <p14:cNvContentPartPr/>
                <p14:nvPr/>
              </p14:nvContentPartPr>
              <p14:xfrm>
                <a:off x="6990283" y="571645"/>
                <a:ext cx="1778760" cy="1209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4E7E902-462E-5AD4-F2AD-233FB836A95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972283" y="553645"/>
                  <a:ext cx="18144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46614674-E9F6-9650-030A-30016B9BE129}"/>
                    </a:ext>
                  </a:extLst>
                </p14:cNvPr>
                <p14:cNvContentPartPr/>
                <p14:nvPr/>
              </p14:nvContentPartPr>
              <p14:xfrm>
                <a:off x="8438923" y="620965"/>
                <a:ext cx="126360" cy="7225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46614674-E9F6-9650-030A-30016B9BE12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420923" y="603325"/>
                  <a:ext cx="162000" cy="75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5767D05-D2A8-6275-E590-F538418A4677}"/>
                    </a:ext>
                  </a:extLst>
                </p14:cNvPr>
                <p14:cNvContentPartPr/>
                <p14:nvPr/>
              </p14:nvContentPartPr>
              <p14:xfrm>
                <a:off x="8503003" y="1336285"/>
                <a:ext cx="253800" cy="9453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5767D05-D2A8-6275-E590-F538418A467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485363" y="1318285"/>
                  <a:ext cx="289440" cy="9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3EE8709-F02F-40B9-43BB-D9323EE66946}"/>
                    </a:ext>
                  </a:extLst>
                </p14:cNvPr>
                <p14:cNvContentPartPr/>
                <p14:nvPr/>
              </p14:nvContentPartPr>
              <p14:xfrm>
                <a:off x="7858603" y="1144405"/>
                <a:ext cx="91440" cy="2152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3EE8709-F02F-40B9-43BB-D9323EE66946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840963" y="1126765"/>
                  <a:ext cx="12708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BCFE8CB5-1858-B77C-D4F4-8A6BF1AB5020}"/>
                    </a:ext>
                  </a:extLst>
                </p14:cNvPr>
                <p14:cNvContentPartPr/>
                <p14:nvPr/>
              </p14:nvContentPartPr>
              <p14:xfrm>
                <a:off x="7874083" y="1033525"/>
                <a:ext cx="159840" cy="1962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BCFE8CB5-1858-B77C-D4F4-8A6BF1AB5020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856443" y="1015885"/>
                  <a:ext cx="1954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A1E8552E-51CF-8D98-990C-879B4F3D8AA0}"/>
                    </a:ext>
                  </a:extLst>
                </p14:cNvPr>
                <p14:cNvContentPartPr/>
                <p14:nvPr/>
              </p14:nvContentPartPr>
              <p14:xfrm>
                <a:off x="8145883" y="1100485"/>
                <a:ext cx="66600" cy="2134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1E8552E-51CF-8D98-990C-879B4F3D8AA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128243" y="1082845"/>
                  <a:ext cx="10224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1D3BF02-8D52-BD90-345E-8E6E03AA4217}"/>
                    </a:ext>
                  </a:extLst>
                </p14:cNvPr>
                <p14:cNvContentPartPr/>
                <p14:nvPr/>
              </p14:nvContentPartPr>
              <p14:xfrm>
                <a:off x="8267923" y="1054045"/>
                <a:ext cx="119520" cy="666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1D3BF02-8D52-BD90-345E-8E6E03AA4217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249923" y="1036045"/>
                  <a:ext cx="1551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947C765B-D13B-3B69-ADC7-FF079A00BFDB}"/>
                    </a:ext>
                  </a:extLst>
                </p14:cNvPr>
                <p14:cNvContentPartPr/>
                <p14:nvPr/>
              </p14:nvContentPartPr>
              <p14:xfrm>
                <a:off x="8334883" y="989245"/>
                <a:ext cx="68040" cy="1515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47C765B-D13B-3B69-ADC7-FF079A00BFDB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316883" y="971605"/>
                  <a:ext cx="1036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14816E5A-DC18-FEE1-162A-CC51562CCDCE}"/>
                    </a:ext>
                  </a:extLst>
                </p14:cNvPr>
                <p14:cNvContentPartPr/>
                <p14:nvPr/>
              </p14:nvContentPartPr>
              <p14:xfrm>
                <a:off x="8485003" y="943525"/>
                <a:ext cx="85320" cy="1566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4816E5A-DC18-FEE1-162A-CC51562CCDCE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467003" y="925885"/>
                  <a:ext cx="1209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1941F86-5154-C3F7-5E55-E8B813234434}"/>
                    </a:ext>
                  </a:extLst>
                </p14:cNvPr>
                <p14:cNvContentPartPr/>
                <p14:nvPr/>
              </p14:nvContentPartPr>
              <p14:xfrm>
                <a:off x="8496883" y="876205"/>
                <a:ext cx="155880" cy="1789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11941F86-5154-C3F7-5E55-E8B813234434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479243" y="858205"/>
                  <a:ext cx="19152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C17849A3-723E-E351-CD24-1063E98BF12A}"/>
                    </a:ext>
                  </a:extLst>
                </p14:cNvPr>
                <p14:cNvContentPartPr/>
                <p14:nvPr/>
              </p14:nvContentPartPr>
              <p14:xfrm>
                <a:off x="8720083" y="983845"/>
                <a:ext cx="87480" cy="1594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C17849A3-723E-E351-CD24-1063E98BF12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702083" y="965845"/>
                  <a:ext cx="12312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5F28BDBA-1100-BE64-865B-7B5B5AD6FD3D}"/>
                    </a:ext>
                  </a:extLst>
                </p14:cNvPr>
                <p14:cNvContentPartPr/>
                <p14:nvPr/>
              </p14:nvContentPartPr>
              <p14:xfrm>
                <a:off x="8789923" y="555445"/>
                <a:ext cx="779400" cy="489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5F28BDBA-1100-BE64-865B-7B5B5AD6FD3D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771923" y="537805"/>
                  <a:ext cx="8150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690280A6-DE1B-DF3D-37A7-ADBCFC530602}"/>
                    </a:ext>
                  </a:extLst>
                </p14:cNvPr>
                <p14:cNvContentPartPr/>
                <p14:nvPr/>
              </p14:nvContentPartPr>
              <p14:xfrm>
                <a:off x="9481483" y="606205"/>
                <a:ext cx="118080" cy="7743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690280A6-DE1B-DF3D-37A7-ADBCFC530602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463843" y="588205"/>
                  <a:ext cx="153720" cy="81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48F2A12-895D-E029-22AA-EEDACCC7C68A}"/>
                    </a:ext>
                  </a:extLst>
                </p14:cNvPr>
                <p14:cNvContentPartPr/>
                <p14:nvPr/>
              </p14:nvContentPartPr>
              <p14:xfrm>
                <a:off x="9547723" y="1406125"/>
                <a:ext cx="153000" cy="9370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48F2A12-895D-E029-22AA-EEDACCC7C68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530083" y="1388125"/>
                  <a:ext cx="188640" cy="9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BDC93A9-1484-B460-12E0-6B8FB4A8867A}"/>
                    </a:ext>
                  </a:extLst>
                </p14:cNvPr>
                <p14:cNvContentPartPr/>
                <p14:nvPr/>
              </p14:nvContentPartPr>
              <p14:xfrm>
                <a:off x="9845803" y="1331245"/>
                <a:ext cx="81000" cy="2761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BDC93A9-1484-B460-12E0-6B8FB4A8867A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827803" y="1313605"/>
                  <a:ext cx="11664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C96916DE-5CA7-687B-DCDD-59C7D782D515}"/>
                    </a:ext>
                  </a:extLst>
                </p14:cNvPr>
                <p14:cNvContentPartPr/>
                <p14:nvPr/>
              </p14:nvContentPartPr>
              <p14:xfrm>
                <a:off x="9882883" y="1335205"/>
                <a:ext cx="136080" cy="1479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C96916DE-5CA7-687B-DCDD-59C7D782D51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865243" y="1317565"/>
                  <a:ext cx="1717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DC46291-319A-6294-5A61-DA133DD5EEE6}"/>
                    </a:ext>
                  </a:extLst>
                </p14:cNvPr>
                <p14:cNvContentPartPr/>
                <p14:nvPr/>
              </p14:nvContentPartPr>
              <p14:xfrm>
                <a:off x="10147843" y="1517725"/>
                <a:ext cx="77040" cy="2559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DC46291-319A-6294-5A61-DA133DD5EEE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130203" y="1500085"/>
                  <a:ext cx="11268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02D08484-E5ED-87B1-3F89-A5286AC6F5CC}"/>
                    </a:ext>
                  </a:extLst>
                </p14:cNvPr>
                <p14:cNvContentPartPr/>
                <p14:nvPr/>
              </p14:nvContentPartPr>
              <p14:xfrm>
                <a:off x="9557443" y="536365"/>
                <a:ext cx="1184040" cy="12236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02D08484-E5ED-87B1-3F89-A5286AC6F5CC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539803" y="518365"/>
                  <a:ext cx="1219680" cy="12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5D65920-D1CB-8FC2-ECB6-4E30D07DAA23}"/>
                    </a:ext>
                  </a:extLst>
                </p14:cNvPr>
                <p14:cNvContentPartPr/>
                <p14:nvPr/>
              </p14:nvContentPartPr>
              <p14:xfrm>
                <a:off x="7375843" y="1505845"/>
                <a:ext cx="3423600" cy="10274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5D65920-D1CB-8FC2-ECB6-4E30D07DAA2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358203" y="1487845"/>
                  <a:ext cx="3459240" cy="10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A4AAD8C4-AC82-B9F5-A6C4-71ADD2572328}"/>
                    </a:ext>
                  </a:extLst>
                </p14:cNvPr>
                <p14:cNvContentPartPr/>
                <p14:nvPr/>
              </p14:nvContentPartPr>
              <p14:xfrm>
                <a:off x="7415803" y="2051965"/>
                <a:ext cx="36360" cy="4690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A4AAD8C4-AC82-B9F5-A6C4-71ADD2572328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398163" y="2034325"/>
                  <a:ext cx="72000" cy="50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AC8908F3-5784-801B-B77C-5B1C51581EA4}"/>
                    </a:ext>
                  </a:extLst>
                </p14:cNvPr>
                <p14:cNvContentPartPr/>
                <p14:nvPr/>
              </p14:nvContentPartPr>
              <p14:xfrm>
                <a:off x="8743123" y="2203165"/>
                <a:ext cx="43920" cy="3510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AC8908F3-5784-801B-B77C-5B1C51581EA4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725483" y="2185165"/>
                  <a:ext cx="7956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04226E90-FCFA-51F4-4370-14221139F014}"/>
                    </a:ext>
                  </a:extLst>
                </p14:cNvPr>
                <p14:cNvContentPartPr/>
                <p14:nvPr/>
              </p14:nvContentPartPr>
              <p14:xfrm>
                <a:off x="11118763" y="1545445"/>
                <a:ext cx="8640" cy="28296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04226E90-FCFA-51F4-4370-14221139F014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1100763" y="1527445"/>
                  <a:ext cx="4428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EBA4813C-987F-0859-8403-0FE68573EB56}"/>
                    </a:ext>
                  </a:extLst>
                </p14:cNvPr>
                <p14:cNvContentPartPr/>
                <p14:nvPr/>
              </p14:nvContentPartPr>
              <p14:xfrm>
                <a:off x="11104363" y="1527445"/>
                <a:ext cx="136800" cy="18288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EBA4813C-987F-0859-8403-0FE68573EB56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1086363" y="1509445"/>
                  <a:ext cx="1724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F9BC1172-8055-D8B6-2EF5-5864A49ABF98}"/>
                    </a:ext>
                  </a:extLst>
                </p14:cNvPr>
                <p14:cNvContentPartPr/>
                <p14:nvPr/>
              </p14:nvContentPartPr>
              <p14:xfrm>
                <a:off x="11369323" y="1626805"/>
                <a:ext cx="108000" cy="26820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F9BC1172-8055-D8B6-2EF5-5864A49ABF98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1351323" y="1608805"/>
                  <a:ext cx="143640" cy="30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8969A0E5-C747-15C9-B33B-D57FA0F00042}"/>
              </a:ext>
            </a:extLst>
          </p:cNvPr>
          <p:cNvGrpSpPr/>
          <p:nvPr/>
        </p:nvGrpSpPr>
        <p:grpSpPr>
          <a:xfrm>
            <a:off x="6958243" y="3353725"/>
            <a:ext cx="5166360" cy="1760760"/>
            <a:chOff x="6958243" y="3353725"/>
            <a:chExt cx="5166360" cy="176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16F63C5B-81B0-D25B-D4EC-78AC41F03EAD}"/>
                    </a:ext>
                  </a:extLst>
                </p14:cNvPr>
                <p14:cNvContentPartPr/>
                <p14:nvPr/>
              </p14:nvContentPartPr>
              <p14:xfrm>
                <a:off x="7153723" y="3488005"/>
                <a:ext cx="23760" cy="59472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16F63C5B-81B0-D25B-D4EC-78AC41F03EAD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136083" y="3470365"/>
                  <a:ext cx="59400" cy="63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AB21997B-3FC6-3BBA-E713-4228C34C792F}"/>
                    </a:ext>
                  </a:extLst>
                </p14:cNvPr>
                <p14:cNvContentPartPr/>
                <p14:nvPr/>
              </p14:nvContentPartPr>
              <p14:xfrm>
                <a:off x="6958243" y="4131685"/>
                <a:ext cx="583920" cy="2052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AB21997B-3FC6-3BBA-E713-4228C34C792F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940603" y="4114045"/>
                  <a:ext cx="6195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E2C1C32E-1D2F-8478-80AC-AC963A4579FA}"/>
                    </a:ext>
                  </a:extLst>
                </p14:cNvPr>
                <p14:cNvContentPartPr/>
                <p14:nvPr/>
              </p14:nvContentPartPr>
              <p14:xfrm>
                <a:off x="7222123" y="4271725"/>
                <a:ext cx="125280" cy="2232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E2C1C32E-1D2F-8478-80AC-AC963A4579FA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204483" y="4254085"/>
                  <a:ext cx="1609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58E953D9-6867-FCE0-2C2E-04736AC49081}"/>
                    </a:ext>
                  </a:extLst>
                </p14:cNvPr>
                <p14:cNvContentPartPr/>
                <p14:nvPr/>
              </p14:nvContentPartPr>
              <p14:xfrm>
                <a:off x="7320763" y="4321765"/>
                <a:ext cx="92880" cy="79272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58E953D9-6867-FCE0-2C2E-04736AC49081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303123" y="4304125"/>
                  <a:ext cx="128520" cy="82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9D1D0D53-E34A-080A-E8DE-B3C767B29F2E}"/>
                    </a:ext>
                  </a:extLst>
                </p14:cNvPr>
                <p14:cNvContentPartPr/>
                <p14:nvPr/>
              </p14:nvContentPartPr>
              <p14:xfrm>
                <a:off x="7132483" y="3353725"/>
                <a:ext cx="1315800" cy="8280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9D1D0D53-E34A-080A-E8DE-B3C767B29F2E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114843" y="3335725"/>
                  <a:ext cx="13514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0EF26073-5F3D-8422-627D-0E3683E64BEF}"/>
                    </a:ext>
                  </a:extLst>
                </p14:cNvPr>
                <p14:cNvContentPartPr/>
                <p14:nvPr/>
              </p14:nvContentPartPr>
              <p14:xfrm>
                <a:off x="8494003" y="3416365"/>
                <a:ext cx="78840" cy="56304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0EF26073-5F3D-8422-627D-0E3683E64BE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476363" y="3398725"/>
                  <a:ext cx="114480" cy="59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3905E2C6-6A56-D5C8-ED57-545B0D719402}"/>
                    </a:ext>
                  </a:extLst>
                </p14:cNvPr>
                <p14:cNvContentPartPr/>
                <p14:nvPr/>
              </p14:nvContentPartPr>
              <p14:xfrm>
                <a:off x="8575003" y="3988765"/>
                <a:ext cx="98280" cy="27360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3905E2C6-6A56-D5C8-ED57-545B0D719402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557003" y="3971125"/>
                  <a:ext cx="13392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1B8DF4B8-6115-A51E-A81D-B9D644857FD6}"/>
                    </a:ext>
                  </a:extLst>
                </p14:cNvPr>
                <p14:cNvContentPartPr/>
                <p14:nvPr/>
              </p14:nvContentPartPr>
              <p14:xfrm>
                <a:off x="7414003" y="4256605"/>
                <a:ext cx="1407960" cy="83556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1B8DF4B8-6115-A51E-A81D-B9D644857FD6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396363" y="4238605"/>
                  <a:ext cx="1443600" cy="87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FF7CFFF7-B454-9326-FEFD-5B6939786AA7}"/>
                    </a:ext>
                  </a:extLst>
                </p14:cNvPr>
                <p14:cNvContentPartPr/>
                <p14:nvPr/>
              </p14:nvContentPartPr>
              <p14:xfrm>
                <a:off x="8828083" y="3684205"/>
                <a:ext cx="212040" cy="45900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FF7CFFF7-B454-9326-FEFD-5B6939786AA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810083" y="3666565"/>
                  <a:ext cx="247680" cy="49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499D7179-D11A-FA24-B7DC-5C439DDF0B95}"/>
                    </a:ext>
                  </a:extLst>
                </p14:cNvPr>
                <p14:cNvContentPartPr/>
                <p14:nvPr/>
              </p14:nvContentPartPr>
              <p14:xfrm>
                <a:off x="9082603" y="3793285"/>
                <a:ext cx="103320" cy="31860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499D7179-D11A-FA24-B7DC-5C439DDF0B95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064603" y="3775645"/>
                  <a:ext cx="13896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1651C8AD-BEC8-E710-8F00-50C6A1A1097E}"/>
                    </a:ext>
                  </a:extLst>
                </p14:cNvPr>
                <p14:cNvContentPartPr/>
                <p14:nvPr/>
              </p14:nvContentPartPr>
              <p14:xfrm>
                <a:off x="9145243" y="3718045"/>
                <a:ext cx="190080" cy="29592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1651C8AD-BEC8-E710-8F00-50C6A1A1097E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127243" y="3700405"/>
                  <a:ext cx="22572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08B1270F-A18E-AD59-70D4-B230719A5534}"/>
                    </a:ext>
                  </a:extLst>
                </p14:cNvPr>
                <p14:cNvContentPartPr/>
                <p14:nvPr/>
              </p14:nvContentPartPr>
              <p14:xfrm>
                <a:off x="9454843" y="3884005"/>
                <a:ext cx="90360" cy="17676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08B1270F-A18E-AD59-70D4-B230719A5534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437203" y="3866365"/>
                  <a:ext cx="1260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633ACE68-51FB-220C-AFC6-EF64771DF2E9}"/>
                    </a:ext>
                  </a:extLst>
                </p14:cNvPr>
                <p14:cNvContentPartPr/>
                <p14:nvPr/>
              </p14:nvContentPartPr>
              <p14:xfrm>
                <a:off x="9576883" y="3855205"/>
                <a:ext cx="177840" cy="2268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633ACE68-51FB-220C-AFC6-EF64771DF2E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558883" y="3837565"/>
                  <a:ext cx="21348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76D28D03-F490-7A96-B971-36E25F8FA9C1}"/>
                    </a:ext>
                  </a:extLst>
                </p14:cNvPr>
                <p14:cNvContentPartPr/>
                <p14:nvPr/>
              </p14:nvContentPartPr>
              <p14:xfrm>
                <a:off x="9672283" y="3757645"/>
                <a:ext cx="68040" cy="18360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76D28D03-F490-7A96-B971-36E25F8FA9C1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9654283" y="3740005"/>
                  <a:ext cx="10368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D982F3F4-646B-2F00-E5A9-5083E4D265FD}"/>
                    </a:ext>
                  </a:extLst>
                </p14:cNvPr>
                <p14:cNvContentPartPr/>
                <p14:nvPr/>
              </p14:nvContentPartPr>
              <p14:xfrm>
                <a:off x="9872443" y="3757645"/>
                <a:ext cx="59760" cy="20952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D982F3F4-646B-2F00-E5A9-5083E4D265FD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854803" y="3740005"/>
                  <a:ext cx="9540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B1F16128-2389-A883-FF75-96877A260107}"/>
                    </a:ext>
                  </a:extLst>
                </p14:cNvPr>
                <p14:cNvContentPartPr/>
                <p14:nvPr/>
              </p14:nvContentPartPr>
              <p14:xfrm>
                <a:off x="9865243" y="3718405"/>
                <a:ext cx="169920" cy="14544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B1F16128-2389-A883-FF75-96877A260107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847243" y="3700765"/>
                  <a:ext cx="2055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24F734C2-BD5A-35B1-640C-390753B36C14}"/>
                    </a:ext>
                  </a:extLst>
                </p14:cNvPr>
                <p14:cNvContentPartPr/>
                <p14:nvPr/>
              </p14:nvContentPartPr>
              <p14:xfrm>
                <a:off x="10168723" y="3844765"/>
                <a:ext cx="144720" cy="12348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24F734C2-BD5A-35B1-640C-390753B36C14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0150723" y="3826765"/>
                  <a:ext cx="18036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4FF9235C-3110-E39C-25C7-C567EC30C783}"/>
                    </a:ext>
                  </a:extLst>
                </p14:cNvPr>
                <p14:cNvContentPartPr/>
                <p14:nvPr/>
              </p14:nvContentPartPr>
              <p14:xfrm>
                <a:off x="10358083" y="3705085"/>
                <a:ext cx="156600" cy="35316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4FF9235C-3110-E39C-25C7-C567EC30C783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340083" y="3687445"/>
                  <a:ext cx="19224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8214D3A0-5A23-C61C-07B7-2B1241BBAF7A}"/>
                    </a:ext>
                  </a:extLst>
                </p14:cNvPr>
                <p14:cNvContentPartPr/>
                <p14:nvPr/>
              </p14:nvContentPartPr>
              <p14:xfrm>
                <a:off x="10658683" y="3629845"/>
                <a:ext cx="134280" cy="40248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8214D3A0-5A23-C61C-07B7-2B1241BBAF7A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640683" y="3612205"/>
                  <a:ext cx="16992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E51D3593-AFD5-A363-8D21-34F4A54CEA65}"/>
                    </a:ext>
                  </a:extLst>
                </p14:cNvPr>
                <p14:cNvContentPartPr/>
                <p14:nvPr/>
              </p14:nvContentPartPr>
              <p14:xfrm>
                <a:off x="10872883" y="3643525"/>
                <a:ext cx="70560" cy="35064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E51D3593-AFD5-A363-8D21-34F4A54CEA65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855243" y="3625525"/>
                  <a:ext cx="10620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A9FDCB99-64C7-0450-A5BA-31285F5C2959}"/>
                    </a:ext>
                  </a:extLst>
                </p14:cNvPr>
                <p14:cNvContentPartPr/>
                <p14:nvPr/>
              </p14:nvContentPartPr>
              <p14:xfrm>
                <a:off x="11064043" y="3678445"/>
                <a:ext cx="117720" cy="27900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A9FDCB99-64C7-0450-A5BA-31285F5C2959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1046403" y="3660805"/>
                  <a:ext cx="15336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AE66DB40-F4B0-8065-B245-93E7E1C70A39}"/>
                    </a:ext>
                  </a:extLst>
                </p14:cNvPr>
                <p14:cNvContentPartPr/>
                <p14:nvPr/>
              </p14:nvContentPartPr>
              <p14:xfrm>
                <a:off x="11134963" y="3626605"/>
                <a:ext cx="140760" cy="21060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AE66DB40-F4B0-8065-B245-93E7E1C70A39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1116963" y="3608605"/>
                  <a:ext cx="1764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20CFEFB7-6702-B26D-FD29-1A3A162FBD1B}"/>
                    </a:ext>
                  </a:extLst>
                </p14:cNvPr>
                <p14:cNvContentPartPr/>
                <p14:nvPr/>
              </p14:nvContentPartPr>
              <p14:xfrm>
                <a:off x="11371483" y="3842965"/>
                <a:ext cx="130320" cy="22716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20CFEFB7-6702-B26D-FD29-1A3A162FBD1B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1353483" y="3825325"/>
                  <a:ext cx="16596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304AEA64-6A84-752A-2230-77BD555DFE03}"/>
                    </a:ext>
                  </a:extLst>
                </p14:cNvPr>
                <p14:cNvContentPartPr/>
                <p14:nvPr/>
              </p14:nvContentPartPr>
              <p14:xfrm>
                <a:off x="11565523" y="3747205"/>
                <a:ext cx="64080" cy="26460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304AEA64-6A84-752A-2230-77BD555DFE03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1547523" y="3729565"/>
                  <a:ext cx="9972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F323C7C2-D3C1-AFBF-D96A-E7021240E568}"/>
                    </a:ext>
                  </a:extLst>
                </p14:cNvPr>
                <p14:cNvContentPartPr/>
                <p14:nvPr/>
              </p14:nvContentPartPr>
              <p14:xfrm>
                <a:off x="11706283" y="3725965"/>
                <a:ext cx="69480" cy="28152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F323C7C2-D3C1-AFBF-D96A-E7021240E568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1688283" y="3708325"/>
                  <a:ext cx="10512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7225FEF3-D348-91DC-C149-9D27A9B0B5F1}"/>
                    </a:ext>
                  </a:extLst>
                </p14:cNvPr>
                <p14:cNvContentPartPr/>
                <p14:nvPr/>
              </p14:nvContentPartPr>
              <p14:xfrm>
                <a:off x="11821483" y="3692125"/>
                <a:ext cx="58320" cy="24300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7225FEF3-D348-91DC-C149-9D27A9B0B5F1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1803843" y="3674485"/>
                  <a:ext cx="9396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2A91914D-578F-93C4-80F6-093C65F75078}"/>
                    </a:ext>
                  </a:extLst>
                </p14:cNvPr>
                <p14:cNvContentPartPr/>
                <p14:nvPr/>
              </p14:nvContentPartPr>
              <p14:xfrm>
                <a:off x="11836963" y="3650725"/>
                <a:ext cx="120240" cy="15192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2A91914D-578F-93C4-80F6-093C65F75078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1818963" y="3633085"/>
                  <a:ext cx="1558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1FBE6D94-9B94-B90F-B73E-2EBDF69F2260}"/>
                    </a:ext>
                  </a:extLst>
                </p14:cNvPr>
                <p14:cNvContentPartPr/>
                <p14:nvPr/>
              </p14:nvContentPartPr>
              <p14:xfrm>
                <a:off x="12017683" y="3773125"/>
                <a:ext cx="106920" cy="16956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1FBE6D94-9B94-B90F-B73E-2EBDF69F2260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1999683" y="3755125"/>
                  <a:ext cx="1425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D9A7C989-5A22-B670-FFB5-9677168BFE24}"/>
                    </a:ext>
                  </a:extLst>
                </p14:cNvPr>
                <p14:cNvContentPartPr/>
                <p14:nvPr/>
              </p14:nvContentPartPr>
              <p14:xfrm>
                <a:off x="12099763" y="3865285"/>
                <a:ext cx="11160" cy="24048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D9A7C989-5A22-B670-FFB5-9677168BFE24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2081763" y="3847285"/>
                  <a:ext cx="4680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BD9E9A01-6DD8-F471-CE85-42B2381456AA}"/>
                    </a:ext>
                  </a:extLst>
                </p14:cNvPr>
                <p14:cNvContentPartPr/>
                <p14:nvPr/>
              </p14:nvContentPartPr>
              <p14:xfrm>
                <a:off x="7995403" y="3880765"/>
                <a:ext cx="99360" cy="29736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BD9E9A01-6DD8-F471-CE85-42B2381456AA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7977763" y="3862765"/>
                  <a:ext cx="13500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7030DC36-0B00-1AF3-F3C5-D3A87921F71B}"/>
                    </a:ext>
                  </a:extLst>
                </p14:cNvPr>
                <p14:cNvContentPartPr/>
                <p14:nvPr/>
              </p14:nvContentPartPr>
              <p14:xfrm>
                <a:off x="7980643" y="3795085"/>
                <a:ext cx="196920" cy="20664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7030DC36-0B00-1AF3-F3C5-D3A87921F71B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962643" y="3777085"/>
                  <a:ext cx="23256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BB1EBF9D-280B-3270-4640-8B22D2B147AE}"/>
                    </a:ext>
                  </a:extLst>
                </p14:cNvPr>
                <p14:cNvContentPartPr/>
                <p14:nvPr/>
              </p14:nvContentPartPr>
              <p14:xfrm>
                <a:off x="8197003" y="3954565"/>
                <a:ext cx="116640" cy="14652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BB1EBF9D-280B-3270-4640-8B22D2B147AE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8179363" y="3936565"/>
                  <a:ext cx="1522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88A2F0CF-1FD6-64F1-46B3-F4DA9EA9A648}"/>
                    </a:ext>
                  </a:extLst>
                </p14:cNvPr>
                <p14:cNvContentPartPr/>
                <p14:nvPr/>
              </p14:nvContentPartPr>
              <p14:xfrm>
                <a:off x="8352883" y="3928645"/>
                <a:ext cx="129960" cy="20268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88A2F0CF-1FD6-64F1-46B3-F4DA9EA9A648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334883" y="3911005"/>
                  <a:ext cx="16560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01E42A8B-032C-95E7-417A-8D679261D722}"/>
              </a:ext>
            </a:extLst>
          </p:cNvPr>
          <p:cNvGrpSpPr/>
          <p:nvPr/>
        </p:nvGrpSpPr>
        <p:grpSpPr>
          <a:xfrm>
            <a:off x="7654986" y="5669605"/>
            <a:ext cx="3514320" cy="587520"/>
            <a:chOff x="7654986" y="5669605"/>
            <a:chExt cx="3514320" cy="58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0C07DCC4-F3AA-2FA3-5165-07857422E58A}"/>
                    </a:ext>
                  </a:extLst>
                </p14:cNvPr>
                <p14:cNvContentPartPr/>
                <p14:nvPr/>
              </p14:nvContentPartPr>
              <p14:xfrm>
                <a:off x="7663626" y="5826205"/>
                <a:ext cx="60480" cy="43092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0C07DCC4-F3AA-2FA3-5165-07857422E58A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7645986" y="5808205"/>
                  <a:ext cx="96120" cy="46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14EBE7F8-B039-1920-0888-F464A0903B39}"/>
                    </a:ext>
                  </a:extLst>
                </p14:cNvPr>
                <p14:cNvContentPartPr/>
                <p14:nvPr/>
              </p14:nvContentPartPr>
              <p14:xfrm>
                <a:off x="7654986" y="5746645"/>
                <a:ext cx="234720" cy="30564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14EBE7F8-B039-1920-0888-F464A0903B39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7636986" y="5729005"/>
                  <a:ext cx="27036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4FBEDD39-EF9A-D2DB-750B-E34DE90C9E40}"/>
                    </a:ext>
                  </a:extLst>
                </p14:cNvPr>
                <p14:cNvContentPartPr/>
                <p14:nvPr/>
              </p14:nvContentPartPr>
              <p14:xfrm>
                <a:off x="8009226" y="5990365"/>
                <a:ext cx="126360" cy="18864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4FBEDD39-EF9A-D2DB-750B-E34DE90C9E40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7991226" y="5972725"/>
                  <a:ext cx="16200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72E21FE7-1B60-533A-9122-CE005891FE71}"/>
                    </a:ext>
                  </a:extLst>
                </p14:cNvPr>
                <p14:cNvContentPartPr/>
                <p14:nvPr/>
              </p14:nvContentPartPr>
              <p14:xfrm>
                <a:off x="8266986" y="5985325"/>
                <a:ext cx="163800" cy="23436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72E21FE7-1B60-533A-9122-CE005891FE71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8249346" y="5967685"/>
                  <a:ext cx="19944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0E459421-0E4C-F102-C22C-CE5F0254B8A5}"/>
                    </a:ext>
                  </a:extLst>
                </p14:cNvPr>
                <p14:cNvContentPartPr/>
                <p14:nvPr/>
              </p14:nvContentPartPr>
              <p14:xfrm>
                <a:off x="8602866" y="5983165"/>
                <a:ext cx="69120" cy="3204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0E459421-0E4C-F102-C22C-CE5F0254B8A5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8585226" y="5965165"/>
                  <a:ext cx="1047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7B6248EA-4598-6C4A-26F8-1BEF15F5D618}"/>
                    </a:ext>
                  </a:extLst>
                </p14:cNvPr>
                <p14:cNvContentPartPr/>
                <p14:nvPr/>
              </p14:nvContentPartPr>
              <p14:xfrm>
                <a:off x="8656146" y="6050125"/>
                <a:ext cx="61560" cy="3168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7B6248EA-4598-6C4A-26F8-1BEF15F5D618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8638506" y="6032125"/>
                  <a:ext cx="9720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EF8DC3B3-6016-EF58-1B0F-80CFD6322462}"/>
                    </a:ext>
                  </a:extLst>
                </p14:cNvPr>
                <p14:cNvContentPartPr/>
                <p14:nvPr/>
              </p14:nvContentPartPr>
              <p14:xfrm>
                <a:off x="8839026" y="5710285"/>
                <a:ext cx="56160" cy="34776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EF8DC3B3-6016-EF58-1B0F-80CFD6322462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8821026" y="5692645"/>
                  <a:ext cx="9180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7CE0FCC6-184E-3C8E-5A6E-D8E3544EAB1A}"/>
                    </a:ext>
                  </a:extLst>
                </p14:cNvPr>
                <p14:cNvContentPartPr/>
                <p14:nvPr/>
              </p14:nvContentPartPr>
              <p14:xfrm>
                <a:off x="8845146" y="5669605"/>
                <a:ext cx="99360" cy="19620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7CE0FCC6-184E-3C8E-5A6E-D8E3544EAB1A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8827146" y="5651965"/>
                  <a:ext cx="13500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34D19FDD-1AAB-6E0C-61F8-1C5DD0E6B16D}"/>
                    </a:ext>
                  </a:extLst>
                </p14:cNvPr>
                <p14:cNvContentPartPr/>
                <p14:nvPr/>
              </p14:nvContentPartPr>
              <p14:xfrm>
                <a:off x="9164826" y="5909725"/>
                <a:ext cx="88920" cy="14436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34D19FDD-1AAB-6E0C-61F8-1C5DD0E6B16D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147186" y="5892085"/>
                  <a:ext cx="1245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E1C04F4E-D7F6-1D2A-A977-FD872A5891D5}"/>
                    </a:ext>
                  </a:extLst>
                </p14:cNvPr>
                <p14:cNvContentPartPr/>
                <p14:nvPr/>
              </p14:nvContentPartPr>
              <p14:xfrm>
                <a:off x="9374706" y="5938885"/>
                <a:ext cx="173160" cy="21960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E1C04F4E-D7F6-1D2A-A977-FD872A5891D5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9357066" y="5920885"/>
                  <a:ext cx="20880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7BB8DD4F-8ACE-0C72-87B4-AD54EF26CE8E}"/>
                    </a:ext>
                  </a:extLst>
                </p14:cNvPr>
                <p14:cNvContentPartPr/>
                <p14:nvPr/>
              </p14:nvContentPartPr>
              <p14:xfrm>
                <a:off x="9643986" y="5925205"/>
                <a:ext cx="174960" cy="12204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7BB8DD4F-8ACE-0C72-87B4-AD54EF26CE8E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9626346" y="5907205"/>
                  <a:ext cx="2106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2F2B2D85-31B2-E905-E09A-512F1D14B6F6}"/>
                    </a:ext>
                  </a:extLst>
                </p14:cNvPr>
                <p14:cNvContentPartPr/>
                <p14:nvPr/>
              </p14:nvContentPartPr>
              <p14:xfrm>
                <a:off x="9888786" y="5935645"/>
                <a:ext cx="23040" cy="12852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2F2B2D85-31B2-E905-E09A-512F1D14B6F6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9870786" y="5917645"/>
                  <a:ext cx="586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60A10CB1-BC53-57FD-E8C3-2C0659D29989}"/>
                    </a:ext>
                  </a:extLst>
                </p14:cNvPr>
                <p14:cNvContentPartPr/>
                <p14:nvPr/>
              </p14:nvContentPartPr>
              <p14:xfrm>
                <a:off x="9823626" y="5843485"/>
                <a:ext cx="31680" cy="2268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60A10CB1-BC53-57FD-E8C3-2C0659D29989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805986" y="5825845"/>
                  <a:ext cx="673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449B7E58-F7E9-7381-BC57-895030F54F2E}"/>
                    </a:ext>
                  </a:extLst>
                </p14:cNvPr>
                <p14:cNvContentPartPr/>
                <p14:nvPr/>
              </p14:nvContentPartPr>
              <p14:xfrm>
                <a:off x="10002186" y="5899285"/>
                <a:ext cx="121680" cy="15084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449B7E58-F7E9-7381-BC57-895030F54F2E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9984186" y="5881645"/>
                  <a:ext cx="1573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D60C1929-F91A-AC44-EBCD-22DA65236DBB}"/>
                    </a:ext>
                  </a:extLst>
                </p14:cNvPr>
                <p14:cNvContentPartPr/>
                <p14:nvPr/>
              </p14:nvContentPartPr>
              <p14:xfrm>
                <a:off x="10197306" y="5918725"/>
                <a:ext cx="115920" cy="12168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D60C1929-F91A-AC44-EBCD-22DA65236DBB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0179306" y="5901085"/>
                  <a:ext cx="1515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C11AB210-A502-4171-B754-2B50320F7FEE}"/>
                    </a:ext>
                  </a:extLst>
                </p14:cNvPr>
                <p14:cNvContentPartPr/>
                <p14:nvPr/>
              </p14:nvContentPartPr>
              <p14:xfrm>
                <a:off x="10381626" y="5786605"/>
                <a:ext cx="32760" cy="24984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C11AB210-A502-4171-B754-2B50320F7FEE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0363986" y="5768605"/>
                  <a:ext cx="6840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CFA7BEC7-CA2D-B97E-4EF7-CED0FE1770A6}"/>
                    </a:ext>
                  </a:extLst>
                </p14:cNvPr>
                <p14:cNvContentPartPr/>
                <p14:nvPr/>
              </p14:nvContentPartPr>
              <p14:xfrm>
                <a:off x="10472706" y="5900365"/>
                <a:ext cx="319680" cy="14940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CFA7BEC7-CA2D-B97E-4EF7-CED0FE1770A6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0455066" y="5882365"/>
                  <a:ext cx="3553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A9F43DCB-6562-9B60-B4B6-A8B0D0BE07B9}"/>
                    </a:ext>
                  </a:extLst>
                </p14:cNvPr>
                <p14:cNvContentPartPr/>
                <p14:nvPr/>
              </p14:nvContentPartPr>
              <p14:xfrm>
                <a:off x="10910826" y="5710285"/>
                <a:ext cx="53640" cy="29592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A9F43DCB-6562-9B60-B4B6-A8B0D0BE07B9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0892826" y="5692285"/>
                  <a:ext cx="8928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DC04F244-065E-B0EF-9CD1-1ECAD73EE937}"/>
                    </a:ext>
                  </a:extLst>
                </p14:cNvPr>
                <p14:cNvContentPartPr/>
                <p14:nvPr/>
              </p14:nvContentPartPr>
              <p14:xfrm>
                <a:off x="10846746" y="5865805"/>
                <a:ext cx="174240" cy="6480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DC04F244-065E-B0EF-9CD1-1ECAD73EE937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0828746" y="5847805"/>
                  <a:ext cx="20988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F059E90A-8565-DD0A-7417-697B161AF22F}"/>
                    </a:ext>
                  </a:extLst>
                </p14:cNvPr>
                <p14:cNvContentPartPr/>
                <p14:nvPr/>
              </p14:nvContentPartPr>
              <p14:xfrm>
                <a:off x="11167506" y="5930965"/>
                <a:ext cx="1800" cy="180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F059E90A-8565-DD0A-7417-697B161AF22F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1149866" y="5913325"/>
                  <a:ext cx="37440" cy="37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6882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49207-7691-7E88-CEBF-AF4523138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the node connected to the source</a:t>
            </a:r>
          </a:p>
        </p:txBody>
      </p:sp>
      <p:pic>
        <p:nvPicPr>
          <p:cNvPr id="6" name="Content Placeholder 5" descr="A diagram of a circuit&#10;&#10;Description automatically generated">
            <a:extLst>
              <a:ext uri="{FF2B5EF4-FFF2-40B4-BE49-F238E27FC236}">
                <a16:creationId xmlns:a16="http://schemas.microsoft.com/office/drawing/2014/main" id="{774790A2-15E9-395E-E358-46FEA6CEC4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362" y="1447937"/>
            <a:ext cx="6135137" cy="372015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0B2E3A-2B27-7623-B6BF-F08A1D5D11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9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24B622-B313-DE38-1626-171BD86230B1}"/>
              </a:ext>
            </a:extLst>
          </p:cNvPr>
          <p:cNvGrpSpPr/>
          <p:nvPr/>
        </p:nvGrpSpPr>
        <p:grpSpPr>
          <a:xfrm>
            <a:off x="7526040" y="804360"/>
            <a:ext cx="447120" cy="384480"/>
            <a:chOff x="7526040" y="804360"/>
            <a:chExt cx="447120" cy="38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3357B3B-CE0C-54A9-00E3-81AAAA86681D}"/>
                    </a:ext>
                  </a:extLst>
                </p14:cNvPr>
                <p14:cNvContentPartPr/>
                <p14:nvPr/>
              </p14:nvContentPartPr>
              <p14:xfrm>
                <a:off x="7526040" y="804360"/>
                <a:ext cx="191520" cy="3434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3357B3B-CE0C-54A9-00E3-81AAAA86681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508400" y="786720"/>
                  <a:ext cx="22716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02AEB01-D12C-62E8-7E6E-E6E7166C8109}"/>
                    </a:ext>
                  </a:extLst>
                </p14:cNvPr>
                <p14:cNvContentPartPr/>
                <p14:nvPr/>
              </p14:nvContentPartPr>
              <p14:xfrm>
                <a:off x="7719000" y="841800"/>
                <a:ext cx="113400" cy="2458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02AEB01-D12C-62E8-7E6E-E6E7166C810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701360" y="823800"/>
                  <a:ext cx="14904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B6E8943-511E-737D-EED7-855E4878C73D}"/>
                    </a:ext>
                  </a:extLst>
                </p14:cNvPr>
                <p14:cNvContentPartPr/>
                <p14:nvPr/>
              </p14:nvContentPartPr>
              <p14:xfrm>
                <a:off x="7963800" y="1049160"/>
                <a:ext cx="9360" cy="139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B6E8943-511E-737D-EED7-855E4878C73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946160" y="1031160"/>
                  <a:ext cx="45000" cy="17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043BA94-3BFF-58C0-0146-2C95BFE1A72C}"/>
              </a:ext>
            </a:extLst>
          </p:cNvPr>
          <p:cNvGrpSpPr/>
          <p:nvPr/>
        </p:nvGrpSpPr>
        <p:grpSpPr>
          <a:xfrm>
            <a:off x="8418840" y="801120"/>
            <a:ext cx="251640" cy="261360"/>
            <a:chOff x="8418840" y="801120"/>
            <a:chExt cx="251640" cy="26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2845F31-1B16-11E3-2416-12B5E89F9BA6}"/>
                    </a:ext>
                  </a:extLst>
                </p14:cNvPr>
                <p14:cNvContentPartPr/>
                <p14:nvPr/>
              </p14:nvContentPartPr>
              <p14:xfrm>
                <a:off x="8425320" y="919920"/>
                <a:ext cx="15840" cy="1425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2845F31-1B16-11E3-2416-12B5E89F9BA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407680" y="902280"/>
                  <a:ext cx="514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49CEB09-90FA-7FED-C1E1-2769BCEA7DBE}"/>
                    </a:ext>
                  </a:extLst>
                </p14:cNvPr>
                <p14:cNvContentPartPr/>
                <p14:nvPr/>
              </p14:nvContentPartPr>
              <p14:xfrm>
                <a:off x="8418840" y="801120"/>
                <a:ext cx="7560" cy="496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49CEB09-90FA-7FED-C1E1-2769BCEA7DB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400840" y="783120"/>
                  <a:ext cx="432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F8D5E9C-1FE5-CDC2-645B-B82EA5AB14AA}"/>
                    </a:ext>
                  </a:extLst>
                </p14:cNvPr>
                <p14:cNvContentPartPr/>
                <p14:nvPr/>
              </p14:nvContentPartPr>
              <p14:xfrm>
                <a:off x="8582280" y="909480"/>
                <a:ext cx="88200" cy="144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F8D5E9C-1FE5-CDC2-645B-B82EA5AB14A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564640" y="891480"/>
                  <a:ext cx="12384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D9062A0-351B-73B9-AF9D-5CF9F6FA5F6F}"/>
              </a:ext>
            </a:extLst>
          </p:cNvPr>
          <p:cNvGrpSpPr/>
          <p:nvPr/>
        </p:nvGrpSpPr>
        <p:grpSpPr>
          <a:xfrm>
            <a:off x="8946960" y="865920"/>
            <a:ext cx="1489320" cy="208800"/>
            <a:chOff x="8946960" y="865920"/>
            <a:chExt cx="1489320" cy="20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8D207B7-84EB-AEA3-9554-2EA7F9E08285}"/>
                    </a:ext>
                  </a:extLst>
                </p14:cNvPr>
                <p14:cNvContentPartPr/>
                <p14:nvPr/>
              </p14:nvContentPartPr>
              <p14:xfrm>
                <a:off x="8946960" y="945480"/>
                <a:ext cx="75960" cy="1234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8D207B7-84EB-AEA3-9554-2EA7F9E0828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928960" y="927840"/>
                  <a:ext cx="1116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104CC7B-32E6-5912-B585-80E83C0C7E8C}"/>
                    </a:ext>
                  </a:extLst>
                </p14:cNvPr>
                <p14:cNvContentPartPr/>
                <p14:nvPr/>
              </p14:nvContentPartPr>
              <p14:xfrm>
                <a:off x="9160080" y="965280"/>
                <a:ext cx="96120" cy="975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104CC7B-32E6-5912-B585-80E83C0C7E8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142440" y="947640"/>
                  <a:ext cx="1317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DBCAF8D-3369-40A4-5772-5F6C57E77D41}"/>
                    </a:ext>
                  </a:extLst>
                </p14:cNvPr>
                <p14:cNvContentPartPr/>
                <p14:nvPr/>
              </p14:nvContentPartPr>
              <p14:xfrm>
                <a:off x="9326400" y="956640"/>
                <a:ext cx="140760" cy="943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DBCAF8D-3369-40A4-5772-5F6C57E77D4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308760" y="939000"/>
                  <a:ext cx="1764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56C4C4F-8530-D891-4374-77562D5BB225}"/>
                    </a:ext>
                  </a:extLst>
                </p14:cNvPr>
                <p14:cNvContentPartPr/>
                <p14:nvPr/>
              </p14:nvContentPartPr>
              <p14:xfrm>
                <a:off x="9528360" y="955920"/>
                <a:ext cx="170640" cy="925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56C4C4F-8530-D891-4374-77562D5BB22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510720" y="937920"/>
                  <a:ext cx="20628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E9DDF98-804C-6C05-EDEF-2033B6DAB9B7}"/>
                    </a:ext>
                  </a:extLst>
                </p14:cNvPr>
                <p14:cNvContentPartPr/>
                <p14:nvPr/>
              </p14:nvContentPartPr>
              <p14:xfrm>
                <a:off x="9816360" y="944040"/>
                <a:ext cx="62640" cy="1069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E9DDF98-804C-6C05-EDEF-2033B6DAB9B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798360" y="926400"/>
                  <a:ext cx="982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D54B102-B211-F5BB-34AF-FE61185FB6E0}"/>
                    </a:ext>
                  </a:extLst>
                </p14:cNvPr>
                <p14:cNvContentPartPr/>
                <p14:nvPr/>
              </p14:nvContentPartPr>
              <p14:xfrm>
                <a:off x="10006440" y="957720"/>
                <a:ext cx="97920" cy="1170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D54B102-B211-F5BB-34AF-FE61185FB6E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988440" y="940080"/>
                  <a:ext cx="1335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90ED9BD-9431-5F83-239E-1383A9FB37CB}"/>
                    </a:ext>
                  </a:extLst>
                </p14:cNvPr>
                <p14:cNvContentPartPr/>
                <p14:nvPr/>
              </p14:nvContentPartPr>
              <p14:xfrm>
                <a:off x="10149000" y="865920"/>
                <a:ext cx="83880" cy="1692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90ED9BD-9431-5F83-239E-1383A9FB37C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131000" y="847920"/>
                  <a:ext cx="1195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9E208D5-A50A-E517-57DC-A228B30CCBBD}"/>
                    </a:ext>
                  </a:extLst>
                </p14:cNvPr>
                <p14:cNvContentPartPr/>
                <p14:nvPr/>
              </p14:nvContentPartPr>
              <p14:xfrm>
                <a:off x="10177440" y="958080"/>
                <a:ext cx="73800" cy="262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9E208D5-A50A-E517-57DC-A228B30CCBB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159440" y="940440"/>
                  <a:ext cx="1094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4E621DC-B52F-81B8-1801-23A879DB3FD6}"/>
                    </a:ext>
                  </a:extLst>
                </p14:cNvPr>
                <p14:cNvContentPartPr/>
                <p14:nvPr/>
              </p14:nvContentPartPr>
              <p14:xfrm>
                <a:off x="10325400" y="949800"/>
                <a:ext cx="110880" cy="92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4E621DC-B52F-81B8-1801-23A879DB3FD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307400" y="931800"/>
                  <a:ext cx="146520" cy="12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65E304E-C24D-22C6-500C-C45D96EBF8C4}"/>
              </a:ext>
            </a:extLst>
          </p:cNvPr>
          <p:cNvGrpSpPr/>
          <p:nvPr/>
        </p:nvGrpSpPr>
        <p:grpSpPr>
          <a:xfrm>
            <a:off x="10593240" y="802920"/>
            <a:ext cx="98280" cy="237960"/>
            <a:chOff x="10593240" y="802920"/>
            <a:chExt cx="98280" cy="23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E59FC4F-920D-68A9-0CE7-B003FD7F9442}"/>
                    </a:ext>
                  </a:extLst>
                </p14:cNvPr>
                <p14:cNvContentPartPr/>
                <p14:nvPr/>
              </p14:nvContentPartPr>
              <p14:xfrm>
                <a:off x="10593240" y="947640"/>
                <a:ext cx="40320" cy="932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E59FC4F-920D-68A9-0CE7-B003FD7F944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575600" y="929640"/>
                  <a:ext cx="759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186EDE5-B086-3C31-3911-2486266E4087}"/>
                    </a:ext>
                  </a:extLst>
                </p14:cNvPr>
                <p14:cNvContentPartPr/>
                <p14:nvPr/>
              </p14:nvContentPartPr>
              <p14:xfrm>
                <a:off x="10634280" y="802920"/>
                <a:ext cx="57240" cy="2304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186EDE5-B086-3C31-3911-2486266E408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616640" y="784920"/>
                  <a:ext cx="92880" cy="26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077DB9F-38CF-B4EC-FAFC-512E5F390AB0}"/>
              </a:ext>
            </a:extLst>
          </p:cNvPr>
          <p:cNvGrpSpPr/>
          <p:nvPr/>
        </p:nvGrpSpPr>
        <p:grpSpPr>
          <a:xfrm>
            <a:off x="8575080" y="1336800"/>
            <a:ext cx="294120" cy="207360"/>
            <a:chOff x="8575080" y="1336800"/>
            <a:chExt cx="294120" cy="20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2DE6C10-BD74-132D-43C3-F64C7534205E}"/>
                    </a:ext>
                  </a:extLst>
                </p14:cNvPr>
                <p14:cNvContentPartPr/>
                <p14:nvPr/>
              </p14:nvContentPartPr>
              <p14:xfrm>
                <a:off x="8635560" y="1336800"/>
                <a:ext cx="11520" cy="178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2DE6C10-BD74-132D-43C3-F64C7534205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617560" y="1318800"/>
                  <a:ext cx="471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A1FFC4A-EECC-F360-857C-0A36F4CF7F47}"/>
                    </a:ext>
                  </a:extLst>
                </p14:cNvPr>
                <p14:cNvContentPartPr/>
                <p14:nvPr/>
              </p14:nvContentPartPr>
              <p14:xfrm>
                <a:off x="8575080" y="1395840"/>
                <a:ext cx="294120" cy="1483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A1FFC4A-EECC-F360-857C-0A36F4CF7F4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557440" y="1378200"/>
                  <a:ext cx="329760" cy="18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55DE726-4758-D284-687C-1039C6E214C3}"/>
              </a:ext>
            </a:extLst>
          </p:cNvPr>
          <p:cNvGrpSpPr/>
          <p:nvPr/>
        </p:nvGrpSpPr>
        <p:grpSpPr>
          <a:xfrm>
            <a:off x="9199680" y="1326000"/>
            <a:ext cx="507240" cy="214560"/>
            <a:chOff x="9199680" y="1326000"/>
            <a:chExt cx="507240" cy="21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06F167E-16C6-71AA-A728-591ED50A695A}"/>
                    </a:ext>
                  </a:extLst>
                </p14:cNvPr>
                <p14:cNvContentPartPr/>
                <p14:nvPr/>
              </p14:nvContentPartPr>
              <p14:xfrm>
                <a:off x="9216240" y="1326000"/>
                <a:ext cx="36000" cy="214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06F167E-16C6-71AA-A728-591ED50A695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198240" y="1308000"/>
                  <a:ext cx="7164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1027060-43B0-E276-4372-64119C4DDB05}"/>
                    </a:ext>
                  </a:extLst>
                </p14:cNvPr>
                <p14:cNvContentPartPr/>
                <p14:nvPr/>
              </p14:nvContentPartPr>
              <p14:xfrm>
                <a:off x="9199680" y="1401960"/>
                <a:ext cx="352800" cy="1227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1027060-43B0-E276-4372-64119C4DDB0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181680" y="1383960"/>
                  <a:ext cx="3884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4609065-ED7F-5C13-B6E7-FCA9D6F41B0D}"/>
                    </a:ext>
                  </a:extLst>
                </p14:cNvPr>
                <p14:cNvContentPartPr/>
                <p14:nvPr/>
              </p14:nvContentPartPr>
              <p14:xfrm>
                <a:off x="9656520" y="1415640"/>
                <a:ext cx="50400" cy="1000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4609065-ED7F-5C13-B6E7-FCA9D6F41B0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638520" y="1398000"/>
                  <a:ext cx="86040" cy="13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60E1E16-5A91-5AAC-BC1A-A2976543E370}"/>
              </a:ext>
            </a:extLst>
          </p:cNvPr>
          <p:cNvGrpSpPr/>
          <p:nvPr/>
        </p:nvGrpSpPr>
        <p:grpSpPr>
          <a:xfrm>
            <a:off x="9998520" y="1357680"/>
            <a:ext cx="702000" cy="163080"/>
            <a:chOff x="9998520" y="1357680"/>
            <a:chExt cx="702000" cy="16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A12F1DA-D2CB-9ECE-5185-EBA6A2C41831}"/>
                    </a:ext>
                  </a:extLst>
                </p14:cNvPr>
                <p14:cNvContentPartPr/>
                <p14:nvPr/>
              </p14:nvContentPartPr>
              <p14:xfrm>
                <a:off x="9998520" y="1357680"/>
                <a:ext cx="86760" cy="1630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A12F1DA-D2CB-9ECE-5185-EBA6A2C4183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980520" y="1339680"/>
                  <a:ext cx="1224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A209A6F-E505-F3F6-0378-03058004A263}"/>
                    </a:ext>
                  </a:extLst>
                </p14:cNvPr>
                <p14:cNvContentPartPr/>
                <p14:nvPr/>
              </p14:nvContentPartPr>
              <p14:xfrm>
                <a:off x="10161240" y="1406640"/>
                <a:ext cx="103320" cy="1076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A209A6F-E505-F3F6-0378-03058004A26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143600" y="1388640"/>
                  <a:ext cx="1389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2FF9C84-2794-34C3-580A-24680FC518DA}"/>
                    </a:ext>
                  </a:extLst>
                </p14:cNvPr>
                <p14:cNvContentPartPr/>
                <p14:nvPr/>
              </p14:nvContentPartPr>
              <p14:xfrm>
                <a:off x="10372920" y="1407000"/>
                <a:ext cx="123840" cy="968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2FF9C84-2794-34C3-580A-24680FC518D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355280" y="1389000"/>
                  <a:ext cx="1594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1520387-2B42-D313-03A8-0C560B2572FA}"/>
                    </a:ext>
                  </a:extLst>
                </p14:cNvPr>
                <p14:cNvContentPartPr/>
                <p14:nvPr/>
              </p14:nvContentPartPr>
              <p14:xfrm>
                <a:off x="10625280" y="1377120"/>
                <a:ext cx="75240" cy="102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1520387-2B42-D313-03A8-0C560B2572F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607280" y="1359120"/>
                  <a:ext cx="110880" cy="13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839E88C-572D-74DB-A26D-D3176FDACC06}"/>
              </a:ext>
            </a:extLst>
          </p:cNvPr>
          <p:cNvGrpSpPr/>
          <p:nvPr/>
        </p:nvGrpSpPr>
        <p:grpSpPr>
          <a:xfrm>
            <a:off x="10846320" y="1349040"/>
            <a:ext cx="253800" cy="133560"/>
            <a:chOff x="10846320" y="1349040"/>
            <a:chExt cx="253800" cy="13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D63D226-8D33-2CFE-1DD7-5C8634866A9E}"/>
                    </a:ext>
                  </a:extLst>
                </p14:cNvPr>
                <p14:cNvContentPartPr/>
                <p14:nvPr/>
              </p14:nvContentPartPr>
              <p14:xfrm>
                <a:off x="10846320" y="1358400"/>
                <a:ext cx="86040" cy="124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D63D226-8D33-2CFE-1DD7-5C8634866A9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828320" y="1340400"/>
                  <a:ext cx="1216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3FD6AEE-24EF-CDFE-F674-E4CB7AB8776A}"/>
                    </a:ext>
                  </a:extLst>
                </p14:cNvPr>
                <p14:cNvContentPartPr/>
                <p14:nvPr/>
              </p14:nvContentPartPr>
              <p14:xfrm>
                <a:off x="11017680" y="1349040"/>
                <a:ext cx="82440" cy="1242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3FD6AEE-24EF-CDFE-F674-E4CB7AB8776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999680" y="1331400"/>
                  <a:ext cx="118080" cy="15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87AE24A-1949-2FC6-CE45-A3A6F9FA5EAE}"/>
              </a:ext>
            </a:extLst>
          </p:cNvPr>
          <p:cNvGrpSpPr/>
          <p:nvPr/>
        </p:nvGrpSpPr>
        <p:grpSpPr>
          <a:xfrm>
            <a:off x="1348440" y="1230240"/>
            <a:ext cx="1995480" cy="851040"/>
            <a:chOff x="1348440" y="1230240"/>
            <a:chExt cx="1995480" cy="85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66A1E25-B56C-DD1F-3C31-A0E3D048BDD5}"/>
                    </a:ext>
                  </a:extLst>
                </p14:cNvPr>
                <p14:cNvContentPartPr/>
                <p14:nvPr/>
              </p14:nvContentPartPr>
              <p14:xfrm>
                <a:off x="2568120" y="1746840"/>
                <a:ext cx="627120" cy="3344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66A1E25-B56C-DD1F-3C31-A0E3D048BDD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550120" y="1728840"/>
                  <a:ext cx="66276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6A0A977-102E-04B4-6D62-FD5AA9993FBE}"/>
                    </a:ext>
                  </a:extLst>
                </p14:cNvPr>
                <p14:cNvContentPartPr/>
                <p14:nvPr/>
              </p14:nvContentPartPr>
              <p14:xfrm>
                <a:off x="3104880" y="1876440"/>
                <a:ext cx="239040" cy="2044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6A0A977-102E-04B4-6D62-FD5AA9993FBE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086880" y="1858800"/>
                  <a:ext cx="27468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06182DF-4C65-391D-6028-6F40ECFC8AD7}"/>
                    </a:ext>
                  </a:extLst>
                </p14:cNvPr>
                <p14:cNvContentPartPr/>
                <p14:nvPr/>
              </p14:nvContentPartPr>
              <p14:xfrm>
                <a:off x="2491080" y="1230240"/>
                <a:ext cx="162000" cy="3114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06182DF-4C65-391D-6028-6F40ECFC8AD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473080" y="1212600"/>
                  <a:ext cx="19764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FDA4807-E538-E092-26E5-A6962A41F742}"/>
                    </a:ext>
                  </a:extLst>
                </p14:cNvPr>
                <p14:cNvContentPartPr/>
                <p14:nvPr/>
              </p14:nvContentPartPr>
              <p14:xfrm>
                <a:off x="2783400" y="1378560"/>
                <a:ext cx="107280" cy="2116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FDA4807-E538-E092-26E5-A6962A41F74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765760" y="1360560"/>
                  <a:ext cx="1429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D225A4F-22D3-B5CA-DA7A-715F63AA4D2E}"/>
                    </a:ext>
                  </a:extLst>
                </p14:cNvPr>
                <p14:cNvContentPartPr/>
                <p14:nvPr/>
              </p14:nvContentPartPr>
              <p14:xfrm>
                <a:off x="1348440" y="1838280"/>
                <a:ext cx="227520" cy="1994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D225A4F-22D3-B5CA-DA7A-715F63AA4D2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330800" y="1820640"/>
                  <a:ext cx="2631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28E38EA-305A-BB4C-A0F9-1BF1DFDFF412}"/>
                    </a:ext>
                  </a:extLst>
                </p14:cNvPr>
                <p14:cNvContentPartPr/>
                <p14:nvPr/>
              </p14:nvContentPartPr>
              <p14:xfrm>
                <a:off x="1691160" y="1898400"/>
                <a:ext cx="102600" cy="1134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28E38EA-305A-BB4C-A0F9-1BF1DFDFF412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673520" y="1880400"/>
                  <a:ext cx="1382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ADE2531-AF76-0D5F-BB6A-BB8B106F85A3}"/>
                    </a:ext>
                  </a:extLst>
                </p14:cNvPr>
                <p14:cNvContentPartPr/>
                <p14:nvPr/>
              </p14:nvContentPartPr>
              <p14:xfrm>
                <a:off x="1741560" y="1734240"/>
                <a:ext cx="173520" cy="2221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ADE2531-AF76-0D5F-BB6A-BB8B106F85A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723920" y="1716600"/>
                  <a:ext cx="20916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9CF70C4-4BDE-162F-7065-34E509DC10EA}"/>
                    </a:ext>
                  </a:extLst>
                </p14:cNvPr>
                <p14:cNvContentPartPr/>
                <p14:nvPr/>
              </p14:nvContentPartPr>
              <p14:xfrm>
                <a:off x="1861080" y="1660080"/>
                <a:ext cx="122760" cy="1638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9CF70C4-4BDE-162F-7065-34E509DC10E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843440" y="1642440"/>
                  <a:ext cx="1584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B1A915F-6EDE-AAEF-D754-EF2B4FA9C3E6}"/>
                    </a:ext>
                  </a:extLst>
                </p14:cNvPr>
                <p14:cNvContentPartPr/>
                <p14:nvPr/>
              </p14:nvContentPartPr>
              <p14:xfrm>
                <a:off x="1912560" y="1675920"/>
                <a:ext cx="214920" cy="1310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B1A915F-6EDE-AAEF-D754-EF2B4FA9C3E6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894560" y="1658280"/>
                  <a:ext cx="2505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FFF07CC-9410-82C5-AA0E-ADEF8BC23CE6}"/>
                    </a:ext>
                  </a:extLst>
                </p14:cNvPr>
                <p14:cNvContentPartPr/>
                <p14:nvPr/>
              </p14:nvContentPartPr>
              <p14:xfrm>
                <a:off x="2144760" y="1603560"/>
                <a:ext cx="135000" cy="2322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FFF07CC-9410-82C5-AA0E-ADEF8BC23CE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126760" y="1585920"/>
                  <a:ext cx="17064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2F6477E-227D-8432-5D20-C7EB3DC1AD14}"/>
                    </a:ext>
                  </a:extLst>
                </p14:cNvPr>
                <p14:cNvContentPartPr/>
                <p14:nvPr/>
              </p14:nvContentPartPr>
              <p14:xfrm>
                <a:off x="2324040" y="1532640"/>
                <a:ext cx="114480" cy="1303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2F6477E-227D-8432-5D20-C7EB3DC1AD14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306400" y="1514640"/>
                  <a:ext cx="1501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9742BC3-6856-C88A-A1A6-989A0A4974C7}"/>
                    </a:ext>
                  </a:extLst>
                </p14:cNvPr>
                <p14:cNvContentPartPr/>
                <p14:nvPr/>
              </p14:nvContentPartPr>
              <p14:xfrm>
                <a:off x="2544000" y="1552440"/>
                <a:ext cx="7920" cy="871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9742BC3-6856-C88A-A1A6-989A0A4974C7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2526000" y="1534800"/>
                  <a:ext cx="43560" cy="122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35300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49207-7691-7E88-CEBF-AF4523138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other nodes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0B2E3A-2B27-7623-B6BF-F08A1D5D11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10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Picture 7" descr="A diagram of a circuit&#10;&#10;Description automatically generated">
            <a:extLst>
              <a:ext uri="{FF2B5EF4-FFF2-40B4-BE49-F238E27FC236}">
                <a16:creationId xmlns:a16="http://schemas.microsoft.com/office/drawing/2014/main" id="{E7C7EAF4-B3DF-2BCD-C421-0A54881B3B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3369" y="1526019"/>
            <a:ext cx="5328402" cy="3624715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E6022B6E-7173-876E-EA0D-34A2153C20DC}"/>
              </a:ext>
            </a:extLst>
          </p:cNvPr>
          <p:cNvGrpSpPr/>
          <p:nvPr/>
        </p:nvGrpSpPr>
        <p:grpSpPr>
          <a:xfrm>
            <a:off x="4305840" y="4659960"/>
            <a:ext cx="1143720" cy="1003320"/>
            <a:chOff x="4305840" y="4659960"/>
            <a:chExt cx="1143720" cy="100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4A40F72-CE97-8E21-E79B-57FF5CC9922B}"/>
                    </a:ext>
                  </a:extLst>
                </p14:cNvPr>
                <p14:cNvContentPartPr/>
                <p14:nvPr/>
              </p14:nvContentPartPr>
              <p14:xfrm>
                <a:off x="4482960" y="4659960"/>
                <a:ext cx="25920" cy="6210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4A40F72-CE97-8E21-E79B-57FF5CC9922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465320" y="4642320"/>
                  <a:ext cx="61560" cy="65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881BA12-CF0A-CA80-134C-2C9902D46900}"/>
                    </a:ext>
                  </a:extLst>
                </p14:cNvPr>
                <p14:cNvContentPartPr/>
                <p14:nvPr/>
              </p14:nvContentPartPr>
              <p14:xfrm>
                <a:off x="4305840" y="5225880"/>
                <a:ext cx="310680" cy="460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881BA12-CF0A-CA80-134C-2C9902D4690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288200" y="5207880"/>
                  <a:ext cx="3463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8135327-57D9-17E4-AEC6-83C2861D4999}"/>
                    </a:ext>
                  </a:extLst>
                </p14:cNvPr>
                <p14:cNvContentPartPr/>
                <p14:nvPr/>
              </p14:nvContentPartPr>
              <p14:xfrm>
                <a:off x="4364520" y="5275920"/>
                <a:ext cx="152280" cy="1998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8135327-57D9-17E4-AEC6-83C2861D499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346880" y="5257920"/>
                  <a:ext cx="18792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1104740-4732-66A9-9BF7-843ADE483882}"/>
                    </a:ext>
                  </a:extLst>
                </p14:cNvPr>
                <p14:cNvContentPartPr/>
                <p14:nvPr/>
              </p14:nvContentPartPr>
              <p14:xfrm>
                <a:off x="4470720" y="5286360"/>
                <a:ext cx="138960" cy="1976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1104740-4732-66A9-9BF7-843ADE48388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452720" y="5268720"/>
                  <a:ext cx="17460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36113BF-4E88-2442-99A7-002CF3D1A646}"/>
                    </a:ext>
                  </a:extLst>
                </p14:cNvPr>
                <p14:cNvContentPartPr/>
                <p14:nvPr/>
              </p14:nvContentPartPr>
              <p14:xfrm>
                <a:off x="4780680" y="5365920"/>
                <a:ext cx="218880" cy="288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36113BF-4E88-2442-99A7-002CF3D1A64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762680" y="5348280"/>
                  <a:ext cx="25452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58140B0-0C63-B192-8D9B-3D43FB225DEA}"/>
                    </a:ext>
                  </a:extLst>
                </p14:cNvPr>
                <p14:cNvContentPartPr/>
                <p14:nvPr/>
              </p14:nvContentPartPr>
              <p14:xfrm>
                <a:off x="5071200" y="5454120"/>
                <a:ext cx="39240" cy="2091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58140B0-0C63-B192-8D9B-3D43FB225DE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053200" y="5436480"/>
                  <a:ext cx="7488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DA495FD-2C1A-4DDF-FE3B-7D238EAF3A56}"/>
                    </a:ext>
                  </a:extLst>
                </p14:cNvPr>
                <p14:cNvContentPartPr/>
                <p14:nvPr/>
              </p14:nvContentPartPr>
              <p14:xfrm>
                <a:off x="5098560" y="5422440"/>
                <a:ext cx="97920" cy="1148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DA495FD-2C1A-4DDF-FE3B-7D238EAF3A5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080560" y="5404440"/>
                  <a:ext cx="13356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DC1BB73-7B1E-AB29-82F1-7B1718AEA65A}"/>
                    </a:ext>
                  </a:extLst>
                </p14:cNvPr>
                <p14:cNvContentPartPr/>
                <p14:nvPr/>
              </p14:nvContentPartPr>
              <p14:xfrm>
                <a:off x="5285040" y="5376000"/>
                <a:ext cx="42480" cy="178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DC1BB73-7B1E-AB29-82F1-7B1718AEA65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267400" y="5358360"/>
                  <a:ext cx="781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0F7A4A2-71C8-B4D9-7060-463D3091ADD0}"/>
                    </a:ext>
                  </a:extLst>
                </p14:cNvPr>
                <p14:cNvContentPartPr/>
                <p14:nvPr/>
              </p14:nvContentPartPr>
              <p14:xfrm>
                <a:off x="5312040" y="5350080"/>
                <a:ext cx="137520" cy="298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0F7A4A2-71C8-B4D9-7060-463D3091ADD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294040" y="5332080"/>
                  <a:ext cx="173160" cy="334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649C031-1051-1E5A-0A78-B18C07F44CB7}"/>
                  </a:ext>
                </a:extLst>
              </p14:cNvPr>
              <p14:cNvContentPartPr/>
              <p14:nvPr/>
            </p14:nvContentPartPr>
            <p14:xfrm>
              <a:off x="4466400" y="2694360"/>
              <a:ext cx="685800" cy="7646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649C031-1051-1E5A-0A78-B18C07F44CB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448400" y="2676720"/>
                <a:ext cx="721440" cy="80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3B827EB-143D-FF2A-6946-BFBA2C601C9A}"/>
                  </a:ext>
                </a:extLst>
              </p14:cNvPr>
              <p14:cNvContentPartPr/>
              <p14:nvPr/>
            </p14:nvContentPartPr>
            <p14:xfrm>
              <a:off x="4520040" y="1601400"/>
              <a:ext cx="275400" cy="12247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3B827EB-143D-FF2A-6946-BFBA2C601C9A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502040" y="1583400"/>
                <a:ext cx="311040" cy="1260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AAF02514-ABF8-35D5-1DBE-A80F368E8C7E}"/>
              </a:ext>
            </a:extLst>
          </p:cNvPr>
          <p:cNvGrpSpPr/>
          <p:nvPr/>
        </p:nvGrpSpPr>
        <p:grpSpPr>
          <a:xfrm>
            <a:off x="4529400" y="478920"/>
            <a:ext cx="2740320" cy="885960"/>
            <a:chOff x="4529400" y="478920"/>
            <a:chExt cx="2740320" cy="88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50B4D80-B9F3-E72E-6FED-E328BFD55CF5}"/>
                    </a:ext>
                  </a:extLst>
                </p14:cNvPr>
                <p14:cNvContentPartPr/>
                <p14:nvPr/>
              </p14:nvContentPartPr>
              <p14:xfrm>
                <a:off x="4529400" y="1017840"/>
                <a:ext cx="307440" cy="3470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50B4D80-B9F3-E72E-6FED-E328BFD55CF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511400" y="999840"/>
                  <a:ext cx="34308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817E90C-D243-6471-1BB9-F0E75E7C79C3}"/>
                    </a:ext>
                  </a:extLst>
                </p14:cNvPr>
                <p14:cNvContentPartPr/>
                <p14:nvPr/>
              </p14:nvContentPartPr>
              <p14:xfrm>
                <a:off x="4896960" y="1174800"/>
                <a:ext cx="132120" cy="1321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817E90C-D243-6471-1BB9-F0E75E7C79C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879320" y="1157160"/>
                  <a:ext cx="1677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20898C2-ABE8-35DA-7020-900396BEE979}"/>
                    </a:ext>
                  </a:extLst>
                </p14:cNvPr>
                <p14:cNvContentPartPr/>
                <p14:nvPr/>
              </p14:nvContentPartPr>
              <p14:xfrm>
                <a:off x="5160480" y="1003800"/>
                <a:ext cx="161280" cy="85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20898C2-ABE8-35DA-7020-900396BEE97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142840" y="986160"/>
                  <a:ext cx="1969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25682B9-D244-E427-C853-DA98136635A8}"/>
                    </a:ext>
                  </a:extLst>
                </p14:cNvPr>
                <p14:cNvContentPartPr/>
                <p14:nvPr/>
              </p14:nvContentPartPr>
              <p14:xfrm>
                <a:off x="5567280" y="754320"/>
                <a:ext cx="444960" cy="2383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25682B9-D244-E427-C853-DA98136635A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549640" y="736320"/>
                  <a:ext cx="48060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6CFA574-6344-92A1-AFB2-DF602D24778B}"/>
                    </a:ext>
                  </a:extLst>
                </p14:cNvPr>
                <p14:cNvContentPartPr/>
                <p14:nvPr/>
              </p14:nvContentPartPr>
              <p14:xfrm>
                <a:off x="6048240" y="556680"/>
                <a:ext cx="56160" cy="2116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6CFA574-6344-92A1-AFB2-DF602D24778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030600" y="538680"/>
                  <a:ext cx="9180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ED630C2-46FC-F2A5-0FCE-1C17877439DC}"/>
                    </a:ext>
                  </a:extLst>
                </p14:cNvPr>
                <p14:cNvContentPartPr/>
                <p14:nvPr/>
              </p14:nvContentPartPr>
              <p14:xfrm>
                <a:off x="6124560" y="691680"/>
                <a:ext cx="91800" cy="507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ED630C2-46FC-F2A5-0FCE-1C17877439D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106560" y="673680"/>
                  <a:ext cx="1274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A2A5E81-8380-78D7-CB0F-4CA9E3911DD7}"/>
                    </a:ext>
                  </a:extLst>
                </p14:cNvPr>
                <p14:cNvContentPartPr/>
                <p14:nvPr/>
              </p14:nvContentPartPr>
              <p14:xfrm>
                <a:off x="6256680" y="647400"/>
                <a:ext cx="145800" cy="108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A2A5E81-8380-78D7-CB0F-4CA9E3911DD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238680" y="629760"/>
                  <a:ext cx="1814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42C230A-F710-47BF-F99D-6B8D2D3816C9}"/>
                    </a:ext>
                  </a:extLst>
                </p14:cNvPr>
                <p14:cNvContentPartPr/>
                <p14:nvPr/>
              </p14:nvContentPartPr>
              <p14:xfrm>
                <a:off x="6454320" y="525000"/>
                <a:ext cx="383040" cy="2167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42C230A-F710-47BF-F99D-6B8D2D3816C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436320" y="507000"/>
                  <a:ext cx="4186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28178B5-08E9-4D1D-F7C8-EA2BD767D32C}"/>
                    </a:ext>
                  </a:extLst>
                </p14:cNvPr>
                <p14:cNvContentPartPr/>
                <p14:nvPr/>
              </p14:nvContentPartPr>
              <p14:xfrm>
                <a:off x="6944640" y="478920"/>
                <a:ext cx="163080" cy="1065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28178B5-08E9-4D1D-F7C8-EA2BD767D32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926640" y="460920"/>
                  <a:ext cx="1987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1F9B03E-7121-81E7-21C5-78BABFE4D7B8}"/>
                    </a:ext>
                  </a:extLst>
                </p14:cNvPr>
                <p14:cNvContentPartPr/>
                <p14:nvPr/>
              </p14:nvContentPartPr>
              <p14:xfrm>
                <a:off x="7243800" y="567840"/>
                <a:ext cx="25920" cy="1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1F9B03E-7121-81E7-21C5-78BABFE4D7B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226160" y="549840"/>
                  <a:ext cx="61560" cy="37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64722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49207-7691-7E88-CEBF-AF4523138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elements sharing the same nodes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0B2E3A-2B27-7623-B6BF-F08A1D5D11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11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12" name="Picture 11" descr="A diagram of a circuit&#10;&#10;Description automatically generated">
            <a:extLst>
              <a:ext uri="{FF2B5EF4-FFF2-40B4-BE49-F238E27FC236}">
                <a16:creationId xmlns:a16="http://schemas.microsoft.com/office/drawing/2014/main" id="{87FD50CC-79F7-B354-7F20-68CA8A43E5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1965" y="1432927"/>
            <a:ext cx="5814564" cy="3772227"/>
          </a:xfrm>
          <a:prstGeom prst="rect">
            <a:avLst/>
          </a:prstGeom>
        </p:spPr>
      </p:pic>
      <p:pic>
        <p:nvPicPr>
          <p:cNvPr id="11" name="Picture 10" descr="A diagram of a circuit&#10;&#10;Description automatically generated">
            <a:extLst>
              <a:ext uri="{FF2B5EF4-FFF2-40B4-BE49-F238E27FC236}">
                <a16:creationId xmlns:a16="http://schemas.microsoft.com/office/drawing/2014/main" id="{F93EC26A-0335-6F99-04F5-217ACAFA8F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201" y="1751725"/>
            <a:ext cx="5328402" cy="362471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84B7920-0410-938F-D70E-D224175A51D7}"/>
                  </a:ext>
                </a:extLst>
              </p14:cNvPr>
              <p14:cNvContentPartPr/>
              <p14:nvPr/>
            </p14:nvContentPartPr>
            <p14:xfrm>
              <a:off x="4108200" y="3336240"/>
              <a:ext cx="929160" cy="11408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84B7920-0410-938F-D70E-D224175A51D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90200" y="3318240"/>
                <a:ext cx="964800" cy="1176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FA26B27B-E41F-7729-0D6B-FD40A55C5A5C}"/>
              </a:ext>
            </a:extLst>
          </p:cNvPr>
          <p:cNvGrpSpPr/>
          <p:nvPr/>
        </p:nvGrpSpPr>
        <p:grpSpPr>
          <a:xfrm>
            <a:off x="2175360" y="1056720"/>
            <a:ext cx="9381960" cy="5615280"/>
            <a:chOff x="2175360" y="1056720"/>
            <a:chExt cx="9381960" cy="561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77425BD-285C-0DA2-80AF-0E36F526C3DD}"/>
                    </a:ext>
                  </a:extLst>
                </p14:cNvPr>
                <p14:cNvContentPartPr/>
                <p14:nvPr/>
              </p14:nvContentPartPr>
              <p14:xfrm>
                <a:off x="6819720" y="4543680"/>
                <a:ext cx="597960" cy="6800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77425BD-285C-0DA2-80AF-0E36F526C3D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801720" y="4525680"/>
                  <a:ext cx="633600" cy="71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E0C766D-79BA-3C13-AD8A-5B50FE85B798}"/>
                    </a:ext>
                  </a:extLst>
                </p14:cNvPr>
                <p14:cNvContentPartPr/>
                <p14:nvPr/>
              </p14:nvContentPartPr>
              <p14:xfrm>
                <a:off x="6740880" y="4577880"/>
                <a:ext cx="630000" cy="8395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E0C766D-79BA-3C13-AD8A-5B50FE85B79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722880" y="4559880"/>
                  <a:ext cx="665640" cy="87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EE4A7A6-678D-FAFB-21C2-512F135AE655}"/>
                    </a:ext>
                  </a:extLst>
                </p14:cNvPr>
                <p14:cNvContentPartPr/>
                <p14:nvPr/>
              </p14:nvContentPartPr>
              <p14:xfrm>
                <a:off x="8519640" y="5057040"/>
                <a:ext cx="29880" cy="6433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EE4A7A6-678D-FAFB-21C2-512F135AE65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502000" y="5039040"/>
                  <a:ext cx="65520" cy="67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FB8B90B-5C86-979C-BE98-6EC6EB6FA0A6}"/>
                    </a:ext>
                  </a:extLst>
                </p14:cNvPr>
                <p14:cNvContentPartPr/>
                <p14:nvPr/>
              </p14:nvContentPartPr>
              <p14:xfrm>
                <a:off x="8359800" y="5673720"/>
                <a:ext cx="366480" cy="547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FB8B90B-5C86-979C-BE98-6EC6EB6FA0A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341800" y="5655720"/>
                  <a:ext cx="4021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6B860BF-A331-9AC3-66A9-6D9C4C9CAF11}"/>
                    </a:ext>
                  </a:extLst>
                </p14:cNvPr>
                <p14:cNvContentPartPr/>
                <p14:nvPr/>
              </p14:nvContentPartPr>
              <p14:xfrm>
                <a:off x="8473200" y="5819520"/>
                <a:ext cx="192600" cy="43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6B860BF-A331-9AC3-66A9-6D9C4C9CAF1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455200" y="5801520"/>
                  <a:ext cx="2282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5946CFF-A0A8-DAE0-377F-9798D9206F1A}"/>
                    </a:ext>
                  </a:extLst>
                </p14:cNvPr>
                <p14:cNvContentPartPr/>
                <p14:nvPr/>
              </p14:nvContentPartPr>
              <p14:xfrm>
                <a:off x="8576520" y="5839680"/>
                <a:ext cx="77040" cy="3672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5946CFF-A0A8-DAE0-377F-9798D9206F1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58520" y="5822040"/>
                  <a:ext cx="11268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3A0794F-8AC2-DC45-4E69-74A025D3A8AA}"/>
                    </a:ext>
                  </a:extLst>
                </p14:cNvPr>
                <p14:cNvContentPartPr/>
                <p14:nvPr/>
              </p14:nvContentPartPr>
              <p14:xfrm>
                <a:off x="8508840" y="4995480"/>
                <a:ext cx="892800" cy="135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3A0794F-8AC2-DC45-4E69-74A025D3A8A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491200" y="4977840"/>
                  <a:ext cx="9284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3654086-FBA0-35D8-545F-A5A38C7AC560}"/>
                    </a:ext>
                  </a:extLst>
                </p14:cNvPr>
                <p14:cNvContentPartPr/>
                <p14:nvPr/>
              </p14:nvContentPartPr>
              <p14:xfrm>
                <a:off x="9400200" y="5048040"/>
                <a:ext cx="42840" cy="2923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3654086-FBA0-35D8-545F-A5A38C7AC56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382200" y="5030040"/>
                  <a:ext cx="7848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71AEDC3-4CB3-2639-3725-09E74E6303EB}"/>
                    </a:ext>
                  </a:extLst>
                </p14:cNvPr>
                <p14:cNvContentPartPr/>
                <p14:nvPr/>
              </p14:nvContentPartPr>
              <p14:xfrm>
                <a:off x="9423240" y="5326320"/>
                <a:ext cx="98280" cy="1951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71AEDC3-4CB3-2639-3725-09E74E6303E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405600" y="5308680"/>
                  <a:ext cx="1339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4C79A60-E2A7-967D-29E2-BD2C85725479}"/>
                    </a:ext>
                  </a:extLst>
                </p14:cNvPr>
                <p14:cNvContentPartPr/>
                <p14:nvPr/>
              </p14:nvContentPartPr>
              <p14:xfrm>
                <a:off x="9560400" y="5518560"/>
                <a:ext cx="31680" cy="3492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4C79A60-E2A7-967D-29E2-BD2C8572547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542400" y="5500920"/>
                  <a:ext cx="6732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689ED7E-382F-1984-B51A-029B479FDEA9}"/>
                    </a:ext>
                  </a:extLst>
                </p14:cNvPr>
                <p14:cNvContentPartPr/>
                <p14:nvPr/>
              </p14:nvContentPartPr>
              <p14:xfrm>
                <a:off x="9584160" y="5898000"/>
                <a:ext cx="133920" cy="2246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689ED7E-382F-1984-B51A-029B479FDEA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566160" y="5880360"/>
                  <a:ext cx="16956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1991BD1-8233-1330-134B-03FC6549F0AB}"/>
                    </a:ext>
                  </a:extLst>
                </p14:cNvPr>
                <p14:cNvContentPartPr/>
                <p14:nvPr/>
              </p14:nvContentPartPr>
              <p14:xfrm>
                <a:off x="8699280" y="6120840"/>
                <a:ext cx="1078200" cy="2811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1991BD1-8233-1330-134B-03FC6549F0A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681280" y="6103200"/>
                  <a:ext cx="111384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186BBC9-86C5-A03B-C26F-328D9C175BD4}"/>
                    </a:ext>
                  </a:extLst>
                </p14:cNvPr>
                <p14:cNvContentPartPr/>
                <p14:nvPr/>
              </p14:nvContentPartPr>
              <p14:xfrm>
                <a:off x="9374640" y="4940760"/>
                <a:ext cx="824400" cy="583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186BBC9-86C5-A03B-C26F-328D9C175BD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356640" y="4923120"/>
                  <a:ext cx="8600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DDCC748-3B2B-9122-6FBD-51C27F95899C}"/>
                    </a:ext>
                  </a:extLst>
                </p14:cNvPr>
                <p14:cNvContentPartPr/>
                <p14:nvPr/>
              </p14:nvContentPartPr>
              <p14:xfrm>
                <a:off x="10163040" y="4990440"/>
                <a:ext cx="106920" cy="5047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DDCC748-3B2B-9122-6FBD-51C27F95899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145040" y="4972440"/>
                  <a:ext cx="142560" cy="54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E6F1EC8-998C-812E-2674-489816F32417}"/>
                    </a:ext>
                  </a:extLst>
                </p14:cNvPr>
                <p14:cNvContentPartPr/>
                <p14:nvPr/>
              </p14:nvContentPartPr>
              <p14:xfrm>
                <a:off x="10230360" y="5502720"/>
                <a:ext cx="152640" cy="173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E6F1EC8-998C-812E-2674-489816F3241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212360" y="5485080"/>
                  <a:ext cx="1882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9C2AC77-A7B0-B17C-406D-61B21B1AFD84}"/>
                    </a:ext>
                  </a:extLst>
                </p14:cNvPr>
                <p14:cNvContentPartPr/>
                <p14:nvPr/>
              </p14:nvContentPartPr>
              <p14:xfrm>
                <a:off x="10082400" y="5703240"/>
                <a:ext cx="422640" cy="7556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9C2AC77-A7B0-B17C-406D-61B21B1AFD8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064400" y="5685600"/>
                  <a:ext cx="458280" cy="79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CBD899F-D15B-C343-1A0F-646E5656507B}"/>
                    </a:ext>
                  </a:extLst>
                </p14:cNvPr>
                <p14:cNvContentPartPr/>
                <p14:nvPr/>
              </p14:nvContentPartPr>
              <p14:xfrm>
                <a:off x="10189320" y="4980000"/>
                <a:ext cx="761400" cy="327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CBD899F-D15B-C343-1A0F-646E5656507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171680" y="4962360"/>
                  <a:ext cx="7970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35C798B-88E8-F8A8-A5FF-175DBF96CBB6}"/>
                    </a:ext>
                  </a:extLst>
                </p14:cNvPr>
                <p14:cNvContentPartPr/>
                <p14:nvPr/>
              </p14:nvContentPartPr>
              <p14:xfrm>
                <a:off x="10854240" y="5011320"/>
                <a:ext cx="131400" cy="4856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35C798B-88E8-F8A8-A5FF-175DBF96CBB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836240" y="4993320"/>
                  <a:ext cx="167040" cy="52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EFA726F-3A6A-1EF9-48DF-A20D2D26DDEE}"/>
                    </a:ext>
                  </a:extLst>
                </p14:cNvPr>
                <p14:cNvContentPartPr/>
                <p14:nvPr/>
              </p14:nvContentPartPr>
              <p14:xfrm>
                <a:off x="10974840" y="5495520"/>
                <a:ext cx="145080" cy="2116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EFA726F-3A6A-1EF9-48DF-A20D2D26DDE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956840" y="5477880"/>
                  <a:ext cx="1807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A47CC65-24CB-E05B-767C-DCCBD5A997C6}"/>
                    </a:ext>
                  </a:extLst>
                </p14:cNvPr>
                <p14:cNvContentPartPr/>
                <p14:nvPr/>
              </p14:nvContentPartPr>
              <p14:xfrm>
                <a:off x="10727520" y="5744640"/>
                <a:ext cx="462240" cy="6940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A47CC65-24CB-E05B-767C-DCCBD5A997C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709520" y="5727000"/>
                  <a:ext cx="497880" cy="72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7CCC898-47A0-6446-A044-29531A1E5111}"/>
                    </a:ext>
                  </a:extLst>
                </p14:cNvPr>
                <p14:cNvContentPartPr/>
                <p14:nvPr/>
              </p14:nvContentPartPr>
              <p14:xfrm>
                <a:off x="10530240" y="5543760"/>
                <a:ext cx="39240" cy="1908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7CCC898-47A0-6446-A044-29531A1E511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512600" y="5526120"/>
                  <a:ext cx="748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D2D490F-8EC7-686C-3F43-CCE56505C845}"/>
                    </a:ext>
                  </a:extLst>
                </p14:cNvPr>
                <p14:cNvContentPartPr/>
                <p14:nvPr/>
              </p14:nvContentPartPr>
              <p14:xfrm>
                <a:off x="10515120" y="5515320"/>
                <a:ext cx="122760" cy="1267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D2D490F-8EC7-686C-3F43-CCE56505C84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497120" y="5497320"/>
                  <a:ext cx="1584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2A56EC3-C1C1-32F5-0826-010DC9B122FB}"/>
                    </a:ext>
                  </a:extLst>
                </p14:cNvPr>
                <p14:cNvContentPartPr/>
                <p14:nvPr/>
              </p14:nvContentPartPr>
              <p14:xfrm>
                <a:off x="10713120" y="5656800"/>
                <a:ext cx="94320" cy="1544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2A56EC3-C1C1-32F5-0826-010DC9B122F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695120" y="5638800"/>
                  <a:ext cx="12996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8C32D74-F6D7-B50C-5BD8-EE0744992922}"/>
                    </a:ext>
                  </a:extLst>
                </p14:cNvPr>
                <p14:cNvContentPartPr/>
                <p14:nvPr/>
              </p14:nvContentPartPr>
              <p14:xfrm>
                <a:off x="11249160" y="5596680"/>
                <a:ext cx="44640" cy="124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8C32D74-F6D7-B50C-5BD8-EE074499292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231160" y="5579040"/>
                  <a:ext cx="802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CC43B54-2545-09C9-9ABC-0E1C46B36C7D}"/>
                    </a:ext>
                  </a:extLst>
                </p14:cNvPr>
                <p14:cNvContentPartPr/>
                <p14:nvPr/>
              </p14:nvContentPartPr>
              <p14:xfrm>
                <a:off x="11226840" y="5493720"/>
                <a:ext cx="144360" cy="1461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CC43B54-2545-09C9-9ABC-0E1C46B36C7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209200" y="5476080"/>
                  <a:ext cx="1800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A0855B6-B88C-EA73-B8C5-41754EA22C38}"/>
                    </a:ext>
                  </a:extLst>
                </p14:cNvPr>
                <p14:cNvContentPartPr/>
                <p14:nvPr/>
              </p14:nvContentPartPr>
              <p14:xfrm>
                <a:off x="11447160" y="5606760"/>
                <a:ext cx="110160" cy="1285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A0855B6-B88C-EA73-B8C5-41754EA22C3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429520" y="5588760"/>
                  <a:ext cx="14580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57A7AF2-43E5-97C3-49B6-3890BB3BC400}"/>
                    </a:ext>
                  </a:extLst>
                </p14:cNvPr>
                <p14:cNvContentPartPr/>
                <p14:nvPr/>
              </p14:nvContentPartPr>
              <p14:xfrm>
                <a:off x="9141000" y="5414520"/>
                <a:ext cx="37440" cy="1886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57A7AF2-43E5-97C3-49B6-3890BB3BC40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123000" y="5396520"/>
                  <a:ext cx="730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02FA1DB-5B47-4FFF-A7AD-BB0F060CB75C}"/>
                    </a:ext>
                  </a:extLst>
                </p14:cNvPr>
                <p14:cNvContentPartPr/>
                <p14:nvPr/>
              </p14:nvContentPartPr>
              <p14:xfrm>
                <a:off x="9115440" y="5383200"/>
                <a:ext cx="172440" cy="1310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02FA1DB-5B47-4FFF-A7AD-BB0F060CB75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097440" y="5365560"/>
                  <a:ext cx="2080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F1F3928-AC92-48D6-64E0-18413EA0064D}"/>
                    </a:ext>
                  </a:extLst>
                </p14:cNvPr>
                <p14:cNvContentPartPr/>
                <p14:nvPr/>
              </p14:nvContentPartPr>
              <p14:xfrm>
                <a:off x="9371760" y="5452320"/>
                <a:ext cx="21240" cy="817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F1F3928-AC92-48D6-64E0-18413EA0064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354120" y="5434320"/>
                  <a:ext cx="568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A38A5B9-C7C0-0136-41C6-AE80C76AD294}"/>
                    </a:ext>
                  </a:extLst>
                </p14:cNvPr>
                <p14:cNvContentPartPr/>
                <p14:nvPr/>
              </p14:nvContentPartPr>
              <p14:xfrm>
                <a:off x="9270960" y="6043080"/>
                <a:ext cx="30600" cy="1576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A38A5B9-C7C0-0136-41C6-AE80C76AD29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253320" y="6025440"/>
                  <a:ext cx="6624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7BE525F-0E2F-FEDF-548F-4269E7A09AF2}"/>
                    </a:ext>
                  </a:extLst>
                </p14:cNvPr>
                <p14:cNvContentPartPr/>
                <p14:nvPr/>
              </p14:nvContentPartPr>
              <p14:xfrm>
                <a:off x="9251520" y="5997360"/>
                <a:ext cx="136080" cy="1036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7BE525F-0E2F-FEDF-548F-4269E7A09AF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233880" y="5979360"/>
                  <a:ext cx="1717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1F3B85B-1044-7BF6-E3A6-FDB30FC1278D}"/>
                    </a:ext>
                  </a:extLst>
                </p14:cNvPr>
                <p14:cNvContentPartPr/>
                <p14:nvPr/>
              </p14:nvContentPartPr>
              <p14:xfrm>
                <a:off x="9458520" y="6077640"/>
                <a:ext cx="123840" cy="1141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1F3B85B-1044-7BF6-E3A6-FDB30FC1278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440880" y="6060000"/>
                  <a:ext cx="1594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8046C5C-8A4E-658C-1F45-8AD1714F5FD0}"/>
                    </a:ext>
                  </a:extLst>
                </p14:cNvPr>
                <p14:cNvContentPartPr/>
                <p14:nvPr/>
              </p14:nvContentPartPr>
              <p14:xfrm>
                <a:off x="7743480" y="5646000"/>
                <a:ext cx="131760" cy="2012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8046C5C-8A4E-658C-1F45-8AD1714F5FD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725840" y="5628000"/>
                  <a:ext cx="16740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BD4A44B-5865-C13B-C1DB-8049C20A3EBE}"/>
                    </a:ext>
                  </a:extLst>
                </p14:cNvPr>
                <p14:cNvContentPartPr/>
                <p14:nvPr/>
              </p14:nvContentPartPr>
              <p14:xfrm>
                <a:off x="8020320" y="5760480"/>
                <a:ext cx="70920" cy="1814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BD4A44B-5865-C13B-C1DB-8049C20A3EB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002320" y="5742840"/>
                  <a:ext cx="1065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2AE9E13-2F46-A048-70E4-E5EF6E34B6A9}"/>
                    </a:ext>
                  </a:extLst>
                </p14:cNvPr>
                <p14:cNvContentPartPr/>
                <p14:nvPr/>
              </p14:nvContentPartPr>
              <p14:xfrm>
                <a:off x="2175360" y="1192800"/>
                <a:ext cx="5977080" cy="54792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2AE9E13-2F46-A048-70E4-E5EF6E34B6A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157360" y="1175160"/>
                  <a:ext cx="6012720" cy="55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4B313CB-C1A3-D4FA-C021-0D456E64DEB8}"/>
                    </a:ext>
                  </a:extLst>
                </p14:cNvPr>
                <p14:cNvContentPartPr/>
                <p14:nvPr/>
              </p14:nvContentPartPr>
              <p14:xfrm>
                <a:off x="3258240" y="1056720"/>
                <a:ext cx="490680" cy="4399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4B313CB-C1A3-D4FA-C021-0D456E64DEB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240240" y="1039080"/>
                  <a:ext cx="526320" cy="47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1EB756B2-5FE5-926F-8CFF-F70CBC2D7A7A}"/>
              </a:ext>
            </a:extLst>
          </p:cNvPr>
          <p:cNvGrpSpPr/>
          <p:nvPr/>
        </p:nvGrpSpPr>
        <p:grpSpPr>
          <a:xfrm>
            <a:off x="4037640" y="433560"/>
            <a:ext cx="3210480" cy="1977840"/>
            <a:chOff x="4037640" y="433560"/>
            <a:chExt cx="3210480" cy="197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292BDF9-6BD8-8BAB-B8A4-549FCB5D91C7}"/>
                    </a:ext>
                  </a:extLst>
                </p14:cNvPr>
                <p14:cNvContentPartPr/>
                <p14:nvPr/>
              </p14:nvContentPartPr>
              <p14:xfrm>
                <a:off x="4464960" y="726960"/>
                <a:ext cx="75960" cy="3916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292BDF9-6BD8-8BAB-B8A4-549FCB5D91C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447320" y="708960"/>
                  <a:ext cx="11160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4E34C96-214D-96F7-72F5-6578A0ADC546}"/>
                    </a:ext>
                  </a:extLst>
                </p14:cNvPr>
                <p14:cNvContentPartPr/>
                <p14:nvPr/>
              </p14:nvContentPartPr>
              <p14:xfrm>
                <a:off x="4338600" y="1072920"/>
                <a:ext cx="455400" cy="1231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4E34C96-214D-96F7-72F5-6578A0ADC54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320600" y="1054920"/>
                  <a:ext cx="49104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AE7B9A9-289D-5A52-DCEB-890BF2E28E0A}"/>
                    </a:ext>
                  </a:extLst>
                </p14:cNvPr>
                <p14:cNvContentPartPr/>
                <p14:nvPr/>
              </p14:nvContentPartPr>
              <p14:xfrm>
                <a:off x="4565400" y="1246080"/>
                <a:ext cx="104040" cy="316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AE7B9A9-289D-5A52-DCEB-890BF2E28E0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547400" y="1228080"/>
                  <a:ext cx="1396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9299E3F-0294-0F44-A727-8B17DC7BE91F}"/>
                    </a:ext>
                  </a:extLst>
                </p14:cNvPr>
                <p14:cNvContentPartPr/>
                <p14:nvPr/>
              </p14:nvContentPartPr>
              <p14:xfrm>
                <a:off x="4626240" y="1299360"/>
                <a:ext cx="103680" cy="4348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9299E3F-0294-0F44-A727-8B17DC7BE91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608240" y="1281720"/>
                  <a:ext cx="139320" cy="47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A420845-C82C-F3FB-E647-A7D3A3E13236}"/>
                    </a:ext>
                  </a:extLst>
                </p14:cNvPr>
                <p14:cNvContentPartPr/>
                <p14:nvPr/>
              </p14:nvContentPartPr>
              <p14:xfrm>
                <a:off x="4468560" y="596280"/>
                <a:ext cx="703080" cy="1299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A420845-C82C-F3FB-E647-A7D3A3E1323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450560" y="578280"/>
                  <a:ext cx="7387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66C1CF3-6895-8B52-BFAF-0ECDF8DBF179}"/>
                    </a:ext>
                  </a:extLst>
                </p14:cNvPr>
                <p14:cNvContentPartPr/>
                <p14:nvPr/>
              </p14:nvContentPartPr>
              <p14:xfrm>
                <a:off x="5193960" y="589440"/>
                <a:ext cx="120960" cy="3254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66C1CF3-6895-8B52-BFAF-0ECDF8DBF17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176320" y="571440"/>
                  <a:ext cx="15660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8F3A7DC-8C1C-4355-45EB-A85BC2BBA534}"/>
                    </a:ext>
                  </a:extLst>
                </p14:cNvPr>
                <p14:cNvContentPartPr/>
                <p14:nvPr/>
              </p14:nvContentPartPr>
              <p14:xfrm>
                <a:off x="5256240" y="918120"/>
                <a:ext cx="105840" cy="2188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8F3A7DC-8C1C-4355-45EB-A85BC2BBA53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238240" y="900480"/>
                  <a:ext cx="14148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2E27681-C07E-4AC3-77DC-A4111E725AE1}"/>
                    </a:ext>
                  </a:extLst>
                </p14:cNvPr>
                <p14:cNvContentPartPr/>
                <p14:nvPr/>
              </p14:nvContentPartPr>
              <p14:xfrm>
                <a:off x="4857360" y="1140960"/>
                <a:ext cx="667800" cy="5410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2E27681-C07E-4AC3-77DC-A4111E725AE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839360" y="1123320"/>
                  <a:ext cx="70344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B213F86-043E-6A4F-D3DA-6AC738F30F63}"/>
                    </a:ext>
                  </a:extLst>
                </p14:cNvPr>
                <p14:cNvContentPartPr/>
                <p14:nvPr/>
              </p14:nvContentPartPr>
              <p14:xfrm>
                <a:off x="5219520" y="433560"/>
                <a:ext cx="562320" cy="1533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B213F86-043E-6A4F-D3DA-6AC738F30F6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201880" y="415920"/>
                  <a:ext cx="5979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7057162-4B2F-6D3D-AA26-232B30BEB1C5}"/>
                    </a:ext>
                  </a:extLst>
                </p14:cNvPr>
                <p14:cNvContentPartPr/>
                <p14:nvPr/>
              </p14:nvContentPartPr>
              <p14:xfrm>
                <a:off x="5762760" y="463800"/>
                <a:ext cx="142920" cy="4734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7057162-4B2F-6D3D-AA26-232B30BEB1C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745120" y="445800"/>
                  <a:ext cx="178560" cy="50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87D9584-34A8-395B-E85D-C85AB2624615}"/>
                    </a:ext>
                  </a:extLst>
                </p14:cNvPr>
                <p14:cNvContentPartPr/>
                <p14:nvPr/>
              </p14:nvContentPartPr>
              <p14:xfrm>
                <a:off x="5603640" y="895080"/>
                <a:ext cx="526680" cy="6012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87D9584-34A8-395B-E85D-C85AB262461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585640" y="877080"/>
                  <a:ext cx="56232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C63D5C2-8721-8547-4884-652C03289524}"/>
                    </a:ext>
                  </a:extLst>
                </p14:cNvPr>
                <p14:cNvContentPartPr/>
                <p14:nvPr/>
              </p14:nvContentPartPr>
              <p14:xfrm>
                <a:off x="5436240" y="980760"/>
                <a:ext cx="281880" cy="9777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C63D5C2-8721-8547-4884-652C0328952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418600" y="962760"/>
                  <a:ext cx="317520" cy="10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0E17016-7032-559F-A399-7BDCD69E4E6B}"/>
                    </a:ext>
                  </a:extLst>
                </p14:cNvPr>
                <p14:cNvContentPartPr/>
                <p14:nvPr/>
              </p14:nvContentPartPr>
              <p14:xfrm>
                <a:off x="5636760" y="1881120"/>
                <a:ext cx="160200" cy="1224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0E17016-7032-559F-A399-7BDCD69E4E6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618760" y="1863480"/>
                  <a:ext cx="1958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B4038FB-027F-B50E-8D24-58E9AA758219}"/>
                    </a:ext>
                  </a:extLst>
                </p14:cNvPr>
                <p14:cNvContentPartPr/>
                <p14:nvPr/>
              </p14:nvContentPartPr>
              <p14:xfrm>
                <a:off x="5605800" y="2182440"/>
                <a:ext cx="64080" cy="2289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B4038FB-027F-B50E-8D24-58E9AA75821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587800" y="2164440"/>
                  <a:ext cx="9972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3C3CEDA-7338-E834-F944-C30C6111C680}"/>
                    </a:ext>
                  </a:extLst>
                </p14:cNvPr>
                <p14:cNvContentPartPr/>
                <p14:nvPr/>
              </p14:nvContentPartPr>
              <p14:xfrm>
                <a:off x="5664120" y="2103240"/>
                <a:ext cx="111600" cy="1706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3C3CEDA-7338-E834-F944-C30C6111C68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646480" y="2085240"/>
                  <a:ext cx="14724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C18429E-72B5-B3D9-B13F-258B5126FCC5}"/>
                    </a:ext>
                  </a:extLst>
                </p14:cNvPr>
                <p14:cNvContentPartPr/>
                <p14:nvPr/>
              </p14:nvContentPartPr>
              <p14:xfrm>
                <a:off x="5875800" y="2234280"/>
                <a:ext cx="34200" cy="1184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C18429E-72B5-B3D9-B13F-258B5126FCC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857800" y="2216280"/>
                  <a:ext cx="6984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06BFD46-02E9-5380-5B31-BFEA267FBE7A}"/>
                    </a:ext>
                  </a:extLst>
                </p14:cNvPr>
                <p14:cNvContentPartPr/>
                <p14:nvPr/>
              </p14:nvContentPartPr>
              <p14:xfrm>
                <a:off x="5992440" y="2157960"/>
                <a:ext cx="90000" cy="662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06BFD46-02E9-5380-5B31-BFEA267FBE7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974440" y="2140320"/>
                  <a:ext cx="12564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904BB35-5166-77AD-6863-1E2860DD22A4}"/>
                    </a:ext>
                  </a:extLst>
                </p14:cNvPr>
                <p14:cNvContentPartPr/>
                <p14:nvPr/>
              </p14:nvContentPartPr>
              <p14:xfrm>
                <a:off x="6008640" y="2111880"/>
                <a:ext cx="54720" cy="2066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904BB35-5166-77AD-6863-1E2860DD22A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991000" y="2093880"/>
                  <a:ext cx="9036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F0DBE3C-7D5F-4231-0A7C-DCA08DC40765}"/>
                    </a:ext>
                  </a:extLst>
                </p14:cNvPr>
                <p14:cNvContentPartPr/>
                <p14:nvPr/>
              </p14:nvContentPartPr>
              <p14:xfrm>
                <a:off x="6159480" y="2054640"/>
                <a:ext cx="63000" cy="1656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F0DBE3C-7D5F-4231-0A7C-DCA08DC4076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141840" y="2037000"/>
                  <a:ext cx="986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B8B6FEA-201C-4CB3-AD86-2C8B7EDE9364}"/>
                    </a:ext>
                  </a:extLst>
                </p14:cNvPr>
                <p14:cNvContentPartPr/>
                <p14:nvPr/>
              </p14:nvContentPartPr>
              <p14:xfrm>
                <a:off x="6185760" y="1996320"/>
                <a:ext cx="108360" cy="745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B8B6FEA-201C-4CB3-AD86-2C8B7EDE936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167760" y="1978320"/>
                  <a:ext cx="1440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5C99FCD-B77A-65BB-5428-C161B50CA813}"/>
                    </a:ext>
                  </a:extLst>
                </p14:cNvPr>
                <p14:cNvContentPartPr/>
                <p14:nvPr/>
              </p14:nvContentPartPr>
              <p14:xfrm>
                <a:off x="6397440" y="2004960"/>
                <a:ext cx="84600" cy="1238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5C99FCD-B77A-65BB-5428-C161B50CA81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379800" y="1987320"/>
                  <a:ext cx="1202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EADCEE3-FA80-75AB-3EEA-7EB24CB9A1EB}"/>
                    </a:ext>
                  </a:extLst>
                </p14:cNvPr>
                <p14:cNvContentPartPr/>
                <p14:nvPr/>
              </p14:nvContentPartPr>
              <p14:xfrm>
                <a:off x="6190800" y="811920"/>
                <a:ext cx="73080" cy="1821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EADCEE3-FA80-75AB-3EEA-7EB24CB9A1E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173160" y="794280"/>
                  <a:ext cx="1087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A5F8B9F-E337-9E5C-DFD2-FDFD80E19F43}"/>
                    </a:ext>
                  </a:extLst>
                </p14:cNvPr>
                <p14:cNvContentPartPr/>
                <p14:nvPr/>
              </p14:nvContentPartPr>
              <p14:xfrm>
                <a:off x="6182880" y="791400"/>
                <a:ext cx="167400" cy="1267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A5F8B9F-E337-9E5C-DFD2-FDFD80E19F4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164880" y="773760"/>
                  <a:ext cx="2030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5D263BB-6380-3CC3-5246-4689D60D1D27}"/>
                    </a:ext>
                  </a:extLst>
                </p14:cNvPr>
                <p14:cNvContentPartPr/>
                <p14:nvPr/>
              </p14:nvContentPartPr>
              <p14:xfrm>
                <a:off x="6432360" y="824520"/>
                <a:ext cx="138600" cy="1818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5D263BB-6380-3CC3-5246-4689D60D1D2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414720" y="806880"/>
                  <a:ext cx="17424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035D5C7-CA2F-D61C-0E4C-EE3BD1432612}"/>
                    </a:ext>
                  </a:extLst>
                </p14:cNvPr>
                <p14:cNvContentPartPr/>
                <p14:nvPr/>
              </p14:nvContentPartPr>
              <p14:xfrm>
                <a:off x="6618480" y="733440"/>
                <a:ext cx="72360" cy="2239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035D5C7-CA2F-D61C-0E4C-EE3BD143261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600840" y="715800"/>
                  <a:ext cx="1080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D94333F-A327-ECA1-1F16-FE07CEEDF1A5}"/>
                    </a:ext>
                  </a:extLst>
                </p14:cNvPr>
                <p14:cNvContentPartPr/>
                <p14:nvPr/>
              </p14:nvContentPartPr>
              <p14:xfrm>
                <a:off x="6734040" y="710040"/>
                <a:ext cx="115200" cy="2041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D94333F-A327-ECA1-1F16-FE07CEEDF1A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716400" y="692400"/>
                  <a:ext cx="1508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8C091E6-0409-C054-B02A-8EA212C1EE73}"/>
                    </a:ext>
                  </a:extLst>
                </p14:cNvPr>
                <p14:cNvContentPartPr/>
                <p14:nvPr/>
              </p14:nvContentPartPr>
              <p14:xfrm>
                <a:off x="6898200" y="695280"/>
                <a:ext cx="77040" cy="1249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8C091E6-0409-C054-B02A-8EA212C1EE7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880200" y="677640"/>
                  <a:ext cx="11268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222EC69-3E16-F024-148E-149BC17D2D82}"/>
                    </a:ext>
                  </a:extLst>
                </p14:cNvPr>
                <p14:cNvContentPartPr/>
                <p14:nvPr/>
              </p14:nvContentPartPr>
              <p14:xfrm>
                <a:off x="6948240" y="624360"/>
                <a:ext cx="105840" cy="892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222EC69-3E16-F024-148E-149BC17D2D8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930600" y="606360"/>
                  <a:ext cx="1414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96A5B55-94F5-7FDB-D07D-F10C65A26C0A}"/>
                    </a:ext>
                  </a:extLst>
                </p14:cNvPr>
                <p14:cNvContentPartPr/>
                <p14:nvPr/>
              </p14:nvContentPartPr>
              <p14:xfrm>
                <a:off x="7129320" y="673320"/>
                <a:ext cx="102960" cy="745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96A5B55-94F5-7FDB-D07D-F10C65A26C0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111680" y="655320"/>
                  <a:ext cx="1386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9E8E7C7-9290-B0C4-AE1C-A7720A82CFEC}"/>
                    </a:ext>
                  </a:extLst>
                </p14:cNvPr>
                <p14:cNvContentPartPr/>
                <p14:nvPr/>
              </p14:nvContentPartPr>
              <p14:xfrm>
                <a:off x="7220760" y="693840"/>
                <a:ext cx="27360" cy="1886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9E8E7C7-9290-B0C4-AE1C-A7720A82CFE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202760" y="675840"/>
                  <a:ext cx="6300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8805F7B-F725-97C0-9E40-0B13F9F317F5}"/>
                    </a:ext>
                  </a:extLst>
                </p14:cNvPr>
                <p14:cNvContentPartPr/>
                <p14:nvPr/>
              </p14:nvContentPartPr>
              <p14:xfrm>
                <a:off x="4037640" y="912720"/>
                <a:ext cx="157320" cy="2127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8805F7B-F725-97C0-9E40-0B13F9F317F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019640" y="895080"/>
                  <a:ext cx="19296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5DBB7E5-958D-9DC5-4CC3-A734C572AB03}"/>
                    </a:ext>
                  </a:extLst>
                </p14:cNvPr>
                <p14:cNvContentPartPr/>
                <p14:nvPr/>
              </p14:nvContentPartPr>
              <p14:xfrm>
                <a:off x="4302600" y="990840"/>
                <a:ext cx="62640" cy="1641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5DBB7E5-958D-9DC5-4CC3-A734C572AB0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284600" y="972840"/>
                  <a:ext cx="98280" cy="19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0E34C7EC-A73F-D90B-2D9D-5B2D294A241F}"/>
              </a:ext>
            </a:extLst>
          </p:cNvPr>
          <p:cNvGrpSpPr/>
          <p:nvPr/>
        </p:nvGrpSpPr>
        <p:grpSpPr>
          <a:xfrm>
            <a:off x="7477440" y="210360"/>
            <a:ext cx="4212360" cy="1168920"/>
            <a:chOff x="7477440" y="210360"/>
            <a:chExt cx="4212360" cy="116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A3DC26A-0054-B6B4-9FA9-E048FCFD53D5}"/>
                    </a:ext>
                  </a:extLst>
                </p14:cNvPr>
                <p14:cNvContentPartPr/>
                <p14:nvPr/>
              </p14:nvContentPartPr>
              <p14:xfrm>
                <a:off x="7906560" y="289920"/>
                <a:ext cx="50760" cy="4179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A3DC26A-0054-B6B4-9FA9-E048FCFD53D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888560" y="271920"/>
                  <a:ext cx="86400" cy="45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20401F9-4C9F-7A53-5027-E80457B51019}"/>
                    </a:ext>
                  </a:extLst>
                </p14:cNvPr>
                <p14:cNvContentPartPr/>
                <p14:nvPr/>
              </p14:nvContentPartPr>
              <p14:xfrm>
                <a:off x="7747800" y="721560"/>
                <a:ext cx="418680" cy="216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20401F9-4C9F-7A53-5027-E80457B5101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729800" y="703560"/>
                  <a:ext cx="4543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46E0C61A-A17C-BC56-69D7-C98E19328B76}"/>
                    </a:ext>
                  </a:extLst>
                </p14:cNvPr>
                <p14:cNvContentPartPr/>
                <p14:nvPr/>
              </p14:nvContentPartPr>
              <p14:xfrm>
                <a:off x="7942560" y="842880"/>
                <a:ext cx="67320" cy="151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46E0C61A-A17C-BC56-69D7-C98E19328B7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924560" y="825240"/>
                  <a:ext cx="10296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316B290-E30B-9A18-0F67-D6424CAC37AB}"/>
                    </a:ext>
                  </a:extLst>
                </p14:cNvPr>
                <p14:cNvContentPartPr/>
                <p14:nvPr/>
              </p14:nvContentPartPr>
              <p14:xfrm>
                <a:off x="7952640" y="863760"/>
                <a:ext cx="66240" cy="4708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316B290-E30B-9A18-0F67-D6424CAC37A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934640" y="845760"/>
                  <a:ext cx="101880" cy="50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0DEE056-D4AB-332D-94C0-2806EB93C4F7}"/>
                    </a:ext>
                  </a:extLst>
                </p14:cNvPr>
                <p14:cNvContentPartPr/>
                <p14:nvPr/>
              </p14:nvContentPartPr>
              <p14:xfrm>
                <a:off x="7909440" y="210360"/>
                <a:ext cx="892440" cy="939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0DEE056-D4AB-332D-94C0-2806EB93C4F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891800" y="192720"/>
                  <a:ext cx="92808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D7C4673-F753-8F04-B15F-6566882C664F}"/>
                    </a:ext>
                  </a:extLst>
                </p14:cNvPr>
                <p14:cNvContentPartPr/>
                <p14:nvPr/>
              </p14:nvContentPartPr>
              <p14:xfrm>
                <a:off x="8756160" y="224760"/>
                <a:ext cx="15840" cy="3733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D7C4673-F753-8F04-B15F-6566882C664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738520" y="207120"/>
                  <a:ext cx="5148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E91333E-246C-7C87-09FE-4A81C18737F2}"/>
                    </a:ext>
                  </a:extLst>
                </p14:cNvPr>
                <p14:cNvContentPartPr/>
                <p14:nvPr/>
              </p14:nvContentPartPr>
              <p14:xfrm>
                <a:off x="7921680" y="620760"/>
                <a:ext cx="1028160" cy="7585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E91333E-246C-7C87-09FE-4A81C18737F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903680" y="603120"/>
                  <a:ext cx="1063800" cy="79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79BE23C-0F3F-3535-DF7A-57EDF796B42E}"/>
                    </a:ext>
                  </a:extLst>
                </p14:cNvPr>
                <p14:cNvContentPartPr/>
                <p14:nvPr/>
              </p14:nvContentPartPr>
              <p14:xfrm>
                <a:off x="8963880" y="460560"/>
                <a:ext cx="235800" cy="3888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79BE23C-0F3F-3535-DF7A-57EDF796B42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945880" y="442920"/>
                  <a:ext cx="27144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31A8CA4-B029-D741-4E2F-3016931B4809}"/>
                    </a:ext>
                  </a:extLst>
                </p14:cNvPr>
                <p14:cNvContentPartPr/>
                <p14:nvPr/>
              </p14:nvContentPartPr>
              <p14:xfrm>
                <a:off x="9156840" y="593760"/>
                <a:ext cx="63360" cy="1677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31A8CA4-B029-D741-4E2F-3016931B480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139200" y="575760"/>
                  <a:ext cx="990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BE86474-2995-686C-5E7C-264A57C3579C}"/>
                    </a:ext>
                  </a:extLst>
                </p14:cNvPr>
                <p14:cNvContentPartPr/>
                <p14:nvPr/>
              </p14:nvContentPartPr>
              <p14:xfrm>
                <a:off x="9129840" y="553440"/>
                <a:ext cx="167400" cy="1332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BE86474-2995-686C-5E7C-264A57C3579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112200" y="535800"/>
                  <a:ext cx="2030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4389346-980A-B1D0-067C-18B882D12414}"/>
                    </a:ext>
                  </a:extLst>
                </p14:cNvPr>
                <p14:cNvContentPartPr/>
                <p14:nvPr/>
              </p14:nvContentPartPr>
              <p14:xfrm>
                <a:off x="9393000" y="657480"/>
                <a:ext cx="46800" cy="1310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4389346-980A-B1D0-067C-18B882D1241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375000" y="639480"/>
                  <a:ext cx="824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37D9094-B3B1-DA5C-D075-EDE03DD2E01F}"/>
                    </a:ext>
                  </a:extLst>
                </p14:cNvPr>
                <p14:cNvContentPartPr/>
                <p14:nvPr/>
              </p14:nvContentPartPr>
              <p14:xfrm>
                <a:off x="9519000" y="576840"/>
                <a:ext cx="138600" cy="374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37D9094-B3B1-DA5C-D075-EDE03DD2E01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501360" y="558840"/>
                  <a:ext cx="1742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BD2D745-87E8-33D5-A517-0B3A421639F1}"/>
                    </a:ext>
                  </a:extLst>
                </p14:cNvPr>
                <p14:cNvContentPartPr/>
                <p14:nvPr/>
              </p14:nvContentPartPr>
              <p14:xfrm>
                <a:off x="9576600" y="530040"/>
                <a:ext cx="45360" cy="1756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BD2D745-87E8-33D5-A517-0B3A421639F1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558960" y="512400"/>
                  <a:ext cx="810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1A414CD-70A2-2525-45C1-C07EB8BB03E1}"/>
                    </a:ext>
                  </a:extLst>
                </p14:cNvPr>
                <p14:cNvContentPartPr/>
                <p14:nvPr/>
              </p14:nvContentPartPr>
              <p14:xfrm>
                <a:off x="9711960" y="500160"/>
                <a:ext cx="29520" cy="1382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1A414CD-70A2-2525-45C1-C07EB8BB03E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694320" y="482520"/>
                  <a:ext cx="651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A1A40D2-E7F2-D2D7-B5F5-ECC2D8B0ABCD}"/>
                    </a:ext>
                  </a:extLst>
                </p14:cNvPr>
                <p14:cNvContentPartPr/>
                <p14:nvPr/>
              </p14:nvContentPartPr>
              <p14:xfrm>
                <a:off x="9677400" y="466680"/>
                <a:ext cx="127080" cy="1231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A1A40D2-E7F2-D2D7-B5F5-ECC2D8B0ABC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659400" y="449040"/>
                  <a:ext cx="1627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B98AAE6-57E0-3ABF-89B0-D37F3ADF505A}"/>
                    </a:ext>
                  </a:extLst>
                </p14:cNvPr>
                <p14:cNvContentPartPr/>
                <p14:nvPr/>
              </p14:nvContentPartPr>
              <p14:xfrm>
                <a:off x="9878280" y="602760"/>
                <a:ext cx="70920" cy="943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B98AAE6-57E0-3ABF-89B0-D37F3ADF505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860280" y="584760"/>
                  <a:ext cx="1065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ED0E2F5-4CF0-B65B-902C-152DAB942E94}"/>
                    </a:ext>
                  </a:extLst>
                </p14:cNvPr>
                <p14:cNvContentPartPr/>
                <p14:nvPr/>
              </p14:nvContentPartPr>
              <p14:xfrm>
                <a:off x="9959640" y="433560"/>
                <a:ext cx="146160" cy="3906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ED0E2F5-4CF0-B65B-902C-152DAB942E9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942000" y="415920"/>
                  <a:ext cx="181800" cy="42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7BCE592-14B4-41F7-7F3A-DF4DD81A266A}"/>
                    </a:ext>
                  </a:extLst>
                </p14:cNvPr>
                <p14:cNvContentPartPr/>
                <p14:nvPr/>
              </p14:nvContentPartPr>
              <p14:xfrm>
                <a:off x="10200120" y="507360"/>
                <a:ext cx="41400" cy="2318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7BCE592-14B4-41F7-7F3A-DF4DD81A266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182120" y="489360"/>
                  <a:ext cx="7704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712EB68-5F46-B392-F8C8-6F5083F46E82}"/>
                    </a:ext>
                  </a:extLst>
                </p14:cNvPr>
                <p14:cNvContentPartPr/>
                <p14:nvPr/>
              </p14:nvContentPartPr>
              <p14:xfrm>
                <a:off x="10314240" y="494040"/>
                <a:ext cx="71280" cy="2185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712EB68-5F46-B392-F8C8-6F5083F46E8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296600" y="476400"/>
                  <a:ext cx="10692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85FA914-EE11-72EE-7A08-24A7E4A50A82}"/>
                    </a:ext>
                  </a:extLst>
                </p14:cNvPr>
                <p14:cNvContentPartPr/>
                <p14:nvPr/>
              </p14:nvContentPartPr>
              <p14:xfrm>
                <a:off x="10471200" y="869160"/>
                <a:ext cx="147960" cy="3859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85FA914-EE11-72EE-7A08-24A7E4A50A8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453200" y="851160"/>
                  <a:ext cx="18360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E4AE486-A248-20DC-6C96-162AAE4C0ECA}"/>
                    </a:ext>
                  </a:extLst>
                </p14:cNvPr>
                <p14:cNvContentPartPr/>
                <p14:nvPr/>
              </p14:nvContentPartPr>
              <p14:xfrm>
                <a:off x="10666320" y="1032240"/>
                <a:ext cx="69480" cy="2070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E4AE486-A248-20DC-6C96-162AAE4C0EC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648320" y="1014600"/>
                  <a:ext cx="1051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5829C60-DC62-FD97-658B-2AB12B6DA7F3}"/>
                    </a:ext>
                  </a:extLst>
                </p14:cNvPr>
                <p14:cNvContentPartPr/>
                <p14:nvPr/>
              </p14:nvContentPartPr>
              <p14:xfrm>
                <a:off x="10652280" y="960240"/>
                <a:ext cx="123480" cy="1501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5829C60-DC62-FD97-658B-2AB12B6DA7F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634280" y="942600"/>
                  <a:ext cx="1591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7525C01-35D7-8686-1712-2527279B7F34}"/>
                    </a:ext>
                  </a:extLst>
                </p14:cNvPr>
                <p14:cNvContentPartPr/>
                <p14:nvPr/>
              </p14:nvContentPartPr>
              <p14:xfrm>
                <a:off x="10852080" y="1065000"/>
                <a:ext cx="103320" cy="2102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7525C01-35D7-8686-1712-2527279B7F3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834440" y="1047000"/>
                  <a:ext cx="13896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0DA6A7F-0C21-86BC-009E-24FADFD8FC92}"/>
                    </a:ext>
                  </a:extLst>
                </p14:cNvPr>
                <p14:cNvContentPartPr/>
                <p14:nvPr/>
              </p14:nvContentPartPr>
              <p14:xfrm>
                <a:off x="11004720" y="1020360"/>
                <a:ext cx="33120" cy="1479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0DA6A7F-0C21-86BC-009E-24FADFD8FC9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986720" y="1002360"/>
                  <a:ext cx="687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871EFDB-966C-6BE7-A416-9136FB3EC287}"/>
                    </a:ext>
                  </a:extLst>
                </p14:cNvPr>
                <p14:cNvContentPartPr/>
                <p14:nvPr/>
              </p14:nvContentPartPr>
              <p14:xfrm>
                <a:off x="11074560" y="1018200"/>
                <a:ext cx="70200" cy="1465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871EFDB-966C-6BE7-A416-9136FB3EC28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1056560" y="1000560"/>
                  <a:ext cx="10584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EAA3F04-F0CD-465C-F03E-C64ED74BB5AC}"/>
                    </a:ext>
                  </a:extLst>
                </p14:cNvPr>
                <p14:cNvContentPartPr/>
                <p14:nvPr/>
              </p14:nvContentPartPr>
              <p14:xfrm>
                <a:off x="11225040" y="1000560"/>
                <a:ext cx="86040" cy="1605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EAA3F04-F0CD-465C-F03E-C64ED74BB5A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1207040" y="982920"/>
                  <a:ext cx="1216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BF56789-D0B9-7A9D-11A9-F8B37F82B5F7}"/>
                    </a:ext>
                  </a:extLst>
                </p14:cNvPr>
                <p14:cNvContentPartPr/>
                <p14:nvPr/>
              </p14:nvContentPartPr>
              <p14:xfrm>
                <a:off x="11246640" y="955200"/>
                <a:ext cx="128520" cy="1177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BF56789-D0B9-7A9D-11A9-F8B37F82B5F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229000" y="937200"/>
                  <a:ext cx="1641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28A968D-9EBA-02DC-CE44-BB49A648D769}"/>
                    </a:ext>
                  </a:extLst>
                </p14:cNvPr>
                <p14:cNvContentPartPr/>
                <p14:nvPr/>
              </p14:nvContentPartPr>
              <p14:xfrm>
                <a:off x="11394240" y="1066440"/>
                <a:ext cx="109080" cy="1080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28A968D-9EBA-02DC-CE44-BB49A648D76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1376600" y="1048800"/>
                  <a:ext cx="1447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0A58A27-2CCD-EC98-70C7-307C94C7ABEC}"/>
                    </a:ext>
                  </a:extLst>
                </p14:cNvPr>
                <p14:cNvContentPartPr/>
                <p14:nvPr/>
              </p14:nvContentPartPr>
              <p14:xfrm>
                <a:off x="11492160" y="1074360"/>
                <a:ext cx="34920" cy="1267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0A58A27-2CCD-EC98-70C7-307C94C7ABE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1474160" y="1056360"/>
                  <a:ext cx="705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34474A7-2491-E672-8F0C-0DDA074E77B1}"/>
                    </a:ext>
                  </a:extLst>
                </p14:cNvPr>
                <p14:cNvContentPartPr/>
                <p14:nvPr/>
              </p14:nvContentPartPr>
              <p14:xfrm>
                <a:off x="11518080" y="944400"/>
                <a:ext cx="171720" cy="2282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34474A7-2491-E672-8F0C-0DDA074E77B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1500080" y="926400"/>
                  <a:ext cx="20736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0269591-7A2D-1B3C-7C20-27F685E8E274}"/>
                    </a:ext>
                  </a:extLst>
                </p14:cNvPr>
                <p14:cNvContentPartPr/>
                <p14:nvPr/>
              </p14:nvContentPartPr>
              <p14:xfrm>
                <a:off x="7477440" y="905160"/>
                <a:ext cx="150840" cy="1598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0269591-7A2D-1B3C-7C20-27F685E8E274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459440" y="887160"/>
                  <a:ext cx="1864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BE351B1-7EB2-3FE2-BE7A-A2DA6D85D7F2}"/>
                    </a:ext>
                  </a:extLst>
                </p14:cNvPr>
                <p14:cNvContentPartPr/>
                <p14:nvPr/>
              </p14:nvContentPartPr>
              <p14:xfrm>
                <a:off x="7736640" y="975000"/>
                <a:ext cx="81000" cy="2178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BE351B1-7EB2-3FE2-BE7A-A2DA6D85D7F2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719000" y="957360"/>
                  <a:ext cx="116640" cy="25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B28256A5-A5AA-B65F-D97D-33D39E785F3F}"/>
              </a:ext>
            </a:extLst>
          </p:cNvPr>
          <p:cNvGrpSpPr/>
          <p:nvPr/>
        </p:nvGrpSpPr>
        <p:grpSpPr>
          <a:xfrm>
            <a:off x="296880" y="428520"/>
            <a:ext cx="2731320" cy="1566360"/>
            <a:chOff x="296880" y="428520"/>
            <a:chExt cx="2731320" cy="156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BF6DFCF1-A396-1FED-5AD5-779FD7B0FC7B}"/>
                    </a:ext>
                  </a:extLst>
                </p14:cNvPr>
                <p14:cNvContentPartPr/>
                <p14:nvPr/>
              </p14:nvContentPartPr>
              <p14:xfrm>
                <a:off x="296880" y="1426800"/>
                <a:ext cx="316440" cy="2206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BF6DFCF1-A396-1FED-5AD5-779FD7B0FC7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79240" y="1408800"/>
                  <a:ext cx="35208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6BBCA438-7173-A1AC-4511-9B8EACBD21CE}"/>
                    </a:ext>
                  </a:extLst>
                </p14:cNvPr>
                <p14:cNvContentPartPr/>
                <p14:nvPr/>
              </p14:nvContentPartPr>
              <p14:xfrm>
                <a:off x="584880" y="1143120"/>
                <a:ext cx="394920" cy="2952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6BBCA438-7173-A1AC-4511-9B8EACBD21CE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67240" y="1125120"/>
                  <a:ext cx="43056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22ED10C-3E7F-8060-517E-8AC47B13FF68}"/>
                    </a:ext>
                  </a:extLst>
                </p14:cNvPr>
                <p14:cNvContentPartPr/>
                <p14:nvPr/>
              </p14:nvContentPartPr>
              <p14:xfrm>
                <a:off x="995280" y="1060680"/>
                <a:ext cx="222120" cy="1670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22ED10C-3E7F-8060-517E-8AC47B13FF68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77640" y="1043040"/>
                  <a:ext cx="2577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0236F44A-2CD2-5C98-A206-28ECFCB4C303}"/>
                    </a:ext>
                  </a:extLst>
                </p14:cNvPr>
                <p14:cNvContentPartPr/>
                <p14:nvPr/>
              </p14:nvContentPartPr>
              <p14:xfrm>
                <a:off x="1284360" y="688080"/>
                <a:ext cx="374760" cy="3459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0236F44A-2CD2-5C98-A206-28ECFCB4C30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266360" y="670080"/>
                  <a:ext cx="41040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CC3F3CFF-C026-C855-50D7-CEC85944936A}"/>
                    </a:ext>
                  </a:extLst>
                </p14:cNvPr>
                <p14:cNvContentPartPr/>
                <p14:nvPr/>
              </p14:nvContentPartPr>
              <p14:xfrm>
                <a:off x="1701600" y="428520"/>
                <a:ext cx="392400" cy="3060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CC3F3CFF-C026-C855-50D7-CEC85944936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683960" y="410520"/>
                  <a:ext cx="42804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4C2684A7-CB12-E6EA-ACA3-1FC111BEFA28}"/>
                    </a:ext>
                  </a:extLst>
                </p14:cNvPr>
                <p14:cNvContentPartPr/>
                <p14:nvPr/>
              </p14:nvContentPartPr>
              <p14:xfrm>
                <a:off x="421440" y="854400"/>
                <a:ext cx="175320" cy="1944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4C2684A7-CB12-E6EA-ACA3-1FC111BEFA2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03800" y="836400"/>
                  <a:ext cx="21096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5EB944F4-9008-7465-5619-CA95D2A13FDE}"/>
                    </a:ext>
                  </a:extLst>
                </p14:cNvPr>
                <p14:cNvContentPartPr/>
                <p14:nvPr/>
              </p14:nvContentPartPr>
              <p14:xfrm>
                <a:off x="501720" y="758640"/>
                <a:ext cx="155520" cy="1494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5EB944F4-9008-7465-5619-CA95D2A13FDE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84080" y="740640"/>
                  <a:ext cx="1911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2264B18E-7D46-EA5D-5CEB-C102E08E81F1}"/>
                    </a:ext>
                  </a:extLst>
                </p14:cNvPr>
                <p14:cNvContentPartPr/>
                <p14:nvPr/>
              </p14:nvContentPartPr>
              <p14:xfrm>
                <a:off x="768480" y="824160"/>
                <a:ext cx="91080" cy="1069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2264B18E-7D46-EA5D-5CEB-C102E08E81F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50480" y="806160"/>
                  <a:ext cx="1267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D51BBEB4-E17A-E5FF-50DE-C8DB2962D833}"/>
                    </a:ext>
                  </a:extLst>
                </p14:cNvPr>
                <p14:cNvContentPartPr/>
                <p14:nvPr/>
              </p14:nvContentPartPr>
              <p14:xfrm>
                <a:off x="1038480" y="643800"/>
                <a:ext cx="91800" cy="1288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D51BBEB4-E17A-E5FF-50DE-C8DB2962D83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20480" y="626160"/>
                  <a:ext cx="1274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D771C867-BBFD-1385-DF3A-49E8A5C03910}"/>
                    </a:ext>
                  </a:extLst>
                </p14:cNvPr>
                <p14:cNvContentPartPr/>
                <p14:nvPr/>
              </p14:nvContentPartPr>
              <p14:xfrm>
                <a:off x="1001760" y="534000"/>
                <a:ext cx="173880" cy="1119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D771C867-BBFD-1385-DF3A-49E8A5C0391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84120" y="516000"/>
                  <a:ext cx="2095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A372C09-595F-A15D-AC01-13A4DD2974F8}"/>
                    </a:ext>
                  </a:extLst>
                </p14:cNvPr>
                <p14:cNvContentPartPr/>
                <p14:nvPr/>
              </p14:nvContentPartPr>
              <p14:xfrm>
                <a:off x="1299840" y="498720"/>
                <a:ext cx="175680" cy="925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A372C09-595F-A15D-AC01-13A4DD2974F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282200" y="481080"/>
                  <a:ext cx="2113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AADB400D-F974-F0E4-9DDF-E489DB1B2EC4}"/>
                    </a:ext>
                  </a:extLst>
                </p14:cNvPr>
                <p14:cNvContentPartPr/>
                <p14:nvPr/>
              </p14:nvContentPartPr>
              <p14:xfrm>
                <a:off x="811680" y="1807320"/>
                <a:ext cx="156600" cy="1875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AADB400D-F974-F0E4-9DDF-E489DB1B2EC4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94040" y="1789320"/>
                  <a:ext cx="1922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B6B72590-0B3C-534A-F7BA-9DECCDAE3B08}"/>
                    </a:ext>
                  </a:extLst>
                </p14:cNvPr>
                <p14:cNvContentPartPr/>
                <p14:nvPr/>
              </p14:nvContentPartPr>
              <p14:xfrm>
                <a:off x="830760" y="1688880"/>
                <a:ext cx="183960" cy="1562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B6B72590-0B3C-534A-F7BA-9DECCDAE3B08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13120" y="1670880"/>
                  <a:ext cx="2196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FD48C6F-8DD4-CF18-375E-7734DE271B91}"/>
                    </a:ext>
                  </a:extLst>
                </p14:cNvPr>
                <p14:cNvContentPartPr/>
                <p14:nvPr/>
              </p14:nvContentPartPr>
              <p14:xfrm>
                <a:off x="1154040" y="1702200"/>
                <a:ext cx="79560" cy="1533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FD48C6F-8DD4-CF18-375E-7734DE271B91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136040" y="1684200"/>
                  <a:ext cx="1152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AD50BAFC-26A6-94C6-2D6C-46B6C6A439B8}"/>
                    </a:ext>
                  </a:extLst>
                </p14:cNvPr>
                <p14:cNvContentPartPr/>
                <p14:nvPr/>
              </p14:nvContentPartPr>
              <p14:xfrm>
                <a:off x="1278960" y="1657200"/>
                <a:ext cx="105480" cy="1353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AD50BAFC-26A6-94C6-2D6C-46B6C6A439B8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261320" y="1639200"/>
                  <a:ext cx="1411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7DA46AA9-4804-9B58-9FD5-E0AA1371A3A1}"/>
                    </a:ext>
                  </a:extLst>
                </p14:cNvPr>
                <p14:cNvContentPartPr/>
                <p14:nvPr/>
              </p14:nvContentPartPr>
              <p14:xfrm>
                <a:off x="1404960" y="1593120"/>
                <a:ext cx="83880" cy="925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7DA46AA9-4804-9B58-9FD5-E0AA1371A3A1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386960" y="1575120"/>
                  <a:ext cx="1195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E6AD67C-4ABD-5CCE-A721-5A927FA3864C}"/>
                    </a:ext>
                  </a:extLst>
                </p14:cNvPr>
                <p14:cNvContentPartPr/>
                <p14:nvPr/>
              </p14:nvContentPartPr>
              <p14:xfrm>
                <a:off x="1528800" y="1522200"/>
                <a:ext cx="40680" cy="1069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E6AD67C-4ABD-5CCE-A721-5A927FA3864C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510800" y="1504560"/>
                  <a:ext cx="763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9A4C850F-6777-C8DF-FD0D-65E71E406EF9}"/>
                    </a:ext>
                  </a:extLst>
                </p14:cNvPr>
                <p14:cNvContentPartPr/>
                <p14:nvPr/>
              </p14:nvContentPartPr>
              <p14:xfrm>
                <a:off x="1494240" y="1432200"/>
                <a:ext cx="13680" cy="162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9A4C850F-6777-C8DF-FD0D-65E71E406EF9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476240" y="1414560"/>
                  <a:ext cx="493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C3F8B5CC-0974-C7EE-D145-0C34E4265CA0}"/>
                    </a:ext>
                  </a:extLst>
                </p14:cNvPr>
                <p14:cNvContentPartPr/>
                <p14:nvPr/>
              </p14:nvContentPartPr>
              <p14:xfrm>
                <a:off x="1636440" y="1432200"/>
                <a:ext cx="77760" cy="1195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C3F8B5CC-0974-C7EE-D145-0C34E4265CA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618440" y="1414200"/>
                  <a:ext cx="11340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8CB53265-E814-2AE7-7B82-FC301F12E0F6}"/>
                    </a:ext>
                  </a:extLst>
                </p14:cNvPr>
                <p14:cNvContentPartPr/>
                <p14:nvPr/>
              </p14:nvContentPartPr>
              <p14:xfrm>
                <a:off x="1785480" y="1355520"/>
                <a:ext cx="71640" cy="1238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8CB53265-E814-2AE7-7B82-FC301F12E0F6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767840" y="1337520"/>
                  <a:ext cx="1072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E8788370-A9FB-D309-DCD9-2295382A6E39}"/>
                    </a:ext>
                  </a:extLst>
                </p14:cNvPr>
                <p14:cNvContentPartPr/>
                <p14:nvPr/>
              </p14:nvContentPartPr>
              <p14:xfrm>
                <a:off x="1892040" y="1237080"/>
                <a:ext cx="26280" cy="349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E8788370-A9FB-D309-DCD9-2295382A6E39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874400" y="1219440"/>
                  <a:ext cx="619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029D76DA-329B-2D60-FFEA-2BF4A6A61A96}"/>
                    </a:ext>
                  </a:extLst>
                </p14:cNvPr>
                <p14:cNvContentPartPr/>
                <p14:nvPr/>
              </p14:nvContentPartPr>
              <p14:xfrm>
                <a:off x="1928400" y="1240680"/>
                <a:ext cx="52920" cy="482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029D76DA-329B-2D60-FFEA-2BF4A6A61A96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910400" y="1222680"/>
                  <a:ext cx="8856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0599CB3B-912D-68C8-561E-35B973EE512C}"/>
                    </a:ext>
                  </a:extLst>
                </p14:cNvPr>
                <p14:cNvContentPartPr/>
                <p14:nvPr/>
              </p14:nvContentPartPr>
              <p14:xfrm>
                <a:off x="2053680" y="1024320"/>
                <a:ext cx="108360" cy="1648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0599CB3B-912D-68C8-561E-35B973EE512C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036040" y="1006320"/>
                  <a:ext cx="1440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46277D23-119F-8797-A8BC-C846892AD46A}"/>
                    </a:ext>
                  </a:extLst>
                </p14:cNvPr>
                <p14:cNvContentPartPr/>
                <p14:nvPr/>
              </p14:nvContentPartPr>
              <p14:xfrm>
                <a:off x="2047560" y="936840"/>
                <a:ext cx="159480" cy="1396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46277D23-119F-8797-A8BC-C846892AD46A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2029560" y="918840"/>
                  <a:ext cx="1951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1BA14B43-D147-B33D-DAE2-8CA89092948B}"/>
                    </a:ext>
                  </a:extLst>
                </p14:cNvPr>
                <p14:cNvContentPartPr/>
                <p14:nvPr/>
              </p14:nvContentPartPr>
              <p14:xfrm>
                <a:off x="2289480" y="976800"/>
                <a:ext cx="92520" cy="871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1BA14B43-D147-B33D-DAE2-8CA89092948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271480" y="959160"/>
                  <a:ext cx="1281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532B5FD-5C67-9689-20AE-92A00914355E}"/>
                    </a:ext>
                  </a:extLst>
                </p14:cNvPr>
                <p14:cNvContentPartPr/>
                <p14:nvPr/>
              </p14:nvContentPartPr>
              <p14:xfrm>
                <a:off x="2413320" y="801480"/>
                <a:ext cx="83160" cy="903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532B5FD-5C67-9689-20AE-92A00914355E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395680" y="783840"/>
                  <a:ext cx="1188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E95C556-ACF9-B8BB-FCC0-3725A6AB86EE}"/>
                    </a:ext>
                  </a:extLst>
                </p14:cNvPr>
                <p14:cNvContentPartPr/>
                <p14:nvPr/>
              </p14:nvContentPartPr>
              <p14:xfrm>
                <a:off x="2440680" y="794280"/>
                <a:ext cx="87480" cy="979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E95C556-ACF9-B8BB-FCC0-3725A6AB86EE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423040" y="776280"/>
                  <a:ext cx="1231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B91EC586-AF4C-7E7C-E8A0-B150CC1AAE7A}"/>
                    </a:ext>
                  </a:extLst>
                </p14:cNvPr>
                <p14:cNvContentPartPr/>
                <p14:nvPr/>
              </p14:nvContentPartPr>
              <p14:xfrm>
                <a:off x="2657760" y="707160"/>
                <a:ext cx="113760" cy="1101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B91EC586-AF4C-7E7C-E8A0-B150CC1AAE7A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639760" y="689160"/>
                  <a:ext cx="1494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F045A70F-CA45-B746-C63E-CE3588B147C6}"/>
                    </a:ext>
                  </a:extLst>
                </p14:cNvPr>
                <p14:cNvContentPartPr/>
                <p14:nvPr/>
              </p14:nvContentPartPr>
              <p14:xfrm>
                <a:off x="2644800" y="609960"/>
                <a:ext cx="154080" cy="1368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F045A70F-CA45-B746-C63E-CE3588B147C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2626800" y="592320"/>
                  <a:ext cx="1897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2A26A55F-2AD5-70D6-9A24-6D04F0055A01}"/>
                    </a:ext>
                  </a:extLst>
                </p14:cNvPr>
                <p14:cNvContentPartPr/>
                <p14:nvPr/>
              </p14:nvContentPartPr>
              <p14:xfrm>
                <a:off x="2879520" y="665400"/>
                <a:ext cx="148680" cy="1119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2A26A55F-2AD5-70D6-9A24-6D04F0055A01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861520" y="647760"/>
                  <a:ext cx="184320" cy="14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11EF932E-2B10-B2B0-D070-A53D6F19E932}"/>
              </a:ext>
            </a:extLst>
          </p:cNvPr>
          <p:cNvGrpSpPr/>
          <p:nvPr/>
        </p:nvGrpSpPr>
        <p:grpSpPr>
          <a:xfrm>
            <a:off x="313080" y="4706400"/>
            <a:ext cx="3381120" cy="1986840"/>
            <a:chOff x="313080" y="4706400"/>
            <a:chExt cx="3381120" cy="198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4AAF119-0AFD-B7A5-4615-2DE90A512C36}"/>
                    </a:ext>
                  </a:extLst>
                </p14:cNvPr>
                <p14:cNvContentPartPr/>
                <p14:nvPr/>
              </p14:nvContentPartPr>
              <p14:xfrm>
                <a:off x="313080" y="5935800"/>
                <a:ext cx="243720" cy="2026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4AAF119-0AFD-B7A5-4615-2DE90A512C36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295080" y="5917800"/>
                  <a:ext cx="27936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A8992655-C912-C997-035A-F01C675EA2C2}"/>
                    </a:ext>
                  </a:extLst>
                </p14:cNvPr>
                <p14:cNvContentPartPr/>
                <p14:nvPr/>
              </p14:nvContentPartPr>
              <p14:xfrm>
                <a:off x="540960" y="5897640"/>
                <a:ext cx="46800" cy="100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A8992655-C912-C997-035A-F01C675EA2C2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22960" y="5879640"/>
                  <a:ext cx="824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E22B9E10-D34B-A938-0BAD-104D0930FBC5}"/>
                    </a:ext>
                  </a:extLst>
                </p14:cNvPr>
                <p14:cNvContentPartPr/>
                <p14:nvPr/>
              </p14:nvContentPartPr>
              <p14:xfrm>
                <a:off x="479040" y="5525400"/>
                <a:ext cx="186840" cy="3816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E22B9E10-D34B-A938-0BAD-104D0930FBC5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61400" y="5507760"/>
                  <a:ext cx="22248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4D0F4ADB-AE97-81C2-F18C-BFA0BC9FAC01}"/>
                    </a:ext>
                  </a:extLst>
                </p14:cNvPr>
                <p14:cNvContentPartPr/>
                <p14:nvPr/>
              </p14:nvContentPartPr>
              <p14:xfrm>
                <a:off x="645360" y="5240640"/>
                <a:ext cx="280080" cy="2109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4D0F4ADB-AE97-81C2-F18C-BFA0BC9FAC01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27720" y="5222640"/>
                  <a:ext cx="31572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E23284AC-8CD2-8496-20F6-209DC8693C7D}"/>
                    </a:ext>
                  </a:extLst>
                </p14:cNvPr>
                <p14:cNvContentPartPr/>
                <p14:nvPr/>
              </p14:nvContentPartPr>
              <p14:xfrm>
                <a:off x="936600" y="5012400"/>
                <a:ext cx="203400" cy="2545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E23284AC-8CD2-8496-20F6-209DC8693C7D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18960" y="4994760"/>
                  <a:ext cx="23904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4F822459-317A-85CA-52F4-432CA580A920}"/>
                    </a:ext>
                  </a:extLst>
                </p14:cNvPr>
                <p14:cNvContentPartPr/>
                <p14:nvPr/>
              </p14:nvContentPartPr>
              <p14:xfrm>
                <a:off x="701520" y="5883600"/>
                <a:ext cx="202320" cy="2217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4F822459-317A-85CA-52F4-432CA580A920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83520" y="5865960"/>
                  <a:ext cx="23796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037E36A-0647-1046-7601-17E0BB56A8F2}"/>
                    </a:ext>
                  </a:extLst>
                </p14:cNvPr>
                <p14:cNvContentPartPr/>
                <p14:nvPr/>
              </p14:nvContentPartPr>
              <p14:xfrm>
                <a:off x="899880" y="5847960"/>
                <a:ext cx="226800" cy="2145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037E36A-0647-1046-7601-17E0BB56A8F2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82240" y="5830320"/>
                  <a:ext cx="26244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EA979C3A-814E-1E60-F555-C0071A3692BB}"/>
                    </a:ext>
                  </a:extLst>
                </p14:cNvPr>
                <p14:cNvContentPartPr/>
                <p14:nvPr/>
              </p14:nvContentPartPr>
              <p14:xfrm>
                <a:off x="1111200" y="5612160"/>
                <a:ext cx="259560" cy="2221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EA979C3A-814E-1E60-F555-C0071A3692BB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093560" y="5594160"/>
                  <a:ext cx="29520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8DD09604-DEBB-C97B-22F2-977B85EEAE33}"/>
                    </a:ext>
                  </a:extLst>
                </p14:cNvPr>
                <p14:cNvContentPartPr/>
                <p14:nvPr/>
              </p14:nvContentPartPr>
              <p14:xfrm>
                <a:off x="1186440" y="4946880"/>
                <a:ext cx="411120" cy="7232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8DD09604-DEBB-C97B-22F2-977B85EEAE33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168440" y="4929240"/>
                  <a:ext cx="446760" cy="75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C353318C-2AF6-9C20-F5D1-0F1A42255346}"/>
                    </a:ext>
                  </a:extLst>
                </p14:cNvPr>
                <p14:cNvContentPartPr/>
                <p14:nvPr/>
              </p14:nvContentPartPr>
              <p14:xfrm>
                <a:off x="1415040" y="4706400"/>
                <a:ext cx="516960" cy="4518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C353318C-2AF6-9C20-F5D1-0F1A42255346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397040" y="4688760"/>
                  <a:ext cx="552600" cy="48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FA331065-2B36-C3FA-9BB0-A2543C3B6244}"/>
                    </a:ext>
                  </a:extLst>
                </p14:cNvPr>
                <p14:cNvContentPartPr/>
                <p14:nvPr/>
              </p14:nvContentPartPr>
              <p14:xfrm>
                <a:off x="429360" y="5051640"/>
                <a:ext cx="131760" cy="1213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FA331065-2B36-C3FA-9BB0-A2543C3B6244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11720" y="5034000"/>
                  <a:ext cx="1674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A55F7162-EB32-4894-80D3-7132281F9930}"/>
                    </a:ext>
                  </a:extLst>
                </p14:cNvPr>
                <p14:cNvContentPartPr/>
                <p14:nvPr/>
              </p14:nvContentPartPr>
              <p14:xfrm>
                <a:off x="390120" y="4894680"/>
                <a:ext cx="172080" cy="1630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A55F7162-EB32-4894-80D3-7132281F9930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372120" y="4877040"/>
                  <a:ext cx="2077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2A0B0A4B-EF15-08F7-842B-A6F48DE48CFB}"/>
                    </a:ext>
                  </a:extLst>
                </p14:cNvPr>
                <p14:cNvContentPartPr/>
                <p14:nvPr/>
              </p14:nvContentPartPr>
              <p14:xfrm>
                <a:off x="603600" y="4915560"/>
                <a:ext cx="140400" cy="1519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2A0B0A4B-EF15-08F7-842B-A6F48DE48CFB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585600" y="4897560"/>
                  <a:ext cx="1760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7527F28F-D6CF-0E22-3390-EB8E137D4F9B}"/>
                    </a:ext>
                  </a:extLst>
                </p14:cNvPr>
                <p14:cNvContentPartPr/>
                <p14:nvPr/>
              </p14:nvContentPartPr>
              <p14:xfrm>
                <a:off x="1326840" y="5845080"/>
                <a:ext cx="156240" cy="2199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7527F28F-D6CF-0E22-3390-EB8E137D4F9B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309200" y="5827440"/>
                  <a:ext cx="1918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DF7D7649-5332-F7C4-B9F0-5C9BD2803AE1}"/>
                    </a:ext>
                  </a:extLst>
                </p14:cNvPr>
                <p14:cNvContentPartPr/>
                <p14:nvPr/>
              </p14:nvContentPartPr>
              <p14:xfrm>
                <a:off x="1371120" y="5837520"/>
                <a:ext cx="134280" cy="12060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DF7D7649-5332-F7C4-B9F0-5C9BD2803AE1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353120" y="5819520"/>
                  <a:ext cx="1699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C85FFB64-DB26-F77D-6684-384A8CA09256}"/>
                    </a:ext>
                  </a:extLst>
                </p14:cNvPr>
                <p14:cNvContentPartPr/>
                <p14:nvPr/>
              </p14:nvContentPartPr>
              <p14:xfrm>
                <a:off x="1654080" y="5822760"/>
                <a:ext cx="6120" cy="1476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C85FFB64-DB26-F77D-6684-384A8CA09256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636080" y="5805120"/>
                  <a:ext cx="417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85C53AC3-D9EB-F6F8-60E8-469763D2CF07}"/>
                    </a:ext>
                  </a:extLst>
                </p14:cNvPr>
                <p14:cNvContentPartPr/>
                <p14:nvPr/>
              </p14:nvContentPartPr>
              <p14:xfrm>
                <a:off x="1637880" y="5796120"/>
                <a:ext cx="89280" cy="1555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85C53AC3-D9EB-F6F8-60E8-469763D2CF07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619880" y="5778120"/>
                  <a:ext cx="12492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EFBAA8E8-6DA5-5A18-0068-7C09D4995755}"/>
                    </a:ext>
                  </a:extLst>
                </p14:cNvPr>
                <p14:cNvContentPartPr/>
                <p14:nvPr/>
              </p14:nvContentPartPr>
              <p14:xfrm>
                <a:off x="1717440" y="5818080"/>
                <a:ext cx="105480" cy="1450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EFBAA8E8-6DA5-5A18-0068-7C09D4995755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699440" y="5800440"/>
                  <a:ext cx="1411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4DFBF019-0393-19C0-EF11-BEFBCCD0E02A}"/>
                    </a:ext>
                  </a:extLst>
                </p14:cNvPr>
                <p14:cNvContentPartPr/>
                <p14:nvPr/>
              </p14:nvContentPartPr>
              <p14:xfrm>
                <a:off x="1917960" y="6499920"/>
                <a:ext cx="140400" cy="1846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4DFBF019-0393-19C0-EF11-BEFBCCD0E02A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899960" y="6481920"/>
                  <a:ext cx="1760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32D92131-7480-0A62-D528-E7330661740C}"/>
                    </a:ext>
                  </a:extLst>
                </p14:cNvPr>
                <p14:cNvContentPartPr/>
                <p14:nvPr/>
              </p14:nvContentPartPr>
              <p14:xfrm>
                <a:off x="1911480" y="6439080"/>
                <a:ext cx="189000" cy="1389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32D92131-7480-0A62-D528-E7330661740C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893480" y="6421080"/>
                  <a:ext cx="2246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779E56C5-EEFC-2F27-E626-33872468C0C0}"/>
                    </a:ext>
                  </a:extLst>
                </p14:cNvPr>
                <p14:cNvContentPartPr/>
                <p14:nvPr/>
              </p14:nvContentPartPr>
              <p14:xfrm>
                <a:off x="2228280" y="6574800"/>
                <a:ext cx="88560" cy="1184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779E56C5-EEFC-2F27-E626-33872468C0C0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210280" y="6557160"/>
                  <a:ext cx="12420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B231E64A-5273-F90B-C55B-212E57CD1C56}"/>
                    </a:ext>
                  </a:extLst>
                </p14:cNvPr>
                <p14:cNvContentPartPr/>
                <p14:nvPr/>
              </p14:nvContentPartPr>
              <p14:xfrm>
                <a:off x="2245200" y="6524040"/>
                <a:ext cx="51840" cy="7200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B231E64A-5273-F90B-C55B-212E57CD1C56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227200" y="6506400"/>
                  <a:ext cx="874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22903552-9755-DE3E-D7F9-4873955A8CC3}"/>
                    </a:ext>
                  </a:extLst>
                </p14:cNvPr>
                <p14:cNvContentPartPr/>
                <p14:nvPr/>
              </p14:nvContentPartPr>
              <p14:xfrm>
                <a:off x="2332320" y="6504960"/>
                <a:ext cx="98640" cy="946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22903552-9755-DE3E-D7F9-4873955A8CC3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314680" y="6487320"/>
                  <a:ext cx="1342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12305AAC-E49D-837D-3A4F-69EA4DA36A76}"/>
                    </a:ext>
                  </a:extLst>
                </p14:cNvPr>
                <p14:cNvContentPartPr/>
                <p14:nvPr/>
              </p14:nvContentPartPr>
              <p14:xfrm>
                <a:off x="2455800" y="6422160"/>
                <a:ext cx="45360" cy="7452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12305AAC-E49D-837D-3A4F-69EA4DA36A76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2437800" y="6404160"/>
                  <a:ext cx="810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172EAD78-DF90-B574-6615-E83B393F6ADD}"/>
                    </a:ext>
                  </a:extLst>
                </p14:cNvPr>
                <p14:cNvContentPartPr/>
                <p14:nvPr/>
              </p14:nvContentPartPr>
              <p14:xfrm>
                <a:off x="2466960" y="6225960"/>
                <a:ext cx="29160" cy="4968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172EAD78-DF90-B574-6615-E83B393F6ADD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2448960" y="6207960"/>
                  <a:ext cx="648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35076F39-1B26-1CE1-3767-CE03C618C3A4}"/>
                    </a:ext>
                  </a:extLst>
                </p14:cNvPr>
                <p14:cNvContentPartPr/>
                <p14:nvPr/>
              </p14:nvContentPartPr>
              <p14:xfrm>
                <a:off x="2511240" y="6252600"/>
                <a:ext cx="28440" cy="417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35076F39-1B26-1CE1-3767-CE03C618C3A4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2493240" y="6234600"/>
                  <a:ext cx="640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70B6B1F9-9994-FCC6-3389-5987CDC0314E}"/>
                    </a:ext>
                  </a:extLst>
                </p14:cNvPr>
                <p14:cNvContentPartPr/>
                <p14:nvPr/>
              </p14:nvContentPartPr>
              <p14:xfrm>
                <a:off x="1640760" y="6130920"/>
                <a:ext cx="429480" cy="44604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70B6B1F9-9994-FCC6-3389-5987CDC0314E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622760" y="6113280"/>
                  <a:ext cx="465120" cy="48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81ED0B24-8612-8F72-6EB8-3304C36CFF2C}"/>
                    </a:ext>
                  </a:extLst>
                </p14:cNvPr>
                <p14:cNvContentPartPr/>
                <p14:nvPr/>
              </p14:nvContentPartPr>
              <p14:xfrm>
                <a:off x="1647960" y="6146040"/>
                <a:ext cx="92880" cy="1170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81ED0B24-8612-8F72-6EB8-3304C36CFF2C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630320" y="6128400"/>
                  <a:ext cx="1285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6CA09319-72B3-1839-10D0-A5AB88BAF2B4}"/>
                    </a:ext>
                  </a:extLst>
                </p14:cNvPr>
                <p14:cNvContentPartPr/>
                <p14:nvPr/>
              </p14:nvContentPartPr>
              <p14:xfrm>
                <a:off x="2434200" y="5712960"/>
                <a:ext cx="147600" cy="20700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6CA09319-72B3-1839-10D0-A5AB88BAF2B4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2416560" y="5695320"/>
                  <a:ext cx="1832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FAFFE111-2F8A-C4AE-D714-60DA120E1DFB}"/>
                    </a:ext>
                  </a:extLst>
                </p14:cNvPr>
                <p14:cNvContentPartPr/>
                <p14:nvPr/>
              </p14:nvContentPartPr>
              <p14:xfrm>
                <a:off x="2535720" y="5860200"/>
                <a:ext cx="206280" cy="1501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FAFFE111-2F8A-C4AE-D714-60DA120E1DFB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2518080" y="5842200"/>
                  <a:ext cx="2419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CD4FF18F-E6D6-A84D-0B16-79471332F089}"/>
                    </a:ext>
                  </a:extLst>
                </p14:cNvPr>
                <p14:cNvContentPartPr/>
                <p14:nvPr/>
              </p14:nvContentPartPr>
              <p14:xfrm>
                <a:off x="2720400" y="6143880"/>
                <a:ext cx="118800" cy="1627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CD4FF18F-E6D6-A84D-0B16-79471332F089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2702760" y="6126240"/>
                  <a:ext cx="1544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CD28B4E1-F52D-B7AB-1B4C-3326A05DC6E5}"/>
                    </a:ext>
                  </a:extLst>
                </p14:cNvPr>
                <p14:cNvContentPartPr/>
                <p14:nvPr/>
              </p14:nvContentPartPr>
              <p14:xfrm>
                <a:off x="2717880" y="6107160"/>
                <a:ext cx="209160" cy="856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CD28B4E1-F52D-B7AB-1B4C-3326A05DC6E5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2699880" y="6089520"/>
                  <a:ext cx="2448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A0337994-BEF0-B1BD-F9EE-9B701367A8E6}"/>
                    </a:ext>
                  </a:extLst>
                </p14:cNvPr>
                <p14:cNvContentPartPr/>
                <p14:nvPr/>
              </p14:nvContentPartPr>
              <p14:xfrm>
                <a:off x="2941440" y="6097440"/>
                <a:ext cx="110520" cy="1130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A0337994-BEF0-B1BD-F9EE-9B701367A8E6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2923440" y="6079440"/>
                  <a:ext cx="14616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AAD7CD52-7076-CBCE-F9DC-DA8948737C07}"/>
                    </a:ext>
                  </a:extLst>
                </p14:cNvPr>
                <p14:cNvContentPartPr/>
                <p14:nvPr/>
              </p14:nvContentPartPr>
              <p14:xfrm>
                <a:off x="2877720" y="5660040"/>
                <a:ext cx="103320" cy="687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AAD7CD52-7076-CBCE-F9DC-DA8948737C07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2859720" y="5642040"/>
                  <a:ext cx="1389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576A7793-F354-39F1-C1B9-DE73A2C137BD}"/>
                    </a:ext>
                  </a:extLst>
                </p14:cNvPr>
                <p14:cNvContentPartPr/>
                <p14:nvPr/>
              </p14:nvContentPartPr>
              <p14:xfrm>
                <a:off x="2902560" y="5612520"/>
                <a:ext cx="91080" cy="1443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576A7793-F354-39F1-C1B9-DE73A2C137BD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2884920" y="5594520"/>
                  <a:ext cx="1267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EA9A5B32-4F2F-2EE3-0E9B-84D34420FA25}"/>
                    </a:ext>
                  </a:extLst>
                </p14:cNvPr>
                <p14:cNvContentPartPr/>
                <p14:nvPr/>
              </p14:nvContentPartPr>
              <p14:xfrm>
                <a:off x="2989680" y="5429640"/>
                <a:ext cx="122400" cy="1900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EA9A5B32-4F2F-2EE3-0E9B-84D34420FA25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2971680" y="5412000"/>
                  <a:ext cx="1580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F92C9F23-37D2-5841-B63A-2E5F35E9204B}"/>
                    </a:ext>
                  </a:extLst>
                </p14:cNvPr>
                <p14:cNvContentPartPr/>
                <p14:nvPr/>
              </p14:nvContentPartPr>
              <p14:xfrm>
                <a:off x="3075720" y="5489760"/>
                <a:ext cx="247320" cy="21060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F92C9F23-37D2-5841-B63A-2E5F35E9204B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3058080" y="5472120"/>
                  <a:ext cx="28296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CF43EB9B-9D9E-CDEF-FE75-5AA9B01A01C3}"/>
                    </a:ext>
                  </a:extLst>
                </p14:cNvPr>
                <p14:cNvContentPartPr/>
                <p14:nvPr/>
              </p14:nvContentPartPr>
              <p14:xfrm>
                <a:off x="3257880" y="5822040"/>
                <a:ext cx="134640" cy="1465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CF43EB9B-9D9E-CDEF-FE75-5AA9B01A01C3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3240240" y="5804040"/>
                  <a:ext cx="1702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60F2B940-A79D-F2B6-1E86-90C0D321DCA8}"/>
                    </a:ext>
                  </a:extLst>
                </p14:cNvPr>
                <p14:cNvContentPartPr/>
                <p14:nvPr/>
              </p14:nvContentPartPr>
              <p14:xfrm>
                <a:off x="3276240" y="5741400"/>
                <a:ext cx="175320" cy="1357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60F2B940-A79D-F2B6-1E86-90C0D321DCA8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3258600" y="5723400"/>
                  <a:ext cx="2109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CA61B5CA-1481-5E3B-22B4-139603A0027D}"/>
                    </a:ext>
                  </a:extLst>
                </p14:cNvPr>
                <p14:cNvContentPartPr/>
                <p14:nvPr/>
              </p14:nvContentPartPr>
              <p14:xfrm>
                <a:off x="3492960" y="5706120"/>
                <a:ext cx="201240" cy="2005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CA61B5CA-1481-5E3B-22B4-139603A0027D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3474960" y="5688480"/>
                  <a:ext cx="236880" cy="23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9227D23F-1E9F-A99B-C98E-5CC229537BFA}"/>
              </a:ext>
            </a:extLst>
          </p:cNvPr>
          <p:cNvGrpSpPr/>
          <p:nvPr/>
        </p:nvGrpSpPr>
        <p:grpSpPr>
          <a:xfrm>
            <a:off x="87720" y="24600"/>
            <a:ext cx="6890760" cy="6791040"/>
            <a:chOff x="87720" y="24600"/>
            <a:chExt cx="6890760" cy="679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8757F697-D803-45E3-9158-7FCB533D5971}"/>
                    </a:ext>
                  </a:extLst>
                </p14:cNvPr>
                <p14:cNvContentPartPr/>
                <p14:nvPr/>
              </p14:nvContentPartPr>
              <p14:xfrm>
                <a:off x="260160" y="24600"/>
                <a:ext cx="2886480" cy="252324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8757F697-D803-45E3-9158-7FCB533D5971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242520" y="6960"/>
                  <a:ext cx="2922120" cy="255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1C676858-ACA2-B237-7FDD-ED209F0B8E9A}"/>
                    </a:ext>
                  </a:extLst>
                </p14:cNvPr>
                <p14:cNvContentPartPr/>
                <p14:nvPr/>
              </p14:nvContentPartPr>
              <p14:xfrm>
                <a:off x="2733000" y="1120440"/>
                <a:ext cx="2671560" cy="10789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1C676858-ACA2-B237-7FDD-ED209F0B8E9A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2715360" y="1102800"/>
                  <a:ext cx="2707200" cy="11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17F2BE07-8B7D-CF79-54F7-D81058534AF1}"/>
                    </a:ext>
                  </a:extLst>
                </p14:cNvPr>
                <p14:cNvContentPartPr/>
                <p14:nvPr/>
              </p14:nvContentPartPr>
              <p14:xfrm>
                <a:off x="5323560" y="2084880"/>
                <a:ext cx="180720" cy="24912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17F2BE07-8B7D-CF79-54F7-D81058534AF1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5305920" y="2067240"/>
                  <a:ext cx="21636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DB010CE2-C845-0607-2942-FA195B8BEB30}"/>
                    </a:ext>
                  </a:extLst>
                </p14:cNvPr>
                <p14:cNvContentPartPr/>
                <p14:nvPr/>
              </p14:nvContentPartPr>
              <p14:xfrm>
                <a:off x="87720" y="4085040"/>
                <a:ext cx="3998160" cy="27306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DB010CE2-C845-0607-2942-FA195B8BEB30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70080" y="4067040"/>
                  <a:ext cx="4033800" cy="27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F249BA4C-C63E-025A-F7CD-0DBCCF10FA4E}"/>
                    </a:ext>
                  </a:extLst>
                </p14:cNvPr>
                <p14:cNvContentPartPr/>
                <p14:nvPr/>
              </p14:nvContentPartPr>
              <p14:xfrm>
                <a:off x="3563520" y="1146720"/>
                <a:ext cx="3414960" cy="426132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F249BA4C-C63E-025A-F7CD-0DBCCF10FA4E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3545880" y="1129080"/>
                  <a:ext cx="3450600" cy="429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1730E5F2-76D6-AAD5-0F72-4D3159960AA2}"/>
              </a:ext>
            </a:extLst>
          </p:cNvPr>
          <p:cNvGrpSpPr/>
          <p:nvPr/>
        </p:nvGrpSpPr>
        <p:grpSpPr>
          <a:xfrm>
            <a:off x="4457400" y="4551600"/>
            <a:ext cx="2240280" cy="2061360"/>
            <a:chOff x="4457400" y="4551600"/>
            <a:chExt cx="2240280" cy="206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F58531D5-A368-47AE-37FE-6D46CBF380AA}"/>
                    </a:ext>
                  </a:extLst>
                </p14:cNvPr>
                <p14:cNvContentPartPr/>
                <p14:nvPr/>
              </p14:nvContentPartPr>
              <p14:xfrm>
                <a:off x="5188200" y="5985840"/>
                <a:ext cx="284400" cy="4320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F58531D5-A368-47AE-37FE-6D46CBF380AA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5170560" y="5968200"/>
                  <a:ext cx="3200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8CC0CE37-A053-FE7E-A8FF-CFA6FB6B8FD3}"/>
                    </a:ext>
                  </a:extLst>
                </p14:cNvPr>
                <p14:cNvContentPartPr/>
                <p14:nvPr/>
              </p14:nvContentPartPr>
              <p14:xfrm>
                <a:off x="5493480" y="5758680"/>
                <a:ext cx="361800" cy="23436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8CC0CE37-A053-FE7E-A8FF-CFA6FB6B8FD3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5475480" y="5740680"/>
                  <a:ext cx="39744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D9C05EC8-EF55-70E1-6E20-7ECD23E1D241}"/>
                    </a:ext>
                  </a:extLst>
                </p14:cNvPr>
                <p14:cNvContentPartPr/>
                <p14:nvPr/>
              </p14:nvContentPartPr>
              <p14:xfrm>
                <a:off x="5867880" y="5809440"/>
                <a:ext cx="378720" cy="10548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D9C05EC8-EF55-70E1-6E20-7ECD23E1D241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5850240" y="5791440"/>
                  <a:ext cx="4143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18BC4F94-6B93-09C9-8E11-315151934B56}"/>
                    </a:ext>
                  </a:extLst>
                </p14:cNvPr>
                <p14:cNvContentPartPr/>
                <p14:nvPr/>
              </p14:nvContentPartPr>
              <p14:xfrm>
                <a:off x="5602200" y="5549880"/>
                <a:ext cx="360" cy="3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18BC4F94-6B93-09C9-8E11-315151934B56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5584560" y="553224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FDCAAEE8-1A48-854F-6E70-FBEB673B6680}"/>
                    </a:ext>
                  </a:extLst>
                </p14:cNvPr>
                <p14:cNvContentPartPr/>
                <p14:nvPr/>
              </p14:nvContentPartPr>
              <p14:xfrm>
                <a:off x="5544240" y="5526840"/>
                <a:ext cx="93600" cy="15624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FDCAAEE8-1A48-854F-6E70-FBEB673B6680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5526240" y="5509200"/>
                  <a:ext cx="1292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69CFD873-4DA2-E9FF-E0B1-F2C80118935F}"/>
                    </a:ext>
                  </a:extLst>
                </p14:cNvPr>
                <p14:cNvContentPartPr/>
                <p14:nvPr/>
              </p14:nvContentPartPr>
              <p14:xfrm>
                <a:off x="5550000" y="5447640"/>
                <a:ext cx="171000" cy="10944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69CFD873-4DA2-E9FF-E0B1-F2C80118935F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5532360" y="5430000"/>
                  <a:ext cx="2066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3A718AE3-D557-AFBC-CC7B-64D2A56BF5F3}"/>
                    </a:ext>
                  </a:extLst>
                </p14:cNvPr>
                <p14:cNvContentPartPr/>
                <p14:nvPr/>
              </p14:nvContentPartPr>
              <p14:xfrm>
                <a:off x="5820720" y="5395440"/>
                <a:ext cx="73800" cy="6588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3A718AE3-D557-AFBC-CC7B-64D2A56BF5F3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5803080" y="5377440"/>
                  <a:ext cx="10944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9C576E09-AFA7-9CA8-84C6-62ADA3F60868}"/>
                    </a:ext>
                  </a:extLst>
                </p14:cNvPr>
                <p14:cNvContentPartPr/>
                <p14:nvPr/>
              </p14:nvContentPartPr>
              <p14:xfrm>
                <a:off x="5846280" y="5422440"/>
                <a:ext cx="104760" cy="16128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9C576E09-AFA7-9CA8-84C6-62ADA3F60868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5828280" y="5404440"/>
                  <a:ext cx="1404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23598D4E-9FB2-EAAB-A069-2361B0B83C07}"/>
                    </a:ext>
                  </a:extLst>
                </p14:cNvPr>
                <p14:cNvContentPartPr/>
                <p14:nvPr/>
              </p14:nvContentPartPr>
              <p14:xfrm>
                <a:off x="5411400" y="6008520"/>
                <a:ext cx="104400" cy="29052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23598D4E-9FB2-EAAB-A069-2361B0B83C07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5393760" y="5990520"/>
                  <a:ext cx="14004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B91873DB-01BA-15DC-D823-C02A114DF8CF}"/>
                    </a:ext>
                  </a:extLst>
                </p14:cNvPr>
                <p14:cNvContentPartPr/>
                <p14:nvPr/>
              </p14:nvContentPartPr>
              <p14:xfrm>
                <a:off x="5494920" y="6162240"/>
                <a:ext cx="695880" cy="1807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B91873DB-01BA-15DC-D823-C02A114DF8CF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5476920" y="6144240"/>
                  <a:ext cx="73152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1D9D3580-0641-EB0F-B943-D16B865C09F0}"/>
                    </a:ext>
                  </a:extLst>
                </p14:cNvPr>
                <p14:cNvContentPartPr/>
                <p14:nvPr/>
              </p14:nvContentPartPr>
              <p14:xfrm>
                <a:off x="6146520" y="5836800"/>
                <a:ext cx="147960" cy="34596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1D9D3580-0641-EB0F-B943-D16B865C09F0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6128880" y="5819160"/>
                  <a:ext cx="18360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C9FC788A-5D08-EDA1-686F-1BEA2F43F835}"/>
                    </a:ext>
                  </a:extLst>
                </p14:cNvPr>
                <p14:cNvContentPartPr/>
                <p14:nvPr/>
              </p14:nvContentPartPr>
              <p14:xfrm>
                <a:off x="6265320" y="5865960"/>
                <a:ext cx="432360" cy="18972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C9FC788A-5D08-EDA1-686F-1BEA2F43F835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6247320" y="5847960"/>
                  <a:ext cx="46800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B7D4E7FD-C8D7-1C0F-7FAC-86D4C098A425}"/>
                    </a:ext>
                  </a:extLst>
                </p14:cNvPr>
                <p14:cNvContentPartPr/>
                <p14:nvPr/>
              </p14:nvContentPartPr>
              <p14:xfrm>
                <a:off x="5479440" y="6173040"/>
                <a:ext cx="360" cy="36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B7D4E7FD-C8D7-1C0F-7FAC-86D4C098A425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5461440" y="615504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C2E8749D-605E-95D6-E483-0CE54222C87F}"/>
                    </a:ext>
                  </a:extLst>
                </p14:cNvPr>
                <p14:cNvContentPartPr/>
                <p14:nvPr/>
              </p14:nvContentPartPr>
              <p14:xfrm>
                <a:off x="4689240" y="6176280"/>
                <a:ext cx="794160" cy="16920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C2E8749D-605E-95D6-E483-0CE54222C87F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4671600" y="6158640"/>
                  <a:ext cx="82980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9D532279-61D9-598F-3D03-A5E403F53BF3}"/>
                    </a:ext>
                  </a:extLst>
                </p14:cNvPr>
                <p14:cNvContentPartPr/>
                <p14:nvPr/>
              </p14:nvContentPartPr>
              <p14:xfrm>
                <a:off x="5903160" y="6449520"/>
                <a:ext cx="95040" cy="1634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9D532279-61D9-598F-3D03-A5E403F53BF3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5885520" y="6431880"/>
                  <a:ext cx="1306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86E7A01F-1E88-4B57-78EE-A99464EF9C4F}"/>
                    </a:ext>
                  </a:extLst>
                </p14:cNvPr>
                <p14:cNvContentPartPr/>
                <p14:nvPr/>
              </p14:nvContentPartPr>
              <p14:xfrm>
                <a:off x="5909280" y="6406320"/>
                <a:ext cx="154080" cy="9756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86E7A01F-1E88-4B57-78EE-A99464EF9C4F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5891640" y="6388320"/>
                  <a:ext cx="1897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4004EC1C-7DEC-3CF3-58D6-E5A6A30AFC61}"/>
                    </a:ext>
                  </a:extLst>
                </p14:cNvPr>
                <p14:cNvContentPartPr/>
                <p14:nvPr/>
              </p14:nvContentPartPr>
              <p14:xfrm>
                <a:off x="6152640" y="6399480"/>
                <a:ext cx="115560" cy="13860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4004EC1C-7DEC-3CF3-58D6-E5A6A30AFC61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6134640" y="6381840"/>
                  <a:ext cx="1512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C208B586-A9E0-C37B-5751-F48212C6A85E}"/>
                    </a:ext>
                  </a:extLst>
                </p14:cNvPr>
                <p14:cNvContentPartPr/>
                <p14:nvPr/>
              </p14:nvContentPartPr>
              <p14:xfrm>
                <a:off x="4473960" y="5484000"/>
                <a:ext cx="157320" cy="21492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C208B586-A9E0-C37B-5751-F48212C6A85E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4456320" y="5466360"/>
                  <a:ext cx="19296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F7182F0D-4F27-07EE-55B7-EA98FF35EFE2}"/>
                    </a:ext>
                  </a:extLst>
                </p14:cNvPr>
                <p14:cNvContentPartPr/>
                <p14:nvPr/>
              </p14:nvContentPartPr>
              <p14:xfrm>
                <a:off x="4457400" y="5535120"/>
                <a:ext cx="296640" cy="26496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F7182F0D-4F27-07EE-55B7-EA98FF35EFE2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4439400" y="5517480"/>
                  <a:ext cx="33228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77EB2A2C-1CE4-314F-0B36-79662D71F5DB}"/>
                    </a:ext>
                  </a:extLst>
                </p14:cNvPr>
                <p14:cNvContentPartPr/>
                <p14:nvPr/>
              </p14:nvContentPartPr>
              <p14:xfrm>
                <a:off x="4640280" y="5751120"/>
                <a:ext cx="142200" cy="16812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77EB2A2C-1CE4-314F-0B36-79662D71F5DB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4622640" y="5733120"/>
                  <a:ext cx="1778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B1D5DEBF-1227-C655-F0DC-79E76A5C4C8C}"/>
                    </a:ext>
                  </a:extLst>
                </p14:cNvPr>
                <p14:cNvContentPartPr/>
                <p14:nvPr/>
              </p14:nvContentPartPr>
              <p14:xfrm>
                <a:off x="4675560" y="5683440"/>
                <a:ext cx="146160" cy="12636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B1D5DEBF-1227-C655-F0DC-79E76A5C4C8C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4657560" y="5665800"/>
                  <a:ext cx="1818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59279363-F1A4-87BB-D3E8-5537EA4CA66D}"/>
                    </a:ext>
                  </a:extLst>
                </p14:cNvPr>
                <p14:cNvContentPartPr/>
                <p14:nvPr/>
              </p14:nvContentPartPr>
              <p14:xfrm>
                <a:off x="4855560" y="5642040"/>
                <a:ext cx="82800" cy="13428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59279363-F1A4-87BB-D3E8-5537EA4CA66D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4837920" y="5624400"/>
                  <a:ext cx="1184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E34A34EF-9393-ACDE-7A72-430F33201E79}"/>
                    </a:ext>
                  </a:extLst>
                </p14:cNvPr>
                <p14:cNvContentPartPr/>
                <p14:nvPr/>
              </p14:nvContentPartPr>
              <p14:xfrm>
                <a:off x="4955280" y="5624400"/>
                <a:ext cx="110160" cy="11772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E34A34EF-9393-ACDE-7A72-430F33201E79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4937280" y="5606400"/>
                  <a:ext cx="1458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66493B02-705C-08AB-16E0-A700AE41C08C}"/>
                    </a:ext>
                  </a:extLst>
                </p14:cNvPr>
                <p14:cNvContentPartPr/>
                <p14:nvPr/>
              </p14:nvContentPartPr>
              <p14:xfrm>
                <a:off x="5000280" y="5372760"/>
                <a:ext cx="50040" cy="6408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66493B02-705C-08AB-16E0-A700AE41C08C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4982640" y="5354760"/>
                  <a:ext cx="856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A5FB3A50-4D61-2A86-7513-AEC1AD83BFBC}"/>
                    </a:ext>
                  </a:extLst>
                </p14:cNvPr>
                <p14:cNvContentPartPr/>
                <p14:nvPr/>
              </p14:nvContentPartPr>
              <p14:xfrm>
                <a:off x="5109000" y="5363040"/>
                <a:ext cx="37440" cy="5004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A5FB3A50-4D61-2A86-7513-AEC1AD83BFBC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5091360" y="5345040"/>
                  <a:ext cx="730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28D1F3B4-AEC9-69F5-ACF4-6BDB07D46B66}"/>
                    </a:ext>
                  </a:extLst>
                </p14:cNvPr>
                <p14:cNvContentPartPr/>
                <p14:nvPr/>
              </p14:nvContentPartPr>
              <p14:xfrm>
                <a:off x="5147880" y="4974240"/>
                <a:ext cx="177120" cy="2451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28D1F3B4-AEC9-69F5-ACF4-6BDB07D46B66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5130240" y="4956240"/>
                  <a:ext cx="21276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65F113E2-D383-D10C-C286-E001E32B82EC}"/>
                    </a:ext>
                  </a:extLst>
                </p14:cNvPr>
                <p14:cNvContentPartPr/>
                <p14:nvPr/>
              </p14:nvContentPartPr>
              <p14:xfrm>
                <a:off x="5248680" y="5063160"/>
                <a:ext cx="261360" cy="18648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65F113E2-D383-D10C-C286-E001E32B82EC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5231040" y="5045520"/>
                  <a:ext cx="2970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1C36AB8B-601B-F8AB-D053-7D3224666825}"/>
                    </a:ext>
                  </a:extLst>
                </p14:cNvPr>
                <p14:cNvContentPartPr/>
                <p14:nvPr/>
              </p14:nvContentPartPr>
              <p14:xfrm>
                <a:off x="5390880" y="5285280"/>
                <a:ext cx="120240" cy="12312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1C36AB8B-601B-F8AB-D053-7D3224666825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5372880" y="5267640"/>
                  <a:ext cx="15588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74173E6C-6C29-E096-8949-D351B7BB19C7}"/>
                    </a:ext>
                  </a:extLst>
                </p14:cNvPr>
                <p14:cNvContentPartPr/>
                <p14:nvPr/>
              </p14:nvContentPartPr>
              <p14:xfrm>
                <a:off x="5412480" y="5199240"/>
                <a:ext cx="149040" cy="13032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74173E6C-6C29-E096-8949-D351B7BB19C7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5394480" y="5181240"/>
                  <a:ext cx="1846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C50CFC82-ECF2-FA14-C043-813CF84D7FF5}"/>
                    </a:ext>
                  </a:extLst>
                </p14:cNvPr>
                <p14:cNvContentPartPr/>
                <p14:nvPr/>
              </p14:nvContentPartPr>
              <p14:xfrm>
                <a:off x="5638200" y="5120760"/>
                <a:ext cx="48240" cy="8892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C50CFC82-ECF2-FA14-C043-813CF84D7FF5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5620560" y="5102760"/>
                  <a:ext cx="838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92F6A536-4C1E-22FF-BAC0-E1F60E9ACBD4}"/>
                    </a:ext>
                  </a:extLst>
                </p14:cNvPr>
                <p14:cNvContentPartPr/>
                <p14:nvPr/>
              </p14:nvContentPartPr>
              <p14:xfrm>
                <a:off x="5660520" y="5157480"/>
                <a:ext cx="76680" cy="11700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92F6A536-4C1E-22FF-BAC0-E1F60E9ACBD4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5642880" y="5139840"/>
                  <a:ext cx="1123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279D8800-4A7A-F048-2726-9AEFC29F1915}"/>
                    </a:ext>
                  </a:extLst>
                </p14:cNvPr>
                <p14:cNvContentPartPr/>
                <p14:nvPr/>
              </p14:nvContentPartPr>
              <p14:xfrm>
                <a:off x="5728920" y="4912320"/>
                <a:ext cx="64440" cy="9360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279D8800-4A7A-F048-2726-9AEFC29F1915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5711280" y="4894320"/>
                  <a:ext cx="1000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223CC762-FF0F-5A6E-5CAC-C216D9B6A26B}"/>
                    </a:ext>
                  </a:extLst>
                </p14:cNvPr>
                <p14:cNvContentPartPr/>
                <p14:nvPr/>
              </p14:nvContentPartPr>
              <p14:xfrm>
                <a:off x="5767800" y="4871280"/>
                <a:ext cx="49680" cy="6264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223CC762-FF0F-5A6E-5CAC-C216D9B6A26B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5749800" y="4853280"/>
                  <a:ext cx="853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3E03BD3C-E084-F1A4-B6A5-B110607A2A07}"/>
                    </a:ext>
                  </a:extLst>
                </p14:cNvPr>
                <p14:cNvContentPartPr/>
                <p14:nvPr/>
              </p14:nvContentPartPr>
              <p14:xfrm>
                <a:off x="5855280" y="4551600"/>
                <a:ext cx="111240" cy="20484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3E03BD3C-E084-F1A4-B6A5-B110607A2A07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5837640" y="4533960"/>
                  <a:ext cx="1468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3CC14693-40B9-63BC-DBC5-37E1A8FECA71}"/>
                    </a:ext>
                  </a:extLst>
                </p14:cNvPr>
                <p14:cNvContentPartPr/>
                <p14:nvPr/>
              </p14:nvContentPartPr>
              <p14:xfrm>
                <a:off x="5881560" y="4690560"/>
                <a:ext cx="243360" cy="19944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3CC14693-40B9-63BC-DBC5-37E1A8FECA71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5863920" y="4672920"/>
                  <a:ext cx="27900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7E1B661C-3D29-EFB0-ACA2-8C63AE45D6D3}"/>
                    </a:ext>
                  </a:extLst>
                </p14:cNvPr>
                <p14:cNvContentPartPr/>
                <p14:nvPr/>
              </p14:nvContentPartPr>
              <p14:xfrm>
                <a:off x="6042120" y="4953720"/>
                <a:ext cx="97920" cy="12204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7E1B661C-3D29-EFB0-ACA2-8C63AE45D6D3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6024120" y="4935720"/>
                  <a:ext cx="133560" cy="157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072566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AFDF1-7A8B-F227-B5A9-9C1A80F25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problems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C16CC6-1C7A-99E1-E713-4F0B87D481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12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text on a white background&#10;&#10;Description automatically generated">
            <a:extLst>
              <a:ext uri="{FF2B5EF4-FFF2-40B4-BE49-F238E27FC236}">
                <a16:creationId xmlns:a16="http://schemas.microsoft.com/office/drawing/2014/main" id="{16795F52-8A7A-344C-0F37-0905487EF7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81" y="1667586"/>
            <a:ext cx="10086785" cy="391719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5D469B6-8407-42CF-08EE-4EE61A643567}"/>
              </a:ext>
            </a:extLst>
          </p:cNvPr>
          <p:cNvSpPr/>
          <p:nvPr/>
        </p:nvSpPr>
        <p:spPr>
          <a:xfrm>
            <a:off x="1232704" y="3680749"/>
            <a:ext cx="6481823" cy="1509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9CE39A0-5790-CD7E-72EF-4C4F73BFDFC0}"/>
                  </a:ext>
                </a:extLst>
              </p14:cNvPr>
              <p14:cNvContentPartPr/>
              <p14:nvPr/>
            </p14:nvContentPartPr>
            <p14:xfrm>
              <a:off x="1451400" y="1567560"/>
              <a:ext cx="839520" cy="615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9CE39A0-5790-CD7E-72EF-4C4F73BFDFC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33400" y="1549560"/>
                <a:ext cx="875160" cy="65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10390AC-3552-8165-949F-BD19C7E3CC25}"/>
                  </a:ext>
                </a:extLst>
              </p14:cNvPr>
              <p14:cNvContentPartPr/>
              <p14:nvPr/>
            </p14:nvContentPartPr>
            <p14:xfrm>
              <a:off x="1257000" y="2202240"/>
              <a:ext cx="1029240" cy="4856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10390AC-3552-8165-949F-BD19C7E3CC2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39360" y="2184240"/>
                <a:ext cx="1064880" cy="521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88E6BBE5-C9A9-C185-633C-5E70DF368498}"/>
              </a:ext>
            </a:extLst>
          </p:cNvPr>
          <p:cNvGrpSpPr/>
          <p:nvPr/>
        </p:nvGrpSpPr>
        <p:grpSpPr>
          <a:xfrm>
            <a:off x="8318400" y="1426440"/>
            <a:ext cx="600480" cy="596160"/>
            <a:chOff x="8318400" y="1426440"/>
            <a:chExt cx="600480" cy="59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294FB67-7188-1BAF-3199-FF9AF6AA2CF2}"/>
                    </a:ext>
                  </a:extLst>
                </p14:cNvPr>
                <p14:cNvContentPartPr/>
                <p14:nvPr/>
              </p14:nvContentPartPr>
              <p14:xfrm>
                <a:off x="8479320" y="1636680"/>
                <a:ext cx="188280" cy="2692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294FB67-7188-1BAF-3199-FF9AF6AA2CF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461680" y="1618680"/>
                  <a:ext cx="22392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791C17A-6A45-D8ED-DE70-ED948C684ABC}"/>
                    </a:ext>
                  </a:extLst>
                </p14:cNvPr>
                <p14:cNvContentPartPr/>
                <p14:nvPr/>
              </p14:nvContentPartPr>
              <p14:xfrm>
                <a:off x="8318400" y="1426440"/>
                <a:ext cx="600480" cy="5961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791C17A-6A45-D8ED-DE70-ED948C684AB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300760" y="1408440"/>
                  <a:ext cx="636120" cy="63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C2C1AA2-DEAE-86AC-0A71-AF16B9E81B40}"/>
              </a:ext>
            </a:extLst>
          </p:cNvPr>
          <p:cNvGrpSpPr/>
          <p:nvPr/>
        </p:nvGrpSpPr>
        <p:grpSpPr>
          <a:xfrm>
            <a:off x="8546640" y="2061840"/>
            <a:ext cx="582480" cy="298440"/>
            <a:chOff x="8546640" y="2061840"/>
            <a:chExt cx="582480" cy="29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7BB2548-F3A0-F7F8-4D31-F9BD0074C7FC}"/>
                    </a:ext>
                  </a:extLst>
                </p14:cNvPr>
                <p14:cNvContentPartPr/>
                <p14:nvPr/>
              </p14:nvContentPartPr>
              <p14:xfrm>
                <a:off x="8585520" y="2138880"/>
                <a:ext cx="203400" cy="982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7BB2548-F3A0-F7F8-4D31-F9BD0074C7F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567880" y="2121240"/>
                  <a:ext cx="2390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347E623-2425-F509-36ED-232200AB3988}"/>
                    </a:ext>
                  </a:extLst>
                </p14:cNvPr>
                <p14:cNvContentPartPr/>
                <p14:nvPr/>
              </p14:nvContentPartPr>
              <p14:xfrm>
                <a:off x="8546640" y="2107920"/>
                <a:ext cx="138240" cy="252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347E623-2425-F509-36ED-232200AB398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528640" y="2089920"/>
                  <a:ext cx="17388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4EDE8C6-471D-A87B-8221-52DA99CEA185}"/>
                    </a:ext>
                  </a:extLst>
                </p14:cNvPr>
                <p14:cNvContentPartPr/>
                <p14:nvPr/>
              </p14:nvContentPartPr>
              <p14:xfrm>
                <a:off x="8847600" y="2061840"/>
                <a:ext cx="135720" cy="1378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4EDE8C6-471D-A87B-8221-52DA99CEA18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829600" y="2043840"/>
                  <a:ext cx="1713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FFF02B6-7E89-DFE4-1B17-B485F57D2832}"/>
                    </a:ext>
                  </a:extLst>
                </p14:cNvPr>
                <p14:cNvContentPartPr/>
                <p14:nvPr/>
              </p14:nvContentPartPr>
              <p14:xfrm>
                <a:off x="9049920" y="2140320"/>
                <a:ext cx="79200" cy="1638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FFF02B6-7E89-DFE4-1B17-B485F57D283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031920" y="2122320"/>
                  <a:ext cx="114840" cy="19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01598C2-1C31-1B9E-77A0-C9B2DED5B835}"/>
              </a:ext>
            </a:extLst>
          </p:cNvPr>
          <p:cNvGrpSpPr/>
          <p:nvPr/>
        </p:nvGrpSpPr>
        <p:grpSpPr>
          <a:xfrm>
            <a:off x="9569760" y="1697520"/>
            <a:ext cx="424080" cy="437760"/>
            <a:chOff x="9569760" y="1697520"/>
            <a:chExt cx="424080" cy="43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4036292-3B61-6F24-4830-A6774A736BF8}"/>
                    </a:ext>
                  </a:extLst>
                </p14:cNvPr>
                <p14:cNvContentPartPr/>
                <p14:nvPr/>
              </p14:nvContentPartPr>
              <p14:xfrm>
                <a:off x="9612600" y="1986960"/>
                <a:ext cx="120600" cy="127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4036292-3B61-6F24-4830-A6774A736BF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594600" y="1968960"/>
                  <a:ext cx="1562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88C4374-16C4-0523-44A2-A0E1D923B251}"/>
                    </a:ext>
                  </a:extLst>
                </p14:cNvPr>
                <p14:cNvContentPartPr/>
                <p14:nvPr/>
              </p14:nvContentPartPr>
              <p14:xfrm>
                <a:off x="9569760" y="1961760"/>
                <a:ext cx="118800" cy="1735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88C4374-16C4-0523-44A2-A0E1D923B25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551760" y="1944120"/>
                  <a:ext cx="1544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88651A7-0CA7-7E8D-EEE7-87B342B43273}"/>
                    </a:ext>
                  </a:extLst>
                </p14:cNvPr>
                <p14:cNvContentPartPr/>
                <p14:nvPr/>
              </p14:nvContentPartPr>
              <p14:xfrm>
                <a:off x="9633840" y="1697520"/>
                <a:ext cx="126000" cy="1936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88651A7-0CA7-7E8D-EEE7-87B342B4327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616200" y="1679880"/>
                  <a:ext cx="1616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4070FA7-9987-C958-52F1-4A8E54D7732C}"/>
                    </a:ext>
                  </a:extLst>
                </p14:cNvPr>
                <p14:cNvContentPartPr/>
                <p14:nvPr/>
              </p14:nvContentPartPr>
              <p14:xfrm>
                <a:off x="9851640" y="1790760"/>
                <a:ext cx="142200" cy="1566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4070FA7-9987-C958-52F1-4A8E54D7732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833640" y="1772760"/>
                  <a:ext cx="177840" cy="19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646917D-836F-491A-230D-B99C1562E0BD}"/>
              </a:ext>
            </a:extLst>
          </p:cNvPr>
          <p:cNvGrpSpPr/>
          <p:nvPr/>
        </p:nvGrpSpPr>
        <p:grpSpPr>
          <a:xfrm>
            <a:off x="10617360" y="1691040"/>
            <a:ext cx="479520" cy="448200"/>
            <a:chOff x="10617360" y="1691040"/>
            <a:chExt cx="479520" cy="44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FD4EB51-D361-398C-0D67-035EF9C072E4}"/>
                    </a:ext>
                  </a:extLst>
                </p14:cNvPr>
                <p14:cNvContentPartPr/>
                <p14:nvPr/>
              </p14:nvContentPartPr>
              <p14:xfrm>
                <a:off x="10617360" y="2016840"/>
                <a:ext cx="156240" cy="846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FD4EB51-D361-398C-0D67-035EF9C072E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599360" y="1999200"/>
                  <a:ext cx="19188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B561FB5-ECAF-4739-33D7-2CAE3D593153}"/>
                    </a:ext>
                  </a:extLst>
                </p14:cNvPr>
                <p14:cNvContentPartPr/>
                <p14:nvPr/>
              </p14:nvContentPartPr>
              <p14:xfrm>
                <a:off x="10636440" y="1938000"/>
                <a:ext cx="126720" cy="2012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B561FB5-ECAF-4739-33D7-2CAE3D59315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618440" y="1920000"/>
                  <a:ext cx="16236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40B2D1F-CDB8-DA8F-B209-43C217CE24D6}"/>
                    </a:ext>
                  </a:extLst>
                </p14:cNvPr>
                <p14:cNvContentPartPr/>
                <p14:nvPr/>
              </p14:nvContentPartPr>
              <p14:xfrm>
                <a:off x="10786560" y="1691040"/>
                <a:ext cx="132480" cy="1648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40B2D1F-CDB8-DA8F-B209-43C217CE24D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768560" y="1673040"/>
                  <a:ext cx="1681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FACBFF1-A4E4-E713-AF02-37E6C88527B3}"/>
                    </a:ext>
                  </a:extLst>
                </p14:cNvPr>
                <p14:cNvContentPartPr/>
                <p14:nvPr/>
              </p14:nvContentPartPr>
              <p14:xfrm>
                <a:off x="11006160" y="1791120"/>
                <a:ext cx="90720" cy="1551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FACBFF1-A4E4-E713-AF02-37E6C88527B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988160" y="1773480"/>
                  <a:ext cx="126360" cy="19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7E031398-1F23-C921-BCFD-4EB3B564C97F}"/>
              </a:ext>
            </a:extLst>
          </p:cNvPr>
          <p:cNvGrpSpPr/>
          <p:nvPr/>
        </p:nvGrpSpPr>
        <p:grpSpPr>
          <a:xfrm>
            <a:off x="8591640" y="2680320"/>
            <a:ext cx="795240" cy="302760"/>
            <a:chOff x="8591640" y="2680320"/>
            <a:chExt cx="795240" cy="30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E03EB01-0352-38B5-27E8-5C896050BDE3}"/>
                    </a:ext>
                  </a:extLst>
                </p14:cNvPr>
                <p14:cNvContentPartPr/>
                <p14:nvPr/>
              </p14:nvContentPartPr>
              <p14:xfrm>
                <a:off x="8591640" y="2856720"/>
                <a:ext cx="160560" cy="1116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E03EB01-0352-38B5-27E8-5C896050BDE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573640" y="2838720"/>
                  <a:ext cx="1962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B5A7A2B-B09D-FD91-EB16-626D9615F63E}"/>
                    </a:ext>
                  </a:extLst>
                </p14:cNvPr>
                <p14:cNvContentPartPr/>
                <p14:nvPr/>
              </p14:nvContentPartPr>
              <p14:xfrm>
                <a:off x="8611080" y="2829000"/>
                <a:ext cx="92880" cy="1540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B5A7A2B-B09D-FD91-EB16-626D9615F63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593080" y="2811000"/>
                  <a:ext cx="1285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87E683E-6436-F302-A4A1-2A362A450D33}"/>
                    </a:ext>
                  </a:extLst>
                </p14:cNvPr>
                <p14:cNvContentPartPr/>
                <p14:nvPr/>
              </p14:nvContentPartPr>
              <p14:xfrm>
                <a:off x="8869200" y="2790480"/>
                <a:ext cx="165240" cy="140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87E683E-6436-F302-A4A1-2A362A450D3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851200" y="2772840"/>
                  <a:ext cx="2008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5FF0DEE-21B9-45BE-D9C0-4969C87E0214}"/>
                    </a:ext>
                  </a:extLst>
                </p14:cNvPr>
                <p14:cNvContentPartPr/>
                <p14:nvPr/>
              </p14:nvContentPartPr>
              <p14:xfrm>
                <a:off x="9098880" y="2773200"/>
                <a:ext cx="14760" cy="1350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5FF0DEE-21B9-45BE-D9C0-4969C87E021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081240" y="2755560"/>
                  <a:ext cx="504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870DB4D-456D-21D9-A904-614DE24D8B3E}"/>
                    </a:ext>
                  </a:extLst>
                </p14:cNvPr>
                <p14:cNvContentPartPr/>
                <p14:nvPr/>
              </p14:nvContentPartPr>
              <p14:xfrm>
                <a:off x="9116880" y="2719920"/>
                <a:ext cx="122400" cy="1051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870DB4D-456D-21D9-A904-614DE24D8B3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098880" y="2702280"/>
                  <a:ext cx="1580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8B1D7FF-8BD5-3E90-0AB3-B899B6F630F4}"/>
                    </a:ext>
                  </a:extLst>
                </p14:cNvPr>
                <p14:cNvContentPartPr/>
                <p14:nvPr/>
              </p14:nvContentPartPr>
              <p14:xfrm>
                <a:off x="9282480" y="2737920"/>
                <a:ext cx="360" cy="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8B1D7FF-8BD5-3E90-0AB3-B899B6F630F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264840" y="272028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F905D2C-6C69-E35A-8F66-9777459F28E6}"/>
                    </a:ext>
                  </a:extLst>
                </p14:cNvPr>
                <p14:cNvContentPartPr/>
                <p14:nvPr/>
              </p14:nvContentPartPr>
              <p14:xfrm>
                <a:off x="9285000" y="2741880"/>
                <a:ext cx="1440" cy="7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F905D2C-6C69-E35A-8F66-9777459F28E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267360" y="2724240"/>
                  <a:ext cx="370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63FB772-B0BF-EDD1-9F70-96AD9D269943}"/>
                    </a:ext>
                  </a:extLst>
                </p14:cNvPr>
                <p14:cNvContentPartPr/>
                <p14:nvPr/>
              </p14:nvContentPartPr>
              <p14:xfrm>
                <a:off x="9300120" y="2689680"/>
                <a:ext cx="54360" cy="1108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63FB772-B0BF-EDD1-9F70-96AD9D26994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282120" y="2672040"/>
                  <a:ext cx="900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D78B258-6287-B6B4-5A89-58BE39588E62}"/>
                    </a:ext>
                  </a:extLst>
                </p14:cNvPr>
                <p14:cNvContentPartPr/>
                <p14:nvPr/>
              </p14:nvContentPartPr>
              <p14:xfrm>
                <a:off x="9321000" y="2680320"/>
                <a:ext cx="65880" cy="774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D78B258-6287-B6B4-5A89-58BE39588E6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303360" y="2662320"/>
                  <a:ext cx="101520" cy="11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687B0A3-C533-6CBB-5FF8-10A68F77EFE9}"/>
              </a:ext>
            </a:extLst>
          </p:cNvPr>
          <p:cNvGrpSpPr/>
          <p:nvPr/>
        </p:nvGrpSpPr>
        <p:grpSpPr>
          <a:xfrm>
            <a:off x="9601800" y="2894880"/>
            <a:ext cx="684360" cy="217080"/>
            <a:chOff x="9601800" y="2894880"/>
            <a:chExt cx="684360" cy="21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592D351-F92D-DEE4-E4E8-A8ED07A40EB6}"/>
                    </a:ext>
                  </a:extLst>
                </p14:cNvPr>
                <p14:cNvContentPartPr/>
                <p14:nvPr/>
              </p14:nvContentPartPr>
              <p14:xfrm>
                <a:off x="9601800" y="3050040"/>
                <a:ext cx="111600" cy="237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592D351-F92D-DEE4-E4E8-A8ED07A40EB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583800" y="3032040"/>
                  <a:ext cx="1472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D06AF2E-79D5-23CE-7319-3FBE9977EDEC}"/>
                    </a:ext>
                  </a:extLst>
                </p14:cNvPr>
                <p14:cNvContentPartPr/>
                <p14:nvPr/>
              </p14:nvContentPartPr>
              <p14:xfrm>
                <a:off x="9637080" y="3033840"/>
                <a:ext cx="82440" cy="752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D06AF2E-79D5-23CE-7319-3FBE9977EDE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619080" y="3016200"/>
                  <a:ext cx="1180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91324FA-3EE0-3F54-EBA4-3877B38BBE3B}"/>
                    </a:ext>
                  </a:extLst>
                </p14:cNvPr>
                <p14:cNvContentPartPr/>
                <p14:nvPr/>
              </p14:nvContentPartPr>
              <p14:xfrm>
                <a:off x="9799440" y="2957520"/>
                <a:ext cx="163080" cy="1544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91324FA-3EE0-3F54-EBA4-3877B38BBE3B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781440" y="2939520"/>
                  <a:ext cx="19872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4D6EE3C-71AA-73B0-B8F0-AE2AA7CE3EBF}"/>
                    </a:ext>
                  </a:extLst>
                </p14:cNvPr>
                <p14:cNvContentPartPr/>
                <p14:nvPr/>
              </p14:nvContentPartPr>
              <p14:xfrm>
                <a:off x="10040280" y="2956440"/>
                <a:ext cx="27720" cy="1202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4D6EE3C-71AA-73B0-B8F0-AE2AA7CE3EB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022280" y="2938440"/>
                  <a:ext cx="633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F67953B-79B4-1074-212D-458188217E68}"/>
                    </a:ext>
                  </a:extLst>
                </p14:cNvPr>
                <p14:cNvContentPartPr/>
                <p14:nvPr/>
              </p14:nvContentPartPr>
              <p14:xfrm>
                <a:off x="10038840" y="2923680"/>
                <a:ext cx="140760" cy="824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F67953B-79B4-1074-212D-458188217E68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021200" y="2905680"/>
                  <a:ext cx="1764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9B666D5-ECF0-3EEF-7A5E-6DB8A9DA983E}"/>
                    </a:ext>
                  </a:extLst>
                </p14:cNvPr>
                <p14:cNvContentPartPr/>
                <p14:nvPr/>
              </p14:nvContentPartPr>
              <p14:xfrm>
                <a:off x="10194000" y="2910000"/>
                <a:ext cx="28080" cy="1087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9B666D5-ECF0-3EEF-7A5E-6DB8A9DA983E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176360" y="2892360"/>
                  <a:ext cx="637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D562FF4-89D7-0A95-0503-C35613A2ED4A}"/>
                    </a:ext>
                  </a:extLst>
                </p14:cNvPr>
                <p14:cNvContentPartPr/>
                <p14:nvPr/>
              </p14:nvContentPartPr>
              <p14:xfrm>
                <a:off x="10195080" y="2894880"/>
                <a:ext cx="91080" cy="1040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D562FF4-89D7-0A95-0503-C35613A2ED4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177440" y="2876880"/>
                  <a:ext cx="126720" cy="13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4DB8C56-2E1C-3908-C03E-54C4D8950F89}"/>
              </a:ext>
            </a:extLst>
          </p:cNvPr>
          <p:cNvGrpSpPr/>
          <p:nvPr/>
        </p:nvGrpSpPr>
        <p:grpSpPr>
          <a:xfrm>
            <a:off x="10646520" y="3010080"/>
            <a:ext cx="27360" cy="68040"/>
            <a:chOff x="10646520" y="3010080"/>
            <a:chExt cx="27360" cy="6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27DCCD0-7C82-7A3D-EA25-9C78C7842297}"/>
                    </a:ext>
                  </a:extLst>
                </p14:cNvPr>
                <p14:cNvContentPartPr/>
                <p14:nvPr/>
              </p14:nvContentPartPr>
              <p14:xfrm>
                <a:off x="10646520" y="3022680"/>
                <a:ext cx="27360" cy="144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27DCCD0-7C82-7A3D-EA25-9C78C784229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628520" y="3005040"/>
                  <a:ext cx="630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43B0179-AF13-0C06-04EE-B75240869E42}"/>
                    </a:ext>
                  </a:extLst>
                </p14:cNvPr>
                <p14:cNvContentPartPr/>
                <p14:nvPr/>
              </p14:nvContentPartPr>
              <p14:xfrm>
                <a:off x="10648680" y="3010080"/>
                <a:ext cx="19800" cy="680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43B0179-AF13-0C06-04EE-B75240869E42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630680" y="2992080"/>
                  <a:ext cx="55440" cy="10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1A472E91-8C3C-05CF-E047-EB7EB268CBD8}"/>
              </a:ext>
            </a:extLst>
          </p:cNvPr>
          <p:cNvGrpSpPr/>
          <p:nvPr/>
        </p:nvGrpSpPr>
        <p:grpSpPr>
          <a:xfrm>
            <a:off x="10857840" y="2839440"/>
            <a:ext cx="587520" cy="307800"/>
            <a:chOff x="10857840" y="2839440"/>
            <a:chExt cx="587520" cy="30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0B9EE67-5334-2AF6-6791-ECA67ED9C685}"/>
                    </a:ext>
                  </a:extLst>
                </p14:cNvPr>
                <p14:cNvContentPartPr/>
                <p14:nvPr/>
              </p14:nvContentPartPr>
              <p14:xfrm>
                <a:off x="10857840" y="3009000"/>
                <a:ext cx="202320" cy="1382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0B9EE67-5334-2AF6-6791-ECA67ED9C685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839840" y="2991000"/>
                  <a:ext cx="2379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A6C80DA-57E3-380D-5EC7-107FF1ABA2D0}"/>
                    </a:ext>
                  </a:extLst>
                </p14:cNvPr>
                <p14:cNvContentPartPr/>
                <p14:nvPr/>
              </p14:nvContentPartPr>
              <p14:xfrm>
                <a:off x="11191560" y="2980560"/>
                <a:ext cx="18720" cy="172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A6C80DA-57E3-380D-5EC7-107FF1ABA2D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1173920" y="2962560"/>
                  <a:ext cx="543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343BED6-74BF-E0DB-7262-5B5C8AB1D7A1}"/>
                    </a:ext>
                  </a:extLst>
                </p14:cNvPr>
                <p14:cNvContentPartPr/>
                <p14:nvPr/>
              </p14:nvContentPartPr>
              <p14:xfrm>
                <a:off x="11141880" y="2966160"/>
                <a:ext cx="30240" cy="1436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343BED6-74BF-E0DB-7262-5B5C8AB1D7A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1124240" y="2948160"/>
                  <a:ext cx="658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F8C74DA-50DC-B859-50CC-73979177387C}"/>
                    </a:ext>
                  </a:extLst>
                </p14:cNvPr>
                <p14:cNvContentPartPr/>
                <p14:nvPr/>
              </p14:nvContentPartPr>
              <p14:xfrm>
                <a:off x="11168880" y="2880840"/>
                <a:ext cx="145440" cy="153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F8C74DA-50DC-B859-50CC-73979177387C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1151240" y="2862840"/>
                  <a:ext cx="1810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BB05B18-C4B0-0205-7A5D-2DC595084BB5}"/>
                    </a:ext>
                  </a:extLst>
                </p14:cNvPr>
                <p14:cNvContentPartPr/>
                <p14:nvPr/>
              </p14:nvContentPartPr>
              <p14:xfrm>
                <a:off x="11336640" y="2870760"/>
                <a:ext cx="39240" cy="1144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BB05B18-C4B0-0205-7A5D-2DC595084BB5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1319000" y="2852760"/>
                  <a:ext cx="7488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5AA3B59-25E3-61C0-DC15-555191393CE2}"/>
                    </a:ext>
                  </a:extLst>
                </p14:cNvPr>
                <p14:cNvContentPartPr/>
                <p14:nvPr/>
              </p14:nvContentPartPr>
              <p14:xfrm>
                <a:off x="11361480" y="2839440"/>
                <a:ext cx="83880" cy="831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5AA3B59-25E3-61C0-DC15-555191393CE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1343480" y="2821440"/>
                  <a:ext cx="119520" cy="11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AF8DB675-79C4-31E8-F2D4-9A24BDEF7A96}"/>
              </a:ext>
            </a:extLst>
          </p:cNvPr>
          <p:cNvGrpSpPr/>
          <p:nvPr/>
        </p:nvGrpSpPr>
        <p:grpSpPr>
          <a:xfrm>
            <a:off x="9245400" y="855480"/>
            <a:ext cx="1216800" cy="417600"/>
            <a:chOff x="9245400" y="855480"/>
            <a:chExt cx="1216800" cy="41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C322B9D-26F5-2013-32D0-4F772A822F51}"/>
                    </a:ext>
                  </a:extLst>
                </p14:cNvPr>
                <p14:cNvContentPartPr/>
                <p14:nvPr/>
              </p14:nvContentPartPr>
              <p14:xfrm>
                <a:off x="9245400" y="949080"/>
                <a:ext cx="164520" cy="2336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C322B9D-26F5-2013-32D0-4F772A822F51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227760" y="931080"/>
                  <a:ext cx="20016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244C599-6453-A476-AE2D-8775AA19C664}"/>
                    </a:ext>
                  </a:extLst>
                </p14:cNvPr>
                <p14:cNvContentPartPr/>
                <p14:nvPr/>
              </p14:nvContentPartPr>
              <p14:xfrm>
                <a:off x="9481920" y="1108200"/>
                <a:ext cx="84960" cy="1648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244C599-6453-A476-AE2D-8775AA19C664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463920" y="1090200"/>
                  <a:ext cx="1206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455F6E4-3F4F-6B60-80D9-E84D47524E31}"/>
                    </a:ext>
                  </a:extLst>
                </p14:cNvPr>
                <p14:cNvContentPartPr/>
                <p14:nvPr/>
              </p14:nvContentPartPr>
              <p14:xfrm>
                <a:off x="9647160" y="1039800"/>
                <a:ext cx="67680" cy="345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455F6E4-3F4F-6B60-80D9-E84D47524E31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629160" y="1021800"/>
                  <a:ext cx="1033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3A2DEC3-977D-BD4B-9713-D17A6100916A}"/>
                    </a:ext>
                  </a:extLst>
                </p14:cNvPr>
                <p14:cNvContentPartPr/>
                <p14:nvPr/>
              </p14:nvContentPartPr>
              <p14:xfrm>
                <a:off x="9868920" y="935760"/>
                <a:ext cx="145800" cy="1681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3A2DEC3-977D-BD4B-9713-D17A6100916A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851280" y="917760"/>
                  <a:ext cx="1814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F0BB3C1-20BE-F1EE-53F0-40B7E2E464C3}"/>
                    </a:ext>
                  </a:extLst>
                </p14:cNvPr>
                <p14:cNvContentPartPr/>
                <p14:nvPr/>
              </p14:nvContentPartPr>
              <p14:xfrm>
                <a:off x="10085280" y="963840"/>
                <a:ext cx="15840" cy="1479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F0BB3C1-20BE-F1EE-53F0-40B7E2E464C3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067280" y="946200"/>
                  <a:ext cx="514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2F3087F-6270-3782-5EE4-A31C013ACF21}"/>
                    </a:ext>
                  </a:extLst>
                </p14:cNvPr>
                <p14:cNvContentPartPr/>
                <p14:nvPr/>
              </p14:nvContentPartPr>
              <p14:xfrm>
                <a:off x="10077000" y="900840"/>
                <a:ext cx="147960" cy="1152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2F3087F-6270-3782-5EE4-A31C013ACF2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059360" y="882840"/>
                  <a:ext cx="18360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37E2678-7594-43C5-C309-BD88E1FF37E6}"/>
                    </a:ext>
                  </a:extLst>
                </p14:cNvPr>
                <p14:cNvContentPartPr/>
                <p14:nvPr/>
              </p14:nvContentPartPr>
              <p14:xfrm>
                <a:off x="10311360" y="878160"/>
                <a:ext cx="46080" cy="871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37E2678-7594-43C5-C309-BD88E1FF37E6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293720" y="860160"/>
                  <a:ext cx="817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B1ED6E3-68B7-9A34-5D8F-DD3D6ECA9A2B}"/>
                    </a:ext>
                  </a:extLst>
                </p14:cNvPr>
                <p14:cNvContentPartPr/>
                <p14:nvPr/>
              </p14:nvContentPartPr>
              <p14:xfrm>
                <a:off x="10302360" y="855480"/>
                <a:ext cx="159840" cy="597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B1ED6E3-68B7-9A34-5D8F-DD3D6ECA9A2B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0284360" y="837480"/>
                  <a:ext cx="195480" cy="9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2533840F-6C50-C15E-B3F0-E58640B1E30F}"/>
              </a:ext>
            </a:extLst>
          </p:cNvPr>
          <p:cNvGrpSpPr/>
          <p:nvPr/>
        </p:nvGrpSpPr>
        <p:grpSpPr>
          <a:xfrm>
            <a:off x="10480560" y="1211520"/>
            <a:ext cx="1186200" cy="415440"/>
            <a:chOff x="10480560" y="1211520"/>
            <a:chExt cx="1186200" cy="41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72B6159-5555-C18B-CE5C-D0766577E50E}"/>
                    </a:ext>
                  </a:extLst>
                </p14:cNvPr>
                <p14:cNvContentPartPr/>
                <p14:nvPr/>
              </p14:nvContentPartPr>
              <p14:xfrm>
                <a:off x="10480560" y="1393320"/>
                <a:ext cx="178920" cy="1900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72B6159-5555-C18B-CE5C-D0766577E50E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462920" y="1375320"/>
                  <a:ext cx="2145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2076648-144B-2D51-4D48-4C5CEE6107F4}"/>
                    </a:ext>
                  </a:extLst>
                </p14:cNvPr>
                <p14:cNvContentPartPr/>
                <p14:nvPr/>
              </p14:nvContentPartPr>
              <p14:xfrm>
                <a:off x="10756680" y="1472160"/>
                <a:ext cx="95760" cy="1548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2076648-144B-2D51-4D48-4C5CEE6107F4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738680" y="1454160"/>
                  <a:ext cx="1314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A88817C-35FE-FE9E-5C53-2FEEF46D2F43}"/>
                    </a:ext>
                  </a:extLst>
                </p14:cNvPr>
                <p14:cNvContentPartPr/>
                <p14:nvPr/>
              </p14:nvContentPartPr>
              <p14:xfrm>
                <a:off x="10925880" y="1425360"/>
                <a:ext cx="46080" cy="356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A88817C-35FE-FE9E-5C53-2FEEF46D2F43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908240" y="1407360"/>
                  <a:ext cx="817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C005160-FAE6-FE4A-BEE0-0B0E86BF7C3A}"/>
                    </a:ext>
                  </a:extLst>
                </p14:cNvPr>
                <p14:cNvContentPartPr/>
                <p14:nvPr/>
              </p14:nvContentPartPr>
              <p14:xfrm>
                <a:off x="11139360" y="1329240"/>
                <a:ext cx="174240" cy="1602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C005160-FAE6-FE4A-BEE0-0B0E86BF7C3A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1121360" y="1311600"/>
                  <a:ext cx="2098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C6A4EE5-2ED1-9C1C-C477-8FE3499A4AEF}"/>
                    </a:ext>
                  </a:extLst>
                </p14:cNvPr>
                <p14:cNvContentPartPr/>
                <p14:nvPr/>
              </p14:nvContentPartPr>
              <p14:xfrm>
                <a:off x="11352120" y="1335720"/>
                <a:ext cx="37800" cy="1454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C6A4EE5-2ED1-9C1C-C477-8FE3499A4AEF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1334480" y="1317720"/>
                  <a:ext cx="734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0EC0887-A17A-222C-D63D-10EA76B18432}"/>
                    </a:ext>
                  </a:extLst>
                </p14:cNvPr>
                <p14:cNvContentPartPr/>
                <p14:nvPr/>
              </p14:nvContentPartPr>
              <p14:xfrm>
                <a:off x="11375880" y="1294320"/>
                <a:ext cx="149400" cy="1173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0EC0887-A17A-222C-D63D-10EA76B18432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1357880" y="1276320"/>
                  <a:ext cx="1850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83C9381-3170-0E7A-A150-9DF24E07A13A}"/>
                    </a:ext>
                  </a:extLst>
                </p14:cNvPr>
                <p14:cNvContentPartPr/>
                <p14:nvPr/>
              </p14:nvContentPartPr>
              <p14:xfrm>
                <a:off x="11529600" y="1217640"/>
                <a:ext cx="75600" cy="1695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83C9381-3170-0E7A-A150-9DF24E07A13A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1511960" y="1199640"/>
                  <a:ext cx="1112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D3195D0-28AD-C6FF-016E-3667FACD4054}"/>
                    </a:ext>
                  </a:extLst>
                </p14:cNvPr>
                <p14:cNvContentPartPr/>
                <p14:nvPr/>
              </p14:nvContentPartPr>
              <p14:xfrm>
                <a:off x="11578200" y="1211520"/>
                <a:ext cx="88560" cy="2080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D3195D0-28AD-C6FF-016E-3667FACD4054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1560560" y="1193520"/>
                  <a:ext cx="124200" cy="24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210C5193-BA10-B252-1D7A-88C077F4C120}"/>
              </a:ext>
            </a:extLst>
          </p:cNvPr>
          <p:cNvGrpSpPr/>
          <p:nvPr/>
        </p:nvGrpSpPr>
        <p:grpSpPr>
          <a:xfrm>
            <a:off x="8963880" y="3731160"/>
            <a:ext cx="713520" cy="402120"/>
            <a:chOff x="8963880" y="3731160"/>
            <a:chExt cx="713520" cy="40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E4D4F22-5EBE-BABA-B4DE-89AAADD6A50A}"/>
                    </a:ext>
                  </a:extLst>
                </p14:cNvPr>
                <p14:cNvContentPartPr/>
                <p14:nvPr/>
              </p14:nvContentPartPr>
              <p14:xfrm>
                <a:off x="8963880" y="3843120"/>
                <a:ext cx="210240" cy="2901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E4D4F22-5EBE-BABA-B4DE-89AAADD6A50A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946240" y="3825120"/>
                  <a:ext cx="24588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B5B9F75-D4F9-3561-0007-C7BFF89A0882}"/>
                    </a:ext>
                  </a:extLst>
                </p14:cNvPr>
                <p14:cNvContentPartPr/>
                <p14:nvPr/>
              </p14:nvContentPartPr>
              <p14:xfrm>
                <a:off x="9312000" y="3731160"/>
                <a:ext cx="60480" cy="1551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B5B9F75-D4F9-3561-0007-C7BFF89A0882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294000" y="3713160"/>
                  <a:ext cx="961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51D8D6B-C6F8-5330-DD18-F2F76AB35B7B}"/>
                    </a:ext>
                  </a:extLst>
                </p14:cNvPr>
                <p14:cNvContentPartPr/>
                <p14:nvPr/>
              </p14:nvContentPartPr>
              <p14:xfrm>
                <a:off x="9281040" y="3836640"/>
                <a:ext cx="146520" cy="496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51D8D6B-C6F8-5330-DD18-F2F76AB35B7B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263400" y="3819000"/>
                  <a:ext cx="1821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7FC17AC-DEE1-D736-E633-F14787674D8A}"/>
                    </a:ext>
                  </a:extLst>
                </p14:cNvPr>
                <p14:cNvContentPartPr/>
                <p14:nvPr/>
              </p14:nvContentPartPr>
              <p14:xfrm>
                <a:off x="9508200" y="3790560"/>
                <a:ext cx="7920" cy="781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7FC17AC-DEE1-D736-E633-F14787674D8A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490560" y="3772560"/>
                  <a:ext cx="435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802FC96-2835-8168-C653-7A3A3835845C}"/>
                    </a:ext>
                  </a:extLst>
                </p14:cNvPr>
                <p14:cNvContentPartPr/>
                <p14:nvPr/>
              </p14:nvContentPartPr>
              <p14:xfrm>
                <a:off x="9500640" y="3735840"/>
                <a:ext cx="5400" cy="248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802FC96-2835-8168-C653-7A3A3835845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483000" y="3717840"/>
                  <a:ext cx="410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E3D55F3-233D-E564-7CD8-E1CC0770E2DF}"/>
                    </a:ext>
                  </a:extLst>
                </p14:cNvPr>
                <p14:cNvContentPartPr/>
                <p14:nvPr/>
              </p14:nvContentPartPr>
              <p14:xfrm>
                <a:off x="9590640" y="3792720"/>
                <a:ext cx="86760" cy="392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E3D55F3-233D-E564-7CD8-E1CC0770E2DF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573000" y="3775080"/>
                  <a:ext cx="122400" cy="7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5FB0CD2B-ECB2-E30D-4753-8BB11EDD68E0}"/>
              </a:ext>
            </a:extLst>
          </p:cNvPr>
          <p:cNvGrpSpPr/>
          <p:nvPr/>
        </p:nvGrpSpPr>
        <p:grpSpPr>
          <a:xfrm>
            <a:off x="8041920" y="5849760"/>
            <a:ext cx="2323800" cy="651240"/>
            <a:chOff x="8041920" y="5849760"/>
            <a:chExt cx="2323800" cy="65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C113924-1F21-40DC-53B0-008B6075FE81}"/>
                    </a:ext>
                  </a:extLst>
                </p14:cNvPr>
                <p14:cNvContentPartPr/>
                <p14:nvPr/>
              </p14:nvContentPartPr>
              <p14:xfrm>
                <a:off x="8147400" y="5900160"/>
                <a:ext cx="37800" cy="3232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C113924-1F21-40DC-53B0-008B6075FE81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129400" y="5882520"/>
                  <a:ext cx="7344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879C755-3A6B-BB5E-2824-A01807F88B0B}"/>
                    </a:ext>
                  </a:extLst>
                </p14:cNvPr>
                <p14:cNvContentPartPr/>
                <p14:nvPr/>
              </p14:nvContentPartPr>
              <p14:xfrm>
                <a:off x="8041920" y="6192480"/>
                <a:ext cx="168480" cy="421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879C755-3A6B-BB5E-2824-A01807F88B0B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023920" y="6174480"/>
                  <a:ext cx="20412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5ECEDE29-8F50-5171-13F1-FF89EE15895F}"/>
                    </a:ext>
                  </a:extLst>
                </p14:cNvPr>
                <p14:cNvContentPartPr/>
                <p14:nvPr/>
              </p14:nvContentPartPr>
              <p14:xfrm>
                <a:off x="8272320" y="6195000"/>
                <a:ext cx="360" cy="3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5ECEDE29-8F50-5171-13F1-FF89EE15895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254320" y="617736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56F0ED7-96CE-4DD8-0A0E-B86242CB1FB8}"/>
                    </a:ext>
                  </a:extLst>
                </p14:cNvPr>
                <p14:cNvContentPartPr/>
                <p14:nvPr/>
              </p14:nvContentPartPr>
              <p14:xfrm>
                <a:off x="8337120" y="6109680"/>
                <a:ext cx="42840" cy="1011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56F0ED7-96CE-4DD8-0A0E-B86242CB1FB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319120" y="6091680"/>
                  <a:ext cx="784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615E453-9F08-F157-9CDC-0BD71115196B}"/>
                    </a:ext>
                  </a:extLst>
                </p14:cNvPr>
                <p14:cNvContentPartPr/>
                <p14:nvPr/>
              </p14:nvContentPartPr>
              <p14:xfrm>
                <a:off x="8489040" y="6017160"/>
                <a:ext cx="45720" cy="320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615E453-9F08-F157-9CDC-0BD71115196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471400" y="5999520"/>
                  <a:ext cx="813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DEB6595-EC3F-15C5-743C-4E1042B2421E}"/>
                    </a:ext>
                  </a:extLst>
                </p14:cNvPr>
                <p14:cNvContentPartPr/>
                <p14:nvPr/>
              </p14:nvContentPartPr>
              <p14:xfrm>
                <a:off x="8547360" y="6060720"/>
                <a:ext cx="70200" cy="511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DEB6595-EC3F-15C5-743C-4E1042B2421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529720" y="6042720"/>
                  <a:ext cx="1058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FFE1211-250A-96B1-103E-9381062982C3}"/>
                    </a:ext>
                  </a:extLst>
                </p14:cNvPr>
                <p14:cNvContentPartPr/>
                <p14:nvPr/>
              </p14:nvContentPartPr>
              <p14:xfrm>
                <a:off x="8755800" y="5849760"/>
                <a:ext cx="1041480" cy="1915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FFE1211-250A-96B1-103E-9381062982C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738160" y="5832120"/>
                  <a:ext cx="10771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6E31E0F-D2FA-7C58-605C-E630A7CC1ECD}"/>
                    </a:ext>
                  </a:extLst>
                </p14:cNvPr>
                <p14:cNvContentPartPr/>
                <p14:nvPr/>
              </p14:nvContentPartPr>
              <p14:xfrm>
                <a:off x="8957760" y="6134880"/>
                <a:ext cx="149040" cy="1548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6E31E0F-D2FA-7C58-605C-E630A7CC1EC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940120" y="6116880"/>
                  <a:ext cx="18468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FAB4DB4-6221-D694-0469-C3452319DC12}"/>
                    </a:ext>
                  </a:extLst>
                </p14:cNvPr>
                <p14:cNvContentPartPr/>
                <p14:nvPr/>
              </p14:nvContentPartPr>
              <p14:xfrm>
                <a:off x="9189240" y="6176280"/>
                <a:ext cx="106200" cy="115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FAB4DB4-6221-D694-0469-C3452319DC1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171600" y="6158640"/>
                  <a:ext cx="1418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6D464A9-CA84-A363-1F3C-6EE3C5959586}"/>
                    </a:ext>
                  </a:extLst>
                </p14:cNvPr>
                <p14:cNvContentPartPr/>
                <p14:nvPr/>
              </p14:nvContentPartPr>
              <p14:xfrm>
                <a:off x="9263760" y="6122280"/>
                <a:ext cx="24480" cy="1540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6D464A9-CA84-A363-1F3C-6EE3C595958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246120" y="6104640"/>
                  <a:ext cx="601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309F860-D492-4FEA-50CF-134434D303D6}"/>
                    </a:ext>
                  </a:extLst>
                </p14:cNvPr>
                <p14:cNvContentPartPr/>
                <p14:nvPr/>
              </p14:nvContentPartPr>
              <p14:xfrm>
                <a:off x="9462480" y="6078000"/>
                <a:ext cx="150480" cy="1612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309F860-D492-4FEA-50CF-134434D303D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444840" y="6060360"/>
                  <a:ext cx="1861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5A6CEACD-F40B-5D9C-7BC2-A52FF4FEE172}"/>
                    </a:ext>
                  </a:extLst>
                </p14:cNvPr>
                <p14:cNvContentPartPr/>
                <p14:nvPr/>
              </p14:nvContentPartPr>
              <p14:xfrm>
                <a:off x="9517920" y="6240000"/>
                <a:ext cx="110160" cy="1198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5A6CEACD-F40B-5D9C-7BC2-A52FF4FEE17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500280" y="6222000"/>
                  <a:ext cx="1458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2B95D6F4-D770-17A1-4F39-F7953D93EA90}"/>
                    </a:ext>
                  </a:extLst>
                </p14:cNvPr>
                <p14:cNvContentPartPr/>
                <p14:nvPr/>
              </p14:nvContentPartPr>
              <p14:xfrm>
                <a:off x="8875680" y="6114720"/>
                <a:ext cx="88200" cy="3862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B95D6F4-D770-17A1-4F39-F7953D93EA9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857680" y="6097080"/>
                  <a:ext cx="123840" cy="42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AD6E3B6-A3C6-DB01-646A-9404F6AB2E95}"/>
                    </a:ext>
                  </a:extLst>
                </p14:cNvPr>
                <p14:cNvContentPartPr/>
                <p14:nvPr/>
              </p14:nvContentPartPr>
              <p14:xfrm>
                <a:off x="9697200" y="6061440"/>
                <a:ext cx="124200" cy="2570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AD6E3B6-A3C6-DB01-646A-9404F6AB2E9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679200" y="6043800"/>
                  <a:ext cx="15984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D582EBD-52C0-D323-2E83-D52CB9B47259}"/>
                    </a:ext>
                  </a:extLst>
                </p14:cNvPr>
                <p14:cNvContentPartPr/>
                <p14:nvPr/>
              </p14:nvContentPartPr>
              <p14:xfrm>
                <a:off x="9884760" y="6084120"/>
                <a:ext cx="64800" cy="1540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D582EBD-52C0-D323-2E83-D52CB9B4725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866760" y="6066480"/>
                  <a:ext cx="1004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57D74EC-4355-29F0-763C-C92689113E41}"/>
                    </a:ext>
                  </a:extLst>
                </p14:cNvPr>
                <p14:cNvContentPartPr/>
                <p14:nvPr/>
              </p14:nvContentPartPr>
              <p14:xfrm>
                <a:off x="9945240" y="6084480"/>
                <a:ext cx="97200" cy="1173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57D74EC-4355-29F0-763C-C92689113E4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927240" y="6066480"/>
                  <a:ext cx="1328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89B565F6-9565-D374-37E6-F2DD315A2CC8}"/>
                    </a:ext>
                  </a:extLst>
                </p14:cNvPr>
                <p14:cNvContentPartPr/>
                <p14:nvPr/>
              </p14:nvContentPartPr>
              <p14:xfrm>
                <a:off x="10172040" y="6024360"/>
                <a:ext cx="193680" cy="1378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89B565F6-9565-D374-37E6-F2DD315A2CC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154400" y="6006360"/>
                  <a:ext cx="229320" cy="17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F443BDED-151A-93D4-621C-227F7BB0EF26}"/>
              </a:ext>
            </a:extLst>
          </p:cNvPr>
          <p:cNvGrpSpPr/>
          <p:nvPr/>
        </p:nvGrpSpPr>
        <p:grpSpPr>
          <a:xfrm>
            <a:off x="9080880" y="4083960"/>
            <a:ext cx="1998000" cy="1782000"/>
            <a:chOff x="9080880" y="4083960"/>
            <a:chExt cx="1998000" cy="178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7E7D858-34BD-85A7-DEC5-317650304E2A}"/>
                    </a:ext>
                  </a:extLst>
                </p14:cNvPr>
                <p14:cNvContentPartPr/>
                <p14:nvPr/>
              </p14:nvContentPartPr>
              <p14:xfrm>
                <a:off x="9487680" y="4721880"/>
                <a:ext cx="163080" cy="669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7E7D858-34BD-85A7-DEC5-317650304E2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469680" y="4704240"/>
                  <a:ext cx="1987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BF12BAF-2921-7CFE-AFC9-49DC5AC3BC30}"/>
                    </a:ext>
                  </a:extLst>
                </p14:cNvPr>
                <p14:cNvContentPartPr/>
                <p14:nvPr/>
              </p14:nvContentPartPr>
              <p14:xfrm>
                <a:off x="9872880" y="4674360"/>
                <a:ext cx="9000" cy="1702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BF12BAF-2921-7CFE-AFC9-49DC5AC3BC3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854880" y="4656360"/>
                  <a:ext cx="4464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A6F7B01-2922-312F-3D83-ACAE28253D17}"/>
                    </a:ext>
                  </a:extLst>
                </p14:cNvPr>
                <p14:cNvContentPartPr/>
                <p14:nvPr/>
              </p14:nvContentPartPr>
              <p14:xfrm>
                <a:off x="9866040" y="4578960"/>
                <a:ext cx="13680" cy="100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A6F7B01-2922-312F-3D83-ACAE28253D1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848040" y="4561320"/>
                  <a:ext cx="493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EA675B5-3EB3-E5F6-02B3-CAC7CA7989CF}"/>
                    </a:ext>
                  </a:extLst>
                </p14:cNvPr>
                <p14:cNvContentPartPr/>
                <p14:nvPr/>
              </p14:nvContentPartPr>
              <p14:xfrm>
                <a:off x="9872520" y="4605240"/>
                <a:ext cx="12960" cy="1742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EA675B5-3EB3-E5F6-02B3-CAC7CA7989C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854880" y="4587240"/>
                  <a:ext cx="4860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38A0031-DE7B-0A69-2618-CD793A157ED9}"/>
                    </a:ext>
                  </a:extLst>
                </p14:cNvPr>
                <p14:cNvContentPartPr/>
                <p14:nvPr/>
              </p14:nvContentPartPr>
              <p14:xfrm>
                <a:off x="9835080" y="4850040"/>
                <a:ext cx="105480" cy="327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38A0031-DE7B-0A69-2618-CD793A157ED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817440" y="4832040"/>
                  <a:ext cx="1411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2461022-9602-83E6-A59C-2F22084B81F9}"/>
                    </a:ext>
                  </a:extLst>
                </p14:cNvPr>
                <p14:cNvContentPartPr/>
                <p14:nvPr/>
              </p14:nvContentPartPr>
              <p14:xfrm>
                <a:off x="10016880" y="4780200"/>
                <a:ext cx="7920" cy="1195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2461022-9602-83E6-A59C-2F22084B81F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999240" y="4762200"/>
                  <a:ext cx="435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5788695-6B9C-5F16-6A70-79BC8DA61BF6}"/>
                    </a:ext>
                  </a:extLst>
                </p14:cNvPr>
                <p14:cNvContentPartPr/>
                <p14:nvPr/>
              </p14:nvContentPartPr>
              <p14:xfrm>
                <a:off x="10041360" y="4625400"/>
                <a:ext cx="7920" cy="259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5788695-6B9C-5F16-6A70-79BC8DA61BF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023720" y="4607760"/>
                  <a:ext cx="435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19DEA8D-77FF-8837-E05E-7DB82BB6E014}"/>
                    </a:ext>
                  </a:extLst>
                </p14:cNvPr>
                <p14:cNvContentPartPr/>
                <p14:nvPr/>
              </p14:nvContentPartPr>
              <p14:xfrm>
                <a:off x="10010040" y="4751760"/>
                <a:ext cx="45360" cy="1339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19DEA8D-77FF-8837-E05E-7DB82BB6E01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992040" y="4734120"/>
                  <a:ext cx="810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054BBBF-8983-2E31-3534-02748F6A3858}"/>
                    </a:ext>
                  </a:extLst>
                </p14:cNvPr>
                <p14:cNvContentPartPr/>
                <p14:nvPr/>
              </p14:nvContentPartPr>
              <p14:xfrm>
                <a:off x="10024440" y="4901160"/>
                <a:ext cx="103680" cy="385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054BBBF-8983-2E31-3534-02748F6A385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006800" y="4883520"/>
                  <a:ext cx="1393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9F3F9CC-A4B1-5EAB-BD9B-E3445497DC8D}"/>
                    </a:ext>
                  </a:extLst>
                </p14:cNvPr>
                <p14:cNvContentPartPr/>
                <p14:nvPr/>
              </p14:nvContentPartPr>
              <p14:xfrm>
                <a:off x="10430880" y="4682280"/>
                <a:ext cx="136800" cy="932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9F3F9CC-A4B1-5EAB-BD9B-E3445497DC8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413240" y="4664640"/>
                  <a:ext cx="1724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A44B4478-D2DC-79A4-C18A-5C78DE14108F}"/>
                    </a:ext>
                  </a:extLst>
                </p14:cNvPr>
                <p14:cNvContentPartPr/>
                <p14:nvPr/>
              </p14:nvContentPartPr>
              <p14:xfrm>
                <a:off x="10793040" y="4637280"/>
                <a:ext cx="12960" cy="2109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A44B4478-D2DC-79A4-C18A-5C78DE14108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775040" y="4619280"/>
                  <a:ext cx="486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A22DFF4-89EA-0741-4076-03E8D90AA2A6}"/>
                    </a:ext>
                  </a:extLst>
                </p14:cNvPr>
                <p14:cNvContentPartPr/>
                <p14:nvPr/>
              </p14:nvContentPartPr>
              <p14:xfrm>
                <a:off x="10757760" y="4619640"/>
                <a:ext cx="88920" cy="601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A22DFF4-89EA-0741-4076-03E8D90AA2A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740120" y="4601640"/>
                  <a:ext cx="12456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04716AD-7817-316A-B60A-831A597D33B1}"/>
                    </a:ext>
                  </a:extLst>
                </p14:cNvPr>
                <p14:cNvContentPartPr/>
                <p14:nvPr/>
              </p14:nvContentPartPr>
              <p14:xfrm>
                <a:off x="10799160" y="4827360"/>
                <a:ext cx="50400" cy="284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04716AD-7817-316A-B60A-831A597D33B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781520" y="4809720"/>
                  <a:ext cx="860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352C4D92-A912-2740-E535-57CC72DE7874}"/>
                    </a:ext>
                  </a:extLst>
                </p14:cNvPr>
                <p14:cNvContentPartPr/>
                <p14:nvPr/>
              </p14:nvContentPartPr>
              <p14:xfrm>
                <a:off x="10952160" y="4757160"/>
                <a:ext cx="126720" cy="1252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352C4D92-A912-2740-E535-57CC72DE787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934160" y="4739520"/>
                  <a:ext cx="1623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47C546E5-B3B5-A33B-871E-9885D76BB697}"/>
                    </a:ext>
                  </a:extLst>
                </p14:cNvPr>
                <p14:cNvContentPartPr/>
                <p14:nvPr/>
              </p14:nvContentPartPr>
              <p14:xfrm>
                <a:off x="9862080" y="5569320"/>
                <a:ext cx="70560" cy="1962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47C546E5-B3B5-A33B-871E-9885D76BB69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844440" y="5551680"/>
                  <a:ext cx="10620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FEC882B-2404-9A69-4255-B620026C669C}"/>
                    </a:ext>
                  </a:extLst>
                </p14:cNvPr>
                <p14:cNvContentPartPr/>
                <p14:nvPr/>
              </p14:nvContentPartPr>
              <p14:xfrm>
                <a:off x="10041720" y="5638440"/>
                <a:ext cx="2160" cy="345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FEC882B-2404-9A69-4255-B620026C669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024080" y="5620440"/>
                  <a:ext cx="378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E778C0B-2DAA-D299-7C6F-58BA9DF7B581}"/>
                    </a:ext>
                  </a:extLst>
                </p14:cNvPr>
                <p14:cNvContentPartPr/>
                <p14:nvPr/>
              </p14:nvContentPartPr>
              <p14:xfrm>
                <a:off x="10157640" y="5578320"/>
                <a:ext cx="143640" cy="781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E778C0B-2DAA-D299-7C6F-58BA9DF7B58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139640" y="5560680"/>
                  <a:ext cx="1792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509DFB6-44DB-0E89-F69A-EA3E9BA8BDC7}"/>
                    </a:ext>
                  </a:extLst>
                </p14:cNvPr>
                <p14:cNvContentPartPr/>
                <p14:nvPr/>
              </p14:nvContentPartPr>
              <p14:xfrm>
                <a:off x="9080880" y="5619360"/>
                <a:ext cx="178920" cy="2466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509DFB6-44DB-0E89-F69A-EA3E9BA8BDC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062880" y="5601720"/>
                  <a:ext cx="21456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9310D92-B47F-1F78-9FAA-E4F5BF8AE8A1}"/>
                    </a:ext>
                  </a:extLst>
                </p14:cNvPr>
                <p14:cNvContentPartPr/>
                <p14:nvPr/>
              </p14:nvContentPartPr>
              <p14:xfrm>
                <a:off x="10358880" y="4083960"/>
                <a:ext cx="630360" cy="5140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9310D92-B47F-1F78-9FAA-E4F5BF8AE8A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341240" y="4065960"/>
                  <a:ext cx="666000" cy="54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B6EEF2CA-B46C-579E-A742-8255B5C8E940}"/>
                    </a:ext>
                  </a:extLst>
                </p14:cNvPr>
                <p14:cNvContentPartPr/>
                <p14:nvPr/>
              </p14:nvContentPartPr>
              <p14:xfrm>
                <a:off x="9122280" y="4337760"/>
                <a:ext cx="1451880" cy="12506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B6EEF2CA-B46C-579E-A742-8255B5C8E94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104280" y="4320120"/>
                  <a:ext cx="1487520" cy="12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4E536EE-EDEC-F429-2671-541716E54814}"/>
                    </a:ext>
                  </a:extLst>
                </p14:cNvPr>
                <p14:cNvContentPartPr/>
                <p14:nvPr/>
              </p14:nvContentPartPr>
              <p14:xfrm>
                <a:off x="9101400" y="5441880"/>
                <a:ext cx="157680" cy="784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4E536EE-EDEC-F429-2671-541716E5481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083400" y="5423880"/>
                  <a:ext cx="193320" cy="11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136E8C1E-9089-E94C-05F2-8169D2C776F6}"/>
              </a:ext>
            </a:extLst>
          </p:cNvPr>
          <p:cNvGrpSpPr/>
          <p:nvPr/>
        </p:nvGrpSpPr>
        <p:grpSpPr>
          <a:xfrm>
            <a:off x="10610880" y="5689920"/>
            <a:ext cx="273240" cy="294480"/>
            <a:chOff x="10610880" y="5689920"/>
            <a:chExt cx="273240" cy="29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49901CFE-0121-89AA-600E-4E1AAFB2A5CB}"/>
                    </a:ext>
                  </a:extLst>
                </p14:cNvPr>
                <p14:cNvContentPartPr/>
                <p14:nvPr/>
              </p14:nvContentPartPr>
              <p14:xfrm>
                <a:off x="10645080" y="5689920"/>
                <a:ext cx="59040" cy="2390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49901CFE-0121-89AA-600E-4E1AAFB2A5C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627080" y="5671920"/>
                  <a:ext cx="9468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8DE0A775-A377-4CCF-AC8F-B5C0CDA94DF9}"/>
                    </a:ext>
                  </a:extLst>
                </p14:cNvPr>
                <p14:cNvContentPartPr/>
                <p14:nvPr/>
              </p14:nvContentPartPr>
              <p14:xfrm>
                <a:off x="10610880" y="5890800"/>
                <a:ext cx="57960" cy="432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8DE0A775-A377-4CCF-AC8F-B5C0CDA94DF9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593240" y="5873160"/>
                  <a:ext cx="936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650F265-4FB9-69F6-CA91-F4B8D59E522E}"/>
                    </a:ext>
                  </a:extLst>
                </p14:cNvPr>
                <p14:cNvContentPartPr/>
                <p14:nvPr/>
              </p14:nvContentPartPr>
              <p14:xfrm>
                <a:off x="10801320" y="5873160"/>
                <a:ext cx="82800" cy="1112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650F265-4FB9-69F6-CA91-F4B8D59E522E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783320" y="5855520"/>
                  <a:ext cx="118440" cy="14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C8D038D1-1C33-0998-16BA-A11F95C15DF2}"/>
              </a:ext>
            </a:extLst>
          </p:cNvPr>
          <p:cNvGrpSpPr/>
          <p:nvPr/>
        </p:nvGrpSpPr>
        <p:grpSpPr>
          <a:xfrm>
            <a:off x="11082120" y="5757240"/>
            <a:ext cx="675000" cy="104040"/>
            <a:chOff x="11082120" y="5757240"/>
            <a:chExt cx="675000" cy="10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D2C269CC-469A-B10B-0289-27638B99A2AB}"/>
                    </a:ext>
                  </a:extLst>
                </p14:cNvPr>
                <p14:cNvContentPartPr/>
                <p14:nvPr/>
              </p14:nvContentPartPr>
              <p14:xfrm>
                <a:off x="11082120" y="5805480"/>
                <a:ext cx="30600" cy="169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D2C269CC-469A-B10B-0289-27638B99A2A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1064480" y="5787840"/>
                  <a:ext cx="662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90EB1E7D-86C4-B77D-0595-25E1A0F85310}"/>
                    </a:ext>
                  </a:extLst>
                </p14:cNvPr>
                <p14:cNvContentPartPr/>
                <p14:nvPr/>
              </p14:nvContentPartPr>
              <p14:xfrm>
                <a:off x="11090040" y="5849040"/>
                <a:ext cx="63360" cy="122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90EB1E7D-86C4-B77D-0595-25E1A0F8531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1072040" y="5831040"/>
                  <a:ext cx="990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3131E0AC-2152-330C-0356-2E38C13E916E}"/>
                    </a:ext>
                  </a:extLst>
                </p14:cNvPr>
                <p14:cNvContentPartPr/>
                <p14:nvPr/>
              </p14:nvContentPartPr>
              <p14:xfrm>
                <a:off x="11313960" y="5757240"/>
                <a:ext cx="443160" cy="799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3131E0AC-2152-330C-0356-2E38C13E916E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295960" y="5739600"/>
                  <a:ext cx="478800" cy="11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8C71E16B-875F-A128-298C-4722B15E7672}"/>
              </a:ext>
            </a:extLst>
          </p:cNvPr>
          <p:cNvGrpSpPr/>
          <p:nvPr/>
        </p:nvGrpSpPr>
        <p:grpSpPr>
          <a:xfrm>
            <a:off x="11435280" y="5969640"/>
            <a:ext cx="322560" cy="232560"/>
            <a:chOff x="11435280" y="5969640"/>
            <a:chExt cx="322560" cy="23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8DA4EEC-EA5A-0379-153D-4CB76C04385A}"/>
                    </a:ext>
                  </a:extLst>
                </p14:cNvPr>
                <p14:cNvContentPartPr/>
                <p14:nvPr/>
              </p14:nvContentPartPr>
              <p14:xfrm>
                <a:off x="11473080" y="5969640"/>
                <a:ext cx="106560" cy="446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8DA4EEC-EA5A-0379-153D-4CB76C04385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455440" y="5951640"/>
                  <a:ext cx="14220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CAC68FB9-81D6-112D-5A77-E4950BE46B22}"/>
                    </a:ext>
                  </a:extLst>
                </p14:cNvPr>
                <p14:cNvContentPartPr/>
                <p14:nvPr/>
              </p14:nvContentPartPr>
              <p14:xfrm>
                <a:off x="11435280" y="6051360"/>
                <a:ext cx="49680" cy="1508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CAC68FB9-81D6-112D-5A77-E4950BE46B2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417280" y="6033720"/>
                  <a:ext cx="853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477DBC4D-A948-3A4B-D9FE-E13FF1B01674}"/>
                    </a:ext>
                  </a:extLst>
                </p14:cNvPr>
                <p14:cNvContentPartPr/>
                <p14:nvPr/>
              </p14:nvContentPartPr>
              <p14:xfrm>
                <a:off x="11608800" y="6013200"/>
                <a:ext cx="31680" cy="1598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477DBC4D-A948-3A4B-D9FE-E13FF1B0167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590800" y="5995200"/>
                  <a:ext cx="673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13B60BF-62B2-DEE2-BA03-817E4D52D834}"/>
                    </a:ext>
                  </a:extLst>
                </p14:cNvPr>
                <p14:cNvContentPartPr/>
                <p14:nvPr/>
              </p14:nvContentPartPr>
              <p14:xfrm>
                <a:off x="11646960" y="6030840"/>
                <a:ext cx="110880" cy="1116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13B60BF-62B2-DEE2-BA03-817E4D52D83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1629320" y="6012840"/>
                  <a:ext cx="146520" cy="14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56D3A5E8-EA76-45EB-914B-1DCC8926E653}"/>
              </a:ext>
            </a:extLst>
          </p:cNvPr>
          <p:cNvGrpSpPr/>
          <p:nvPr/>
        </p:nvGrpSpPr>
        <p:grpSpPr>
          <a:xfrm>
            <a:off x="11334840" y="5383920"/>
            <a:ext cx="758520" cy="293400"/>
            <a:chOff x="11334840" y="5383920"/>
            <a:chExt cx="758520" cy="29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28455E3A-437F-E6FE-4465-42EAECE6AE8C}"/>
                    </a:ext>
                  </a:extLst>
                </p14:cNvPr>
                <p14:cNvContentPartPr/>
                <p14:nvPr/>
              </p14:nvContentPartPr>
              <p14:xfrm>
                <a:off x="11334840" y="5495880"/>
                <a:ext cx="153360" cy="1328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28455E3A-437F-E6FE-4465-42EAECE6AE8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1317200" y="5478240"/>
                  <a:ext cx="18900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A47BBAD9-AF29-EE0F-2E63-AF20F542C9A2}"/>
                    </a:ext>
                  </a:extLst>
                </p14:cNvPr>
                <p14:cNvContentPartPr/>
                <p14:nvPr/>
              </p14:nvContentPartPr>
              <p14:xfrm>
                <a:off x="11712480" y="5383920"/>
                <a:ext cx="29880" cy="2642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A47BBAD9-AF29-EE0F-2E63-AF20F542C9A2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694840" y="5365920"/>
                  <a:ext cx="6552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7408F3E3-8C09-CD84-EE7E-BED330AB0970}"/>
                    </a:ext>
                  </a:extLst>
                </p14:cNvPr>
                <p14:cNvContentPartPr/>
                <p14:nvPr/>
              </p14:nvContentPartPr>
              <p14:xfrm>
                <a:off x="11658840" y="5646000"/>
                <a:ext cx="96840" cy="313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7408F3E3-8C09-CD84-EE7E-BED330AB0970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1640840" y="5628000"/>
                  <a:ext cx="1324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39E7521-52AD-95B1-3DFA-ABA50E53BD4F}"/>
                    </a:ext>
                  </a:extLst>
                </p14:cNvPr>
                <p14:cNvContentPartPr/>
                <p14:nvPr/>
              </p14:nvContentPartPr>
              <p14:xfrm>
                <a:off x="11871240" y="5573280"/>
                <a:ext cx="32040" cy="770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39E7521-52AD-95B1-3DFA-ABA50E53BD4F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1853600" y="5555280"/>
                  <a:ext cx="676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56A35C79-5525-4F49-D8D3-202F5329BA5B}"/>
                    </a:ext>
                  </a:extLst>
                </p14:cNvPr>
                <p14:cNvContentPartPr/>
                <p14:nvPr/>
              </p14:nvContentPartPr>
              <p14:xfrm>
                <a:off x="11846760" y="5488680"/>
                <a:ext cx="16920" cy="100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56A35C79-5525-4F49-D8D3-202F5329BA5B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1829120" y="5471040"/>
                  <a:ext cx="525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AF6A755A-EE72-DD7A-AD2F-4F5EE154F714}"/>
                    </a:ext>
                  </a:extLst>
                </p14:cNvPr>
                <p14:cNvContentPartPr/>
                <p14:nvPr/>
              </p14:nvContentPartPr>
              <p14:xfrm>
                <a:off x="11956200" y="5553120"/>
                <a:ext cx="137160" cy="802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AF6A755A-EE72-DD7A-AD2F-4F5EE154F71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1938560" y="5535120"/>
                  <a:ext cx="1728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F9506114-1E8E-F6C3-5059-174419B9ED0A}"/>
                    </a:ext>
                  </a:extLst>
                </p14:cNvPr>
                <p14:cNvContentPartPr/>
                <p14:nvPr/>
              </p14:nvContentPartPr>
              <p14:xfrm>
                <a:off x="11610960" y="5401200"/>
                <a:ext cx="114480" cy="219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F9506114-1E8E-F6C3-5059-174419B9ED0A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1593320" y="5383200"/>
                  <a:ext cx="150120" cy="5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7C5EFA85-BC9A-84ED-FE71-D533E79C46FB}"/>
              </a:ext>
            </a:extLst>
          </p:cNvPr>
          <p:cNvGrpSpPr/>
          <p:nvPr/>
        </p:nvGrpSpPr>
        <p:grpSpPr>
          <a:xfrm>
            <a:off x="1323960" y="2632080"/>
            <a:ext cx="7330680" cy="2311920"/>
            <a:chOff x="1323960" y="2632080"/>
            <a:chExt cx="7330680" cy="231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96B9675-5380-1515-9F28-9BD7CEEB463A}"/>
                    </a:ext>
                  </a:extLst>
                </p14:cNvPr>
                <p14:cNvContentPartPr/>
                <p14:nvPr/>
              </p14:nvContentPartPr>
              <p14:xfrm>
                <a:off x="1340160" y="2632080"/>
                <a:ext cx="468360" cy="4240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96B9675-5380-1515-9F28-9BD7CEEB463A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322160" y="2614080"/>
                  <a:ext cx="504000" cy="45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9BE9990-16B5-2A7C-92D5-83D621FB3DE4}"/>
                    </a:ext>
                  </a:extLst>
                </p14:cNvPr>
                <p14:cNvContentPartPr/>
                <p14:nvPr/>
              </p14:nvContentPartPr>
              <p14:xfrm>
                <a:off x="8230920" y="3754560"/>
                <a:ext cx="131040" cy="2070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9BE9990-16B5-2A7C-92D5-83D621FB3DE4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212920" y="3736560"/>
                  <a:ext cx="16668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CC1AE20-E789-B2C0-06FD-290A619F5901}"/>
                    </a:ext>
                  </a:extLst>
                </p14:cNvPr>
                <p14:cNvContentPartPr/>
                <p14:nvPr/>
              </p14:nvContentPartPr>
              <p14:xfrm>
                <a:off x="8366640" y="3846720"/>
                <a:ext cx="53640" cy="189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CC1AE20-E789-B2C0-06FD-290A619F5901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348640" y="3829080"/>
                  <a:ext cx="892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897BA2F-1250-2929-5D1C-E318C240B1C6}"/>
                    </a:ext>
                  </a:extLst>
                </p14:cNvPr>
                <p14:cNvContentPartPr/>
                <p14:nvPr/>
              </p14:nvContentPartPr>
              <p14:xfrm>
                <a:off x="8000880" y="3613440"/>
                <a:ext cx="653760" cy="621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897BA2F-1250-2929-5D1C-E318C240B1C6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983240" y="3595440"/>
                  <a:ext cx="689400" cy="65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BB9B825-E793-D5F3-4953-93A3D429ED7D}"/>
                    </a:ext>
                  </a:extLst>
                </p14:cNvPr>
                <p14:cNvContentPartPr/>
                <p14:nvPr/>
              </p14:nvContentPartPr>
              <p14:xfrm>
                <a:off x="1323960" y="3195480"/>
                <a:ext cx="587520" cy="714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BB9B825-E793-D5F3-4953-93A3D429ED7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306320" y="3177480"/>
                  <a:ext cx="623160" cy="75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6FC7C0E-A733-F3B7-847C-B25B36F7DE63}"/>
                    </a:ext>
                  </a:extLst>
                </p14:cNvPr>
                <p14:cNvContentPartPr/>
                <p14:nvPr/>
              </p14:nvContentPartPr>
              <p14:xfrm>
                <a:off x="1655880" y="3673920"/>
                <a:ext cx="6179760" cy="12700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6FC7C0E-A733-F3B7-847C-B25B36F7DE63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637880" y="3655920"/>
                  <a:ext cx="6215400" cy="13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D3101B1-CE1F-EEB9-D31B-54B884CB4CDC}"/>
                    </a:ext>
                  </a:extLst>
                </p14:cNvPr>
                <p14:cNvContentPartPr/>
                <p14:nvPr/>
              </p14:nvContentPartPr>
              <p14:xfrm>
                <a:off x="7678320" y="3797400"/>
                <a:ext cx="129240" cy="418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D3101B1-CE1F-EEB9-D31B-54B884CB4CDC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660320" y="3779400"/>
                  <a:ext cx="16488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966C2587-2865-18FF-6980-F9CE4DAC9532}"/>
                    </a:ext>
                  </a:extLst>
                </p14:cNvPr>
                <p14:cNvContentPartPr/>
                <p14:nvPr/>
              </p14:nvContentPartPr>
              <p14:xfrm>
                <a:off x="1509000" y="2661600"/>
                <a:ext cx="720720" cy="4028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966C2587-2865-18FF-6980-F9CE4DAC9532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491360" y="2643600"/>
                  <a:ext cx="75636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A16B5E18-D1D3-142B-DF11-EA1D1AFB3CC2}"/>
                    </a:ext>
                  </a:extLst>
                </p14:cNvPr>
                <p14:cNvContentPartPr/>
                <p14:nvPr/>
              </p14:nvContentPartPr>
              <p14:xfrm>
                <a:off x="2256720" y="3116280"/>
                <a:ext cx="727560" cy="5119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A16B5E18-D1D3-142B-DF11-EA1D1AFB3CC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2238720" y="3098640"/>
                  <a:ext cx="763200" cy="547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49583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9A796-6AB1-DF54-CEB3-17011F917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EB7DD-8B7B-3229-58FF-5457214AD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problems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7DD91-32AA-0D12-B053-E340D576E7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13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text on a white background&#10;&#10;Description automatically generated">
            <a:extLst>
              <a:ext uri="{FF2B5EF4-FFF2-40B4-BE49-F238E27FC236}">
                <a16:creationId xmlns:a16="http://schemas.microsoft.com/office/drawing/2014/main" id="{578E6BDD-66CD-B097-51AE-51BBA0A10F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81" y="1667586"/>
            <a:ext cx="10086785" cy="391719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7BCF763-ABE3-941D-0195-A32E374B5582}"/>
              </a:ext>
            </a:extLst>
          </p:cNvPr>
          <p:cNvSpPr/>
          <p:nvPr/>
        </p:nvSpPr>
        <p:spPr>
          <a:xfrm>
            <a:off x="1232704" y="3680749"/>
            <a:ext cx="6481823" cy="1509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00B2E7C-D9C1-1FE1-68AD-2734FB3E7DD3}"/>
              </a:ext>
            </a:extLst>
          </p:cNvPr>
          <p:cNvGrpSpPr/>
          <p:nvPr/>
        </p:nvGrpSpPr>
        <p:grpSpPr>
          <a:xfrm>
            <a:off x="10646520" y="3010080"/>
            <a:ext cx="27360" cy="68040"/>
            <a:chOff x="10646520" y="3010080"/>
            <a:chExt cx="27360" cy="6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026DBFE-FDB2-5B25-00EC-60E2F1507F31}"/>
                    </a:ext>
                  </a:extLst>
                </p14:cNvPr>
                <p14:cNvContentPartPr/>
                <p14:nvPr/>
              </p14:nvContentPartPr>
              <p14:xfrm>
                <a:off x="10646520" y="3022680"/>
                <a:ext cx="27360" cy="144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026DBFE-FDB2-5B25-00EC-60E2F1507F3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628520" y="3004680"/>
                  <a:ext cx="630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C9C7618-4C75-DBC6-7FBD-A17A1A8A50E5}"/>
                    </a:ext>
                  </a:extLst>
                </p14:cNvPr>
                <p14:cNvContentPartPr/>
                <p14:nvPr/>
              </p14:nvContentPartPr>
              <p14:xfrm>
                <a:off x="10648680" y="3010080"/>
                <a:ext cx="19800" cy="680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C9C7618-4C75-DBC6-7FBD-A17A1A8A50E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630680" y="2992080"/>
                  <a:ext cx="55440" cy="103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B364BAB-7060-453A-E4A9-41A9EA0E28BD}"/>
                  </a:ext>
                </a:extLst>
              </p14:cNvPr>
              <p14:cNvContentPartPr/>
              <p14:nvPr/>
            </p14:nvContentPartPr>
            <p14:xfrm>
              <a:off x="1587906" y="1815085"/>
              <a:ext cx="707040" cy="2188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B364BAB-7060-453A-E4A9-41A9EA0E28B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34266" y="1707445"/>
                <a:ext cx="814680" cy="43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24AB66A-23A1-7D78-055F-9476FE6106B8}"/>
                  </a:ext>
                </a:extLst>
              </p14:cNvPr>
              <p14:cNvContentPartPr/>
              <p14:nvPr/>
            </p14:nvContentPartPr>
            <p14:xfrm>
              <a:off x="1624986" y="2305765"/>
              <a:ext cx="491040" cy="2505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24AB66A-23A1-7D78-055F-9476FE6106B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570986" y="2197765"/>
                <a:ext cx="598680" cy="46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E9A372C0-29A9-75C9-8125-FB1B9916FE34}"/>
                  </a:ext>
                </a:extLst>
              </p14:cNvPr>
              <p14:cNvContentPartPr/>
              <p14:nvPr/>
            </p14:nvContentPartPr>
            <p14:xfrm>
              <a:off x="4628826" y="3028285"/>
              <a:ext cx="239040" cy="1872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E9A372C0-29A9-75C9-8125-FB1B9916FE3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574826" y="2920645"/>
                <a:ext cx="34668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29ADCF1C-4BF3-5766-EBE8-004701B284C0}"/>
                  </a:ext>
                </a:extLst>
              </p14:cNvPr>
              <p14:cNvContentPartPr/>
              <p14:nvPr/>
            </p14:nvContentPartPr>
            <p14:xfrm>
              <a:off x="5873346" y="3026125"/>
              <a:ext cx="336600" cy="1548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29ADCF1C-4BF3-5766-EBE8-004701B284C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819346" y="2918485"/>
                <a:ext cx="44424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D5E4C4C7-4137-1F5E-7725-1386BA80AD6D}"/>
                  </a:ext>
                </a:extLst>
              </p14:cNvPr>
              <p14:cNvContentPartPr/>
              <p14:nvPr/>
            </p14:nvContentPartPr>
            <p14:xfrm>
              <a:off x="9541746" y="2032525"/>
              <a:ext cx="287280" cy="8316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D5E4C4C7-4137-1F5E-7725-1386BA80AD6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487746" y="1924885"/>
                <a:ext cx="39492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38A24C6A-D211-5BF5-8D17-4B2D169D6A2A}"/>
                  </a:ext>
                </a:extLst>
              </p14:cNvPr>
              <p14:cNvContentPartPr/>
              <p14:nvPr/>
            </p14:nvContentPartPr>
            <p14:xfrm>
              <a:off x="9572346" y="3062125"/>
              <a:ext cx="239040" cy="2988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38A24C6A-D211-5BF5-8D17-4B2D169D6A2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518346" y="2954485"/>
                <a:ext cx="34668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41621731-A1EC-3D55-B360-FA02BB11AB48}"/>
                  </a:ext>
                </a:extLst>
              </p14:cNvPr>
              <p14:cNvContentPartPr/>
              <p14:nvPr/>
            </p14:nvContentPartPr>
            <p14:xfrm>
              <a:off x="10484946" y="2035765"/>
              <a:ext cx="244440" cy="9000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41621731-A1EC-3D55-B360-FA02BB11AB48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431306" y="1927765"/>
                <a:ext cx="352080" cy="30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3CBF14C8-6678-4A0F-19B2-0EEA7575A992}"/>
                  </a:ext>
                </a:extLst>
              </p14:cNvPr>
              <p14:cNvContentPartPr/>
              <p14:nvPr/>
            </p14:nvContentPartPr>
            <p14:xfrm>
              <a:off x="10546146" y="2968165"/>
              <a:ext cx="246600" cy="8064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3CBF14C8-6678-4A0F-19B2-0EEA7575A992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492146" y="2860525"/>
                <a:ext cx="35424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769D826D-FC12-B307-52DD-1AC039C96255}"/>
                  </a:ext>
                </a:extLst>
              </p14:cNvPr>
              <p14:cNvContentPartPr/>
              <p14:nvPr/>
            </p14:nvContentPartPr>
            <p14:xfrm>
              <a:off x="8482266" y="2020645"/>
              <a:ext cx="2383560" cy="114840"/>
            </p14:xfrm>
          </p:contentPart>
        </mc:Choice>
        <mc:Fallback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769D826D-FC12-B307-52DD-1AC039C96255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428626" y="1913005"/>
                <a:ext cx="2491200" cy="33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74F97EF6-0793-C237-FD63-4040A6429201}"/>
                  </a:ext>
                </a:extLst>
              </p14:cNvPr>
              <p14:cNvContentPartPr/>
              <p14:nvPr/>
            </p14:nvContentPartPr>
            <p14:xfrm>
              <a:off x="8540946" y="3021805"/>
              <a:ext cx="2266200" cy="8208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74F97EF6-0793-C237-FD63-4040A6429201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487306" y="2913805"/>
                <a:ext cx="2373840" cy="29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A8893B2F-65B7-F8DC-901E-44157D98B179}"/>
                  </a:ext>
                </a:extLst>
              </p14:cNvPr>
              <p14:cNvContentPartPr/>
              <p14:nvPr/>
            </p14:nvContentPartPr>
            <p14:xfrm>
              <a:off x="8439426" y="3022885"/>
              <a:ext cx="2383920" cy="8640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A8893B2F-65B7-F8DC-901E-44157D98B179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385786" y="2914885"/>
                <a:ext cx="2491560" cy="302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7" name="Group 176">
            <a:extLst>
              <a:ext uri="{FF2B5EF4-FFF2-40B4-BE49-F238E27FC236}">
                <a16:creationId xmlns:a16="http://schemas.microsoft.com/office/drawing/2014/main" id="{A6B5FE8F-5A79-3CD7-B356-27070FDDA1D7}"/>
              </a:ext>
            </a:extLst>
          </p:cNvPr>
          <p:cNvGrpSpPr/>
          <p:nvPr/>
        </p:nvGrpSpPr>
        <p:grpSpPr>
          <a:xfrm>
            <a:off x="9069786" y="2481805"/>
            <a:ext cx="317520" cy="213480"/>
            <a:chOff x="9069786" y="2481805"/>
            <a:chExt cx="317520" cy="21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DAB4F638-9357-C040-93B4-481108F35E37}"/>
                    </a:ext>
                  </a:extLst>
                </p14:cNvPr>
                <p14:cNvContentPartPr/>
                <p14:nvPr/>
              </p14:nvContentPartPr>
              <p14:xfrm>
                <a:off x="9069786" y="2481805"/>
                <a:ext cx="142200" cy="1350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DAB4F638-9357-C040-93B4-481108F35E3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051786" y="2464165"/>
                  <a:ext cx="1778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D280F014-B767-809A-693A-06AFA254054F}"/>
                    </a:ext>
                  </a:extLst>
                </p14:cNvPr>
                <p14:cNvContentPartPr/>
                <p14:nvPr/>
              </p14:nvContentPartPr>
              <p14:xfrm>
                <a:off x="9316026" y="2498005"/>
                <a:ext cx="71280" cy="19728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D280F014-B767-809A-693A-06AFA254054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298386" y="2480365"/>
                  <a:ext cx="106920" cy="23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C7BD0E7C-D301-D53D-ECA3-C13A4354BF2D}"/>
              </a:ext>
            </a:extLst>
          </p:cNvPr>
          <p:cNvGrpSpPr/>
          <p:nvPr/>
        </p:nvGrpSpPr>
        <p:grpSpPr>
          <a:xfrm>
            <a:off x="9185346" y="2130445"/>
            <a:ext cx="131040" cy="241560"/>
            <a:chOff x="9185346" y="2130445"/>
            <a:chExt cx="131040" cy="24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153E84B0-0D42-2368-0EDA-6AC93CCCD4F7}"/>
                    </a:ext>
                  </a:extLst>
                </p14:cNvPr>
                <p14:cNvContentPartPr/>
                <p14:nvPr/>
              </p14:nvContentPartPr>
              <p14:xfrm>
                <a:off x="9251946" y="2141965"/>
                <a:ext cx="14400" cy="23004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153E84B0-0D42-2368-0EDA-6AC93CCCD4F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234306" y="2124325"/>
                  <a:ext cx="5004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9D45A4BF-EC88-EB3A-243A-280E5DAEE13B}"/>
                    </a:ext>
                  </a:extLst>
                </p14:cNvPr>
                <p14:cNvContentPartPr/>
                <p14:nvPr/>
              </p14:nvContentPartPr>
              <p14:xfrm>
                <a:off x="9185346" y="2130445"/>
                <a:ext cx="131040" cy="1170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9D45A4BF-EC88-EB3A-243A-280E5DAEE13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167706" y="2112805"/>
                  <a:ext cx="166680" cy="15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04AB6E5C-3E22-47FA-BA37-ACB6893C13F7}"/>
              </a:ext>
            </a:extLst>
          </p:cNvPr>
          <p:cNvGrpSpPr/>
          <p:nvPr/>
        </p:nvGrpSpPr>
        <p:grpSpPr>
          <a:xfrm>
            <a:off x="9175986" y="2816245"/>
            <a:ext cx="121680" cy="251640"/>
            <a:chOff x="9175986" y="2816245"/>
            <a:chExt cx="121680" cy="25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DE74336B-67AB-2DCA-A14B-C1AC27CA79F2}"/>
                    </a:ext>
                  </a:extLst>
                </p14:cNvPr>
                <p14:cNvContentPartPr/>
                <p14:nvPr/>
              </p14:nvContentPartPr>
              <p14:xfrm>
                <a:off x="9225666" y="2816245"/>
                <a:ext cx="28080" cy="24300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DE74336B-67AB-2DCA-A14B-C1AC27CA79F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207666" y="2798245"/>
                  <a:ext cx="6372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104D5137-2B31-4ABE-CA3C-A2D6241D441F}"/>
                    </a:ext>
                  </a:extLst>
                </p14:cNvPr>
                <p14:cNvContentPartPr/>
                <p14:nvPr/>
              </p14:nvContentPartPr>
              <p14:xfrm>
                <a:off x="9175986" y="2998405"/>
                <a:ext cx="121680" cy="6948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104D5137-2B31-4ABE-CA3C-A2D6241D441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158346" y="2980765"/>
                  <a:ext cx="157320" cy="10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B5BE818E-2D0A-17AF-18F3-BD266DD81DB2}"/>
              </a:ext>
            </a:extLst>
          </p:cNvPr>
          <p:cNvGrpSpPr/>
          <p:nvPr/>
        </p:nvGrpSpPr>
        <p:grpSpPr>
          <a:xfrm>
            <a:off x="10194786" y="2135125"/>
            <a:ext cx="153360" cy="270360"/>
            <a:chOff x="10194786" y="2135125"/>
            <a:chExt cx="153360" cy="27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48D997C-7805-E907-9AEA-D8D8879C644F}"/>
                    </a:ext>
                  </a:extLst>
                </p14:cNvPr>
                <p14:cNvContentPartPr/>
                <p14:nvPr/>
              </p14:nvContentPartPr>
              <p14:xfrm>
                <a:off x="10233666" y="2147725"/>
                <a:ext cx="24120" cy="25776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48D997C-7805-E907-9AEA-D8D8879C644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215666" y="2129725"/>
                  <a:ext cx="597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0A6799EE-FAA0-7A74-9465-0FB65BC55507}"/>
                    </a:ext>
                  </a:extLst>
                </p14:cNvPr>
                <p14:cNvContentPartPr/>
                <p14:nvPr/>
              </p14:nvContentPartPr>
              <p14:xfrm>
                <a:off x="10194786" y="2135125"/>
                <a:ext cx="153360" cy="13212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0A6799EE-FAA0-7A74-9465-0FB65BC5550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177146" y="2117125"/>
                  <a:ext cx="189000" cy="16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F5F10C59-BF42-1A75-E6EE-3A326F4F6BBC}"/>
              </a:ext>
            </a:extLst>
          </p:cNvPr>
          <p:cNvGrpSpPr/>
          <p:nvPr/>
        </p:nvGrpSpPr>
        <p:grpSpPr>
          <a:xfrm>
            <a:off x="10119186" y="2509165"/>
            <a:ext cx="294480" cy="563760"/>
            <a:chOff x="10119186" y="2509165"/>
            <a:chExt cx="294480" cy="56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DA17FD0F-C2CB-2E50-1750-D0CDC03C7560}"/>
                    </a:ext>
                  </a:extLst>
                </p14:cNvPr>
                <p14:cNvContentPartPr/>
                <p14:nvPr/>
              </p14:nvContentPartPr>
              <p14:xfrm>
                <a:off x="10119186" y="2509165"/>
                <a:ext cx="141480" cy="1432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DA17FD0F-C2CB-2E50-1750-D0CDC03C756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101186" y="2491525"/>
                  <a:ext cx="1771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60908970-3823-02E6-F38A-7946BF6834C4}"/>
                    </a:ext>
                  </a:extLst>
                </p14:cNvPr>
                <p14:cNvContentPartPr/>
                <p14:nvPr/>
              </p14:nvContentPartPr>
              <p14:xfrm>
                <a:off x="10344906" y="2590525"/>
                <a:ext cx="68760" cy="2026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60908970-3823-02E6-F38A-7946BF6834C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326906" y="2572885"/>
                  <a:ext cx="10440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E7A826C5-20A9-E258-4B34-D7ACD8FB56D0}"/>
                    </a:ext>
                  </a:extLst>
                </p14:cNvPr>
                <p14:cNvContentPartPr/>
                <p14:nvPr/>
              </p14:nvContentPartPr>
              <p14:xfrm>
                <a:off x="10216746" y="2891485"/>
                <a:ext cx="47520" cy="1695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E7A826C5-20A9-E258-4B34-D7ACD8FB56D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198746" y="2873845"/>
                  <a:ext cx="831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7DF8EDE7-C2EB-FA06-EA2C-2706F77248E3}"/>
                    </a:ext>
                  </a:extLst>
                </p14:cNvPr>
                <p14:cNvContentPartPr/>
                <p14:nvPr/>
              </p14:nvContentPartPr>
              <p14:xfrm>
                <a:off x="10175346" y="3009925"/>
                <a:ext cx="149400" cy="630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7DF8EDE7-C2EB-FA06-EA2C-2706F77248E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157706" y="2992285"/>
                  <a:ext cx="185040" cy="9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27CF117F-5D3F-8C96-6AD4-4F1E885944BC}"/>
              </a:ext>
            </a:extLst>
          </p:cNvPr>
          <p:cNvGrpSpPr/>
          <p:nvPr/>
        </p:nvGrpSpPr>
        <p:grpSpPr>
          <a:xfrm>
            <a:off x="10733346" y="2012725"/>
            <a:ext cx="1323000" cy="1162800"/>
            <a:chOff x="10733346" y="2012725"/>
            <a:chExt cx="1323000" cy="116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A977BCB1-38EF-00C5-7CC1-5590C70EFAF8}"/>
                    </a:ext>
                  </a:extLst>
                </p14:cNvPr>
                <p14:cNvContentPartPr/>
                <p14:nvPr/>
              </p14:nvContentPartPr>
              <p14:xfrm>
                <a:off x="10733346" y="2028205"/>
                <a:ext cx="512280" cy="162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A977BCB1-38EF-00C5-7CC1-5590C70EFAF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715346" y="2010205"/>
                  <a:ext cx="5479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8CE63E4B-DF0F-287A-DACD-564393F6F0C4}"/>
                    </a:ext>
                  </a:extLst>
                </p14:cNvPr>
                <p14:cNvContentPartPr/>
                <p14:nvPr/>
              </p14:nvContentPartPr>
              <p14:xfrm>
                <a:off x="11158146" y="2021005"/>
                <a:ext cx="51480" cy="29772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8CE63E4B-DF0F-287A-DACD-564393F6F0C4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1140146" y="2003365"/>
                  <a:ext cx="8712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C0962740-D85F-0046-E2F0-53F4F93FFDED}"/>
                    </a:ext>
                  </a:extLst>
                </p14:cNvPr>
                <p14:cNvContentPartPr/>
                <p14:nvPr/>
              </p14:nvContentPartPr>
              <p14:xfrm>
                <a:off x="11202066" y="2385325"/>
                <a:ext cx="84960" cy="20448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C0962740-D85F-0046-E2F0-53F4F93FFDED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1184426" y="2367325"/>
                  <a:ext cx="12060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A896EC89-BCB4-1AA5-B1FC-44D495D8E5F0}"/>
                    </a:ext>
                  </a:extLst>
                </p14:cNvPr>
                <p14:cNvContentPartPr/>
                <p14:nvPr/>
              </p14:nvContentPartPr>
              <p14:xfrm>
                <a:off x="11261466" y="2638045"/>
                <a:ext cx="22680" cy="39456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A896EC89-BCB4-1AA5-B1FC-44D495D8E5F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1243466" y="2620045"/>
                  <a:ext cx="5832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D5950620-0F71-6A0E-CC23-FA6CF03FB802}"/>
                    </a:ext>
                  </a:extLst>
                </p14:cNvPr>
                <p14:cNvContentPartPr/>
                <p14:nvPr/>
              </p14:nvContentPartPr>
              <p14:xfrm>
                <a:off x="11528946" y="2502325"/>
                <a:ext cx="7200" cy="1620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D5950620-0F71-6A0E-CC23-FA6CF03FB80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1511306" y="2484325"/>
                  <a:ext cx="428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B0D035EB-8215-DD46-7F0D-6889DD514259}"/>
                    </a:ext>
                  </a:extLst>
                </p14:cNvPr>
                <p14:cNvContentPartPr/>
                <p14:nvPr/>
              </p14:nvContentPartPr>
              <p14:xfrm>
                <a:off x="11701386" y="2470645"/>
                <a:ext cx="23760" cy="540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B0D035EB-8215-DD46-7F0D-6889DD514259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1683746" y="2452645"/>
                  <a:ext cx="594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EC1E2DEA-4284-6ABD-9CF7-F6ADC27D8C6E}"/>
                    </a:ext>
                  </a:extLst>
                </p14:cNvPr>
                <p14:cNvContentPartPr/>
                <p14:nvPr/>
              </p14:nvContentPartPr>
              <p14:xfrm>
                <a:off x="11776266" y="2487205"/>
                <a:ext cx="3240" cy="1764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EC1E2DEA-4284-6ABD-9CF7-F6ADC27D8C6E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1758626" y="2469565"/>
                  <a:ext cx="388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6B02042A-B0FE-CD76-F859-DF62CD96E8BE}"/>
                    </a:ext>
                  </a:extLst>
                </p14:cNvPr>
                <p14:cNvContentPartPr/>
                <p14:nvPr/>
              </p14:nvContentPartPr>
              <p14:xfrm>
                <a:off x="11477826" y="2012725"/>
                <a:ext cx="466920" cy="1368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6B02042A-B0FE-CD76-F859-DF62CD96E8B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1459826" y="1994725"/>
                  <a:ext cx="5025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D1FC8E4F-E0E8-9099-959E-DA14299FA30A}"/>
                    </a:ext>
                  </a:extLst>
                </p14:cNvPr>
                <p14:cNvContentPartPr/>
                <p14:nvPr/>
              </p14:nvContentPartPr>
              <p14:xfrm>
                <a:off x="11936826" y="2042605"/>
                <a:ext cx="66240" cy="36108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D1FC8E4F-E0E8-9099-959E-DA14299FA30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1919186" y="2024605"/>
                  <a:ext cx="10188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EEC4A519-B0E3-C400-4D09-94ADC12DBAB1}"/>
                    </a:ext>
                  </a:extLst>
                </p14:cNvPr>
                <p14:cNvContentPartPr/>
                <p14:nvPr/>
              </p14:nvContentPartPr>
              <p14:xfrm>
                <a:off x="10755306" y="2490805"/>
                <a:ext cx="1301040" cy="68472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EEC4A519-B0E3-C400-4D09-94ADC12DBAB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737666" y="2473165"/>
                  <a:ext cx="1336680" cy="72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45ADFE20-4553-2410-4953-99DA523E4740}"/>
              </a:ext>
            </a:extLst>
          </p:cNvPr>
          <p:cNvGrpSpPr/>
          <p:nvPr/>
        </p:nvGrpSpPr>
        <p:grpSpPr>
          <a:xfrm>
            <a:off x="11437146" y="1478485"/>
            <a:ext cx="531000" cy="313200"/>
            <a:chOff x="11437146" y="1478485"/>
            <a:chExt cx="531000" cy="31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120F301F-D35C-CB5C-0C2F-2ECD0E341EAD}"/>
                    </a:ext>
                  </a:extLst>
                </p14:cNvPr>
                <p14:cNvContentPartPr/>
                <p14:nvPr/>
              </p14:nvContentPartPr>
              <p14:xfrm>
                <a:off x="11437146" y="1502605"/>
                <a:ext cx="34920" cy="25560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120F301F-D35C-CB5C-0C2F-2ECD0E341EAD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1419146" y="1484605"/>
                  <a:ext cx="7056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BF64A5D0-221E-070A-2A4F-1D1AAF996212}"/>
                    </a:ext>
                  </a:extLst>
                </p14:cNvPr>
                <p14:cNvContentPartPr/>
                <p14:nvPr/>
              </p14:nvContentPartPr>
              <p14:xfrm>
                <a:off x="11456226" y="1478485"/>
                <a:ext cx="128520" cy="19620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BF64A5D0-221E-070A-2A4F-1D1AAF996212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1438586" y="1460845"/>
                  <a:ext cx="1641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616AD803-F1B9-721A-8D4F-25E40F0C9511}"/>
                    </a:ext>
                  </a:extLst>
                </p14:cNvPr>
                <p14:cNvContentPartPr/>
                <p14:nvPr/>
              </p14:nvContentPartPr>
              <p14:xfrm>
                <a:off x="11645946" y="1661725"/>
                <a:ext cx="31320" cy="12996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616AD803-F1B9-721A-8D4F-25E40F0C9511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1628306" y="1643725"/>
                  <a:ext cx="669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4E745E1A-6612-E3DC-C8B4-F85F633B37F2}"/>
                    </a:ext>
                  </a:extLst>
                </p14:cNvPr>
                <p14:cNvContentPartPr/>
                <p14:nvPr/>
              </p14:nvContentPartPr>
              <p14:xfrm>
                <a:off x="11729466" y="1697005"/>
                <a:ext cx="81720" cy="892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4E745E1A-6612-E3DC-C8B4-F85F633B37F2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1711826" y="1679005"/>
                  <a:ext cx="1173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2E6ED696-C519-11A8-3DBA-1733CFA6A4D7}"/>
                    </a:ext>
                  </a:extLst>
                </p14:cNvPr>
                <p14:cNvContentPartPr/>
                <p14:nvPr/>
              </p14:nvContentPartPr>
              <p14:xfrm>
                <a:off x="11870946" y="1558405"/>
                <a:ext cx="97200" cy="1296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2E6ED696-C519-11A8-3DBA-1733CFA6A4D7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1852946" y="1540765"/>
                  <a:ext cx="132840" cy="165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2020C1B4-9097-6E0D-DE28-DC4F506116A0}"/>
                  </a:ext>
                </a:extLst>
              </p14:cNvPr>
              <p14:cNvContentPartPr/>
              <p14:nvPr/>
            </p14:nvContentPartPr>
            <p14:xfrm>
              <a:off x="1353546" y="3312685"/>
              <a:ext cx="321840" cy="149760"/>
            </p14:xfrm>
          </p:contentPart>
        </mc:Choice>
        <mc:Fallback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2020C1B4-9097-6E0D-DE28-DC4F506116A0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1299546" y="3204685"/>
                <a:ext cx="429480" cy="36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63F90914-F946-4131-8379-9748A6D19D89}"/>
                  </a:ext>
                </a:extLst>
              </p14:cNvPr>
              <p14:cNvContentPartPr/>
              <p14:nvPr/>
            </p14:nvContentPartPr>
            <p14:xfrm>
              <a:off x="5912946" y="3347605"/>
              <a:ext cx="1114560" cy="71280"/>
            </p14:xfrm>
          </p:contentPart>
        </mc:Choice>
        <mc:Fallback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63F90914-F946-4131-8379-9748A6D19D89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5859306" y="3239965"/>
                <a:ext cx="122220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B24BB19E-5D53-5514-8155-71FD2DCE7DF0}"/>
                  </a:ext>
                </a:extLst>
              </p14:cNvPr>
              <p14:cNvContentPartPr/>
              <p14:nvPr/>
            </p14:nvContentPartPr>
            <p14:xfrm>
              <a:off x="9571986" y="4027285"/>
              <a:ext cx="37080" cy="851040"/>
            </p14:xfrm>
          </p:contentPart>
        </mc:Choice>
        <mc:Fallback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B24BB19E-5D53-5514-8155-71FD2DCE7DF0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9518346" y="3919645"/>
                <a:ext cx="144720" cy="10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ABEE877B-CE8B-480B-506B-70271C00F3CB}"/>
                  </a:ext>
                </a:extLst>
              </p14:cNvPr>
              <p14:cNvContentPartPr/>
              <p14:nvPr/>
            </p14:nvContentPartPr>
            <p14:xfrm>
              <a:off x="10506906" y="3889405"/>
              <a:ext cx="48240" cy="916200"/>
            </p14:xfrm>
          </p:contentPart>
        </mc:Choice>
        <mc:Fallback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ABEE877B-CE8B-480B-506B-70271C00F3CB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10453266" y="3781765"/>
                <a:ext cx="155880" cy="1131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03" name="Group 302">
            <a:extLst>
              <a:ext uri="{FF2B5EF4-FFF2-40B4-BE49-F238E27FC236}">
                <a16:creationId xmlns:a16="http://schemas.microsoft.com/office/drawing/2014/main" id="{78480121-88D8-9ECF-F1B2-2B428CF02A4C}"/>
              </a:ext>
            </a:extLst>
          </p:cNvPr>
          <p:cNvGrpSpPr/>
          <p:nvPr/>
        </p:nvGrpSpPr>
        <p:grpSpPr>
          <a:xfrm>
            <a:off x="412866" y="3633085"/>
            <a:ext cx="11355120" cy="2949120"/>
            <a:chOff x="412866" y="3633085"/>
            <a:chExt cx="11355120" cy="294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33723BFC-AF01-0CFD-30D5-CAB99EA32698}"/>
                    </a:ext>
                  </a:extLst>
                </p14:cNvPr>
                <p14:cNvContentPartPr/>
                <p14:nvPr/>
              </p14:nvContentPartPr>
              <p14:xfrm>
                <a:off x="7876026" y="4559005"/>
                <a:ext cx="1530000" cy="73188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33723BFC-AF01-0CFD-30D5-CAB99EA32698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858386" y="4541005"/>
                  <a:ext cx="1565640" cy="76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A30A1587-D533-7493-A1B1-1F5526AF6142}"/>
                    </a:ext>
                  </a:extLst>
                </p14:cNvPr>
                <p14:cNvContentPartPr/>
                <p14:nvPr/>
              </p14:nvContentPartPr>
              <p14:xfrm>
                <a:off x="7906986" y="5066965"/>
                <a:ext cx="200160" cy="2361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A30A1587-D533-7493-A1B1-1F5526AF6142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888986" y="5049325"/>
                  <a:ext cx="2358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86CAA1BE-7BA1-F817-1469-006EFC426154}"/>
                    </a:ext>
                  </a:extLst>
                </p14:cNvPr>
                <p14:cNvContentPartPr/>
                <p14:nvPr/>
              </p14:nvContentPartPr>
              <p14:xfrm>
                <a:off x="6447546" y="5188285"/>
                <a:ext cx="224640" cy="23904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86CAA1BE-7BA1-F817-1469-006EFC426154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429546" y="5170645"/>
                  <a:ext cx="26028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D5190D46-280B-F0EB-B302-D0FE16809B7F}"/>
                    </a:ext>
                  </a:extLst>
                </p14:cNvPr>
                <p14:cNvContentPartPr/>
                <p14:nvPr/>
              </p14:nvContentPartPr>
              <p14:xfrm>
                <a:off x="6785226" y="5290525"/>
                <a:ext cx="70560" cy="6048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D5190D46-280B-F0EB-B302-D0FE16809B7F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767226" y="5272525"/>
                  <a:ext cx="1062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7A59B6D3-EBEB-C6DD-FDC8-3DCD475FBF33}"/>
                    </a:ext>
                  </a:extLst>
                </p14:cNvPr>
                <p14:cNvContentPartPr/>
                <p14:nvPr/>
              </p14:nvContentPartPr>
              <p14:xfrm>
                <a:off x="6857946" y="5373325"/>
                <a:ext cx="76680" cy="3708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7A59B6D3-EBEB-C6DD-FDC8-3DCD475FBF33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840306" y="5355685"/>
                  <a:ext cx="1123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4963DBCD-44EA-4E42-AD49-8F326E24E440}"/>
                    </a:ext>
                  </a:extLst>
                </p14:cNvPr>
                <p14:cNvContentPartPr/>
                <p14:nvPr/>
              </p14:nvContentPartPr>
              <p14:xfrm>
                <a:off x="7033266" y="5165965"/>
                <a:ext cx="39600" cy="26424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4963DBCD-44EA-4E42-AD49-8F326E24E440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015626" y="5147965"/>
                  <a:ext cx="7524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0E835358-3D86-573C-C772-3A7F36227FD3}"/>
                    </a:ext>
                  </a:extLst>
                </p14:cNvPr>
                <p14:cNvContentPartPr/>
                <p14:nvPr/>
              </p14:nvContentPartPr>
              <p14:xfrm>
                <a:off x="6998346" y="5147965"/>
                <a:ext cx="112320" cy="5544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0E835358-3D86-573C-C772-3A7F36227FD3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980346" y="5130325"/>
                  <a:ext cx="1479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3A1E5524-4F4D-BE97-219D-8E29436F354B}"/>
                    </a:ext>
                  </a:extLst>
                </p14:cNvPr>
                <p14:cNvContentPartPr/>
                <p14:nvPr/>
              </p14:nvContentPartPr>
              <p14:xfrm>
                <a:off x="7039386" y="5425885"/>
                <a:ext cx="106920" cy="2772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3A1E5524-4F4D-BE97-219D-8E29436F354B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021386" y="5408245"/>
                  <a:ext cx="1425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D13EBA0F-15D8-A300-54C6-1BE8F702EF84}"/>
                    </a:ext>
                  </a:extLst>
                </p14:cNvPr>
                <p14:cNvContentPartPr/>
                <p14:nvPr/>
              </p14:nvContentPartPr>
              <p14:xfrm>
                <a:off x="7249266" y="5192245"/>
                <a:ext cx="47880" cy="23724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D13EBA0F-15D8-A300-54C6-1BE8F702EF84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231626" y="5174605"/>
                  <a:ext cx="8352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EE34F64E-01BF-5DAF-0D84-7F8656ACCDCD}"/>
                    </a:ext>
                  </a:extLst>
                </p14:cNvPr>
                <p14:cNvContentPartPr/>
                <p14:nvPr/>
              </p14:nvContentPartPr>
              <p14:xfrm>
                <a:off x="7232346" y="5183965"/>
                <a:ext cx="201960" cy="16272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EE34F64E-01BF-5DAF-0D84-7F8656ACCDCD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214346" y="5165965"/>
                  <a:ext cx="2376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B7AF4914-9381-9DAB-7F39-DB7139DDF0CA}"/>
                    </a:ext>
                  </a:extLst>
                </p14:cNvPr>
                <p14:cNvContentPartPr/>
                <p14:nvPr/>
              </p14:nvContentPartPr>
              <p14:xfrm>
                <a:off x="7589466" y="5338045"/>
                <a:ext cx="44640" cy="19224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B7AF4914-9381-9DAB-7F39-DB7139DDF0CA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571466" y="5320045"/>
                  <a:ext cx="802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D06C44ED-A24C-8EA2-C3D6-38595C8E6E24}"/>
                    </a:ext>
                  </a:extLst>
                </p14:cNvPr>
                <p14:cNvContentPartPr/>
                <p14:nvPr/>
              </p14:nvContentPartPr>
              <p14:xfrm>
                <a:off x="7209306" y="5474125"/>
                <a:ext cx="42840" cy="23112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D06C44ED-A24C-8EA2-C3D6-38595C8E6E24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191306" y="5456485"/>
                  <a:ext cx="7848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D31E66EA-4EC9-8569-702F-113CB02E4004}"/>
                    </a:ext>
                  </a:extLst>
                </p14:cNvPr>
                <p14:cNvContentPartPr/>
                <p14:nvPr/>
              </p14:nvContentPartPr>
              <p14:xfrm>
                <a:off x="6650226" y="5985325"/>
                <a:ext cx="187200" cy="20484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D31E66EA-4EC9-8569-702F-113CB02E4004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632226" y="5967325"/>
                  <a:ext cx="22284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910E9C34-8C6F-F5C9-FCF8-DFEF1E54A958}"/>
                    </a:ext>
                  </a:extLst>
                </p14:cNvPr>
                <p14:cNvContentPartPr/>
                <p14:nvPr/>
              </p14:nvContentPartPr>
              <p14:xfrm>
                <a:off x="7007346" y="6108445"/>
                <a:ext cx="85320" cy="19764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910E9C34-8C6F-F5C9-FCF8-DFEF1E54A958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989346" y="6090805"/>
                  <a:ext cx="12096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6234D8AE-D4DA-9ABF-6AF6-A087934DBA85}"/>
                    </a:ext>
                  </a:extLst>
                </p14:cNvPr>
                <p14:cNvContentPartPr/>
                <p14:nvPr/>
              </p14:nvContentPartPr>
              <p14:xfrm>
                <a:off x="7215066" y="6112045"/>
                <a:ext cx="72000" cy="1260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6234D8AE-D4DA-9ABF-6AF6-A087934DBA85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197426" y="6094045"/>
                  <a:ext cx="1076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F3B5D7AD-E790-3505-A3D2-EEDB09E03E39}"/>
                    </a:ext>
                  </a:extLst>
                </p14:cNvPr>
                <p14:cNvContentPartPr/>
                <p14:nvPr/>
              </p14:nvContentPartPr>
              <p14:xfrm>
                <a:off x="7284906" y="6166405"/>
                <a:ext cx="59400" cy="2232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F3B5D7AD-E790-3505-A3D2-EEDB09E03E39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266906" y="6148405"/>
                  <a:ext cx="950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74918017-0E30-040F-B7D1-EC36A2E12895}"/>
                    </a:ext>
                  </a:extLst>
                </p14:cNvPr>
                <p14:cNvContentPartPr/>
                <p14:nvPr/>
              </p14:nvContentPartPr>
              <p14:xfrm>
                <a:off x="7550226" y="5929885"/>
                <a:ext cx="58320" cy="25164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74918017-0E30-040F-B7D1-EC36A2E12895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532586" y="5912245"/>
                  <a:ext cx="9396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72208202-8177-5AAC-9689-1AB00895C5C9}"/>
                    </a:ext>
                  </a:extLst>
                </p14:cNvPr>
                <p14:cNvContentPartPr/>
                <p14:nvPr/>
              </p14:nvContentPartPr>
              <p14:xfrm>
                <a:off x="7516026" y="5907925"/>
                <a:ext cx="86040" cy="3528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72208202-8177-5AAC-9689-1AB00895C5C9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498386" y="5890285"/>
                  <a:ext cx="1216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E7A4EC89-AC90-8FBE-8AEA-0E08AE3CE704}"/>
                    </a:ext>
                  </a:extLst>
                </p14:cNvPr>
                <p14:cNvContentPartPr/>
                <p14:nvPr/>
              </p14:nvContentPartPr>
              <p14:xfrm>
                <a:off x="7591986" y="6160645"/>
                <a:ext cx="68040" cy="2088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E7A4EC89-AC90-8FBE-8AEA-0E08AE3CE704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574346" y="6143005"/>
                  <a:ext cx="1036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1D483461-9253-CDBA-C0FE-5C269C2B6FBC}"/>
                    </a:ext>
                  </a:extLst>
                </p14:cNvPr>
                <p14:cNvContentPartPr/>
                <p14:nvPr/>
              </p14:nvContentPartPr>
              <p14:xfrm>
                <a:off x="7740666" y="6096205"/>
                <a:ext cx="33840" cy="14400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1D483461-9253-CDBA-C0FE-5C269C2B6FBC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722666" y="6078205"/>
                  <a:ext cx="694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0D549D47-5045-3B7A-D8DF-74F081A49E16}"/>
                    </a:ext>
                  </a:extLst>
                </p14:cNvPr>
                <p14:cNvContentPartPr/>
                <p14:nvPr/>
              </p14:nvContentPartPr>
              <p14:xfrm>
                <a:off x="7959186" y="5885965"/>
                <a:ext cx="215640" cy="22176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0D549D47-5045-3B7A-D8DF-74F081A49E16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941186" y="5868325"/>
                  <a:ext cx="25128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532B9F6D-2520-939E-78D6-F94509EF8099}"/>
                    </a:ext>
                  </a:extLst>
                </p14:cNvPr>
                <p14:cNvContentPartPr/>
                <p14:nvPr/>
              </p14:nvContentPartPr>
              <p14:xfrm>
                <a:off x="8260866" y="5873725"/>
                <a:ext cx="71280" cy="26064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532B9F6D-2520-939E-78D6-F94509EF8099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243226" y="5855725"/>
                  <a:ext cx="10692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47F37C3B-12AA-A376-CD68-1F956459A386}"/>
                    </a:ext>
                  </a:extLst>
                </p14:cNvPr>
                <p14:cNvContentPartPr/>
                <p14:nvPr/>
              </p14:nvContentPartPr>
              <p14:xfrm>
                <a:off x="8346546" y="5907205"/>
                <a:ext cx="116640" cy="15120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47F37C3B-12AA-A376-CD68-1F956459A38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328546" y="5889205"/>
                  <a:ext cx="1522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BFA5F8B0-3830-0EE2-670A-0FF6EDC194A3}"/>
                    </a:ext>
                  </a:extLst>
                </p14:cNvPr>
                <p14:cNvContentPartPr/>
                <p14:nvPr/>
              </p14:nvContentPartPr>
              <p14:xfrm>
                <a:off x="8574786" y="5894245"/>
                <a:ext cx="316800" cy="21492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BFA5F8B0-3830-0EE2-670A-0FF6EDC194A3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556786" y="5876605"/>
                  <a:ext cx="35244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DACB41FE-A13E-304A-CD9F-F62860DCDD55}"/>
                    </a:ext>
                  </a:extLst>
                </p14:cNvPr>
                <p14:cNvContentPartPr/>
                <p14:nvPr/>
              </p14:nvContentPartPr>
              <p14:xfrm>
                <a:off x="10298826" y="4756285"/>
                <a:ext cx="131040" cy="65664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DACB41FE-A13E-304A-CD9F-F62860DCDD55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0280826" y="4738645"/>
                  <a:ext cx="166680" cy="69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63E94132-9911-0EA7-EAF9-6E8EBC405D10}"/>
                    </a:ext>
                  </a:extLst>
                </p14:cNvPr>
                <p14:cNvContentPartPr/>
                <p14:nvPr/>
              </p14:nvContentPartPr>
              <p14:xfrm>
                <a:off x="10298106" y="5239765"/>
                <a:ext cx="269280" cy="19800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63E94132-9911-0EA7-EAF9-6E8EBC405D10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0280466" y="5222125"/>
                  <a:ext cx="30492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12DD2921-7A7D-BA61-6594-CF05AC60CC3B}"/>
                    </a:ext>
                  </a:extLst>
                </p14:cNvPr>
                <p14:cNvContentPartPr/>
                <p14:nvPr/>
              </p14:nvContentPartPr>
              <p14:xfrm>
                <a:off x="9863586" y="5855005"/>
                <a:ext cx="294480" cy="23796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12DD2921-7A7D-BA61-6594-CF05AC60CC3B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845586" y="5837005"/>
                  <a:ext cx="33012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1E2B13FC-57F2-C66C-FE38-3B744B1C6F3B}"/>
                    </a:ext>
                  </a:extLst>
                </p14:cNvPr>
                <p14:cNvContentPartPr/>
                <p14:nvPr/>
              </p14:nvContentPartPr>
              <p14:xfrm>
                <a:off x="10263546" y="5924485"/>
                <a:ext cx="63720" cy="3096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1E2B13FC-57F2-C66C-FE38-3B744B1C6F3B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0245906" y="5906485"/>
                  <a:ext cx="993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2D73BA55-5943-D6F2-AF7A-B60B8705DC36}"/>
                    </a:ext>
                  </a:extLst>
                </p14:cNvPr>
                <p14:cNvContentPartPr/>
                <p14:nvPr/>
              </p14:nvContentPartPr>
              <p14:xfrm>
                <a:off x="10315026" y="5973085"/>
                <a:ext cx="84600" cy="414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2D73BA55-5943-D6F2-AF7A-B60B8705DC36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0297386" y="5955445"/>
                  <a:ext cx="12024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37E557A4-0450-7EB5-E741-CD9BE5C3F873}"/>
                    </a:ext>
                  </a:extLst>
                </p14:cNvPr>
                <p14:cNvContentPartPr/>
                <p14:nvPr/>
              </p14:nvContentPartPr>
              <p14:xfrm>
                <a:off x="10472706" y="5788405"/>
                <a:ext cx="56160" cy="26316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37E557A4-0450-7EB5-E741-CD9BE5C3F873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0454706" y="5770765"/>
                  <a:ext cx="9180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3CB26F8C-F269-B626-E861-7A62ED797FE3}"/>
                    </a:ext>
                  </a:extLst>
                </p14:cNvPr>
                <p14:cNvContentPartPr/>
                <p14:nvPr/>
              </p14:nvContentPartPr>
              <p14:xfrm>
                <a:off x="10436346" y="5797045"/>
                <a:ext cx="109800" cy="3456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3CB26F8C-F269-B626-E861-7A62ED797FE3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0418346" y="5779405"/>
                  <a:ext cx="1454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D5C6B47B-8E19-CE3E-40CD-33B474CBE88D}"/>
                    </a:ext>
                  </a:extLst>
                </p14:cNvPr>
                <p14:cNvContentPartPr/>
                <p14:nvPr/>
              </p14:nvContentPartPr>
              <p14:xfrm>
                <a:off x="10481706" y="6042925"/>
                <a:ext cx="97560" cy="2268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D5C6B47B-8E19-CE3E-40CD-33B474CBE88D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0463706" y="6025285"/>
                  <a:ext cx="13320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47F1955D-79CB-6F71-022F-34FD0582D54B}"/>
                    </a:ext>
                  </a:extLst>
                </p14:cNvPr>
                <p14:cNvContentPartPr/>
                <p14:nvPr/>
              </p14:nvContentPartPr>
              <p14:xfrm>
                <a:off x="10718226" y="5905765"/>
                <a:ext cx="117000" cy="15516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47F1955D-79CB-6F71-022F-34FD0582D54B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0700586" y="5888125"/>
                  <a:ext cx="1526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7AB198C9-37C1-7BC3-8B54-F78DE577CDA1}"/>
                    </a:ext>
                  </a:extLst>
                </p14:cNvPr>
                <p14:cNvContentPartPr/>
                <p14:nvPr/>
              </p14:nvContentPartPr>
              <p14:xfrm>
                <a:off x="10934946" y="5830525"/>
                <a:ext cx="33120" cy="15660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7AB198C9-37C1-7BC3-8B54-F78DE577CDA1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0916946" y="5812885"/>
                  <a:ext cx="687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705A41D6-18BA-5EE0-B45F-9E1D965802E3}"/>
                    </a:ext>
                  </a:extLst>
                </p14:cNvPr>
                <p14:cNvContentPartPr/>
                <p14:nvPr/>
              </p14:nvContentPartPr>
              <p14:xfrm>
                <a:off x="10930986" y="5705605"/>
                <a:ext cx="137880" cy="18252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705A41D6-18BA-5EE0-B45F-9E1D965802E3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0913346" y="5687605"/>
                  <a:ext cx="1735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7E8E8948-37BB-7A2B-FA3D-2BDA1C655C42}"/>
                    </a:ext>
                  </a:extLst>
                </p14:cNvPr>
                <p14:cNvContentPartPr/>
                <p14:nvPr/>
              </p14:nvContentPartPr>
              <p14:xfrm>
                <a:off x="11114946" y="5825125"/>
                <a:ext cx="130680" cy="13464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7E8E8948-37BB-7A2B-FA3D-2BDA1C655C42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1097306" y="5807485"/>
                  <a:ext cx="1663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F0495595-F928-CECE-6E68-3048EDA1DF0C}"/>
                    </a:ext>
                  </a:extLst>
                </p14:cNvPr>
                <p14:cNvContentPartPr/>
                <p14:nvPr/>
              </p14:nvContentPartPr>
              <p14:xfrm>
                <a:off x="10566666" y="6323365"/>
                <a:ext cx="29160" cy="24048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F0495595-F928-CECE-6E68-3048EDA1DF0C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0549026" y="6305725"/>
                  <a:ext cx="6480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A631F768-69AC-B2C1-7D41-C4EF63DE7DD0}"/>
                    </a:ext>
                  </a:extLst>
                </p14:cNvPr>
                <p14:cNvContentPartPr/>
                <p14:nvPr/>
              </p14:nvContentPartPr>
              <p14:xfrm>
                <a:off x="10535346" y="6304645"/>
                <a:ext cx="96120" cy="3492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A631F768-69AC-B2C1-7D41-C4EF63DE7DD0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0517346" y="6286645"/>
                  <a:ext cx="1317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C508A581-C34A-EFA5-8695-D7D16397F4F1}"/>
                    </a:ext>
                  </a:extLst>
                </p14:cNvPr>
                <p14:cNvContentPartPr/>
                <p14:nvPr/>
              </p14:nvContentPartPr>
              <p14:xfrm>
                <a:off x="10560906" y="6499765"/>
                <a:ext cx="122040" cy="1908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C508A581-C34A-EFA5-8695-D7D16397F4F1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0542906" y="6482125"/>
                  <a:ext cx="1576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67320BD6-84EE-898E-505B-C41B58B5D996}"/>
                    </a:ext>
                  </a:extLst>
                </p14:cNvPr>
                <p14:cNvContentPartPr/>
                <p14:nvPr/>
              </p14:nvContentPartPr>
              <p14:xfrm>
                <a:off x="10762506" y="6435685"/>
                <a:ext cx="155520" cy="10008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67320BD6-84EE-898E-505B-C41B58B5D996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0744866" y="6417685"/>
                  <a:ext cx="1911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1C894994-F099-D7E4-8332-5A1D81C23C4F}"/>
                    </a:ext>
                  </a:extLst>
                </p14:cNvPr>
                <p14:cNvContentPartPr/>
                <p14:nvPr/>
              </p14:nvContentPartPr>
              <p14:xfrm>
                <a:off x="11029266" y="6321925"/>
                <a:ext cx="160200" cy="21528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1C894994-F099-D7E4-8332-5A1D81C23C4F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1011266" y="6303925"/>
                  <a:ext cx="19584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C367D72B-4768-6221-07B5-6935CEBEAD73}"/>
                    </a:ext>
                  </a:extLst>
                </p14:cNvPr>
                <p14:cNvContentPartPr/>
                <p14:nvPr/>
              </p14:nvContentPartPr>
              <p14:xfrm>
                <a:off x="11369106" y="6281965"/>
                <a:ext cx="12600" cy="29448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C367D72B-4768-6221-07B5-6935CEBEAD73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1351106" y="6263965"/>
                  <a:ext cx="4824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372218B6-ED22-E3D2-2B95-8F03721308EB}"/>
                    </a:ext>
                  </a:extLst>
                </p14:cNvPr>
                <p14:cNvContentPartPr/>
                <p14:nvPr/>
              </p14:nvContentPartPr>
              <p14:xfrm>
                <a:off x="11402946" y="6342805"/>
                <a:ext cx="136440" cy="14148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372218B6-ED22-E3D2-2B95-8F03721308EB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1385306" y="6325165"/>
                  <a:ext cx="17208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A30477B1-52D2-C9F8-D1D9-ABF22D890E5B}"/>
                    </a:ext>
                  </a:extLst>
                </p14:cNvPr>
                <p14:cNvContentPartPr/>
                <p14:nvPr/>
              </p14:nvContentPartPr>
              <p14:xfrm>
                <a:off x="9843426" y="6284485"/>
                <a:ext cx="172080" cy="21564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A30477B1-52D2-C9F8-D1D9-ABF22D890E5B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9825426" y="6266485"/>
                  <a:ext cx="2077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C3897451-C4F8-D4A0-7A1C-AF2CF5C16059}"/>
                    </a:ext>
                  </a:extLst>
                </p14:cNvPr>
                <p14:cNvContentPartPr/>
                <p14:nvPr/>
              </p14:nvContentPartPr>
              <p14:xfrm>
                <a:off x="10079946" y="6445045"/>
                <a:ext cx="77400" cy="13716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C3897451-C4F8-D4A0-7A1C-AF2CF5C16059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0061946" y="6427405"/>
                  <a:ext cx="1130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8ADDA26C-BA76-78DE-77EA-0940A791C7B2}"/>
                    </a:ext>
                  </a:extLst>
                </p14:cNvPr>
                <p14:cNvContentPartPr/>
                <p14:nvPr/>
              </p14:nvContentPartPr>
              <p14:xfrm>
                <a:off x="10327986" y="6442525"/>
                <a:ext cx="39600" cy="648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8ADDA26C-BA76-78DE-77EA-0940A791C7B2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0310346" y="6424525"/>
                  <a:ext cx="752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EC2A87F5-09B1-A0AE-DBD9-255A4CA96617}"/>
                    </a:ext>
                  </a:extLst>
                </p14:cNvPr>
                <p14:cNvContentPartPr/>
                <p14:nvPr/>
              </p14:nvContentPartPr>
              <p14:xfrm>
                <a:off x="10343826" y="6511645"/>
                <a:ext cx="50760" cy="1728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EC2A87F5-09B1-A0AE-DBD9-255A4CA96617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0326186" y="6493645"/>
                  <a:ext cx="864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99DAD26B-9A2F-2806-21BC-E28470FD8C84}"/>
                    </a:ext>
                  </a:extLst>
                </p14:cNvPr>
                <p14:cNvContentPartPr/>
                <p14:nvPr/>
              </p14:nvContentPartPr>
              <p14:xfrm>
                <a:off x="7200666" y="3641725"/>
                <a:ext cx="3965040" cy="19800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99DAD26B-9A2F-2806-21BC-E28470FD8C84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183026" y="3624085"/>
                  <a:ext cx="400068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1D4EDADC-BACD-9EED-FFAB-61A70F35F39C}"/>
                    </a:ext>
                  </a:extLst>
                </p14:cNvPr>
                <p14:cNvContentPartPr/>
                <p14:nvPr/>
              </p14:nvContentPartPr>
              <p14:xfrm>
                <a:off x="11355426" y="3633085"/>
                <a:ext cx="412560" cy="182844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1D4EDADC-BACD-9EED-FFAB-61A70F35F39C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1337426" y="3615085"/>
                  <a:ext cx="448200" cy="18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A094C6FF-C0C3-553D-A32C-DD486A0750B8}"/>
                    </a:ext>
                  </a:extLst>
                </p14:cNvPr>
                <p14:cNvContentPartPr/>
                <p14:nvPr/>
              </p14:nvContentPartPr>
              <p14:xfrm>
                <a:off x="412866" y="3847285"/>
                <a:ext cx="6882480" cy="271872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A094C6FF-C0C3-553D-A32C-DD486A0750B8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395226" y="3829645"/>
                  <a:ext cx="6918120" cy="27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12BFE8A9-A60B-045A-F13D-F11541C644CD}"/>
                    </a:ext>
                  </a:extLst>
                </p14:cNvPr>
                <p14:cNvContentPartPr/>
                <p14:nvPr/>
              </p14:nvContentPartPr>
              <p14:xfrm>
                <a:off x="1174626" y="4250485"/>
                <a:ext cx="15120" cy="144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12BFE8A9-A60B-045A-F13D-F11541C644CD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156986" y="4232845"/>
                  <a:ext cx="507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D75FE965-043A-2047-AB47-5029BB3BFAE3}"/>
                    </a:ext>
                  </a:extLst>
                </p14:cNvPr>
                <p14:cNvContentPartPr/>
                <p14:nvPr/>
              </p14:nvContentPartPr>
              <p14:xfrm>
                <a:off x="876546" y="4283245"/>
                <a:ext cx="158400" cy="22788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D75FE965-043A-2047-AB47-5029BB3BFAE3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58546" y="4265605"/>
                  <a:ext cx="19404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98512AD0-5269-4519-FCB7-F980822E62DE}"/>
                    </a:ext>
                  </a:extLst>
                </p14:cNvPr>
                <p14:cNvContentPartPr/>
                <p14:nvPr/>
              </p14:nvContentPartPr>
              <p14:xfrm>
                <a:off x="1129626" y="4405645"/>
                <a:ext cx="126000" cy="14076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98512AD0-5269-4519-FCB7-F980822E62DE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111986" y="4387645"/>
                  <a:ext cx="1616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20121789-50FE-CB09-1AF5-6A802C82F0CE}"/>
                    </a:ext>
                  </a:extLst>
                </p14:cNvPr>
                <p14:cNvContentPartPr/>
                <p14:nvPr/>
              </p14:nvContentPartPr>
              <p14:xfrm>
                <a:off x="1306746" y="4431925"/>
                <a:ext cx="100800" cy="10440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20121789-50FE-CB09-1AF5-6A802C82F0CE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288746" y="4414285"/>
                  <a:ext cx="13644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91F41E28-B50C-EAD5-80BF-717AE25206BC}"/>
                    </a:ext>
                  </a:extLst>
                </p14:cNvPr>
                <p14:cNvContentPartPr/>
                <p14:nvPr/>
              </p14:nvContentPartPr>
              <p14:xfrm>
                <a:off x="1501506" y="4420045"/>
                <a:ext cx="83520" cy="11664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91F41E28-B50C-EAD5-80BF-717AE25206BC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483506" y="4402045"/>
                  <a:ext cx="1191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0E5B6A1D-637F-A613-8B9D-DAE8A85BA2E7}"/>
                    </a:ext>
                  </a:extLst>
                </p14:cNvPr>
                <p14:cNvContentPartPr/>
                <p14:nvPr/>
              </p14:nvContentPartPr>
              <p14:xfrm>
                <a:off x="1626786" y="4425805"/>
                <a:ext cx="183600" cy="12888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0E5B6A1D-637F-A613-8B9D-DAE8A85BA2E7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608786" y="4407805"/>
                  <a:ext cx="2192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AC8DE147-AA63-EE37-4D24-3F1530184640}"/>
                    </a:ext>
                  </a:extLst>
                </p14:cNvPr>
                <p14:cNvContentPartPr/>
                <p14:nvPr/>
              </p14:nvContentPartPr>
              <p14:xfrm>
                <a:off x="1865466" y="4355245"/>
                <a:ext cx="90000" cy="17676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AC8DE147-AA63-EE37-4D24-3F1530184640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847466" y="4337245"/>
                  <a:ext cx="12564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6E3044FC-E82E-333A-7990-D4E1D5528A7B}"/>
                    </a:ext>
                  </a:extLst>
                </p14:cNvPr>
                <p14:cNvContentPartPr/>
                <p14:nvPr/>
              </p14:nvContentPartPr>
              <p14:xfrm>
                <a:off x="1810386" y="4496725"/>
                <a:ext cx="15840" cy="144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6E3044FC-E82E-333A-7990-D4E1D5528A7B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792386" y="4478725"/>
                  <a:ext cx="514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01875076-2B4D-AA8B-89B7-43727C7500DA}"/>
                    </a:ext>
                  </a:extLst>
                </p14:cNvPr>
                <p14:cNvContentPartPr/>
                <p14:nvPr/>
              </p14:nvContentPartPr>
              <p14:xfrm>
                <a:off x="1803546" y="4474765"/>
                <a:ext cx="97920" cy="11268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01875076-2B4D-AA8B-89B7-43727C7500D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785546" y="4457125"/>
                  <a:ext cx="1335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6FB1D3C7-6F41-4CFF-58CC-6ABD231737E3}"/>
                    </a:ext>
                  </a:extLst>
                </p14:cNvPr>
                <p14:cNvContentPartPr/>
                <p14:nvPr/>
              </p14:nvContentPartPr>
              <p14:xfrm>
                <a:off x="1904706" y="4429765"/>
                <a:ext cx="56160" cy="1512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6FB1D3C7-6F41-4CFF-58CC-6ABD231737E3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886706" y="4412125"/>
                  <a:ext cx="918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F1F33A18-F9CC-1D16-4117-7C92F00E8585}"/>
                    </a:ext>
                  </a:extLst>
                </p14:cNvPr>
                <p14:cNvContentPartPr/>
                <p14:nvPr/>
              </p14:nvContentPartPr>
              <p14:xfrm>
                <a:off x="2295306" y="4344445"/>
                <a:ext cx="55440" cy="23868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F1F33A18-F9CC-1D16-4117-7C92F00E858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277306" y="4326805"/>
                  <a:ext cx="9108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7252E9AA-A6EE-1C59-063A-4B0D8B37C4B9}"/>
                    </a:ext>
                  </a:extLst>
                </p14:cNvPr>
                <p14:cNvContentPartPr/>
                <p14:nvPr/>
              </p14:nvContentPartPr>
              <p14:xfrm>
                <a:off x="2312586" y="4328605"/>
                <a:ext cx="56880" cy="25776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7252E9AA-A6EE-1C59-063A-4B0D8B37C4B9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294946" y="4310605"/>
                  <a:ext cx="9252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4CFE18DB-85AF-242B-3130-8047B941428E}"/>
                    </a:ext>
                  </a:extLst>
                </p14:cNvPr>
                <p14:cNvContentPartPr/>
                <p14:nvPr/>
              </p14:nvContentPartPr>
              <p14:xfrm>
                <a:off x="2470266" y="4476565"/>
                <a:ext cx="49680" cy="6804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4CFE18DB-85AF-242B-3130-8047B941428E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452266" y="4458565"/>
                  <a:ext cx="853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48E3EC57-EB11-E74B-E8F0-7D7C19D7805F}"/>
                    </a:ext>
                  </a:extLst>
                </p14:cNvPr>
                <p14:cNvContentPartPr/>
                <p14:nvPr/>
              </p14:nvContentPartPr>
              <p14:xfrm>
                <a:off x="2445786" y="4377205"/>
                <a:ext cx="41040" cy="4320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48E3EC57-EB11-E74B-E8F0-7D7C19D7805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428146" y="4359565"/>
                  <a:ext cx="766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BC78FC04-C1B5-D5B4-462F-0E6A188D63A3}"/>
                    </a:ext>
                  </a:extLst>
                </p14:cNvPr>
                <p14:cNvContentPartPr/>
                <p14:nvPr/>
              </p14:nvContentPartPr>
              <p14:xfrm>
                <a:off x="2586546" y="4409965"/>
                <a:ext cx="108000" cy="13068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BC78FC04-C1B5-D5B4-462F-0E6A188D63A3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568906" y="4392325"/>
                  <a:ext cx="1436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AE8B9035-C1EB-2FA3-630E-D161D765F793}"/>
                    </a:ext>
                  </a:extLst>
                </p14:cNvPr>
                <p14:cNvContentPartPr/>
                <p14:nvPr/>
              </p14:nvContentPartPr>
              <p14:xfrm>
                <a:off x="2764026" y="4412485"/>
                <a:ext cx="25200" cy="15012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AE8B9035-C1EB-2FA3-630E-D161D765F79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746026" y="4394845"/>
                  <a:ext cx="6084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38C2BBAD-0F9B-EB4F-A8F6-45136741AF9F}"/>
                    </a:ext>
                  </a:extLst>
                </p14:cNvPr>
                <p14:cNvContentPartPr/>
                <p14:nvPr/>
              </p14:nvContentPartPr>
              <p14:xfrm>
                <a:off x="2777346" y="4276405"/>
                <a:ext cx="6480" cy="4212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38C2BBAD-0F9B-EB4F-A8F6-45136741AF9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759346" y="4258405"/>
                  <a:ext cx="4212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D983508E-BBDE-8448-98DF-754E16472D6E}"/>
                    </a:ext>
                  </a:extLst>
                </p14:cNvPr>
                <p14:cNvContentPartPr/>
                <p14:nvPr/>
              </p14:nvContentPartPr>
              <p14:xfrm>
                <a:off x="2902986" y="4299085"/>
                <a:ext cx="90360" cy="21564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D983508E-BBDE-8448-98DF-754E16472D6E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885346" y="4281085"/>
                  <a:ext cx="1260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56DC702B-837F-A93C-8660-B9DA3A2F8AA2}"/>
                    </a:ext>
                  </a:extLst>
                </p14:cNvPr>
                <p14:cNvContentPartPr/>
                <p14:nvPr/>
              </p14:nvContentPartPr>
              <p14:xfrm>
                <a:off x="3082266" y="4319605"/>
                <a:ext cx="255960" cy="16128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56DC702B-837F-A93C-8660-B9DA3A2F8AA2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064626" y="4301605"/>
                  <a:ext cx="2916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75151B91-F956-662D-BEEA-FCA0FC8B7785}"/>
                    </a:ext>
                  </a:extLst>
                </p14:cNvPr>
                <p14:cNvContentPartPr/>
                <p14:nvPr/>
              </p14:nvContentPartPr>
              <p14:xfrm>
                <a:off x="597906" y="4192525"/>
                <a:ext cx="3111840" cy="81972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75151B91-F956-662D-BEEA-FCA0FC8B778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80266" y="4174885"/>
                  <a:ext cx="3147480" cy="85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5401C93B-C06A-46BB-152C-C5CBA39DE145}"/>
                    </a:ext>
                  </a:extLst>
                </p14:cNvPr>
                <p14:cNvContentPartPr/>
                <p14:nvPr/>
              </p14:nvContentPartPr>
              <p14:xfrm>
                <a:off x="1315746" y="5484205"/>
                <a:ext cx="62640" cy="29844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5401C93B-C06A-46BB-152C-C5CBA39DE14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297746" y="5466565"/>
                  <a:ext cx="9828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E8C0E765-AC25-8753-DFB4-3F6467B3053B}"/>
                    </a:ext>
                  </a:extLst>
                </p14:cNvPr>
                <p14:cNvContentPartPr/>
                <p14:nvPr/>
              </p14:nvContentPartPr>
              <p14:xfrm>
                <a:off x="1268946" y="5478805"/>
                <a:ext cx="113400" cy="7668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E8C0E765-AC25-8753-DFB4-3F6467B3053B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251306" y="5461165"/>
                  <a:ext cx="1490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06BD203F-2C61-43C4-76BB-8F8FCDFD3D8C}"/>
                    </a:ext>
                  </a:extLst>
                </p14:cNvPr>
                <p14:cNvContentPartPr/>
                <p14:nvPr/>
              </p14:nvContentPartPr>
              <p14:xfrm>
                <a:off x="1345266" y="5702725"/>
                <a:ext cx="75600" cy="4680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06BD203F-2C61-43C4-76BB-8F8FCDFD3D8C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327626" y="5685085"/>
                  <a:ext cx="1112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16E0A2CD-6A37-E7F4-1E45-BF3224245D62}"/>
                    </a:ext>
                  </a:extLst>
                </p14:cNvPr>
                <p14:cNvContentPartPr/>
                <p14:nvPr/>
              </p14:nvContentPartPr>
              <p14:xfrm>
                <a:off x="1613466" y="5631085"/>
                <a:ext cx="25920" cy="18504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16E0A2CD-6A37-E7F4-1E45-BF3224245D62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595466" y="5613085"/>
                  <a:ext cx="615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1FCA01A5-9F4C-56B1-0CCD-4E5EBF5114CC}"/>
                    </a:ext>
                  </a:extLst>
                </p14:cNvPr>
                <p14:cNvContentPartPr/>
                <p14:nvPr/>
              </p14:nvContentPartPr>
              <p14:xfrm>
                <a:off x="1778706" y="5615605"/>
                <a:ext cx="25200" cy="3240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1FCA01A5-9F4C-56B1-0CCD-4E5EBF5114CC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761066" y="5597965"/>
                  <a:ext cx="608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73FCB18B-19EA-A633-AE45-325C92383604}"/>
                    </a:ext>
                  </a:extLst>
                </p14:cNvPr>
                <p14:cNvContentPartPr/>
                <p14:nvPr/>
              </p14:nvContentPartPr>
              <p14:xfrm>
                <a:off x="1809306" y="5702365"/>
                <a:ext cx="75600" cy="3492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73FCB18B-19EA-A633-AE45-325C92383604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791666" y="5684365"/>
                  <a:ext cx="1112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820C858C-A63B-218B-C86C-EF2C1CC5B09E}"/>
                    </a:ext>
                  </a:extLst>
                </p14:cNvPr>
                <p14:cNvContentPartPr/>
                <p14:nvPr/>
              </p14:nvContentPartPr>
              <p14:xfrm>
                <a:off x="1993626" y="5421925"/>
                <a:ext cx="1075320" cy="17208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820C858C-A63B-218B-C86C-EF2C1CC5B09E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975626" y="5403925"/>
                  <a:ext cx="11109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66F12570-8762-8D2B-3460-F0F9C0A401B2}"/>
                    </a:ext>
                  </a:extLst>
                </p14:cNvPr>
                <p14:cNvContentPartPr/>
                <p14:nvPr/>
              </p14:nvContentPartPr>
              <p14:xfrm>
                <a:off x="2460186" y="5721445"/>
                <a:ext cx="134640" cy="4896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66F12570-8762-8D2B-3460-F0F9C0A401B2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442546" y="5703805"/>
                  <a:ext cx="1702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53DF7DB2-B1B7-95DD-33B2-6007C2F239BA}"/>
                    </a:ext>
                  </a:extLst>
                </p14:cNvPr>
                <p14:cNvContentPartPr/>
                <p14:nvPr/>
              </p14:nvContentPartPr>
              <p14:xfrm>
                <a:off x="2458026" y="5722165"/>
                <a:ext cx="130320" cy="20592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53DF7DB2-B1B7-95DD-33B2-6007C2F239BA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440386" y="5704165"/>
                  <a:ext cx="1659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20E3AE1A-817D-5803-D987-622C753CF937}"/>
                    </a:ext>
                  </a:extLst>
                </p14:cNvPr>
                <p14:cNvContentPartPr/>
                <p14:nvPr/>
              </p14:nvContentPartPr>
              <p14:xfrm>
                <a:off x="2706426" y="5752765"/>
                <a:ext cx="38160" cy="16128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20E3AE1A-817D-5803-D987-622C753CF93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688786" y="5734765"/>
                  <a:ext cx="738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F1094D1B-EF10-722B-BC26-971F7892C151}"/>
                    </a:ext>
                  </a:extLst>
                </p14:cNvPr>
                <p14:cNvContentPartPr/>
                <p14:nvPr/>
              </p14:nvContentPartPr>
              <p14:xfrm>
                <a:off x="2744226" y="5751685"/>
                <a:ext cx="126000" cy="13860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F1094D1B-EF10-722B-BC26-971F7892C151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726586" y="5734045"/>
                  <a:ext cx="1616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CA55AD7C-6811-D719-C806-B4166C778977}"/>
                    </a:ext>
                  </a:extLst>
                </p14:cNvPr>
                <p14:cNvContentPartPr/>
                <p14:nvPr/>
              </p14:nvContentPartPr>
              <p14:xfrm>
                <a:off x="2383866" y="5158765"/>
                <a:ext cx="198360" cy="22068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CA55AD7C-6811-D719-C806-B4166C778977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2365866" y="5140765"/>
                  <a:ext cx="23400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1AEF73E7-705B-D079-29DB-28F7DE71E94D}"/>
                    </a:ext>
                  </a:extLst>
                </p14:cNvPr>
                <p14:cNvContentPartPr/>
                <p14:nvPr/>
              </p14:nvContentPartPr>
              <p14:xfrm>
                <a:off x="2650986" y="5116285"/>
                <a:ext cx="80280" cy="17208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1AEF73E7-705B-D079-29DB-28F7DE71E94D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633346" y="5098645"/>
                  <a:ext cx="1159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63C3190D-768E-212A-77B1-B5C9FBEC7E30}"/>
                    </a:ext>
                  </a:extLst>
                </p14:cNvPr>
                <p14:cNvContentPartPr/>
                <p14:nvPr/>
              </p14:nvContentPartPr>
              <p14:xfrm>
                <a:off x="2700666" y="5100445"/>
                <a:ext cx="180360" cy="13500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63C3190D-768E-212A-77B1-B5C9FBEC7E30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683026" y="5082805"/>
                  <a:ext cx="216000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9" name="Group 338">
            <a:extLst>
              <a:ext uri="{FF2B5EF4-FFF2-40B4-BE49-F238E27FC236}">
                <a16:creationId xmlns:a16="http://schemas.microsoft.com/office/drawing/2014/main" id="{D1E2C48B-1AD8-2DA4-B806-048DBAE12219}"/>
              </a:ext>
            </a:extLst>
          </p:cNvPr>
          <p:cNvGrpSpPr/>
          <p:nvPr/>
        </p:nvGrpSpPr>
        <p:grpSpPr>
          <a:xfrm>
            <a:off x="3229146" y="5264965"/>
            <a:ext cx="890640" cy="259560"/>
            <a:chOff x="3229146" y="5264965"/>
            <a:chExt cx="890640" cy="25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7F072DB4-FF0B-C216-399D-88D0524A0A58}"/>
                    </a:ext>
                  </a:extLst>
                </p14:cNvPr>
                <p14:cNvContentPartPr/>
                <p14:nvPr/>
              </p14:nvContentPartPr>
              <p14:xfrm>
                <a:off x="3265146" y="5279005"/>
                <a:ext cx="57600" cy="21744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7F072DB4-FF0B-C216-399D-88D0524A0A58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3247506" y="5261005"/>
                  <a:ext cx="9324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3A715827-988D-CEAE-F16A-380468BBF611}"/>
                    </a:ext>
                  </a:extLst>
                </p14:cNvPr>
                <p14:cNvContentPartPr/>
                <p14:nvPr/>
              </p14:nvContentPartPr>
              <p14:xfrm>
                <a:off x="3229146" y="5273605"/>
                <a:ext cx="63720" cy="2592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3A715827-988D-CEAE-F16A-380468BBF61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3211506" y="5255605"/>
                  <a:ext cx="993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6ADD2DC1-B7F9-22F1-B781-DB366130169D}"/>
                    </a:ext>
                  </a:extLst>
                </p14:cNvPr>
                <p14:cNvContentPartPr/>
                <p14:nvPr/>
              </p14:nvContentPartPr>
              <p14:xfrm>
                <a:off x="3344706" y="5492125"/>
                <a:ext cx="42480" cy="1476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6ADD2DC1-B7F9-22F1-B781-DB366130169D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3327066" y="5474485"/>
                  <a:ext cx="781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BC977A32-674A-CC59-1223-3B8DBF81CCEF}"/>
                    </a:ext>
                  </a:extLst>
                </p14:cNvPr>
                <p14:cNvContentPartPr/>
                <p14:nvPr/>
              </p14:nvContentPartPr>
              <p14:xfrm>
                <a:off x="3485106" y="5362525"/>
                <a:ext cx="45360" cy="16200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BC977A32-674A-CC59-1223-3B8DBF81CCEF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467466" y="5344885"/>
                  <a:ext cx="810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0BA3853C-FD59-F390-5B4F-53BA50ACD86D}"/>
                    </a:ext>
                  </a:extLst>
                </p14:cNvPr>
                <p14:cNvContentPartPr/>
                <p14:nvPr/>
              </p14:nvContentPartPr>
              <p14:xfrm>
                <a:off x="3509226" y="5429485"/>
                <a:ext cx="173520" cy="9252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0BA3853C-FD59-F390-5B4F-53BA50ACD86D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491586" y="5411845"/>
                  <a:ext cx="2091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F02FE0C5-18CB-FED2-2845-00F4965F2E03}"/>
                    </a:ext>
                  </a:extLst>
                </p14:cNvPr>
                <p14:cNvContentPartPr/>
                <p14:nvPr/>
              </p14:nvContentPartPr>
              <p14:xfrm>
                <a:off x="3730626" y="5329765"/>
                <a:ext cx="73080" cy="17460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F02FE0C5-18CB-FED2-2845-00F4965F2E03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712626" y="5312125"/>
                  <a:ext cx="1087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55AFBCA7-FD9A-47FB-EA4E-D267832C407E}"/>
                    </a:ext>
                  </a:extLst>
                </p14:cNvPr>
                <p14:cNvContentPartPr/>
                <p14:nvPr/>
              </p14:nvContentPartPr>
              <p14:xfrm>
                <a:off x="3771306" y="5394565"/>
                <a:ext cx="194400" cy="9360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55AFBCA7-FD9A-47FB-EA4E-D267832C407E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753666" y="5376925"/>
                  <a:ext cx="2300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21788A9F-90A4-7AF1-EEF1-34AC88926F6D}"/>
                    </a:ext>
                  </a:extLst>
                </p14:cNvPr>
                <p14:cNvContentPartPr/>
                <p14:nvPr/>
              </p14:nvContentPartPr>
              <p14:xfrm>
                <a:off x="4030146" y="5264965"/>
                <a:ext cx="89640" cy="25632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21788A9F-90A4-7AF1-EEF1-34AC88926F6D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012506" y="5246965"/>
                  <a:ext cx="125280" cy="29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8" name="Group 337">
            <a:extLst>
              <a:ext uri="{FF2B5EF4-FFF2-40B4-BE49-F238E27FC236}">
                <a16:creationId xmlns:a16="http://schemas.microsoft.com/office/drawing/2014/main" id="{41A4F80A-D61C-7F7C-E242-2BF55FBC4D38}"/>
              </a:ext>
            </a:extLst>
          </p:cNvPr>
          <p:cNvGrpSpPr/>
          <p:nvPr/>
        </p:nvGrpSpPr>
        <p:grpSpPr>
          <a:xfrm>
            <a:off x="1513026" y="6083245"/>
            <a:ext cx="3031200" cy="729360"/>
            <a:chOff x="1513026" y="6083245"/>
            <a:chExt cx="3031200" cy="72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0F28CE01-60F1-DFAF-CBFC-2F93E0B0C4A6}"/>
                    </a:ext>
                  </a:extLst>
                </p14:cNvPr>
                <p14:cNvContentPartPr/>
                <p14:nvPr/>
              </p14:nvContentPartPr>
              <p14:xfrm>
                <a:off x="1519866" y="6388885"/>
                <a:ext cx="69120" cy="22896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0F28CE01-60F1-DFAF-CBFC-2F93E0B0C4A6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501866" y="6371245"/>
                  <a:ext cx="10476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5B032008-80AD-11FF-5088-A16C7ABA2647}"/>
                    </a:ext>
                  </a:extLst>
                </p14:cNvPr>
                <p14:cNvContentPartPr/>
                <p14:nvPr/>
              </p14:nvContentPartPr>
              <p14:xfrm>
                <a:off x="1513026" y="6392125"/>
                <a:ext cx="95760" cy="7092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5B032008-80AD-11FF-5088-A16C7ABA2647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495026" y="6374125"/>
                  <a:ext cx="1314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201971C4-082F-A62F-53E5-B6B4FC304936}"/>
                    </a:ext>
                  </a:extLst>
                </p14:cNvPr>
                <p14:cNvContentPartPr/>
                <p14:nvPr/>
              </p14:nvContentPartPr>
              <p14:xfrm>
                <a:off x="1619226" y="6549085"/>
                <a:ext cx="56160" cy="3708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201971C4-082F-A62F-53E5-B6B4FC304936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601586" y="6531445"/>
                  <a:ext cx="918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D7B32180-9114-8765-D9DC-3B06780E0074}"/>
                    </a:ext>
                  </a:extLst>
                </p14:cNvPr>
                <p14:cNvContentPartPr/>
                <p14:nvPr/>
              </p14:nvContentPartPr>
              <p14:xfrm>
                <a:off x="1798146" y="6494005"/>
                <a:ext cx="182520" cy="13032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D7B32180-9114-8765-D9DC-3B06780E0074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780146" y="6476365"/>
                  <a:ext cx="2181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61CE8D2C-FFF7-F4BC-BC4C-62B67B27D689}"/>
                    </a:ext>
                  </a:extLst>
                </p14:cNvPr>
                <p14:cNvContentPartPr/>
                <p14:nvPr/>
              </p14:nvContentPartPr>
              <p14:xfrm>
                <a:off x="2125026" y="6502645"/>
                <a:ext cx="51840" cy="3024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61CE8D2C-FFF7-F4BC-BC4C-62B67B27D689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107026" y="6484645"/>
                  <a:ext cx="874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39F9BFCF-63ED-6693-98B3-EA7587A0423F}"/>
                    </a:ext>
                  </a:extLst>
                </p14:cNvPr>
                <p14:cNvContentPartPr/>
                <p14:nvPr/>
              </p14:nvContentPartPr>
              <p14:xfrm>
                <a:off x="2173626" y="6563125"/>
                <a:ext cx="76680" cy="3672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39F9BFCF-63ED-6693-98B3-EA7587A0423F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2155626" y="6545485"/>
                  <a:ext cx="1123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6CA1EBA8-6A2C-6DFE-CADD-C457A715FAC1}"/>
                    </a:ext>
                  </a:extLst>
                </p14:cNvPr>
                <p14:cNvContentPartPr/>
                <p14:nvPr/>
              </p14:nvContentPartPr>
              <p14:xfrm>
                <a:off x="2435706" y="6335605"/>
                <a:ext cx="946080" cy="16884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6CA1EBA8-6A2C-6DFE-CADD-C457A715FAC1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2417706" y="6317965"/>
                  <a:ext cx="9817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4E9EB7E7-D34E-A878-2399-571DF0DCEBAC}"/>
                    </a:ext>
                  </a:extLst>
                </p14:cNvPr>
                <p14:cNvContentPartPr/>
                <p14:nvPr/>
              </p14:nvContentPartPr>
              <p14:xfrm>
                <a:off x="2602026" y="6094405"/>
                <a:ext cx="199800" cy="17244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4E9EB7E7-D34E-A878-2399-571DF0DCEBAC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2584026" y="6076765"/>
                  <a:ext cx="2354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7DD150DE-CBCB-6898-5218-0E9C0F47A6F0}"/>
                    </a:ext>
                  </a:extLst>
                </p14:cNvPr>
                <p14:cNvContentPartPr/>
                <p14:nvPr/>
              </p14:nvContentPartPr>
              <p14:xfrm>
                <a:off x="2832426" y="6109885"/>
                <a:ext cx="62280" cy="14868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7DD150DE-CBCB-6898-5218-0E9C0F47A6F0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2814426" y="6092245"/>
                  <a:ext cx="979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16D9EC5F-79CD-49FB-ABA8-1B340EE84157}"/>
                    </a:ext>
                  </a:extLst>
                </p14:cNvPr>
                <p14:cNvContentPartPr/>
                <p14:nvPr/>
              </p14:nvContentPartPr>
              <p14:xfrm>
                <a:off x="2850426" y="6083245"/>
                <a:ext cx="116640" cy="15408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16D9EC5F-79CD-49FB-ABA8-1B340EE84157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2832426" y="6065245"/>
                  <a:ext cx="1522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837C2024-7017-8781-00D3-DCD4D7F63909}"/>
                    </a:ext>
                  </a:extLst>
                </p14:cNvPr>
                <p14:cNvContentPartPr/>
                <p14:nvPr/>
              </p14:nvContentPartPr>
              <p14:xfrm>
                <a:off x="2726586" y="6553405"/>
                <a:ext cx="192600" cy="16740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837C2024-7017-8781-00D3-DCD4D7F63909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2708946" y="6535405"/>
                  <a:ext cx="2282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05EDB678-4643-7FD6-044C-9AD5D25CB294}"/>
                    </a:ext>
                  </a:extLst>
                </p14:cNvPr>
                <p14:cNvContentPartPr/>
                <p14:nvPr/>
              </p14:nvContentPartPr>
              <p14:xfrm>
                <a:off x="2812266" y="6529645"/>
                <a:ext cx="103680" cy="7560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05EDB678-4643-7FD6-044C-9AD5D25CB294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2794626" y="6511645"/>
                  <a:ext cx="1393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62D5FE88-1066-5835-378D-37A6A84D12AB}"/>
                    </a:ext>
                  </a:extLst>
                </p14:cNvPr>
                <p14:cNvContentPartPr/>
                <p14:nvPr/>
              </p14:nvContentPartPr>
              <p14:xfrm>
                <a:off x="2777706" y="6577885"/>
                <a:ext cx="67680" cy="17424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62D5FE88-1066-5835-378D-37A6A84D12AB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2760066" y="6559885"/>
                  <a:ext cx="1033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984EBBFB-58D1-911E-9B00-D15B1B9EE0B0}"/>
                    </a:ext>
                  </a:extLst>
                </p14:cNvPr>
                <p14:cNvContentPartPr/>
                <p14:nvPr/>
              </p14:nvContentPartPr>
              <p14:xfrm>
                <a:off x="2904066" y="6680125"/>
                <a:ext cx="82080" cy="13248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984EBBFB-58D1-911E-9B00-D15B1B9EE0B0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2886066" y="6662125"/>
                  <a:ext cx="1177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1F6DE915-950A-0E73-1A7C-B7ADED511B92}"/>
                    </a:ext>
                  </a:extLst>
                </p14:cNvPr>
                <p14:cNvContentPartPr/>
                <p14:nvPr/>
              </p14:nvContentPartPr>
              <p14:xfrm>
                <a:off x="3047706" y="6560245"/>
                <a:ext cx="87120" cy="20484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1F6DE915-950A-0E73-1A7C-B7ADED511B92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3029706" y="6542245"/>
                  <a:ext cx="12276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DAE6F4DB-56A2-1A7B-89F2-8C164801E14D}"/>
                    </a:ext>
                  </a:extLst>
                </p14:cNvPr>
                <p14:cNvContentPartPr/>
                <p14:nvPr/>
              </p14:nvContentPartPr>
              <p14:xfrm>
                <a:off x="3138066" y="6591925"/>
                <a:ext cx="78840" cy="7776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DAE6F4DB-56A2-1A7B-89F2-8C164801E14D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3120066" y="6573925"/>
                  <a:ext cx="1144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89072994-49EF-64C3-BFAC-380241D44C79}"/>
                    </a:ext>
                  </a:extLst>
                </p14:cNvPr>
                <p14:cNvContentPartPr/>
                <p14:nvPr/>
              </p14:nvContentPartPr>
              <p14:xfrm>
                <a:off x="3590946" y="6127165"/>
                <a:ext cx="90360" cy="34668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89072994-49EF-64C3-BFAC-380241D44C79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3573306" y="6109525"/>
                  <a:ext cx="12600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38FB7D42-2A09-A424-B524-1AABC485B9DE}"/>
                    </a:ext>
                  </a:extLst>
                </p14:cNvPr>
                <p14:cNvContentPartPr/>
                <p14:nvPr/>
              </p14:nvContentPartPr>
              <p14:xfrm>
                <a:off x="3556026" y="6185125"/>
                <a:ext cx="87840" cy="2628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38FB7D42-2A09-A424-B524-1AABC485B9DE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3538386" y="6167485"/>
                  <a:ext cx="12348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5A7A70C4-E292-8C1C-0A07-5345638E5D03}"/>
                    </a:ext>
                  </a:extLst>
                </p14:cNvPr>
                <p14:cNvContentPartPr/>
                <p14:nvPr/>
              </p14:nvContentPartPr>
              <p14:xfrm>
                <a:off x="3627666" y="6434245"/>
                <a:ext cx="57960" cy="2052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5A7A70C4-E292-8C1C-0A07-5345638E5D03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610026" y="6416605"/>
                  <a:ext cx="936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729B9B44-E22C-396E-4145-BBF1545B19FD}"/>
                    </a:ext>
                  </a:extLst>
                </p14:cNvPr>
                <p14:cNvContentPartPr/>
                <p14:nvPr/>
              </p14:nvContentPartPr>
              <p14:xfrm>
                <a:off x="3761946" y="6315445"/>
                <a:ext cx="65160" cy="18252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729B9B44-E22C-396E-4145-BBF1545B19FD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3743946" y="6297805"/>
                  <a:ext cx="10080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AA0ECE55-3F33-82AA-9851-041CABAD31F4}"/>
                    </a:ext>
                  </a:extLst>
                </p14:cNvPr>
                <p14:cNvContentPartPr/>
                <p14:nvPr/>
              </p14:nvContentPartPr>
              <p14:xfrm>
                <a:off x="3747186" y="6405085"/>
                <a:ext cx="118800" cy="3852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AA0ECE55-3F33-82AA-9851-041CABAD31F4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3729546" y="6387445"/>
                  <a:ext cx="1544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44BBAA5B-64C6-0088-E62A-1BC14C9A63E5}"/>
                    </a:ext>
                  </a:extLst>
                </p14:cNvPr>
                <p14:cNvContentPartPr/>
                <p14:nvPr/>
              </p14:nvContentPartPr>
              <p14:xfrm>
                <a:off x="3934026" y="6379885"/>
                <a:ext cx="85680" cy="11520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44BBAA5B-64C6-0088-E62A-1BC14C9A63E5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3916026" y="6361885"/>
                  <a:ext cx="12132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5172221A-EAF1-CC16-45BC-4CE45F476FC9}"/>
                    </a:ext>
                  </a:extLst>
                </p14:cNvPr>
                <p14:cNvContentPartPr/>
                <p14:nvPr/>
              </p14:nvContentPartPr>
              <p14:xfrm>
                <a:off x="4061466" y="6252805"/>
                <a:ext cx="76680" cy="19512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5172221A-EAF1-CC16-45BC-4CE45F476FC9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4043826" y="6235165"/>
                  <a:ext cx="1123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FD0E7718-7726-119D-2A42-81DAFFA98238}"/>
                    </a:ext>
                  </a:extLst>
                </p14:cNvPr>
                <p14:cNvContentPartPr/>
                <p14:nvPr/>
              </p14:nvContentPartPr>
              <p14:xfrm>
                <a:off x="4086306" y="6312205"/>
                <a:ext cx="286200" cy="11268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FD0E7718-7726-119D-2A42-81DAFFA98238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4068666" y="6294205"/>
                  <a:ext cx="3218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A9E4A22A-8A41-4DF2-6C9A-F9F6091353A5}"/>
                    </a:ext>
                  </a:extLst>
                </p14:cNvPr>
                <p14:cNvContentPartPr/>
                <p14:nvPr/>
              </p14:nvContentPartPr>
              <p14:xfrm>
                <a:off x="4430826" y="6219685"/>
                <a:ext cx="113400" cy="25740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A9E4A22A-8A41-4DF2-6C9A-F9F6091353A5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412826" y="6201685"/>
                  <a:ext cx="149040" cy="293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445712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746AA-8C79-F6DC-A9A7-A2A76FB3F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problems</a:t>
            </a:r>
          </a:p>
        </p:txBody>
      </p:sp>
      <p:pic>
        <p:nvPicPr>
          <p:cNvPr id="6" name="Content Placeholder 5" descr="A diagram of a circuit&#10;&#10;Description automatically generated">
            <a:extLst>
              <a:ext uri="{FF2B5EF4-FFF2-40B4-BE49-F238E27FC236}">
                <a16:creationId xmlns:a16="http://schemas.microsoft.com/office/drawing/2014/main" id="{338E6884-2949-ABC7-11FC-DB5AC57F0D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509" y="1944621"/>
            <a:ext cx="8630259" cy="276048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6B902-1D0D-C650-E932-4DD9452E1B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14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0566DD4-F971-1573-9E1C-A5B811312328}"/>
                  </a:ext>
                </a:extLst>
              </p14:cNvPr>
              <p14:cNvContentPartPr/>
              <p14:nvPr/>
            </p14:nvContentPartPr>
            <p14:xfrm>
              <a:off x="4900920" y="2575920"/>
              <a:ext cx="19800" cy="66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0566DD4-F971-1573-9E1C-A5B81131232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82920" y="2558280"/>
                <a:ext cx="5544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E6CEB46-75F2-EA91-6F16-222F67A48E9D}"/>
                  </a:ext>
                </a:extLst>
              </p14:cNvPr>
              <p14:cNvContentPartPr/>
              <p14:nvPr/>
            </p14:nvContentPartPr>
            <p14:xfrm>
              <a:off x="5330400" y="3509400"/>
              <a:ext cx="5040" cy="198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E6CEB46-75F2-EA91-6F16-222F67A48E9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312400" y="3491400"/>
                <a:ext cx="4068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D778426-3C1A-19A9-6AC5-DE98386F45DE}"/>
                  </a:ext>
                </a:extLst>
              </p14:cNvPr>
              <p14:cNvContentPartPr/>
              <p14:nvPr/>
            </p14:nvContentPartPr>
            <p14:xfrm>
              <a:off x="4863120" y="4505880"/>
              <a:ext cx="2520" cy="262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D778426-3C1A-19A9-6AC5-DE98386F45D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845480" y="4487880"/>
                <a:ext cx="3816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B10387B-A9D1-4F79-AEBE-7E51902937CF}"/>
                  </a:ext>
                </a:extLst>
              </p14:cNvPr>
              <p14:cNvContentPartPr/>
              <p14:nvPr/>
            </p14:nvContentPartPr>
            <p14:xfrm>
              <a:off x="4366746" y="2555605"/>
              <a:ext cx="1003680" cy="7678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B10387B-A9D1-4F79-AEBE-7E51902937C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313106" y="2447965"/>
                <a:ext cx="1111320" cy="9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37A833D-F646-F023-4789-093DC7E5B4D2}"/>
                  </a:ext>
                </a:extLst>
              </p14:cNvPr>
              <p14:cNvContentPartPr/>
              <p14:nvPr/>
            </p14:nvContentPartPr>
            <p14:xfrm>
              <a:off x="4376466" y="3772045"/>
              <a:ext cx="981000" cy="7347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37A833D-F646-F023-4789-093DC7E5B4D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322826" y="3664045"/>
                <a:ext cx="1088640" cy="9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9FA5913-A62C-4055-5897-79A9745F327B}"/>
                  </a:ext>
                </a:extLst>
              </p14:cNvPr>
              <p14:cNvContentPartPr/>
              <p14:nvPr/>
            </p14:nvContentPartPr>
            <p14:xfrm>
              <a:off x="5298066" y="3354805"/>
              <a:ext cx="59760" cy="3459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9FA5913-A62C-4055-5897-79A9745F327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244066" y="3246805"/>
                <a:ext cx="167400" cy="56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927894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A4A47-9910-8427-C294-85EF231A9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2CE81-0CB1-A3BA-AAE4-F130651C57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15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diagram of a circuit&#10;&#10;Description automatically generated">
            <a:extLst>
              <a:ext uri="{FF2B5EF4-FFF2-40B4-BE49-F238E27FC236}">
                <a16:creationId xmlns:a16="http://schemas.microsoft.com/office/drawing/2014/main" id="{3A373CDE-D6E5-7684-C39C-5E4A32FD51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158" y="1847896"/>
            <a:ext cx="3177815" cy="2270957"/>
          </a:xfrm>
          <a:prstGeom prst="rect">
            <a:avLst/>
          </a:prstGeom>
        </p:spPr>
      </p:pic>
      <p:grpSp>
        <p:nvGrpSpPr>
          <p:cNvPr id="48" name="Group 47">
            <a:extLst>
              <a:ext uri="{FF2B5EF4-FFF2-40B4-BE49-F238E27FC236}">
                <a16:creationId xmlns:a16="http://schemas.microsoft.com/office/drawing/2014/main" id="{D3A089AC-33F6-EB86-3A62-C96762B009C9}"/>
              </a:ext>
            </a:extLst>
          </p:cNvPr>
          <p:cNvGrpSpPr/>
          <p:nvPr/>
        </p:nvGrpSpPr>
        <p:grpSpPr>
          <a:xfrm>
            <a:off x="5762760" y="2331480"/>
            <a:ext cx="887400" cy="434880"/>
            <a:chOff x="5762760" y="2331480"/>
            <a:chExt cx="887400" cy="43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56CA1B9-1C59-D29F-8532-AF0CF2E21B6E}"/>
                    </a:ext>
                  </a:extLst>
                </p14:cNvPr>
                <p14:cNvContentPartPr/>
                <p14:nvPr/>
              </p14:nvContentPartPr>
              <p14:xfrm>
                <a:off x="5762760" y="2331480"/>
                <a:ext cx="223200" cy="261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56CA1B9-1C59-D29F-8532-AF0CF2E21B6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744760" y="2313840"/>
                  <a:ext cx="25884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A625B24-5C20-585E-9A63-0FEE85D74930}"/>
                    </a:ext>
                  </a:extLst>
                </p14:cNvPr>
                <p14:cNvContentPartPr/>
                <p14:nvPr/>
              </p14:nvContentPartPr>
              <p14:xfrm>
                <a:off x="6081360" y="2514000"/>
                <a:ext cx="61920" cy="252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A625B24-5C20-585E-9A63-0FEE85D7493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063720" y="2496000"/>
                  <a:ext cx="9756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16CA2F6-A9FC-E05D-7081-05C26C699D20}"/>
                    </a:ext>
                  </a:extLst>
                </p14:cNvPr>
                <p14:cNvContentPartPr/>
                <p14:nvPr/>
              </p14:nvContentPartPr>
              <p14:xfrm>
                <a:off x="6084960" y="2504640"/>
                <a:ext cx="175680" cy="130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16CA2F6-A9FC-E05D-7081-05C26C699D2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066960" y="2487000"/>
                  <a:ext cx="2113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341B289-9FC3-41F5-6A3B-75F41654908B}"/>
                    </a:ext>
                  </a:extLst>
                </p14:cNvPr>
                <p14:cNvContentPartPr/>
                <p14:nvPr/>
              </p14:nvContentPartPr>
              <p14:xfrm>
                <a:off x="6316800" y="2575560"/>
                <a:ext cx="36360" cy="997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341B289-9FC3-41F5-6A3B-75F41654908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298800" y="2557920"/>
                  <a:ext cx="720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F35A1C5-3F73-6D84-4020-1A8DF39E4E33}"/>
                    </a:ext>
                  </a:extLst>
                </p14:cNvPr>
                <p14:cNvContentPartPr/>
                <p14:nvPr/>
              </p14:nvContentPartPr>
              <p14:xfrm>
                <a:off x="6513360" y="2435880"/>
                <a:ext cx="78480" cy="291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F35A1C5-3F73-6D84-4020-1A8DF39E4E3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495720" y="2417880"/>
                  <a:ext cx="1141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9B6C318-9F25-B140-7799-DAA69BF898A4}"/>
                    </a:ext>
                  </a:extLst>
                </p14:cNvPr>
                <p14:cNvContentPartPr/>
                <p14:nvPr/>
              </p14:nvContentPartPr>
              <p14:xfrm>
                <a:off x="6565920" y="2483400"/>
                <a:ext cx="84240" cy="500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9B6C318-9F25-B140-7799-DAA69BF898A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548280" y="2465760"/>
                  <a:ext cx="119880" cy="8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7D7FFD2-764F-9F4F-6614-A3067E50276C}"/>
              </a:ext>
            </a:extLst>
          </p:cNvPr>
          <p:cNvGrpSpPr/>
          <p:nvPr/>
        </p:nvGrpSpPr>
        <p:grpSpPr>
          <a:xfrm>
            <a:off x="6912600" y="1623000"/>
            <a:ext cx="1485720" cy="1216080"/>
            <a:chOff x="6912600" y="1623000"/>
            <a:chExt cx="1485720" cy="121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68FB8B7-5E36-16F9-28C0-E739DA2CB1A8}"/>
                    </a:ext>
                  </a:extLst>
                </p14:cNvPr>
                <p14:cNvContentPartPr/>
                <p14:nvPr/>
              </p14:nvContentPartPr>
              <p14:xfrm>
                <a:off x="6912600" y="2167320"/>
                <a:ext cx="1148760" cy="2700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68FB8B7-5E36-16F9-28C0-E739DA2CB1A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894960" y="2149320"/>
                  <a:ext cx="118440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ACC43FC-20A3-5BF0-0767-62C830CB37C1}"/>
                    </a:ext>
                  </a:extLst>
                </p14:cNvPr>
                <p14:cNvContentPartPr/>
                <p14:nvPr/>
              </p14:nvContentPartPr>
              <p14:xfrm>
                <a:off x="7144440" y="2612280"/>
                <a:ext cx="136440" cy="2268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ACC43FC-20A3-5BF0-0767-62C830CB37C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126800" y="2594280"/>
                  <a:ext cx="17208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1590A97-B088-200D-12AF-AD5B630AB800}"/>
                    </a:ext>
                  </a:extLst>
                </p14:cNvPr>
                <p14:cNvContentPartPr/>
                <p14:nvPr/>
              </p14:nvContentPartPr>
              <p14:xfrm>
                <a:off x="7225800" y="2586360"/>
                <a:ext cx="161640" cy="1382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1590A97-B088-200D-12AF-AD5B630AB80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208160" y="2568720"/>
                  <a:ext cx="19728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73F6289-4940-2FD4-3B48-931C0DBCD2AD}"/>
                    </a:ext>
                  </a:extLst>
                </p14:cNvPr>
                <p14:cNvContentPartPr/>
                <p14:nvPr/>
              </p14:nvContentPartPr>
              <p14:xfrm>
                <a:off x="7495080" y="2668080"/>
                <a:ext cx="73080" cy="1314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73F6289-4940-2FD4-3B48-931C0DBCD2A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477080" y="2650440"/>
                  <a:ext cx="1087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FA2D3D6-F659-DE72-60E8-090B883BC87C}"/>
                    </a:ext>
                  </a:extLst>
                </p14:cNvPr>
                <p14:cNvContentPartPr/>
                <p14:nvPr/>
              </p14:nvContentPartPr>
              <p14:xfrm>
                <a:off x="7644840" y="2572320"/>
                <a:ext cx="147960" cy="709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FA2D3D6-F659-DE72-60E8-090B883BC87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626840" y="2554320"/>
                  <a:ext cx="1836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1384FBC-0AEB-8464-A8D2-1BE7CA399838}"/>
                    </a:ext>
                  </a:extLst>
                </p14:cNvPr>
                <p14:cNvContentPartPr/>
                <p14:nvPr/>
              </p14:nvContentPartPr>
              <p14:xfrm>
                <a:off x="7745280" y="2506080"/>
                <a:ext cx="58320" cy="2318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1384FBC-0AEB-8464-A8D2-1BE7CA39983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727280" y="2488440"/>
                  <a:ext cx="9396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3298044-43F4-A552-98D7-862ECA5D8E49}"/>
                    </a:ext>
                  </a:extLst>
                </p14:cNvPr>
                <p14:cNvContentPartPr/>
                <p14:nvPr/>
              </p14:nvContentPartPr>
              <p14:xfrm>
                <a:off x="7906200" y="2500680"/>
                <a:ext cx="70560" cy="96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3298044-43F4-A552-98D7-862ECA5D8E4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888560" y="2483040"/>
                  <a:ext cx="10620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CE95D6B-2D88-DC2A-9C17-06721CE66F35}"/>
                    </a:ext>
                  </a:extLst>
                </p14:cNvPr>
                <p14:cNvContentPartPr/>
                <p14:nvPr/>
              </p14:nvContentPartPr>
              <p14:xfrm>
                <a:off x="7923840" y="2395560"/>
                <a:ext cx="178920" cy="1080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CE95D6B-2D88-DC2A-9C17-06721CE66F3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906200" y="2377920"/>
                  <a:ext cx="2145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0EAF944-66F3-0203-99BA-07C64478D9B6}"/>
                    </a:ext>
                  </a:extLst>
                </p14:cNvPr>
                <p14:cNvContentPartPr/>
                <p14:nvPr/>
              </p14:nvContentPartPr>
              <p14:xfrm>
                <a:off x="8238840" y="2489520"/>
                <a:ext cx="159480" cy="84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0EAF944-66F3-0203-99BA-07C64478D9B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221200" y="2471520"/>
                  <a:ext cx="1951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8FC33E6-4B18-B8BD-7297-50B530EDE24B}"/>
                    </a:ext>
                  </a:extLst>
                </p14:cNvPr>
                <p14:cNvContentPartPr/>
                <p14:nvPr/>
              </p14:nvContentPartPr>
              <p14:xfrm>
                <a:off x="7201680" y="1836120"/>
                <a:ext cx="101880" cy="2401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8FC33E6-4B18-B8BD-7297-50B530EDE24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183680" y="1818480"/>
                  <a:ext cx="13752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7843D6E-DA20-60C7-CDF1-EBACB7B53967}"/>
                    </a:ext>
                  </a:extLst>
                </p14:cNvPr>
                <p14:cNvContentPartPr/>
                <p14:nvPr/>
              </p14:nvContentPartPr>
              <p14:xfrm>
                <a:off x="7197000" y="1794720"/>
                <a:ext cx="144000" cy="1663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7843D6E-DA20-60C7-CDF1-EBACB7B5396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179360" y="1777080"/>
                  <a:ext cx="1796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71F83FB-B48D-238F-9BF6-8307A762C030}"/>
                    </a:ext>
                  </a:extLst>
                </p14:cNvPr>
                <p14:cNvContentPartPr/>
                <p14:nvPr/>
              </p14:nvContentPartPr>
              <p14:xfrm>
                <a:off x="7460160" y="1848720"/>
                <a:ext cx="67680" cy="1425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71F83FB-B48D-238F-9BF6-8307A762C03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442160" y="1830720"/>
                  <a:ext cx="1033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B9C78DC-1817-8EF7-2725-D167DA7F571C}"/>
                    </a:ext>
                  </a:extLst>
                </p14:cNvPr>
                <p14:cNvContentPartPr/>
                <p14:nvPr/>
              </p14:nvContentPartPr>
              <p14:xfrm>
                <a:off x="7748520" y="1623000"/>
                <a:ext cx="268200" cy="2653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B9C78DC-1817-8EF7-2725-D167DA7F571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730880" y="1605000"/>
                  <a:ext cx="30384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DFF0BCA-CF0F-F47E-5B67-B8CE16030E50}"/>
                    </a:ext>
                  </a:extLst>
                </p14:cNvPr>
                <p14:cNvContentPartPr/>
                <p14:nvPr/>
              </p14:nvContentPartPr>
              <p14:xfrm>
                <a:off x="8124720" y="1751160"/>
                <a:ext cx="81360" cy="1875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DFF0BCA-CF0F-F47E-5B67-B8CE16030E5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107080" y="1733520"/>
                  <a:ext cx="117000" cy="22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9D68F3A-6ED2-269B-41B1-ABB231CAED8A}"/>
              </a:ext>
            </a:extLst>
          </p:cNvPr>
          <p:cNvGrpSpPr/>
          <p:nvPr/>
        </p:nvGrpSpPr>
        <p:grpSpPr>
          <a:xfrm>
            <a:off x="3787800" y="2012160"/>
            <a:ext cx="1921680" cy="994320"/>
            <a:chOff x="3787800" y="2012160"/>
            <a:chExt cx="1921680" cy="99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9A3D00F-F4AE-00EA-8968-4E8CAE15AE3C}"/>
                    </a:ext>
                  </a:extLst>
                </p14:cNvPr>
                <p14:cNvContentPartPr/>
                <p14:nvPr/>
              </p14:nvContentPartPr>
              <p14:xfrm>
                <a:off x="3859800" y="2012160"/>
                <a:ext cx="822600" cy="550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9A3D00F-F4AE-00EA-8968-4E8CAE15AE3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841800" y="1994160"/>
                  <a:ext cx="8582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F766F46-EA52-7E14-12C4-37909980E0F0}"/>
                    </a:ext>
                  </a:extLst>
                </p14:cNvPr>
                <p14:cNvContentPartPr/>
                <p14:nvPr/>
              </p14:nvContentPartPr>
              <p14:xfrm>
                <a:off x="3787800" y="2913240"/>
                <a:ext cx="1074600" cy="932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F766F46-EA52-7E14-12C4-37909980E0F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769800" y="2895240"/>
                  <a:ext cx="11102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6ECECE7-D44A-D099-3225-FA021D7F0F6D}"/>
                    </a:ext>
                  </a:extLst>
                </p14:cNvPr>
                <p14:cNvContentPartPr/>
                <p14:nvPr/>
              </p14:nvContentPartPr>
              <p14:xfrm>
                <a:off x="4581960" y="2046000"/>
                <a:ext cx="55800" cy="4053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6ECECE7-D44A-D099-3225-FA021D7F0F6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563960" y="2028360"/>
                  <a:ext cx="91440" cy="44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260EC8C-D3A2-8A01-3D60-0037D3FB4E95}"/>
                    </a:ext>
                  </a:extLst>
                </p14:cNvPr>
                <p14:cNvContentPartPr/>
                <p14:nvPr/>
              </p14:nvContentPartPr>
              <p14:xfrm>
                <a:off x="4500960" y="2060400"/>
                <a:ext cx="216000" cy="1796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260EC8C-D3A2-8A01-3D60-0037D3FB4E9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482960" y="2042400"/>
                  <a:ext cx="2516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D9C7D9F-2C67-6E94-419F-5D3C3ECD0751}"/>
                    </a:ext>
                  </a:extLst>
                </p14:cNvPr>
                <p14:cNvContentPartPr/>
                <p14:nvPr/>
              </p14:nvContentPartPr>
              <p14:xfrm>
                <a:off x="4593840" y="2669520"/>
                <a:ext cx="93240" cy="1684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D9C7D9F-2C67-6E94-419F-5D3C3ECD075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575840" y="2651880"/>
                  <a:ext cx="1288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D3D6C01-4EDC-626C-85E5-02FCF5BEAA09}"/>
                    </a:ext>
                  </a:extLst>
                </p14:cNvPr>
                <p14:cNvContentPartPr/>
                <p14:nvPr/>
              </p14:nvContentPartPr>
              <p14:xfrm>
                <a:off x="4583040" y="2805600"/>
                <a:ext cx="127440" cy="540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D3D6C01-4EDC-626C-85E5-02FCF5BEAA09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565040" y="2787600"/>
                  <a:ext cx="1630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C6116B5-E238-04E9-8866-3888CC7ACAA9}"/>
                    </a:ext>
                  </a:extLst>
                </p14:cNvPr>
                <p14:cNvContentPartPr/>
                <p14:nvPr/>
              </p14:nvContentPartPr>
              <p14:xfrm>
                <a:off x="5024400" y="2431560"/>
                <a:ext cx="685080" cy="194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C6116B5-E238-04E9-8866-3888CC7ACAA9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006400" y="2413920"/>
                  <a:ext cx="7207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B6522A4-A4F6-5A7E-C737-E9136FA5DFA3}"/>
                    </a:ext>
                  </a:extLst>
                </p14:cNvPr>
                <p14:cNvContentPartPr/>
                <p14:nvPr/>
              </p14:nvContentPartPr>
              <p14:xfrm>
                <a:off x="5580600" y="2473680"/>
                <a:ext cx="71280" cy="2023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B6522A4-A4F6-5A7E-C737-E9136FA5DFA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562960" y="2456040"/>
                  <a:ext cx="106920" cy="23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4B6BE187-D446-B52C-DFE0-D2C4BCE72B7E}"/>
              </a:ext>
            </a:extLst>
          </p:cNvPr>
          <p:cNvGrpSpPr/>
          <p:nvPr/>
        </p:nvGrpSpPr>
        <p:grpSpPr>
          <a:xfrm>
            <a:off x="4485480" y="3152640"/>
            <a:ext cx="4353480" cy="1604880"/>
            <a:chOff x="4485480" y="3152640"/>
            <a:chExt cx="4353480" cy="160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F8E1A5B-E77D-3CF4-A554-18A9748AAA94}"/>
                    </a:ext>
                  </a:extLst>
                </p14:cNvPr>
                <p14:cNvContentPartPr/>
                <p14:nvPr/>
              </p14:nvContentPartPr>
              <p14:xfrm>
                <a:off x="6096480" y="4084320"/>
                <a:ext cx="298080" cy="3600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F8E1A5B-E77D-3CF4-A554-18A9748AAA9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078480" y="4066680"/>
                  <a:ext cx="33372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9839B44-6EF3-484E-C8C0-E672601DD8EF}"/>
                    </a:ext>
                  </a:extLst>
                </p14:cNvPr>
                <p14:cNvContentPartPr/>
                <p14:nvPr/>
              </p14:nvContentPartPr>
              <p14:xfrm>
                <a:off x="6461520" y="4353600"/>
                <a:ext cx="60480" cy="1890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9839B44-6EF3-484E-C8C0-E672601DD8EF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443520" y="4335600"/>
                  <a:ext cx="961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896DBDB-BA0B-349A-E25F-6E9C468AF144}"/>
                    </a:ext>
                  </a:extLst>
                </p14:cNvPr>
                <p14:cNvContentPartPr/>
                <p14:nvPr/>
              </p14:nvContentPartPr>
              <p14:xfrm>
                <a:off x="6453960" y="4237680"/>
                <a:ext cx="139320" cy="1515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896DBDB-BA0B-349A-E25F-6E9C468AF144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436320" y="4220040"/>
                  <a:ext cx="1749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3B9522B-4C3A-2B88-40EE-48653308428A}"/>
                    </a:ext>
                  </a:extLst>
                </p14:cNvPr>
                <p14:cNvContentPartPr/>
                <p14:nvPr/>
              </p14:nvContentPartPr>
              <p14:xfrm>
                <a:off x="6715680" y="4261800"/>
                <a:ext cx="119880" cy="820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3B9522B-4C3A-2B88-40EE-48653308428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697680" y="4244160"/>
                  <a:ext cx="1555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EB7F387-FA46-60FE-9951-EA08296384D8}"/>
                    </a:ext>
                  </a:extLst>
                </p14:cNvPr>
                <p14:cNvContentPartPr/>
                <p14:nvPr/>
              </p14:nvContentPartPr>
              <p14:xfrm>
                <a:off x="6991440" y="4198800"/>
                <a:ext cx="47880" cy="219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EB7F387-FA46-60FE-9951-EA08296384D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973440" y="4180800"/>
                  <a:ext cx="835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3150D4C-6EA8-D769-C0EE-0B75CD9A53EB}"/>
                    </a:ext>
                  </a:extLst>
                </p14:cNvPr>
                <p14:cNvContentPartPr/>
                <p14:nvPr/>
              </p14:nvContentPartPr>
              <p14:xfrm>
                <a:off x="7047960" y="4249560"/>
                <a:ext cx="55800" cy="36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3150D4C-6EA8-D769-C0EE-0B75CD9A53E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030320" y="4231560"/>
                  <a:ext cx="914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1D9FB24-0DC9-DFEB-61BC-609EF29D6AF1}"/>
                    </a:ext>
                  </a:extLst>
                </p14:cNvPr>
                <p14:cNvContentPartPr/>
                <p14:nvPr/>
              </p14:nvContentPartPr>
              <p14:xfrm>
                <a:off x="7272240" y="3911880"/>
                <a:ext cx="1423800" cy="2455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1D9FB24-0DC9-DFEB-61BC-609EF29D6AF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254600" y="3894240"/>
                  <a:ext cx="145944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9FF0DCD-C14F-E234-0560-5A428D293DDE}"/>
                    </a:ext>
                  </a:extLst>
                </p14:cNvPr>
                <p14:cNvContentPartPr/>
                <p14:nvPr/>
              </p14:nvContentPartPr>
              <p14:xfrm>
                <a:off x="7627920" y="4407600"/>
                <a:ext cx="113040" cy="256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9FF0DCD-C14F-E234-0560-5A428D293DDE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609920" y="4389600"/>
                  <a:ext cx="14868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C726697-B4A9-29BB-A8D3-8D5C919FB4EA}"/>
                    </a:ext>
                  </a:extLst>
                </p14:cNvPr>
                <p14:cNvContentPartPr/>
                <p14:nvPr/>
              </p14:nvContentPartPr>
              <p14:xfrm>
                <a:off x="7666080" y="4365120"/>
                <a:ext cx="226440" cy="1450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C726697-B4A9-29BB-A8D3-8D5C919FB4EA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648440" y="4347480"/>
                  <a:ext cx="2620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BD89C79-E081-95FC-7DF0-D1BCB0C6D6D6}"/>
                    </a:ext>
                  </a:extLst>
                </p14:cNvPr>
                <p14:cNvContentPartPr/>
                <p14:nvPr/>
              </p14:nvContentPartPr>
              <p14:xfrm>
                <a:off x="8059920" y="4409040"/>
                <a:ext cx="40320" cy="164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BD89C79-E081-95FC-7DF0-D1BCB0C6D6D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041920" y="4391040"/>
                  <a:ext cx="759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17C3DD8-7951-8DDE-7A63-272709BDCE7C}"/>
                    </a:ext>
                  </a:extLst>
                </p14:cNvPr>
                <p14:cNvContentPartPr/>
                <p14:nvPr/>
              </p14:nvContentPartPr>
              <p14:xfrm>
                <a:off x="8174760" y="4349640"/>
                <a:ext cx="186120" cy="597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17C3DD8-7951-8DDE-7A63-272709BDCE7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157120" y="4332000"/>
                  <a:ext cx="22176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BFA8879-C0D6-3055-4B5C-813DB093B2B0}"/>
                    </a:ext>
                  </a:extLst>
                </p14:cNvPr>
                <p14:cNvContentPartPr/>
                <p14:nvPr/>
              </p14:nvContentPartPr>
              <p14:xfrm>
                <a:off x="8276280" y="4287000"/>
                <a:ext cx="55080" cy="1551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BFA8879-C0D6-3055-4B5C-813DB093B2B0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258640" y="4269000"/>
                  <a:ext cx="907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EE0B1BB-878D-6F0B-DC24-6A35B9799593}"/>
                    </a:ext>
                  </a:extLst>
                </p14:cNvPr>
                <p14:cNvContentPartPr/>
                <p14:nvPr/>
              </p14:nvContentPartPr>
              <p14:xfrm>
                <a:off x="8432160" y="4338840"/>
                <a:ext cx="70920" cy="1364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EE0B1BB-878D-6F0B-DC24-6A35B979959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414160" y="4320840"/>
                  <a:ext cx="1065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C981E2C-14B7-64D3-24AB-F0932A502B0B}"/>
                    </a:ext>
                  </a:extLst>
                </p14:cNvPr>
                <p14:cNvContentPartPr/>
                <p14:nvPr/>
              </p14:nvContentPartPr>
              <p14:xfrm>
                <a:off x="8439360" y="4252440"/>
                <a:ext cx="133560" cy="1659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C981E2C-14B7-64D3-24AB-F0932A502B0B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421720" y="4234440"/>
                  <a:ext cx="1692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B138B12-ABF7-3AC5-C165-10C1D0DE9CE3}"/>
                    </a:ext>
                  </a:extLst>
                </p14:cNvPr>
                <p14:cNvContentPartPr/>
                <p14:nvPr/>
              </p14:nvContentPartPr>
              <p14:xfrm>
                <a:off x="7595160" y="3602640"/>
                <a:ext cx="96840" cy="2692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B138B12-ABF7-3AC5-C165-10C1D0DE9CE3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577520" y="3584640"/>
                  <a:ext cx="13248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2007E83-E226-D004-67BE-35E2B822FB0F}"/>
                    </a:ext>
                  </a:extLst>
                </p14:cNvPr>
                <p14:cNvContentPartPr/>
                <p14:nvPr/>
              </p14:nvContentPartPr>
              <p14:xfrm>
                <a:off x="7622160" y="3538200"/>
                <a:ext cx="217800" cy="2106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2007E83-E226-D004-67BE-35E2B822FB0F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604520" y="3520560"/>
                  <a:ext cx="25344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FC8CEA1-5BF2-3DD0-B379-2D90A474F116}"/>
                    </a:ext>
                  </a:extLst>
                </p14:cNvPr>
                <p14:cNvContentPartPr/>
                <p14:nvPr/>
              </p14:nvContentPartPr>
              <p14:xfrm>
                <a:off x="7876680" y="3693000"/>
                <a:ext cx="189000" cy="1173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FC8CEA1-5BF2-3DD0-B379-2D90A474F116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858680" y="3675000"/>
                  <a:ext cx="2246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0214AC7-8387-C6F5-681A-148484C1DA68}"/>
                    </a:ext>
                  </a:extLst>
                </p14:cNvPr>
                <p14:cNvContentPartPr/>
                <p14:nvPr/>
              </p14:nvContentPartPr>
              <p14:xfrm>
                <a:off x="8121120" y="3490680"/>
                <a:ext cx="169200" cy="1868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0214AC7-8387-C6F5-681A-148484C1DA6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103480" y="3472680"/>
                  <a:ext cx="20484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D71F9A7-DFA5-2C3B-0513-82A24D2E2A3E}"/>
                    </a:ext>
                  </a:extLst>
                </p14:cNvPr>
                <p14:cNvContentPartPr/>
                <p14:nvPr/>
              </p14:nvContentPartPr>
              <p14:xfrm>
                <a:off x="8387520" y="3613800"/>
                <a:ext cx="81360" cy="1620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D71F9A7-DFA5-2C3B-0513-82A24D2E2A3E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369520" y="3595800"/>
                  <a:ext cx="1170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83FA9D8-F07D-6585-3C1F-B1A12AE703C0}"/>
                    </a:ext>
                  </a:extLst>
                </p14:cNvPr>
                <p14:cNvContentPartPr/>
                <p14:nvPr/>
              </p14:nvContentPartPr>
              <p14:xfrm>
                <a:off x="4508880" y="3156600"/>
                <a:ext cx="38520" cy="3409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83FA9D8-F07D-6585-3C1F-B1A12AE703C0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490880" y="3138600"/>
                  <a:ext cx="7416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637A723-E4AA-44AD-E4A9-9387E917E70B}"/>
                    </a:ext>
                  </a:extLst>
                </p14:cNvPr>
                <p14:cNvContentPartPr/>
                <p14:nvPr/>
              </p14:nvContentPartPr>
              <p14:xfrm>
                <a:off x="4485480" y="3152640"/>
                <a:ext cx="71640" cy="1274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637A723-E4AA-44AD-E4A9-9387E917E70B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467840" y="3135000"/>
                  <a:ext cx="1072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B31206D-F29D-A9BE-F092-3B81A58C0C4F}"/>
                    </a:ext>
                  </a:extLst>
                </p14:cNvPr>
                <p14:cNvContentPartPr/>
                <p14:nvPr/>
              </p14:nvContentPartPr>
              <p14:xfrm>
                <a:off x="4548480" y="3859680"/>
                <a:ext cx="19800" cy="2102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B31206D-F29D-A9BE-F092-3B81A58C0C4F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530840" y="3841680"/>
                  <a:ext cx="5544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B8397E8-B53E-4BB8-23B3-3CE6C09F9B01}"/>
                    </a:ext>
                  </a:extLst>
                </p14:cNvPr>
                <p14:cNvContentPartPr/>
                <p14:nvPr/>
              </p14:nvContentPartPr>
              <p14:xfrm>
                <a:off x="4488720" y="4043280"/>
                <a:ext cx="97200" cy="432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B8397E8-B53E-4BB8-23B3-3CE6C09F9B0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471080" y="4025280"/>
                  <a:ext cx="1328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CF911BF-E9A6-9598-13A3-149A1068FF59}"/>
                    </a:ext>
                  </a:extLst>
                </p14:cNvPr>
                <p14:cNvContentPartPr/>
                <p14:nvPr/>
              </p14:nvContentPartPr>
              <p14:xfrm>
                <a:off x="4701480" y="3604080"/>
                <a:ext cx="1374840" cy="10202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CF911BF-E9A6-9598-13A3-149A1068FF59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4683480" y="3586440"/>
                  <a:ext cx="1410480" cy="10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9FB317C-238D-EB95-FB53-F8D35BC94BD3}"/>
                    </a:ext>
                  </a:extLst>
                </p14:cNvPr>
                <p14:cNvContentPartPr/>
                <p14:nvPr/>
              </p14:nvContentPartPr>
              <p14:xfrm>
                <a:off x="5983080" y="4499760"/>
                <a:ext cx="177840" cy="2577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9FB317C-238D-EB95-FB53-F8D35BC94BD3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965440" y="4481760"/>
                  <a:ext cx="21348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E487BFB-0672-B42D-140C-2F8AACF245EA}"/>
                    </a:ext>
                  </a:extLst>
                </p14:cNvPr>
                <p14:cNvContentPartPr/>
                <p14:nvPr/>
              </p14:nvContentPartPr>
              <p14:xfrm>
                <a:off x="8669760" y="4320840"/>
                <a:ext cx="169200" cy="1976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E487BFB-0672-B42D-140C-2F8AACF245EA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651760" y="4303200"/>
                  <a:ext cx="204840" cy="233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417533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1D2AB-EAC4-5FAE-E7AE-8DBFEF414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</a:p>
        </p:txBody>
      </p:sp>
      <p:pic>
        <p:nvPicPr>
          <p:cNvPr id="6" name="Content Placeholder 5" descr="A diagram of a circuit&#10;&#10;Description automatically generated">
            <a:extLst>
              <a:ext uri="{FF2B5EF4-FFF2-40B4-BE49-F238E27FC236}">
                <a16:creationId xmlns:a16="http://schemas.microsoft.com/office/drawing/2014/main" id="{64802E38-2E12-CFBD-20FF-212270B6CF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943" y="1547898"/>
            <a:ext cx="3825572" cy="199661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F2D2D2-3E67-A7CF-0D2F-2FB485E978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16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Picture 7" descr="A diagram of a circuit&#10;&#10;Description automatically generated">
            <a:extLst>
              <a:ext uri="{FF2B5EF4-FFF2-40B4-BE49-F238E27FC236}">
                <a16:creationId xmlns:a16="http://schemas.microsoft.com/office/drawing/2014/main" id="{5C329694-A513-B382-C7B0-BB3C07B35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04419"/>
            <a:ext cx="4214225" cy="2027096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A1B74029-BB26-7108-4D1F-7CE5E752734C}"/>
              </a:ext>
            </a:extLst>
          </p:cNvPr>
          <p:cNvGrpSpPr/>
          <p:nvPr/>
        </p:nvGrpSpPr>
        <p:grpSpPr>
          <a:xfrm>
            <a:off x="7265106" y="1988605"/>
            <a:ext cx="516240" cy="577440"/>
            <a:chOff x="7265106" y="1988605"/>
            <a:chExt cx="516240" cy="57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30B2A41-609C-2585-6D13-20E1CC1C4DED}"/>
                    </a:ext>
                  </a:extLst>
                </p14:cNvPr>
                <p14:cNvContentPartPr/>
                <p14:nvPr/>
              </p14:nvContentPartPr>
              <p14:xfrm>
                <a:off x="7585506" y="1988605"/>
                <a:ext cx="89280" cy="5281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30B2A41-609C-2585-6D13-20E1CC1C4DE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567866" y="1970605"/>
                  <a:ext cx="124920" cy="56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32377EC-25E5-93B7-20F7-1109BF76D21D}"/>
                    </a:ext>
                  </a:extLst>
                </p14:cNvPr>
                <p14:cNvContentPartPr/>
                <p14:nvPr/>
              </p14:nvContentPartPr>
              <p14:xfrm>
                <a:off x="7597026" y="2467765"/>
                <a:ext cx="184320" cy="982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32377EC-25E5-93B7-20F7-1109BF76D21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579386" y="2449765"/>
                  <a:ext cx="2199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668DA70-E299-362F-F954-7F76A721A8B4}"/>
                    </a:ext>
                  </a:extLst>
                </p14:cNvPr>
                <p14:cNvContentPartPr/>
                <p14:nvPr/>
              </p14:nvContentPartPr>
              <p14:xfrm>
                <a:off x="7320906" y="2199205"/>
                <a:ext cx="31320" cy="2358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668DA70-E299-362F-F954-7F76A721A8B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303266" y="2181565"/>
                  <a:ext cx="669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7BC8881-BF39-4001-E0EE-35EBF75BEAEE}"/>
                    </a:ext>
                  </a:extLst>
                </p14:cNvPr>
                <p14:cNvContentPartPr/>
                <p14:nvPr/>
              </p14:nvContentPartPr>
              <p14:xfrm>
                <a:off x="7265106" y="2154565"/>
                <a:ext cx="102240" cy="1004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7BC8881-BF39-4001-E0EE-35EBF75BEAE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247466" y="2136925"/>
                  <a:ext cx="1378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14C1C3B-5A4B-957E-7F71-F5A881C6B790}"/>
                    </a:ext>
                  </a:extLst>
                </p14:cNvPr>
                <p14:cNvContentPartPr/>
                <p14:nvPr/>
              </p14:nvContentPartPr>
              <p14:xfrm>
                <a:off x="7284546" y="2404765"/>
                <a:ext cx="99360" cy="356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14C1C3B-5A4B-957E-7F71-F5A881C6B79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266546" y="2386765"/>
                  <a:ext cx="1350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F005B4D-3F3D-70A8-DA26-12BF0E9B5362}"/>
                    </a:ext>
                  </a:extLst>
                </p14:cNvPr>
                <p14:cNvContentPartPr/>
                <p14:nvPr/>
              </p14:nvContentPartPr>
              <p14:xfrm>
                <a:off x="7454466" y="2329525"/>
                <a:ext cx="29520" cy="1411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F005B4D-3F3D-70A8-DA26-12BF0E9B536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436466" y="2311885"/>
                  <a:ext cx="65160" cy="17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99C3396-CA89-9C51-C664-1B8569EA4AFA}"/>
              </a:ext>
            </a:extLst>
          </p:cNvPr>
          <p:cNvGrpSpPr/>
          <p:nvPr/>
        </p:nvGrpSpPr>
        <p:grpSpPr>
          <a:xfrm>
            <a:off x="10312866" y="2079685"/>
            <a:ext cx="712080" cy="558720"/>
            <a:chOff x="10312866" y="2079685"/>
            <a:chExt cx="712080" cy="55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16898D5-93A7-AD4A-85CE-C0680F78CF6F}"/>
                    </a:ext>
                  </a:extLst>
                </p14:cNvPr>
                <p14:cNvContentPartPr/>
                <p14:nvPr/>
              </p14:nvContentPartPr>
              <p14:xfrm>
                <a:off x="10323306" y="2079685"/>
                <a:ext cx="110520" cy="5364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16898D5-93A7-AD4A-85CE-C0680F78CF6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305666" y="2062045"/>
                  <a:ext cx="146160" cy="57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BAFF7F2-3CBC-6EFE-C96E-9421CC602511}"/>
                    </a:ext>
                  </a:extLst>
                </p14:cNvPr>
                <p14:cNvContentPartPr/>
                <p14:nvPr/>
              </p14:nvContentPartPr>
              <p14:xfrm>
                <a:off x="10312866" y="2554885"/>
                <a:ext cx="210600" cy="835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BAFF7F2-3CBC-6EFE-C96E-9421CC60251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295226" y="2536885"/>
                  <a:ext cx="24624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F8B8164-D1DF-D52F-F76F-30E7C5417AD2}"/>
                    </a:ext>
                  </a:extLst>
                </p14:cNvPr>
                <p14:cNvContentPartPr/>
                <p14:nvPr/>
              </p14:nvContentPartPr>
              <p14:xfrm>
                <a:off x="10696626" y="2224405"/>
                <a:ext cx="14760" cy="2678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F8B8164-D1DF-D52F-F76F-30E7C5417AD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678626" y="2206765"/>
                  <a:ext cx="5040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BF045A3-1669-3325-847E-23331F014D06}"/>
                    </a:ext>
                  </a:extLst>
                </p14:cNvPr>
                <p14:cNvContentPartPr/>
                <p14:nvPr/>
              </p14:nvContentPartPr>
              <p14:xfrm>
                <a:off x="10644426" y="2196685"/>
                <a:ext cx="94320" cy="435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BF045A3-1669-3325-847E-23331F014D0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626786" y="2178685"/>
                  <a:ext cx="1299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819BCF2-8A7E-E081-0A74-5CFE58FB33F8}"/>
                    </a:ext>
                  </a:extLst>
                </p14:cNvPr>
                <p14:cNvContentPartPr/>
                <p14:nvPr/>
              </p14:nvContentPartPr>
              <p14:xfrm>
                <a:off x="10643706" y="2450845"/>
                <a:ext cx="97920" cy="608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819BCF2-8A7E-E081-0A74-5CFE58FB33F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625706" y="2432845"/>
                  <a:ext cx="1335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B0C799C-E8A8-9741-B231-41328B6FDA51}"/>
                    </a:ext>
                  </a:extLst>
                </p14:cNvPr>
                <p14:cNvContentPartPr/>
                <p14:nvPr/>
              </p14:nvContentPartPr>
              <p14:xfrm>
                <a:off x="10846026" y="2397205"/>
                <a:ext cx="178920" cy="1317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B0C799C-E8A8-9741-B231-41328B6FDA5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828386" y="2379205"/>
                  <a:ext cx="214560" cy="167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D1AD7426-7BF3-8A68-C2B3-2302754E08DC}"/>
                  </a:ext>
                </a:extLst>
              </p14:cNvPr>
              <p14:cNvContentPartPr/>
              <p14:nvPr/>
            </p14:nvContentPartPr>
            <p14:xfrm>
              <a:off x="5742666" y="2017405"/>
              <a:ext cx="3960" cy="684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D1AD7426-7BF3-8A68-C2B3-2302754E08D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724666" y="1999405"/>
                <a:ext cx="39600" cy="4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DF879232-5AB3-17C2-64EF-8B1743F2ECAF}"/>
              </a:ext>
            </a:extLst>
          </p:cNvPr>
          <p:cNvGrpSpPr/>
          <p:nvPr/>
        </p:nvGrpSpPr>
        <p:grpSpPr>
          <a:xfrm>
            <a:off x="5661666" y="2034685"/>
            <a:ext cx="369360" cy="414360"/>
            <a:chOff x="5661666" y="2034685"/>
            <a:chExt cx="369360" cy="41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9CA90D9-39E4-BDAC-04CC-B9F6795AED49}"/>
                    </a:ext>
                  </a:extLst>
                </p14:cNvPr>
                <p14:cNvContentPartPr/>
                <p14:nvPr/>
              </p14:nvContentPartPr>
              <p14:xfrm>
                <a:off x="5661666" y="2123245"/>
                <a:ext cx="155160" cy="3258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9CA90D9-39E4-BDAC-04CC-B9F6795AED4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643666" y="2105245"/>
                  <a:ext cx="19080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80E8D30-CD00-503D-96E2-ACD768B16614}"/>
                    </a:ext>
                  </a:extLst>
                </p14:cNvPr>
                <p14:cNvContentPartPr/>
                <p14:nvPr/>
              </p14:nvContentPartPr>
              <p14:xfrm>
                <a:off x="5877306" y="2034685"/>
                <a:ext cx="153720" cy="2077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80E8D30-CD00-503D-96E2-ACD768B1661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859666" y="2016685"/>
                  <a:ext cx="189360" cy="24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B0D2063-FEEF-EF89-B312-0B9D245A56D6}"/>
              </a:ext>
            </a:extLst>
          </p:cNvPr>
          <p:cNvGrpSpPr/>
          <p:nvPr/>
        </p:nvGrpSpPr>
        <p:grpSpPr>
          <a:xfrm>
            <a:off x="6275106" y="3997405"/>
            <a:ext cx="100080" cy="396000"/>
            <a:chOff x="6275106" y="3997405"/>
            <a:chExt cx="100080" cy="39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541C9C2-EF2B-203E-7A93-858B2FDA94A2}"/>
                    </a:ext>
                  </a:extLst>
                </p14:cNvPr>
                <p14:cNvContentPartPr/>
                <p14:nvPr/>
              </p14:nvContentPartPr>
              <p14:xfrm>
                <a:off x="6309306" y="4024405"/>
                <a:ext cx="46080" cy="3690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541C9C2-EF2B-203E-7A93-858B2FDA94A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291306" y="4006405"/>
                  <a:ext cx="8172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07C6D98-C22E-89A3-2323-5D6DC368FDD2}"/>
                    </a:ext>
                  </a:extLst>
                </p14:cNvPr>
                <p14:cNvContentPartPr/>
                <p14:nvPr/>
              </p14:nvContentPartPr>
              <p14:xfrm>
                <a:off x="6283026" y="3997405"/>
                <a:ext cx="92160" cy="464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07C6D98-C22E-89A3-2323-5D6DC368FDD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65026" y="3979765"/>
                  <a:ext cx="1278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6368030-1EFC-1A90-9C66-F3E2FD02F255}"/>
                    </a:ext>
                  </a:extLst>
                </p14:cNvPr>
                <p14:cNvContentPartPr/>
                <p14:nvPr/>
              </p14:nvContentPartPr>
              <p14:xfrm>
                <a:off x="6275106" y="4313845"/>
                <a:ext cx="95400" cy="302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6368030-1EFC-1A90-9C66-F3E2FD02F25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257106" y="4296205"/>
                  <a:ext cx="131040" cy="6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6CA3F01-5E39-DEF5-E763-D391EC137845}"/>
              </a:ext>
            </a:extLst>
          </p:cNvPr>
          <p:cNvGrpSpPr/>
          <p:nvPr/>
        </p:nvGrpSpPr>
        <p:grpSpPr>
          <a:xfrm>
            <a:off x="6571026" y="4073365"/>
            <a:ext cx="503640" cy="381600"/>
            <a:chOff x="6571026" y="4073365"/>
            <a:chExt cx="503640" cy="38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46045A3-0BEE-024B-1174-D21B33AE962F}"/>
                    </a:ext>
                  </a:extLst>
                </p14:cNvPr>
                <p14:cNvContentPartPr/>
                <p14:nvPr/>
              </p14:nvContentPartPr>
              <p14:xfrm>
                <a:off x="6571026" y="4270285"/>
                <a:ext cx="6480" cy="1612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46045A3-0BEE-024B-1174-D21B33AE962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553386" y="4252645"/>
                  <a:ext cx="421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F53DD96-9496-440D-DF44-D0C4CB206581}"/>
                    </a:ext>
                  </a:extLst>
                </p14:cNvPr>
                <p14:cNvContentPartPr/>
                <p14:nvPr/>
              </p14:nvContentPartPr>
              <p14:xfrm>
                <a:off x="6694506" y="4177765"/>
                <a:ext cx="104760" cy="493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F53DD96-9496-440D-DF44-D0C4CB20658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676866" y="4160125"/>
                  <a:ext cx="1404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3D29528-CA9D-0BA0-D57C-E6C5C4DD7D30}"/>
                    </a:ext>
                  </a:extLst>
                </p14:cNvPr>
                <p14:cNvContentPartPr/>
                <p14:nvPr/>
              </p14:nvContentPartPr>
              <p14:xfrm>
                <a:off x="6794946" y="4266325"/>
                <a:ext cx="71640" cy="489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3D29528-CA9D-0BA0-D57C-E6C5C4DD7D3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777306" y="4248685"/>
                  <a:ext cx="1072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81DF19B-6EBF-93E4-BDD0-3871B514A505}"/>
                    </a:ext>
                  </a:extLst>
                </p14:cNvPr>
                <p14:cNvContentPartPr/>
                <p14:nvPr/>
              </p14:nvContentPartPr>
              <p14:xfrm>
                <a:off x="6983946" y="4073365"/>
                <a:ext cx="80280" cy="2095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81DF19B-6EBF-93E4-BDD0-3871B514A50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965946" y="4055725"/>
                  <a:ext cx="1159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7444C5D-CCFB-319D-C1BA-F524E9D3819B}"/>
                    </a:ext>
                  </a:extLst>
                </p14:cNvPr>
                <p14:cNvContentPartPr/>
                <p14:nvPr/>
              </p14:nvContentPartPr>
              <p14:xfrm>
                <a:off x="7063146" y="4412125"/>
                <a:ext cx="11520" cy="428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7444C5D-CCFB-319D-C1BA-F524E9D3819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045146" y="4394125"/>
                  <a:ext cx="4716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E54BE47-FBBD-B579-634E-A957873AF0D9}"/>
              </a:ext>
            </a:extLst>
          </p:cNvPr>
          <p:cNvGrpSpPr/>
          <p:nvPr/>
        </p:nvGrpSpPr>
        <p:grpSpPr>
          <a:xfrm>
            <a:off x="6310026" y="4935565"/>
            <a:ext cx="153360" cy="321840"/>
            <a:chOff x="6310026" y="4935565"/>
            <a:chExt cx="153360" cy="32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EAA6A70-F312-04E2-FC1D-EE644127208A}"/>
                    </a:ext>
                  </a:extLst>
                </p14:cNvPr>
                <p14:cNvContentPartPr/>
                <p14:nvPr/>
              </p14:nvContentPartPr>
              <p14:xfrm>
                <a:off x="6375906" y="4968325"/>
                <a:ext cx="34560" cy="2736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EAA6A70-F312-04E2-FC1D-EE644127208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358266" y="4950325"/>
                  <a:ext cx="7020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719520F-D7D5-343E-51BC-9D1691EAEAA1}"/>
                    </a:ext>
                  </a:extLst>
                </p14:cNvPr>
                <p14:cNvContentPartPr/>
                <p14:nvPr/>
              </p14:nvContentPartPr>
              <p14:xfrm>
                <a:off x="6310026" y="4935565"/>
                <a:ext cx="119160" cy="410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719520F-D7D5-343E-51BC-9D1691EAEAA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292386" y="4917565"/>
                  <a:ext cx="1548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EE5C8E1-6425-056B-C50E-A080E76D1ABF}"/>
                    </a:ext>
                  </a:extLst>
                </p14:cNvPr>
                <p14:cNvContentPartPr/>
                <p14:nvPr/>
              </p14:nvContentPartPr>
              <p14:xfrm>
                <a:off x="6399306" y="5213485"/>
                <a:ext cx="64080" cy="439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EE5C8E1-6425-056B-C50E-A080E76D1AB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381666" y="5195485"/>
                  <a:ext cx="99720" cy="7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75F7C21-8642-A027-A8DF-C5919505CC66}"/>
              </a:ext>
            </a:extLst>
          </p:cNvPr>
          <p:cNvGrpSpPr/>
          <p:nvPr/>
        </p:nvGrpSpPr>
        <p:grpSpPr>
          <a:xfrm>
            <a:off x="6612786" y="4962925"/>
            <a:ext cx="625680" cy="331920"/>
            <a:chOff x="6612786" y="4962925"/>
            <a:chExt cx="625680" cy="33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A6FF34E-14E4-8E8D-DD85-0C5322A06906}"/>
                    </a:ext>
                  </a:extLst>
                </p14:cNvPr>
                <p14:cNvContentPartPr/>
                <p14:nvPr/>
              </p14:nvContentPartPr>
              <p14:xfrm>
                <a:off x="6612786" y="5139325"/>
                <a:ext cx="101520" cy="1278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A6FF34E-14E4-8E8D-DD85-0C5322A0690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595146" y="5121685"/>
                  <a:ext cx="1371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FACF350-27C5-6425-F6F1-D3031E856E92}"/>
                    </a:ext>
                  </a:extLst>
                </p14:cNvPr>
                <p14:cNvContentPartPr/>
                <p14:nvPr/>
              </p14:nvContentPartPr>
              <p14:xfrm>
                <a:off x="6831666" y="5052205"/>
                <a:ext cx="56160" cy="309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FACF350-27C5-6425-F6F1-D3031E856E9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814026" y="5034565"/>
                  <a:ext cx="918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A646324-4DD1-8F68-0D1F-090DC03D0A60}"/>
                    </a:ext>
                  </a:extLst>
                </p14:cNvPr>
                <p14:cNvContentPartPr/>
                <p14:nvPr/>
              </p14:nvContentPartPr>
              <p14:xfrm>
                <a:off x="6884586" y="5127445"/>
                <a:ext cx="87480" cy="298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A646324-4DD1-8F68-0D1F-090DC03D0A6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866946" y="5109445"/>
                  <a:ext cx="1231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F8503D9-D3DF-1294-287F-4D77BDFCAB1A}"/>
                    </a:ext>
                  </a:extLst>
                </p14:cNvPr>
                <p14:cNvContentPartPr/>
                <p14:nvPr/>
              </p14:nvContentPartPr>
              <p14:xfrm>
                <a:off x="7112466" y="4962925"/>
                <a:ext cx="93600" cy="1692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F8503D9-D3DF-1294-287F-4D77BDFCAB1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094466" y="4944925"/>
                  <a:ext cx="1292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F1586EC-7213-B4B8-13D7-CDB0A9FCA850}"/>
                    </a:ext>
                  </a:extLst>
                </p14:cNvPr>
                <p14:cNvContentPartPr/>
                <p14:nvPr/>
              </p14:nvContentPartPr>
              <p14:xfrm>
                <a:off x="7237746" y="5262805"/>
                <a:ext cx="720" cy="320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F1586EC-7213-B4B8-13D7-CDB0A9FCA85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220106" y="5245165"/>
                  <a:ext cx="36360" cy="67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776102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B15E-B14A-840F-11F5-ED4365447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Fuse</a:t>
            </a:r>
          </a:p>
        </p:txBody>
      </p:sp>
      <p:pic>
        <p:nvPicPr>
          <p:cNvPr id="6" name="Content Placeholder 5" descr="A diagram of a circuit&#10;&#10;Description automatically generated">
            <a:extLst>
              <a:ext uri="{FF2B5EF4-FFF2-40B4-BE49-F238E27FC236}">
                <a16:creationId xmlns:a16="http://schemas.microsoft.com/office/drawing/2014/main" id="{128D62D5-F191-CFBB-5042-E4E2033621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396" y="1190074"/>
            <a:ext cx="8855207" cy="236240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F4647C-4EF8-49CF-1A50-86F96DA715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17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9" name="Content Placeholder 5" descr="A diagram of a circuit&#10;&#10;Description automatically generated">
            <a:extLst>
              <a:ext uri="{FF2B5EF4-FFF2-40B4-BE49-F238E27FC236}">
                <a16:creationId xmlns:a16="http://schemas.microsoft.com/office/drawing/2014/main" id="{34120F3A-7421-C5FD-B759-B2F9FF963A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224" y="4158352"/>
            <a:ext cx="8992379" cy="18442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5766647-F3D6-8F43-F034-9ADBEAB355C9}"/>
                  </a:ext>
                </a:extLst>
              </p14:cNvPr>
              <p14:cNvContentPartPr/>
              <p14:nvPr/>
            </p14:nvContentPartPr>
            <p14:xfrm>
              <a:off x="7918132" y="2487190"/>
              <a:ext cx="407880" cy="446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5766647-F3D6-8F43-F034-9ADBEAB355C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00132" y="2469550"/>
                <a:ext cx="443520" cy="48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61422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B5FBB-2013-9855-CD46-6EC316437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18414-5118-02D3-BAED-52A8034435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18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4D85B8F7-1702-9463-7D52-0BDB49FB90C1}"/>
                  </a:ext>
                </a:extLst>
              </p14:cNvPr>
              <p14:cNvContentPartPr/>
              <p14:nvPr/>
            </p14:nvContentPartPr>
            <p14:xfrm>
              <a:off x="6430986" y="1618165"/>
              <a:ext cx="387720" cy="66528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4D85B8F7-1702-9463-7D52-0BDB49FB90C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13346" y="1600525"/>
                <a:ext cx="423360" cy="70092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F7003F35-1132-A1E8-9B29-41DEFDAB3FBF}"/>
              </a:ext>
            </a:extLst>
          </p:cNvPr>
          <p:cNvGrpSpPr/>
          <p:nvPr/>
        </p:nvGrpSpPr>
        <p:grpSpPr>
          <a:xfrm>
            <a:off x="8558586" y="1618525"/>
            <a:ext cx="714240" cy="763560"/>
            <a:chOff x="8558586" y="1618525"/>
            <a:chExt cx="714240" cy="76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4E83716-F04B-439F-94BA-7BD58197E554}"/>
                    </a:ext>
                  </a:extLst>
                </p14:cNvPr>
                <p14:cNvContentPartPr/>
                <p14:nvPr/>
              </p14:nvContentPartPr>
              <p14:xfrm>
                <a:off x="8597106" y="1833445"/>
                <a:ext cx="62640" cy="2991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4E83716-F04B-439F-94BA-7BD58197E55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579106" y="1815805"/>
                  <a:ext cx="9828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CC017DE-A773-3232-D9A2-751A852BDFA9}"/>
                    </a:ext>
                  </a:extLst>
                </p14:cNvPr>
                <p14:cNvContentPartPr/>
                <p14:nvPr/>
              </p14:nvContentPartPr>
              <p14:xfrm>
                <a:off x="8598186" y="1859005"/>
                <a:ext cx="88920" cy="288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CC017DE-A773-3232-D9A2-751A852BDFA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580546" y="1841005"/>
                  <a:ext cx="12456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5AFCF47-CE94-2E1D-077E-95D3FE3BC9F2}"/>
                    </a:ext>
                  </a:extLst>
                </p14:cNvPr>
                <p14:cNvContentPartPr/>
                <p14:nvPr/>
              </p14:nvContentPartPr>
              <p14:xfrm>
                <a:off x="8558586" y="1860805"/>
                <a:ext cx="109800" cy="3196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5AFCF47-CE94-2E1D-077E-95D3FE3BC9F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540586" y="1843165"/>
                  <a:ext cx="14544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FF9E891-B273-8990-5B7A-AC278FF69DA9}"/>
                    </a:ext>
                  </a:extLst>
                </p14:cNvPr>
                <p14:cNvContentPartPr/>
                <p14:nvPr/>
              </p14:nvContentPartPr>
              <p14:xfrm>
                <a:off x="8617626" y="2170405"/>
                <a:ext cx="47520" cy="331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FF9E891-B273-8990-5B7A-AC278FF69DA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599986" y="2152405"/>
                  <a:ext cx="831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AF6E477-2CFB-3213-3193-792C34438321}"/>
                    </a:ext>
                  </a:extLst>
                </p14:cNvPr>
                <p14:cNvContentPartPr/>
                <p14:nvPr/>
              </p14:nvContentPartPr>
              <p14:xfrm>
                <a:off x="8871426" y="1879525"/>
                <a:ext cx="34920" cy="3524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AF6E477-2CFB-3213-3193-792C3443832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853786" y="1861525"/>
                  <a:ext cx="7056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CA878E4-EB4B-A55F-D3DB-4517E36550D5}"/>
                    </a:ext>
                  </a:extLst>
                </p14:cNvPr>
                <p14:cNvContentPartPr/>
                <p14:nvPr/>
              </p14:nvContentPartPr>
              <p14:xfrm>
                <a:off x="8898066" y="1888525"/>
                <a:ext cx="165600" cy="2044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CA878E4-EB4B-A55F-D3DB-4517E36550D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880426" y="1870885"/>
                  <a:ext cx="20124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3F3E7EF-4D90-730D-914E-20E96615E50A}"/>
                    </a:ext>
                  </a:extLst>
                </p14:cNvPr>
                <p14:cNvContentPartPr/>
                <p14:nvPr/>
              </p14:nvContentPartPr>
              <p14:xfrm>
                <a:off x="8904906" y="2023885"/>
                <a:ext cx="135000" cy="640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3F3E7EF-4D90-730D-914E-20E96615E50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887266" y="2005885"/>
                  <a:ext cx="1706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E53BDAC-96A3-F158-43C0-C164DC8CC921}"/>
                    </a:ext>
                  </a:extLst>
                </p14:cNvPr>
                <p14:cNvContentPartPr/>
                <p14:nvPr/>
              </p14:nvContentPartPr>
              <p14:xfrm>
                <a:off x="9054666" y="1618525"/>
                <a:ext cx="218160" cy="7635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E53BDAC-96A3-F158-43C0-C164DC8CC92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036666" y="1600885"/>
                  <a:ext cx="253800" cy="79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0F9658C-7AAC-2403-72E5-E6376EF5792E}"/>
              </a:ext>
            </a:extLst>
          </p:cNvPr>
          <p:cNvGrpSpPr/>
          <p:nvPr/>
        </p:nvGrpSpPr>
        <p:grpSpPr>
          <a:xfrm>
            <a:off x="3259386" y="1778005"/>
            <a:ext cx="4931280" cy="2703960"/>
            <a:chOff x="3259386" y="1778005"/>
            <a:chExt cx="4931280" cy="270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AFDDCE3-FFE5-046E-0B11-8D9BE2287706}"/>
                    </a:ext>
                  </a:extLst>
                </p14:cNvPr>
                <p14:cNvContentPartPr/>
                <p14:nvPr/>
              </p14:nvContentPartPr>
              <p14:xfrm>
                <a:off x="3448026" y="1921645"/>
                <a:ext cx="70200" cy="9640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AFDDCE3-FFE5-046E-0B11-8D9BE228770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430386" y="1904005"/>
                  <a:ext cx="105840" cy="9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D05B8EE-379F-652F-330F-80C83A5012AB}"/>
                    </a:ext>
                  </a:extLst>
                </p14:cNvPr>
                <p14:cNvContentPartPr/>
                <p14:nvPr/>
              </p14:nvContentPartPr>
              <p14:xfrm>
                <a:off x="3259386" y="2867365"/>
                <a:ext cx="605520" cy="777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D05B8EE-379F-652F-330F-80C83A5012A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41746" y="2849725"/>
                  <a:ext cx="6411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806136B-D88D-FE3E-87AD-DE25CC1F8BE0}"/>
                    </a:ext>
                  </a:extLst>
                </p14:cNvPr>
                <p14:cNvContentPartPr/>
                <p14:nvPr/>
              </p14:nvContentPartPr>
              <p14:xfrm>
                <a:off x="3532626" y="3100645"/>
                <a:ext cx="159480" cy="277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806136B-D88D-FE3E-87AD-DE25CC1F8BE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514626" y="3082645"/>
                  <a:ext cx="19512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873D900-4027-7CCE-7A96-0BD2BE0DF13F}"/>
                    </a:ext>
                  </a:extLst>
                </p14:cNvPr>
                <p14:cNvContentPartPr/>
                <p14:nvPr/>
              </p14:nvContentPartPr>
              <p14:xfrm>
                <a:off x="3652866" y="3118285"/>
                <a:ext cx="92520" cy="7354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873D900-4027-7CCE-7A96-0BD2BE0DF13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635226" y="3100645"/>
                  <a:ext cx="128160" cy="77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28F5CD3-2FFF-2200-5C8A-315ED94DE26E}"/>
                    </a:ext>
                  </a:extLst>
                </p14:cNvPr>
                <p14:cNvContentPartPr/>
                <p14:nvPr/>
              </p14:nvContentPartPr>
              <p14:xfrm>
                <a:off x="3431826" y="1824805"/>
                <a:ext cx="1869480" cy="1738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28F5CD3-2FFF-2200-5C8A-315ED94DE26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413826" y="1806805"/>
                  <a:ext cx="190512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66BF76E-774E-6DA4-58A2-CB2E5BF49D7F}"/>
                    </a:ext>
                  </a:extLst>
                </p14:cNvPr>
                <p14:cNvContentPartPr/>
                <p14:nvPr/>
              </p14:nvContentPartPr>
              <p14:xfrm>
                <a:off x="5300946" y="1829125"/>
                <a:ext cx="137520" cy="3988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66BF76E-774E-6DA4-58A2-CB2E5BF49D7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282946" y="1811485"/>
                  <a:ext cx="173160" cy="43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FA96AF9-0381-F1B3-8C0F-BC08B87654CA}"/>
                    </a:ext>
                  </a:extLst>
                </p14:cNvPr>
                <p14:cNvContentPartPr/>
                <p14:nvPr/>
              </p14:nvContentPartPr>
              <p14:xfrm>
                <a:off x="5378346" y="2228365"/>
                <a:ext cx="109800" cy="1548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FA96AF9-0381-F1B3-8C0F-BC08B87654C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360706" y="2210365"/>
                  <a:ext cx="1454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C2C0430-BF1A-79C2-5E39-9B2C222F57F1}"/>
                    </a:ext>
                  </a:extLst>
                </p14:cNvPr>
                <p14:cNvContentPartPr/>
                <p14:nvPr/>
              </p14:nvContentPartPr>
              <p14:xfrm>
                <a:off x="5469786" y="2670085"/>
                <a:ext cx="56520" cy="1134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C2C0430-BF1A-79C2-5E39-9B2C222F57F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452146" y="2652445"/>
                  <a:ext cx="921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9CC4449-C631-9CFA-27F4-6ABD9E7CAE5F}"/>
                    </a:ext>
                  </a:extLst>
                </p14:cNvPr>
                <p14:cNvContentPartPr/>
                <p14:nvPr/>
              </p14:nvContentPartPr>
              <p14:xfrm>
                <a:off x="5521266" y="2766565"/>
                <a:ext cx="80640" cy="7214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9CC4449-C631-9CFA-27F4-6ABD9E7CAE5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503626" y="2748925"/>
                  <a:ext cx="116280" cy="75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3A03AB3-0646-604D-9EB8-7508F59D24DA}"/>
                    </a:ext>
                  </a:extLst>
                </p14:cNvPr>
                <p14:cNvContentPartPr/>
                <p14:nvPr/>
              </p14:nvContentPartPr>
              <p14:xfrm>
                <a:off x="5593626" y="3495925"/>
                <a:ext cx="163080" cy="2854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3A03AB3-0646-604D-9EB8-7508F59D24D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575986" y="3477925"/>
                  <a:ext cx="19872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AB12502-8ECC-C2CE-1DB9-F8CAFFC62C98}"/>
                    </a:ext>
                  </a:extLst>
                </p14:cNvPr>
                <p14:cNvContentPartPr/>
                <p14:nvPr/>
              </p14:nvContentPartPr>
              <p14:xfrm>
                <a:off x="3836106" y="3780685"/>
                <a:ext cx="2109600" cy="6890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AB12502-8ECC-C2CE-1DB9-F8CAFFC62C9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818466" y="3762685"/>
                  <a:ext cx="2145240" cy="72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A6BBF42-7894-4A5B-1562-937DF0C81982}"/>
                    </a:ext>
                  </a:extLst>
                </p14:cNvPr>
                <p14:cNvContentPartPr/>
                <p14:nvPr/>
              </p14:nvContentPartPr>
              <p14:xfrm>
                <a:off x="3687066" y="3813085"/>
                <a:ext cx="128160" cy="6688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A6BBF42-7894-4A5B-1562-937DF0C8198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669066" y="3795445"/>
                  <a:ext cx="163800" cy="70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9878ED6-31A8-519E-8CB9-F267D7DBD6F1}"/>
                    </a:ext>
                  </a:extLst>
                </p14:cNvPr>
                <p14:cNvContentPartPr/>
                <p14:nvPr/>
              </p14:nvContentPartPr>
              <p14:xfrm>
                <a:off x="6077826" y="3467125"/>
                <a:ext cx="86040" cy="3078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9878ED6-31A8-519E-8CB9-F267D7DBD6F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060186" y="3449485"/>
                  <a:ext cx="12168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C10A891-579A-B79F-8756-DC22BBA0445F}"/>
                    </a:ext>
                  </a:extLst>
                </p14:cNvPr>
                <p14:cNvContentPartPr/>
                <p14:nvPr/>
              </p14:nvContentPartPr>
              <p14:xfrm>
                <a:off x="6348906" y="3458485"/>
                <a:ext cx="308880" cy="2138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C10A891-579A-B79F-8756-DC22BBA0445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330906" y="3440485"/>
                  <a:ext cx="34452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FFC4BDB-4578-D173-B56F-99D69F71AB80}"/>
                    </a:ext>
                  </a:extLst>
                </p14:cNvPr>
                <p14:cNvContentPartPr/>
                <p14:nvPr/>
              </p14:nvContentPartPr>
              <p14:xfrm>
                <a:off x="5846346" y="2105245"/>
                <a:ext cx="437040" cy="2872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FFC4BDB-4578-D173-B56F-99D69F71AB8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828346" y="2087245"/>
                  <a:ext cx="47268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F8CC9D7-38D8-BAC4-030F-E0BB6ED3BCB6}"/>
                    </a:ext>
                  </a:extLst>
                </p14:cNvPr>
                <p14:cNvContentPartPr/>
                <p14:nvPr/>
              </p14:nvContentPartPr>
              <p14:xfrm>
                <a:off x="5823666" y="2245645"/>
                <a:ext cx="174600" cy="1501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F8CC9D7-38D8-BAC4-030F-E0BB6ED3BCB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806026" y="2228005"/>
                  <a:ext cx="21024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37E4C6C-519A-7F1E-D6ED-21913770F7CA}"/>
                    </a:ext>
                  </a:extLst>
                </p14:cNvPr>
                <p14:cNvContentPartPr/>
                <p14:nvPr/>
              </p14:nvContentPartPr>
              <p14:xfrm>
                <a:off x="6591906" y="1799605"/>
                <a:ext cx="48240" cy="3160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37E4C6C-519A-7F1E-D6ED-21913770F7C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574266" y="1781965"/>
                  <a:ext cx="8388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B46BA64-50E0-7B56-7A4F-B896A825A389}"/>
                    </a:ext>
                  </a:extLst>
                </p14:cNvPr>
                <p14:cNvContentPartPr/>
                <p14:nvPr/>
              </p14:nvContentPartPr>
              <p14:xfrm>
                <a:off x="6587946" y="1778005"/>
                <a:ext cx="158760" cy="2106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B46BA64-50E0-7B56-7A4F-B896A825A38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570306" y="1760005"/>
                  <a:ext cx="1944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DB09449-9289-79EA-BE4E-985757C8450A}"/>
                    </a:ext>
                  </a:extLst>
                </p14:cNvPr>
                <p14:cNvContentPartPr/>
                <p14:nvPr/>
              </p14:nvContentPartPr>
              <p14:xfrm>
                <a:off x="6796026" y="1993285"/>
                <a:ext cx="82440" cy="356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DB09449-9289-79EA-BE4E-985757C8450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778386" y="1975285"/>
                  <a:ext cx="1180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0EE7856-557A-BE33-7760-15855C08B7BC}"/>
                    </a:ext>
                  </a:extLst>
                </p14:cNvPr>
                <p14:cNvContentPartPr/>
                <p14:nvPr/>
              </p14:nvContentPartPr>
              <p14:xfrm>
                <a:off x="6812946" y="1914805"/>
                <a:ext cx="180360" cy="1548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0EE7856-557A-BE33-7760-15855C08B7B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794946" y="1896805"/>
                  <a:ext cx="2160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99E4538-9115-F4BC-2FC6-8ECA0509B77F}"/>
                    </a:ext>
                  </a:extLst>
                </p14:cNvPr>
                <p14:cNvContentPartPr/>
                <p14:nvPr/>
              </p14:nvContentPartPr>
              <p14:xfrm>
                <a:off x="7033986" y="1787005"/>
                <a:ext cx="61200" cy="2692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99E4538-9115-F4BC-2FC6-8ECA0509B77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015986" y="1769365"/>
                  <a:ext cx="9684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F94C4C9-6F4A-08C4-3A0A-762964FFD11B}"/>
                    </a:ext>
                  </a:extLst>
                </p14:cNvPr>
                <p14:cNvContentPartPr/>
                <p14:nvPr/>
              </p14:nvContentPartPr>
              <p14:xfrm>
                <a:off x="7056306" y="1879165"/>
                <a:ext cx="86760" cy="1015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F94C4C9-6F4A-08C4-3A0A-762964FFD11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038666" y="1861165"/>
                  <a:ext cx="12240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3E2BCB4-0B40-E5DB-BF4B-54FEFFE0CD20}"/>
                    </a:ext>
                  </a:extLst>
                </p14:cNvPr>
                <p14:cNvContentPartPr/>
                <p14:nvPr/>
              </p14:nvContentPartPr>
              <p14:xfrm>
                <a:off x="7186266" y="1922365"/>
                <a:ext cx="145080" cy="1350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3E2BCB4-0B40-E5DB-BF4B-54FEFFE0CD2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168626" y="1904365"/>
                  <a:ext cx="1807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775F9C2-1E50-A440-2133-ABC57AF5F1E6}"/>
                    </a:ext>
                  </a:extLst>
                </p14:cNvPr>
                <p14:cNvContentPartPr/>
                <p14:nvPr/>
              </p14:nvContentPartPr>
              <p14:xfrm>
                <a:off x="7418106" y="1802125"/>
                <a:ext cx="109800" cy="3106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775F9C2-1E50-A440-2133-ABC57AF5F1E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400466" y="1784485"/>
                  <a:ext cx="14544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73CA6D1-C013-91B0-0966-F07B3C41C50B}"/>
                    </a:ext>
                  </a:extLst>
                </p14:cNvPr>
                <p14:cNvContentPartPr/>
                <p14:nvPr/>
              </p14:nvContentPartPr>
              <p14:xfrm>
                <a:off x="7786746" y="1804285"/>
                <a:ext cx="73800" cy="2714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73CA6D1-C013-91B0-0966-F07B3C41C50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768746" y="1786645"/>
                  <a:ext cx="10944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80BD71C-F588-B8B2-925C-8A5EBC90F698}"/>
                    </a:ext>
                  </a:extLst>
                </p14:cNvPr>
                <p14:cNvContentPartPr/>
                <p14:nvPr/>
              </p14:nvContentPartPr>
              <p14:xfrm>
                <a:off x="7765146" y="1909405"/>
                <a:ext cx="127800" cy="752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80BD71C-F588-B8B2-925C-8A5EBC90F69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747146" y="1891405"/>
                  <a:ext cx="1634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3274C3A-FED6-7793-F93A-5821A93C7C15}"/>
                    </a:ext>
                  </a:extLst>
                </p14:cNvPr>
                <p14:cNvContentPartPr/>
                <p14:nvPr/>
              </p14:nvContentPartPr>
              <p14:xfrm>
                <a:off x="7957746" y="1904365"/>
                <a:ext cx="99720" cy="1270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3274C3A-FED6-7793-F93A-5821A93C7C1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940106" y="1886725"/>
                  <a:ext cx="1353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97DC784-1ACF-78C0-2359-4405B9A37AB5}"/>
                    </a:ext>
                  </a:extLst>
                </p14:cNvPr>
                <p14:cNvContentPartPr/>
                <p14:nvPr/>
              </p14:nvContentPartPr>
              <p14:xfrm>
                <a:off x="8092026" y="1927045"/>
                <a:ext cx="98640" cy="1144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97DC784-1ACF-78C0-2359-4405B9A37AB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074386" y="1909405"/>
                  <a:ext cx="13428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0D26C98-D289-CC05-130C-96D3C798E117}"/>
                    </a:ext>
                  </a:extLst>
                </p14:cNvPr>
                <p14:cNvContentPartPr/>
                <p14:nvPr/>
              </p14:nvContentPartPr>
              <p14:xfrm>
                <a:off x="4383666" y="2454805"/>
                <a:ext cx="95760" cy="2462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0D26C98-D289-CC05-130C-96D3C798E11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365666" y="2436805"/>
                  <a:ext cx="13140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3884BD9-87EA-22B4-75C7-27107B3258B6}"/>
                    </a:ext>
                  </a:extLst>
                </p14:cNvPr>
                <p14:cNvContentPartPr/>
                <p14:nvPr/>
              </p14:nvContentPartPr>
              <p14:xfrm>
                <a:off x="4381506" y="2399005"/>
                <a:ext cx="108360" cy="1512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3884BD9-87EA-22B4-75C7-27107B3258B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363506" y="2381005"/>
                  <a:ext cx="1440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6570B2F-9295-773D-A4DE-C1338557A64D}"/>
                    </a:ext>
                  </a:extLst>
                </p14:cNvPr>
                <p14:cNvContentPartPr/>
                <p14:nvPr/>
              </p14:nvContentPartPr>
              <p14:xfrm>
                <a:off x="4434426" y="2501605"/>
                <a:ext cx="77040" cy="673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6570B2F-9295-773D-A4DE-C1338557A64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416786" y="2483965"/>
                  <a:ext cx="1126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2D0EC74-5D2C-4527-94E9-3E549F8CB8FE}"/>
                    </a:ext>
                  </a:extLst>
                </p14:cNvPr>
                <p14:cNvContentPartPr/>
                <p14:nvPr/>
              </p14:nvContentPartPr>
              <p14:xfrm>
                <a:off x="4619826" y="2451205"/>
                <a:ext cx="178560" cy="1317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2D0EC74-5D2C-4527-94E9-3E549F8CB8F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601826" y="2433205"/>
                  <a:ext cx="2142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48E111E-54AD-8E24-590F-CCFCD825EE58}"/>
                    </a:ext>
                  </a:extLst>
                </p14:cNvPr>
                <p14:cNvContentPartPr/>
                <p14:nvPr/>
              </p14:nvContentPartPr>
              <p14:xfrm>
                <a:off x="4849146" y="2377045"/>
                <a:ext cx="95400" cy="1695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48E111E-54AD-8E24-590F-CCFCD825EE5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831506" y="2359405"/>
                  <a:ext cx="1310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048009F-A8DF-E1B6-5814-A502CB1AB58A}"/>
                    </a:ext>
                  </a:extLst>
                </p14:cNvPr>
                <p14:cNvContentPartPr/>
                <p14:nvPr/>
              </p14:nvContentPartPr>
              <p14:xfrm>
                <a:off x="4991346" y="2366605"/>
                <a:ext cx="167760" cy="1566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048009F-A8DF-E1B6-5814-A502CB1AB58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973346" y="2348965"/>
                  <a:ext cx="203400" cy="19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27CE1CCB-38EA-8DAA-EFB8-16746863B9E8}"/>
              </a:ext>
            </a:extLst>
          </p:cNvPr>
          <p:cNvGrpSpPr/>
          <p:nvPr/>
        </p:nvGrpSpPr>
        <p:grpSpPr>
          <a:xfrm>
            <a:off x="1003986" y="840565"/>
            <a:ext cx="2025720" cy="2617920"/>
            <a:chOff x="1003986" y="840565"/>
            <a:chExt cx="2025720" cy="261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2BEEDBF-D121-0F54-F47B-C545CC928DA7}"/>
                    </a:ext>
                  </a:extLst>
                </p14:cNvPr>
                <p14:cNvContentPartPr/>
                <p14:nvPr/>
              </p14:nvContentPartPr>
              <p14:xfrm>
                <a:off x="2394306" y="3069685"/>
                <a:ext cx="174600" cy="3888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2BEEDBF-D121-0F54-F47B-C545CC928DA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376306" y="3052045"/>
                  <a:ext cx="21024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2158515-A468-DF62-B32F-D73182A99291}"/>
                    </a:ext>
                  </a:extLst>
                </p14:cNvPr>
                <p14:cNvContentPartPr/>
                <p14:nvPr/>
              </p14:nvContentPartPr>
              <p14:xfrm>
                <a:off x="2582226" y="3096685"/>
                <a:ext cx="155880" cy="2109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2158515-A468-DF62-B32F-D73182A9929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564226" y="3078685"/>
                  <a:ext cx="19152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795A3D2-55AA-A137-FB63-1B02BEC549DD}"/>
                    </a:ext>
                  </a:extLst>
                </p14:cNvPr>
                <p14:cNvContentPartPr/>
                <p14:nvPr/>
              </p14:nvContentPartPr>
              <p14:xfrm>
                <a:off x="2772306" y="2860165"/>
                <a:ext cx="177120" cy="2494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795A3D2-55AA-A137-FB63-1B02BEC549D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754306" y="2842525"/>
                  <a:ext cx="21276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13ACDD9-A418-BC76-D6AF-1DEABF74A4F7}"/>
                    </a:ext>
                  </a:extLst>
                </p14:cNvPr>
                <p14:cNvContentPartPr/>
                <p14:nvPr/>
              </p14:nvContentPartPr>
              <p14:xfrm>
                <a:off x="1003986" y="1464805"/>
                <a:ext cx="205560" cy="3250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13ACDD9-A418-BC76-D6AF-1DEABF74A4F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86346" y="1446805"/>
                  <a:ext cx="24120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B0E480A-E296-78A4-9346-69EABAE3A1EA}"/>
                    </a:ext>
                  </a:extLst>
                </p14:cNvPr>
                <p14:cNvContentPartPr/>
                <p14:nvPr/>
              </p14:nvContentPartPr>
              <p14:xfrm>
                <a:off x="1290546" y="1458685"/>
                <a:ext cx="102960" cy="1530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B0E480A-E296-78A4-9346-69EABAE3A1E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272546" y="1440685"/>
                  <a:ext cx="1386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DF9990A-4E36-4E48-061B-182C62916AB8}"/>
                    </a:ext>
                  </a:extLst>
                </p14:cNvPr>
                <p14:cNvContentPartPr/>
                <p14:nvPr/>
              </p14:nvContentPartPr>
              <p14:xfrm>
                <a:off x="1400346" y="1523125"/>
                <a:ext cx="52920" cy="504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DF9990A-4E36-4E48-061B-182C62916AB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382346" y="1505125"/>
                  <a:ext cx="885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5EF35BC-72DF-15F2-2C15-31F34C341D72}"/>
                    </a:ext>
                  </a:extLst>
                </p14:cNvPr>
                <p14:cNvContentPartPr/>
                <p14:nvPr/>
              </p14:nvContentPartPr>
              <p14:xfrm>
                <a:off x="1455426" y="1237645"/>
                <a:ext cx="142200" cy="2577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5EF35BC-72DF-15F2-2C15-31F34C341D7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437786" y="1220005"/>
                  <a:ext cx="17784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A54078B-64DA-45F2-3ACE-5B0C66ED5D14}"/>
                    </a:ext>
                  </a:extLst>
                </p14:cNvPr>
                <p14:cNvContentPartPr/>
                <p14:nvPr/>
              </p14:nvContentPartPr>
              <p14:xfrm>
                <a:off x="1411866" y="1205245"/>
                <a:ext cx="126000" cy="482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A54078B-64DA-45F2-3ACE-5B0C66ED5D1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393866" y="1187245"/>
                  <a:ext cx="1616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EC0AA12-4795-083D-97D4-D453F8321CA6}"/>
                    </a:ext>
                  </a:extLst>
                </p14:cNvPr>
                <p14:cNvContentPartPr/>
                <p14:nvPr/>
              </p14:nvContentPartPr>
              <p14:xfrm>
                <a:off x="1562346" y="1371925"/>
                <a:ext cx="88560" cy="1022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EC0AA12-4795-083D-97D4-D453F8321CA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544346" y="1354285"/>
                  <a:ext cx="12420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3C75A30-ED4C-3DEC-A9FD-A07C91842D5D}"/>
                    </a:ext>
                  </a:extLst>
                </p14:cNvPr>
                <p14:cNvContentPartPr/>
                <p14:nvPr/>
              </p14:nvContentPartPr>
              <p14:xfrm>
                <a:off x="1637226" y="1143325"/>
                <a:ext cx="138960" cy="1263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3C75A30-ED4C-3DEC-A9FD-A07C91842D5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619226" y="1125325"/>
                  <a:ext cx="1746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A33E445-4031-9218-B76F-B663DDB2C9D6}"/>
                    </a:ext>
                  </a:extLst>
                </p14:cNvPr>
                <p14:cNvContentPartPr/>
                <p14:nvPr/>
              </p14:nvContentPartPr>
              <p14:xfrm>
                <a:off x="1651986" y="1018045"/>
                <a:ext cx="214560" cy="1976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A33E445-4031-9218-B76F-B663DDB2C9D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634346" y="1000405"/>
                  <a:ext cx="25020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5F87BAC-0EE3-C4B4-941A-7A253E36D846}"/>
                    </a:ext>
                  </a:extLst>
                </p14:cNvPr>
                <p14:cNvContentPartPr/>
                <p14:nvPr/>
              </p14:nvContentPartPr>
              <p14:xfrm>
                <a:off x="1221066" y="2123605"/>
                <a:ext cx="151920" cy="1486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5F87BAC-0EE3-C4B4-941A-7A253E36D84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203066" y="2105965"/>
                  <a:ext cx="1875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1D50B76-E69D-2C14-0E2F-7B2126647755}"/>
                    </a:ext>
                  </a:extLst>
                </p14:cNvPr>
                <p14:cNvContentPartPr/>
                <p14:nvPr/>
              </p14:nvContentPartPr>
              <p14:xfrm>
                <a:off x="1360386" y="1935685"/>
                <a:ext cx="211680" cy="1915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1D50B76-E69D-2C14-0E2F-7B212664775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342746" y="1918045"/>
                  <a:ext cx="2473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0B6E97A-441B-C609-4479-89785601BEB2}"/>
                    </a:ext>
                  </a:extLst>
                </p14:cNvPr>
                <p14:cNvContentPartPr/>
                <p14:nvPr/>
              </p14:nvContentPartPr>
              <p14:xfrm>
                <a:off x="1608786" y="1648045"/>
                <a:ext cx="204840" cy="2556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0B6E97A-441B-C609-4479-89785601BEB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590786" y="1630045"/>
                  <a:ext cx="24048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3F11818-B3C3-9B04-9F3B-90C95EBAB4A0}"/>
                    </a:ext>
                  </a:extLst>
                </p14:cNvPr>
                <p14:cNvContentPartPr/>
                <p14:nvPr/>
              </p14:nvContentPartPr>
              <p14:xfrm>
                <a:off x="1907586" y="1587925"/>
                <a:ext cx="46080" cy="766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3F11818-B3C3-9B04-9F3B-90C95EBAB4A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889586" y="1569925"/>
                  <a:ext cx="817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159508B-7F5A-47B4-1FFC-EECFA6E65125}"/>
                    </a:ext>
                  </a:extLst>
                </p14:cNvPr>
                <p14:cNvContentPartPr/>
                <p14:nvPr/>
              </p14:nvContentPartPr>
              <p14:xfrm>
                <a:off x="1966986" y="1599805"/>
                <a:ext cx="43560" cy="730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159508B-7F5A-47B4-1FFC-EECFA6E6512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948986" y="1581805"/>
                  <a:ext cx="792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12137DE-9E66-9BF4-58B4-A9F19B0F1346}"/>
                    </a:ext>
                  </a:extLst>
                </p14:cNvPr>
                <p14:cNvContentPartPr/>
                <p14:nvPr/>
              </p14:nvContentPartPr>
              <p14:xfrm>
                <a:off x="2122146" y="1297765"/>
                <a:ext cx="197640" cy="2102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12137DE-9E66-9BF4-58B4-A9F19B0F134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104146" y="1280125"/>
                  <a:ext cx="23328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DB524FD-9E2A-7749-2E21-E482753D6759}"/>
                    </a:ext>
                  </a:extLst>
                </p14:cNvPr>
                <p14:cNvContentPartPr/>
                <p14:nvPr/>
              </p14:nvContentPartPr>
              <p14:xfrm>
                <a:off x="2118906" y="1263925"/>
                <a:ext cx="75240" cy="842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DB524FD-9E2A-7749-2E21-E482753D675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100906" y="1246285"/>
                  <a:ext cx="1108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7A4482C-9367-5A5C-5B10-A7D4186344B5}"/>
                    </a:ext>
                  </a:extLst>
                </p14:cNvPr>
                <p14:cNvContentPartPr/>
                <p14:nvPr/>
              </p14:nvContentPartPr>
              <p14:xfrm>
                <a:off x="2319066" y="1465525"/>
                <a:ext cx="49320" cy="1044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7A4482C-9367-5A5C-5B10-A7D4186344B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301426" y="1447885"/>
                  <a:ext cx="849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4C2577C-9075-ECF3-9B94-EC71B86D16C3}"/>
                    </a:ext>
                  </a:extLst>
                </p14:cNvPr>
                <p14:cNvContentPartPr/>
                <p14:nvPr/>
              </p14:nvContentPartPr>
              <p14:xfrm>
                <a:off x="2468106" y="1025965"/>
                <a:ext cx="166680" cy="2250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4C2577C-9075-ECF3-9B94-EC71B86D16C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450466" y="1008325"/>
                  <a:ext cx="2023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881E6F9-D821-84F8-2FC4-AFD47FA5AE11}"/>
                    </a:ext>
                  </a:extLst>
                </p14:cNvPr>
                <p14:cNvContentPartPr/>
                <p14:nvPr/>
              </p14:nvContentPartPr>
              <p14:xfrm>
                <a:off x="2443986" y="1029565"/>
                <a:ext cx="103320" cy="860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881E6F9-D821-84F8-2FC4-AFD47FA5AE1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425986" y="1011925"/>
                  <a:ext cx="1389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7E8D02D-D4F5-9A63-33D5-2B065853E69E}"/>
                    </a:ext>
                  </a:extLst>
                </p14:cNvPr>
                <p14:cNvContentPartPr/>
                <p14:nvPr/>
              </p14:nvContentPartPr>
              <p14:xfrm>
                <a:off x="2487906" y="1019845"/>
                <a:ext cx="45360" cy="1018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7E8D02D-D4F5-9A63-33D5-2B065853E69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470266" y="1001845"/>
                  <a:ext cx="810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268A8D3-4617-2512-C4B4-AAD09FFD9E8D}"/>
                    </a:ext>
                  </a:extLst>
                </p14:cNvPr>
                <p14:cNvContentPartPr/>
                <p14:nvPr/>
              </p14:nvContentPartPr>
              <p14:xfrm>
                <a:off x="2653146" y="1228285"/>
                <a:ext cx="32400" cy="378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268A8D3-4617-2512-C4B4-AAD09FFD9E8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635506" y="1210645"/>
                  <a:ext cx="680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61FC5F4-10F1-1711-AE71-CBE5EBA8E9D0}"/>
                    </a:ext>
                  </a:extLst>
                </p14:cNvPr>
                <p14:cNvContentPartPr/>
                <p14:nvPr/>
              </p14:nvContentPartPr>
              <p14:xfrm>
                <a:off x="2762586" y="840565"/>
                <a:ext cx="267120" cy="2973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61FC5F4-10F1-1711-AE71-CBE5EBA8E9D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744586" y="822925"/>
                  <a:ext cx="30276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C74368F-058B-9871-6B3F-36CEB52B8080}"/>
                    </a:ext>
                  </a:extLst>
                </p14:cNvPr>
                <p14:cNvContentPartPr/>
                <p14:nvPr/>
              </p14:nvContentPartPr>
              <p14:xfrm>
                <a:off x="1661706" y="2395765"/>
                <a:ext cx="146520" cy="1684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C74368F-058B-9871-6B3F-36CEB52B808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644066" y="2378125"/>
                  <a:ext cx="1821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B94765D-AF8D-A2FB-E754-7B691FFF1385}"/>
                    </a:ext>
                  </a:extLst>
                </p14:cNvPr>
                <p14:cNvContentPartPr/>
                <p14:nvPr/>
              </p14:nvContentPartPr>
              <p14:xfrm>
                <a:off x="1619946" y="2261485"/>
                <a:ext cx="131760" cy="1083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B94765D-AF8D-A2FB-E754-7B691FFF138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602306" y="2243485"/>
                  <a:ext cx="1674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DB3BB65-4BFA-41DB-210C-FFFAA61DA2DB}"/>
                    </a:ext>
                  </a:extLst>
                </p14:cNvPr>
                <p14:cNvContentPartPr/>
                <p14:nvPr/>
              </p14:nvContentPartPr>
              <p14:xfrm>
                <a:off x="1802106" y="2454805"/>
                <a:ext cx="48240" cy="1119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DB3BB65-4BFA-41DB-210C-FFFAA61DA2D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784106" y="2436805"/>
                  <a:ext cx="838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027C979-FA8F-4AF7-5EAB-E5ED6CC4A7AA}"/>
                    </a:ext>
                  </a:extLst>
                </p14:cNvPr>
                <p14:cNvContentPartPr/>
                <p14:nvPr/>
              </p14:nvContentPartPr>
              <p14:xfrm>
                <a:off x="1959066" y="2231605"/>
                <a:ext cx="19080" cy="666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027C979-FA8F-4AF7-5EAB-E5ED6CC4A7A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941066" y="2213965"/>
                  <a:ext cx="547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98E3D7D-2143-5AFB-A8DC-2AF8AC21AE44}"/>
                    </a:ext>
                  </a:extLst>
                </p14:cNvPr>
                <p14:cNvContentPartPr/>
                <p14:nvPr/>
              </p14:nvContentPartPr>
              <p14:xfrm>
                <a:off x="2025306" y="2303965"/>
                <a:ext cx="38160" cy="662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98E3D7D-2143-5AFB-A8DC-2AF8AC21AE4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007666" y="2286325"/>
                  <a:ext cx="738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11C51FB-E9A6-FCD2-E4B6-6EB77E1FC587}"/>
                    </a:ext>
                  </a:extLst>
                </p14:cNvPr>
                <p14:cNvContentPartPr/>
                <p14:nvPr/>
              </p14:nvContentPartPr>
              <p14:xfrm>
                <a:off x="2099466" y="2038645"/>
                <a:ext cx="136080" cy="2037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11C51FB-E9A6-FCD2-E4B6-6EB77E1FC58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081466" y="2020645"/>
                  <a:ext cx="1717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6F2661D-209D-1476-CA8B-9C41AF6FFBD5}"/>
                    </a:ext>
                  </a:extLst>
                </p14:cNvPr>
                <p14:cNvContentPartPr/>
                <p14:nvPr/>
              </p14:nvContentPartPr>
              <p14:xfrm>
                <a:off x="2192346" y="1887085"/>
                <a:ext cx="230400" cy="1832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6F2661D-209D-1476-CA8B-9C41AF6FFBD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174706" y="1869085"/>
                  <a:ext cx="26604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0F807E8-52E0-ACAF-7E95-EA9A7B37922F}"/>
                    </a:ext>
                  </a:extLst>
                </p14:cNvPr>
                <p14:cNvContentPartPr/>
                <p14:nvPr/>
              </p14:nvContentPartPr>
              <p14:xfrm>
                <a:off x="2422746" y="1693045"/>
                <a:ext cx="104760" cy="2602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0F807E8-52E0-ACAF-7E95-EA9A7B37922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404746" y="1675045"/>
                  <a:ext cx="14040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F3543B1-4229-A3F7-4D83-DA8694D41687}"/>
                    </a:ext>
                  </a:extLst>
                </p14:cNvPr>
                <p14:cNvContentPartPr/>
                <p14:nvPr/>
              </p14:nvContentPartPr>
              <p14:xfrm>
                <a:off x="2417346" y="1689445"/>
                <a:ext cx="218880" cy="1278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F3543B1-4229-A3F7-4D83-DA8694D4168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399706" y="1671445"/>
                  <a:ext cx="2545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1AC37E3-2F6F-838C-6EA4-B9D8FD389E0D}"/>
                    </a:ext>
                  </a:extLst>
                </p14:cNvPr>
                <p14:cNvContentPartPr/>
                <p14:nvPr/>
              </p14:nvContentPartPr>
              <p14:xfrm>
                <a:off x="2499066" y="1725085"/>
                <a:ext cx="91440" cy="1350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1AC37E3-2F6F-838C-6EA4-B9D8FD389E0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481066" y="1707085"/>
                  <a:ext cx="12708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8628C70-1224-E8DD-AF12-126567731B16}"/>
                    </a:ext>
                  </a:extLst>
                </p14:cNvPr>
                <p14:cNvContentPartPr/>
                <p14:nvPr/>
              </p14:nvContentPartPr>
              <p14:xfrm>
                <a:off x="1624266" y="1449325"/>
                <a:ext cx="1345320" cy="15620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8628C70-1224-E8DD-AF12-126567731B1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606626" y="1431325"/>
                  <a:ext cx="1380960" cy="159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F4BF7F2-D27C-7160-5899-9C4778E4664B}"/>
                    </a:ext>
                  </a:extLst>
                </p14:cNvPr>
                <p14:cNvContentPartPr/>
                <p14:nvPr/>
              </p14:nvContentPartPr>
              <p14:xfrm>
                <a:off x="1348146" y="2575405"/>
                <a:ext cx="428040" cy="3016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F4BF7F2-D27C-7160-5899-9C4778E4664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330146" y="2557405"/>
                  <a:ext cx="46368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6B55D10-1118-9272-5736-3EE1A8CD382F}"/>
                    </a:ext>
                  </a:extLst>
                </p14:cNvPr>
                <p14:cNvContentPartPr/>
                <p14:nvPr/>
              </p14:nvContentPartPr>
              <p14:xfrm>
                <a:off x="1331586" y="1412605"/>
                <a:ext cx="1347840" cy="11430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6B55D10-1118-9272-5736-3EE1A8CD382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313586" y="1394605"/>
                  <a:ext cx="1383480" cy="1178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411530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00792-1DEB-9B03-BA7E-E727E368C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Nodal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BE6D97-1E1F-3F7B-5B31-9CB37D3119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19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diagram of a circuit&#10;&#10;Description automatically generated">
            <a:extLst>
              <a:ext uri="{FF2B5EF4-FFF2-40B4-BE49-F238E27FC236}">
                <a16:creationId xmlns:a16="http://schemas.microsoft.com/office/drawing/2014/main" id="{05D18A8F-5767-A73E-703E-820472B433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289" y="1149147"/>
            <a:ext cx="6867244" cy="4763283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CB840B96-F06D-4ADB-557A-35582DC493AA}"/>
              </a:ext>
            </a:extLst>
          </p:cNvPr>
          <p:cNvGrpSpPr/>
          <p:nvPr/>
        </p:nvGrpSpPr>
        <p:grpSpPr>
          <a:xfrm>
            <a:off x="5813880" y="5181240"/>
            <a:ext cx="1415520" cy="549360"/>
            <a:chOff x="5813880" y="5181240"/>
            <a:chExt cx="1415520" cy="54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BBA6E76-B72C-1E57-6F37-6FB6C716EE7F}"/>
                    </a:ext>
                  </a:extLst>
                </p14:cNvPr>
                <p14:cNvContentPartPr/>
                <p14:nvPr/>
              </p14:nvContentPartPr>
              <p14:xfrm>
                <a:off x="6457920" y="5415240"/>
                <a:ext cx="222480" cy="315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BBA6E76-B72C-1E57-6F37-6FB6C716EE7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439920" y="5397240"/>
                  <a:ext cx="25812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000F5AF-2D4B-4EDB-1BA7-2981946FC8A1}"/>
                    </a:ext>
                  </a:extLst>
                </p14:cNvPr>
                <p14:cNvContentPartPr/>
                <p14:nvPr/>
              </p14:nvContentPartPr>
              <p14:xfrm>
                <a:off x="6798480" y="5512440"/>
                <a:ext cx="16920" cy="1926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000F5AF-2D4B-4EDB-1BA7-2981946FC8A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780480" y="5494800"/>
                  <a:ext cx="525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FC63796-1CF5-1272-2B75-9BCB741C0D61}"/>
                    </a:ext>
                  </a:extLst>
                </p14:cNvPr>
                <p14:cNvContentPartPr/>
                <p14:nvPr/>
              </p14:nvContentPartPr>
              <p14:xfrm>
                <a:off x="6804600" y="5430360"/>
                <a:ext cx="174960" cy="1868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FC63796-1CF5-1272-2B75-9BCB741C0D6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786960" y="5412720"/>
                  <a:ext cx="21060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483BC61-7008-BE2E-1413-8748207359CF}"/>
                    </a:ext>
                  </a:extLst>
                </p14:cNvPr>
                <p14:cNvContentPartPr/>
                <p14:nvPr/>
              </p14:nvContentPartPr>
              <p14:xfrm>
                <a:off x="7081440" y="5415240"/>
                <a:ext cx="97920" cy="2584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483BC61-7008-BE2E-1413-8748207359C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063440" y="5397240"/>
                  <a:ext cx="13356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9578A49-D7A3-C9E5-4EEF-12F5428FB580}"/>
                    </a:ext>
                  </a:extLst>
                </p14:cNvPr>
                <p14:cNvContentPartPr/>
                <p14:nvPr/>
              </p14:nvContentPartPr>
              <p14:xfrm>
                <a:off x="7112760" y="5457360"/>
                <a:ext cx="116640" cy="1756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9578A49-D7A3-C9E5-4EEF-12F5428FB58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094760" y="5439360"/>
                  <a:ext cx="15228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C2DF959-6ED4-33DD-AAD9-2EC4CDD87A7B}"/>
                    </a:ext>
                  </a:extLst>
                </p14:cNvPr>
                <p14:cNvContentPartPr/>
                <p14:nvPr/>
              </p14:nvContentPartPr>
              <p14:xfrm>
                <a:off x="5813880" y="5181240"/>
                <a:ext cx="441000" cy="3222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C2DF959-6ED4-33DD-AAD9-2EC4CDD87A7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795880" y="5163600"/>
                  <a:ext cx="47664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8352B8B-4F02-6A9D-61E6-3B7582DB5490}"/>
                    </a:ext>
                  </a:extLst>
                </p14:cNvPr>
                <p14:cNvContentPartPr/>
                <p14:nvPr/>
              </p14:nvContentPartPr>
              <p14:xfrm>
                <a:off x="6212760" y="5428200"/>
                <a:ext cx="83520" cy="1396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8352B8B-4F02-6A9D-61E6-3B7582DB549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194760" y="5410560"/>
                  <a:ext cx="119160" cy="175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809767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D21BE-A580-DDF6-C125-CA1B0DDC3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Label nodes</a:t>
            </a:r>
          </a:p>
        </p:txBody>
      </p:sp>
      <p:pic>
        <p:nvPicPr>
          <p:cNvPr id="6" name="Content Placeholder 5" descr="A diagram of a circuit&#10;&#10;Description automatically generated">
            <a:extLst>
              <a:ext uri="{FF2B5EF4-FFF2-40B4-BE49-F238E27FC236}">
                <a16:creationId xmlns:a16="http://schemas.microsoft.com/office/drawing/2014/main" id="{DCE1E861-E8D1-AAD0-A596-5EECA09E36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694" y="1341132"/>
            <a:ext cx="8187899" cy="455873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4B085F-ABCA-EB96-6801-E76F3938D6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20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0302DB-83F5-224C-57E6-0B910596E194}"/>
              </a:ext>
            </a:extLst>
          </p:cNvPr>
          <p:cNvGrpSpPr/>
          <p:nvPr/>
        </p:nvGrpSpPr>
        <p:grpSpPr>
          <a:xfrm>
            <a:off x="4517520" y="2480880"/>
            <a:ext cx="837360" cy="545760"/>
            <a:chOff x="4517520" y="2480880"/>
            <a:chExt cx="837360" cy="54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4FA3A8C-E9E2-555E-486C-647636B082B5}"/>
                    </a:ext>
                  </a:extLst>
                </p14:cNvPr>
                <p14:cNvContentPartPr/>
                <p14:nvPr/>
              </p14:nvContentPartPr>
              <p14:xfrm>
                <a:off x="4517520" y="2852760"/>
                <a:ext cx="223560" cy="1738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4FA3A8C-E9E2-555E-486C-647636B082B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499880" y="2835120"/>
                  <a:ext cx="2592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6E5E1B4-9139-6A13-5515-3F7DF9E8C4B3}"/>
                    </a:ext>
                  </a:extLst>
                </p14:cNvPr>
                <p14:cNvContentPartPr/>
                <p14:nvPr/>
              </p14:nvContentPartPr>
              <p14:xfrm>
                <a:off x="4656840" y="2817120"/>
                <a:ext cx="156960" cy="1260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6E5E1B4-9139-6A13-5515-3F7DF9E8C4B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638840" y="2799480"/>
                  <a:ext cx="1926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4A30423-B823-F32C-2179-66388BEA9D13}"/>
                    </a:ext>
                  </a:extLst>
                </p14:cNvPr>
                <p14:cNvContentPartPr/>
                <p14:nvPr/>
              </p14:nvContentPartPr>
              <p14:xfrm>
                <a:off x="4941240" y="2480880"/>
                <a:ext cx="215280" cy="2635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4A30423-B823-F32C-2179-66388BEA9D1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923600" y="2462880"/>
                  <a:ext cx="25092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B1980C4-32BA-01FA-3E36-426A61AEC0E6}"/>
                    </a:ext>
                  </a:extLst>
                </p14:cNvPr>
                <p14:cNvContentPartPr/>
                <p14:nvPr/>
              </p14:nvContentPartPr>
              <p14:xfrm>
                <a:off x="5282880" y="2593560"/>
                <a:ext cx="72000" cy="1620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B1980C4-32BA-01FA-3E36-426A61AEC0E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265240" y="2575920"/>
                  <a:ext cx="107640" cy="19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BABC8FA-76EF-6271-A39B-21D5B75707F5}"/>
              </a:ext>
            </a:extLst>
          </p:cNvPr>
          <p:cNvGrpSpPr/>
          <p:nvPr/>
        </p:nvGrpSpPr>
        <p:grpSpPr>
          <a:xfrm>
            <a:off x="7690200" y="2636400"/>
            <a:ext cx="431280" cy="370080"/>
            <a:chOff x="7690200" y="2636400"/>
            <a:chExt cx="431280" cy="37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16308EB-8C36-DD39-2A75-75A39B566DC7}"/>
                    </a:ext>
                  </a:extLst>
                </p14:cNvPr>
                <p14:cNvContentPartPr/>
                <p14:nvPr/>
              </p14:nvContentPartPr>
              <p14:xfrm>
                <a:off x="7690200" y="2892000"/>
                <a:ext cx="56880" cy="79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16308EB-8C36-DD39-2A75-75A39B566DC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672560" y="2874000"/>
                  <a:ext cx="925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F1046D3-B3F5-4560-51C6-487C8080901D}"/>
                    </a:ext>
                  </a:extLst>
                </p14:cNvPr>
                <p14:cNvContentPartPr/>
                <p14:nvPr/>
              </p14:nvContentPartPr>
              <p14:xfrm>
                <a:off x="7746720" y="2949240"/>
                <a:ext cx="64440" cy="572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F1046D3-B3F5-4560-51C6-487C8080901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728720" y="2931240"/>
                  <a:ext cx="1000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609E384-B712-06F7-35A1-22665278A126}"/>
                    </a:ext>
                  </a:extLst>
                </p14:cNvPr>
                <p14:cNvContentPartPr/>
                <p14:nvPr/>
              </p14:nvContentPartPr>
              <p14:xfrm>
                <a:off x="7945080" y="2636400"/>
                <a:ext cx="138600" cy="2250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609E384-B712-06F7-35A1-22665278A12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927080" y="2618400"/>
                  <a:ext cx="17424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7092C13-B130-DAA6-F5AB-80047013FB02}"/>
                    </a:ext>
                  </a:extLst>
                </p14:cNvPr>
                <p14:cNvContentPartPr/>
                <p14:nvPr/>
              </p14:nvContentPartPr>
              <p14:xfrm>
                <a:off x="8115000" y="2930880"/>
                <a:ext cx="6480" cy="26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7092C13-B130-DAA6-F5AB-80047013FB0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097000" y="2912880"/>
                  <a:ext cx="42120" cy="61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504085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F9B78-157B-D2AD-76B5-A783A5DE2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Label currents</a:t>
            </a:r>
          </a:p>
        </p:txBody>
      </p:sp>
      <p:pic>
        <p:nvPicPr>
          <p:cNvPr id="6" name="Content Placeholder 5" descr="A text on a white background&#10;&#10;Description automatically generated">
            <a:extLst>
              <a:ext uri="{FF2B5EF4-FFF2-40B4-BE49-F238E27FC236}">
                <a16:creationId xmlns:a16="http://schemas.microsoft.com/office/drawing/2014/main" id="{4C89C210-92DC-0576-E10A-46AE813185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5458" y="292101"/>
            <a:ext cx="5121084" cy="126503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554AA2-D7F0-9902-3CCC-BA4DA727D1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21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Picture 7" descr="A diagram of a circuit&#10;&#10;Description automatically generated">
            <a:extLst>
              <a:ext uri="{FF2B5EF4-FFF2-40B4-BE49-F238E27FC236}">
                <a16:creationId xmlns:a16="http://schemas.microsoft.com/office/drawing/2014/main" id="{DCAE2787-19CD-F34C-AFC5-B896F259F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5458" y="1788195"/>
            <a:ext cx="4991533" cy="426757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EA946A1-3297-073F-6689-9C5B94B96FA4}"/>
                  </a:ext>
                </a:extLst>
              </p14:cNvPr>
              <p14:cNvContentPartPr/>
              <p14:nvPr/>
            </p14:nvContentPartPr>
            <p14:xfrm>
              <a:off x="5039160" y="2939880"/>
              <a:ext cx="493560" cy="4914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EA946A1-3297-073F-6689-9C5B94B96FA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21160" y="2922240"/>
                <a:ext cx="529200" cy="52704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F2E9A9C2-9F13-CA01-D927-D43884A876D6}"/>
              </a:ext>
            </a:extLst>
          </p:cNvPr>
          <p:cNvGrpSpPr/>
          <p:nvPr/>
        </p:nvGrpSpPr>
        <p:grpSpPr>
          <a:xfrm>
            <a:off x="6456840" y="2851680"/>
            <a:ext cx="797040" cy="1308600"/>
            <a:chOff x="6456840" y="2851680"/>
            <a:chExt cx="797040" cy="130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F2B0C04-3A5F-87B7-40CE-DC746438726F}"/>
                    </a:ext>
                  </a:extLst>
                </p14:cNvPr>
                <p14:cNvContentPartPr/>
                <p14:nvPr/>
              </p14:nvContentPartPr>
              <p14:xfrm>
                <a:off x="6456840" y="2851680"/>
                <a:ext cx="504360" cy="6998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F2B0C04-3A5F-87B7-40CE-DC746438726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438840" y="2833680"/>
                  <a:ext cx="540000" cy="73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FC501FA-00C7-D60F-B5DC-C2A73C2F5509}"/>
                    </a:ext>
                  </a:extLst>
                </p14:cNvPr>
                <p14:cNvContentPartPr/>
                <p14:nvPr/>
              </p14:nvContentPartPr>
              <p14:xfrm>
                <a:off x="6753840" y="3662760"/>
                <a:ext cx="500040" cy="497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FC501FA-00C7-D60F-B5DC-C2A73C2F550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736200" y="3644760"/>
                  <a:ext cx="535680" cy="53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BF4C196-E06C-0F84-5C6E-DF160E433CE8}"/>
              </a:ext>
            </a:extLst>
          </p:cNvPr>
          <p:cNvGrpSpPr/>
          <p:nvPr/>
        </p:nvGrpSpPr>
        <p:grpSpPr>
          <a:xfrm>
            <a:off x="8018160" y="2547120"/>
            <a:ext cx="526320" cy="389880"/>
            <a:chOff x="8018160" y="2547120"/>
            <a:chExt cx="526320" cy="38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0775F92-4FDB-8ACA-3E20-52D05F3005F5}"/>
                    </a:ext>
                  </a:extLst>
                </p14:cNvPr>
                <p14:cNvContentPartPr/>
                <p14:nvPr/>
              </p14:nvContentPartPr>
              <p14:xfrm>
                <a:off x="8053440" y="2660160"/>
                <a:ext cx="62280" cy="246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0775F92-4FDB-8ACA-3E20-52D05F3005F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035800" y="2642160"/>
                  <a:ext cx="9792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0CB86D6-E1E9-339C-5AD1-7BE3F566B3F3}"/>
                    </a:ext>
                  </a:extLst>
                </p14:cNvPr>
                <p14:cNvContentPartPr/>
                <p14:nvPr/>
              </p14:nvContentPartPr>
              <p14:xfrm>
                <a:off x="8018160" y="2547120"/>
                <a:ext cx="10800" cy="11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0CB86D6-E1E9-339C-5AD1-7BE3F566B3F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000160" y="2529480"/>
                  <a:ext cx="464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687409B-F188-E522-B4BF-C3942697653A}"/>
                    </a:ext>
                  </a:extLst>
                </p14:cNvPr>
                <p14:cNvContentPartPr/>
                <p14:nvPr/>
              </p14:nvContentPartPr>
              <p14:xfrm>
                <a:off x="8279880" y="2770320"/>
                <a:ext cx="36360" cy="166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687409B-F188-E522-B4BF-C3942697653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261880" y="2752320"/>
                  <a:ext cx="7200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755FF34-B912-2891-5372-5B3B6D80AAF1}"/>
                    </a:ext>
                  </a:extLst>
                </p14:cNvPr>
                <p14:cNvContentPartPr/>
                <p14:nvPr/>
              </p14:nvContentPartPr>
              <p14:xfrm>
                <a:off x="8433240" y="2727840"/>
                <a:ext cx="33120" cy="21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755FF34-B912-2891-5372-5B3B6D80AAF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415240" y="2710200"/>
                  <a:ext cx="6876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CF2D209-9E4A-0E4F-0E66-EEEA86FE7F84}"/>
                    </a:ext>
                  </a:extLst>
                </p14:cNvPr>
                <p14:cNvContentPartPr/>
                <p14:nvPr/>
              </p14:nvContentPartPr>
              <p14:xfrm>
                <a:off x="8481840" y="2750880"/>
                <a:ext cx="62640" cy="32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CF2D209-9E4A-0E4F-0E66-EEEA86FE7F8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464200" y="2733240"/>
                  <a:ext cx="98280" cy="68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39CD7D8-8EE5-0D60-402B-8D76A91EB963}"/>
                  </a:ext>
                </a:extLst>
              </p14:cNvPr>
              <p14:cNvContentPartPr/>
              <p14:nvPr/>
            </p14:nvContentPartPr>
            <p14:xfrm>
              <a:off x="8710080" y="2418960"/>
              <a:ext cx="33480" cy="190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39CD7D8-8EE5-0D60-402B-8D76A91EB96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692440" y="2401320"/>
                <a:ext cx="69120" cy="5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34CC8830-39EE-BCDC-1E9A-2D67FEDEA78C}"/>
              </a:ext>
            </a:extLst>
          </p:cNvPr>
          <p:cNvGrpSpPr/>
          <p:nvPr/>
        </p:nvGrpSpPr>
        <p:grpSpPr>
          <a:xfrm>
            <a:off x="8729160" y="2596800"/>
            <a:ext cx="377280" cy="237960"/>
            <a:chOff x="8729160" y="2596800"/>
            <a:chExt cx="377280" cy="23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70AD48C-06A1-4C95-0AC5-F7963475B4D0}"/>
                    </a:ext>
                  </a:extLst>
                </p14:cNvPr>
                <p14:cNvContentPartPr/>
                <p14:nvPr/>
              </p14:nvContentPartPr>
              <p14:xfrm>
                <a:off x="8729160" y="2596800"/>
                <a:ext cx="113760" cy="1810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70AD48C-06A1-4C95-0AC5-F7963475B4D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711520" y="2578800"/>
                  <a:ext cx="1494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8446825-DE63-2C1F-AA13-8BD480893A99}"/>
                    </a:ext>
                  </a:extLst>
                </p14:cNvPr>
                <p14:cNvContentPartPr/>
                <p14:nvPr/>
              </p14:nvContentPartPr>
              <p14:xfrm>
                <a:off x="8952360" y="2714520"/>
                <a:ext cx="154080" cy="1202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8446825-DE63-2C1F-AA13-8BD480893A9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934720" y="2696520"/>
                  <a:ext cx="189720" cy="15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CE3591BE-68C6-CE9C-79AE-262E384D1F15}"/>
                  </a:ext>
                </a:extLst>
              </p14:cNvPr>
              <p14:cNvContentPartPr/>
              <p14:nvPr/>
            </p14:nvContentPartPr>
            <p14:xfrm>
              <a:off x="8268720" y="3245880"/>
              <a:ext cx="10800" cy="50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CE3591BE-68C6-CE9C-79AE-262E384D1F1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251080" y="3227880"/>
                <a:ext cx="46440" cy="4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54679D89-4200-4677-30B5-5300224827F7}"/>
              </a:ext>
            </a:extLst>
          </p:cNvPr>
          <p:cNvGrpSpPr/>
          <p:nvPr/>
        </p:nvGrpSpPr>
        <p:grpSpPr>
          <a:xfrm>
            <a:off x="8237400" y="3418320"/>
            <a:ext cx="523080" cy="202680"/>
            <a:chOff x="8237400" y="3418320"/>
            <a:chExt cx="523080" cy="20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0601737-B01E-08B3-F615-2AFCE4743CC2}"/>
                    </a:ext>
                  </a:extLst>
                </p14:cNvPr>
                <p14:cNvContentPartPr/>
                <p14:nvPr/>
              </p14:nvContentPartPr>
              <p14:xfrm>
                <a:off x="8237400" y="3418320"/>
                <a:ext cx="110880" cy="1828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0601737-B01E-08B3-F615-2AFCE4743CC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219760" y="3400320"/>
                  <a:ext cx="1465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A2C1BDC-29AA-12BE-4BDD-A0CBA14CB2C1}"/>
                    </a:ext>
                  </a:extLst>
                </p14:cNvPr>
                <p14:cNvContentPartPr/>
                <p14:nvPr/>
              </p14:nvContentPartPr>
              <p14:xfrm>
                <a:off x="8437920" y="3479880"/>
                <a:ext cx="146880" cy="1411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A2C1BDC-29AA-12BE-4BDD-A0CBA14CB2C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419920" y="3462240"/>
                  <a:ext cx="18252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3EF0440-8767-64EA-FF84-03FE7FB36D61}"/>
                    </a:ext>
                  </a:extLst>
                </p14:cNvPr>
                <p14:cNvContentPartPr/>
                <p14:nvPr/>
              </p14:nvContentPartPr>
              <p14:xfrm>
                <a:off x="8688840" y="3429480"/>
                <a:ext cx="55440" cy="37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3EF0440-8767-64EA-FF84-03FE7FB36D6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670840" y="3411480"/>
                  <a:ext cx="910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F09C005-8D02-CF79-DF31-69FC953CEEA2}"/>
                    </a:ext>
                  </a:extLst>
                </p14:cNvPr>
                <p14:cNvContentPartPr/>
                <p14:nvPr/>
              </p14:nvContentPartPr>
              <p14:xfrm>
                <a:off x="8730600" y="3483480"/>
                <a:ext cx="29880" cy="244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F09C005-8D02-CF79-DF31-69FC953CEEA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712960" y="3465480"/>
                  <a:ext cx="65520" cy="60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AC0B0295-85E7-9AD9-57E5-790AA67A98DA}"/>
                  </a:ext>
                </a:extLst>
              </p14:cNvPr>
              <p14:cNvContentPartPr/>
              <p14:nvPr/>
            </p14:nvContentPartPr>
            <p14:xfrm>
              <a:off x="8979000" y="3134640"/>
              <a:ext cx="20520" cy="374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AC0B0295-85E7-9AD9-57E5-790AA67A98D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961000" y="3117000"/>
                <a:ext cx="56160" cy="7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4F6C4236-8BA1-6E2F-7BAF-DB3B2769AF1C}"/>
              </a:ext>
            </a:extLst>
          </p:cNvPr>
          <p:cNvGrpSpPr/>
          <p:nvPr/>
        </p:nvGrpSpPr>
        <p:grpSpPr>
          <a:xfrm>
            <a:off x="8989440" y="3309600"/>
            <a:ext cx="328680" cy="221040"/>
            <a:chOff x="8989440" y="3309600"/>
            <a:chExt cx="328680" cy="22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4EBC4BA-B2B5-F869-9FDE-6CD5530B6BBF}"/>
                    </a:ext>
                  </a:extLst>
                </p14:cNvPr>
                <p14:cNvContentPartPr/>
                <p14:nvPr/>
              </p14:nvContentPartPr>
              <p14:xfrm>
                <a:off x="8989440" y="3309600"/>
                <a:ext cx="108000" cy="1490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4EBC4BA-B2B5-F869-9FDE-6CD5530B6BB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971800" y="3291960"/>
                  <a:ext cx="1436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EBB5679-3A41-F803-4704-1317F0AA9DE6}"/>
                    </a:ext>
                  </a:extLst>
                </p14:cNvPr>
                <p14:cNvContentPartPr/>
                <p14:nvPr/>
              </p14:nvContentPartPr>
              <p14:xfrm>
                <a:off x="9197520" y="3327960"/>
                <a:ext cx="120600" cy="2026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EBB5679-3A41-F803-4704-1317F0AA9DE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179880" y="3309960"/>
                  <a:ext cx="156240" cy="23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3B9182D1-4E4E-5922-CB2C-5B73E9217918}"/>
                  </a:ext>
                </a:extLst>
              </p14:cNvPr>
              <p14:cNvContentPartPr/>
              <p14:nvPr/>
            </p14:nvContentPartPr>
            <p14:xfrm>
              <a:off x="8562840" y="3943920"/>
              <a:ext cx="144000" cy="1987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3B9182D1-4E4E-5922-CB2C-5B73E921791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545200" y="3926280"/>
                <a:ext cx="17964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79FAA836-9465-1512-6DB1-5E43CA1C8A9A}"/>
                  </a:ext>
                </a:extLst>
              </p14:cNvPr>
              <p14:cNvContentPartPr/>
              <p14:nvPr/>
            </p14:nvContentPartPr>
            <p14:xfrm>
              <a:off x="8550960" y="3779400"/>
              <a:ext cx="25560" cy="198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79FAA836-9465-1512-6DB1-5E43CA1C8A9A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532960" y="3761400"/>
                <a:ext cx="6120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BC532440-2AE8-C2D2-0F4D-C32CD50E18BE}"/>
                  </a:ext>
                </a:extLst>
              </p14:cNvPr>
              <p14:cNvContentPartPr/>
              <p14:nvPr/>
            </p14:nvContentPartPr>
            <p14:xfrm>
              <a:off x="9400920" y="3702360"/>
              <a:ext cx="16560" cy="122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BC532440-2AE8-C2D2-0F4D-C32CD50E18BE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382920" y="3684720"/>
                <a:ext cx="52200" cy="4788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0E0585E1-F1B9-2682-A1CF-C24A456C0E7B}"/>
              </a:ext>
            </a:extLst>
          </p:cNvPr>
          <p:cNvGrpSpPr/>
          <p:nvPr/>
        </p:nvGrpSpPr>
        <p:grpSpPr>
          <a:xfrm>
            <a:off x="8890080" y="3838800"/>
            <a:ext cx="758160" cy="353520"/>
            <a:chOff x="8890080" y="3838800"/>
            <a:chExt cx="758160" cy="35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1246E0C-D926-3DB6-BCB9-8BC1D0B8D9D7}"/>
                    </a:ext>
                  </a:extLst>
                </p14:cNvPr>
                <p14:cNvContentPartPr/>
                <p14:nvPr/>
              </p14:nvContentPartPr>
              <p14:xfrm>
                <a:off x="8890080" y="4050480"/>
                <a:ext cx="105840" cy="141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1246E0C-D926-3DB6-BCB9-8BC1D0B8D9D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872440" y="4032480"/>
                  <a:ext cx="1414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E74B3FD-925A-A196-95D7-97E4A97C10FD}"/>
                    </a:ext>
                  </a:extLst>
                </p14:cNvPr>
                <p14:cNvContentPartPr/>
                <p14:nvPr/>
              </p14:nvContentPartPr>
              <p14:xfrm>
                <a:off x="9135960" y="3919440"/>
                <a:ext cx="46080" cy="324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E74B3FD-925A-A196-95D7-97E4A97C10F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118320" y="3901440"/>
                  <a:ext cx="8172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4EDA2B4-9C7B-AA76-072B-6DE638CB82D5}"/>
                    </a:ext>
                  </a:extLst>
                </p14:cNvPr>
                <p14:cNvContentPartPr/>
                <p14:nvPr/>
              </p14:nvContentPartPr>
              <p14:xfrm>
                <a:off x="9178080" y="3991440"/>
                <a:ext cx="58680" cy="223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4EDA2B4-9C7B-AA76-072B-6DE638CB82D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160080" y="3973800"/>
                  <a:ext cx="943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10CD08C-F100-D3F4-68A8-922935CF10FD}"/>
                    </a:ext>
                  </a:extLst>
                </p14:cNvPr>
                <p14:cNvContentPartPr/>
                <p14:nvPr/>
              </p14:nvContentPartPr>
              <p14:xfrm>
                <a:off x="9346560" y="3845640"/>
                <a:ext cx="125640" cy="1879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10CD08C-F100-D3F4-68A8-922935CF10F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328920" y="3827640"/>
                  <a:ext cx="16128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EBD6AA5-735B-CF76-E11C-20E208E12D2D}"/>
                    </a:ext>
                  </a:extLst>
                </p14:cNvPr>
                <p14:cNvContentPartPr/>
                <p14:nvPr/>
              </p14:nvContentPartPr>
              <p14:xfrm>
                <a:off x="9609360" y="3838800"/>
                <a:ext cx="38880" cy="161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EBD6AA5-735B-CF76-E11C-20E208E12D2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591720" y="3820800"/>
                  <a:ext cx="74520" cy="197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661390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D9532-7935-00A3-3F2B-2A7646005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Voltage drop directions</a:t>
            </a:r>
          </a:p>
        </p:txBody>
      </p:sp>
      <p:pic>
        <p:nvPicPr>
          <p:cNvPr id="6" name="Content Placeholder 5" descr="A diagram of electrical wiring&#10;&#10;Description automatically generated">
            <a:extLst>
              <a:ext uri="{FF2B5EF4-FFF2-40B4-BE49-F238E27FC236}">
                <a16:creationId xmlns:a16="http://schemas.microsoft.com/office/drawing/2014/main" id="{711D683F-35CE-54EF-14F3-79835AF920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2607" y="946205"/>
            <a:ext cx="5318332" cy="527846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1252C5-E96C-95C7-1093-E65BC96C2A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22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2A223D2-A655-024E-3A49-0A8AA0AFBC25}"/>
              </a:ext>
            </a:extLst>
          </p:cNvPr>
          <p:cNvGrpSpPr/>
          <p:nvPr/>
        </p:nvGrpSpPr>
        <p:grpSpPr>
          <a:xfrm>
            <a:off x="6272160" y="1869960"/>
            <a:ext cx="1013760" cy="345960"/>
            <a:chOff x="6272160" y="1869960"/>
            <a:chExt cx="1013760" cy="34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BFCD344-039D-0253-F77C-0E2A8F516BA9}"/>
                    </a:ext>
                  </a:extLst>
                </p14:cNvPr>
                <p14:cNvContentPartPr/>
                <p14:nvPr/>
              </p14:nvContentPartPr>
              <p14:xfrm>
                <a:off x="6272160" y="1869960"/>
                <a:ext cx="220320" cy="2055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BFCD344-039D-0253-F77C-0E2A8F516BA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254520" y="1852320"/>
                  <a:ext cx="25596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DE496AA-F980-F138-5BDC-0C7829F2E2E9}"/>
                    </a:ext>
                  </a:extLst>
                </p14:cNvPr>
                <p14:cNvContentPartPr/>
                <p14:nvPr/>
              </p14:nvContentPartPr>
              <p14:xfrm>
                <a:off x="6646920" y="2047800"/>
                <a:ext cx="83520" cy="1681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DE496AA-F980-F138-5BDC-0C7829F2E2E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629280" y="2029800"/>
                  <a:ext cx="1191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44EB6A6-B9C1-1EC7-8F65-2280ED2CCA89}"/>
                    </a:ext>
                  </a:extLst>
                </p14:cNvPr>
                <p14:cNvContentPartPr/>
                <p14:nvPr/>
              </p14:nvContentPartPr>
              <p14:xfrm>
                <a:off x="6636480" y="2007840"/>
                <a:ext cx="156960" cy="124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44EB6A6-B9C1-1EC7-8F65-2280ED2CCA8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618840" y="1990200"/>
                  <a:ext cx="1926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C08A5EC-3529-95B7-5BAA-94C32DD709EF}"/>
                    </a:ext>
                  </a:extLst>
                </p14:cNvPr>
                <p14:cNvContentPartPr/>
                <p14:nvPr/>
              </p14:nvContentPartPr>
              <p14:xfrm>
                <a:off x="6912240" y="2040600"/>
                <a:ext cx="74160" cy="1368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C08A5EC-3529-95B7-5BAA-94C32DD709E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894240" y="2022960"/>
                  <a:ext cx="1098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9A32C9F-2462-ABA2-14C9-4AAFA45B81AC}"/>
                    </a:ext>
                  </a:extLst>
                </p14:cNvPr>
                <p14:cNvContentPartPr/>
                <p14:nvPr/>
              </p14:nvContentPartPr>
              <p14:xfrm>
                <a:off x="6970920" y="2145000"/>
                <a:ext cx="47520" cy="525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9A32C9F-2462-ABA2-14C9-4AAFA45B81A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953280" y="2127360"/>
                  <a:ext cx="8316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CD782E3-1046-0E62-9B6E-2BC7BFB9BC6E}"/>
                    </a:ext>
                  </a:extLst>
                </p14:cNvPr>
                <p14:cNvContentPartPr/>
                <p14:nvPr/>
              </p14:nvContentPartPr>
              <p14:xfrm>
                <a:off x="7183680" y="1974360"/>
                <a:ext cx="50040" cy="241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CD782E3-1046-0E62-9B6E-2BC7BFB9BC6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165680" y="1956720"/>
                  <a:ext cx="856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6672AE7-5718-10B6-D868-06297AEE0806}"/>
                    </a:ext>
                  </a:extLst>
                </p14:cNvPr>
                <p14:cNvContentPartPr/>
                <p14:nvPr/>
              </p14:nvContentPartPr>
              <p14:xfrm>
                <a:off x="7208520" y="2023680"/>
                <a:ext cx="77400" cy="370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6672AE7-5718-10B6-D868-06297AEE080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190880" y="2006040"/>
                  <a:ext cx="113040" cy="72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58ADD61-A812-1DCF-E460-79BA0690A5C5}"/>
                  </a:ext>
                </a:extLst>
              </p14:cNvPr>
              <p14:cNvContentPartPr/>
              <p14:nvPr/>
            </p14:nvContentPartPr>
            <p14:xfrm>
              <a:off x="7503720" y="1924680"/>
              <a:ext cx="75600" cy="2228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58ADD61-A812-1DCF-E460-79BA0690A5C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485720" y="1907040"/>
                <a:ext cx="111240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D3EBE12-0E85-248D-7CD9-801748E97751}"/>
                  </a:ext>
                </a:extLst>
              </p14:cNvPr>
              <p14:cNvContentPartPr/>
              <p14:nvPr/>
            </p14:nvContentPartPr>
            <p14:xfrm>
              <a:off x="7500480" y="1809480"/>
              <a:ext cx="30240" cy="97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D3EBE12-0E85-248D-7CD9-801748E9775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482480" y="1791840"/>
                <a:ext cx="6588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9F66536-3F84-CD0F-5EFF-55957E46BE4F}"/>
                  </a:ext>
                </a:extLst>
              </p14:cNvPr>
              <p14:cNvContentPartPr/>
              <p14:nvPr/>
            </p14:nvContentPartPr>
            <p14:xfrm>
              <a:off x="7748160" y="2025840"/>
              <a:ext cx="31320" cy="1472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9F66536-3F84-CD0F-5EFF-55957E46BE4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730160" y="2007840"/>
                <a:ext cx="66960" cy="18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EB195AEB-053F-4BCF-D9D7-3D23FDE28E1A}"/>
              </a:ext>
            </a:extLst>
          </p:cNvPr>
          <p:cNvGrpSpPr/>
          <p:nvPr/>
        </p:nvGrpSpPr>
        <p:grpSpPr>
          <a:xfrm>
            <a:off x="7935360" y="1840080"/>
            <a:ext cx="357120" cy="253440"/>
            <a:chOff x="7935360" y="1840080"/>
            <a:chExt cx="357120" cy="25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DD86FD3-3339-59EB-85D7-3DC4E41117BA}"/>
                    </a:ext>
                  </a:extLst>
                </p14:cNvPr>
                <p14:cNvContentPartPr/>
                <p14:nvPr/>
              </p14:nvContentPartPr>
              <p14:xfrm>
                <a:off x="7935360" y="1885800"/>
                <a:ext cx="70200" cy="2077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DD86FD3-3339-59EB-85D7-3DC4E41117B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917360" y="1868160"/>
                  <a:ext cx="10584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4AF225A-552E-74F9-9B04-EC846F7D3792}"/>
                    </a:ext>
                  </a:extLst>
                </p14:cNvPr>
                <p14:cNvContentPartPr/>
                <p14:nvPr/>
              </p14:nvContentPartPr>
              <p14:xfrm>
                <a:off x="7956240" y="1840080"/>
                <a:ext cx="167760" cy="150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4AF225A-552E-74F9-9B04-EC846F7D379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938600" y="1822080"/>
                  <a:ext cx="20340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2C3D509-B395-A54A-226F-1D9E524C1298}"/>
                    </a:ext>
                  </a:extLst>
                </p14:cNvPr>
                <p14:cNvContentPartPr/>
                <p14:nvPr/>
              </p14:nvContentPartPr>
              <p14:xfrm>
                <a:off x="8240640" y="1927920"/>
                <a:ext cx="51840" cy="1317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2C3D509-B395-A54A-226F-1D9E524C129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223000" y="1909920"/>
                  <a:ext cx="87480" cy="16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A43D3E0-6C36-0C02-70CF-3F7B5D5F4D32}"/>
              </a:ext>
            </a:extLst>
          </p:cNvPr>
          <p:cNvGrpSpPr/>
          <p:nvPr/>
        </p:nvGrpSpPr>
        <p:grpSpPr>
          <a:xfrm>
            <a:off x="8192040" y="2867160"/>
            <a:ext cx="857520" cy="435960"/>
            <a:chOff x="8192040" y="2867160"/>
            <a:chExt cx="857520" cy="43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0788A63-F382-89C2-F3D6-973B89611A70}"/>
                    </a:ext>
                  </a:extLst>
                </p14:cNvPr>
                <p14:cNvContentPartPr/>
                <p14:nvPr/>
              </p14:nvContentPartPr>
              <p14:xfrm>
                <a:off x="8192040" y="2867160"/>
                <a:ext cx="237960" cy="2782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0788A63-F382-89C2-F3D6-973B89611A7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174400" y="2849520"/>
                  <a:ext cx="27360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6D1F592-B111-9477-8241-0A5D03BFFC5B}"/>
                    </a:ext>
                  </a:extLst>
                </p14:cNvPr>
                <p14:cNvContentPartPr/>
                <p14:nvPr/>
              </p14:nvContentPartPr>
              <p14:xfrm>
                <a:off x="8544480" y="3086760"/>
                <a:ext cx="46080" cy="216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6D1F592-B111-9477-8241-0A5D03BFFC5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526840" y="3069120"/>
                  <a:ext cx="8172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3DE77DE-9F1D-54B1-D9BA-B6149FF0F99D}"/>
                    </a:ext>
                  </a:extLst>
                </p14:cNvPr>
                <p14:cNvContentPartPr/>
                <p14:nvPr/>
              </p14:nvContentPartPr>
              <p14:xfrm>
                <a:off x="8544840" y="3052560"/>
                <a:ext cx="116640" cy="1242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3DE77DE-9F1D-54B1-D9BA-B6149FF0F99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527200" y="3034920"/>
                  <a:ext cx="1522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3817E4B-08ED-98C4-44EA-6CEC0169F0B8}"/>
                    </a:ext>
                  </a:extLst>
                </p14:cNvPr>
                <p14:cNvContentPartPr/>
                <p14:nvPr/>
              </p14:nvContentPartPr>
              <p14:xfrm>
                <a:off x="8778840" y="3089280"/>
                <a:ext cx="109440" cy="136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3817E4B-08ED-98C4-44EA-6CEC0169F0B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760840" y="3071280"/>
                  <a:ext cx="1450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9E7401B-D79B-E408-5C55-76C1E93CA1DC}"/>
                    </a:ext>
                  </a:extLst>
                </p14:cNvPr>
                <p14:cNvContentPartPr/>
                <p14:nvPr/>
              </p14:nvContentPartPr>
              <p14:xfrm>
                <a:off x="8991600" y="2999280"/>
                <a:ext cx="48600" cy="223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9E7401B-D79B-E408-5C55-76C1E93CA1D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973600" y="2981640"/>
                  <a:ext cx="842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FC2CBFF-E6BE-440E-261F-137DADD0EF20}"/>
                    </a:ext>
                  </a:extLst>
                </p14:cNvPr>
                <p14:cNvContentPartPr/>
                <p14:nvPr/>
              </p14:nvContentPartPr>
              <p14:xfrm>
                <a:off x="9008880" y="3048600"/>
                <a:ext cx="40680" cy="27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FC2CBFF-E6BE-440E-261F-137DADD0EF2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990880" y="3030600"/>
                  <a:ext cx="76320" cy="6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AFE81E2-9349-26B9-3DCF-23118A87BB56}"/>
                  </a:ext>
                </a:extLst>
              </p14:cNvPr>
              <p14:cNvContentPartPr/>
              <p14:nvPr/>
            </p14:nvContentPartPr>
            <p14:xfrm>
              <a:off x="9224160" y="2800200"/>
              <a:ext cx="36720" cy="162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AFE81E2-9349-26B9-3DCF-23118A87BB56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9206160" y="2782560"/>
                <a:ext cx="72360" cy="51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99CB1E16-7710-816C-CFB0-08D814CD540D}"/>
              </a:ext>
            </a:extLst>
          </p:cNvPr>
          <p:cNvGrpSpPr/>
          <p:nvPr/>
        </p:nvGrpSpPr>
        <p:grpSpPr>
          <a:xfrm>
            <a:off x="9219480" y="2907120"/>
            <a:ext cx="303480" cy="195120"/>
            <a:chOff x="9219480" y="2907120"/>
            <a:chExt cx="303480" cy="19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7E6E6A3-55B1-3146-557A-F743DC10A876}"/>
                    </a:ext>
                  </a:extLst>
                </p14:cNvPr>
                <p14:cNvContentPartPr/>
                <p14:nvPr/>
              </p14:nvContentPartPr>
              <p14:xfrm>
                <a:off x="9219480" y="2907120"/>
                <a:ext cx="97200" cy="1785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7E6E6A3-55B1-3146-557A-F743DC10A876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201480" y="2889120"/>
                  <a:ext cx="1328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76A049F-F26E-D1CB-3869-1AD9CCA7FACB}"/>
                    </a:ext>
                  </a:extLst>
                </p14:cNvPr>
                <p14:cNvContentPartPr/>
                <p14:nvPr/>
              </p14:nvContentPartPr>
              <p14:xfrm>
                <a:off x="9405960" y="2943480"/>
                <a:ext cx="117000" cy="1587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76A049F-F26E-D1CB-3869-1AD9CCA7FAC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388320" y="2925840"/>
                  <a:ext cx="152640" cy="19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0CE1B07-7FCD-67CC-0BB0-DE591E287342}"/>
              </a:ext>
            </a:extLst>
          </p:cNvPr>
          <p:cNvGrpSpPr/>
          <p:nvPr/>
        </p:nvGrpSpPr>
        <p:grpSpPr>
          <a:xfrm>
            <a:off x="9692160" y="2782560"/>
            <a:ext cx="515880" cy="199080"/>
            <a:chOff x="9692160" y="2782560"/>
            <a:chExt cx="515880" cy="19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38398B6-067E-C0B7-AA31-42CD6DDB2CCE}"/>
                    </a:ext>
                  </a:extLst>
                </p14:cNvPr>
                <p14:cNvContentPartPr/>
                <p14:nvPr/>
              </p14:nvContentPartPr>
              <p14:xfrm>
                <a:off x="9692160" y="2963640"/>
                <a:ext cx="4320" cy="32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38398B6-067E-C0B7-AA31-42CD6DDB2CC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674520" y="2945640"/>
                  <a:ext cx="399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743C879-08AF-FD55-EFED-7BE9C0D4F401}"/>
                    </a:ext>
                  </a:extLst>
                </p14:cNvPr>
                <p14:cNvContentPartPr/>
                <p14:nvPr/>
              </p14:nvContentPartPr>
              <p14:xfrm>
                <a:off x="9826080" y="2847360"/>
                <a:ext cx="47880" cy="1342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743C879-08AF-FD55-EFED-7BE9C0D4F40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808080" y="2829720"/>
                  <a:ext cx="835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6524DE5-B0CB-A494-8029-99D12A50056E}"/>
                    </a:ext>
                  </a:extLst>
                </p14:cNvPr>
                <p14:cNvContentPartPr/>
                <p14:nvPr/>
              </p14:nvContentPartPr>
              <p14:xfrm>
                <a:off x="9816720" y="2782560"/>
                <a:ext cx="169920" cy="1332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6524DE5-B0CB-A494-8029-99D12A50056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799080" y="2764560"/>
                  <a:ext cx="2055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CA2F136-7579-1A0E-C8CA-C8CBC5B9C770}"/>
                    </a:ext>
                  </a:extLst>
                </p14:cNvPr>
                <p14:cNvContentPartPr/>
                <p14:nvPr/>
              </p14:nvContentPartPr>
              <p14:xfrm>
                <a:off x="10095720" y="2861040"/>
                <a:ext cx="112320" cy="112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CA2F136-7579-1A0E-C8CA-C8CBC5B9C77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078080" y="2843040"/>
                  <a:ext cx="147960" cy="14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8923BC95-B455-D032-BE98-3AD9834169D8}"/>
                  </a:ext>
                </a:extLst>
              </p14:cNvPr>
              <p14:cNvContentPartPr/>
              <p14:nvPr/>
            </p14:nvContentPartPr>
            <p14:xfrm>
              <a:off x="5894520" y="2509320"/>
              <a:ext cx="84600" cy="648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8923BC95-B455-D032-BE98-3AD9834169D8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5876520" y="2491320"/>
                <a:ext cx="120240" cy="10044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F06709C5-4F91-B4A9-8779-691A3DFC3974}"/>
              </a:ext>
            </a:extLst>
          </p:cNvPr>
          <p:cNvGrpSpPr/>
          <p:nvPr/>
        </p:nvGrpSpPr>
        <p:grpSpPr>
          <a:xfrm>
            <a:off x="5981280" y="2168760"/>
            <a:ext cx="282960" cy="141480"/>
            <a:chOff x="5981280" y="2168760"/>
            <a:chExt cx="282960" cy="14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B1B5CB8-6100-6B6F-C52F-A7CADACF13B7}"/>
                    </a:ext>
                  </a:extLst>
                </p14:cNvPr>
                <p14:cNvContentPartPr/>
                <p14:nvPr/>
              </p14:nvContentPartPr>
              <p14:xfrm>
                <a:off x="5981280" y="2168760"/>
                <a:ext cx="219960" cy="1414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B1B5CB8-6100-6B6F-C52F-A7CADACF13B7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963280" y="2151120"/>
                  <a:ext cx="2556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2CC8C7F-B6D6-8765-A529-A8AC79826C5B}"/>
                    </a:ext>
                  </a:extLst>
                </p14:cNvPr>
                <p14:cNvContentPartPr/>
                <p14:nvPr/>
              </p14:nvContentPartPr>
              <p14:xfrm>
                <a:off x="6247680" y="2214840"/>
                <a:ext cx="16560" cy="26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2CC8C7F-B6D6-8765-A529-A8AC79826C5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229680" y="2197200"/>
                  <a:ext cx="52200" cy="6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11D80A6-B930-A05C-78A6-6CC8051B668D}"/>
              </a:ext>
            </a:extLst>
          </p:cNvPr>
          <p:cNvGrpSpPr/>
          <p:nvPr/>
        </p:nvGrpSpPr>
        <p:grpSpPr>
          <a:xfrm>
            <a:off x="7537560" y="2398800"/>
            <a:ext cx="500760" cy="181080"/>
            <a:chOff x="7537560" y="2398800"/>
            <a:chExt cx="500760" cy="18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0E44D5D-ACB2-67A8-F72F-6C0963944DAE}"/>
                    </a:ext>
                  </a:extLst>
                </p14:cNvPr>
                <p14:cNvContentPartPr/>
                <p14:nvPr/>
              </p14:nvContentPartPr>
              <p14:xfrm>
                <a:off x="7537560" y="2551800"/>
                <a:ext cx="50400" cy="280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0E44D5D-ACB2-67A8-F72F-6C0963944DAE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519920" y="2534160"/>
                  <a:ext cx="860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D2669F9-EA73-0A8F-8230-0A0B798C533A}"/>
                    </a:ext>
                  </a:extLst>
                </p14:cNvPr>
                <p14:cNvContentPartPr/>
                <p14:nvPr/>
              </p14:nvContentPartPr>
              <p14:xfrm>
                <a:off x="7727640" y="2459280"/>
                <a:ext cx="9720" cy="97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D2669F9-EA73-0A8F-8230-0A0B798C533A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710000" y="2441640"/>
                  <a:ext cx="453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E7301F3-A3F2-0605-0939-4A3A006841F8}"/>
                    </a:ext>
                  </a:extLst>
                </p14:cNvPr>
                <p14:cNvContentPartPr/>
                <p14:nvPr/>
              </p14:nvContentPartPr>
              <p14:xfrm>
                <a:off x="7717560" y="2398800"/>
                <a:ext cx="168480" cy="1206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E7301F3-A3F2-0605-0939-4A3A006841F8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699560" y="2381160"/>
                  <a:ext cx="2041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9CA84B1-A2C6-C0BC-41B5-EE855FC2C7AE}"/>
                    </a:ext>
                  </a:extLst>
                </p14:cNvPr>
                <p14:cNvContentPartPr/>
                <p14:nvPr/>
              </p14:nvContentPartPr>
              <p14:xfrm>
                <a:off x="7919880" y="2418600"/>
                <a:ext cx="118440" cy="900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9CA84B1-A2C6-C0BC-41B5-EE855FC2C7A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901880" y="2400600"/>
                  <a:ext cx="154080" cy="125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FAC28503-73E9-7559-04D7-EFCBF44375D9}"/>
                  </a:ext>
                </a:extLst>
              </p14:cNvPr>
              <p14:cNvContentPartPr/>
              <p14:nvPr/>
            </p14:nvContentPartPr>
            <p14:xfrm>
              <a:off x="9108960" y="1386480"/>
              <a:ext cx="175320" cy="2887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FAC28503-73E9-7559-04D7-EFCBF44375D9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9091320" y="1368480"/>
                <a:ext cx="210960" cy="32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998E35DA-D286-532F-1C8B-733FC8C7FCC5}"/>
              </a:ext>
            </a:extLst>
          </p:cNvPr>
          <p:cNvGrpSpPr/>
          <p:nvPr/>
        </p:nvGrpSpPr>
        <p:grpSpPr>
          <a:xfrm>
            <a:off x="9462480" y="1225920"/>
            <a:ext cx="1893600" cy="570960"/>
            <a:chOff x="9462480" y="1225920"/>
            <a:chExt cx="1893600" cy="57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F6038F8-630D-067D-AA52-B81D19E0EFF3}"/>
                    </a:ext>
                  </a:extLst>
                </p14:cNvPr>
                <p14:cNvContentPartPr/>
                <p14:nvPr/>
              </p14:nvContentPartPr>
              <p14:xfrm>
                <a:off x="9468600" y="1632720"/>
                <a:ext cx="35280" cy="1641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F6038F8-630D-067D-AA52-B81D19E0EFF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450960" y="1614720"/>
                  <a:ext cx="709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5E38243-36A3-D9CB-46AC-076ADAA46C04}"/>
                    </a:ext>
                  </a:extLst>
                </p14:cNvPr>
                <p14:cNvContentPartPr/>
                <p14:nvPr/>
              </p14:nvContentPartPr>
              <p14:xfrm>
                <a:off x="9462480" y="1561440"/>
                <a:ext cx="148320" cy="1317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5E38243-36A3-D9CB-46AC-076ADAA46C04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444480" y="1543440"/>
                  <a:ext cx="1839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16F7FB5-9746-0BF7-E2A5-0530E5D59081}"/>
                    </a:ext>
                  </a:extLst>
                </p14:cNvPr>
                <p14:cNvContentPartPr/>
                <p14:nvPr/>
              </p14:nvContentPartPr>
              <p14:xfrm>
                <a:off x="9708720" y="1656120"/>
                <a:ext cx="16200" cy="1256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16F7FB5-9746-0BF7-E2A5-0530E5D5908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691080" y="1638480"/>
                  <a:ext cx="518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E8F28C8-96F3-6381-F935-01A43D2B209E}"/>
                    </a:ext>
                  </a:extLst>
                </p14:cNvPr>
                <p14:cNvContentPartPr/>
                <p14:nvPr/>
              </p14:nvContentPartPr>
              <p14:xfrm>
                <a:off x="9817080" y="1568640"/>
                <a:ext cx="71640" cy="259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E8F28C8-96F3-6381-F935-01A43D2B209E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799440" y="1550640"/>
                  <a:ext cx="1072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7468E9A-A91A-D132-DCAE-FEEBF694C735}"/>
                    </a:ext>
                  </a:extLst>
                </p14:cNvPr>
                <p14:cNvContentPartPr/>
                <p14:nvPr/>
              </p14:nvContentPartPr>
              <p14:xfrm>
                <a:off x="9876120" y="1640280"/>
                <a:ext cx="54720" cy="248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7468E9A-A91A-D132-DCAE-FEEBF694C735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858120" y="1622640"/>
                  <a:ext cx="903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A2EFE6A-A323-C1FE-A84C-C0C059ADB135}"/>
                    </a:ext>
                  </a:extLst>
                </p14:cNvPr>
                <p14:cNvContentPartPr/>
                <p14:nvPr/>
              </p14:nvContentPartPr>
              <p14:xfrm>
                <a:off x="9992760" y="1288560"/>
                <a:ext cx="198720" cy="2610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A2EFE6A-A323-C1FE-A84C-C0C059ADB135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975120" y="1270560"/>
                  <a:ext cx="23436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3157471-1F8D-02A4-C591-65848C871729}"/>
                    </a:ext>
                  </a:extLst>
                </p14:cNvPr>
                <p14:cNvContentPartPr/>
                <p14:nvPr/>
              </p14:nvContentPartPr>
              <p14:xfrm>
                <a:off x="10185000" y="1334280"/>
                <a:ext cx="124200" cy="1670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3157471-1F8D-02A4-C591-65848C871729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167360" y="1316280"/>
                  <a:ext cx="1598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569DEA0-5B34-54B9-8D3F-5DAD194E315E}"/>
                    </a:ext>
                  </a:extLst>
                </p14:cNvPr>
                <p14:cNvContentPartPr/>
                <p14:nvPr/>
              </p14:nvContentPartPr>
              <p14:xfrm>
                <a:off x="10422600" y="1456320"/>
                <a:ext cx="27360" cy="932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569DEA0-5B34-54B9-8D3F-5DAD194E315E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404960" y="1438320"/>
                  <a:ext cx="630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00052A4-7049-0664-D746-850769A455E9}"/>
                    </a:ext>
                  </a:extLst>
                </p14:cNvPr>
                <p14:cNvContentPartPr/>
                <p14:nvPr/>
              </p14:nvContentPartPr>
              <p14:xfrm>
                <a:off x="10567320" y="1389720"/>
                <a:ext cx="149400" cy="532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00052A4-7049-0664-D746-850769A455E9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549680" y="1371720"/>
                  <a:ext cx="18504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C9D5583-50E2-7A68-DF68-BAA35934AA5D}"/>
                    </a:ext>
                  </a:extLst>
                </p14:cNvPr>
                <p14:cNvContentPartPr/>
                <p14:nvPr/>
              </p14:nvContentPartPr>
              <p14:xfrm>
                <a:off x="10813560" y="1225920"/>
                <a:ext cx="231120" cy="2080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C9D5583-50E2-7A68-DF68-BAA35934AA5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795920" y="1208280"/>
                  <a:ext cx="2667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8D12FFA-EDA0-95AE-5378-EEA0B94FCE58}"/>
                    </a:ext>
                  </a:extLst>
                </p14:cNvPr>
                <p14:cNvContentPartPr/>
                <p14:nvPr/>
              </p14:nvContentPartPr>
              <p14:xfrm>
                <a:off x="11146920" y="1332480"/>
                <a:ext cx="209160" cy="1015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8D12FFA-EDA0-95AE-5378-EEA0B94FCE58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1128920" y="1314480"/>
                  <a:ext cx="244800" cy="137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340566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5D91C-782A-DD0F-9D67-4906A0BA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equations based on KCL and Ohm’s law </a:t>
            </a:r>
          </a:p>
        </p:txBody>
      </p:sp>
      <p:pic>
        <p:nvPicPr>
          <p:cNvPr id="6" name="Content Placeholder 5" descr="A white text on a white background&#10;&#10;Description automatically generated">
            <a:extLst>
              <a:ext uri="{FF2B5EF4-FFF2-40B4-BE49-F238E27FC236}">
                <a16:creationId xmlns:a16="http://schemas.microsoft.com/office/drawing/2014/main" id="{062345C9-BBB4-2068-8A53-217BC9417B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0332" y="1113183"/>
            <a:ext cx="5700963" cy="512739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CE940A-2F9E-4A78-5598-2B891D64AE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23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3" name="Content Placeholder 5" descr="A diagram of electrical wiring&#10;&#10;Description automatically generated">
            <a:extLst>
              <a:ext uri="{FF2B5EF4-FFF2-40B4-BE49-F238E27FC236}">
                <a16:creationId xmlns:a16="http://schemas.microsoft.com/office/drawing/2014/main" id="{C11A9576-5BDC-F778-F3FC-F9F60B878B9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87" t="20939" r="21758" b="37185"/>
          <a:stretch/>
        </p:blipFill>
        <p:spPr>
          <a:xfrm>
            <a:off x="143122" y="3277926"/>
            <a:ext cx="3140765" cy="2210462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2B392ED9-C507-E878-D514-045E610626AD}"/>
              </a:ext>
            </a:extLst>
          </p:cNvPr>
          <p:cNvGrpSpPr/>
          <p:nvPr/>
        </p:nvGrpSpPr>
        <p:grpSpPr>
          <a:xfrm>
            <a:off x="566880" y="1925040"/>
            <a:ext cx="1427400" cy="1091520"/>
            <a:chOff x="566880" y="1925040"/>
            <a:chExt cx="1427400" cy="109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9F401D8-5A82-B5A2-0C68-231F8220816F}"/>
                    </a:ext>
                  </a:extLst>
                </p14:cNvPr>
                <p14:cNvContentPartPr/>
                <p14:nvPr/>
              </p14:nvContentPartPr>
              <p14:xfrm>
                <a:off x="566880" y="2656200"/>
                <a:ext cx="217080" cy="2768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9F401D8-5A82-B5A2-0C68-231F8220816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49240" y="2638560"/>
                  <a:ext cx="25272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46E9EAA-8D3F-7ECF-276B-77EF75AEA988}"/>
                    </a:ext>
                  </a:extLst>
                </p14:cNvPr>
                <p14:cNvContentPartPr/>
                <p14:nvPr/>
              </p14:nvContentPartPr>
              <p14:xfrm>
                <a:off x="872520" y="2746560"/>
                <a:ext cx="116280" cy="1998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46E9EAA-8D3F-7ECF-276B-77EF75AEA98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54880" y="2728560"/>
                  <a:ext cx="15192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724EA5E-2CE6-B92D-DD8F-69C9D41A1EEB}"/>
                    </a:ext>
                  </a:extLst>
                </p14:cNvPr>
                <p14:cNvContentPartPr/>
                <p14:nvPr/>
              </p14:nvContentPartPr>
              <p14:xfrm>
                <a:off x="1066920" y="2705880"/>
                <a:ext cx="21600" cy="115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724EA5E-2CE6-B92D-DD8F-69C9D41A1EE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48920" y="2687880"/>
                  <a:ext cx="572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A16AC60-A0A8-2343-A054-B074194A5CCF}"/>
                    </a:ext>
                  </a:extLst>
                </p14:cNvPr>
                <p14:cNvContentPartPr/>
                <p14:nvPr/>
              </p14:nvContentPartPr>
              <p14:xfrm>
                <a:off x="1115160" y="2694000"/>
                <a:ext cx="45360" cy="626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A16AC60-A0A8-2343-A054-B074194A5CC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97160" y="2676360"/>
                  <a:ext cx="810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13DD19C-B072-5758-6364-290B014391E9}"/>
                    </a:ext>
                  </a:extLst>
                </p14:cNvPr>
                <p14:cNvContentPartPr/>
                <p14:nvPr/>
              </p14:nvContentPartPr>
              <p14:xfrm>
                <a:off x="1162680" y="2346240"/>
                <a:ext cx="312480" cy="230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13DD19C-B072-5758-6364-290B014391E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44680" y="2328240"/>
                  <a:ext cx="34812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FB6A917-7947-75A7-DDE6-1BA6D17C29B8}"/>
                    </a:ext>
                  </a:extLst>
                </p14:cNvPr>
                <p14:cNvContentPartPr/>
                <p14:nvPr/>
              </p14:nvContentPartPr>
              <p14:xfrm>
                <a:off x="1563720" y="2426520"/>
                <a:ext cx="74160" cy="90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FB6A917-7947-75A7-DDE6-1BA6D17C29B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46080" y="2408880"/>
                  <a:ext cx="1098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C710BD5-7516-2D99-4B6B-371C830AFA03}"/>
                    </a:ext>
                  </a:extLst>
                </p14:cNvPr>
                <p14:cNvContentPartPr/>
                <p14:nvPr/>
              </p14:nvContentPartPr>
              <p14:xfrm>
                <a:off x="1682880" y="2200800"/>
                <a:ext cx="99360" cy="100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C710BD5-7516-2D99-4B6B-371C830AFA0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665240" y="2183160"/>
                  <a:ext cx="1350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32F9A58-B253-0311-82D0-D24F5329EB74}"/>
                    </a:ext>
                  </a:extLst>
                </p14:cNvPr>
                <p14:cNvContentPartPr/>
                <p14:nvPr/>
              </p14:nvContentPartPr>
              <p14:xfrm>
                <a:off x="1853520" y="1925040"/>
                <a:ext cx="140760" cy="198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32F9A58-B253-0311-82D0-D24F5329EB7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35520" y="1907040"/>
                  <a:ext cx="17640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3BBEEBD-3EDB-E982-A7FB-84E3D9EE7B12}"/>
                    </a:ext>
                  </a:extLst>
                </p14:cNvPr>
                <p14:cNvContentPartPr/>
                <p14:nvPr/>
              </p14:nvContentPartPr>
              <p14:xfrm>
                <a:off x="1460400" y="2894880"/>
                <a:ext cx="42480" cy="56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3BBEEBD-3EDB-E982-A7FB-84E3D9EE7B1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442400" y="2876880"/>
                  <a:ext cx="781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1F54982-1E81-B686-0403-C145121285D9}"/>
                    </a:ext>
                  </a:extLst>
                </p14:cNvPr>
                <p14:cNvContentPartPr/>
                <p14:nvPr/>
              </p14:nvContentPartPr>
              <p14:xfrm>
                <a:off x="1550400" y="2999280"/>
                <a:ext cx="10800" cy="17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1F54982-1E81-B686-0403-C145121285D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532400" y="2981640"/>
                  <a:ext cx="464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68B3505-F95A-9706-621A-5232BB29F1F5}"/>
                    </a:ext>
                  </a:extLst>
                </p14:cNvPr>
                <p14:cNvContentPartPr/>
                <p14:nvPr/>
              </p14:nvContentPartPr>
              <p14:xfrm>
                <a:off x="1590360" y="2684640"/>
                <a:ext cx="267480" cy="165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68B3505-F95A-9706-621A-5232BB29F1F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572720" y="2667000"/>
                  <a:ext cx="3031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1A737E2-2266-504B-1F25-4C44A2D16E53}"/>
                    </a:ext>
                  </a:extLst>
                </p14:cNvPr>
                <p14:cNvContentPartPr/>
                <p14:nvPr/>
              </p14:nvContentPartPr>
              <p14:xfrm>
                <a:off x="1901400" y="2686440"/>
                <a:ext cx="79560" cy="75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1A737E2-2266-504B-1F25-4C44A2D16E5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883400" y="2668800"/>
                  <a:ext cx="115200" cy="110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53F0DD74-8327-9296-31C3-77F91E64A72E}"/>
                  </a:ext>
                </a:extLst>
              </p14:cNvPr>
              <p14:cNvContentPartPr/>
              <p14:nvPr/>
            </p14:nvContentPartPr>
            <p14:xfrm>
              <a:off x="5007840" y="4740600"/>
              <a:ext cx="835920" cy="7502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53F0DD74-8327-9296-31C3-77F91E64A72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989840" y="4722960"/>
                <a:ext cx="871560" cy="78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56DE2C98-914B-F1F5-62CF-FB39592524D3}"/>
                  </a:ext>
                </a:extLst>
              </p14:cNvPr>
              <p14:cNvContentPartPr/>
              <p14:nvPr/>
            </p14:nvContentPartPr>
            <p14:xfrm>
              <a:off x="677400" y="3763920"/>
              <a:ext cx="28440" cy="169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56DE2C98-914B-F1F5-62CF-FB39592524D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59760" y="3745920"/>
                <a:ext cx="64080" cy="5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D07CD04B-D2A1-25EB-3D37-F5E5E481565C}"/>
              </a:ext>
            </a:extLst>
          </p:cNvPr>
          <p:cNvGrpSpPr/>
          <p:nvPr/>
        </p:nvGrpSpPr>
        <p:grpSpPr>
          <a:xfrm>
            <a:off x="1030200" y="3859680"/>
            <a:ext cx="1464480" cy="1840320"/>
            <a:chOff x="1030200" y="3859680"/>
            <a:chExt cx="1464480" cy="184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FDAFE0C-A8A2-D7BF-0F92-96D5DA90830E}"/>
                    </a:ext>
                  </a:extLst>
                </p14:cNvPr>
                <p14:cNvContentPartPr/>
                <p14:nvPr/>
              </p14:nvContentPartPr>
              <p14:xfrm>
                <a:off x="1030200" y="3859680"/>
                <a:ext cx="497160" cy="13449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FDAFE0C-A8A2-D7BF-0F92-96D5DA90830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12560" y="3841680"/>
                  <a:ext cx="532800" cy="138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F1E503B-1AB8-B4D5-FF15-39757A8E4018}"/>
                    </a:ext>
                  </a:extLst>
                </p14:cNvPr>
                <p14:cNvContentPartPr/>
                <p14:nvPr/>
              </p14:nvContentPartPr>
              <p14:xfrm>
                <a:off x="1473360" y="5076840"/>
                <a:ext cx="145800" cy="132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F1E503B-1AB8-B4D5-FF15-39757A8E401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455720" y="5059200"/>
                  <a:ext cx="1814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9A5B1E9-7D51-4A14-07AB-67E5D83CED62}"/>
                    </a:ext>
                  </a:extLst>
                </p14:cNvPr>
                <p14:cNvContentPartPr/>
                <p14:nvPr/>
              </p14:nvContentPartPr>
              <p14:xfrm>
                <a:off x="1620600" y="5587320"/>
                <a:ext cx="129240" cy="1126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9A5B1E9-7D51-4A14-07AB-67E5D83CED6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602960" y="5569320"/>
                  <a:ext cx="1648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E95F44E-2BA3-BE08-C38E-753D71397CF4}"/>
                    </a:ext>
                  </a:extLst>
                </p14:cNvPr>
                <p14:cNvContentPartPr/>
                <p14:nvPr/>
              </p14:nvContentPartPr>
              <p14:xfrm>
                <a:off x="1582800" y="5478960"/>
                <a:ext cx="24120" cy="39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E95F44E-2BA3-BE08-C38E-753D71397CF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565160" y="5461320"/>
                  <a:ext cx="597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F79894D-3762-FC45-9FFB-B6E7C72B2694}"/>
                    </a:ext>
                  </a:extLst>
                </p14:cNvPr>
                <p14:cNvContentPartPr/>
                <p14:nvPr/>
              </p14:nvContentPartPr>
              <p14:xfrm>
                <a:off x="1866120" y="5507760"/>
                <a:ext cx="96480" cy="1731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F79894D-3762-FC45-9FFB-B6E7C72B269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848120" y="5489760"/>
                  <a:ext cx="13212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68B2476-AD46-637A-C5CA-670F9D6C3131}"/>
                    </a:ext>
                  </a:extLst>
                </p14:cNvPr>
                <p14:cNvContentPartPr/>
                <p14:nvPr/>
              </p14:nvContentPartPr>
              <p14:xfrm>
                <a:off x="1992120" y="5436840"/>
                <a:ext cx="25560" cy="16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68B2476-AD46-637A-C5CA-670F9D6C313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974120" y="5418840"/>
                  <a:ext cx="612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AE385F4-FCB7-63A9-60EE-38FE846A8DD0}"/>
                    </a:ext>
                  </a:extLst>
                </p14:cNvPr>
                <p14:cNvContentPartPr/>
                <p14:nvPr/>
              </p14:nvContentPartPr>
              <p14:xfrm>
                <a:off x="2059440" y="5409120"/>
                <a:ext cx="28800" cy="576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AE385F4-FCB7-63A9-60EE-38FE846A8DD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041800" y="5391480"/>
                  <a:ext cx="6444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6B87473-5B8A-18E6-CA58-DEE2AD2C97F4}"/>
                    </a:ext>
                  </a:extLst>
                </p14:cNvPr>
                <p14:cNvContentPartPr/>
                <p14:nvPr/>
              </p14:nvContentPartPr>
              <p14:xfrm>
                <a:off x="2131800" y="5315160"/>
                <a:ext cx="129960" cy="817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6B87473-5B8A-18E6-CA58-DEE2AD2C97F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114160" y="5297520"/>
                  <a:ext cx="1656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E3D58D7-6A97-73B9-5C52-433439807ABC}"/>
                    </a:ext>
                  </a:extLst>
                </p14:cNvPr>
                <p14:cNvContentPartPr/>
                <p14:nvPr/>
              </p14:nvContentPartPr>
              <p14:xfrm>
                <a:off x="2089320" y="5206440"/>
                <a:ext cx="20160" cy="57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E3D58D7-6A97-73B9-5C52-433439807AB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071680" y="5188440"/>
                  <a:ext cx="558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CE2DB7B-8AB3-448C-3FE6-AEEBA54B75F6}"/>
                    </a:ext>
                  </a:extLst>
                </p14:cNvPr>
                <p14:cNvContentPartPr/>
                <p14:nvPr/>
              </p14:nvContentPartPr>
              <p14:xfrm>
                <a:off x="2396760" y="5264760"/>
                <a:ext cx="97920" cy="1515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CE2DB7B-8AB3-448C-3FE6-AEEBA54B75F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379120" y="5246760"/>
                  <a:ext cx="133560" cy="18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92D889C-53CD-5ABB-EB08-A322E07ABBD8}"/>
              </a:ext>
            </a:extLst>
          </p:cNvPr>
          <p:cNvGrpSpPr/>
          <p:nvPr/>
        </p:nvGrpSpPr>
        <p:grpSpPr>
          <a:xfrm>
            <a:off x="2870160" y="3762840"/>
            <a:ext cx="36360" cy="48240"/>
            <a:chOff x="2870160" y="3762840"/>
            <a:chExt cx="36360" cy="4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B0D3F76-D08A-BC0A-DB15-30B0AB0C54CC}"/>
                    </a:ext>
                  </a:extLst>
                </p14:cNvPr>
                <p14:cNvContentPartPr/>
                <p14:nvPr/>
              </p14:nvContentPartPr>
              <p14:xfrm>
                <a:off x="2870160" y="3762840"/>
                <a:ext cx="25200" cy="180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B0D3F76-D08A-BC0A-DB15-30B0AB0C54C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852520" y="3744840"/>
                  <a:ext cx="608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633F351-552E-6910-86CC-8701AC558AEF}"/>
                    </a:ext>
                  </a:extLst>
                </p14:cNvPr>
                <p14:cNvContentPartPr/>
                <p14:nvPr/>
              </p14:nvContentPartPr>
              <p14:xfrm>
                <a:off x="2870160" y="3765360"/>
                <a:ext cx="36360" cy="457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633F351-552E-6910-86CC-8701AC558AE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852160" y="3747720"/>
                  <a:ext cx="72000" cy="8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B4C036C-77F0-E94B-7AE2-AAA7225D3E76}"/>
              </a:ext>
            </a:extLst>
          </p:cNvPr>
          <p:cNvGrpSpPr/>
          <p:nvPr/>
        </p:nvGrpSpPr>
        <p:grpSpPr>
          <a:xfrm>
            <a:off x="2786280" y="2949600"/>
            <a:ext cx="685080" cy="420120"/>
            <a:chOff x="2786280" y="2949600"/>
            <a:chExt cx="685080" cy="42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878492E-87EB-6863-FC0C-5748C09440AE}"/>
                    </a:ext>
                  </a:extLst>
                </p14:cNvPr>
                <p14:cNvContentPartPr/>
                <p14:nvPr/>
              </p14:nvContentPartPr>
              <p14:xfrm>
                <a:off x="2838840" y="3269280"/>
                <a:ext cx="118800" cy="1004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878492E-87EB-6863-FC0C-5748C09440A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820840" y="3251640"/>
                  <a:ext cx="15444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1D43515-8D05-23BD-6B62-DB605E17D208}"/>
                    </a:ext>
                  </a:extLst>
                </p14:cNvPr>
                <p14:cNvContentPartPr/>
                <p14:nvPr/>
              </p14:nvContentPartPr>
              <p14:xfrm>
                <a:off x="2786280" y="3124200"/>
                <a:ext cx="28440" cy="280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1D43515-8D05-23BD-6B62-DB605E17D20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768640" y="3106560"/>
                  <a:ext cx="640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D6F892E-2802-E79B-94C9-0DD6AB1637E0}"/>
                    </a:ext>
                  </a:extLst>
                </p14:cNvPr>
                <p14:cNvContentPartPr/>
                <p14:nvPr/>
              </p14:nvContentPartPr>
              <p14:xfrm>
                <a:off x="3000840" y="3242280"/>
                <a:ext cx="78480" cy="900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D6F892E-2802-E79B-94C9-0DD6AB1637E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983200" y="3224280"/>
                  <a:ext cx="1141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ABB6824-6B87-7511-004E-42BEBF839481}"/>
                    </a:ext>
                  </a:extLst>
                </p14:cNvPr>
                <p14:cNvContentPartPr/>
                <p14:nvPr/>
              </p14:nvContentPartPr>
              <p14:xfrm>
                <a:off x="3057720" y="3182160"/>
                <a:ext cx="28800" cy="453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ABB6824-6B87-7511-004E-42BEBF83948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040080" y="3164160"/>
                  <a:ext cx="644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34B14BA-A51D-BF1B-FA8D-6AA379563E8A}"/>
                    </a:ext>
                  </a:extLst>
                </p14:cNvPr>
                <p14:cNvContentPartPr/>
                <p14:nvPr/>
              </p14:nvContentPartPr>
              <p14:xfrm>
                <a:off x="3101640" y="3254880"/>
                <a:ext cx="16200" cy="216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34B14BA-A51D-BF1B-FA8D-6AA379563E8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084000" y="3236880"/>
                  <a:ext cx="518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5FB2F60-3D56-3BF4-8F9B-1A8402F8512C}"/>
                    </a:ext>
                  </a:extLst>
                </p14:cNvPr>
                <p14:cNvContentPartPr/>
                <p14:nvPr/>
              </p14:nvContentPartPr>
              <p14:xfrm>
                <a:off x="3165360" y="3063000"/>
                <a:ext cx="111960" cy="982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5FB2F60-3D56-3BF4-8F9B-1A8402F8512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147720" y="3045000"/>
                  <a:ext cx="1476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8CC9345-C23B-C20E-62FC-06B31D4F5007}"/>
                    </a:ext>
                  </a:extLst>
                </p14:cNvPr>
                <p14:cNvContentPartPr/>
                <p14:nvPr/>
              </p14:nvContentPartPr>
              <p14:xfrm>
                <a:off x="3130440" y="2949600"/>
                <a:ext cx="27720" cy="126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8CC9345-C23B-C20E-62FC-06B31D4F500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112440" y="2931600"/>
                  <a:ext cx="633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45ADB56-8D58-662A-FD8C-9C61878D68A9}"/>
                    </a:ext>
                  </a:extLst>
                </p14:cNvPr>
                <p14:cNvContentPartPr/>
                <p14:nvPr/>
              </p14:nvContentPartPr>
              <p14:xfrm>
                <a:off x="3348240" y="3032040"/>
                <a:ext cx="123120" cy="954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45ADB56-8D58-662A-FD8C-9C61878D68A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330240" y="3014040"/>
                  <a:ext cx="158760" cy="13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1046BF80-A73E-9B0F-E4BB-7F16543A6DF3}"/>
                  </a:ext>
                </a:extLst>
              </p14:cNvPr>
              <p14:cNvContentPartPr/>
              <p14:nvPr/>
            </p14:nvContentPartPr>
            <p14:xfrm>
              <a:off x="661920" y="4836000"/>
              <a:ext cx="108720" cy="6660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1046BF80-A73E-9B0F-E4BB-7F16543A6DF3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643920" y="4818000"/>
                <a:ext cx="144360" cy="10224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CA6FA327-53D9-4F9E-73F9-93D60EE83E48}"/>
              </a:ext>
            </a:extLst>
          </p:cNvPr>
          <p:cNvGrpSpPr/>
          <p:nvPr/>
        </p:nvGrpSpPr>
        <p:grpSpPr>
          <a:xfrm>
            <a:off x="400200" y="5370600"/>
            <a:ext cx="826200" cy="619920"/>
            <a:chOff x="400200" y="5370600"/>
            <a:chExt cx="826200" cy="61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27DD238-6B36-0E94-4FB4-2E5EA794821B}"/>
                    </a:ext>
                  </a:extLst>
                </p14:cNvPr>
                <p14:cNvContentPartPr/>
                <p14:nvPr/>
              </p14:nvContentPartPr>
              <p14:xfrm>
                <a:off x="452400" y="5862000"/>
                <a:ext cx="190080" cy="1285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27DD238-6B36-0E94-4FB4-2E5EA794821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34760" y="5844000"/>
                  <a:ext cx="2257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BB7781C-3838-32C1-B641-A5888EE4CECB}"/>
                    </a:ext>
                  </a:extLst>
                </p14:cNvPr>
                <p14:cNvContentPartPr/>
                <p14:nvPr/>
              </p14:nvContentPartPr>
              <p14:xfrm>
                <a:off x="400200" y="5748600"/>
                <a:ext cx="14400" cy="61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BB7781C-3838-32C1-B641-A5888EE4CEC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82200" y="5730960"/>
                  <a:ext cx="500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91B261D-5814-F043-640C-C8F424739854}"/>
                    </a:ext>
                  </a:extLst>
                </p14:cNvPr>
                <p14:cNvContentPartPr/>
                <p14:nvPr/>
              </p14:nvContentPartPr>
              <p14:xfrm>
                <a:off x="748680" y="5743200"/>
                <a:ext cx="139680" cy="770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91B261D-5814-F043-640C-C8F42473985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30680" y="5725200"/>
                  <a:ext cx="17532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F1DFEA0-8A55-476C-8641-5C7DB794B13F}"/>
                    </a:ext>
                  </a:extLst>
                </p14:cNvPr>
                <p14:cNvContentPartPr/>
                <p14:nvPr/>
              </p14:nvContentPartPr>
              <p14:xfrm>
                <a:off x="879720" y="5574360"/>
                <a:ext cx="38520" cy="421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F1DFEA0-8A55-476C-8641-5C7DB794B13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62080" y="5556360"/>
                  <a:ext cx="741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643B1E3-5B74-9506-85A7-B2F94AF7376A}"/>
                    </a:ext>
                  </a:extLst>
                </p14:cNvPr>
                <p14:cNvContentPartPr/>
                <p14:nvPr/>
              </p14:nvContentPartPr>
              <p14:xfrm>
                <a:off x="927960" y="5616120"/>
                <a:ext cx="29160" cy="399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643B1E3-5B74-9506-85A7-B2F94AF7376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10320" y="5598120"/>
                  <a:ext cx="648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9E214D7-BC7F-3C4A-0E22-7CDEFEC0E4BD}"/>
                    </a:ext>
                  </a:extLst>
                </p14:cNvPr>
                <p14:cNvContentPartPr/>
                <p14:nvPr/>
              </p14:nvContentPartPr>
              <p14:xfrm>
                <a:off x="961800" y="5493000"/>
                <a:ext cx="148320" cy="802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9E214D7-BC7F-3C4A-0E22-7CDEFEC0E4B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43800" y="5475360"/>
                  <a:ext cx="1839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A63CF59-3691-48B0-32D0-259DB6052D5F}"/>
                    </a:ext>
                  </a:extLst>
                </p14:cNvPr>
                <p14:cNvContentPartPr/>
                <p14:nvPr/>
              </p14:nvContentPartPr>
              <p14:xfrm>
                <a:off x="933720" y="5372400"/>
                <a:ext cx="21960" cy="36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A63CF59-3691-48B0-32D0-259DB6052D5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15720" y="5354400"/>
                  <a:ext cx="576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0372487-DCE6-E492-4742-EC25B1D60F81}"/>
                    </a:ext>
                  </a:extLst>
                </p14:cNvPr>
                <p14:cNvContentPartPr/>
                <p14:nvPr/>
              </p14:nvContentPartPr>
              <p14:xfrm>
                <a:off x="1155120" y="5370600"/>
                <a:ext cx="71280" cy="1699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0372487-DCE6-E492-4742-EC25B1D60F8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37120" y="5352600"/>
                  <a:ext cx="106920" cy="20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14620212-6CBF-F062-475F-25165EFB7A9F}"/>
                  </a:ext>
                </a:extLst>
              </p14:cNvPr>
              <p14:cNvContentPartPr/>
              <p14:nvPr/>
            </p14:nvContentPartPr>
            <p14:xfrm>
              <a:off x="160800" y="4646640"/>
              <a:ext cx="1257840" cy="169380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14620212-6CBF-F062-475F-25165EFB7A9F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42800" y="4628640"/>
                <a:ext cx="1293480" cy="172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163CA095-306C-F976-7245-2215FD77DD21}"/>
                  </a:ext>
                </a:extLst>
              </p14:cNvPr>
              <p14:cNvContentPartPr/>
              <p14:nvPr/>
            </p14:nvContentPartPr>
            <p14:xfrm>
              <a:off x="2583240" y="2641800"/>
              <a:ext cx="1199880" cy="13024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163CA095-306C-F976-7245-2215FD77DD21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2565240" y="2624160"/>
                <a:ext cx="1235520" cy="133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4B7AF99B-AE70-DE75-58EF-A4F1BAACB9F8}"/>
                  </a:ext>
                </a:extLst>
              </p14:cNvPr>
              <p14:cNvContentPartPr/>
              <p14:nvPr/>
            </p14:nvContentPartPr>
            <p14:xfrm>
              <a:off x="394440" y="3291600"/>
              <a:ext cx="2402280" cy="270324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4B7AF99B-AE70-DE75-58EF-A4F1BAACB9F8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76440" y="3273600"/>
                <a:ext cx="2437920" cy="273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113921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90CE8-8591-FD2D-F755-8CA9604CB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equations based on KCL and Ohm’s law </a:t>
            </a:r>
          </a:p>
        </p:txBody>
      </p:sp>
      <p:pic>
        <p:nvPicPr>
          <p:cNvPr id="6" name="Content Placeholder 5" descr="A white paper with black text&#10;&#10;Description automatically generated">
            <a:extLst>
              <a:ext uri="{FF2B5EF4-FFF2-40B4-BE49-F238E27FC236}">
                <a16:creationId xmlns:a16="http://schemas.microsoft.com/office/drawing/2014/main" id="{F86F6DC3-AC14-1869-FF86-DD653F8C7F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9720" y="1789044"/>
            <a:ext cx="7544603" cy="347494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D26C24-EB2F-7995-710F-D456F46ED6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24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3" name="Content Placeholder 5" descr="A diagram of electrical wiring&#10;&#10;Description automatically generated">
            <a:extLst>
              <a:ext uri="{FF2B5EF4-FFF2-40B4-BE49-F238E27FC236}">
                <a16:creationId xmlns:a16="http://schemas.microsoft.com/office/drawing/2014/main" id="{9E0D3B82-77A9-DB1F-00C3-A6B9B028D36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39" b="37185"/>
          <a:stretch/>
        </p:blipFill>
        <p:spPr>
          <a:xfrm>
            <a:off x="188181" y="4017397"/>
            <a:ext cx="5318332" cy="2210462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D2C360B4-BA38-010D-1F1A-DBAB32D9CB1E}"/>
              </a:ext>
            </a:extLst>
          </p:cNvPr>
          <p:cNvGrpSpPr/>
          <p:nvPr/>
        </p:nvGrpSpPr>
        <p:grpSpPr>
          <a:xfrm>
            <a:off x="1150080" y="3678600"/>
            <a:ext cx="752040" cy="636480"/>
            <a:chOff x="1150080" y="3678600"/>
            <a:chExt cx="752040" cy="63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3C85CDC-9361-C90F-D2DB-62EBA1B6F954}"/>
                    </a:ext>
                  </a:extLst>
                </p14:cNvPr>
                <p14:cNvContentPartPr/>
                <p14:nvPr/>
              </p14:nvContentPartPr>
              <p14:xfrm>
                <a:off x="1150080" y="4081800"/>
                <a:ext cx="160920" cy="2332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3C85CDC-9361-C90F-D2DB-62EBA1B6F95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32440" y="4064160"/>
                  <a:ext cx="19656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C673427-A2FE-D450-CD27-27C9761E27E1}"/>
                    </a:ext>
                  </a:extLst>
                </p14:cNvPr>
                <p14:cNvContentPartPr/>
                <p14:nvPr/>
              </p14:nvContentPartPr>
              <p14:xfrm>
                <a:off x="1193280" y="4005480"/>
                <a:ext cx="163800" cy="1483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C673427-A2FE-D450-CD27-27C9761E27E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75640" y="3987480"/>
                  <a:ext cx="1994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C623C62-C346-5144-5D1B-7EB73FEEA80D}"/>
                    </a:ext>
                  </a:extLst>
                </p14:cNvPr>
                <p14:cNvContentPartPr/>
                <p14:nvPr/>
              </p14:nvContentPartPr>
              <p14:xfrm>
                <a:off x="1412160" y="4019880"/>
                <a:ext cx="81000" cy="709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C623C62-C346-5144-5D1B-7EB73FEEA80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94160" y="4002240"/>
                  <a:ext cx="1166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D2D774D-5FAC-765E-9F8E-7902E61AC490}"/>
                    </a:ext>
                  </a:extLst>
                </p14:cNvPr>
                <p14:cNvContentPartPr/>
                <p14:nvPr/>
              </p14:nvContentPartPr>
              <p14:xfrm>
                <a:off x="1499280" y="3842760"/>
                <a:ext cx="129240" cy="1911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D2D774D-5FAC-765E-9F8E-7902E61AC49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81280" y="3825120"/>
                  <a:ext cx="16488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374AADB-795D-63EB-BD66-0741DBAB7C40}"/>
                    </a:ext>
                  </a:extLst>
                </p14:cNvPr>
                <p14:cNvContentPartPr/>
                <p14:nvPr/>
              </p14:nvContentPartPr>
              <p14:xfrm>
                <a:off x="1662720" y="3837000"/>
                <a:ext cx="140040" cy="1004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374AADB-795D-63EB-BD66-0741DBAB7C4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44720" y="3819000"/>
                  <a:ext cx="1756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95F7400-163A-19D2-92A8-04832DD62453}"/>
                    </a:ext>
                  </a:extLst>
                </p14:cNvPr>
                <p14:cNvContentPartPr/>
                <p14:nvPr/>
              </p14:nvContentPartPr>
              <p14:xfrm>
                <a:off x="1786920" y="3678600"/>
                <a:ext cx="115200" cy="228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95F7400-163A-19D2-92A8-04832DD6245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769280" y="3660600"/>
                  <a:ext cx="150840" cy="26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1AB1E01-5B9E-6E8B-7119-547B7DEE74ED}"/>
              </a:ext>
            </a:extLst>
          </p:cNvPr>
          <p:cNvGrpSpPr/>
          <p:nvPr/>
        </p:nvGrpSpPr>
        <p:grpSpPr>
          <a:xfrm>
            <a:off x="3918480" y="3552240"/>
            <a:ext cx="934920" cy="559080"/>
            <a:chOff x="3918480" y="3552240"/>
            <a:chExt cx="934920" cy="55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3C38E6E-3F8E-10FC-CB86-9FB8680CA5B4}"/>
                    </a:ext>
                  </a:extLst>
                </p14:cNvPr>
                <p14:cNvContentPartPr/>
                <p14:nvPr/>
              </p14:nvContentPartPr>
              <p14:xfrm>
                <a:off x="3918480" y="3922320"/>
                <a:ext cx="72000" cy="189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3C38E6E-3F8E-10FC-CB86-9FB8680CA5B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900840" y="3904320"/>
                  <a:ext cx="10764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3069008-DBEE-E4D8-E92B-32DB146023B1}"/>
                    </a:ext>
                  </a:extLst>
                </p14:cNvPr>
                <p14:cNvContentPartPr/>
                <p14:nvPr/>
              </p14:nvContentPartPr>
              <p14:xfrm>
                <a:off x="3923160" y="3798480"/>
                <a:ext cx="167400" cy="1976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3069008-DBEE-E4D8-E92B-32DB146023B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905160" y="3780840"/>
                  <a:ext cx="20304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2EA9F28-C24E-0BE4-705D-C6001136251F}"/>
                    </a:ext>
                  </a:extLst>
                </p14:cNvPr>
                <p14:cNvContentPartPr/>
                <p14:nvPr/>
              </p14:nvContentPartPr>
              <p14:xfrm>
                <a:off x="4193160" y="3832320"/>
                <a:ext cx="85680" cy="107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2EA9F28-C24E-0BE4-705D-C6001136251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175520" y="3814680"/>
                  <a:ext cx="1213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EA177FB-B770-611A-A9B7-D26FA96647EB}"/>
                    </a:ext>
                  </a:extLst>
                </p14:cNvPr>
                <p14:cNvContentPartPr/>
                <p14:nvPr/>
              </p14:nvContentPartPr>
              <p14:xfrm>
                <a:off x="4368120" y="3663480"/>
                <a:ext cx="143280" cy="209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EA177FB-B770-611A-A9B7-D26FA96647E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350480" y="3645480"/>
                  <a:ext cx="1789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B6ED29B-545C-F73A-951D-29E9F388BEB4}"/>
                    </a:ext>
                  </a:extLst>
                </p14:cNvPr>
                <p14:cNvContentPartPr/>
                <p14:nvPr/>
              </p14:nvContentPartPr>
              <p14:xfrm>
                <a:off x="4542360" y="3691200"/>
                <a:ext cx="106560" cy="87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B6ED29B-545C-F73A-951D-29E9F388BEB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524360" y="3673560"/>
                  <a:ext cx="1422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F98A3B0-4CC2-DB4C-C528-17F1C83A827D}"/>
                    </a:ext>
                  </a:extLst>
                </p14:cNvPr>
                <p14:cNvContentPartPr/>
                <p14:nvPr/>
              </p14:nvContentPartPr>
              <p14:xfrm>
                <a:off x="4691400" y="3552240"/>
                <a:ext cx="162000" cy="131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F98A3B0-4CC2-DB4C-C528-17F1C83A827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673400" y="3534600"/>
                  <a:ext cx="197640" cy="16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D59A301-C36F-95A9-4853-B75FBC8AB130}"/>
              </a:ext>
            </a:extLst>
          </p:cNvPr>
          <p:cNvGrpSpPr/>
          <p:nvPr/>
        </p:nvGrpSpPr>
        <p:grpSpPr>
          <a:xfrm>
            <a:off x="2920920" y="5786400"/>
            <a:ext cx="920880" cy="344160"/>
            <a:chOff x="2920920" y="5786400"/>
            <a:chExt cx="920880" cy="34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0C97B78-0F0D-CC2E-2C5E-5D510354CCC8}"/>
                    </a:ext>
                  </a:extLst>
                </p14:cNvPr>
                <p14:cNvContentPartPr/>
                <p14:nvPr/>
              </p14:nvContentPartPr>
              <p14:xfrm>
                <a:off x="2920920" y="5909520"/>
                <a:ext cx="94320" cy="221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0C97B78-0F0D-CC2E-2C5E-5D510354CCC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902920" y="5891880"/>
                  <a:ext cx="12996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2C7D574-E1BA-B461-C403-6807698440A5}"/>
                    </a:ext>
                  </a:extLst>
                </p14:cNvPr>
                <p14:cNvContentPartPr/>
                <p14:nvPr/>
              </p14:nvContentPartPr>
              <p14:xfrm>
                <a:off x="2937480" y="5904480"/>
                <a:ext cx="177120" cy="1087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2C7D574-E1BA-B461-C403-6807698440A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919840" y="5886480"/>
                  <a:ext cx="2127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81DA072-EE59-CA64-A292-D4F5B315CB75}"/>
                    </a:ext>
                  </a:extLst>
                </p14:cNvPr>
                <p14:cNvContentPartPr/>
                <p14:nvPr/>
              </p14:nvContentPartPr>
              <p14:xfrm>
                <a:off x="3209280" y="5901600"/>
                <a:ext cx="86400" cy="119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81DA072-EE59-CA64-A292-D4F5B315CB7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191280" y="5883600"/>
                  <a:ext cx="1220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47527D3-5D01-DE45-CE40-F30082D525D5}"/>
                    </a:ext>
                  </a:extLst>
                </p14:cNvPr>
                <p14:cNvContentPartPr/>
                <p14:nvPr/>
              </p14:nvContentPartPr>
              <p14:xfrm>
                <a:off x="3392880" y="5796840"/>
                <a:ext cx="123480" cy="1821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47527D3-5D01-DE45-CE40-F30082D525D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374880" y="5779200"/>
                  <a:ext cx="1591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901E18A-A6E2-9233-1F10-9B788EFE3D4D}"/>
                    </a:ext>
                  </a:extLst>
                </p14:cNvPr>
                <p14:cNvContentPartPr/>
                <p14:nvPr/>
              </p14:nvContentPartPr>
              <p14:xfrm>
                <a:off x="3575040" y="5822400"/>
                <a:ext cx="61920" cy="1137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901E18A-A6E2-9233-1F10-9B788EFE3D4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557040" y="5804760"/>
                  <a:ext cx="975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EB20256-3BF9-EE33-31DB-33F74C84CC9D}"/>
                    </a:ext>
                  </a:extLst>
                </p14:cNvPr>
                <p14:cNvContentPartPr/>
                <p14:nvPr/>
              </p14:nvContentPartPr>
              <p14:xfrm>
                <a:off x="3714360" y="5786400"/>
                <a:ext cx="127440" cy="1616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EB20256-3BF9-EE33-31DB-33F74C84CC9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696720" y="5768760"/>
                  <a:ext cx="163080" cy="197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9B1DA03F-4003-8951-6A80-515EA56B0B82}"/>
                  </a:ext>
                </a:extLst>
              </p14:cNvPr>
              <p14:cNvContentPartPr/>
              <p14:nvPr/>
            </p14:nvContentPartPr>
            <p14:xfrm>
              <a:off x="5443080" y="3629280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9B1DA03F-4003-8951-6A80-515EA56B0B82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425440" y="3611640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FF7D7131-13FE-3B78-58BD-798EB8B2541D}"/>
                  </a:ext>
                </a:extLst>
              </p14:cNvPr>
              <p14:cNvContentPartPr/>
              <p14:nvPr/>
            </p14:nvContentPartPr>
            <p14:xfrm>
              <a:off x="7407240" y="3172800"/>
              <a:ext cx="297000" cy="33433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FF7D7131-13FE-3B78-58BD-798EB8B2541D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389600" y="3155160"/>
                <a:ext cx="332640" cy="337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9F0DDB0D-434F-3FCC-CA88-4AE91334D6E1}"/>
              </a:ext>
            </a:extLst>
          </p:cNvPr>
          <p:cNvGrpSpPr/>
          <p:nvPr/>
        </p:nvGrpSpPr>
        <p:grpSpPr>
          <a:xfrm>
            <a:off x="8221560" y="3160200"/>
            <a:ext cx="1266480" cy="3369600"/>
            <a:chOff x="8221560" y="3160200"/>
            <a:chExt cx="1266480" cy="336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AECE21A-223C-74D1-1790-268FF082DD0C}"/>
                    </a:ext>
                  </a:extLst>
                </p14:cNvPr>
                <p14:cNvContentPartPr/>
                <p14:nvPr/>
              </p14:nvContentPartPr>
              <p14:xfrm>
                <a:off x="8221560" y="3366120"/>
                <a:ext cx="95760" cy="2754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AECE21A-223C-74D1-1790-268FF082DD0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203560" y="3348480"/>
                  <a:ext cx="13140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56D752A-3C5E-9DBE-E752-8480383596D9}"/>
                    </a:ext>
                  </a:extLst>
                </p14:cNvPr>
                <p14:cNvContentPartPr/>
                <p14:nvPr/>
              </p14:nvContentPartPr>
              <p14:xfrm>
                <a:off x="8306880" y="3409320"/>
                <a:ext cx="99720" cy="1288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56D752A-3C5E-9DBE-E752-8480383596D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288880" y="3391320"/>
                  <a:ext cx="1353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8A2C1E5-7F43-F654-4AE1-592267FB65C7}"/>
                    </a:ext>
                  </a:extLst>
                </p14:cNvPr>
                <p14:cNvContentPartPr/>
                <p14:nvPr/>
              </p14:nvContentPartPr>
              <p14:xfrm>
                <a:off x="8538720" y="3435600"/>
                <a:ext cx="145080" cy="120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8A2C1E5-7F43-F654-4AE1-592267FB65C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520720" y="3417600"/>
                  <a:ext cx="1807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7990A6E-2685-4ACD-14FF-12ECB99D34CF}"/>
                    </a:ext>
                  </a:extLst>
                </p14:cNvPr>
                <p14:cNvContentPartPr/>
                <p14:nvPr/>
              </p14:nvContentPartPr>
              <p14:xfrm>
                <a:off x="8794320" y="3383400"/>
                <a:ext cx="143280" cy="153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7990A6E-2685-4ACD-14FF-12ECB99D34C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776320" y="3365760"/>
                  <a:ext cx="1789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DC005C8-058F-6FAD-5D4D-AD2D8557B632}"/>
                    </a:ext>
                  </a:extLst>
                </p14:cNvPr>
                <p14:cNvContentPartPr/>
                <p14:nvPr/>
              </p14:nvContentPartPr>
              <p14:xfrm>
                <a:off x="9124080" y="3160200"/>
                <a:ext cx="363960" cy="33696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DC005C8-058F-6FAD-5D4D-AD2D8557B63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106080" y="3142560"/>
                  <a:ext cx="399600" cy="340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6A8D666-6962-A1E7-D6D6-1343612B0D3A}"/>
              </a:ext>
            </a:extLst>
          </p:cNvPr>
          <p:cNvGrpSpPr/>
          <p:nvPr/>
        </p:nvGrpSpPr>
        <p:grpSpPr>
          <a:xfrm>
            <a:off x="7622880" y="3826560"/>
            <a:ext cx="535320" cy="464400"/>
            <a:chOff x="7622880" y="3826560"/>
            <a:chExt cx="535320" cy="46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D70A5A4-9185-9079-7E2C-B9D68E9269A0}"/>
                    </a:ext>
                  </a:extLst>
                </p14:cNvPr>
                <p14:cNvContentPartPr/>
                <p14:nvPr/>
              </p14:nvContentPartPr>
              <p14:xfrm>
                <a:off x="7716120" y="3979920"/>
                <a:ext cx="199440" cy="2437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D70A5A4-9185-9079-7E2C-B9D68E9269A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698120" y="3961920"/>
                  <a:ext cx="23508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576548D-6931-CB16-DF75-4AB6970F53EB}"/>
                    </a:ext>
                  </a:extLst>
                </p14:cNvPr>
                <p14:cNvContentPartPr/>
                <p14:nvPr/>
              </p14:nvContentPartPr>
              <p14:xfrm>
                <a:off x="7985760" y="3963720"/>
                <a:ext cx="52920" cy="1332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576548D-6931-CB16-DF75-4AB6970F53E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968120" y="3946080"/>
                  <a:ext cx="885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8CB6D81-66EF-1196-CC5E-0A9E8918094A}"/>
                    </a:ext>
                  </a:extLst>
                </p14:cNvPr>
                <p14:cNvContentPartPr/>
                <p14:nvPr/>
              </p14:nvContentPartPr>
              <p14:xfrm>
                <a:off x="7622880" y="3942840"/>
                <a:ext cx="122760" cy="3481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8CB6D81-66EF-1196-CC5E-0A9E8918094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604880" y="3924840"/>
                  <a:ext cx="15840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E9C1AF9-862E-E896-464A-B520E6BF8D15}"/>
                    </a:ext>
                  </a:extLst>
                </p14:cNvPr>
                <p14:cNvContentPartPr/>
                <p14:nvPr/>
              </p14:nvContentPartPr>
              <p14:xfrm>
                <a:off x="7643040" y="3826560"/>
                <a:ext cx="515160" cy="453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E9C1AF9-862E-E896-464A-B520E6BF8D1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625040" y="3808920"/>
                  <a:ext cx="550800" cy="48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DBDEDCC-09CC-45B0-8E1E-896F69D62488}"/>
              </a:ext>
            </a:extLst>
          </p:cNvPr>
          <p:cNvGrpSpPr/>
          <p:nvPr/>
        </p:nvGrpSpPr>
        <p:grpSpPr>
          <a:xfrm>
            <a:off x="7787760" y="4848240"/>
            <a:ext cx="539280" cy="556920"/>
            <a:chOff x="7787760" y="4848240"/>
            <a:chExt cx="539280" cy="55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BF99F46-115E-422E-B1DA-CF41CB413826}"/>
                    </a:ext>
                  </a:extLst>
                </p14:cNvPr>
                <p14:cNvContentPartPr/>
                <p14:nvPr/>
              </p14:nvContentPartPr>
              <p14:xfrm>
                <a:off x="7832760" y="5062080"/>
                <a:ext cx="29520" cy="2260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BF99F46-115E-422E-B1DA-CF41CB41382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815120" y="5044440"/>
                  <a:ext cx="6516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04D9FE1-2A7E-D95E-AC65-643496C8F10F}"/>
                    </a:ext>
                  </a:extLst>
                </p14:cNvPr>
                <p14:cNvContentPartPr/>
                <p14:nvPr/>
              </p14:nvContentPartPr>
              <p14:xfrm>
                <a:off x="7854720" y="4992600"/>
                <a:ext cx="133920" cy="181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04D9FE1-2A7E-D95E-AC65-643496C8F10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836720" y="4974960"/>
                  <a:ext cx="1695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D46A571-4096-A747-1FD9-8D125D3536EF}"/>
                    </a:ext>
                  </a:extLst>
                </p14:cNvPr>
                <p14:cNvContentPartPr/>
                <p14:nvPr/>
              </p14:nvContentPartPr>
              <p14:xfrm>
                <a:off x="8053800" y="5090160"/>
                <a:ext cx="151200" cy="633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D46A571-4096-A747-1FD9-8D125D3536E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035800" y="5072520"/>
                  <a:ext cx="1868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328567E-1576-96D6-D4DA-51146A267464}"/>
                    </a:ext>
                  </a:extLst>
                </p14:cNvPr>
                <p14:cNvContentPartPr/>
                <p14:nvPr/>
              </p14:nvContentPartPr>
              <p14:xfrm>
                <a:off x="7787760" y="4848240"/>
                <a:ext cx="539280" cy="4986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328567E-1576-96D6-D4DA-51146A26746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769760" y="4830240"/>
                  <a:ext cx="574920" cy="53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4420BDB-2814-6BCE-C21F-74DE7BFDAC95}"/>
                    </a:ext>
                  </a:extLst>
                </p14:cNvPr>
                <p14:cNvContentPartPr/>
                <p14:nvPr/>
              </p14:nvContentPartPr>
              <p14:xfrm>
                <a:off x="7800000" y="5080800"/>
                <a:ext cx="249840" cy="3243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4420BDB-2814-6BCE-C21F-74DE7BFDAC9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782000" y="5062800"/>
                  <a:ext cx="285480" cy="36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39ACF3C-8BED-26C9-6686-C89777BFFE01}"/>
              </a:ext>
            </a:extLst>
          </p:cNvPr>
          <p:cNvGrpSpPr/>
          <p:nvPr/>
        </p:nvGrpSpPr>
        <p:grpSpPr>
          <a:xfrm>
            <a:off x="7912680" y="6058560"/>
            <a:ext cx="658800" cy="609120"/>
            <a:chOff x="7912680" y="6058560"/>
            <a:chExt cx="658800" cy="60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67A7DD0-721A-325A-0D27-8F8660E922FE}"/>
                    </a:ext>
                  </a:extLst>
                </p14:cNvPr>
                <p14:cNvContentPartPr/>
                <p14:nvPr/>
              </p14:nvContentPartPr>
              <p14:xfrm>
                <a:off x="7955520" y="6299760"/>
                <a:ext cx="2880" cy="1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67A7DD0-721A-325A-0D27-8F8660E922F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937520" y="6281760"/>
                  <a:ext cx="385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7A51BE8-755B-BD57-15D4-09B28CE726F7}"/>
                    </a:ext>
                  </a:extLst>
                </p14:cNvPr>
                <p14:cNvContentPartPr/>
                <p14:nvPr/>
              </p14:nvContentPartPr>
              <p14:xfrm>
                <a:off x="8002680" y="6294720"/>
                <a:ext cx="38880" cy="2152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7A51BE8-755B-BD57-15D4-09B28CE726F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985040" y="6277080"/>
                  <a:ext cx="7452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0AD7C8F-795C-4A39-13EA-67BC4AD93240}"/>
                    </a:ext>
                  </a:extLst>
                </p14:cNvPr>
                <p14:cNvContentPartPr/>
                <p14:nvPr/>
              </p14:nvContentPartPr>
              <p14:xfrm>
                <a:off x="8025360" y="6248280"/>
                <a:ext cx="129240" cy="1440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0AD7C8F-795C-4A39-13EA-67BC4AD9324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007360" y="6230280"/>
                  <a:ext cx="1648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5DC3A98-11D8-6DAC-1BB0-1D6A4A160566}"/>
                    </a:ext>
                  </a:extLst>
                </p14:cNvPr>
                <p14:cNvContentPartPr/>
                <p14:nvPr/>
              </p14:nvContentPartPr>
              <p14:xfrm>
                <a:off x="8271240" y="6290760"/>
                <a:ext cx="102240" cy="1591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5DC3A98-11D8-6DAC-1BB0-1D6A4A16056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253240" y="6273120"/>
                  <a:ext cx="1378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50B44C7-14CB-D7BC-B448-601E74F55E1F}"/>
                    </a:ext>
                  </a:extLst>
                </p14:cNvPr>
                <p14:cNvContentPartPr/>
                <p14:nvPr/>
              </p14:nvContentPartPr>
              <p14:xfrm>
                <a:off x="7912680" y="6058560"/>
                <a:ext cx="658800" cy="6091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50B44C7-14CB-D7BC-B448-601E74F55E1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894680" y="6040920"/>
                  <a:ext cx="694440" cy="64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104D6FC-0A7A-5446-BF89-67501400C5E8}"/>
                    </a:ext>
                  </a:extLst>
                </p14:cNvPr>
                <p14:cNvContentPartPr/>
                <p14:nvPr/>
              </p14:nvContentPartPr>
              <p14:xfrm>
                <a:off x="7931760" y="6299040"/>
                <a:ext cx="70920" cy="3117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104D6FC-0A7A-5446-BF89-67501400C5E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914120" y="6281400"/>
                  <a:ext cx="106560" cy="34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7BB2CCEA-4FDC-FC18-86E8-D72D93729FA3}"/>
              </a:ext>
            </a:extLst>
          </p:cNvPr>
          <p:cNvGrpSpPr/>
          <p:nvPr/>
        </p:nvGrpSpPr>
        <p:grpSpPr>
          <a:xfrm>
            <a:off x="8210400" y="4194480"/>
            <a:ext cx="973800" cy="375480"/>
            <a:chOff x="8210400" y="4194480"/>
            <a:chExt cx="973800" cy="37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E08507B-57D8-29EC-C1B3-C8DECD2E3107}"/>
                    </a:ext>
                  </a:extLst>
                </p14:cNvPr>
                <p14:cNvContentPartPr/>
                <p14:nvPr/>
              </p14:nvContentPartPr>
              <p14:xfrm>
                <a:off x="8210400" y="4380240"/>
                <a:ext cx="128520" cy="1677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E08507B-57D8-29EC-C1B3-C8DECD2E310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192760" y="4362240"/>
                  <a:ext cx="1641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B47598D-1032-3964-0DDA-F38FE4517B08}"/>
                    </a:ext>
                  </a:extLst>
                </p14:cNvPr>
                <p14:cNvContentPartPr/>
                <p14:nvPr/>
              </p14:nvContentPartPr>
              <p14:xfrm>
                <a:off x="8229480" y="4289160"/>
                <a:ext cx="45360" cy="302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B47598D-1032-3964-0DDA-F38FE4517B0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211840" y="4271160"/>
                  <a:ext cx="810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11CABC8-626C-512A-804A-37FEACE0D0AA}"/>
                    </a:ext>
                  </a:extLst>
                </p14:cNvPr>
                <p14:cNvContentPartPr/>
                <p14:nvPr/>
              </p14:nvContentPartPr>
              <p14:xfrm>
                <a:off x="8441880" y="4411200"/>
                <a:ext cx="82800" cy="1587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11CABC8-626C-512A-804A-37FEACE0D0A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424240" y="4393560"/>
                  <a:ext cx="11844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DF0C31E-B5D0-DB82-4AF3-8704CD17A750}"/>
                    </a:ext>
                  </a:extLst>
                </p14:cNvPr>
                <p14:cNvContentPartPr/>
                <p14:nvPr/>
              </p14:nvContentPartPr>
              <p14:xfrm>
                <a:off x="8652480" y="4382400"/>
                <a:ext cx="41400" cy="237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DF0C31E-B5D0-DB82-4AF3-8704CD17A75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634840" y="4364760"/>
                  <a:ext cx="770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6277515-0008-0C39-7225-C9154B922FCA}"/>
                    </a:ext>
                  </a:extLst>
                </p14:cNvPr>
                <p14:cNvContentPartPr/>
                <p14:nvPr/>
              </p14:nvContentPartPr>
              <p14:xfrm>
                <a:off x="8703240" y="4407600"/>
                <a:ext cx="60120" cy="457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6277515-0008-0C39-7225-C9154B922FC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685240" y="4389600"/>
                  <a:ext cx="957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259440B-C569-0DCD-2DCF-63E8660239D1}"/>
                    </a:ext>
                  </a:extLst>
                </p14:cNvPr>
                <p14:cNvContentPartPr/>
                <p14:nvPr/>
              </p14:nvContentPartPr>
              <p14:xfrm>
                <a:off x="8926800" y="4322280"/>
                <a:ext cx="114480" cy="1324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259440B-C569-0DCD-2DCF-63E8660239D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909160" y="4304280"/>
                  <a:ext cx="1501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F38B320-FA8B-F550-7FEC-00F99CB397FF}"/>
                    </a:ext>
                  </a:extLst>
                </p14:cNvPr>
                <p14:cNvContentPartPr/>
                <p14:nvPr/>
              </p14:nvContentPartPr>
              <p14:xfrm>
                <a:off x="8912040" y="4194480"/>
                <a:ext cx="28800" cy="162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F38B320-FA8B-F550-7FEC-00F99CB397F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894040" y="4176480"/>
                  <a:ext cx="644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BD7D929-B3C5-D1BD-6232-24E487324016}"/>
                    </a:ext>
                  </a:extLst>
                </p14:cNvPr>
                <p14:cNvContentPartPr/>
                <p14:nvPr/>
              </p14:nvContentPartPr>
              <p14:xfrm>
                <a:off x="9130920" y="4374120"/>
                <a:ext cx="53280" cy="1548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BD7D929-B3C5-D1BD-6232-24E48732401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112920" y="4356480"/>
                  <a:ext cx="88920" cy="19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EB00DADC-571D-6BB5-41BC-41C5E1487355}"/>
              </a:ext>
            </a:extLst>
          </p:cNvPr>
          <p:cNvGrpSpPr/>
          <p:nvPr/>
        </p:nvGrpSpPr>
        <p:grpSpPr>
          <a:xfrm>
            <a:off x="8297880" y="5248920"/>
            <a:ext cx="912960" cy="464040"/>
            <a:chOff x="8297880" y="5248920"/>
            <a:chExt cx="912960" cy="46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CDC5074-9626-3FCE-700A-35310D4DCCF5}"/>
                    </a:ext>
                  </a:extLst>
                </p14:cNvPr>
                <p14:cNvContentPartPr/>
                <p14:nvPr/>
              </p14:nvContentPartPr>
              <p14:xfrm>
                <a:off x="8297880" y="5561040"/>
                <a:ext cx="69480" cy="1519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CDC5074-9626-3FCE-700A-35310D4DCCF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280240" y="5543400"/>
                  <a:ext cx="1051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0191DF7-1B7B-32C7-7CD2-BC59518F8820}"/>
                    </a:ext>
                  </a:extLst>
                </p14:cNvPr>
                <p14:cNvContentPartPr/>
                <p14:nvPr/>
              </p14:nvContentPartPr>
              <p14:xfrm>
                <a:off x="8308680" y="5437200"/>
                <a:ext cx="17280" cy="36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0191DF7-1B7B-32C7-7CD2-BC59518F882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291040" y="5419560"/>
                  <a:ext cx="529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7DCD05B-367B-BFA7-E6B8-F1FAC68DCBFD}"/>
                    </a:ext>
                  </a:extLst>
                </p14:cNvPr>
                <p14:cNvContentPartPr/>
                <p14:nvPr/>
              </p14:nvContentPartPr>
              <p14:xfrm>
                <a:off x="8504160" y="5586600"/>
                <a:ext cx="32760" cy="936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7DCD05B-367B-BFA7-E6B8-F1FAC68DCBF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486160" y="5568960"/>
                  <a:ext cx="6840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DD6B3F2-2DBE-07F4-BEE8-670C7B92F597}"/>
                    </a:ext>
                  </a:extLst>
                </p14:cNvPr>
                <p14:cNvContentPartPr/>
                <p14:nvPr/>
              </p14:nvContentPartPr>
              <p14:xfrm>
                <a:off x="8640960" y="5519280"/>
                <a:ext cx="64440" cy="403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DD6B3F2-2DBE-07F4-BEE8-670C7B92F59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622960" y="5501280"/>
                  <a:ext cx="10008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598D387-434C-6A10-96D2-5EE76696B5C6}"/>
                    </a:ext>
                  </a:extLst>
                </p14:cNvPr>
                <p14:cNvContentPartPr/>
                <p14:nvPr/>
              </p14:nvContentPartPr>
              <p14:xfrm>
                <a:off x="8709360" y="5556720"/>
                <a:ext cx="27360" cy="277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598D387-434C-6A10-96D2-5EE76696B5C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691720" y="5539080"/>
                  <a:ext cx="630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69972C2-404C-F115-7AB8-B6B81F5DA85A}"/>
                    </a:ext>
                  </a:extLst>
                </p14:cNvPr>
                <p14:cNvContentPartPr/>
                <p14:nvPr/>
              </p14:nvContentPartPr>
              <p14:xfrm>
                <a:off x="8899440" y="5408400"/>
                <a:ext cx="116280" cy="1238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69972C2-404C-F115-7AB8-B6B81F5DA85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881440" y="5390400"/>
                  <a:ext cx="1519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861DCA8-B885-522E-0084-9B73B9B27F0A}"/>
                    </a:ext>
                  </a:extLst>
                </p14:cNvPr>
                <p14:cNvContentPartPr/>
                <p14:nvPr/>
              </p14:nvContentPartPr>
              <p14:xfrm>
                <a:off x="8923560" y="5248920"/>
                <a:ext cx="19800" cy="86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861DCA8-B885-522E-0084-9B73B9B27F0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905920" y="5230920"/>
                  <a:ext cx="554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946BF13-8F92-D9A4-2BEE-CE4523872F67}"/>
                    </a:ext>
                  </a:extLst>
                </p14:cNvPr>
                <p14:cNvContentPartPr/>
                <p14:nvPr/>
              </p14:nvContentPartPr>
              <p14:xfrm>
                <a:off x="9081600" y="5413080"/>
                <a:ext cx="129240" cy="1105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946BF13-8F92-D9A4-2BEE-CE4523872F6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063600" y="5395080"/>
                  <a:ext cx="164880" cy="14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EEE037C0-FDC2-F80C-4E4B-68DCEFD1E60C}"/>
              </a:ext>
            </a:extLst>
          </p:cNvPr>
          <p:cNvGrpSpPr/>
          <p:nvPr/>
        </p:nvGrpSpPr>
        <p:grpSpPr>
          <a:xfrm>
            <a:off x="8711160" y="6318480"/>
            <a:ext cx="722160" cy="413640"/>
            <a:chOff x="8711160" y="6318480"/>
            <a:chExt cx="722160" cy="41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5CC8AEA-DBD7-9DA9-A4AB-1C2BCD5F6AC5}"/>
                    </a:ext>
                  </a:extLst>
                </p14:cNvPr>
                <p14:cNvContentPartPr/>
                <p14:nvPr/>
              </p14:nvContentPartPr>
              <p14:xfrm>
                <a:off x="8734560" y="6594240"/>
                <a:ext cx="88920" cy="1378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5CC8AEA-DBD7-9DA9-A4AB-1C2BCD5F6AC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716920" y="6576600"/>
                  <a:ext cx="1245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C206A5A-91AF-BCB6-1A4B-1EA7195E93A8}"/>
                    </a:ext>
                  </a:extLst>
                </p14:cNvPr>
                <p14:cNvContentPartPr/>
                <p14:nvPr/>
              </p14:nvContentPartPr>
              <p14:xfrm>
                <a:off x="8711160" y="6465720"/>
                <a:ext cx="24840" cy="219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C206A5A-91AF-BCB6-1A4B-1EA7195E93A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693160" y="6447720"/>
                  <a:ext cx="604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93EC6BE-DD66-4D5C-95DA-CA5CA15A7F55}"/>
                    </a:ext>
                  </a:extLst>
                </p14:cNvPr>
                <p14:cNvContentPartPr/>
                <p14:nvPr/>
              </p14:nvContentPartPr>
              <p14:xfrm>
                <a:off x="8880360" y="6600360"/>
                <a:ext cx="114120" cy="957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93EC6BE-DD66-4D5C-95DA-CA5CA15A7F5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862720" y="6582720"/>
                  <a:ext cx="14976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31180B1-F396-2211-FBA1-ABB923E4E2C3}"/>
                    </a:ext>
                  </a:extLst>
                </p14:cNvPr>
                <p14:cNvContentPartPr/>
                <p14:nvPr/>
              </p14:nvContentPartPr>
              <p14:xfrm>
                <a:off x="9054960" y="6517200"/>
                <a:ext cx="27000" cy="176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31180B1-F396-2211-FBA1-ABB923E4E2C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036960" y="6499200"/>
                  <a:ext cx="626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C6A5792-245D-F48F-541E-669A3A1A67F8}"/>
                    </a:ext>
                  </a:extLst>
                </p14:cNvPr>
                <p14:cNvContentPartPr/>
                <p14:nvPr/>
              </p14:nvContentPartPr>
              <p14:xfrm>
                <a:off x="9079080" y="6560400"/>
                <a:ext cx="32760" cy="259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C6A5792-245D-F48F-541E-669A3A1A67F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061440" y="6542760"/>
                  <a:ext cx="684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E208202-50C3-F473-4C37-DCACE242BC5C}"/>
                    </a:ext>
                  </a:extLst>
                </p14:cNvPr>
                <p14:cNvContentPartPr/>
                <p14:nvPr/>
              </p14:nvContentPartPr>
              <p14:xfrm>
                <a:off x="9237480" y="6421080"/>
                <a:ext cx="34200" cy="1479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E208202-50C3-F473-4C37-DCACE242BC5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219840" y="6403440"/>
                  <a:ext cx="698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C601F22-42DE-1D03-B6C4-F6DDFEEEAA87}"/>
                    </a:ext>
                  </a:extLst>
                </p14:cNvPr>
                <p14:cNvContentPartPr/>
                <p14:nvPr/>
              </p14:nvContentPartPr>
              <p14:xfrm>
                <a:off x="9220920" y="6318480"/>
                <a:ext cx="18360" cy="284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C601F22-42DE-1D03-B6C4-F6DDFEEEAA8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202920" y="6300840"/>
                  <a:ext cx="540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0342B83-50DD-D52C-E2A2-5EF73A697EDB}"/>
                    </a:ext>
                  </a:extLst>
                </p14:cNvPr>
                <p14:cNvContentPartPr/>
                <p14:nvPr/>
              </p14:nvContentPartPr>
              <p14:xfrm>
                <a:off x="9366000" y="6543840"/>
                <a:ext cx="67320" cy="1540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0342B83-50DD-D52C-E2A2-5EF73A697ED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348000" y="6526200"/>
                  <a:ext cx="102960" cy="189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F0B1EDAF-BEA1-A5D2-217F-8E6F644D0EE3}"/>
                  </a:ext>
                </a:extLst>
              </p14:cNvPr>
              <p14:cNvContentPartPr/>
              <p14:nvPr/>
            </p14:nvContentPartPr>
            <p14:xfrm>
              <a:off x="2175000" y="4043280"/>
              <a:ext cx="1180080" cy="128196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F0B1EDAF-BEA1-A5D2-217F-8E6F644D0EE3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2157360" y="4025640"/>
                <a:ext cx="1215720" cy="131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2BED2AE8-907F-8888-35E4-FEB25B3472F8}"/>
                  </a:ext>
                </a:extLst>
              </p14:cNvPr>
              <p14:cNvContentPartPr/>
              <p14:nvPr/>
            </p14:nvContentPartPr>
            <p14:xfrm>
              <a:off x="3609600" y="4626840"/>
              <a:ext cx="871560" cy="107748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2BED2AE8-907F-8888-35E4-FEB25B3472F8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3591960" y="4608840"/>
                <a:ext cx="907200" cy="1113120"/>
              </a:xfrm>
              <a:prstGeom prst="rect">
                <a:avLst/>
              </a:prstGeom>
            </p:spPr>
          </p:pic>
        </mc:Fallback>
      </mc:AlternateContent>
      <p:grpSp>
        <p:nvGrpSpPr>
          <p:cNvPr id="95" name="Group 94">
            <a:extLst>
              <a:ext uri="{FF2B5EF4-FFF2-40B4-BE49-F238E27FC236}">
                <a16:creationId xmlns:a16="http://schemas.microsoft.com/office/drawing/2014/main" id="{34A99A7F-1CF9-7318-E06F-B7C28FD16242}"/>
              </a:ext>
            </a:extLst>
          </p:cNvPr>
          <p:cNvGrpSpPr/>
          <p:nvPr/>
        </p:nvGrpSpPr>
        <p:grpSpPr>
          <a:xfrm>
            <a:off x="2804640" y="2703720"/>
            <a:ext cx="8265240" cy="1481400"/>
            <a:chOff x="2804640" y="2703720"/>
            <a:chExt cx="8265240" cy="148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4CDB4DB9-6DE3-6B9D-6F06-8B319A48106B}"/>
                    </a:ext>
                  </a:extLst>
                </p14:cNvPr>
                <p14:cNvContentPartPr/>
                <p14:nvPr/>
              </p14:nvContentPartPr>
              <p14:xfrm>
                <a:off x="2804640" y="2703720"/>
                <a:ext cx="7526880" cy="14814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CDB4DB9-6DE3-6B9D-6F06-8B319A48106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787000" y="2685720"/>
                  <a:ext cx="7562520" cy="151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7A1D95E-8DD4-BA94-763D-05FFC7A633DD}"/>
                    </a:ext>
                  </a:extLst>
                </p14:cNvPr>
                <p14:cNvContentPartPr/>
                <p14:nvPr/>
              </p14:nvContentPartPr>
              <p14:xfrm>
                <a:off x="10247640" y="3688680"/>
                <a:ext cx="195840" cy="1954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7A1D95E-8DD4-BA94-763D-05FFC7A633D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230000" y="3671040"/>
                  <a:ext cx="2314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FAFBD5B-4B17-EE69-19FF-23BF0E9521EF}"/>
                    </a:ext>
                  </a:extLst>
                </p14:cNvPr>
                <p14:cNvContentPartPr/>
                <p14:nvPr/>
              </p14:nvContentPartPr>
              <p14:xfrm>
                <a:off x="10098240" y="3127440"/>
                <a:ext cx="196920" cy="2422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FAFBD5B-4B17-EE69-19FF-23BF0E9521E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080240" y="3109800"/>
                  <a:ext cx="23256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7D87A96-2F74-E6F1-5A38-4AC803CEBDE6}"/>
                    </a:ext>
                  </a:extLst>
                </p14:cNvPr>
                <p14:cNvContentPartPr/>
                <p14:nvPr/>
              </p14:nvContentPartPr>
              <p14:xfrm>
                <a:off x="10358520" y="3125280"/>
                <a:ext cx="195840" cy="1929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7D87A96-2F74-E6F1-5A38-4AC803CEBDE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340880" y="3107640"/>
                  <a:ext cx="23148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7989E8C-4D2D-A177-F89B-2875B6DFB00F}"/>
                    </a:ext>
                  </a:extLst>
                </p14:cNvPr>
                <p14:cNvContentPartPr/>
                <p14:nvPr/>
              </p14:nvContentPartPr>
              <p14:xfrm>
                <a:off x="10627080" y="3202680"/>
                <a:ext cx="246600" cy="820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7989E8C-4D2D-A177-F89B-2875B6DFB00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609440" y="3185040"/>
                  <a:ext cx="28224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B9AC7B3-247A-719F-76D9-9A755488E513}"/>
                    </a:ext>
                  </a:extLst>
                </p14:cNvPr>
                <p14:cNvContentPartPr/>
                <p14:nvPr/>
              </p14:nvContentPartPr>
              <p14:xfrm>
                <a:off x="10878000" y="2980200"/>
                <a:ext cx="20160" cy="792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B9AC7B3-247A-719F-76D9-9A755488E51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860000" y="2962560"/>
                  <a:ext cx="558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F5391B0-2770-DF1F-98FF-1FEF46137345}"/>
                    </a:ext>
                  </a:extLst>
                </p14:cNvPr>
                <p14:cNvContentPartPr/>
                <p14:nvPr/>
              </p14:nvContentPartPr>
              <p14:xfrm>
                <a:off x="11018400" y="3185400"/>
                <a:ext cx="51480" cy="1069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F5391B0-2770-DF1F-98FF-1FEF4613734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000760" y="3167760"/>
                  <a:ext cx="87120" cy="14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DC3759E1-F24C-B0FE-29F4-C443F4C1784F}"/>
              </a:ext>
            </a:extLst>
          </p:cNvPr>
          <p:cNvGrpSpPr/>
          <p:nvPr/>
        </p:nvGrpSpPr>
        <p:grpSpPr>
          <a:xfrm>
            <a:off x="11308920" y="3067320"/>
            <a:ext cx="476640" cy="240120"/>
            <a:chOff x="11308920" y="3067320"/>
            <a:chExt cx="476640" cy="24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7BAEF82-4198-5360-D2E9-F1C57574A017}"/>
                    </a:ext>
                  </a:extLst>
                </p14:cNvPr>
                <p14:cNvContentPartPr/>
                <p14:nvPr/>
              </p14:nvContentPartPr>
              <p14:xfrm>
                <a:off x="11308920" y="3067320"/>
                <a:ext cx="39960" cy="2088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7BAEF82-4198-5360-D2E9-F1C57574A01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290920" y="3049320"/>
                  <a:ext cx="7560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DE28325-7CDA-C948-B62C-28F097C752EA}"/>
                    </a:ext>
                  </a:extLst>
                </p14:cNvPr>
                <p14:cNvContentPartPr/>
                <p14:nvPr/>
              </p14:nvContentPartPr>
              <p14:xfrm>
                <a:off x="11439600" y="3211680"/>
                <a:ext cx="104040" cy="95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DE28325-7CDA-C948-B62C-28F097C752E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421600" y="3194040"/>
                  <a:ext cx="1396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17C4997-F2C4-FB2D-A1BF-B04785061CAF}"/>
                    </a:ext>
                  </a:extLst>
                </p14:cNvPr>
                <p14:cNvContentPartPr/>
                <p14:nvPr/>
              </p14:nvContentPartPr>
              <p14:xfrm>
                <a:off x="11614920" y="3178920"/>
                <a:ext cx="170640" cy="1018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17C4997-F2C4-FB2D-A1BF-B04785061CA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1596920" y="3160920"/>
                  <a:ext cx="206280" cy="13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C353F2F9-A655-C597-CF6E-B3FC203E35A8}"/>
              </a:ext>
            </a:extLst>
          </p:cNvPr>
          <p:cNvGrpSpPr/>
          <p:nvPr/>
        </p:nvGrpSpPr>
        <p:grpSpPr>
          <a:xfrm>
            <a:off x="9693960" y="4013760"/>
            <a:ext cx="1957680" cy="1007640"/>
            <a:chOff x="9693960" y="4013760"/>
            <a:chExt cx="1957680" cy="100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6464D56-BFE2-0243-5BF7-796865DB6DF5}"/>
                    </a:ext>
                  </a:extLst>
                </p14:cNvPr>
                <p14:cNvContentPartPr/>
                <p14:nvPr/>
              </p14:nvContentPartPr>
              <p14:xfrm>
                <a:off x="9693960" y="4125000"/>
                <a:ext cx="203400" cy="2433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6464D56-BFE2-0243-5BF7-796865DB6DF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675960" y="4107000"/>
                  <a:ext cx="23904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A64B0B3-0652-BC10-F680-93114D20DD15}"/>
                    </a:ext>
                  </a:extLst>
                </p14:cNvPr>
                <p14:cNvContentPartPr/>
                <p14:nvPr/>
              </p14:nvContentPartPr>
              <p14:xfrm>
                <a:off x="9985560" y="4336320"/>
                <a:ext cx="51120" cy="2088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A64B0B3-0652-BC10-F680-93114D20DD1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967560" y="4318320"/>
                  <a:ext cx="8676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B99CC0D-CBE6-41AE-972A-D5773429A74A}"/>
                    </a:ext>
                  </a:extLst>
                </p14:cNvPr>
                <p14:cNvContentPartPr/>
                <p14:nvPr/>
              </p14:nvContentPartPr>
              <p14:xfrm>
                <a:off x="9998880" y="4305360"/>
                <a:ext cx="136080" cy="1494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B99CC0D-CBE6-41AE-972A-D5773429A74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980880" y="4287720"/>
                  <a:ext cx="1717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5962A63-DDA9-2B44-A93F-BE188B31052D}"/>
                    </a:ext>
                  </a:extLst>
                </p14:cNvPr>
                <p14:cNvContentPartPr/>
                <p14:nvPr/>
              </p14:nvContentPartPr>
              <p14:xfrm>
                <a:off x="10231800" y="4333440"/>
                <a:ext cx="15840" cy="75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5962A63-DDA9-2B44-A93F-BE188B31052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214160" y="4315440"/>
                  <a:ext cx="514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BA913AA-F35F-3A58-2726-137B46F47778}"/>
                    </a:ext>
                  </a:extLst>
                </p14:cNvPr>
                <p14:cNvContentPartPr/>
                <p14:nvPr/>
              </p14:nvContentPartPr>
              <p14:xfrm>
                <a:off x="10258440" y="4311120"/>
                <a:ext cx="40320" cy="1821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BA913AA-F35F-3A58-2726-137B46F4777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240440" y="4293120"/>
                  <a:ext cx="759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1E8D486-1BB8-6C4E-B9AF-0F76DD1479E1}"/>
                    </a:ext>
                  </a:extLst>
                </p14:cNvPr>
                <p14:cNvContentPartPr/>
                <p14:nvPr/>
              </p14:nvContentPartPr>
              <p14:xfrm>
                <a:off x="10437720" y="4251000"/>
                <a:ext cx="52920" cy="248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1E8D486-1BB8-6C4E-B9AF-0F76DD1479E1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419720" y="4233000"/>
                  <a:ext cx="885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BF646B1-F4E3-65EF-DA72-F3145CF66CEA}"/>
                    </a:ext>
                  </a:extLst>
                </p14:cNvPr>
                <p14:cNvContentPartPr/>
                <p14:nvPr/>
              </p14:nvContentPartPr>
              <p14:xfrm>
                <a:off x="10505760" y="4290960"/>
                <a:ext cx="46800" cy="172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BF646B1-F4E3-65EF-DA72-F3145CF66CE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487760" y="4272960"/>
                  <a:ext cx="824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FFC798E-1747-A2DA-90B1-E3751CF66176}"/>
                    </a:ext>
                  </a:extLst>
                </p14:cNvPr>
                <p14:cNvContentPartPr/>
                <p14:nvPr/>
              </p14:nvContentPartPr>
              <p14:xfrm>
                <a:off x="10826160" y="4147680"/>
                <a:ext cx="41400" cy="1717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FFC798E-1747-A2DA-90B1-E3751CF6617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808160" y="4129680"/>
                  <a:ext cx="7704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1ECE1DB-8BC9-0CB0-1AE4-BDB9846C6342}"/>
                    </a:ext>
                  </a:extLst>
                </p14:cNvPr>
                <p14:cNvContentPartPr/>
                <p14:nvPr/>
              </p14:nvContentPartPr>
              <p14:xfrm>
                <a:off x="10796280" y="4013760"/>
                <a:ext cx="21960" cy="72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1ECE1DB-8BC9-0CB0-1AE4-BDB9846C634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778640" y="3995760"/>
                  <a:ext cx="576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BC8B010-975D-8622-4AB1-0D06E32225AA}"/>
                    </a:ext>
                  </a:extLst>
                </p14:cNvPr>
                <p14:cNvContentPartPr/>
                <p14:nvPr/>
              </p14:nvContentPartPr>
              <p14:xfrm>
                <a:off x="11003640" y="4260720"/>
                <a:ext cx="16200" cy="1188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BC8B010-975D-8622-4AB1-0D06E32225A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986000" y="4242720"/>
                  <a:ext cx="518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04DC056-009F-06F2-8912-844E0F1AFAC3}"/>
                    </a:ext>
                  </a:extLst>
                </p14:cNvPr>
                <p14:cNvContentPartPr/>
                <p14:nvPr/>
              </p14:nvContentPartPr>
              <p14:xfrm>
                <a:off x="11212080" y="4219320"/>
                <a:ext cx="8640" cy="147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04DC056-009F-06F2-8912-844E0F1AFAC3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1194080" y="4201680"/>
                  <a:ext cx="442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1B7E56D-6917-E0BF-200D-68F4F31E502D}"/>
                    </a:ext>
                  </a:extLst>
                </p14:cNvPr>
                <p14:cNvContentPartPr/>
                <p14:nvPr/>
              </p14:nvContentPartPr>
              <p14:xfrm>
                <a:off x="11361480" y="4104120"/>
                <a:ext cx="47160" cy="1677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1B7E56D-6917-E0BF-200D-68F4F31E502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1343480" y="4086480"/>
                  <a:ext cx="828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8F4DB6D-141E-B204-80CD-23308DC30124}"/>
                    </a:ext>
                  </a:extLst>
                </p14:cNvPr>
                <p14:cNvContentPartPr/>
                <p14:nvPr/>
              </p14:nvContentPartPr>
              <p14:xfrm>
                <a:off x="11394240" y="4030680"/>
                <a:ext cx="135360" cy="1659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8F4DB6D-141E-B204-80CD-23308DC3012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1376240" y="4012680"/>
                  <a:ext cx="1710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99126FD-CA8B-317A-3673-393252F21EA3}"/>
                    </a:ext>
                  </a:extLst>
                </p14:cNvPr>
                <p14:cNvContentPartPr/>
                <p14:nvPr/>
              </p14:nvContentPartPr>
              <p14:xfrm>
                <a:off x="11612400" y="4170360"/>
                <a:ext cx="39240" cy="1299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99126FD-CA8B-317A-3673-393252F21EA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1594400" y="4152720"/>
                  <a:ext cx="748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EA394C3-03AE-F7BB-9CC1-043EDA78C010}"/>
                    </a:ext>
                  </a:extLst>
                </p14:cNvPr>
                <p14:cNvContentPartPr/>
                <p14:nvPr/>
              </p14:nvContentPartPr>
              <p14:xfrm>
                <a:off x="9703320" y="4819440"/>
                <a:ext cx="200880" cy="1692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EA394C3-03AE-F7BB-9CC1-043EDA78C01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685680" y="4801800"/>
                  <a:ext cx="2365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908E480-C519-E6E3-F463-67ABC548DB84}"/>
                    </a:ext>
                  </a:extLst>
                </p14:cNvPr>
                <p14:cNvContentPartPr/>
                <p14:nvPr/>
              </p14:nvContentPartPr>
              <p14:xfrm>
                <a:off x="10032360" y="4923480"/>
                <a:ext cx="26280" cy="979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908E480-C519-E6E3-F463-67ABC548DB8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014360" y="4905480"/>
                  <a:ext cx="619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2434E7C-D39E-63A9-5F72-CCCACC83F08D}"/>
                    </a:ext>
                  </a:extLst>
                </p14:cNvPr>
                <p14:cNvContentPartPr/>
                <p14:nvPr/>
              </p14:nvContentPartPr>
              <p14:xfrm>
                <a:off x="10194720" y="4867320"/>
                <a:ext cx="135360" cy="291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2434E7C-D39E-63A9-5F72-CCCACC83F08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176720" y="4849680"/>
                  <a:ext cx="1710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E784C96-2096-B5B2-60B4-BB1249C27BE4}"/>
                    </a:ext>
                  </a:extLst>
                </p14:cNvPr>
                <p14:cNvContentPartPr/>
                <p14:nvPr/>
              </p14:nvContentPartPr>
              <p14:xfrm>
                <a:off x="10400640" y="4733760"/>
                <a:ext cx="168120" cy="1108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E784C96-2096-B5B2-60B4-BB1249C27BE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382640" y="4715760"/>
                  <a:ext cx="2037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A96BA2D-55F9-B63F-70B9-203823C1A76E}"/>
                    </a:ext>
                  </a:extLst>
                </p14:cNvPr>
                <p14:cNvContentPartPr/>
                <p14:nvPr/>
              </p14:nvContentPartPr>
              <p14:xfrm>
                <a:off x="10631760" y="4803960"/>
                <a:ext cx="104400" cy="997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A96BA2D-55F9-B63F-70B9-203823C1A76E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614120" y="4785960"/>
                  <a:ext cx="1400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95A4C86-3C9D-7A7A-DEC3-A045D119963F}"/>
                    </a:ext>
                  </a:extLst>
                </p14:cNvPr>
                <p14:cNvContentPartPr/>
                <p14:nvPr/>
              </p14:nvContentPartPr>
              <p14:xfrm>
                <a:off x="10844880" y="4772640"/>
                <a:ext cx="58320" cy="108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95A4C86-3C9D-7A7A-DEC3-A045D119963F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827240" y="4754640"/>
                  <a:ext cx="939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695CF387-CEA9-85FF-5147-FEC2A488E871}"/>
                    </a:ext>
                  </a:extLst>
                </p14:cNvPr>
                <p14:cNvContentPartPr/>
                <p14:nvPr/>
              </p14:nvContentPartPr>
              <p14:xfrm>
                <a:off x="10896720" y="4809000"/>
                <a:ext cx="65880" cy="205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695CF387-CEA9-85FF-5147-FEC2A488E87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878720" y="4791360"/>
                  <a:ext cx="1015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8FEE1A2-0408-9C47-636F-9ABE6F2CDACA}"/>
                    </a:ext>
                  </a:extLst>
                </p14:cNvPr>
                <p14:cNvContentPartPr/>
                <p14:nvPr/>
              </p14:nvContentPartPr>
              <p14:xfrm>
                <a:off x="11116680" y="4708560"/>
                <a:ext cx="70560" cy="1422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8FEE1A2-0408-9C47-636F-9ABE6F2CDACA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1099040" y="4690560"/>
                  <a:ext cx="1062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B612A20-85A5-2783-E50F-62D9EE12EA69}"/>
                    </a:ext>
                  </a:extLst>
                </p14:cNvPr>
                <p14:cNvContentPartPr/>
                <p14:nvPr/>
              </p14:nvContentPartPr>
              <p14:xfrm>
                <a:off x="11117040" y="4566720"/>
                <a:ext cx="12240" cy="201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B612A20-85A5-2783-E50F-62D9EE12EA6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1099040" y="4548720"/>
                  <a:ext cx="478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A276972E-7640-2692-2EF9-7DA2A8668D27}"/>
                    </a:ext>
                  </a:extLst>
                </p14:cNvPr>
                <p14:cNvContentPartPr/>
                <p14:nvPr/>
              </p14:nvContentPartPr>
              <p14:xfrm>
                <a:off x="11334840" y="4744920"/>
                <a:ext cx="17280" cy="1152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A276972E-7640-2692-2EF9-7DA2A8668D2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1317200" y="4727280"/>
                  <a:ext cx="5292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1E65D55-D8B0-DA80-8DC0-2575D4FEA66F}"/>
                    </a:ext>
                  </a:extLst>
                </p14:cNvPr>
                <p14:cNvContentPartPr/>
                <p14:nvPr/>
              </p14:nvContentPartPr>
              <p14:xfrm>
                <a:off x="11457600" y="4695960"/>
                <a:ext cx="41760" cy="1706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1E65D55-D8B0-DA80-8DC0-2575D4FEA66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1439960" y="4677960"/>
                  <a:ext cx="774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CE11F62-A920-D1C1-278C-2186EEF51BF5}"/>
                    </a:ext>
                  </a:extLst>
                </p14:cNvPr>
                <p14:cNvContentPartPr/>
                <p14:nvPr/>
              </p14:nvContentPartPr>
              <p14:xfrm>
                <a:off x="11481000" y="4637280"/>
                <a:ext cx="124560" cy="1350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CE11F62-A920-D1C1-278C-2186EEF51BF5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1463000" y="4619640"/>
                  <a:ext cx="160200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73E15BE8-A45A-3301-1BC4-68892AF6044F}"/>
              </a:ext>
            </a:extLst>
          </p:cNvPr>
          <p:cNvGrpSpPr/>
          <p:nvPr/>
        </p:nvGrpSpPr>
        <p:grpSpPr>
          <a:xfrm>
            <a:off x="11754600" y="4684800"/>
            <a:ext cx="132840" cy="239760"/>
            <a:chOff x="11754600" y="4684800"/>
            <a:chExt cx="132840" cy="23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841E943-E12C-2925-B6FE-65AD582A1D16}"/>
                    </a:ext>
                  </a:extLst>
                </p14:cNvPr>
                <p14:cNvContentPartPr/>
                <p14:nvPr/>
              </p14:nvContentPartPr>
              <p14:xfrm>
                <a:off x="11754600" y="4684800"/>
                <a:ext cx="86040" cy="2397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841E943-E12C-2925-B6FE-65AD582A1D1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1736600" y="4667160"/>
                  <a:ext cx="12168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0B5536CF-5C24-B4D5-E16A-EC2130DA116B}"/>
                    </a:ext>
                  </a:extLst>
                </p14:cNvPr>
                <p14:cNvContentPartPr/>
                <p14:nvPr/>
              </p14:nvContentPartPr>
              <p14:xfrm>
                <a:off x="11826240" y="4886040"/>
                <a:ext cx="61200" cy="378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0B5536CF-5C24-B4D5-E16A-EC2130DA116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1808240" y="4868400"/>
                  <a:ext cx="96840" cy="7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9B351303-752F-69E2-371D-B5635499E34F}"/>
              </a:ext>
            </a:extLst>
          </p:cNvPr>
          <p:cNvGrpSpPr/>
          <p:nvPr/>
        </p:nvGrpSpPr>
        <p:grpSpPr>
          <a:xfrm>
            <a:off x="4263000" y="5231280"/>
            <a:ext cx="5702040" cy="588600"/>
            <a:chOff x="4263000" y="5231280"/>
            <a:chExt cx="5702040" cy="58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0ED9BB7-C153-E5D0-9871-5F1CEF93D8F9}"/>
                    </a:ext>
                  </a:extLst>
                </p14:cNvPr>
                <p14:cNvContentPartPr/>
                <p14:nvPr/>
              </p14:nvContentPartPr>
              <p14:xfrm>
                <a:off x="4263000" y="5231280"/>
                <a:ext cx="5702040" cy="5767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0ED9BB7-C153-E5D0-9871-5F1CEF93D8F9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245360" y="5213640"/>
                  <a:ext cx="5737680" cy="61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EE23495-44ED-34CC-153A-EECB2575B0F9}"/>
                    </a:ext>
                  </a:extLst>
                </p14:cNvPr>
                <p14:cNvContentPartPr/>
                <p14:nvPr/>
              </p14:nvContentPartPr>
              <p14:xfrm>
                <a:off x="9871800" y="5548440"/>
                <a:ext cx="92880" cy="2714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CEE23495-44ED-34CC-153A-EECB2575B0F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853800" y="5530440"/>
                  <a:ext cx="128520" cy="30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C18C8B7F-DE71-DF66-A3A1-DE471423F69B}"/>
              </a:ext>
            </a:extLst>
          </p:cNvPr>
          <p:cNvGrpSpPr/>
          <p:nvPr/>
        </p:nvGrpSpPr>
        <p:grpSpPr>
          <a:xfrm>
            <a:off x="10134240" y="5194200"/>
            <a:ext cx="706320" cy="369000"/>
            <a:chOff x="10134240" y="5194200"/>
            <a:chExt cx="706320" cy="36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7AA04F19-6E56-327E-E9C9-48E2508D0FE2}"/>
                    </a:ext>
                  </a:extLst>
                </p14:cNvPr>
                <p14:cNvContentPartPr/>
                <p14:nvPr/>
              </p14:nvContentPartPr>
              <p14:xfrm>
                <a:off x="10134240" y="5194200"/>
                <a:ext cx="276120" cy="2599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7AA04F19-6E56-327E-E9C9-48E2508D0FE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116600" y="5176560"/>
                  <a:ext cx="31176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037F869-718A-0A62-D6E8-2001C4AC750D}"/>
                    </a:ext>
                  </a:extLst>
                </p14:cNvPr>
                <p14:cNvContentPartPr/>
                <p14:nvPr/>
              </p14:nvContentPartPr>
              <p14:xfrm>
                <a:off x="10515840" y="5408400"/>
                <a:ext cx="29160" cy="1548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037F869-718A-0A62-D6E8-2001C4AC750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497840" y="5390400"/>
                  <a:ext cx="648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486B2303-25AA-079E-147D-E0E8465EF447}"/>
                    </a:ext>
                  </a:extLst>
                </p14:cNvPr>
                <p14:cNvContentPartPr/>
                <p14:nvPr/>
              </p14:nvContentPartPr>
              <p14:xfrm>
                <a:off x="10512240" y="5339280"/>
                <a:ext cx="149400" cy="1245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486B2303-25AA-079E-147D-E0E8465EF447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494240" y="5321640"/>
                  <a:ext cx="1850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903B1A9F-D450-1293-4635-E8FD8E5EF622}"/>
                    </a:ext>
                  </a:extLst>
                </p14:cNvPr>
                <p14:cNvContentPartPr/>
                <p14:nvPr/>
              </p14:nvContentPartPr>
              <p14:xfrm>
                <a:off x="10735440" y="5405520"/>
                <a:ext cx="105120" cy="1080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903B1A9F-D450-1293-4635-E8FD8E5EF622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717800" y="5387520"/>
                  <a:ext cx="140760" cy="14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A7BAE632-F26F-DF5E-A92F-BCB7A8D97E46}"/>
              </a:ext>
            </a:extLst>
          </p:cNvPr>
          <p:cNvGrpSpPr/>
          <p:nvPr/>
        </p:nvGrpSpPr>
        <p:grpSpPr>
          <a:xfrm>
            <a:off x="11017680" y="5384640"/>
            <a:ext cx="55080" cy="78120"/>
            <a:chOff x="11017680" y="5384640"/>
            <a:chExt cx="55080" cy="7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CEBF07E1-507D-8D23-0A50-FD0EC0A8868C}"/>
                    </a:ext>
                  </a:extLst>
                </p14:cNvPr>
                <p14:cNvContentPartPr/>
                <p14:nvPr/>
              </p14:nvContentPartPr>
              <p14:xfrm>
                <a:off x="11017680" y="5384640"/>
                <a:ext cx="30240" cy="54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CEBF07E1-507D-8D23-0A50-FD0EC0A8868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000040" y="5367000"/>
                  <a:ext cx="658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6B9FB0F8-481F-063A-AB0B-B677A855E881}"/>
                    </a:ext>
                  </a:extLst>
                </p14:cNvPr>
                <p14:cNvContentPartPr/>
                <p14:nvPr/>
              </p14:nvContentPartPr>
              <p14:xfrm>
                <a:off x="11023800" y="5440080"/>
                <a:ext cx="48960" cy="226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6B9FB0F8-481F-063A-AB0B-B677A855E881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1006160" y="5422440"/>
                  <a:ext cx="84600" cy="5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B76C05ED-5876-7063-BD59-DFCC6A1DDB02}"/>
              </a:ext>
            </a:extLst>
          </p:cNvPr>
          <p:cNvGrpSpPr/>
          <p:nvPr/>
        </p:nvGrpSpPr>
        <p:grpSpPr>
          <a:xfrm>
            <a:off x="11256720" y="5187000"/>
            <a:ext cx="729000" cy="310680"/>
            <a:chOff x="11256720" y="5187000"/>
            <a:chExt cx="729000" cy="31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8AD2FCCE-DE37-93CA-AD94-FF16EC4CD10B}"/>
                    </a:ext>
                  </a:extLst>
                </p14:cNvPr>
                <p14:cNvContentPartPr/>
                <p14:nvPr/>
              </p14:nvContentPartPr>
              <p14:xfrm>
                <a:off x="11256720" y="5295000"/>
                <a:ext cx="65160" cy="1746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8AD2FCCE-DE37-93CA-AD94-FF16EC4CD10B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1239080" y="5277360"/>
                  <a:ext cx="1008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C44141B5-60EB-F615-3B22-34A72167DA13}"/>
                    </a:ext>
                  </a:extLst>
                </p14:cNvPr>
                <p14:cNvContentPartPr/>
                <p14:nvPr/>
              </p14:nvContentPartPr>
              <p14:xfrm>
                <a:off x="11266440" y="5187000"/>
                <a:ext cx="29160" cy="334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C44141B5-60EB-F615-3B22-34A72167DA13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1248440" y="5169000"/>
                  <a:ext cx="648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BF6E9FB-6C5E-AF49-B797-A356BAC983FC}"/>
                    </a:ext>
                  </a:extLst>
                </p14:cNvPr>
                <p14:cNvContentPartPr/>
                <p14:nvPr/>
              </p14:nvContentPartPr>
              <p14:xfrm>
                <a:off x="11436000" y="5399400"/>
                <a:ext cx="90720" cy="982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BF6E9FB-6C5E-AF49-B797-A356BAC983F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1418360" y="5381760"/>
                  <a:ext cx="1263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929BBB0B-A8EE-9BCF-52CA-0339F087A43D}"/>
                    </a:ext>
                  </a:extLst>
                </p14:cNvPr>
                <p14:cNvContentPartPr/>
                <p14:nvPr/>
              </p14:nvContentPartPr>
              <p14:xfrm>
                <a:off x="11668920" y="5316600"/>
                <a:ext cx="2880" cy="1623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929BBB0B-A8EE-9BCF-52CA-0339F087A43D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1650920" y="5298960"/>
                  <a:ext cx="3852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B9C48C4D-69DC-C85D-806A-9ECEA3722256}"/>
                    </a:ext>
                  </a:extLst>
                </p14:cNvPr>
                <p14:cNvContentPartPr/>
                <p14:nvPr/>
              </p14:nvContentPartPr>
              <p14:xfrm>
                <a:off x="11659920" y="5271600"/>
                <a:ext cx="144720" cy="1188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B9C48C4D-69DC-C85D-806A-9ECEA3722256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1641920" y="5253960"/>
                  <a:ext cx="1803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0D5160D-C132-D403-F483-68CBD7E38709}"/>
                    </a:ext>
                  </a:extLst>
                </p14:cNvPr>
                <p14:cNvContentPartPr/>
                <p14:nvPr/>
              </p14:nvContentPartPr>
              <p14:xfrm>
                <a:off x="11873040" y="5392920"/>
                <a:ext cx="112680" cy="954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0D5160D-C132-D403-F483-68CBD7E38709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1855040" y="5374920"/>
                  <a:ext cx="148320" cy="13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4F4B3E77-D759-148D-A47F-41203127ED4A}"/>
              </a:ext>
            </a:extLst>
          </p:cNvPr>
          <p:cNvGrpSpPr/>
          <p:nvPr/>
        </p:nvGrpSpPr>
        <p:grpSpPr>
          <a:xfrm>
            <a:off x="9995640" y="5993040"/>
            <a:ext cx="618480" cy="201240"/>
            <a:chOff x="9995640" y="5993040"/>
            <a:chExt cx="618480" cy="20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7993A985-122C-F3C0-48A2-8DAAB3E0D3BA}"/>
                    </a:ext>
                  </a:extLst>
                </p14:cNvPr>
                <p14:cNvContentPartPr/>
                <p14:nvPr/>
              </p14:nvContentPartPr>
              <p14:xfrm>
                <a:off x="9995640" y="5993040"/>
                <a:ext cx="253800" cy="2012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7993A985-122C-F3C0-48A2-8DAAB3E0D3B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9977640" y="5975400"/>
                  <a:ext cx="2894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FE26929A-7BB0-24C2-EA21-14D06F6618BD}"/>
                    </a:ext>
                  </a:extLst>
                </p14:cNvPr>
                <p14:cNvContentPartPr/>
                <p14:nvPr/>
              </p14:nvContentPartPr>
              <p14:xfrm>
                <a:off x="10310640" y="6072960"/>
                <a:ext cx="141840" cy="1000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FE26929A-7BB0-24C2-EA21-14D06F6618BD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292640" y="6054960"/>
                  <a:ext cx="1774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52C85288-A85B-0835-60EE-1F3E9842C025}"/>
                    </a:ext>
                  </a:extLst>
                </p14:cNvPr>
                <p14:cNvContentPartPr/>
                <p14:nvPr/>
              </p14:nvContentPartPr>
              <p14:xfrm>
                <a:off x="10550400" y="5994480"/>
                <a:ext cx="63720" cy="309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52C85288-A85B-0835-60EE-1F3E9842C025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532400" y="5976840"/>
                  <a:ext cx="99360" cy="6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B0D2F1E3-C00A-90F6-A408-B6EEA82E2421}"/>
              </a:ext>
            </a:extLst>
          </p:cNvPr>
          <p:cNvGrpSpPr/>
          <p:nvPr/>
        </p:nvGrpSpPr>
        <p:grpSpPr>
          <a:xfrm>
            <a:off x="10812120" y="5809080"/>
            <a:ext cx="1155240" cy="272520"/>
            <a:chOff x="10812120" y="5809080"/>
            <a:chExt cx="1155240" cy="27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45DB2DCE-C204-C402-0E99-507DBD581667}"/>
                    </a:ext>
                  </a:extLst>
                </p14:cNvPr>
                <p14:cNvContentPartPr/>
                <p14:nvPr/>
              </p14:nvContentPartPr>
              <p14:xfrm>
                <a:off x="10812120" y="5873160"/>
                <a:ext cx="100440" cy="1810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45DB2DCE-C204-C402-0E99-507DBD581667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794120" y="5855160"/>
                  <a:ext cx="13608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88042E75-CB82-67E8-1D76-4873BB979539}"/>
                    </a:ext>
                  </a:extLst>
                </p14:cNvPr>
                <p14:cNvContentPartPr/>
                <p14:nvPr/>
              </p14:nvContentPartPr>
              <p14:xfrm>
                <a:off x="11036760" y="5941920"/>
                <a:ext cx="47160" cy="108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88042E75-CB82-67E8-1D76-4873BB979539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1019120" y="5924280"/>
                  <a:ext cx="828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A019E54E-7FE1-352F-7DB2-EAC777EFB8F0}"/>
                    </a:ext>
                  </a:extLst>
                </p14:cNvPr>
                <p14:cNvContentPartPr/>
                <p14:nvPr/>
              </p14:nvContentPartPr>
              <p14:xfrm>
                <a:off x="11096520" y="5978280"/>
                <a:ext cx="60480" cy="144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A019E54E-7FE1-352F-7DB2-EAC777EFB8F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1078880" y="5960280"/>
                  <a:ext cx="961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E7A2F9DC-4297-B136-B8AB-74B961F17038}"/>
                    </a:ext>
                  </a:extLst>
                </p14:cNvPr>
                <p14:cNvContentPartPr/>
                <p14:nvPr/>
              </p14:nvContentPartPr>
              <p14:xfrm>
                <a:off x="11270400" y="5898720"/>
                <a:ext cx="108360" cy="1814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E7A2F9DC-4297-B136-B8AB-74B961F17038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1252400" y="5880720"/>
                  <a:ext cx="1440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056F988C-BB7B-A714-6C24-081E704489BB}"/>
                    </a:ext>
                  </a:extLst>
                </p14:cNvPr>
                <p14:cNvContentPartPr/>
                <p14:nvPr/>
              </p14:nvContentPartPr>
              <p14:xfrm>
                <a:off x="11285160" y="5809080"/>
                <a:ext cx="28440" cy="147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056F988C-BB7B-A714-6C24-081E704489B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1267520" y="5791080"/>
                  <a:ext cx="640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1720AB15-31EA-5942-A8F8-CCD5CE0F3759}"/>
                    </a:ext>
                  </a:extLst>
                </p14:cNvPr>
                <p14:cNvContentPartPr/>
                <p14:nvPr/>
              </p14:nvContentPartPr>
              <p14:xfrm>
                <a:off x="11431320" y="5991240"/>
                <a:ext cx="122760" cy="648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1720AB15-31EA-5942-A8F8-CCD5CE0F375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1413320" y="5973600"/>
                  <a:ext cx="1584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287B605F-877B-F392-4B56-090ED81D558C}"/>
                    </a:ext>
                  </a:extLst>
                </p14:cNvPr>
                <p14:cNvContentPartPr/>
                <p14:nvPr/>
              </p14:nvContentPartPr>
              <p14:xfrm>
                <a:off x="11640840" y="5918520"/>
                <a:ext cx="36720" cy="1630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287B605F-877B-F392-4B56-090ED81D558C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1623200" y="5900520"/>
                  <a:ext cx="723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D787C7C0-F936-162B-1A1A-5CDA5B594DC4}"/>
                    </a:ext>
                  </a:extLst>
                </p14:cNvPr>
                <p14:cNvContentPartPr/>
                <p14:nvPr/>
              </p14:nvContentPartPr>
              <p14:xfrm>
                <a:off x="11661360" y="5840040"/>
                <a:ext cx="101160" cy="1008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D787C7C0-F936-162B-1A1A-5CDA5B594DC4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1643360" y="5822040"/>
                  <a:ext cx="13680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55CB452-00B6-74D8-50AD-72F1F1175D36}"/>
                    </a:ext>
                  </a:extLst>
                </p14:cNvPr>
                <p14:cNvContentPartPr/>
                <p14:nvPr/>
              </p14:nvContentPartPr>
              <p14:xfrm>
                <a:off x="11857920" y="5897280"/>
                <a:ext cx="109440" cy="943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55CB452-00B6-74D8-50AD-72F1F1175D3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1839920" y="5879280"/>
                  <a:ext cx="145080" cy="12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FFD1AEB2-3D89-44F3-248D-B9F4A644C447}"/>
              </a:ext>
            </a:extLst>
          </p:cNvPr>
          <p:cNvGrpSpPr/>
          <p:nvPr/>
        </p:nvGrpSpPr>
        <p:grpSpPr>
          <a:xfrm>
            <a:off x="10226760" y="6342240"/>
            <a:ext cx="1471680" cy="271440"/>
            <a:chOff x="10226760" y="6342240"/>
            <a:chExt cx="1471680" cy="27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A20E60FA-16EA-1557-80BB-3C5477083660}"/>
                    </a:ext>
                  </a:extLst>
                </p14:cNvPr>
                <p14:cNvContentPartPr/>
                <p14:nvPr/>
              </p14:nvContentPartPr>
              <p14:xfrm>
                <a:off x="10226760" y="6414600"/>
                <a:ext cx="216360" cy="1299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A20E60FA-16EA-1557-80BB-3C5477083660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0208760" y="6396600"/>
                  <a:ext cx="2520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6BE0626D-1E78-C847-35F5-9845CC667EA0}"/>
                    </a:ext>
                  </a:extLst>
                </p14:cNvPr>
                <p14:cNvContentPartPr/>
                <p14:nvPr/>
              </p14:nvContentPartPr>
              <p14:xfrm>
                <a:off x="10570560" y="6445560"/>
                <a:ext cx="129960" cy="8748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6BE0626D-1E78-C847-35F5-9845CC667EA0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552920" y="6427560"/>
                  <a:ext cx="1656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0CF99E8E-1078-A53D-E5F2-68F2EB48D94A}"/>
                    </a:ext>
                  </a:extLst>
                </p14:cNvPr>
                <p14:cNvContentPartPr/>
                <p14:nvPr/>
              </p14:nvContentPartPr>
              <p14:xfrm>
                <a:off x="10796640" y="6481920"/>
                <a:ext cx="27360" cy="864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0CF99E8E-1078-A53D-E5F2-68F2EB48D94A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778640" y="6464280"/>
                  <a:ext cx="630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61C1FF43-3E77-EF1F-3922-EC7F65B81492}"/>
                    </a:ext>
                  </a:extLst>
                </p14:cNvPr>
                <p14:cNvContentPartPr/>
                <p14:nvPr/>
              </p14:nvContentPartPr>
              <p14:xfrm>
                <a:off x="10837680" y="6505680"/>
                <a:ext cx="30960" cy="147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61C1FF43-3E77-EF1F-3922-EC7F65B81492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820040" y="6487680"/>
                  <a:ext cx="666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0A69269C-EA81-3D44-9969-BDFCC66788F1}"/>
                    </a:ext>
                  </a:extLst>
                </p14:cNvPr>
                <p14:cNvContentPartPr/>
                <p14:nvPr/>
              </p14:nvContentPartPr>
              <p14:xfrm>
                <a:off x="11008680" y="6443400"/>
                <a:ext cx="93600" cy="1702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0A69269C-EA81-3D44-9969-BDFCC66788F1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990680" y="6425400"/>
                  <a:ext cx="12924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1E86B99D-B522-C731-9CD2-D7E478B8033A}"/>
                    </a:ext>
                  </a:extLst>
                </p14:cNvPr>
                <p14:cNvContentPartPr/>
                <p14:nvPr/>
              </p14:nvContentPartPr>
              <p14:xfrm>
                <a:off x="11039640" y="6342240"/>
                <a:ext cx="25200" cy="1080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1E86B99D-B522-C731-9CD2-D7E478B8033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1021640" y="6324240"/>
                  <a:ext cx="608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902632C0-0A71-791C-FC34-D0BBF923B623}"/>
                    </a:ext>
                  </a:extLst>
                </p14:cNvPr>
                <p14:cNvContentPartPr/>
                <p14:nvPr/>
              </p14:nvContentPartPr>
              <p14:xfrm>
                <a:off x="11174280" y="6506040"/>
                <a:ext cx="113760" cy="759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902632C0-0A71-791C-FC34-D0BBF923B62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1156640" y="6488040"/>
                  <a:ext cx="1494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B2FAACAE-2CBF-C540-F036-3474AD36FA3A}"/>
                    </a:ext>
                  </a:extLst>
                </p14:cNvPr>
                <p14:cNvContentPartPr/>
                <p14:nvPr/>
              </p14:nvContentPartPr>
              <p14:xfrm>
                <a:off x="11420160" y="6423960"/>
                <a:ext cx="11880" cy="1468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B2FAACAE-2CBF-C540-F036-3474AD36FA3A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1402160" y="6406320"/>
                  <a:ext cx="475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2F87FDF-D9E3-2FED-C298-1615F69166AB}"/>
                    </a:ext>
                  </a:extLst>
                </p14:cNvPr>
                <p14:cNvContentPartPr/>
                <p14:nvPr/>
              </p14:nvContentPartPr>
              <p14:xfrm>
                <a:off x="11383440" y="6348720"/>
                <a:ext cx="131760" cy="1454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2F87FDF-D9E3-2FED-C298-1615F69166AB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1365440" y="6331080"/>
                  <a:ext cx="1674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64ACCDC5-3F90-F01D-EC78-A1E7C5F83BBB}"/>
                    </a:ext>
                  </a:extLst>
                </p14:cNvPr>
                <p14:cNvContentPartPr/>
                <p14:nvPr/>
              </p14:nvContentPartPr>
              <p14:xfrm>
                <a:off x="11585400" y="6454200"/>
                <a:ext cx="113040" cy="10044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64ACCDC5-3F90-F01D-EC78-A1E7C5F83BBB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1567760" y="6436560"/>
                  <a:ext cx="148680" cy="136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811622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1ECBA-A6B7-C367-7488-B243E956F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equations based on KCL and Ohm’s law </a:t>
            </a:r>
          </a:p>
        </p:txBody>
      </p:sp>
      <p:pic>
        <p:nvPicPr>
          <p:cNvPr id="6" name="Content Placeholder 5" descr="A white text with black lines and symbols&#10;&#10;Description automatically generated with medium confidence">
            <a:extLst>
              <a:ext uri="{FF2B5EF4-FFF2-40B4-BE49-F238E27FC236}">
                <a16:creationId xmlns:a16="http://schemas.microsoft.com/office/drawing/2014/main" id="{66206BD6-DC52-649A-99E5-C248B12A33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167" y="1304013"/>
            <a:ext cx="4916833" cy="475368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5F424-20C3-E922-49B0-871A1A921F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25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3" name="Content Placeholder 5" descr="A diagram of electrical wiring&#10;&#10;Description automatically generated">
            <a:extLst>
              <a:ext uri="{FF2B5EF4-FFF2-40B4-BE49-F238E27FC236}">
                <a16:creationId xmlns:a16="http://schemas.microsoft.com/office/drawing/2014/main" id="{BF361F69-547D-AFA3-54BA-A68AB73EA79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39" b="37185"/>
          <a:stretch/>
        </p:blipFill>
        <p:spPr>
          <a:xfrm>
            <a:off x="6096000" y="2323769"/>
            <a:ext cx="5318332" cy="2210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3340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5B340-A599-0ABC-EEB7-FDDF96E94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Solve for unknowns </a:t>
            </a:r>
          </a:p>
        </p:txBody>
      </p:sp>
      <p:pic>
        <p:nvPicPr>
          <p:cNvPr id="6" name="Content Placeholder 5" descr="A math equations on a white background&#10;&#10;Description automatically generated">
            <a:extLst>
              <a:ext uri="{FF2B5EF4-FFF2-40B4-BE49-F238E27FC236}">
                <a16:creationId xmlns:a16="http://schemas.microsoft.com/office/drawing/2014/main" id="{48F139F2-86D9-2D38-501E-EA54F31BFC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4957" y="1240816"/>
            <a:ext cx="6970761" cy="420541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96A395-124A-70E0-D1B8-80F3A50DBC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26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3" name="Content Placeholder 5" descr="A diagram of electrical wiring&#10;&#10;Description automatically generated">
            <a:extLst>
              <a:ext uri="{FF2B5EF4-FFF2-40B4-BE49-F238E27FC236}">
                <a16:creationId xmlns:a16="http://schemas.microsoft.com/office/drawing/2014/main" id="{1C64B1F0-F372-3372-64E1-2713A113A52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39" b="37185"/>
          <a:stretch/>
        </p:blipFill>
        <p:spPr>
          <a:xfrm>
            <a:off x="214685" y="2349610"/>
            <a:ext cx="4690179" cy="1949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3058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CA863-8724-5045-F948-37EEB10DC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Touchpad – Network 2 in the demo 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26A26-5204-BCE3-E2BC-9E53052E72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27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14:cNvPr>
              <p14:cNvContentPartPr/>
              <p14:nvPr/>
            </p14:nvContentPartPr>
            <p14:xfrm>
              <a:off x="3171694" y="2166010"/>
              <a:ext cx="42480" cy="19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54054" y="2148370"/>
                <a:ext cx="78120" cy="5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A19A1EB9-876F-2886-1552-BD1628488384}"/>
              </a:ext>
            </a:extLst>
          </p:cNvPr>
          <p:cNvGrpSpPr/>
          <p:nvPr/>
        </p:nvGrpSpPr>
        <p:grpSpPr>
          <a:xfrm>
            <a:off x="2081614" y="1187170"/>
            <a:ext cx="6540840" cy="4528440"/>
            <a:chOff x="2081614" y="1187170"/>
            <a:chExt cx="6540840" cy="452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14:cNvPr>
                <p14:cNvContentPartPr/>
                <p14:nvPr/>
              </p14:nvContentPartPr>
              <p14:xfrm>
                <a:off x="3152254" y="1989610"/>
                <a:ext cx="1321560" cy="270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34254" y="1971970"/>
                  <a:ext cx="13572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14:cNvPr>
                <p14:cNvContentPartPr/>
                <p14:nvPr/>
              </p14:nvContentPartPr>
              <p14:xfrm>
                <a:off x="4469854" y="2020210"/>
                <a:ext cx="104760" cy="137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51854" y="2002570"/>
                  <a:ext cx="1404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14:cNvPr>
                <p14:cNvContentPartPr/>
                <p14:nvPr/>
              </p14:nvContentPartPr>
              <p14:xfrm>
                <a:off x="4542574" y="2063770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24934" y="20457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14:cNvPr>
                <p14:cNvContentPartPr/>
                <p14:nvPr/>
              </p14:nvContentPartPr>
              <p14:xfrm>
                <a:off x="4522414" y="2050090"/>
                <a:ext cx="60120" cy="104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04774" y="2032090"/>
                  <a:ext cx="957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14:cNvPr>
                <p14:cNvContentPartPr/>
                <p14:nvPr/>
              </p14:nvContentPartPr>
              <p14:xfrm>
                <a:off x="4564534" y="1980970"/>
                <a:ext cx="912240" cy="176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46894" y="1962970"/>
                  <a:ext cx="9478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14:cNvPr>
                <p14:cNvContentPartPr/>
                <p14:nvPr/>
              </p14:nvContentPartPr>
              <p14:xfrm>
                <a:off x="5525374" y="2046850"/>
                <a:ext cx="826920" cy="70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507734" y="2028850"/>
                  <a:ext cx="8625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14:cNvPr>
                <p14:cNvContentPartPr/>
                <p14:nvPr/>
              </p14:nvContentPartPr>
              <p14:xfrm>
                <a:off x="3123454" y="2164210"/>
                <a:ext cx="62280" cy="601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05454" y="2146570"/>
                  <a:ext cx="9792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14:cNvPr>
                <p14:cNvContentPartPr/>
                <p14:nvPr/>
              </p14:nvContentPartPr>
              <p14:xfrm>
                <a:off x="3097894" y="2810770"/>
                <a:ext cx="225720" cy="424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79894" y="2793130"/>
                  <a:ext cx="26136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14:cNvPr>
                <p14:cNvContentPartPr/>
                <p14:nvPr/>
              </p14:nvContentPartPr>
              <p14:xfrm>
                <a:off x="3215614" y="3256450"/>
                <a:ext cx="56520" cy="432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97974" y="3238450"/>
                  <a:ext cx="9216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14:cNvPr>
                <p14:cNvContentPartPr/>
                <p14:nvPr/>
              </p14:nvContentPartPr>
              <p14:xfrm>
                <a:off x="3242974" y="3555250"/>
                <a:ext cx="955440" cy="177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24974" y="3537250"/>
                  <a:ext cx="9910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14:cNvPr>
                <p14:cNvContentPartPr/>
                <p14:nvPr/>
              </p14:nvContentPartPr>
              <p14:xfrm>
                <a:off x="4176094" y="3643090"/>
                <a:ext cx="495720" cy="66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58094" y="3625450"/>
                  <a:ext cx="5313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14:cNvPr>
                <p14:cNvContentPartPr/>
                <p14:nvPr/>
              </p14:nvContentPartPr>
              <p14:xfrm>
                <a:off x="4570294" y="2076730"/>
                <a:ext cx="18000" cy="474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52294" y="2059090"/>
                  <a:ext cx="5364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14:cNvPr>
                <p14:cNvContentPartPr/>
                <p14:nvPr/>
              </p14:nvContentPartPr>
              <p14:xfrm>
                <a:off x="4574974" y="2596930"/>
                <a:ext cx="177480" cy="307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57334" y="2578930"/>
                  <a:ext cx="21312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14:cNvPr>
                <p14:cNvContentPartPr/>
                <p14:nvPr/>
              </p14:nvContentPartPr>
              <p14:xfrm>
                <a:off x="4720414" y="2940010"/>
                <a:ext cx="35640" cy="678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02774" y="2922370"/>
                  <a:ext cx="71280" cy="71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14:cNvPr>
                <p14:cNvContentPartPr/>
                <p14:nvPr/>
              </p14:nvContentPartPr>
              <p14:xfrm>
                <a:off x="4662094" y="3553450"/>
                <a:ext cx="1118880" cy="209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44454" y="3535450"/>
                  <a:ext cx="11545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14:cNvPr>
                <p14:cNvContentPartPr/>
                <p14:nvPr/>
              </p14:nvContentPartPr>
              <p14:xfrm>
                <a:off x="5833534" y="3624370"/>
                <a:ext cx="495720" cy="16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15894" y="3606370"/>
                  <a:ext cx="5313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14:cNvPr>
                <p14:cNvContentPartPr/>
                <p14:nvPr/>
              </p14:nvContentPartPr>
              <p14:xfrm>
                <a:off x="6282094" y="2034970"/>
                <a:ext cx="98280" cy="620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64454" y="2016970"/>
                  <a:ext cx="133920" cy="65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14:cNvPr>
                <p14:cNvContentPartPr/>
                <p14:nvPr/>
              </p14:nvContentPartPr>
              <p14:xfrm>
                <a:off x="6286054" y="2679370"/>
                <a:ext cx="220320" cy="974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268414" y="2661370"/>
                  <a:ext cx="255960" cy="10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14:cNvPr>
                <p14:cNvContentPartPr/>
                <p14:nvPr/>
              </p14:nvContentPartPr>
              <p14:xfrm>
                <a:off x="3208774" y="3739570"/>
                <a:ext cx="38160" cy="662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91134" y="3721570"/>
                  <a:ext cx="73800" cy="69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14:cNvPr>
                <p14:cNvContentPartPr/>
                <p14:nvPr/>
              </p14:nvContentPartPr>
              <p14:xfrm>
                <a:off x="3194374" y="4416730"/>
                <a:ext cx="160920" cy="880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76734" y="4398730"/>
                  <a:ext cx="196560" cy="9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14:cNvPr>
                <p14:cNvContentPartPr/>
                <p14:nvPr/>
              </p14:nvContentPartPr>
              <p14:xfrm>
                <a:off x="4745614" y="3679450"/>
                <a:ext cx="26280" cy="541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27974" y="3661450"/>
                  <a:ext cx="6192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14:cNvPr>
                <p14:cNvContentPartPr/>
                <p14:nvPr/>
              </p14:nvContentPartPr>
              <p14:xfrm>
                <a:off x="4683334" y="4193890"/>
                <a:ext cx="180720" cy="361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65694" y="4176250"/>
                  <a:ext cx="21636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14:cNvPr>
                <p14:cNvContentPartPr/>
                <p14:nvPr/>
              </p14:nvContentPartPr>
              <p14:xfrm>
                <a:off x="4780534" y="4542370"/>
                <a:ext cx="51120" cy="677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62534" y="4524370"/>
                  <a:ext cx="86760" cy="71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14:cNvPr>
                <p14:cNvContentPartPr/>
                <p14:nvPr/>
              </p14:nvContentPartPr>
              <p14:xfrm>
                <a:off x="3289414" y="5214850"/>
                <a:ext cx="865440" cy="164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71774" y="5196850"/>
                  <a:ext cx="9010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14:cNvPr>
                <p14:cNvContentPartPr/>
                <p14:nvPr/>
              </p14:nvContentPartPr>
              <p14:xfrm>
                <a:off x="4198414" y="5226010"/>
                <a:ext cx="642600" cy="80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180774" y="5208010"/>
                  <a:ext cx="6782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14:cNvPr>
                <p14:cNvContentPartPr/>
                <p14:nvPr/>
              </p14:nvContentPartPr>
              <p14:xfrm>
                <a:off x="4911214" y="5098570"/>
                <a:ext cx="984960" cy="137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93214" y="5080570"/>
                  <a:ext cx="10206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14:cNvPr>
                <p14:cNvContentPartPr/>
                <p14:nvPr/>
              </p14:nvContentPartPr>
              <p14:xfrm>
                <a:off x="5905534" y="5143570"/>
                <a:ext cx="605880" cy="51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887534" y="5125930"/>
                  <a:ext cx="6415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14:cNvPr>
                <p14:cNvContentPartPr/>
                <p14:nvPr/>
              </p14:nvContentPartPr>
              <p14:xfrm>
                <a:off x="6391894" y="3657130"/>
                <a:ext cx="88560" cy="640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374254" y="3639490"/>
                  <a:ext cx="124200" cy="67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14:cNvPr>
                <p14:cNvContentPartPr/>
                <p14:nvPr/>
              </p14:nvContentPartPr>
              <p14:xfrm>
                <a:off x="6445894" y="4278490"/>
                <a:ext cx="171720" cy="253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428254" y="4260850"/>
                  <a:ext cx="20736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14:cNvPr>
                <p14:cNvContentPartPr/>
                <p14:nvPr/>
              </p14:nvContentPartPr>
              <p14:xfrm>
                <a:off x="6540574" y="4547410"/>
                <a:ext cx="51120" cy="689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522934" y="4529770"/>
                  <a:ext cx="86760" cy="72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14:cNvPr>
                <p14:cNvContentPartPr/>
                <p14:nvPr/>
              </p14:nvContentPartPr>
              <p14:xfrm>
                <a:off x="2831494" y="1844890"/>
                <a:ext cx="344520" cy="362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813854" y="1827250"/>
                  <a:ext cx="380160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14:cNvPr>
                <p14:cNvContentPartPr/>
                <p14:nvPr/>
              </p14:nvContentPartPr>
              <p14:xfrm>
                <a:off x="2388334" y="1492450"/>
                <a:ext cx="664200" cy="651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70694" y="1474450"/>
                  <a:ext cx="699840" cy="68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14:cNvPr>
                <p14:cNvContentPartPr/>
                <p14:nvPr/>
              </p14:nvContentPartPr>
              <p14:xfrm>
                <a:off x="2081614" y="1436290"/>
                <a:ext cx="318240" cy="273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063974" y="1418290"/>
                  <a:ext cx="3538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14:cNvPr>
                <p14:cNvContentPartPr/>
                <p14:nvPr/>
              </p14:nvContentPartPr>
              <p14:xfrm>
                <a:off x="2475094" y="1487770"/>
                <a:ext cx="33480" cy="46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457454" y="1470130"/>
                  <a:ext cx="691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14:cNvPr>
                <p14:cNvContentPartPr/>
                <p14:nvPr/>
              </p14:nvContentPartPr>
              <p14:xfrm>
                <a:off x="2572294" y="1319290"/>
                <a:ext cx="146880" cy="212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554654" y="1301650"/>
                  <a:ext cx="18252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14:cNvPr>
                <p14:cNvContentPartPr/>
                <p14:nvPr/>
              </p14:nvContentPartPr>
              <p14:xfrm>
                <a:off x="2815294" y="1187170"/>
                <a:ext cx="173160" cy="215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97294" y="1169170"/>
                  <a:ext cx="2088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14:cNvPr>
                <p14:cNvContentPartPr/>
                <p14:nvPr/>
              </p14:nvContentPartPr>
              <p14:xfrm>
                <a:off x="6540214" y="5132410"/>
                <a:ext cx="600120" cy="292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522574" y="5114410"/>
                  <a:ext cx="63576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14:cNvPr>
                <p14:cNvContentPartPr/>
                <p14:nvPr/>
              </p14:nvContentPartPr>
              <p14:xfrm>
                <a:off x="7011454" y="5214130"/>
                <a:ext cx="316440" cy="501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93454" y="5196130"/>
                  <a:ext cx="35208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14:cNvPr>
                <p14:cNvContentPartPr/>
                <p14:nvPr/>
              </p14:nvContentPartPr>
              <p14:xfrm>
                <a:off x="7105774" y="5322130"/>
                <a:ext cx="362520" cy="338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087774" y="5304490"/>
                  <a:ext cx="39816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14:cNvPr>
                <p14:cNvContentPartPr/>
                <p14:nvPr/>
              </p14:nvContentPartPr>
              <p14:xfrm>
                <a:off x="7730734" y="5305570"/>
                <a:ext cx="277200" cy="335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712734" y="5287570"/>
                  <a:ext cx="3128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14:cNvPr>
                <p14:cNvContentPartPr/>
                <p14:nvPr/>
              </p14:nvContentPartPr>
              <p14:xfrm>
                <a:off x="8089294" y="5407090"/>
                <a:ext cx="25200" cy="235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071654" y="5389090"/>
                  <a:ext cx="6084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14:cNvPr>
                <p14:cNvContentPartPr/>
                <p14:nvPr/>
              </p14:nvContentPartPr>
              <p14:xfrm>
                <a:off x="8091454" y="5321410"/>
                <a:ext cx="264240" cy="212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073814" y="5303770"/>
                  <a:ext cx="2998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14:cNvPr>
                <p14:cNvContentPartPr/>
                <p14:nvPr/>
              </p14:nvContentPartPr>
              <p14:xfrm>
                <a:off x="8465854" y="5323210"/>
                <a:ext cx="36360" cy="225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447854" y="5305570"/>
                  <a:ext cx="7200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14:cNvPr>
                <p14:cNvContentPartPr/>
                <p14:nvPr/>
              </p14:nvContentPartPr>
              <p14:xfrm>
                <a:off x="8488534" y="5327170"/>
                <a:ext cx="133920" cy="243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470534" y="5309530"/>
                  <a:ext cx="169560" cy="278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155267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CA863-8724-5045-F948-37EEB10DC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Touchpad – Network 2 in the demo 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26A26-5204-BCE3-E2BC-9E53052E72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28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14:cNvPr>
              <p14:cNvContentPartPr/>
              <p14:nvPr/>
            </p14:nvContentPartPr>
            <p14:xfrm>
              <a:off x="3171694" y="2166010"/>
              <a:ext cx="42480" cy="19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53694" y="2148010"/>
                <a:ext cx="78120" cy="5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A19A1EB9-876F-2886-1552-BD1628488384}"/>
              </a:ext>
            </a:extLst>
          </p:cNvPr>
          <p:cNvGrpSpPr/>
          <p:nvPr/>
        </p:nvGrpSpPr>
        <p:grpSpPr>
          <a:xfrm>
            <a:off x="2081614" y="1187170"/>
            <a:ext cx="6540840" cy="4528440"/>
            <a:chOff x="2081614" y="1187170"/>
            <a:chExt cx="6540840" cy="452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14:cNvPr>
                <p14:cNvContentPartPr/>
                <p14:nvPr/>
              </p14:nvContentPartPr>
              <p14:xfrm>
                <a:off x="3152254" y="1989610"/>
                <a:ext cx="1321560" cy="270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34254" y="1971610"/>
                  <a:ext cx="13572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14:cNvPr>
                <p14:cNvContentPartPr/>
                <p14:nvPr/>
              </p14:nvContentPartPr>
              <p14:xfrm>
                <a:off x="4469854" y="2020210"/>
                <a:ext cx="104760" cy="137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51854" y="2002210"/>
                  <a:ext cx="1404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14:cNvPr>
                <p14:cNvContentPartPr/>
                <p14:nvPr/>
              </p14:nvContentPartPr>
              <p14:xfrm>
                <a:off x="4542574" y="2063770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24574" y="20457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14:cNvPr>
                <p14:cNvContentPartPr/>
                <p14:nvPr/>
              </p14:nvContentPartPr>
              <p14:xfrm>
                <a:off x="4522414" y="2050090"/>
                <a:ext cx="60120" cy="104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04414" y="2032152"/>
                  <a:ext cx="95760" cy="1395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14:cNvPr>
                <p14:cNvContentPartPr/>
                <p14:nvPr/>
              </p14:nvContentPartPr>
              <p14:xfrm>
                <a:off x="4564534" y="1980970"/>
                <a:ext cx="912240" cy="176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46527" y="1963007"/>
                  <a:ext cx="947894" cy="2123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14:cNvPr>
                <p14:cNvContentPartPr/>
                <p14:nvPr/>
              </p14:nvContentPartPr>
              <p14:xfrm>
                <a:off x="5525374" y="2046850"/>
                <a:ext cx="826920" cy="70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507374" y="2028850"/>
                  <a:ext cx="8625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14:cNvPr>
                <p14:cNvContentPartPr/>
                <p14:nvPr/>
              </p14:nvContentPartPr>
              <p14:xfrm>
                <a:off x="3123454" y="2164210"/>
                <a:ext cx="62280" cy="601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05454" y="2146210"/>
                  <a:ext cx="9792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14:cNvPr>
                <p14:cNvContentPartPr/>
                <p14:nvPr/>
              </p14:nvContentPartPr>
              <p14:xfrm>
                <a:off x="3097894" y="2810770"/>
                <a:ext cx="225720" cy="424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79894" y="2792770"/>
                  <a:ext cx="26136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14:cNvPr>
                <p14:cNvContentPartPr/>
                <p14:nvPr/>
              </p14:nvContentPartPr>
              <p14:xfrm>
                <a:off x="3215614" y="3256450"/>
                <a:ext cx="56520" cy="432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97614" y="3238450"/>
                  <a:ext cx="9216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14:cNvPr>
                <p14:cNvContentPartPr/>
                <p14:nvPr/>
              </p14:nvContentPartPr>
              <p14:xfrm>
                <a:off x="3242974" y="3555250"/>
                <a:ext cx="955440" cy="177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24974" y="3537250"/>
                  <a:ext cx="9910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14:cNvPr>
                <p14:cNvContentPartPr/>
                <p14:nvPr/>
              </p14:nvContentPartPr>
              <p14:xfrm>
                <a:off x="4176094" y="3643090"/>
                <a:ext cx="495720" cy="66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58107" y="3625090"/>
                  <a:ext cx="531334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14:cNvPr>
                <p14:cNvContentPartPr/>
                <p14:nvPr/>
              </p14:nvContentPartPr>
              <p14:xfrm>
                <a:off x="4570294" y="2076730"/>
                <a:ext cx="18000" cy="474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52294" y="2058730"/>
                  <a:ext cx="5364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14:cNvPr>
                <p14:cNvContentPartPr/>
                <p14:nvPr/>
              </p14:nvContentPartPr>
              <p14:xfrm>
                <a:off x="4574974" y="2596930"/>
                <a:ext cx="177480" cy="307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56974" y="2578930"/>
                  <a:ext cx="21312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14:cNvPr>
                <p14:cNvContentPartPr/>
                <p14:nvPr/>
              </p14:nvContentPartPr>
              <p14:xfrm>
                <a:off x="4720414" y="2940010"/>
                <a:ext cx="35640" cy="678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02414" y="2922010"/>
                  <a:ext cx="71280" cy="71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14:cNvPr>
                <p14:cNvContentPartPr/>
                <p14:nvPr/>
              </p14:nvContentPartPr>
              <p14:xfrm>
                <a:off x="4662094" y="3553450"/>
                <a:ext cx="1118880" cy="209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44094" y="3535450"/>
                  <a:ext cx="11545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14:cNvPr>
                <p14:cNvContentPartPr/>
                <p14:nvPr/>
              </p14:nvContentPartPr>
              <p14:xfrm>
                <a:off x="5833534" y="3624370"/>
                <a:ext cx="495720" cy="16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15521" y="3606753"/>
                  <a:ext cx="531386" cy="51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14:cNvPr>
                <p14:cNvContentPartPr/>
                <p14:nvPr/>
              </p14:nvContentPartPr>
              <p14:xfrm>
                <a:off x="6282094" y="2034970"/>
                <a:ext cx="98280" cy="620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64094" y="2016980"/>
                  <a:ext cx="133920" cy="6562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14:cNvPr>
                <p14:cNvContentPartPr/>
                <p14:nvPr/>
              </p14:nvContentPartPr>
              <p14:xfrm>
                <a:off x="6286054" y="2679370"/>
                <a:ext cx="220320" cy="974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268054" y="2661370"/>
                  <a:ext cx="255960" cy="10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14:cNvPr>
                <p14:cNvContentPartPr/>
                <p14:nvPr/>
              </p14:nvContentPartPr>
              <p14:xfrm>
                <a:off x="3208774" y="3739570"/>
                <a:ext cx="38160" cy="662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90774" y="3721570"/>
                  <a:ext cx="73800" cy="69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14:cNvPr>
                <p14:cNvContentPartPr/>
                <p14:nvPr/>
              </p14:nvContentPartPr>
              <p14:xfrm>
                <a:off x="3194374" y="4416730"/>
                <a:ext cx="160920" cy="880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76374" y="4398730"/>
                  <a:ext cx="196560" cy="9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14:cNvPr>
                <p14:cNvContentPartPr/>
                <p14:nvPr/>
              </p14:nvContentPartPr>
              <p14:xfrm>
                <a:off x="4745614" y="3679450"/>
                <a:ext cx="26280" cy="541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27614" y="3661450"/>
                  <a:ext cx="6192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14:cNvPr>
                <p14:cNvContentPartPr/>
                <p14:nvPr/>
              </p14:nvContentPartPr>
              <p14:xfrm>
                <a:off x="4683334" y="4193890"/>
                <a:ext cx="180720" cy="361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65334" y="4175890"/>
                  <a:ext cx="21636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14:cNvPr>
                <p14:cNvContentPartPr/>
                <p14:nvPr/>
              </p14:nvContentPartPr>
              <p14:xfrm>
                <a:off x="4780534" y="4542370"/>
                <a:ext cx="51120" cy="677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62534" y="4524380"/>
                  <a:ext cx="86760" cy="7135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14:cNvPr>
                <p14:cNvContentPartPr/>
                <p14:nvPr/>
              </p14:nvContentPartPr>
              <p14:xfrm>
                <a:off x="3289414" y="5214850"/>
                <a:ext cx="865440" cy="164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71414" y="5196889"/>
                  <a:ext cx="901080" cy="200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14:cNvPr>
                <p14:cNvContentPartPr/>
                <p14:nvPr/>
              </p14:nvContentPartPr>
              <p14:xfrm>
                <a:off x="4198414" y="5226010"/>
                <a:ext cx="642600" cy="80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180414" y="5208090"/>
                  <a:ext cx="678240" cy="1161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14:cNvPr>
                <p14:cNvContentPartPr/>
                <p14:nvPr/>
              </p14:nvContentPartPr>
              <p14:xfrm>
                <a:off x="4911214" y="5098570"/>
                <a:ext cx="984960" cy="137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93221" y="5080570"/>
                  <a:ext cx="1020587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14:cNvPr>
                <p14:cNvContentPartPr/>
                <p14:nvPr/>
              </p14:nvContentPartPr>
              <p14:xfrm>
                <a:off x="5905534" y="5143570"/>
                <a:ext cx="605880" cy="51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887534" y="5125444"/>
                  <a:ext cx="641520" cy="877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14:cNvPr>
                <p14:cNvContentPartPr/>
                <p14:nvPr/>
              </p14:nvContentPartPr>
              <p14:xfrm>
                <a:off x="6391894" y="3657130"/>
                <a:ext cx="88560" cy="640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373821" y="3639130"/>
                  <a:ext cx="124345" cy="67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14:cNvPr>
                <p14:cNvContentPartPr/>
                <p14:nvPr/>
              </p14:nvContentPartPr>
              <p14:xfrm>
                <a:off x="6445894" y="4278490"/>
                <a:ext cx="171720" cy="253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427894" y="4260464"/>
                  <a:ext cx="207360" cy="2894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14:cNvPr>
                <p14:cNvContentPartPr/>
                <p14:nvPr/>
              </p14:nvContentPartPr>
              <p14:xfrm>
                <a:off x="6540574" y="4547410"/>
                <a:ext cx="51120" cy="689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522446" y="4529401"/>
                  <a:ext cx="87013" cy="7254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14:cNvPr>
                <p14:cNvContentPartPr/>
                <p14:nvPr/>
              </p14:nvContentPartPr>
              <p14:xfrm>
                <a:off x="2831494" y="1844890"/>
                <a:ext cx="344520" cy="362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813494" y="1826872"/>
                  <a:ext cx="380160" cy="3981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14:cNvPr>
                <p14:cNvContentPartPr/>
                <p14:nvPr/>
              </p14:nvContentPartPr>
              <p14:xfrm>
                <a:off x="2388334" y="1492450"/>
                <a:ext cx="664200" cy="651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70334" y="1474450"/>
                  <a:ext cx="699840" cy="68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14:cNvPr>
                <p14:cNvContentPartPr/>
                <p14:nvPr/>
              </p14:nvContentPartPr>
              <p14:xfrm>
                <a:off x="2081614" y="1436290"/>
                <a:ext cx="318240" cy="273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063614" y="1418290"/>
                  <a:ext cx="3538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14:cNvPr>
                <p14:cNvContentPartPr/>
                <p14:nvPr/>
              </p14:nvContentPartPr>
              <p14:xfrm>
                <a:off x="2475094" y="1487770"/>
                <a:ext cx="33480" cy="46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457094" y="1469770"/>
                  <a:ext cx="691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14:cNvPr>
                <p14:cNvContentPartPr/>
                <p14:nvPr/>
              </p14:nvContentPartPr>
              <p14:xfrm>
                <a:off x="2572294" y="1319290"/>
                <a:ext cx="146880" cy="212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554250" y="1301259"/>
                  <a:ext cx="182608" cy="2477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14:cNvPr>
                <p14:cNvContentPartPr/>
                <p14:nvPr/>
              </p14:nvContentPartPr>
              <p14:xfrm>
                <a:off x="2815294" y="1187170"/>
                <a:ext cx="173160" cy="215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97294" y="1169170"/>
                  <a:ext cx="2088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14:cNvPr>
                <p14:cNvContentPartPr/>
                <p14:nvPr/>
              </p14:nvContentPartPr>
              <p14:xfrm>
                <a:off x="6540214" y="5132410"/>
                <a:ext cx="600120" cy="292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522203" y="5114410"/>
                  <a:ext cx="635781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14:cNvPr>
                <p14:cNvContentPartPr/>
                <p14:nvPr/>
              </p14:nvContentPartPr>
              <p14:xfrm>
                <a:off x="7011454" y="5214130"/>
                <a:ext cx="316440" cy="501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93474" y="5196130"/>
                  <a:ext cx="35204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14:cNvPr>
                <p14:cNvContentPartPr/>
                <p14:nvPr/>
              </p14:nvContentPartPr>
              <p14:xfrm>
                <a:off x="7105774" y="5322130"/>
                <a:ext cx="362520" cy="338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087774" y="5304130"/>
                  <a:ext cx="39816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14:cNvPr>
                <p14:cNvContentPartPr/>
                <p14:nvPr/>
              </p14:nvContentPartPr>
              <p14:xfrm>
                <a:off x="7730734" y="5305570"/>
                <a:ext cx="277200" cy="335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712734" y="5287570"/>
                  <a:ext cx="3128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14:cNvPr>
                <p14:cNvContentPartPr/>
                <p14:nvPr/>
              </p14:nvContentPartPr>
              <p14:xfrm>
                <a:off x="8089294" y="5407090"/>
                <a:ext cx="25200" cy="235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071294" y="5389117"/>
                  <a:ext cx="60840" cy="2710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14:cNvPr>
                <p14:cNvContentPartPr/>
                <p14:nvPr/>
              </p14:nvContentPartPr>
              <p14:xfrm>
                <a:off x="8091454" y="5321410"/>
                <a:ext cx="264240" cy="212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073454" y="5303410"/>
                  <a:ext cx="2998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14:cNvPr>
                <p14:cNvContentPartPr/>
                <p14:nvPr/>
              </p14:nvContentPartPr>
              <p14:xfrm>
                <a:off x="8465854" y="5323210"/>
                <a:ext cx="36360" cy="225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447854" y="5305181"/>
                  <a:ext cx="72000" cy="2614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14:cNvPr>
                <p14:cNvContentPartPr/>
                <p14:nvPr/>
              </p14:nvContentPartPr>
              <p14:xfrm>
                <a:off x="8488534" y="5327170"/>
                <a:ext cx="133920" cy="243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470582" y="5309170"/>
                  <a:ext cx="169464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67BD6FB-F6D5-4670-181B-A07B6C433560}"/>
              </a:ext>
            </a:extLst>
          </p:cNvPr>
          <p:cNvGrpSpPr/>
          <p:nvPr/>
        </p:nvGrpSpPr>
        <p:grpSpPr>
          <a:xfrm>
            <a:off x="2490214" y="2894290"/>
            <a:ext cx="357120" cy="313200"/>
            <a:chOff x="2490214" y="2894290"/>
            <a:chExt cx="357120" cy="31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14:cNvPr>
                <p14:cNvContentPartPr/>
                <p14:nvPr/>
              </p14:nvContentPartPr>
              <p14:xfrm>
                <a:off x="2527294" y="2894290"/>
                <a:ext cx="24840" cy="313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509294" y="2876650"/>
                  <a:ext cx="6048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14:cNvPr>
                <p14:cNvContentPartPr/>
                <p14:nvPr/>
              </p14:nvContentPartPr>
              <p14:xfrm>
                <a:off x="2490214" y="2904730"/>
                <a:ext cx="285120" cy="168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472574" y="2887090"/>
                  <a:ext cx="3207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14:cNvPr>
                <p14:cNvContentPartPr/>
                <p14:nvPr/>
              </p14:nvContentPartPr>
              <p14:xfrm>
                <a:off x="2829334" y="2975290"/>
                <a:ext cx="18000" cy="166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811334" y="2957650"/>
                  <a:ext cx="5364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CA155A4-AEFE-F774-FDB7-F219A780DA83}"/>
              </a:ext>
            </a:extLst>
          </p:cNvPr>
          <p:cNvGrpSpPr/>
          <p:nvPr/>
        </p:nvGrpSpPr>
        <p:grpSpPr>
          <a:xfrm>
            <a:off x="2601454" y="4453450"/>
            <a:ext cx="333720" cy="289080"/>
            <a:chOff x="2601454" y="4453450"/>
            <a:chExt cx="3337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14:cNvPr>
                <p14:cNvContentPartPr/>
                <p14:nvPr/>
              </p14:nvContentPartPr>
              <p14:xfrm>
                <a:off x="2613694" y="4483330"/>
                <a:ext cx="27000" cy="259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596054" y="4465690"/>
                  <a:ext cx="626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14:cNvPr>
                <p14:cNvContentPartPr/>
                <p14:nvPr/>
              </p14:nvContentPartPr>
              <p14:xfrm>
                <a:off x="2601454" y="4453450"/>
                <a:ext cx="148680" cy="178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583814" y="4435810"/>
                  <a:ext cx="1843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14:cNvPr>
                <p14:cNvContentPartPr/>
                <p14:nvPr/>
              </p14:nvContentPartPr>
              <p14:xfrm>
                <a:off x="2854894" y="4581250"/>
                <a:ext cx="80280" cy="110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837254" y="4563250"/>
                  <a:ext cx="115920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E367ABE-30AD-F828-6414-2DF29E568548}"/>
              </a:ext>
            </a:extLst>
          </p:cNvPr>
          <p:cNvGrpSpPr/>
          <p:nvPr/>
        </p:nvGrpSpPr>
        <p:grpSpPr>
          <a:xfrm>
            <a:off x="3644734" y="1573810"/>
            <a:ext cx="411120" cy="248760"/>
            <a:chOff x="3644734" y="1573810"/>
            <a:chExt cx="411120" cy="24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14:cNvPr>
                <p14:cNvContentPartPr/>
                <p14:nvPr/>
              </p14:nvContentPartPr>
              <p14:xfrm>
                <a:off x="3644734" y="1585330"/>
                <a:ext cx="24840" cy="237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627094" y="1567690"/>
                  <a:ext cx="6048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14:cNvPr>
                <p14:cNvContentPartPr/>
                <p14:nvPr/>
              </p14:nvContentPartPr>
              <p14:xfrm>
                <a:off x="3654094" y="1573810"/>
                <a:ext cx="173160" cy="149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636454" y="1556170"/>
                  <a:ext cx="2088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14:cNvPr>
                <p14:cNvContentPartPr/>
                <p14:nvPr/>
              </p14:nvContentPartPr>
              <p14:xfrm>
                <a:off x="3915814" y="1660210"/>
                <a:ext cx="140040" cy="162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897814" y="1642570"/>
                  <a:ext cx="175680" cy="19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BCD5526-7242-27CD-4FFB-35749C778D91}"/>
              </a:ext>
            </a:extLst>
          </p:cNvPr>
          <p:cNvGrpSpPr/>
          <p:nvPr/>
        </p:nvGrpSpPr>
        <p:grpSpPr>
          <a:xfrm>
            <a:off x="3765694" y="3200290"/>
            <a:ext cx="369720" cy="270360"/>
            <a:chOff x="3765694" y="3200290"/>
            <a:chExt cx="369720" cy="27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14:cNvPr>
                <p14:cNvContentPartPr/>
                <p14:nvPr/>
              </p14:nvContentPartPr>
              <p14:xfrm>
                <a:off x="3765694" y="3220090"/>
                <a:ext cx="15480" cy="2505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748054" y="3202090"/>
                  <a:ext cx="511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14:cNvPr>
                <p14:cNvContentPartPr/>
                <p14:nvPr/>
              </p14:nvContentPartPr>
              <p14:xfrm>
                <a:off x="3774694" y="3200290"/>
                <a:ext cx="170280" cy="182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756694" y="3182290"/>
                  <a:ext cx="2059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14:cNvPr>
                <p14:cNvContentPartPr/>
                <p14:nvPr/>
              </p14:nvContentPartPr>
              <p14:xfrm>
                <a:off x="4058374" y="3253210"/>
                <a:ext cx="77040" cy="140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040374" y="3235570"/>
                  <a:ext cx="1126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14:cNvPr>
                <p14:cNvContentPartPr/>
                <p14:nvPr/>
              </p14:nvContentPartPr>
              <p14:xfrm>
                <a:off x="4130374" y="3313690"/>
                <a:ext cx="3960" cy="1519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112734" y="3296050"/>
                  <a:ext cx="39600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74C423A-754D-8BC8-4E2B-D3DF2BB13F44}"/>
              </a:ext>
            </a:extLst>
          </p:cNvPr>
          <p:cNvGrpSpPr/>
          <p:nvPr/>
        </p:nvGrpSpPr>
        <p:grpSpPr>
          <a:xfrm>
            <a:off x="3815734" y="4785730"/>
            <a:ext cx="366120" cy="289080"/>
            <a:chOff x="3815734" y="4785730"/>
            <a:chExt cx="3661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14:cNvPr>
                <p14:cNvContentPartPr/>
                <p14:nvPr/>
              </p14:nvContentPartPr>
              <p14:xfrm>
                <a:off x="3815734" y="4837210"/>
                <a:ext cx="53280" cy="237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797734" y="4819210"/>
                  <a:ext cx="889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14:cNvPr>
                <p14:cNvContentPartPr/>
                <p14:nvPr/>
              </p14:nvContentPartPr>
              <p14:xfrm>
                <a:off x="3842014" y="4785730"/>
                <a:ext cx="98640" cy="182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824374" y="4767730"/>
                  <a:ext cx="1342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14:cNvPr>
                <p14:cNvContentPartPr/>
                <p14:nvPr/>
              </p14:nvContentPartPr>
              <p14:xfrm>
                <a:off x="4047574" y="4880050"/>
                <a:ext cx="134280" cy="43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029934" y="4862410"/>
                  <a:ext cx="16992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14:cNvPr>
                <p14:cNvContentPartPr/>
                <p14:nvPr/>
              </p14:nvContentPartPr>
              <p14:xfrm>
                <a:off x="4076014" y="4895170"/>
                <a:ext cx="61560" cy="148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058374" y="4877530"/>
                  <a:ext cx="97200" cy="183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14:cNvPr>
              <p14:cNvContentPartPr/>
              <p14:nvPr/>
            </p14:nvContentPartPr>
            <p14:xfrm>
              <a:off x="5194534" y="1460770"/>
              <a:ext cx="3960" cy="900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176894" y="1442770"/>
                <a:ext cx="39600" cy="4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73B7A16A-9A1B-7839-410E-B039093371B4}"/>
              </a:ext>
            </a:extLst>
          </p:cNvPr>
          <p:cNvGrpSpPr/>
          <p:nvPr/>
        </p:nvGrpSpPr>
        <p:grpSpPr>
          <a:xfrm>
            <a:off x="4125694" y="2641210"/>
            <a:ext cx="381240" cy="218160"/>
            <a:chOff x="4125694" y="2641210"/>
            <a:chExt cx="381240" cy="21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14:cNvPr>
                <p14:cNvContentPartPr/>
                <p14:nvPr/>
              </p14:nvContentPartPr>
              <p14:xfrm>
                <a:off x="4166014" y="2670370"/>
                <a:ext cx="360" cy="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148014" y="265273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14:cNvPr>
                <p14:cNvContentPartPr/>
                <p14:nvPr/>
              </p14:nvContentPartPr>
              <p14:xfrm>
                <a:off x="4140094" y="2661010"/>
                <a:ext cx="83520" cy="179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122454" y="2643370"/>
                  <a:ext cx="1191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14:cNvPr>
                <p14:cNvContentPartPr/>
                <p14:nvPr/>
              </p14:nvContentPartPr>
              <p14:xfrm>
                <a:off x="4125694" y="2641210"/>
                <a:ext cx="248760" cy="1213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107694" y="2623570"/>
                  <a:ext cx="2844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14:cNvPr>
                <p14:cNvContentPartPr/>
                <p14:nvPr/>
              </p14:nvContentPartPr>
              <p14:xfrm>
                <a:off x="4406494" y="2689810"/>
                <a:ext cx="100440" cy="1695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388494" y="2672170"/>
                  <a:ext cx="13608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BC5A7A0-859E-9016-C872-1F358953159B}"/>
              </a:ext>
            </a:extLst>
          </p:cNvPr>
          <p:cNvGrpSpPr/>
          <p:nvPr/>
        </p:nvGrpSpPr>
        <p:grpSpPr>
          <a:xfrm>
            <a:off x="4315774" y="4301170"/>
            <a:ext cx="356400" cy="290160"/>
            <a:chOff x="4315774" y="4301170"/>
            <a:chExt cx="356400" cy="29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14:cNvPr>
                <p14:cNvContentPartPr/>
                <p14:nvPr/>
              </p14:nvContentPartPr>
              <p14:xfrm>
                <a:off x="4337734" y="4362730"/>
                <a:ext cx="40680" cy="1846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319734" y="4344730"/>
                  <a:ext cx="763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14:cNvPr>
                <p14:cNvContentPartPr/>
                <p14:nvPr/>
              </p14:nvContentPartPr>
              <p14:xfrm>
                <a:off x="4315774" y="4301170"/>
                <a:ext cx="187560" cy="168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298134" y="4283170"/>
                  <a:ext cx="2232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14:cNvPr>
                <p14:cNvContentPartPr/>
                <p14:nvPr/>
              </p14:nvContentPartPr>
              <p14:xfrm>
                <a:off x="4528894" y="4395850"/>
                <a:ext cx="140760" cy="1954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510894" y="4377850"/>
                  <a:ext cx="1764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14:cNvPr>
                <p14:cNvContentPartPr/>
                <p14:nvPr/>
              </p14:nvContentPartPr>
              <p14:xfrm>
                <a:off x="4565254" y="4491970"/>
                <a:ext cx="106920" cy="66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547254" y="4474330"/>
                  <a:ext cx="14256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A267B977-BCBD-FA1A-695B-24070506CED2}"/>
              </a:ext>
            </a:extLst>
          </p:cNvPr>
          <p:cNvGrpSpPr/>
          <p:nvPr/>
        </p:nvGrpSpPr>
        <p:grpSpPr>
          <a:xfrm>
            <a:off x="5195254" y="1475890"/>
            <a:ext cx="539280" cy="308160"/>
            <a:chOff x="5195254" y="1475890"/>
            <a:chExt cx="539280" cy="30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14:cNvPr>
                <p14:cNvContentPartPr/>
                <p14:nvPr/>
              </p14:nvContentPartPr>
              <p14:xfrm>
                <a:off x="5195254" y="1475890"/>
                <a:ext cx="60120" cy="2577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177614" y="1458250"/>
                  <a:ext cx="957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14:cNvPr>
                <p14:cNvContentPartPr/>
                <p14:nvPr/>
              </p14:nvContentPartPr>
              <p14:xfrm>
                <a:off x="5204254" y="1492810"/>
                <a:ext cx="215280" cy="1839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186254" y="1475170"/>
                  <a:ext cx="2509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14:cNvPr>
                <p14:cNvContentPartPr/>
                <p14:nvPr/>
              </p14:nvContentPartPr>
              <p14:xfrm>
                <a:off x="5542294" y="1617730"/>
                <a:ext cx="192240" cy="166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524654" y="1600090"/>
                  <a:ext cx="22788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7BB53F9E-8B66-5A8B-C4F6-12F85559E00D}"/>
              </a:ext>
            </a:extLst>
          </p:cNvPr>
          <p:cNvGrpSpPr/>
          <p:nvPr/>
        </p:nvGrpSpPr>
        <p:grpSpPr>
          <a:xfrm>
            <a:off x="5369134" y="3129730"/>
            <a:ext cx="420120" cy="258480"/>
            <a:chOff x="5369134" y="3129730"/>
            <a:chExt cx="420120" cy="25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14:cNvPr>
                <p14:cNvContentPartPr/>
                <p14:nvPr/>
              </p14:nvContentPartPr>
              <p14:xfrm>
                <a:off x="5372014" y="3191650"/>
                <a:ext cx="50040" cy="1965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354374" y="3173650"/>
                  <a:ext cx="8568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14:cNvPr>
                <p14:cNvContentPartPr/>
                <p14:nvPr/>
              </p14:nvContentPartPr>
              <p14:xfrm>
                <a:off x="5369134" y="3129730"/>
                <a:ext cx="174960" cy="134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351494" y="3111730"/>
                  <a:ext cx="2106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14:cNvPr>
                <p14:cNvContentPartPr/>
                <p14:nvPr/>
              </p14:nvContentPartPr>
              <p14:xfrm>
                <a:off x="5651014" y="3200650"/>
                <a:ext cx="138240" cy="1159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633014" y="3182650"/>
                  <a:ext cx="173880" cy="15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4A2024D-64E5-82A3-1C98-F4CCFA60A369}"/>
              </a:ext>
            </a:extLst>
          </p:cNvPr>
          <p:cNvGrpSpPr/>
          <p:nvPr/>
        </p:nvGrpSpPr>
        <p:grpSpPr>
          <a:xfrm>
            <a:off x="5576494" y="4614730"/>
            <a:ext cx="498600" cy="306000"/>
            <a:chOff x="5576494" y="4614730"/>
            <a:chExt cx="498600" cy="30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14:cNvPr>
                <p14:cNvContentPartPr/>
                <p14:nvPr/>
              </p14:nvContentPartPr>
              <p14:xfrm>
                <a:off x="5587654" y="4698610"/>
                <a:ext cx="55800" cy="1515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570014" y="4680610"/>
                  <a:ext cx="914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14:cNvPr>
                <p14:cNvContentPartPr/>
                <p14:nvPr/>
              </p14:nvContentPartPr>
              <p14:xfrm>
                <a:off x="5576494" y="4614730"/>
                <a:ext cx="111600" cy="95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558494" y="4597090"/>
                  <a:ext cx="1472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14:cNvPr>
                <p14:cNvContentPartPr/>
                <p14:nvPr/>
              </p14:nvContentPartPr>
              <p14:xfrm>
                <a:off x="5603494" y="4687810"/>
                <a:ext cx="200880" cy="669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585494" y="4670170"/>
                  <a:ext cx="2365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14:cNvPr>
                <p14:cNvContentPartPr/>
                <p14:nvPr/>
              </p14:nvContentPartPr>
              <p14:xfrm>
                <a:off x="5864494" y="4770250"/>
                <a:ext cx="34920" cy="1504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846494" y="4752610"/>
                  <a:ext cx="705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14:cNvPr>
                <p14:cNvContentPartPr/>
                <p14:nvPr/>
              </p14:nvContentPartPr>
              <p14:xfrm>
                <a:off x="5938654" y="4737850"/>
                <a:ext cx="136440" cy="144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921014" y="4720210"/>
                  <a:ext cx="17208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B2BCBCA4-9864-AA23-AB1E-2FBF34C83374}"/>
              </a:ext>
            </a:extLst>
          </p:cNvPr>
          <p:cNvGrpSpPr/>
          <p:nvPr/>
        </p:nvGrpSpPr>
        <p:grpSpPr>
          <a:xfrm>
            <a:off x="6770254" y="2677210"/>
            <a:ext cx="389160" cy="259560"/>
            <a:chOff x="6770254" y="2677210"/>
            <a:chExt cx="389160" cy="25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14:cNvPr>
                <p14:cNvContentPartPr/>
                <p14:nvPr/>
              </p14:nvContentPartPr>
              <p14:xfrm>
                <a:off x="6774934" y="2710690"/>
                <a:ext cx="77040" cy="2260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756934" y="2693050"/>
                  <a:ext cx="1126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14:cNvPr>
                <p14:cNvContentPartPr/>
                <p14:nvPr/>
              </p14:nvContentPartPr>
              <p14:xfrm>
                <a:off x="6770254" y="2677210"/>
                <a:ext cx="185040" cy="118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752254" y="2659210"/>
                  <a:ext cx="2206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14:cNvPr>
                <p14:cNvContentPartPr/>
                <p14:nvPr/>
              </p14:nvContentPartPr>
              <p14:xfrm>
                <a:off x="7067974" y="2740570"/>
                <a:ext cx="20520" cy="126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050334" y="2722930"/>
                  <a:ext cx="561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14:cNvPr>
                <p14:cNvContentPartPr/>
                <p14:nvPr/>
              </p14:nvContentPartPr>
              <p14:xfrm>
                <a:off x="7151494" y="2725090"/>
                <a:ext cx="7920" cy="1350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133854" y="2707450"/>
                  <a:ext cx="43560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C639B13-C389-DB49-FBBB-E4AB9677A479}"/>
              </a:ext>
            </a:extLst>
          </p:cNvPr>
          <p:cNvGrpSpPr/>
          <p:nvPr/>
        </p:nvGrpSpPr>
        <p:grpSpPr>
          <a:xfrm>
            <a:off x="6828214" y="4282450"/>
            <a:ext cx="545040" cy="274320"/>
            <a:chOff x="6828214" y="4282450"/>
            <a:chExt cx="545040" cy="27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14:cNvPr>
                <p14:cNvContentPartPr/>
                <p14:nvPr/>
              </p14:nvContentPartPr>
              <p14:xfrm>
                <a:off x="6847294" y="4338250"/>
                <a:ext cx="37440" cy="2185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829294" y="4320610"/>
                  <a:ext cx="7308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14:cNvPr>
                <p14:cNvContentPartPr/>
                <p14:nvPr/>
              </p14:nvContentPartPr>
              <p14:xfrm>
                <a:off x="6828214" y="4282450"/>
                <a:ext cx="141480" cy="1245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810214" y="4264810"/>
                  <a:ext cx="1771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14:cNvPr>
                <p14:cNvContentPartPr/>
                <p14:nvPr/>
              </p14:nvContentPartPr>
              <p14:xfrm>
                <a:off x="7082014" y="4402690"/>
                <a:ext cx="27360" cy="104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064014" y="4385050"/>
                  <a:ext cx="630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14:cNvPr>
                <p14:cNvContentPartPr/>
                <p14:nvPr/>
              </p14:nvContentPartPr>
              <p14:xfrm>
                <a:off x="7170574" y="4443730"/>
                <a:ext cx="202680" cy="799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152574" y="4425730"/>
                  <a:ext cx="238320" cy="115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158331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CA863-8724-5045-F948-37EEB10DC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Touchpad – Network 2 in the demo 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26A26-5204-BCE3-E2BC-9E53052E72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29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14:cNvPr>
              <p14:cNvContentPartPr/>
              <p14:nvPr/>
            </p14:nvContentPartPr>
            <p14:xfrm>
              <a:off x="3171694" y="2166010"/>
              <a:ext cx="42480" cy="19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53694" y="2148010"/>
                <a:ext cx="78120" cy="5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A19A1EB9-876F-2886-1552-BD1628488384}"/>
              </a:ext>
            </a:extLst>
          </p:cNvPr>
          <p:cNvGrpSpPr/>
          <p:nvPr/>
        </p:nvGrpSpPr>
        <p:grpSpPr>
          <a:xfrm>
            <a:off x="2081614" y="1187170"/>
            <a:ext cx="6540840" cy="4528440"/>
            <a:chOff x="2081614" y="1187170"/>
            <a:chExt cx="6540840" cy="452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14:cNvPr>
                <p14:cNvContentPartPr/>
                <p14:nvPr/>
              </p14:nvContentPartPr>
              <p14:xfrm>
                <a:off x="3152254" y="1989610"/>
                <a:ext cx="1321560" cy="270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34254" y="1971610"/>
                  <a:ext cx="13572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14:cNvPr>
                <p14:cNvContentPartPr/>
                <p14:nvPr/>
              </p14:nvContentPartPr>
              <p14:xfrm>
                <a:off x="4469854" y="2020210"/>
                <a:ext cx="104760" cy="137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51854" y="2002210"/>
                  <a:ext cx="1404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14:cNvPr>
                <p14:cNvContentPartPr/>
                <p14:nvPr/>
              </p14:nvContentPartPr>
              <p14:xfrm>
                <a:off x="4542574" y="2063770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24574" y="20457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14:cNvPr>
                <p14:cNvContentPartPr/>
                <p14:nvPr/>
              </p14:nvContentPartPr>
              <p14:xfrm>
                <a:off x="4522414" y="2050090"/>
                <a:ext cx="60120" cy="104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04414" y="2032152"/>
                  <a:ext cx="95760" cy="1395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14:cNvPr>
                <p14:cNvContentPartPr/>
                <p14:nvPr/>
              </p14:nvContentPartPr>
              <p14:xfrm>
                <a:off x="4564534" y="1980970"/>
                <a:ext cx="912240" cy="176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46527" y="1963007"/>
                  <a:ext cx="947894" cy="2123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14:cNvPr>
                <p14:cNvContentPartPr/>
                <p14:nvPr/>
              </p14:nvContentPartPr>
              <p14:xfrm>
                <a:off x="5525374" y="2046850"/>
                <a:ext cx="826920" cy="70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507374" y="2028850"/>
                  <a:ext cx="8625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14:cNvPr>
                <p14:cNvContentPartPr/>
                <p14:nvPr/>
              </p14:nvContentPartPr>
              <p14:xfrm>
                <a:off x="3123454" y="2164210"/>
                <a:ext cx="62280" cy="601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05454" y="2146210"/>
                  <a:ext cx="9792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14:cNvPr>
                <p14:cNvContentPartPr/>
                <p14:nvPr/>
              </p14:nvContentPartPr>
              <p14:xfrm>
                <a:off x="3097894" y="2810770"/>
                <a:ext cx="225720" cy="424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79894" y="2792770"/>
                  <a:ext cx="26136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14:cNvPr>
                <p14:cNvContentPartPr/>
                <p14:nvPr/>
              </p14:nvContentPartPr>
              <p14:xfrm>
                <a:off x="3215614" y="3256450"/>
                <a:ext cx="56520" cy="432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97614" y="3238450"/>
                  <a:ext cx="9216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14:cNvPr>
                <p14:cNvContentPartPr/>
                <p14:nvPr/>
              </p14:nvContentPartPr>
              <p14:xfrm>
                <a:off x="3242974" y="3555250"/>
                <a:ext cx="955440" cy="177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24974" y="3537250"/>
                  <a:ext cx="9910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14:cNvPr>
                <p14:cNvContentPartPr/>
                <p14:nvPr/>
              </p14:nvContentPartPr>
              <p14:xfrm>
                <a:off x="4176094" y="3643090"/>
                <a:ext cx="495720" cy="66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58107" y="3625090"/>
                  <a:ext cx="531334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14:cNvPr>
                <p14:cNvContentPartPr/>
                <p14:nvPr/>
              </p14:nvContentPartPr>
              <p14:xfrm>
                <a:off x="4570294" y="2076730"/>
                <a:ext cx="18000" cy="474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52294" y="2058730"/>
                  <a:ext cx="5364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14:cNvPr>
                <p14:cNvContentPartPr/>
                <p14:nvPr/>
              </p14:nvContentPartPr>
              <p14:xfrm>
                <a:off x="4574974" y="2596930"/>
                <a:ext cx="177480" cy="307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56974" y="2578930"/>
                  <a:ext cx="21312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14:cNvPr>
                <p14:cNvContentPartPr/>
                <p14:nvPr/>
              </p14:nvContentPartPr>
              <p14:xfrm>
                <a:off x="4720414" y="2940010"/>
                <a:ext cx="35640" cy="678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02414" y="2922010"/>
                  <a:ext cx="71280" cy="71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14:cNvPr>
                <p14:cNvContentPartPr/>
                <p14:nvPr/>
              </p14:nvContentPartPr>
              <p14:xfrm>
                <a:off x="4662094" y="3553450"/>
                <a:ext cx="1118880" cy="209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44094" y="3535450"/>
                  <a:ext cx="11545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14:cNvPr>
                <p14:cNvContentPartPr/>
                <p14:nvPr/>
              </p14:nvContentPartPr>
              <p14:xfrm>
                <a:off x="5833534" y="3624370"/>
                <a:ext cx="495720" cy="16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15521" y="3606753"/>
                  <a:ext cx="531386" cy="51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14:cNvPr>
                <p14:cNvContentPartPr/>
                <p14:nvPr/>
              </p14:nvContentPartPr>
              <p14:xfrm>
                <a:off x="6282094" y="2034970"/>
                <a:ext cx="98280" cy="620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64094" y="2016980"/>
                  <a:ext cx="133920" cy="6562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14:cNvPr>
                <p14:cNvContentPartPr/>
                <p14:nvPr/>
              </p14:nvContentPartPr>
              <p14:xfrm>
                <a:off x="6286054" y="2679370"/>
                <a:ext cx="220320" cy="974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268054" y="2661370"/>
                  <a:ext cx="255960" cy="10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14:cNvPr>
                <p14:cNvContentPartPr/>
                <p14:nvPr/>
              </p14:nvContentPartPr>
              <p14:xfrm>
                <a:off x="3208774" y="3739570"/>
                <a:ext cx="38160" cy="662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90774" y="3721570"/>
                  <a:ext cx="73800" cy="69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14:cNvPr>
                <p14:cNvContentPartPr/>
                <p14:nvPr/>
              </p14:nvContentPartPr>
              <p14:xfrm>
                <a:off x="3194374" y="4416730"/>
                <a:ext cx="160920" cy="880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76374" y="4398730"/>
                  <a:ext cx="196560" cy="9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14:cNvPr>
                <p14:cNvContentPartPr/>
                <p14:nvPr/>
              </p14:nvContentPartPr>
              <p14:xfrm>
                <a:off x="4745614" y="3679450"/>
                <a:ext cx="26280" cy="541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27614" y="3661450"/>
                  <a:ext cx="6192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14:cNvPr>
                <p14:cNvContentPartPr/>
                <p14:nvPr/>
              </p14:nvContentPartPr>
              <p14:xfrm>
                <a:off x="4683334" y="4193890"/>
                <a:ext cx="180720" cy="361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65334" y="4175890"/>
                  <a:ext cx="21636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14:cNvPr>
                <p14:cNvContentPartPr/>
                <p14:nvPr/>
              </p14:nvContentPartPr>
              <p14:xfrm>
                <a:off x="4780534" y="4542370"/>
                <a:ext cx="51120" cy="677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62534" y="4524380"/>
                  <a:ext cx="86760" cy="7135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14:cNvPr>
                <p14:cNvContentPartPr/>
                <p14:nvPr/>
              </p14:nvContentPartPr>
              <p14:xfrm>
                <a:off x="3289414" y="5214850"/>
                <a:ext cx="865440" cy="164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71414" y="5196889"/>
                  <a:ext cx="901080" cy="200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14:cNvPr>
                <p14:cNvContentPartPr/>
                <p14:nvPr/>
              </p14:nvContentPartPr>
              <p14:xfrm>
                <a:off x="4198414" y="5226010"/>
                <a:ext cx="642600" cy="80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180414" y="5208090"/>
                  <a:ext cx="678240" cy="1161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14:cNvPr>
                <p14:cNvContentPartPr/>
                <p14:nvPr/>
              </p14:nvContentPartPr>
              <p14:xfrm>
                <a:off x="4911214" y="5098570"/>
                <a:ext cx="984960" cy="137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93221" y="5080570"/>
                  <a:ext cx="1020587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14:cNvPr>
                <p14:cNvContentPartPr/>
                <p14:nvPr/>
              </p14:nvContentPartPr>
              <p14:xfrm>
                <a:off x="5905534" y="5143570"/>
                <a:ext cx="605880" cy="51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887534" y="5125444"/>
                  <a:ext cx="641520" cy="877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14:cNvPr>
                <p14:cNvContentPartPr/>
                <p14:nvPr/>
              </p14:nvContentPartPr>
              <p14:xfrm>
                <a:off x="6391894" y="3657130"/>
                <a:ext cx="88560" cy="640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373821" y="3639130"/>
                  <a:ext cx="124345" cy="67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14:cNvPr>
                <p14:cNvContentPartPr/>
                <p14:nvPr/>
              </p14:nvContentPartPr>
              <p14:xfrm>
                <a:off x="6445894" y="4278490"/>
                <a:ext cx="171720" cy="253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427894" y="4260464"/>
                  <a:ext cx="207360" cy="2894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14:cNvPr>
                <p14:cNvContentPartPr/>
                <p14:nvPr/>
              </p14:nvContentPartPr>
              <p14:xfrm>
                <a:off x="6540574" y="4547410"/>
                <a:ext cx="51120" cy="689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522446" y="4529401"/>
                  <a:ext cx="87013" cy="7254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14:cNvPr>
                <p14:cNvContentPartPr/>
                <p14:nvPr/>
              </p14:nvContentPartPr>
              <p14:xfrm>
                <a:off x="2831494" y="1844890"/>
                <a:ext cx="344520" cy="362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813494" y="1826872"/>
                  <a:ext cx="380160" cy="3981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14:cNvPr>
                <p14:cNvContentPartPr/>
                <p14:nvPr/>
              </p14:nvContentPartPr>
              <p14:xfrm>
                <a:off x="2388334" y="1492450"/>
                <a:ext cx="664200" cy="651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70334" y="1474450"/>
                  <a:ext cx="699840" cy="68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14:cNvPr>
                <p14:cNvContentPartPr/>
                <p14:nvPr/>
              </p14:nvContentPartPr>
              <p14:xfrm>
                <a:off x="2081614" y="1436290"/>
                <a:ext cx="318240" cy="273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063614" y="1418290"/>
                  <a:ext cx="3538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14:cNvPr>
                <p14:cNvContentPartPr/>
                <p14:nvPr/>
              </p14:nvContentPartPr>
              <p14:xfrm>
                <a:off x="2475094" y="1487770"/>
                <a:ext cx="33480" cy="46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457094" y="1469770"/>
                  <a:ext cx="691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14:cNvPr>
                <p14:cNvContentPartPr/>
                <p14:nvPr/>
              </p14:nvContentPartPr>
              <p14:xfrm>
                <a:off x="2572294" y="1319290"/>
                <a:ext cx="146880" cy="212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554250" y="1301259"/>
                  <a:ext cx="182608" cy="2477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14:cNvPr>
                <p14:cNvContentPartPr/>
                <p14:nvPr/>
              </p14:nvContentPartPr>
              <p14:xfrm>
                <a:off x="2815294" y="1187170"/>
                <a:ext cx="173160" cy="215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97294" y="1169170"/>
                  <a:ext cx="2088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14:cNvPr>
                <p14:cNvContentPartPr/>
                <p14:nvPr/>
              </p14:nvContentPartPr>
              <p14:xfrm>
                <a:off x="6540214" y="5132410"/>
                <a:ext cx="600120" cy="292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522203" y="5114410"/>
                  <a:ext cx="635781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14:cNvPr>
                <p14:cNvContentPartPr/>
                <p14:nvPr/>
              </p14:nvContentPartPr>
              <p14:xfrm>
                <a:off x="7011454" y="5214130"/>
                <a:ext cx="316440" cy="501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93474" y="5196130"/>
                  <a:ext cx="35204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14:cNvPr>
                <p14:cNvContentPartPr/>
                <p14:nvPr/>
              </p14:nvContentPartPr>
              <p14:xfrm>
                <a:off x="7105774" y="5322130"/>
                <a:ext cx="362520" cy="338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087774" y="5304130"/>
                  <a:ext cx="39816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14:cNvPr>
                <p14:cNvContentPartPr/>
                <p14:nvPr/>
              </p14:nvContentPartPr>
              <p14:xfrm>
                <a:off x="7730734" y="5305570"/>
                <a:ext cx="277200" cy="335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712734" y="5287570"/>
                  <a:ext cx="3128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14:cNvPr>
                <p14:cNvContentPartPr/>
                <p14:nvPr/>
              </p14:nvContentPartPr>
              <p14:xfrm>
                <a:off x="8089294" y="5407090"/>
                <a:ext cx="25200" cy="235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071294" y="5389117"/>
                  <a:ext cx="60840" cy="2710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14:cNvPr>
                <p14:cNvContentPartPr/>
                <p14:nvPr/>
              </p14:nvContentPartPr>
              <p14:xfrm>
                <a:off x="8091454" y="5321410"/>
                <a:ext cx="264240" cy="212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073454" y="5303410"/>
                  <a:ext cx="2998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14:cNvPr>
                <p14:cNvContentPartPr/>
                <p14:nvPr/>
              </p14:nvContentPartPr>
              <p14:xfrm>
                <a:off x="8465854" y="5323210"/>
                <a:ext cx="36360" cy="225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447854" y="5305181"/>
                  <a:ext cx="72000" cy="2614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14:cNvPr>
                <p14:cNvContentPartPr/>
                <p14:nvPr/>
              </p14:nvContentPartPr>
              <p14:xfrm>
                <a:off x="8488534" y="5327170"/>
                <a:ext cx="133920" cy="243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470582" y="5309170"/>
                  <a:ext cx="169464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67BD6FB-F6D5-4670-181B-A07B6C433560}"/>
              </a:ext>
            </a:extLst>
          </p:cNvPr>
          <p:cNvGrpSpPr/>
          <p:nvPr/>
        </p:nvGrpSpPr>
        <p:grpSpPr>
          <a:xfrm>
            <a:off x="2490214" y="2894290"/>
            <a:ext cx="357120" cy="313200"/>
            <a:chOff x="2490214" y="2894290"/>
            <a:chExt cx="357120" cy="31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14:cNvPr>
                <p14:cNvContentPartPr/>
                <p14:nvPr/>
              </p14:nvContentPartPr>
              <p14:xfrm>
                <a:off x="2527294" y="2894290"/>
                <a:ext cx="24840" cy="313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509294" y="2876290"/>
                  <a:ext cx="6048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14:cNvPr>
                <p14:cNvContentPartPr/>
                <p14:nvPr/>
              </p14:nvContentPartPr>
              <p14:xfrm>
                <a:off x="2490214" y="2904730"/>
                <a:ext cx="285120" cy="168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472214" y="2886730"/>
                  <a:ext cx="3207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14:cNvPr>
                <p14:cNvContentPartPr/>
                <p14:nvPr/>
              </p14:nvContentPartPr>
              <p14:xfrm>
                <a:off x="2829334" y="2975290"/>
                <a:ext cx="18000" cy="166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811334" y="2957290"/>
                  <a:ext cx="5364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CA155A4-AEFE-F774-FDB7-F219A780DA83}"/>
              </a:ext>
            </a:extLst>
          </p:cNvPr>
          <p:cNvGrpSpPr/>
          <p:nvPr/>
        </p:nvGrpSpPr>
        <p:grpSpPr>
          <a:xfrm>
            <a:off x="2601454" y="4453450"/>
            <a:ext cx="333720" cy="289080"/>
            <a:chOff x="2601454" y="4453450"/>
            <a:chExt cx="3337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14:cNvPr>
                <p14:cNvContentPartPr/>
                <p14:nvPr/>
              </p14:nvContentPartPr>
              <p14:xfrm>
                <a:off x="2613694" y="4483330"/>
                <a:ext cx="27000" cy="259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595694" y="4465330"/>
                  <a:ext cx="626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14:cNvPr>
                <p14:cNvContentPartPr/>
                <p14:nvPr/>
              </p14:nvContentPartPr>
              <p14:xfrm>
                <a:off x="2601454" y="4453450"/>
                <a:ext cx="148680" cy="178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583454" y="4435450"/>
                  <a:ext cx="1843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14:cNvPr>
                <p14:cNvContentPartPr/>
                <p14:nvPr/>
              </p14:nvContentPartPr>
              <p14:xfrm>
                <a:off x="2854894" y="4581250"/>
                <a:ext cx="80280" cy="110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836813" y="4563250"/>
                  <a:ext cx="116081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E367ABE-30AD-F828-6414-2DF29E568548}"/>
              </a:ext>
            </a:extLst>
          </p:cNvPr>
          <p:cNvGrpSpPr/>
          <p:nvPr/>
        </p:nvGrpSpPr>
        <p:grpSpPr>
          <a:xfrm>
            <a:off x="3644734" y="1573810"/>
            <a:ext cx="411120" cy="248760"/>
            <a:chOff x="3644734" y="1573810"/>
            <a:chExt cx="411120" cy="24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14:cNvPr>
                <p14:cNvContentPartPr/>
                <p14:nvPr/>
              </p14:nvContentPartPr>
              <p14:xfrm>
                <a:off x="3644734" y="1585330"/>
                <a:ext cx="24840" cy="237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626469" y="1567303"/>
                  <a:ext cx="61004" cy="2729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14:cNvPr>
                <p14:cNvContentPartPr/>
                <p14:nvPr/>
              </p14:nvContentPartPr>
              <p14:xfrm>
                <a:off x="3654094" y="1573810"/>
                <a:ext cx="173160" cy="149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636094" y="1555767"/>
                  <a:ext cx="208800" cy="1854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14:cNvPr>
                <p14:cNvContentPartPr/>
                <p14:nvPr/>
              </p14:nvContentPartPr>
              <p14:xfrm>
                <a:off x="3915814" y="1660210"/>
                <a:ext cx="140040" cy="162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897860" y="1642170"/>
                  <a:ext cx="175589" cy="19807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BCD5526-7242-27CD-4FFB-35749C778D91}"/>
              </a:ext>
            </a:extLst>
          </p:cNvPr>
          <p:cNvGrpSpPr/>
          <p:nvPr/>
        </p:nvGrpSpPr>
        <p:grpSpPr>
          <a:xfrm>
            <a:off x="3765694" y="3200290"/>
            <a:ext cx="369720" cy="270360"/>
            <a:chOff x="3765694" y="3200290"/>
            <a:chExt cx="369720" cy="27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14:cNvPr>
                <p14:cNvContentPartPr/>
                <p14:nvPr/>
              </p14:nvContentPartPr>
              <p14:xfrm>
                <a:off x="3765694" y="3220090"/>
                <a:ext cx="15480" cy="2505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747694" y="3202090"/>
                  <a:ext cx="511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14:cNvPr>
                <p14:cNvContentPartPr/>
                <p14:nvPr/>
              </p14:nvContentPartPr>
              <p14:xfrm>
                <a:off x="3774694" y="3200290"/>
                <a:ext cx="170280" cy="182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756732" y="3182325"/>
                  <a:ext cx="205845" cy="2184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14:cNvPr>
                <p14:cNvContentPartPr/>
                <p14:nvPr/>
              </p14:nvContentPartPr>
              <p14:xfrm>
                <a:off x="4058374" y="3253210"/>
                <a:ext cx="77040" cy="140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040458" y="3235210"/>
                  <a:ext cx="112514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14:cNvPr>
                <p14:cNvContentPartPr/>
                <p14:nvPr/>
              </p14:nvContentPartPr>
              <p14:xfrm>
                <a:off x="4130374" y="3313690"/>
                <a:ext cx="3960" cy="1519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110574" y="3295690"/>
                  <a:ext cx="43164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74C423A-754D-8BC8-4E2B-D3DF2BB13F44}"/>
              </a:ext>
            </a:extLst>
          </p:cNvPr>
          <p:cNvGrpSpPr/>
          <p:nvPr/>
        </p:nvGrpSpPr>
        <p:grpSpPr>
          <a:xfrm>
            <a:off x="3815734" y="4785730"/>
            <a:ext cx="366120" cy="289080"/>
            <a:chOff x="3815734" y="4785730"/>
            <a:chExt cx="3661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14:cNvPr>
                <p14:cNvContentPartPr/>
                <p14:nvPr/>
              </p14:nvContentPartPr>
              <p14:xfrm>
                <a:off x="3815734" y="4837210"/>
                <a:ext cx="53280" cy="237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797734" y="4819210"/>
                  <a:ext cx="889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14:cNvPr>
                <p14:cNvContentPartPr/>
                <p14:nvPr/>
              </p14:nvContentPartPr>
              <p14:xfrm>
                <a:off x="3842014" y="4785730"/>
                <a:ext cx="98640" cy="182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824014" y="4767730"/>
                  <a:ext cx="1342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14:cNvPr>
                <p14:cNvContentPartPr/>
                <p14:nvPr/>
              </p14:nvContentPartPr>
              <p14:xfrm>
                <a:off x="4047574" y="4880050"/>
                <a:ext cx="134280" cy="43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029574" y="4861901"/>
                  <a:ext cx="169920" cy="798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14:cNvPr>
                <p14:cNvContentPartPr/>
                <p14:nvPr/>
              </p14:nvContentPartPr>
              <p14:xfrm>
                <a:off x="4076014" y="4895170"/>
                <a:ext cx="61560" cy="148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057908" y="4877126"/>
                  <a:ext cx="97410" cy="184047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14:cNvPr>
              <p14:cNvContentPartPr/>
              <p14:nvPr/>
            </p14:nvContentPartPr>
            <p14:xfrm>
              <a:off x="5194534" y="1460770"/>
              <a:ext cx="3960" cy="900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176534" y="1443462"/>
                <a:ext cx="39600" cy="43269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73B7A16A-9A1B-7839-410E-B039093371B4}"/>
              </a:ext>
            </a:extLst>
          </p:cNvPr>
          <p:cNvGrpSpPr/>
          <p:nvPr/>
        </p:nvGrpSpPr>
        <p:grpSpPr>
          <a:xfrm>
            <a:off x="4125694" y="2641210"/>
            <a:ext cx="381240" cy="218160"/>
            <a:chOff x="4125694" y="2641210"/>
            <a:chExt cx="381240" cy="21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14:cNvPr>
                <p14:cNvContentPartPr/>
                <p14:nvPr/>
              </p14:nvContentPartPr>
              <p14:xfrm>
                <a:off x="4166014" y="2670370"/>
                <a:ext cx="360" cy="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148014" y="26523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14:cNvPr>
                <p14:cNvContentPartPr/>
                <p14:nvPr/>
              </p14:nvContentPartPr>
              <p14:xfrm>
                <a:off x="4140094" y="2661010"/>
                <a:ext cx="83520" cy="179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122016" y="2642974"/>
                  <a:ext cx="119314" cy="2153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14:cNvPr>
                <p14:cNvContentPartPr/>
                <p14:nvPr/>
              </p14:nvContentPartPr>
              <p14:xfrm>
                <a:off x="4125694" y="2641210"/>
                <a:ext cx="248760" cy="1213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107720" y="2623156"/>
                  <a:ext cx="284348" cy="1570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14:cNvPr>
                <p14:cNvContentPartPr/>
                <p14:nvPr/>
              </p14:nvContentPartPr>
              <p14:xfrm>
                <a:off x="4406494" y="2689810"/>
                <a:ext cx="100440" cy="1695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388494" y="2671810"/>
                  <a:ext cx="13608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BC5A7A0-859E-9016-C872-1F358953159B}"/>
              </a:ext>
            </a:extLst>
          </p:cNvPr>
          <p:cNvGrpSpPr/>
          <p:nvPr/>
        </p:nvGrpSpPr>
        <p:grpSpPr>
          <a:xfrm>
            <a:off x="4315774" y="4301170"/>
            <a:ext cx="356400" cy="290160"/>
            <a:chOff x="4315774" y="4301170"/>
            <a:chExt cx="356400" cy="29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14:cNvPr>
                <p14:cNvContentPartPr/>
                <p14:nvPr/>
              </p14:nvContentPartPr>
              <p14:xfrm>
                <a:off x="4337734" y="4362730"/>
                <a:ext cx="40680" cy="1846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319734" y="4344730"/>
                  <a:ext cx="763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14:cNvPr>
                <p14:cNvContentPartPr/>
                <p14:nvPr/>
              </p14:nvContentPartPr>
              <p14:xfrm>
                <a:off x="4315774" y="4301170"/>
                <a:ext cx="187560" cy="168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297774" y="4283208"/>
                  <a:ext cx="223200" cy="2036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14:cNvPr>
                <p14:cNvContentPartPr/>
                <p14:nvPr/>
              </p14:nvContentPartPr>
              <p14:xfrm>
                <a:off x="4528894" y="4395850"/>
                <a:ext cx="140760" cy="1954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510894" y="4377850"/>
                  <a:ext cx="1764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14:cNvPr>
                <p14:cNvContentPartPr/>
                <p14:nvPr/>
              </p14:nvContentPartPr>
              <p14:xfrm>
                <a:off x="4565254" y="4491970"/>
                <a:ext cx="106920" cy="66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547254" y="4473970"/>
                  <a:ext cx="14256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A267B977-BCBD-FA1A-695B-24070506CED2}"/>
              </a:ext>
            </a:extLst>
          </p:cNvPr>
          <p:cNvGrpSpPr/>
          <p:nvPr/>
        </p:nvGrpSpPr>
        <p:grpSpPr>
          <a:xfrm>
            <a:off x="5195254" y="1475890"/>
            <a:ext cx="539280" cy="308160"/>
            <a:chOff x="5195254" y="1475890"/>
            <a:chExt cx="539280" cy="30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14:cNvPr>
                <p14:cNvContentPartPr/>
                <p14:nvPr/>
              </p14:nvContentPartPr>
              <p14:xfrm>
                <a:off x="5195254" y="1475890"/>
                <a:ext cx="60120" cy="2577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177254" y="1457890"/>
                  <a:ext cx="957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14:cNvPr>
                <p14:cNvContentPartPr/>
                <p14:nvPr/>
              </p14:nvContentPartPr>
              <p14:xfrm>
                <a:off x="5204254" y="1492810"/>
                <a:ext cx="215280" cy="1839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186254" y="1474810"/>
                  <a:ext cx="2509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14:cNvPr>
                <p14:cNvContentPartPr/>
                <p14:nvPr/>
              </p14:nvContentPartPr>
              <p14:xfrm>
                <a:off x="5542294" y="1617730"/>
                <a:ext cx="192240" cy="166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524294" y="1599730"/>
                  <a:ext cx="22788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7BB53F9E-8B66-5A8B-C4F6-12F85559E00D}"/>
              </a:ext>
            </a:extLst>
          </p:cNvPr>
          <p:cNvGrpSpPr/>
          <p:nvPr/>
        </p:nvGrpSpPr>
        <p:grpSpPr>
          <a:xfrm>
            <a:off x="5369134" y="3129730"/>
            <a:ext cx="420120" cy="258480"/>
            <a:chOff x="5369134" y="3129730"/>
            <a:chExt cx="420120" cy="25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14:cNvPr>
                <p14:cNvContentPartPr/>
                <p14:nvPr/>
              </p14:nvContentPartPr>
              <p14:xfrm>
                <a:off x="5372014" y="3191650"/>
                <a:ext cx="50040" cy="1965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354014" y="3173683"/>
                  <a:ext cx="85680" cy="2321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14:cNvPr>
                <p14:cNvContentPartPr/>
                <p14:nvPr/>
              </p14:nvContentPartPr>
              <p14:xfrm>
                <a:off x="5369134" y="3129730"/>
                <a:ext cx="174960" cy="134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351097" y="3111730"/>
                  <a:ext cx="210673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14:cNvPr>
                <p14:cNvContentPartPr/>
                <p14:nvPr/>
              </p14:nvContentPartPr>
              <p14:xfrm>
                <a:off x="5651014" y="3200650"/>
                <a:ext cx="138240" cy="1159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633061" y="3182706"/>
                  <a:ext cx="173787" cy="15145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4A2024D-64E5-82A3-1C98-F4CCFA60A369}"/>
              </a:ext>
            </a:extLst>
          </p:cNvPr>
          <p:cNvGrpSpPr/>
          <p:nvPr/>
        </p:nvGrpSpPr>
        <p:grpSpPr>
          <a:xfrm>
            <a:off x="5576494" y="4614730"/>
            <a:ext cx="498600" cy="306000"/>
            <a:chOff x="5576494" y="4614730"/>
            <a:chExt cx="498600" cy="30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14:cNvPr>
                <p14:cNvContentPartPr/>
                <p14:nvPr/>
              </p14:nvContentPartPr>
              <p14:xfrm>
                <a:off x="5587654" y="4698610"/>
                <a:ext cx="55800" cy="1515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569537" y="4680653"/>
                  <a:ext cx="91671" cy="1871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14:cNvPr>
                <p14:cNvContentPartPr/>
                <p14:nvPr/>
              </p14:nvContentPartPr>
              <p14:xfrm>
                <a:off x="5576494" y="4614730"/>
                <a:ext cx="111600" cy="95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558552" y="4596730"/>
                  <a:ext cx="147125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14:cNvPr>
                <p14:cNvContentPartPr/>
                <p14:nvPr/>
              </p14:nvContentPartPr>
              <p14:xfrm>
                <a:off x="5603494" y="4687810"/>
                <a:ext cx="200880" cy="669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585526" y="4669713"/>
                  <a:ext cx="236456" cy="1027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14:cNvPr>
                <p14:cNvContentPartPr/>
                <p14:nvPr/>
              </p14:nvContentPartPr>
              <p14:xfrm>
                <a:off x="5864494" y="4770250"/>
                <a:ext cx="34920" cy="1504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846494" y="4752207"/>
                  <a:ext cx="70560" cy="1862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14:cNvPr>
                <p14:cNvContentPartPr/>
                <p14:nvPr/>
              </p14:nvContentPartPr>
              <p14:xfrm>
                <a:off x="5938654" y="4737850"/>
                <a:ext cx="136440" cy="144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920654" y="4719850"/>
                  <a:ext cx="17208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B2BCBCA4-9864-AA23-AB1E-2FBF34C83374}"/>
              </a:ext>
            </a:extLst>
          </p:cNvPr>
          <p:cNvGrpSpPr/>
          <p:nvPr/>
        </p:nvGrpSpPr>
        <p:grpSpPr>
          <a:xfrm>
            <a:off x="6770254" y="2677210"/>
            <a:ext cx="389160" cy="259560"/>
            <a:chOff x="6770254" y="2677210"/>
            <a:chExt cx="389160" cy="25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14:cNvPr>
                <p14:cNvContentPartPr/>
                <p14:nvPr/>
              </p14:nvContentPartPr>
              <p14:xfrm>
                <a:off x="6774934" y="2710690"/>
                <a:ext cx="77040" cy="2260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756934" y="2692690"/>
                  <a:ext cx="1126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14:cNvPr>
                <p14:cNvContentPartPr/>
                <p14:nvPr/>
              </p14:nvContentPartPr>
              <p14:xfrm>
                <a:off x="6770254" y="2677210"/>
                <a:ext cx="185040" cy="118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752254" y="2659210"/>
                  <a:ext cx="2206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14:cNvPr>
                <p14:cNvContentPartPr/>
                <p14:nvPr/>
              </p14:nvContentPartPr>
              <p14:xfrm>
                <a:off x="7067974" y="2740570"/>
                <a:ext cx="20520" cy="126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049653" y="2722570"/>
                  <a:ext cx="56796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14:cNvPr>
                <p14:cNvContentPartPr/>
                <p14:nvPr/>
              </p14:nvContentPartPr>
              <p14:xfrm>
                <a:off x="7151494" y="2725090"/>
                <a:ext cx="7920" cy="1350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133494" y="2707090"/>
                  <a:ext cx="43560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C639B13-C389-DB49-FBBB-E4AB9677A479}"/>
              </a:ext>
            </a:extLst>
          </p:cNvPr>
          <p:cNvGrpSpPr/>
          <p:nvPr/>
        </p:nvGrpSpPr>
        <p:grpSpPr>
          <a:xfrm>
            <a:off x="6828214" y="4282450"/>
            <a:ext cx="545040" cy="274320"/>
            <a:chOff x="6828214" y="4282450"/>
            <a:chExt cx="545040" cy="27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14:cNvPr>
                <p14:cNvContentPartPr/>
                <p14:nvPr/>
              </p14:nvContentPartPr>
              <p14:xfrm>
                <a:off x="6847294" y="4338250"/>
                <a:ext cx="37440" cy="2185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829294" y="4320220"/>
                  <a:ext cx="73080" cy="2542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14:cNvPr>
                <p14:cNvContentPartPr/>
                <p14:nvPr/>
              </p14:nvContentPartPr>
              <p14:xfrm>
                <a:off x="6828214" y="4282450"/>
                <a:ext cx="141480" cy="1245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810214" y="4264450"/>
                  <a:ext cx="1771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14:cNvPr>
                <p14:cNvContentPartPr/>
                <p14:nvPr/>
              </p14:nvContentPartPr>
              <p14:xfrm>
                <a:off x="7082014" y="4402690"/>
                <a:ext cx="27360" cy="104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064014" y="4384690"/>
                  <a:ext cx="630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14:cNvPr>
                <p14:cNvContentPartPr/>
                <p14:nvPr/>
              </p14:nvContentPartPr>
              <p14:xfrm>
                <a:off x="7170574" y="4443730"/>
                <a:ext cx="202680" cy="799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152606" y="4425730"/>
                  <a:ext cx="238257" cy="11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D3B0362D-C198-0258-E110-CB3C42AA284E}"/>
              </a:ext>
            </a:extLst>
          </p:cNvPr>
          <p:cNvGrpSpPr/>
          <p:nvPr/>
        </p:nvGrpSpPr>
        <p:grpSpPr>
          <a:xfrm>
            <a:off x="3021214" y="2042170"/>
            <a:ext cx="262440" cy="280440"/>
            <a:chOff x="3021214" y="2042170"/>
            <a:chExt cx="262440" cy="28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986B909-0C02-09A1-D2D4-9B3E23EC9B3D}"/>
                    </a:ext>
                  </a:extLst>
                </p14:cNvPr>
                <p14:cNvContentPartPr/>
                <p14:nvPr/>
              </p14:nvContentPartPr>
              <p14:xfrm>
                <a:off x="3208414" y="2210290"/>
                <a:ext cx="360" cy="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986B909-0C02-09A1-D2D4-9B3E23EC9B3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190414" y="219229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B1B0310-D92A-3592-83B7-A1F876973653}"/>
                    </a:ext>
                  </a:extLst>
                </p14:cNvPr>
                <p14:cNvContentPartPr/>
                <p14:nvPr/>
              </p14:nvContentPartPr>
              <p14:xfrm>
                <a:off x="3021214" y="2042170"/>
                <a:ext cx="262440" cy="2804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B1B0310-D92A-3592-83B7-A1F87697365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003214" y="2024170"/>
                  <a:ext cx="298080" cy="31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82A92A8F-8141-EA92-9C0B-A28DB266B17F}"/>
                  </a:ext>
                </a:extLst>
              </p14:cNvPr>
              <p14:cNvContentPartPr/>
              <p14:nvPr/>
            </p14:nvContentPartPr>
            <p14:xfrm>
              <a:off x="3208054" y="5288650"/>
              <a:ext cx="169560" cy="16668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82A92A8F-8141-EA92-9C0B-A28DB266B17F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3190054" y="5271010"/>
                <a:ext cx="205200" cy="20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64152B8-8B39-7DF7-405F-DA8B33795292}"/>
              </a:ext>
            </a:extLst>
          </p:cNvPr>
          <p:cNvGrpSpPr/>
          <p:nvPr/>
        </p:nvGrpSpPr>
        <p:grpSpPr>
          <a:xfrm>
            <a:off x="3100414" y="3446890"/>
            <a:ext cx="232560" cy="350640"/>
            <a:chOff x="3100414" y="3446890"/>
            <a:chExt cx="232560" cy="35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2BB9BF9-8625-9FCA-16CD-6FE7B4876840}"/>
                    </a:ext>
                  </a:extLst>
                </p14:cNvPr>
                <p14:cNvContentPartPr/>
                <p14:nvPr/>
              </p14:nvContentPartPr>
              <p14:xfrm>
                <a:off x="3100414" y="3446890"/>
                <a:ext cx="232560" cy="3506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2BB9BF9-8625-9FCA-16CD-6FE7B487684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082414" y="3429250"/>
                  <a:ext cx="26820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BD12B6B-A8DC-5280-3B90-91CACB925D2B}"/>
                    </a:ext>
                  </a:extLst>
                </p14:cNvPr>
                <p14:cNvContentPartPr/>
                <p14:nvPr/>
              </p14:nvContentPartPr>
              <p14:xfrm>
                <a:off x="3143974" y="3590530"/>
                <a:ext cx="114480" cy="1224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BD12B6B-A8DC-5280-3B90-91CACB925D2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126334" y="3572890"/>
                  <a:ext cx="150120" cy="158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A2667C91-14BD-F881-D4EE-5D19D6E2C451}"/>
                  </a:ext>
                </a:extLst>
              </p14:cNvPr>
              <p14:cNvContentPartPr/>
              <p14:nvPr/>
            </p14:nvContentPartPr>
            <p14:xfrm>
              <a:off x="4477414" y="1984930"/>
              <a:ext cx="198720" cy="23112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A2667C91-14BD-F881-D4EE-5D19D6E2C451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4459414" y="1967290"/>
                <a:ext cx="23436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F92D132E-A37F-B636-580A-60C80126F8FF}"/>
                  </a:ext>
                </a:extLst>
              </p14:cNvPr>
              <p14:cNvContentPartPr/>
              <p14:nvPr/>
            </p14:nvContentPartPr>
            <p14:xfrm>
              <a:off x="4633654" y="3551650"/>
              <a:ext cx="213840" cy="21528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F92D132E-A37F-B636-580A-60C80126F8FF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4615654" y="3534010"/>
                <a:ext cx="24948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B1F8126B-E0CC-8531-758C-80D9BB90B3E5}"/>
                  </a:ext>
                </a:extLst>
              </p14:cNvPr>
              <p14:cNvContentPartPr/>
              <p14:nvPr/>
            </p14:nvContentPartPr>
            <p14:xfrm>
              <a:off x="4833454" y="5102890"/>
              <a:ext cx="159480" cy="20952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B1F8126B-E0CC-8531-758C-80D9BB90B3E5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4815814" y="5085250"/>
                <a:ext cx="19512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498AE9FE-922C-6296-117E-9D3256D3D10F}"/>
                  </a:ext>
                </a:extLst>
              </p14:cNvPr>
              <p14:cNvContentPartPr/>
              <p14:nvPr/>
            </p14:nvContentPartPr>
            <p14:xfrm>
              <a:off x="6180574" y="1845970"/>
              <a:ext cx="156240" cy="29088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498AE9FE-922C-6296-117E-9D3256D3D10F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6162934" y="1828330"/>
                <a:ext cx="191880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4F326D04-FD2E-26EE-C309-23B62DC7319D}"/>
                  </a:ext>
                </a:extLst>
              </p14:cNvPr>
              <p14:cNvContentPartPr/>
              <p14:nvPr/>
            </p14:nvContentPartPr>
            <p14:xfrm>
              <a:off x="6242854" y="3560290"/>
              <a:ext cx="254160" cy="21060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4F326D04-FD2E-26EE-C309-23B62DC7319D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6225214" y="3542290"/>
                <a:ext cx="28980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17C3C7DB-3EF4-A7F0-556F-C523483D95F6}"/>
                  </a:ext>
                </a:extLst>
              </p14:cNvPr>
              <p14:cNvContentPartPr/>
              <p14:nvPr/>
            </p14:nvContentPartPr>
            <p14:xfrm>
              <a:off x="6441934" y="5100010"/>
              <a:ext cx="173520" cy="1515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17C3C7DB-3EF4-A7F0-556F-C523483D95F6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6424294" y="5082370"/>
                <a:ext cx="209160" cy="18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ACFF9B9D-AAD4-8952-CF99-894EF4BD9ECF}"/>
              </a:ext>
            </a:extLst>
          </p:cNvPr>
          <p:cNvGrpSpPr/>
          <p:nvPr/>
        </p:nvGrpSpPr>
        <p:grpSpPr>
          <a:xfrm>
            <a:off x="2481214" y="2157010"/>
            <a:ext cx="299880" cy="320400"/>
            <a:chOff x="2481214" y="2157010"/>
            <a:chExt cx="299880" cy="32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019A46F-7FDD-CD9B-943B-B1010DFD171C}"/>
                    </a:ext>
                  </a:extLst>
                </p14:cNvPr>
                <p14:cNvContentPartPr/>
                <p14:nvPr/>
              </p14:nvContentPartPr>
              <p14:xfrm>
                <a:off x="2589574" y="2215690"/>
                <a:ext cx="23040" cy="273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019A46F-7FDD-CD9B-943B-B1010DFD171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571574" y="2198050"/>
                  <a:ext cx="586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6311DC4-2BD1-45EE-EC2D-11F778CAA36C}"/>
                    </a:ext>
                  </a:extLst>
                </p14:cNvPr>
                <p14:cNvContentPartPr/>
                <p14:nvPr/>
              </p14:nvContentPartPr>
              <p14:xfrm>
                <a:off x="2481214" y="2157010"/>
                <a:ext cx="157680" cy="2980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6311DC4-2BD1-45EE-EC2D-11F778CAA36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463574" y="2139370"/>
                  <a:ext cx="19332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7D2675D-0CA8-3918-5A93-67FFA008E179}"/>
                    </a:ext>
                  </a:extLst>
                </p14:cNvPr>
                <p14:cNvContentPartPr/>
                <p14:nvPr/>
              </p14:nvContentPartPr>
              <p14:xfrm>
                <a:off x="2754454" y="2229370"/>
                <a:ext cx="26640" cy="2480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7D2675D-0CA8-3918-5A93-67FFA008E17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736454" y="2211370"/>
                  <a:ext cx="62280" cy="28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E5E323A-00F8-4BFC-3E52-DE332DBF97D9}"/>
              </a:ext>
            </a:extLst>
          </p:cNvPr>
          <p:cNvGrpSpPr/>
          <p:nvPr/>
        </p:nvGrpSpPr>
        <p:grpSpPr>
          <a:xfrm>
            <a:off x="2606494" y="3526450"/>
            <a:ext cx="320400" cy="289440"/>
            <a:chOff x="2606494" y="3526450"/>
            <a:chExt cx="320400" cy="2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637AF97-5B34-D93A-C0D6-417B6D5D7666}"/>
                    </a:ext>
                  </a:extLst>
                </p14:cNvPr>
                <p14:cNvContentPartPr/>
                <p14:nvPr/>
              </p14:nvContentPartPr>
              <p14:xfrm>
                <a:off x="2606494" y="3526450"/>
                <a:ext cx="130680" cy="2894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637AF97-5B34-D93A-C0D6-417B6D5D766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588854" y="3508450"/>
                  <a:ext cx="16632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AF732C0-43FF-2CBE-3F35-78A9705B0DD3}"/>
                    </a:ext>
                  </a:extLst>
                </p14:cNvPr>
                <p14:cNvContentPartPr/>
                <p14:nvPr/>
              </p14:nvContentPartPr>
              <p14:xfrm>
                <a:off x="2827534" y="3555250"/>
                <a:ext cx="99360" cy="1645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AF732C0-43FF-2CBE-3F35-78A9705B0DD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809894" y="3537250"/>
                  <a:ext cx="135000" cy="20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96BAD0DD-1210-7D3E-02F0-7E97738A0558}"/>
              </a:ext>
            </a:extLst>
          </p:cNvPr>
          <p:cNvGrpSpPr/>
          <p:nvPr/>
        </p:nvGrpSpPr>
        <p:grpSpPr>
          <a:xfrm>
            <a:off x="2793334" y="5308450"/>
            <a:ext cx="379440" cy="460440"/>
            <a:chOff x="2793334" y="5308450"/>
            <a:chExt cx="379440" cy="46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F8DA16E-DCC9-FB1F-9C4E-C1649AD944F4}"/>
                    </a:ext>
                  </a:extLst>
                </p14:cNvPr>
                <p14:cNvContentPartPr/>
                <p14:nvPr/>
              </p14:nvContentPartPr>
              <p14:xfrm>
                <a:off x="2793334" y="5308450"/>
                <a:ext cx="160560" cy="383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F8DA16E-DCC9-FB1F-9C4E-C1649AD944F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775334" y="5290450"/>
                  <a:ext cx="196200" cy="41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7D9DA40-E96F-ACA9-FD6E-B0FC91452AF7}"/>
                    </a:ext>
                  </a:extLst>
                </p14:cNvPr>
                <p14:cNvContentPartPr/>
                <p14:nvPr/>
              </p14:nvContentPartPr>
              <p14:xfrm>
                <a:off x="2796934" y="5700850"/>
                <a:ext cx="3600" cy="7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7D9DA40-E96F-ACA9-FD6E-B0FC91452AF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779294" y="5682850"/>
                  <a:ext cx="392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55788BF-AE39-A7C6-7489-2C5A02CDAA2D}"/>
                    </a:ext>
                  </a:extLst>
                </p14:cNvPr>
                <p14:cNvContentPartPr/>
                <p14:nvPr/>
              </p14:nvContentPartPr>
              <p14:xfrm>
                <a:off x="3001414" y="5457130"/>
                <a:ext cx="171360" cy="3117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55788BF-AE39-A7C6-7489-2C5A02CDAA2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983774" y="5439130"/>
                  <a:ext cx="207000" cy="34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20B09E50-A16F-32EC-F345-7F72F2C6FB50}"/>
              </a:ext>
            </a:extLst>
          </p:cNvPr>
          <p:cNvGrpSpPr/>
          <p:nvPr/>
        </p:nvGrpSpPr>
        <p:grpSpPr>
          <a:xfrm>
            <a:off x="4491094" y="1523050"/>
            <a:ext cx="369000" cy="361440"/>
            <a:chOff x="4491094" y="1523050"/>
            <a:chExt cx="369000" cy="36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67841D2-61CD-E3F6-13B5-DD448F241102}"/>
                    </a:ext>
                  </a:extLst>
                </p14:cNvPr>
                <p14:cNvContentPartPr/>
                <p14:nvPr/>
              </p14:nvContentPartPr>
              <p14:xfrm>
                <a:off x="4491094" y="1523050"/>
                <a:ext cx="167040" cy="2808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67841D2-61CD-E3F6-13B5-DD448F24110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473454" y="1505050"/>
                  <a:ext cx="2026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318F8A0-DC22-7097-C63D-CA93FB88381F}"/>
                    </a:ext>
                  </a:extLst>
                </p14:cNvPr>
                <p14:cNvContentPartPr/>
                <p14:nvPr/>
              </p14:nvContentPartPr>
              <p14:xfrm>
                <a:off x="4706374" y="1624570"/>
                <a:ext cx="105840" cy="1328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318F8A0-DC22-7097-C63D-CA93FB88381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688374" y="1606930"/>
                  <a:ext cx="1414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FA47D47-AB35-E46C-6580-3DAF8643B533}"/>
                    </a:ext>
                  </a:extLst>
                </p14:cNvPr>
                <p14:cNvContentPartPr/>
                <p14:nvPr/>
              </p14:nvContentPartPr>
              <p14:xfrm>
                <a:off x="4818694" y="1681810"/>
                <a:ext cx="41400" cy="2026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FA47D47-AB35-E46C-6580-3DAF8643B53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800694" y="1664170"/>
                  <a:ext cx="7704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0C407AF7-02B3-D8D0-3AAD-6BD4C981470F}"/>
              </a:ext>
            </a:extLst>
          </p:cNvPr>
          <p:cNvGrpSpPr/>
          <p:nvPr/>
        </p:nvGrpSpPr>
        <p:grpSpPr>
          <a:xfrm>
            <a:off x="4473094" y="3251050"/>
            <a:ext cx="307440" cy="254520"/>
            <a:chOff x="4473094" y="3251050"/>
            <a:chExt cx="307440" cy="25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7DDF948-9465-665E-1B68-DD97B5055966}"/>
                    </a:ext>
                  </a:extLst>
                </p14:cNvPr>
                <p14:cNvContentPartPr/>
                <p14:nvPr/>
              </p14:nvContentPartPr>
              <p14:xfrm>
                <a:off x="4557694" y="3321970"/>
                <a:ext cx="360" cy="3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7DDF948-9465-665E-1B68-DD97B505596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540054" y="33039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28CC199-8AD1-E3D0-A5D0-6A89003C0A59}"/>
                    </a:ext>
                  </a:extLst>
                </p14:cNvPr>
                <p14:cNvContentPartPr/>
                <p14:nvPr/>
              </p14:nvContentPartPr>
              <p14:xfrm>
                <a:off x="4473094" y="3251050"/>
                <a:ext cx="122400" cy="2538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28CC199-8AD1-E3D0-A5D0-6A89003C0A59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4455094" y="3233050"/>
                  <a:ext cx="1580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53B14C7-162A-496C-0769-1D085CB2307F}"/>
                    </a:ext>
                  </a:extLst>
                </p14:cNvPr>
                <p14:cNvContentPartPr/>
                <p14:nvPr/>
              </p14:nvContentPartPr>
              <p14:xfrm>
                <a:off x="4672894" y="3333850"/>
                <a:ext cx="107640" cy="298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53B14C7-162A-496C-0769-1D085CB2307F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655254" y="3316210"/>
                  <a:ext cx="1432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0DF10ED-B6DA-D884-8289-DE012476A1C4}"/>
                    </a:ext>
                  </a:extLst>
                </p14:cNvPr>
                <p14:cNvContentPartPr/>
                <p14:nvPr/>
              </p14:nvContentPartPr>
              <p14:xfrm>
                <a:off x="4662814" y="3339970"/>
                <a:ext cx="115200" cy="1656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0DF10ED-B6DA-D884-8289-DE012476A1C4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644814" y="3322330"/>
                  <a:ext cx="150840" cy="20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8B381425-DB34-5692-4BCD-6FE94F694199}"/>
              </a:ext>
            </a:extLst>
          </p:cNvPr>
          <p:cNvGrpSpPr/>
          <p:nvPr/>
        </p:nvGrpSpPr>
        <p:grpSpPr>
          <a:xfrm>
            <a:off x="4460854" y="4909210"/>
            <a:ext cx="297720" cy="307440"/>
            <a:chOff x="4460854" y="4909210"/>
            <a:chExt cx="297720" cy="30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BCE11C2-BC82-5FB8-0BDB-56E2D726D8B8}"/>
                    </a:ext>
                  </a:extLst>
                </p14:cNvPr>
                <p14:cNvContentPartPr/>
                <p14:nvPr/>
              </p14:nvContentPartPr>
              <p14:xfrm>
                <a:off x="4460854" y="4909210"/>
                <a:ext cx="160560" cy="2768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BCE11C2-BC82-5FB8-0BDB-56E2D726D8B8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4443214" y="4891210"/>
                  <a:ext cx="19620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DA6B80D-243B-6D20-03EC-DA0D2C66221D}"/>
                    </a:ext>
                  </a:extLst>
                </p14:cNvPr>
                <p14:cNvContentPartPr/>
                <p14:nvPr/>
              </p14:nvContentPartPr>
              <p14:xfrm>
                <a:off x="4628614" y="5039170"/>
                <a:ext cx="129960" cy="1774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DA6B80D-243B-6D20-03EC-DA0D2C66221D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610974" y="5021530"/>
                  <a:ext cx="165600" cy="21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C9164294-3775-F8E9-8605-2475FBE74CC9}"/>
              </a:ext>
            </a:extLst>
          </p:cNvPr>
          <p:cNvGrpSpPr/>
          <p:nvPr/>
        </p:nvGrpSpPr>
        <p:grpSpPr>
          <a:xfrm>
            <a:off x="6519694" y="1553290"/>
            <a:ext cx="444600" cy="411480"/>
            <a:chOff x="6519694" y="1553290"/>
            <a:chExt cx="444600" cy="41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07D6A57-03CF-59A0-812B-9A46CE1158C0}"/>
                    </a:ext>
                  </a:extLst>
                </p14:cNvPr>
                <p14:cNvContentPartPr/>
                <p14:nvPr/>
              </p14:nvContentPartPr>
              <p14:xfrm>
                <a:off x="6519694" y="1553290"/>
                <a:ext cx="149040" cy="3927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07D6A57-03CF-59A0-812B-9A46CE1158C0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501694" y="1535290"/>
                  <a:ext cx="18468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A6B3206-DD09-D6A2-A00D-7B7CDAF25FC9}"/>
                    </a:ext>
                  </a:extLst>
                </p14:cNvPr>
                <p14:cNvContentPartPr/>
                <p14:nvPr/>
              </p14:nvContentPartPr>
              <p14:xfrm>
                <a:off x="6746494" y="1732210"/>
                <a:ext cx="152280" cy="2325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A6B3206-DD09-D6A2-A00D-7B7CDAF25FC9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728494" y="1714570"/>
                  <a:ext cx="18792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9F14AC6-7F9F-B6F9-520B-AE36EF168DE4}"/>
                    </a:ext>
                  </a:extLst>
                </p14:cNvPr>
                <p14:cNvContentPartPr/>
                <p14:nvPr/>
              </p14:nvContentPartPr>
              <p14:xfrm>
                <a:off x="6793654" y="1830490"/>
                <a:ext cx="170640" cy="687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9F14AC6-7F9F-B6F9-520B-AE36EF168DE4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776014" y="1812490"/>
                  <a:ext cx="206280" cy="10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F034D594-EC19-44C3-E142-725A22CD476E}"/>
              </a:ext>
            </a:extLst>
          </p:cNvPr>
          <p:cNvGrpSpPr/>
          <p:nvPr/>
        </p:nvGrpSpPr>
        <p:grpSpPr>
          <a:xfrm>
            <a:off x="6708334" y="3438250"/>
            <a:ext cx="368280" cy="350280"/>
            <a:chOff x="6708334" y="3438250"/>
            <a:chExt cx="368280" cy="35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3D7B5EA-8F2A-08CC-AC58-E5358E6F437D}"/>
                    </a:ext>
                  </a:extLst>
                </p14:cNvPr>
                <p14:cNvContentPartPr/>
                <p14:nvPr/>
              </p14:nvContentPartPr>
              <p14:xfrm>
                <a:off x="6708334" y="3438250"/>
                <a:ext cx="150120" cy="2815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3D7B5EA-8F2A-08CC-AC58-E5358E6F437D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690334" y="3420250"/>
                  <a:ext cx="18576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6217F03-F2E0-B5AE-98BB-1F26629F91E2}"/>
                    </a:ext>
                  </a:extLst>
                </p14:cNvPr>
                <p14:cNvContentPartPr/>
                <p14:nvPr/>
              </p14:nvContentPartPr>
              <p14:xfrm>
                <a:off x="6947374" y="3571450"/>
                <a:ext cx="129240" cy="2170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6217F03-F2E0-B5AE-98BB-1F26629F91E2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929374" y="3553810"/>
                  <a:ext cx="164880" cy="25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6838E23A-8FAD-6888-10E7-476242E4A346}"/>
              </a:ext>
            </a:extLst>
          </p:cNvPr>
          <p:cNvGrpSpPr/>
          <p:nvPr/>
        </p:nvGrpSpPr>
        <p:grpSpPr>
          <a:xfrm>
            <a:off x="6805534" y="4822090"/>
            <a:ext cx="401400" cy="246240"/>
            <a:chOff x="6805534" y="4822090"/>
            <a:chExt cx="401400" cy="24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87C410C-21EE-6035-7912-747B5B7F236A}"/>
                    </a:ext>
                  </a:extLst>
                </p14:cNvPr>
                <p14:cNvContentPartPr/>
                <p14:nvPr/>
              </p14:nvContentPartPr>
              <p14:xfrm>
                <a:off x="6805534" y="4822090"/>
                <a:ext cx="155160" cy="2365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87C410C-21EE-6035-7912-747B5B7F236A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787894" y="4804090"/>
                  <a:ext cx="1908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86EEF96-E10C-6DBB-0E83-D631909F3483}"/>
                    </a:ext>
                  </a:extLst>
                </p14:cNvPr>
                <p14:cNvContentPartPr/>
                <p14:nvPr/>
              </p14:nvContentPartPr>
              <p14:xfrm>
                <a:off x="7057534" y="4829650"/>
                <a:ext cx="149400" cy="2386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86EEF96-E10C-6DBB-0E83-D631909F3483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7039894" y="4812010"/>
                  <a:ext cx="185040" cy="274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865499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CA863-8724-5045-F948-37EEB10DC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Touchpad – Network 2 in the demo 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26A26-5204-BCE3-E2BC-9E53052E72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30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14:cNvPr>
              <p14:cNvContentPartPr/>
              <p14:nvPr/>
            </p14:nvContentPartPr>
            <p14:xfrm>
              <a:off x="3171694" y="2166010"/>
              <a:ext cx="42480" cy="19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53694" y="2148010"/>
                <a:ext cx="78120" cy="5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A19A1EB9-876F-2886-1552-BD1628488384}"/>
              </a:ext>
            </a:extLst>
          </p:cNvPr>
          <p:cNvGrpSpPr/>
          <p:nvPr/>
        </p:nvGrpSpPr>
        <p:grpSpPr>
          <a:xfrm>
            <a:off x="2081614" y="1187170"/>
            <a:ext cx="6540840" cy="4528440"/>
            <a:chOff x="2081614" y="1187170"/>
            <a:chExt cx="6540840" cy="452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14:cNvPr>
                <p14:cNvContentPartPr/>
                <p14:nvPr/>
              </p14:nvContentPartPr>
              <p14:xfrm>
                <a:off x="3152254" y="1989610"/>
                <a:ext cx="1321560" cy="270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34254" y="1971610"/>
                  <a:ext cx="13572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14:cNvPr>
                <p14:cNvContentPartPr/>
                <p14:nvPr/>
              </p14:nvContentPartPr>
              <p14:xfrm>
                <a:off x="4469854" y="2020210"/>
                <a:ext cx="104760" cy="137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51854" y="2002210"/>
                  <a:ext cx="1404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14:cNvPr>
                <p14:cNvContentPartPr/>
                <p14:nvPr/>
              </p14:nvContentPartPr>
              <p14:xfrm>
                <a:off x="4542574" y="2063770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24574" y="20457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14:cNvPr>
                <p14:cNvContentPartPr/>
                <p14:nvPr/>
              </p14:nvContentPartPr>
              <p14:xfrm>
                <a:off x="4522414" y="2050090"/>
                <a:ext cx="60120" cy="104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04414" y="2032152"/>
                  <a:ext cx="95760" cy="1395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14:cNvPr>
                <p14:cNvContentPartPr/>
                <p14:nvPr/>
              </p14:nvContentPartPr>
              <p14:xfrm>
                <a:off x="4564534" y="1980970"/>
                <a:ext cx="912240" cy="176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46527" y="1963007"/>
                  <a:ext cx="947894" cy="2123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14:cNvPr>
                <p14:cNvContentPartPr/>
                <p14:nvPr/>
              </p14:nvContentPartPr>
              <p14:xfrm>
                <a:off x="5525374" y="2046850"/>
                <a:ext cx="826920" cy="70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507374" y="2028850"/>
                  <a:ext cx="8625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14:cNvPr>
                <p14:cNvContentPartPr/>
                <p14:nvPr/>
              </p14:nvContentPartPr>
              <p14:xfrm>
                <a:off x="3123454" y="2164210"/>
                <a:ext cx="62280" cy="601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05454" y="2146210"/>
                  <a:ext cx="9792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14:cNvPr>
                <p14:cNvContentPartPr/>
                <p14:nvPr/>
              </p14:nvContentPartPr>
              <p14:xfrm>
                <a:off x="3097894" y="2810770"/>
                <a:ext cx="225720" cy="424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79894" y="2792770"/>
                  <a:ext cx="26136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14:cNvPr>
                <p14:cNvContentPartPr/>
                <p14:nvPr/>
              </p14:nvContentPartPr>
              <p14:xfrm>
                <a:off x="3215614" y="3256450"/>
                <a:ext cx="56520" cy="432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97614" y="3238450"/>
                  <a:ext cx="9216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14:cNvPr>
                <p14:cNvContentPartPr/>
                <p14:nvPr/>
              </p14:nvContentPartPr>
              <p14:xfrm>
                <a:off x="3242974" y="3555250"/>
                <a:ext cx="955440" cy="177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24974" y="3537250"/>
                  <a:ext cx="9910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14:cNvPr>
                <p14:cNvContentPartPr/>
                <p14:nvPr/>
              </p14:nvContentPartPr>
              <p14:xfrm>
                <a:off x="4176094" y="3643090"/>
                <a:ext cx="495720" cy="66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58107" y="3625090"/>
                  <a:ext cx="531334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14:cNvPr>
                <p14:cNvContentPartPr/>
                <p14:nvPr/>
              </p14:nvContentPartPr>
              <p14:xfrm>
                <a:off x="4570294" y="2076730"/>
                <a:ext cx="18000" cy="474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52294" y="2058730"/>
                  <a:ext cx="5364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14:cNvPr>
                <p14:cNvContentPartPr/>
                <p14:nvPr/>
              </p14:nvContentPartPr>
              <p14:xfrm>
                <a:off x="4574974" y="2596930"/>
                <a:ext cx="177480" cy="307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56974" y="2578930"/>
                  <a:ext cx="21312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14:cNvPr>
                <p14:cNvContentPartPr/>
                <p14:nvPr/>
              </p14:nvContentPartPr>
              <p14:xfrm>
                <a:off x="4720414" y="2940010"/>
                <a:ext cx="35640" cy="678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02414" y="2922010"/>
                  <a:ext cx="71280" cy="71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14:cNvPr>
                <p14:cNvContentPartPr/>
                <p14:nvPr/>
              </p14:nvContentPartPr>
              <p14:xfrm>
                <a:off x="4662094" y="3553450"/>
                <a:ext cx="1118880" cy="209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44094" y="3535450"/>
                  <a:ext cx="11545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14:cNvPr>
                <p14:cNvContentPartPr/>
                <p14:nvPr/>
              </p14:nvContentPartPr>
              <p14:xfrm>
                <a:off x="5833534" y="3624370"/>
                <a:ext cx="495720" cy="16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15521" y="3606753"/>
                  <a:ext cx="531386" cy="51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14:cNvPr>
                <p14:cNvContentPartPr/>
                <p14:nvPr/>
              </p14:nvContentPartPr>
              <p14:xfrm>
                <a:off x="6282094" y="2034970"/>
                <a:ext cx="98280" cy="620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64094" y="2016980"/>
                  <a:ext cx="133920" cy="6562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14:cNvPr>
                <p14:cNvContentPartPr/>
                <p14:nvPr/>
              </p14:nvContentPartPr>
              <p14:xfrm>
                <a:off x="6286054" y="2679370"/>
                <a:ext cx="220320" cy="974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268054" y="2661370"/>
                  <a:ext cx="255960" cy="10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14:cNvPr>
                <p14:cNvContentPartPr/>
                <p14:nvPr/>
              </p14:nvContentPartPr>
              <p14:xfrm>
                <a:off x="3208774" y="3739570"/>
                <a:ext cx="38160" cy="662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90774" y="3721570"/>
                  <a:ext cx="73800" cy="69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14:cNvPr>
                <p14:cNvContentPartPr/>
                <p14:nvPr/>
              </p14:nvContentPartPr>
              <p14:xfrm>
                <a:off x="3194374" y="4416730"/>
                <a:ext cx="160920" cy="880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76374" y="4398730"/>
                  <a:ext cx="196560" cy="9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14:cNvPr>
                <p14:cNvContentPartPr/>
                <p14:nvPr/>
              </p14:nvContentPartPr>
              <p14:xfrm>
                <a:off x="4745614" y="3679450"/>
                <a:ext cx="26280" cy="541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27614" y="3661450"/>
                  <a:ext cx="6192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14:cNvPr>
                <p14:cNvContentPartPr/>
                <p14:nvPr/>
              </p14:nvContentPartPr>
              <p14:xfrm>
                <a:off x="4683334" y="4193890"/>
                <a:ext cx="180720" cy="361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65334" y="4175890"/>
                  <a:ext cx="21636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14:cNvPr>
                <p14:cNvContentPartPr/>
                <p14:nvPr/>
              </p14:nvContentPartPr>
              <p14:xfrm>
                <a:off x="4780534" y="4542370"/>
                <a:ext cx="51120" cy="677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62534" y="4524380"/>
                  <a:ext cx="86760" cy="7135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14:cNvPr>
                <p14:cNvContentPartPr/>
                <p14:nvPr/>
              </p14:nvContentPartPr>
              <p14:xfrm>
                <a:off x="3289414" y="5214850"/>
                <a:ext cx="865440" cy="164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71414" y="5196889"/>
                  <a:ext cx="901080" cy="200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14:cNvPr>
                <p14:cNvContentPartPr/>
                <p14:nvPr/>
              </p14:nvContentPartPr>
              <p14:xfrm>
                <a:off x="4198414" y="5226010"/>
                <a:ext cx="642600" cy="80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180414" y="5208090"/>
                  <a:ext cx="678240" cy="1161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14:cNvPr>
                <p14:cNvContentPartPr/>
                <p14:nvPr/>
              </p14:nvContentPartPr>
              <p14:xfrm>
                <a:off x="4911214" y="5098570"/>
                <a:ext cx="984960" cy="137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93221" y="5080570"/>
                  <a:ext cx="1020587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14:cNvPr>
                <p14:cNvContentPartPr/>
                <p14:nvPr/>
              </p14:nvContentPartPr>
              <p14:xfrm>
                <a:off x="5905534" y="5143570"/>
                <a:ext cx="605880" cy="51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887534" y="5125444"/>
                  <a:ext cx="641520" cy="877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14:cNvPr>
                <p14:cNvContentPartPr/>
                <p14:nvPr/>
              </p14:nvContentPartPr>
              <p14:xfrm>
                <a:off x="6391894" y="3657130"/>
                <a:ext cx="88560" cy="640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373821" y="3639130"/>
                  <a:ext cx="124345" cy="67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14:cNvPr>
                <p14:cNvContentPartPr/>
                <p14:nvPr/>
              </p14:nvContentPartPr>
              <p14:xfrm>
                <a:off x="6445894" y="4278490"/>
                <a:ext cx="171720" cy="253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427894" y="4260464"/>
                  <a:ext cx="207360" cy="2894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14:cNvPr>
                <p14:cNvContentPartPr/>
                <p14:nvPr/>
              </p14:nvContentPartPr>
              <p14:xfrm>
                <a:off x="6540574" y="4547410"/>
                <a:ext cx="51120" cy="689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522446" y="4529401"/>
                  <a:ext cx="87013" cy="7254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14:cNvPr>
                <p14:cNvContentPartPr/>
                <p14:nvPr/>
              </p14:nvContentPartPr>
              <p14:xfrm>
                <a:off x="2831494" y="1844890"/>
                <a:ext cx="344520" cy="362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813494" y="1826872"/>
                  <a:ext cx="380160" cy="3981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14:cNvPr>
                <p14:cNvContentPartPr/>
                <p14:nvPr/>
              </p14:nvContentPartPr>
              <p14:xfrm>
                <a:off x="2388334" y="1492450"/>
                <a:ext cx="664200" cy="651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70334" y="1474450"/>
                  <a:ext cx="699840" cy="68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14:cNvPr>
                <p14:cNvContentPartPr/>
                <p14:nvPr/>
              </p14:nvContentPartPr>
              <p14:xfrm>
                <a:off x="2081614" y="1436290"/>
                <a:ext cx="318240" cy="273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063614" y="1418290"/>
                  <a:ext cx="3538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14:cNvPr>
                <p14:cNvContentPartPr/>
                <p14:nvPr/>
              </p14:nvContentPartPr>
              <p14:xfrm>
                <a:off x="2475094" y="1487770"/>
                <a:ext cx="33480" cy="46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457094" y="1469770"/>
                  <a:ext cx="691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14:cNvPr>
                <p14:cNvContentPartPr/>
                <p14:nvPr/>
              </p14:nvContentPartPr>
              <p14:xfrm>
                <a:off x="2572294" y="1319290"/>
                <a:ext cx="146880" cy="212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554250" y="1301259"/>
                  <a:ext cx="182608" cy="2477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14:cNvPr>
                <p14:cNvContentPartPr/>
                <p14:nvPr/>
              </p14:nvContentPartPr>
              <p14:xfrm>
                <a:off x="2815294" y="1187170"/>
                <a:ext cx="173160" cy="215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97294" y="1169170"/>
                  <a:ext cx="2088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14:cNvPr>
                <p14:cNvContentPartPr/>
                <p14:nvPr/>
              </p14:nvContentPartPr>
              <p14:xfrm>
                <a:off x="6540214" y="5132410"/>
                <a:ext cx="600120" cy="292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522203" y="5114410"/>
                  <a:ext cx="635781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14:cNvPr>
                <p14:cNvContentPartPr/>
                <p14:nvPr/>
              </p14:nvContentPartPr>
              <p14:xfrm>
                <a:off x="7011454" y="5214130"/>
                <a:ext cx="316440" cy="501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93474" y="5196130"/>
                  <a:ext cx="35204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14:cNvPr>
                <p14:cNvContentPartPr/>
                <p14:nvPr/>
              </p14:nvContentPartPr>
              <p14:xfrm>
                <a:off x="7105774" y="5322130"/>
                <a:ext cx="362520" cy="338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087774" y="5304130"/>
                  <a:ext cx="39816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14:cNvPr>
                <p14:cNvContentPartPr/>
                <p14:nvPr/>
              </p14:nvContentPartPr>
              <p14:xfrm>
                <a:off x="7730734" y="5305570"/>
                <a:ext cx="277200" cy="335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712734" y="5287570"/>
                  <a:ext cx="3128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14:cNvPr>
                <p14:cNvContentPartPr/>
                <p14:nvPr/>
              </p14:nvContentPartPr>
              <p14:xfrm>
                <a:off x="8089294" y="5407090"/>
                <a:ext cx="25200" cy="235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071294" y="5389117"/>
                  <a:ext cx="60840" cy="2710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14:cNvPr>
                <p14:cNvContentPartPr/>
                <p14:nvPr/>
              </p14:nvContentPartPr>
              <p14:xfrm>
                <a:off x="8091454" y="5321410"/>
                <a:ext cx="264240" cy="212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073454" y="5303410"/>
                  <a:ext cx="2998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14:cNvPr>
                <p14:cNvContentPartPr/>
                <p14:nvPr/>
              </p14:nvContentPartPr>
              <p14:xfrm>
                <a:off x="8465854" y="5323210"/>
                <a:ext cx="36360" cy="225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447854" y="5305181"/>
                  <a:ext cx="72000" cy="2614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14:cNvPr>
                <p14:cNvContentPartPr/>
                <p14:nvPr/>
              </p14:nvContentPartPr>
              <p14:xfrm>
                <a:off x="8488534" y="5327170"/>
                <a:ext cx="133920" cy="243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470582" y="5309170"/>
                  <a:ext cx="169464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67BD6FB-F6D5-4670-181B-A07B6C433560}"/>
              </a:ext>
            </a:extLst>
          </p:cNvPr>
          <p:cNvGrpSpPr/>
          <p:nvPr/>
        </p:nvGrpSpPr>
        <p:grpSpPr>
          <a:xfrm>
            <a:off x="2490214" y="2894290"/>
            <a:ext cx="357120" cy="313200"/>
            <a:chOff x="2490214" y="2894290"/>
            <a:chExt cx="357120" cy="31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14:cNvPr>
                <p14:cNvContentPartPr/>
                <p14:nvPr/>
              </p14:nvContentPartPr>
              <p14:xfrm>
                <a:off x="2527294" y="2894290"/>
                <a:ext cx="24840" cy="313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509294" y="2876290"/>
                  <a:ext cx="6048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14:cNvPr>
                <p14:cNvContentPartPr/>
                <p14:nvPr/>
              </p14:nvContentPartPr>
              <p14:xfrm>
                <a:off x="2490214" y="2904730"/>
                <a:ext cx="285120" cy="168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472214" y="2886730"/>
                  <a:ext cx="3207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14:cNvPr>
                <p14:cNvContentPartPr/>
                <p14:nvPr/>
              </p14:nvContentPartPr>
              <p14:xfrm>
                <a:off x="2829334" y="2975290"/>
                <a:ext cx="18000" cy="166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811334" y="2957290"/>
                  <a:ext cx="5364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CA155A4-AEFE-F774-FDB7-F219A780DA83}"/>
              </a:ext>
            </a:extLst>
          </p:cNvPr>
          <p:cNvGrpSpPr/>
          <p:nvPr/>
        </p:nvGrpSpPr>
        <p:grpSpPr>
          <a:xfrm>
            <a:off x="2601454" y="4453450"/>
            <a:ext cx="333720" cy="289080"/>
            <a:chOff x="2601454" y="4453450"/>
            <a:chExt cx="3337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14:cNvPr>
                <p14:cNvContentPartPr/>
                <p14:nvPr/>
              </p14:nvContentPartPr>
              <p14:xfrm>
                <a:off x="2613694" y="4483330"/>
                <a:ext cx="27000" cy="259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595694" y="4465330"/>
                  <a:ext cx="626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14:cNvPr>
                <p14:cNvContentPartPr/>
                <p14:nvPr/>
              </p14:nvContentPartPr>
              <p14:xfrm>
                <a:off x="2601454" y="4453450"/>
                <a:ext cx="148680" cy="178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583454" y="4435450"/>
                  <a:ext cx="1843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14:cNvPr>
                <p14:cNvContentPartPr/>
                <p14:nvPr/>
              </p14:nvContentPartPr>
              <p14:xfrm>
                <a:off x="2854894" y="4581250"/>
                <a:ext cx="80280" cy="110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836813" y="4563250"/>
                  <a:ext cx="116081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E367ABE-30AD-F828-6414-2DF29E568548}"/>
              </a:ext>
            </a:extLst>
          </p:cNvPr>
          <p:cNvGrpSpPr/>
          <p:nvPr/>
        </p:nvGrpSpPr>
        <p:grpSpPr>
          <a:xfrm>
            <a:off x="3644734" y="1573810"/>
            <a:ext cx="411120" cy="248760"/>
            <a:chOff x="3644734" y="1573810"/>
            <a:chExt cx="411120" cy="24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14:cNvPr>
                <p14:cNvContentPartPr/>
                <p14:nvPr/>
              </p14:nvContentPartPr>
              <p14:xfrm>
                <a:off x="3644734" y="1585330"/>
                <a:ext cx="24840" cy="237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626469" y="1567303"/>
                  <a:ext cx="61004" cy="2729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14:cNvPr>
                <p14:cNvContentPartPr/>
                <p14:nvPr/>
              </p14:nvContentPartPr>
              <p14:xfrm>
                <a:off x="3654094" y="1573810"/>
                <a:ext cx="173160" cy="149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636094" y="1555767"/>
                  <a:ext cx="208800" cy="1854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14:cNvPr>
                <p14:cNvContentPartPr/>
                <p14:nvPr/>
              </p14:nvContentPartPr>
              <p14:xfrm>
                <a:off x="3915814" y="1660210"/>
                <a:ext cx="140040" cy="162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897860" y="1642170"/>
                  <a:ext cx="175589" cy="19807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BCD5526-7242-27CD-4FFB-35749C778D91}"/>
              </a:ext>
            </a:extLst>
          </p:cNvPr>
          <p:cNvGrpSpPr/>
          <p:nvPr/>
        </p:nvGrpSpPr>
        <p:grpSpPr>
          <a:xfrm>
            <a:off x="3765694" y="3200290"/>
            <a:ext cx="369720" cy="270360"/>
            <a:chOff x="3765694" y="3200290"/>
            <a:chExt cx="369720" cy="27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14:cNvPr>
                <p14:cNvContentPartPr/>
                <p14:nvPr/>
              </p14:nvContentPartPr>
              <p14:xfrm>
                <a:off x="3765694" y="3220090"/>
                <a:ext cx="15480" cy="2505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747694" y="3202090"/>
                  <a:ext cx="511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14:cNvPr>
                <p14:cNvContentPartPr/>
                <p14:nvPr/>
              </p14:nvContentPartPr>
              <p14:xfrm>
                <a:off x="3774694" y="3200290"/>
                <a:ext cx="170280" cy="182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756732" y="3182325"/>
                  <a:ext cx="205845" cy="2184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14:cNvPr>
                <p14:cNvContentPartPr/>
                <p14:nvPr/>
              </p14:nvContentPartPr>
              <p14:xfrm>
                <a:off x="4058374" y="3253210"/>
                <a:ext cx="77040" cy="140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040458" y="3235210"/>
                  <a:ext cx="112514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14:cNvPr>
                <p14:cNvContentPartPr/>
                <p14:nvPr/>
              </p14:nvContentPartPr>
              <p14:xfrm>
                <a:off x="4130374" y="3313690"/>
                <a:ext cx="3960" cy="1519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110574" y="3295690"/>
                  <a:ext cx="43164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74C423A-754D-8BC8-4E2B-D3DF2BB13F44}"/>
              </a:ext>
            </a:extLst>
          </p:cNvPr>
          <p:cNvGrpSpPr/>
          <p:nvPr/>
        </p:nvGrpSpPr>
        <p:grpSpPr>
          <a:xfrm>
            <a:off x="3815734" y="4785730"/>
            <a:ext cx="366120" cy="289080"/>
            <a:chOff x="3815734" y="4785730"/>
            <a:chExt cx="3661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14:cNvPr>
                <p14:cNvContentPartPr/>
                <p14:nvPr/>
              </p14:nvContentPartPr>
              <p14:xfrm>
                <a:off x="3815734" y="4837210"/>
                <a:ext cx="53280" cy="237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797734" y="4819210"/>
                  <a:ext cx="889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14:cNvPr>
                <p14:cNvContentPartPr/>
                <p14:nvPr/>
              </p14:nvContentPartPr>
              <p14:xfrm>
                <a:off x="3842014" y="4785730"/>
                <a:ext cx="98640" cy="182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824014" y="4767730"/>
                  <a:ext cx="1342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14:cNvPr>
                <p14:cNvContentPartPr/>
                <p14:nvPr/>
              </p14:nvContentPartPr>
              <p14:xfrm>
                <a:off x="4047574" y="4880050"/>
                <a:ext cx="134280" cy="43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029574" y="4861901"/>
                  <a:ext cx="169920" cy="798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14:cNvPr>
                <p14:cNvContentPartPr/>
                <p14:nvPr/>
              </p14:nvContentPartPr>
              <p14:xfrm>
                <a:off x="4076014" y="4895170"/>
                <a:ext cx="61560" cy="148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057908" y="4877126"/>
                  <a:ext cx="97410" cy="184047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14:cNvPr>
              <p14:cNvContentPartPr/>
              <p14:nvPr/>
            </p14:nvContentPartPr>
            <p14:xfrm>
              <a:off x="5194534" y="1460770"/>
              <a:ext cx="3960" cy="900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176534" y="1443462"/>
                <a:ext cx="39600" cy="43269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73B7A16A-9A1B-7839-410E-B039093371B4}"/>
              </a:ext>
            </a:extLst>
          </p:cNvPr>
          <p:cNvGrpSpPr/>
          <p:nvPr/>
        </p:nvGrpSpPr>
        <p:grpSpPr>
          <a:xfrm>
            <a:off x="4125694" y="2641210"/>
            <a:ext cx="381240" cy="218160"/>
            <a:chOff x="4125694" y="2641210"/>
            <a:chExt cx="381240" cy="21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14:cNvPr>
                <p14:cNvContentPartPr/>
                <p14:nvPr/>
              </p14:nvContentPartPr>
              <p14:xfrm>
                <a:off x="4166014" y="2670370"/>
                <a:ext cx="360" cy="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148014" y="26523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14:cNvPr>
                <p14:cNvContentPartPr/>
                <p14:nvPr/>
              </p14:nvContentPartPr>
              <p14:xfrm>
                <a:off x="4140094" y="2661010"/>
                <a:ext cx="83520" cy="179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122016" y="2642974"/>
                  <a:ext cx="119314" cy="2153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14:cNvPr>
                <p14:cNvContentPartPr/>
                <p14:nvPr/>
              </p14:nvContentPartPr>
              <p14:xfrm>
                <a:off x="4125694" y="2641210"/>
                <a:ext cx="248760" cy="1213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107720" y="2623156"/>
                  <a:ext cx="284348" cy="1570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14:cNvPr>
                <p14:cNvContentPartPr/>
                <p14:nvPr/>
              </p14:nvContentPartPr>
              <p14:xfrm>
                <a:off x="4406494" y="2689810"/>
                <a:ext cx="100440" cy="1695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388494" y="2671810"/>
                  <a:ext cx="13608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BC5A7A0-859E-9016-C872-1F358953159B}"/>
              </a:ext>
            </a:extLst>
          </p:cNvPr>
          <p:cNvGrpSpPr/>
          <p:nvPr/>
        </p:nvGrpSpPr>
        <p:grpSpPr>
          <a:xfrm>
            <a:off x="4315774" y="4301170"/>
            <a:ext cx="356400" cy="290160"/>
            <a:chOff x="4315774" y="4301170"/>
            <a:chExt cx="356400" cy="29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14:cNvPr>
                <p14:cNvContentPartPr/>
                <p14:nvPr/>
              </p14:nvContentPartPr>
              <p14:xfrm>
                <a:off x="4337734" y="4362730"/>
                <a:ext cx="40680" cy="1846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319734" y="4344730"/>
                  <a:ext cx="763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14:cNvPr>
                <p14:cNvContentPartPr/>
                <p14:nvPr/>
              </p14:nvContentPartPr>
              <p14:xfrm>
                <a:off x="4315774" y="4301170"/>
                <a:ext cx="187560" cy="168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297774" y="4283208"/>
                  <a:ext cx="223200" cy="2036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14:cNvPr>
                <p14:cNvContentPartPr/>
                <p14:nvPr/>
              </p14:nvContentPartPr>
              <p14:xfrm>
                <a:off x="4528894" y="4395850"/>
                <a:ext cx="140760" cy="1954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510894" y="4377850"/>
                  <a:ext cx="1764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14:cNvPr>
                <p14:cNvContentPartPr/>
                <p14:nvPr/>
              </p14:nvContentPartPr>
              <p14:xfrm>
                <a:off x="4565254" y="4491970"/>
                <a:ext cx="106920" cy="66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547254" y="4473970"/>
                  <a:ext cx="14256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A267B977-BCBD-FA1A-695B-24070506CED2}"/>
              </a:ext>
            </a:extLst>
          </p:cNvPr>
          <p:cNvGrpSpPr/>
          <p:nvPr/>
        </p:nvGrpSpPr>
        <p:grpSpPr>
          <a:xfrm>
            <a:off x="5195254" y="1475890"/>
            <a:ext cx="539280" cy="308160"/>
            <a:chOff x="5195254" y="1475890"/>
            <a:chExt cx="539280" cy="30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14:cNvPr>
                <p14:cNvContentPartPr/>
                <p14:nvPr/>
              </p14:nvContentPartPr>
              <p14:xfrm>
                <a:off x="5195254" y="1475890"/>
                <a:ext cx="60120" cy="2577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177254" y="1457890"/>
                  <a:ext cx="957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14:cNvPr>
                <p14:cNvContentPartPr/>
                <p14:nvPr/>
              </p14:nvContentPartPr>
              <p14:xfrm>
                <a:off x="5204254" y="1492810"/>
                <a:ext cx="215280" cy="1839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186254" y="1474810"/>
                  <a:ext cx="2509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14:cNvPr>
                <p14:cNvContentPartPr/>
                <p14:nvPr/>
              </p14:nvContentPartPr>
              <p14:xfrm>
                <a:off x="5542294" y="1617730"/>
                <a:ext cx="192240" cy="166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524294" y="1599730"/>
                  <a:ext cx="22788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7BB53F9E-8B66-5A8B-C4F6-12F85559E00D}"/>
              </a:ext>
            </a:extLst>
          </p:cNvPr>
          <p:cNvGrpSpPr/>
          <p:nvPr/>
        </p:nvGrpSpPr>
        <p:grpSpPr>
          <a:xfrm>
            <a:off x="5369134" y="3129730"/>
            <a:ext cx="420120" cy="258480"/>
            <a:chOff x="5369134" y="3129730"/>
            <a:chExt cx="420120" cy="25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14:cNvPr>
                <p14:cNvContentPartPr/>
                <p14:nvPr/>
              </p14:nvContentPartPr>
              <p14:xfrm>
                <a:off x="5372014" y="3191650"/>
                <a:ext cx="50040" cy="1965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354014" y="3173683"/>
                  <a:ext cx="85680" cy="2321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14:cNvPr>
                <p14:cNvContentPartPr/>
                <p14:nvPr/>
              </p14:nvContentPartPr>
              <p14:xfrm>
                <a:off x="5369134" y="3129730"/>
                <a:ext cx="174960" cy="134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351097" y="3111730"/>
                  <a:ext cx="210673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14:cNvPr>
                <p14:cNvContentPartPr/>
                <p14:nvPr/>
              </p14:nvContentPartPr>
              <p14:xfrm>
                <a:off x="5651014" y="3200650"/>
                <a:ext cx="138240" cy="1159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633061" y="3182706"/>
                  <a:ext cx="173787" cy="15145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4A2024D-64E5-82A3-1C98-F4CCFA60A369}"/>
              </a:ext>
            </a:extLst>
          </p:cNvPr>
          <p:cNvGrpSpPr/>
          <p:nvPr/>
        </p:nvGrpSpPr>
        <p:grpSpPr>
          <a:xfrm>
            <a:off x="5576494" y="4614730"/>
            <a:ext cx="498600" cy="306000"/>
            <a:chOff x="5576494" y="4614730"/>
            <a:chExt cx="498600" cy="30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14:cNvPr>
                <p14:cNvContentPartPr/>
                <p14:nvPr/>
              </p14:nvContentPartPr>
              <p14:xfrm>
                <a:off x="5587654" y="4698610"/>
                <a:ext cx="55800" cy="1515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569537" y="4680653"/>
                  <a:ext cx="91671" cy="1871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14:cNvPr>
                <p14:cNvContentPartPr/>
                <p14:nvPr/>
              </p14:nvContentPartPr>
              <p14:xfrm>
                <a:off x="5576494" y="4614730"/>
                <a:ext cx="111600" cy="95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558552" y="4596730"/>
                  <a:ext cx="147125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14:cNvPr>
                <p14:cNvContentPartPr/>
                <p14:nvPr/>
              </p14:nvContentPartPr>
              <p14:xfrm>
                <a:off x="5603494" y="4687810"/>
                <a:ext cx="200880" cy="669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585526" y="4669713"/>
                  <a:ext cx="236456" cy="1027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14:cNvPr>
                <p14:cNvContentPartPr/>
                <p14:nvPr/>
              </p14:nvContentPartPr>
              <p14:xfrm>
                <a:off x="5864494" y="4770250"/>
                <a:ext cx="34920" cy="1504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846494" y="4752207"/>
                  <a:ext cx="70560" cy="1862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14:cNvPr>
                <p14:cNvContentPartPr/>
                <p14:nvPr/>
              </p14:nvContentPartPr>
              <p14:xfrm>
                <a:off x="5938654" y="4737850"/>
                <a:ext cx="136440" cy="144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920654" y="4719850"/>
                  <a:ext cx="17208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B2BCBCA4-9864-AA23-AB1E-2FBF34C83374}"/>
              </a:ext>
            </a:extLst>
          </p:cNvPr>
          <p:cNvGrpSpPr/>
          <p:nvPr/>
        </p:nvGrpSpPr>
        <p:grpSpPr>
          <a:xfrm>
            <a:off x="6770254" y="2677210"/>
            <a:ext cx="389160" cy="259560"/>
            <a:chOff x="6770254" y="2677210"/>
            <a:chExt cx="389160" cy="25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14:cNvPr>
                <p14:cNvContentPartPr/>
                <p14:nvPr/>
              </p14:nvContentPartPr>
              <p14:xfrm>
                <a:off x="6774934" y="2710690"/>
                <a:ext cx="77040" cy="2260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756934" y="2692690"/>
                  <a:ext cx="1126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14:cNvPr>
                <p14:cNvContentPartPr/>
                <p14:nvPr/>
              </p14:nvContentPartPr>
              <p14:xfrm>
                <a:off x="6770254" y="2677210"/>
                <a:ext cx="185040" cy="118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752254" y="2659210"/>
                  <a:ext cx="2206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14:cNvPr>
                <p14:cNvContentPartPr/>
                <p14:nvPr/>
              </p14:nvContentPartPr>
              <p14:xfrm>
                <a:off x="7067974" y="2740570"/>
                <a:ext cx="20520" cy="126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049653" y="2722570"/>
                  <a:ext cx="56796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14:cNvPr>
                <p14:cNvContentPartPr/>
                <p14:nvPr/>
              </p14:nvContentPartPr>
              <p14:xfrm>
                <a:off x="7151494" y="2725090"/>
                <a:ext cx="7920" cy="1350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133494" y="2707090"/>
                  <a:ext cx="43560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C639B13-C389-DB49-FBBB-E4AB9677A479}"/>
              </a:ext>
            </a:extLst>
          </p:cNvPr>
          <p:cNvGrpSpPr/>
          <p:nvPr/>
        </p:nvGrpSpPr>
        <p:grpSpPr>
          <a:xfrm>
            <a:off x="6828214" y="4282450"/>
            <a:ext cx="545040" cy="274320"/>
            <a:chOff x="6828214" y="4282450"/>
            <a:chExt cx="545040" cy="27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14:cNvPr>
                <p14:cNvContentPartPr/>
                <p14:nvPr/>
              </p14:nvContentPartPr>
              <p14:xfrm>
                <a:off x="6847294" y="4338250"/>
                <a:ext cx="37440" cy="2185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829294" y="4320220"/>
                  <a:ext cx="73080" cy="2542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14:cNvPr>
                <p14:cNvContentPartPr/>
                <p14:nvPr/>
              </p14:nvContentPartPr>
              <p14:xfrm>
                <a:off x="6828214" y="4282450"/>
                <a:ext cx="141480" cy="1245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810214" y="4264450"/>
                  <a:ext cx="1771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14:cNvPr>
                <p14:cNvContentPartPr/>
                <p14:nvPr/>
              </p14:nvContentPartPr>
              <p14:xfrm>
                <a:off x="7082014" y="4402690"/>
                <a:ext cx="27360" cy="104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064014" y="4384690"/>
                  <a:ext cx="630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14:cNvPr>
                <p14:cNvContentPartPr/>
                <p14:nvPr/>
              </p14:nvContentPartPr>
              <p14:xfrm>
                <a:off x="7170574" y="4443730"/>
                <a:ext cx="202680" cy="799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152606" y="4425730"/>
                  <a:ext cx="238257" cy="11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D3B0362D-C198-0258-E110-CB3C42AA284E}"/>
              </a:ext>
            </a:extLst>
          </p:cNvPr>
          <p:cNvGrpSpPr/>
          <p:nvPr/>
        </p:nvGrpSpPr>
        <p:grpSpPr>
          <a:xfrm>
            <a:off x="3021214" y="2042170"/>
            <a:ext cx="262440" cy="280440"/>
            <a:chOff x="3021214" y="2042170"/>
            <a:chExt cx="262440" cy="28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986B909-0C02-09A1-D2D4-9B3E23EC9B3D}"/>
                    </a:ext>
                  </a:extLst>
                </p14:cNvPr>
                <p14:cNvContentPartPr/>
                <p14:nvPr/>
              </p14:nvContentPartPr>
              <p14:xfrm>
                <a:off x="3208414" y="2210290"/>
                <a:ext cx="360" cy="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986B909-0C02-09A1-D2D4-9B3E23EC9B3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190414" y="219229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B1B0310-D92A-3592-83B7-A1F876973653}"/>
                    </a:ext>
                  </a:extLst>
                </p14:cNvPr>
                <p14:cNvContentPartPr/>
                <p14:nvPr/>
              </p14:nvContentPartPr>
              <p14:xfrm>
                <a:off x="3021214" y="2042170"/>
                <a:ext cx="262440" cy="2804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B1B0310-D92A-3592-83B7-A1F87697365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003214" y="2024170"/>
                  <a:ext cx="298080" cy="31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82A92A8F-8141-EA92-9C0B-A28DB266B17F}"/>
                  </a:ext>
                </a:extLst>
              </p14:cNvPr>
              <p14:cNvContentPartPr/>
              <p14:nvPr/>
            </p14:nvContentPartPr>
            <p14:xfrm>
              <a:off x="3208054" y="5288650"/>
              <a:ext cx="169560" cy="16668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82A92A8F-8141-EA92-9C0B-A28DB266B17F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3190054" y="5270650"/>
                <a:ext cx="205200" cy="20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64152B8-8B39-7DF7-405F-DA8B33795292}"/>
              </a:ext>
            </a:extLst>
          </p:cNvPr>
          <p:cNvGrpSpPr/>
          <p:nvPr/>
        </p:nvGrpSpPr>
        <p:grpSpPr>
          <a:xfrm>
            <a:off x="3100414" y="3446890"/>
            <a:ext cx="232560" cy="350640"/>
            <a:chOff x="3100414" y="3446890"/>
            <a:chExt cx="232560" cy="35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2BB9BF9-8625-9FCA-16CD-6FE7B4876840}"/>
                    </a:ext>
                  </a:extLst>
                </p14:cNvPr>
                <p14:cNvContentPartPr/>
                <p14:nvPr/>
              </p14:nvContentPartPr>
              <p14:xfrm>
                <a:off x="3100414" y="3446890"/>
                <a:ext cx="232560" cy="3506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2BB9BF9-8625-9FCA-16CD-6FE7B487684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082414" y="3428890"/>
                  <a:ext cx="26820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BD12B6B-A8DC-5280-3B90-91CACB925D2B}"/>
                    </a:ext>
                  </a:extLst>
                </p14:cNvPr>
                <p14:cNvContentPartPr/>
                <p14:nvPr/>
              </p14:nvContentPartPr>
              <p14:xfrm>
                <a:off x="3143974" y="3590530"/>
                <a:ext cx="114480" cy="1224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BD12B6B-A8DC-5280-3B90-91CACB925D2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125974" y="3572477"/>
                  <a:ext cx="150120" cy="15814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A2667C91-14BD-F881-D4EE-5D19D6E2C451}"/>
                  </a:ext>
                </a:extLst>
              </p14:cNvPr>
              <p14:cNvContentPartPr/>
              <p14:nvPr/>
            </p14:nvContentPartPr>
            <p14:xfrm>
              <a:off x="4477414" y="1984930"/>
              <a:ext cx="198720" cy="23112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A2667C91-14BD-F881-D4EE-5D19D6E2C451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4459414" y="1966930"/>
                <a:ext cx="23436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F92D132E-A37F-B636-580A-60C80126F8FF}"/>
                  </a:ext>
                </a:extLst>
              </p14:cNvPr>
              <p14:cNvContentPartPr/>
              <p14:nvPr/>
            </p14:nvContentPartPr>
            <p14:xfrm>
              <a:off x="4633654" y="3551650"/>
              <a:ext cx="213840" cy="21528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F92D132E-A37F-B636-580A-60C80126F8FF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4615654" y="3533650"/>
                <a:ext cx="24948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B1F8126B-E0CC-8531-758C-80D9BB90B3E5}"/>
                  </a:ext>
                </a:extLst>
              </p14:cNvPr>
              <p14:cNvContentPartPr/>
              <p14:nvPr/>
            </p14:nvContentPartPr>
            <p14:xfrm>
              <a:off x="4833454" y="5102890"/>
              <a:ext cx="159480" cy="20952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B1F8126B-E0CC-8531-758C-80D9BB90B3E5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4815454" y="5084890"/>
                <a:ext cx="19512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498AE9FE-922C-6296-117E-9D3256D3D10F}"/>
                  </a:ext>
                </a:extLst>
              </p14:cNvPr>
              <p14:cNvContentPartPr/>
              <p14:nvPr/>
            </p14:nvContentPartPr>
            <p14:xfrm>
              <a:off x="6180574" y="1845970"/>
              <a:ext cx="156240" cy="29088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498AE9FE-922C-6296-117E-9D3256D3D10F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6162532" y="1827970"/>
                <a:ext cx="191962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4F326D04-FD2E-26EE-C309-23B62DC7319D}"/>
                  </a:ext>
                </a:extLst>
              </p14:cNvPr>
              <p14:cNvContentPartPr/>
              <p14:nvPr/>
            </p14:nvContentPartPr>
            <p14:xfrm>
              <a:off x="6242854" y="3560290"/>
              <a:ext cx="254160" cy="21060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4F326D04-FD2E-26EE-C309-23B62DC7319D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6224854" y="3542290"/>
                <a:ext cx="28980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17C3C7DB-3EF4-A7F0-556F-C523483D95F6}"/>
                  </a:ext>
                </a:extLst>
              </p14:cNvPr>
              <p14:cNvContentPartPr/>
              <p14:nvPr/>
            </p14:nvContentPartPr>
            <p14:xfrm>
              <a:off x="6441934" y="5100010"/>
              <a:ext cx="173520" cy="1515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17C3C7DB-3EF4-A7F0-556F-C523483D95F6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6423934" y="5082010"/>
                <a:ext cx="209160" cy="18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ACFF9B9D-AAD4-8952-CF99-894EF4BD9ECF}"/>
              </a:ext>
            </a:extLst>
          </p:cNvPr>
          <p:cNvGrpSpPr/>
          <p:nvPr/>
        </p:nvGrpSpPr>
        <p:grpSpPr>
          <a:xfrm>
            <a:off x="2481214" y="2157010"/>
            <a:ext cx="299880" cy="320400"/>
            <a:chOff x="2481214" y="2157010"/>
            <a:chExt cx="299880" cy="32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019A46F-7FDD-CD9B-943B-B1010DFD171C}"/>
                    </a:ext>
                  </a:extLst>
                </p14:cNvPr>
                <p14:cNvContentPartPr/>
                <p14:nvPr/>
              </p14:nvContentPartPr>
              <p14:xfrm>
                <a:off x="2589574" y="2215690"/>
                <a:ext cx="23040" cy="273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019A46F-7FDD-CD9B-943B-B1010DFD171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571574" y="2197690"/>
                  <a:ext cx="586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6311DC4-2BD1-45EE-EC2D-11F778CAA36C}"/>
                    </a:ext>
                  </a:extLst>
                </p14:cNvPr>
                <p14:cNvContentPartPr/>
                <p14:nvPr/>
              </p14:nvContentPartPr>
              <p14:xfrm>
                <a:off x="2481214" y="2157010"/>
                <a:ext cx="157680" cy="2980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6311DC4-2BD1-45EE-EC2D-11F778CAA36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463214" y="2138988"/>
                  <a:ext cx="193320" cy="3337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7D2675D-0CA8-3918-5A93-67FFA008E179}"/>
                    </a:ext>
                  </a:extLst>
                </p14:cNvPr>
                <p14:cNvContentPartPr/>
                <p14:nvPr/>
              </p14:nvContentPartPr>
              <p14:xfrm>
                <a:off x="2754454" y="2229370"/>
                <a:ext cx="26640" cy="2480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7D2675D-0CA8-3918-5A93-67FFA008E17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736454" y="2211370"/>
                  <a:ext cx="62280" cy="28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E5E323A-00F8-4BFC-3E52-DE332DBF97D9}"/>
              </a:ext>
            </a:extLst>
          </p:cNvPr>
          <p:cNvGrpSpPr/>
          <p:nvPr/>
        </p:nvGrpSpPr>
        <p:grpSpPr>
          <a:xfrm>
            <a:off x="2606494" y="3526450"/>
            <a:ext cx="320400" cy="289440"/>
            <a:chOff x="2606494" y="3526450"/>
            <a:chExt cx="320400" cy="2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637AF97-5B34-D93A-C0D6-417B6D5D7666}"/>
                    </a:ext>
                  </a:extLst>
                </p14:cNvPr>
                <p14:cNvContentPartPr/>
                <p14:nvPr/>
              </p14:nvContentPartPr>
              <p14:xfrm>
                <a:off x="2606494" y="3526450"/>
                <a:ext cx="130680" cy="2894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637AF97-5B34-D93A-C0D6-417B6D5D766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588444" y="3508450"/>
                  <a:ext cx="166418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AF732C0-43FF-2CBE-3F35-78A9705B0DD3}"/>
                    </a:ext>
                  </a:extLst>
                </p14:cNvPr>
                <p14:cNvContentPartPr/>
                <p14:nvPr/>
              </p14:nvContentPartPr>
              <p14:xfrm>
                <a:off x="2827534" y="3555250"/>
                <a:ext cx="99360" cy="1645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AF732C0-43FF-2CBE-3F35-78A9705B0DD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809534" y="3537250"/>
                  <a:ext cx="135000" cy="20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96BAD0DD-1210-7D3E-02F0-7E97738A0558}"/>
              </a:ext>
            </a:extLst>
          </p:cNvPr>
          <p:cNvGrpSpPr/>
          <p:nvPr/>
        </p:nvGrpSpPr>
        <p:grpSpPr>
          <a:xfrm>
            <a:off x="2793334" y="5308450"/>
            <a:ext cx="379440" cy="460440"/>
            <a:chOff x="2793334" y="5308450"/>
            <a:chExt cx="379440" cy="46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F8DA16E-DCC9-FB1F-9C4E-C1649AD944F4}"/>
                    </a:ext>
                  </a:extLst>
                </p14:cNvPr>
                <p14:cNvContentPartPr/>
                <p14:nvPr/>
              </p14:nvContentPartPr>
              <p14:xfrm>
                <a:off x="2793334" y="5308450"/>
                <a:ext cx="160560" cy="383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F8DA16E-DCC9-FB1F-9C4E-C1649AD944F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775374" y="5290467"/>
                  <a:ext cx="196120" cy="4193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7D9DA40-E96F-ACA9-FD6E-B0FC91452AF7}"/>
                    </a:ext>
                  </a:extLst>
                </p14:cNvPr>
                <p14:cNvContentPartPr/>
                <p14:nvPr/>
              </p14:nvContentPartPr>
              <p14:xfrm>
                <a:off x="2796934" y="5700850"/>
                <a:ext cx="3600" cy="7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7D9DA40-E96F-ACA9-FD6E-B0FC91452AF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778934" y="5682850"/>
                  <a:ext cx="392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55788BF-AE39-A7C6-7489-2C5A02CDAA2D}"/>
                    </a:ext>
                  </a:extLst>
                </p14:cNvPr>
                <p14:cNvContentPartPr/>
                <p14:nvPr/>
              </p14:nvContentPartPr>
              <p14:xfrm>
                <a:off x="3001414" y="5457130"/>
                <a:ext cx="171360" cy="3117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55788BF-AE39-A7C6-7489-2C5A02CDAA2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983376" y="5439151"/>
                  <a:ext cx="207075" cy="34735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20B09E50-A16F-32EC-F345-7F72F2C6FB50}"/>
              </a:ext>
            </a:extLst>
          </p:cNvPr>
          <p:cNvGrpSpPr/>
          <p:nvPr/>
        </p:nvGrpSpPr>
        <p:grpSpPr>
          <a:xfrm>
            <a:off x="4491094" y="1523050"/>
            <a:ext cx="369000" cy="361440"/>
            <a:chOff x="4491094" y="1523050"/>
            <a:chExt cx="369000" cy="36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67841D2-61CD-E3F6-13B5-DD448F241102}"/>
                    </a:ext>
                  </a:extLst>
                </p14:cNvPr>
                <p14:cNvContentPartPr/>
                <p14:nvPr/>
              </p14:nvContentPartPr>
              <p14:xfrm>
                <a:off x="4491094" y="1523050"/>
                <a:ext cx="167040" cy="2808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67841D2-61CD-E3F6-13B5-DD448F24110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473094" y="1505050"/>
                  <a:ext cx="2026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318F8A0-DC22-7097-C63D-CA93FB88381F}"/>
                    </a:ext>
                  </a:extLst>
                </p14:cNvPr>
                <p14:cNvContentPartPr/>
                <p14:nvPr/>
              </p14:nvContentPartPr>
              <p14:xfrm>
                <a:off x="4706374" y="1624570"/>
                <a:ext cx="105840" cy="1328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318F8A0-DC22-7097-C63D-CA93FB88381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688374" y="1606521"/>
                  <a:ext cx="141480" cy="1685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FA47D47-AB35-E46C-6580-3DAF8643B533}"/>
                    </a:ext>
                  </a:extLst>
                </p14:cNvPr>
                <p14:cNvContentPartPr/>
                <p14:nvPr/>
              </p14:nvContentPartPr>
              <p14:xfrm>
                <a:off x="4818694" y="1681810"/>
                <a:ext cx="41400" cy="2026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FA47D47-AB35-E46C-6580-3DAF8643B53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800694" y="1663810"/>
                  <a:ext cx="7704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0C407AF7-02B3-D8D0-3AAD-6BD4C981470F}"/>
              </a:ext>
            </a:extLst>
          </p:cNvPr>
          <p:cNvGrpSpPr/>
          <p:nvPr/>
        </p:nvGrpSpPr>
        <p:grpSpPr>
          <a:xfrm>
            <a:off x="4473094" y="3251050"/>
            <a:ext cx="307440" cy="254520"/>
            <a:chOff x="4473094" y="3251050"/>
            <a:chExt cx="307440" cy="25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7DDF948-9465-665E-1B68-DD97B5055966}"/>
                    </a:ext>
                  </a:extLst>
                </p14:cNvPr>
                <p14:cNvContentPartPr/>
                <p14:nvPr/>
              </p14:nvContentPartPr>
              <p14:xfrm>
                <a:off x="4557694" y="3321970"/>
                <a:ext cx="360" cy="3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7DDF948-9465-665E-1B68-DD97B505596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539694" y="33039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28CC199-8AD1-E3D0-A5D0-6A89003C0A59}"/>
                    </a:ext>
                  </a:extLst>
                </p14:cNvPr>
                <p14:cNvContentPartPr/>
                <p14:nvPr/>
              </p14:nvContentPartPr>
              <p14:xfrm>
                <a:off x="4473094" y="3251050"/>
                <a:ext cx="122400" cy="2538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28CC199-8AD1-E3D0-A5D0-6A89003C0A59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4455094" y="3233050"/>
                  <a:ext cx="1580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53B14C7-162A-496C-0769-1D085CB2307F}"/>
                    </a:ext>
                  </a:extLst>
                </p14:cNvPr>
                <p14:cNvContentPartPr/>
                <p14:nvPr/>
              </p14:nvContentPartPr>
              <p14:xfrm>
                <a:off x="4672894" y="3333850"/>
                <a:ext cx="107640" cy="298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53B14C7-162A-496C-0769-1D085CB2307F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654894" y="3315850"/>
                  <a:ext cx="1432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0DF10ED-B6DA-D884-8289-DE012476A1C4}"/>
                    </a:ext>
                  </a:extLst>
                </p14:cNvPr>
                <p14:cNvContentPartPr/>
                <p14:nvPr/>
              </p14:nvContentPartPr>
              <p14:xfrm>
                <a:off x="4662814" y="3339970"/>
                <a:ext cx="115200" cy="1656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0DF10ED-B6DA-D884-8289-DE012476A1C4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644870" y="3321970"/>
                  <a:ext cx="150729" cy="20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8B381425-DB34-5692-4BCD-6FE94F694199}"/>
              </a:ext>
            </a:extLst>
          </p:cNvPr>
          <p:cNvGrpSpPr/>
          <p:nvPr/>
        </p:nvGrpSpPr>
        <p:grpSpPr>
          <a:xfrm>
            <a:off x="4460854" y="4909210"/>
            <a:ext cx="297720" cy="307440"/>
            <a:chOff x="4460854" y="4909210"/>
            <a:chExt cx="297720" cy="30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BCE11C2-BC82-5FB8-0BDB-56E2D726D8B8}"/>
                    </a:ext>
                  </a:extLst>
                </p14:cNvPr>
                <p14:cNvContentPartPr/>
                <p14:nvPr/>
              </p14:nvContentPartPr>
              <p14:xfrm>
                <a:off x="4460854" y="4909210"/>
                <a:ext cx="160560" cy="2768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BCE11C2-BC82-5FB8-0BDB-56E2D726D8B8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4442814" y="4891210"/>
                  <a:ext cx="19628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DA6B80D-243B-6D20-03EC-DA0D2C66221D}"/>
                    </a:ext>
                  </a:extLst>
                </p14:cNvPr>
                <p14:cNvContentPartPr/>
                <p14:nvPr/>
              </p14:nvContentPartPr>
              <p14:xfrm>
                <a:off x="4628614" y="5039170"/>
                <a:ext cx="129960" cy="1774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DA6B80D-243B-6D20-03EC-DA0D2C66221D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610614" y="5021133"/>
                  <a:ext cx="165600" cy="21319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C9164294-3775-F8E9-8605-2475FBE74CC9}"/>
              </a:ext>
            </a:extLst>
          </p:cNvPr>
          <p:cNvGrpSpPr/>
          <p:nvPr/>
        </p:nvGrpSpPr>
        <p:grpSpPr>
          <a:xfrm>
            <a:off x="6519694" y="1553290"/>
            <a:ext cx="444600" cy="411480"/>
            <a:chOff x="6519694" y="1553290"/>
            <a:chExt cx="444600" cy="41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07D6A57-03CF-59A0-812B-9A46CE1158C0}"/>
                    </a:ext>
                  </a:extLst>
                </p14:cNvPr>
                <p14:cNvContentPartPr/>
                <p14:nvPr/>
              </p14:nvContentPartPr>
              <p14:xfrm>
                <a:off x="6519694" y="1553290"/>
                <a:ext cx="149040" cy="3927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07D6A57-03CF-59A0-812B-9A46CE1158C0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501694" y="1535290"/>
                  <a:ext cx="18468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A6B3206-DD09-D6A2-A00D-7B7CDAF25FC9}"/>
                    </a:ext>
                  </a:extLst>
                </p14:cNvPr>
                <p14:cNvContentPartPr/>
                <p14:nvPr/>
              </p14:nvContentPartPr>
              <p14:xfrm>
                <a:off x="6746494" y="1732210"/>
                <a:ext cx="152280" cy="2325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A6B3206-DD09-D6A2-A00D-7B7CDAF25FC9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728536" y="1714182"/>
                  <a:ext cx="187836" cy="2682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9F14AC6-7F9F-B6F9-520B-AE36EF168DE4}"/>
                    </a:ext>
                  </a:extLst>
                </p14:cNvPr>
                <p14:cNvContentPartPr/>
                <p14:nvPr/>
              </p14:nvContentPartPr>
              <p14:xfrm>
                <a:off x="6793654" y="1830490"/>
                <a:ext cx="170640" cy="687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9F14AC6-7F9F-B6F9-520B-AE36EF168DE4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775654" y="1812584"/>
                  <a:ext cx="206280" cy="10421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F034D594-EC19-44C3-E142-725A22CD476E}"/>
              </a:ext>
            </a:extLst>
          </p:cNvPr>
          <p:cNvGrpSpPr/>
          <p:nvPr/>
        </p:nvGrpSpPr>
        <p:grpSpPr>
          <a:xfrm>
            <a:off x="6708334" y="3438250"/>
            <a:ext cx="368280" cy="350280"/>
            <a:chOff x="6708334" y="3438250"/>
            <a:chExt cx="368280" cy="35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3D7B5EA-8F2A-08CC-AC58-E5358E6F437D}"/>
                    </a:ext>
                  </a:extLst>
                </p14:cNvPr>
                <p14:cNvContentPartPr/>
                <p14:nvPr/>
              </p14:nvContentPartPr>
              <p14:xfrm>
                <a:off x="6708334" y="3438250"/>
                <a:ext cx="150120" cy="2815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3D7B5EA-8F2A-08CC-AC58-E5358E6F437D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690334" y="3420250"/>
                  <a:ext cx="18576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6217F03-F2E0-B5AE-98BB-1F26629F91E2}"/>
                    </a:ext>
                  </a:extLst>
                </p14:cNvPr>
                <p14:cNvContentPartPr/>
                <p14:nvPr/>
              </p14:nvContentPartPr>
              <p14:xfrm>
                <a:off x="6947374" y="3571450"/>
                <a:ext cx="129240" cy="2170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6217F03-F2E0-B5AE-98BB-1F26629F91E2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929374" y="3553450"/>
                  <a:ext cx="164880" cy="25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6838E23A-8FAD-6888-10E7-476242E4A346}"/>
              </a:ext>
            </a:extLst>
          </p:cNvPr>
          <p:cNvGrpSpPr/>
          <p:nvPr/>
        </p:nvGrpSpPr>
        <p:grpSpPr>
          <a:xfrm>
            <a:off x="6805534" y="4822090"/>
            <a:ext cx="401400" cy="246240"/>
            <a:chOff x="6805534" y="4822090"/>
            <a:chExt cx="401400" cy="24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87C410C-21EE-6035-7912-747B5B7F236A}"/>
                    </a:ext>
                  </a:extLst>
                </p14:cNvPr>
                <p14:cNvContentPartPr/>
                <p14:nvPr/>
              </p14:nvContentPartPr>
              <p14:xfrm>
                <a:off x="6805534" y="4822090"/>
                <a:ext cx="155160" cy="2365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87C410C-21EE-6035-7912-747B5B7F236A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787492" y="4804090"/>
                  <a:ext cx="190883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86EEF96-E10C-6DBB-0E83-D631909F3483}"/>
                    </a:ext>
                  </a:extLst>
                </p14:cNvPr>
                <p14:cNvContentPartPr/>
                <p14:nvPr/>
              </p14:nvContentPartPr>
              <p14:xfrm>
                <a:off x="7057534" y="4829650"/>
                <a:ext cx="149400" cy="2386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86EEF96-E10C-6DBB-0E83-D631909F3483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7039534" y="4811650"/>
                  <a:ext cx="185040" cy="274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1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D7C3377B-B378-6EC3-F2BD-99C835D2B6C5}"/>
                  </a:ext>
                </a:extLst>
              </p14:cNvPr>
              <p14:cNvContentPartPr/>
              <p14:nvPr/>
            </p14:nvContentPartPr>
            <p14:xfrm>
              <a:off x="2890534" y="1820410"/>
              <a:ext cx="169560" cy="21276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D7C3377B-B378-6EC3-F2BD-99C835D2B6C5}"/>
                  </a:ext>
                </a:extLst>
              </p:cNvPr>
              <p:cNvPicPr/>
              <p:nvPr/>
            </p:nvPicPr>
            <p:blipFill>
              <a:blip r:embed="rId252"/>
              <a:stretch>
                <a:fillRect/>
              </a:stretch>
            </p:blipFill>
            <p:spPr>
              <a:xfrm>
                <a:off x="2872534" y="1802410"/>
                <a:ext cx="205200" cy="248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7" name="Group 166">
            <a:extLst>
              <a:ext uri="{FF2B5EF4-FFF2-40B4-BE49-F238E27FC236}">
                <a16:creationId xmlns:a16="http://schemas.microsoft.com/office/drawing/2014/main" id="{972CA3E9-0622-9E12-0172-091B087230F1}"/>
              </a:ext>
            </a:extLst>
          </p:cNvPr>
          <p:cNvGrpSpPr/>
          <p:nvPr/>
        </p:nvGrpSpPr>
        <p:grpSpPr>
          <a:xfrm>
            <a:off x="2646094" y="1614130"/>
            <a:ext cx="843840" cy="1023120"/>
            <a:chOff x="2646094" y="1614130"/>
            <a:chExt cx="843840" cy="102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9738C3FA-E817-E05F-B967-B74D4CF7647A}"/>
                    </a:ext>
                  </a:extLst>
                </p14:cNvPr>
                <p14:cNvContentPartPr/>
                <p14:nvPr/>
              </p14:nvContentPartPr>
              <p14:xfrm>
                <a:off x="2734294" y="1614130"/>
                <a:ext cx="18000" cy="442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9738C3FA-E817-E05F-B967-B74D4CF7647A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2671294" y="1551130"/>
                  <a:ext cx="1436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34714AF2-4055-E7BE-B11B-AEC283821E9A}"/>
                    </a:ext>
                  </a:extLst>
                </p14:cNvPr>
                <p14:cNvContentPartPr/>
                <p14:nvPr/>
              </p14:nvContentPartPr>
              <p14:xfrm>
                <a:off x="2646094" y="1619170"/>
                <a:ext cx="441000" cy="4057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34714AF2-4055-E7BE-B11B-AEC283821E9A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2583454" y="1556170"/>
                  <a:ext cx="566640" cy="53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3D44C103-5476-9F15-C9B0-7126E1937922}"/>
                    </a:ext>
                  </a:extLst>
                </p14:cNvPr>
                <p14:cNvContentPartPr/>
                <p14:nvPr/>
              </p14:nvContentPartPr>
              <p14:xfrm>
                <a:off x="2819254" y="1703050"/>
                <a:ext cx="260640" cy="3697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3D44C103-5476-9F15-C9B0-7126E1937922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2756614" y="1640050"/>
                  <a:ext cx="386280" cy="49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41564764-1115-E18E-6DFA-6B37D0A764C2}"/>
                    </a:ext>
                  </a:extLst>
                </p14:cNvPr>
                <p14:cNvContentPartPr/>
                <p14:nvPr/>
              </p14:nvContentPartPr>
              <p14:xfrm>
                <a:off x="3044974" y="2443210"/>
                <a:ext cx="230760" cy="1940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41564764-1115-E18E-6DFA-6B37D0A764C2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3026974" y="2425210"/>
                  <a:ext cx="2664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38A2656D-9A86-10C5-1882-E4EA99899177}"/>
                    </a:ext>
                  </a:extLst>
                </p14:cNvPr>
                <p14:cNvContentPartPr/>
                <p14:nvPr/>
              </p14:nvContentPartPr>
              <p14:xfrm>
                <a:off x="3029134" y="2489650"/>
                <a:ext cx="118440" cy="1429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38A2656D-9A86-10C5-1882-E4EA99899177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3011134" y="2471650"/>
                  <a:ext cx="1540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CDD81919-071B-AB3D-C2C7-C683237729DE}"/>
                    </a:ext>
                  </a:extLst>
                </p14:cNvPr>
                <p14:cNvContentPartPr/>
                <p14:nvPr/>
              </p14:nvContentPartPr>
              <p14:xfrm>
                <a:off x="3033814" y="2438890"/>
                <a:ext cx="312120" cy="1897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CDD81919-071B-AB3D-C2C7-C683237729DE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3015814" y="2421250"/>
                  <a:ext cx="3477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5C0BCA2-3A9A-90F1-0805-2A0707A97F8E}"/>
                    </a:ext>
                  </a:extLst>
                </p14:cNvPr>
                <p14:cNvContentPartPr/>
                <p14:nvPr/>
              </p14:nvContentPartPr>
              <p14:xfrm>
                <a:off x="3126334" y="2248810"/>
                <a:ext cx="22680" cy="3798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5C0BCA2-3A9A-90F1-0805-2A0707A97F8E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3063694" y="2186170"/>
                  <a:ext cx="148320" cy="50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BE991940-3E4E-3056-9ED2-34C001CCD244}"/>
                    </a:ext>
                  </a:extLst>
                </p14:cNvPr>
                <p14:cNvContentPartPr/>
                <p14:nvPr/>
              </p14:nvContentPartPr>
              <p14:xfrm>
                <a:off x="2988454" y="2375530"/>
                <a:ext cx="306000" cy="2052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BE991940-3E4E-3056-9ED2-34C001CCD244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2925454" y="2312890"/>
                  <a:ext cx="43164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BF28BA4D-1960-5E44-5A24-6D00F2ECA168}"/>
                    </a:ext>
                  </a:extLst>
                </p14:cNvPr>
                <p14:cNvContentPartPr/>
                <p14:nvPr/>
              </p14:nvContentPartPr>
              <p14:xfrm>
                <a:off x="3181054" y="2150530"/>
                <a:ext cx="273240" cy="298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BF28BA4D-1960-5E44-5A24-6D00F2ECA168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3118414" y="2087890"/>
                  <a:ext cx="3988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31D1730B-8D48-398A-A871-1461367AC52B}"/>
                    </a:ext>
                  </a:extLst>
                </p14:cNvPr>
                <p14:cNvContentPartPr/>
                <p14:nvPr/>
              </p14:nvContentPartPr>
              <p14:xfrm>
                <a:off x="3315334" y="1991410"/>
                <a:ext cx="174600" cy="3567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31D1730B-8D48-398A-A871-1461367AC52B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3252334" y="1928770"/>
                  <a:ext cx="300240" cy="48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D985B14A-FC38-9D9F-BC7A-25CA83F9B504}"/>
              </a:ext>
            </a:extLst>
          </p:cNvPr>
          <p:cNvGrpSpPr/>
          <p:nvPr/>
        </p:nvGrpSpPr>
        <p:grpSpPr>
          <a:xfrm>
            <a:off x="3437734" y="1016890"/>
            <a:ext cx="5095440" cy="656280"/>
            <a:chOff x="3437734" y="1016890"/>
            <a:chExt cx="5095440" cy="65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9B0554C2-A6EF-835D-FEB5-5E27CD87891A}"/>
                    </a:ext>
                  </a:extLst>
                </p14:cNvPr>
                <p14:cNvContentPartPr/>
                <p14:nvPr/>
              </p14:nvContentPartPr>
              <p14:xfrm>
                <a:off x="3437734" y="1016890"/>
                <a:ext cx="5029200" cy="5713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9B0554C2-A6EF-835D-FEB5-5E27CD87891A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3419734" y="998890"/>
                  <a:ext cx="5064840" cy="60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C7754583-7CCB-60D3-5C6E-63E5BA39C818}"/>
                    </a:ext>
                  </a:extLst>
                </p14:cNvPr>
                <p14:cNvContentPartPr/>
                <p14:nvPr/>
              </p14:nvContentPartPr>
              <p14:xfrm>
                <a:off x="8329414" y="1442050"/>
                <a:ext cx="203760" cy="2311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C7754583-7CCB-60D3-5C6E-63E5BA39C818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8311414" y="1424050"/>
                  <a:ext cx="239400" cy="266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7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8BEDD319-E08C-7867-28BB-D7E240831130}"/>
                  </a:ext>
                </a:extLst>
              </p14:cNvPr>
              <p14:cNvContentPartPr/>
              <p14:nvPr/>
            </p14:nvContentPartPr>
            <p14:xfrm>
              <a:off x="9015214" y="1440610"/>
              <a:ext cx="19080" cy="1044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8BEDD319-E08C-7867-28BB-D7E240831130}"/>
                  </a:ext>
                </a:extLst>
              </p:cNvPr>
              <p:cNvPicPr/>
              <p:nvPr/>
            </p:nvPicPr>
            <p:blipFill>
              <a:blip r:embed="rId278"/>
              <a:stretch>
                <a:fillRect/>
              </a:stretch>
            </p:blipFill>
            <p:spPr>
              <a:xfrm>
                <a:off x="8997574" y="1422610"/>
                <a:ext cx="54720" cy="4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1" name="Group 180">
            <a:extLst>
              <a:ext uri="{FF2B5EF4-FFF2-40B4-BE49-F238E27FC236}">
                <a16:creationId xmlns:a16="http://schemas.microsoft.com/office/drawing/2014/main" id="{95C23B58-5C76-2F80-F591-685CC01E6A91}"/>
              </a:ext>
            </a:extLst>
          </p:cNvPr>
          <p:cNvGrpSpPr/>
          <p:nvPr/>
        </p:nvGrpSpPr>
        <p:grpSpPr>
          <a:xfrm>
            <a:off x="8960134" y="1625650"/>
            <a:ext cx="813600" cy="545040"/>
            <a:chOff x="8960134" y="1625650"/>
            <a:chExt cx="813600" cy="54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4F5C85CA-BF0D-DBDC-E64A-32F5F73CE2FA}"/>
                    </a:ext>
                  </a:extLst>
                </p14:cNvPr>
                <p14:cNvContentPartPr/>
                <p14:nvPr/>
              </p14:nvContentPartPr>
              <p14:xfrm>
                <a:off x="8960134" y="1625650"/>
                <a:ext cx="104760" cy="3751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4F5C85CA-BF0D-DBDC-E64A-32F5F73CE2FA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8942494" y="1607650"/>
                  <a:ext cx="14040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6F6812C-4792-99CE-B3E5-14981409821A}"/>
                    </a:ext>
                  </a:extLst>
                </p14:cNvPr>
                <p14:cNvContentPartPr/>
                <p14:nvPr/>
              </p14:nvContentPartPr>
              <p14:xfrm>
                <a:off x="9251734" y="1884490"/>
                <a:ext cx="135000" cy="2682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6F6812C-4792-99CE-B3E5-14981409821A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9234094" y="1866490"/>
                  <a:ext cx="17064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D9DAB41F-F8A6-30A5-D7A9-C83533FD2C82}"/>
                    </a:ext>
                  </a:extLst>
                </p14:cNvPr>
                <p14:cNvContentPartPr/>
                <p14:nvPr/>
              </p14:nvContentPartPr>
              <p14:xfrm>
                <a:off x="9117814" y="2005090"/>
                <a:ext cx="167040" cy="6444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D9DAB41F-F8A6-30A5-D7A9-C83533FD2C82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9100174" y="1987450"/>
                  <a:ext cx="20268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E4465D32-F78E-3648-6025-2D175667A2E5}"/>
                    </a:ext>
                  </a:extLst>
                </p14:cNvPr>
                <p14:cNvContentPartPr/>
                <p14:nvPr/>
              </p14:nvContentPartPr>
              <p14:xfrm>
                <a:off x="9489334" y="1981690"/>
                <a:ext cx="97200" cy="1130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E4465D32-F78E-3648-6025-2D175667A2E5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9471694" y="1964050"/>
                  <a:ext cx="1328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6F35B123-7ACA-9ECA-6D41-33075717A081}"/>
                    </a:ext>
                  </a:extLst>
                </p14:cNvPr>
                <p14:cNvContentPartPr/>
                <p14:nvPr/>
              </p14:nvContentPartPr>
              <p14:xfrm>
                <a:off x="9697054" y="1871170"/>
                <a:ext cx="29880" cy="2995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6F35B123-7ACA-9ECA-6D41-33075717A081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9679054" y="1853530"/>
                  <a:ext cx="6552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2FFDD925-D7F7-E735-D510-E8731E29BA76}"/>
                    </a:ext>
                  </a:extLst>
                </p14:cNvPr>
                <p14:cNvContentPartPr/>
                <p14:nvPr/>
              </p14:nvContentPartPr>
              <p14:xfrm>
                <a:off x="9618214" y="1977370"/>
                <a:ext cx="155520" cy="331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2FFDD925-D7F7-E735-D510-E8731E29BA76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9600574" y="1959730"/>
                  <a:ext cx="191160" cy="6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4B35257D-A5F2-962A-9A23-CCE121209C29}"/>
              </a:ext>
            </a:extLst>
          </p:cNvPr>
          <p:cNvGrpSpPr/>
          <p:nvPr/>
        </p:nvGrpSpPr>
        <p:grpSpPr>
          <a:xfrm>
            <a:off x="10056694" y="1727890"/>
            <a:ext cx="155880" cy="104040"/>
            <a:chOff x="10056694" y="1727890"/>
            <a:chExt cx="155880" cy="10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48F00EB7-B20F-6353-FD4B-F541A758E75D}"/>
                    </a:ext>
                  </a:extLst>
                </p14:cNvPr>
                <p14:cNvContentPartPr/>
                <p14:nvPr/>
              </p14:nvContentPartPr>
              <p14:xfrm>
                <a:off x="10056694" y="1727890"/>
                <a:ext cx="142560" cy="241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48F00EB7-B20F-6353-FD4B-F541A758E75D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0038694" y="1710250"/>
                  <a:ext cx="1782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A15DC0A5-F801-13D8-BAAA-7D52EE50F376}"/>
                    </a:ext>
                  </a:extLst>
                </p14:cNvPr>
                <p14:cNvContentPartPr/>
                <p14:nvPr/>
              </p14:nvContentPartPr>
              <p14:xfrm>
                <a:off x="10085134" y="1789450"/>
                <a:ext cx="127440" cy="424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A15DC0A5-F801-13D8-BAAA-7D52EE50F376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0067134" y="1771810"/>
                  <a:ext cx="163080" cy="7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5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DDD4C2BD-3EC4-8DB3-FE22-F2FC6D245961}"/>
                  </a:ext>
                </a:extLst>
              </p14:cNvPr>
              <p14:cNvContentPartPr/>
              <p14:nvPr/>
            </p14:nvContentPartPr>
            <p14:xfrm>
              <a:off x="10504174" y="1613770"/>
              <a:ext cx="111240" cy="26964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DDD4C2BD-3EC4-8DB3-FE22-F2FC6D245961}"/>
                  </a:ext>
                </a:extLst>
              </p:cNvPr>
              <p:cNvPicPr/>
              <p:nvPr/>
            </p:nvPicPr>
            <p:blipFill>
              <a:blip r:embed="rId296"/>
              <a:stretch>
                <a:fillRect/>
              </a:stretch>
            </p:blipFill>
            <p:spPr>
              <a:xfrm>
                <a:off x="10486534" y="1595770"/>
                <a:ext cx="146880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7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CC56B178-93A9-2452-DA42-633741988A88}"/>
                  </a:ext>
                </a:extLst>
              </p14:cNvPr>
              <p14:cNvContentPartPr/>
              <p14:nvPr/>
            </p14:nvContentPartPr>
            <p14:xfrm>
              <a:off x="10514254" y="1464370"/>
              <a:ext cx="26280" cy="432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CC56B178-93A9-2452-DA42-633741988A88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10496614" y="1446370"/>
                <a:ext cx="61920" cy="3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2" name="Group 191">
            <a:extLst>
              <a:ext uri="{FF2B5EF4-FFF2-40B4-BE49-F238E27FC236}">
                <a16:creationId xmlns:a16="http://schemas.microsoft.com/office/drawing/2014/main" id="{1737B190-44D9-1D2A-0079-5AEA1BC50772}"/>
              </a:ext>
            </a:extLst>
          </p:cNvPr>
          <p:cNvGrpSpPr/>
          <p:nvPr/>
        </p:nvGrpSpPr>
        <p:grpSpPr>
          <a:xfrm>
            <a:off x="10691734" y="1716730"/>
            <a:ext cx="618480" cy="430200"/>
            <a:chOff x="10691734" y="1716730"/>
            <a:chExt cx="618480" cy="43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96C29776-927C-7DD3-19EF-662BF700454F}"/>
                    </a:ext>
                  </a:extLst>
                </p14:cNvPr>
                <p14:cNvContentPartPr/>
                <p14:nvPr/>
              </p14:nvContentPartPr>
              <p14:xfrm>
                <a:off x="10698574" y="1894930"/>
                <a:ext cx="12240" cy="20736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96C29776-927C-7DD3-19EF-662BF700454F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0680934" y="1877290"/>
                  <a:ext cx="4788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76AE86F6-3531-2AEE-7DDF-7FC56392DA9A}"/>
                    </a:ext>
                  </a:extLst>
                </p14:cNvPr>
                <p14:cNvContentPartPr/>
                <p14:nvPr/>
              </p14:nvContentPartPr>
              <p14:xfrm>
                <a:off x="10691734" y="1872970"/>
                <a:ext cx="126720" cy="1292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76AE86F6-3531-2AEE-7DDF-7FC56392DA9A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0674094" y="1855330"/>
                  <a:ext cx="1623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ADA18D66-18AC-12CF-04AD-ABC0B447E05F}"/>
                    </a:ext>
                  </a:extLst>
                </p14:cNvPr>
                <p14:cNvContentPartPr/>
                <p14:nvPr/>
              </p14:nvContentPartPr>
              <p14:xfrm>
                <a:off x="10907374" y="1962970"/>
                <a:ext cx="31320" cy="1839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ADA18D66-18AC-12CF-04AD-ABC0B447E05F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0889734" y="1945330"/>
                  <a:ext cx="669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1F27D6C-B6C8-DE56-9B0F-2A4C578DC75F}"/>
                    </a:ext>
                  </a:extLst>
                </p14:cNvPr>
                <p14:cNvContentPartPr/>
                <p14:nvPr/>
              </p14:nvContentPartPr>
              <p14:xfrm>
                <a:off x="11087374" y="1785130"/>
                <a:ext cx="222840" cy="342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1F27D6C-B6C8-DE56-9B0F-2A4C578DC75F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1069374" y="1767130"/>
                  <a:ext cx="2584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E46BF881-48C7-3EFB-A226-8220529E7460}"/>
                    </a:ext>
                  </a:extLst>
                </p14:cNvPr>
                <p14:cNvContentPartPr/>
                <p14:nvPr/>
              </p14:nvContentPartPr>
              <p14:xfrm>
                <a:off x="11224534" y="1716730"/>
                <a:ext cx="39240" cy="2073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E46BF881-48C7-3EFB-A226-8220529E7460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1206534" y="1698730"/>
                  <a:ext cx="74880" cy="24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9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A165EE3C-0C17-9BA7-FB1F-716D6A054C06}"/>
                  </a:ext>
                </a:extLst>
              </p14:cNvPr>
              <p14:cNvContentPartPr/>
              <p14:nvPr/>
            </p14:nvContentPartPr>
            <p14:xfrm>
              <a:off x="11493814" y="1662730"/>
              <a:ext cx="69840" cy="21456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A165EE3C-0C17-9BA7-FB1F-716D6A054C06}"/>
                  </a:ext>
                </a:extLst>
              </p:cNvPr>
              <p:cNvPicPr/>
              <p:nvPr/>
            </p:nvPicPr>
            <p:blipFill>
              <a:blip r:embed="rId310"/>
              <a:stretch>
                <a:fillRect/>
              </a:stretch>
            </p:blipFill>
            <p:spPr>
              <a:xfrm>
                <a:off x="11476174" y="1644730"/>
                <a:ext cx="10548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1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A17EADBC-47E5-62C4-D086-4B13B8CD2EA1}"/>
                  </a:ext>
                </a:extLst>
              </p14:cNvPr>
              <p14:cNvContentPartPr/>
              <p14:nvPr/>
            </p14:nvContentPartPr>
            <p14:xfrm>
              <a:off x="11527294" y="1488850"/>
              <a:ext cx="41400" cy="3744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A17EADBC-47E5-62C4-D086-4B13B8CD2EA1}"/>
                  </a:ext>
                </a:extLst>
              </p:cNvPr>
              <p:cNvPicPr/>
              <p:nvPr/>
            </p:nvPicPr>
            <p:blipFill>
              <a:blip r:embed="rId312"/>
              <a:stretch>
                <a:fillRect/>
              </a:stretch>
            </p:blipFill>
            <p:spPr>
              <a:xfrm>
                <a:off x="11509654" y="1470850"/>
                <a:ext cx="77040" cy="7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6" name="Group 195">
            <a:extLst>
              <a:ext uri="{FF2B5EF4-FFF2-40B4-BE49-F238E27FC236}">
                <a16:creationId xmlns:a16="http://schemas.microsoft.com/office/drawing/2014/main" id="{4C6C767F-C377-DCE6-7683-3BACEC7D96F1}"/>
              </a:ext>
            </a:extLst>
          </p:cNvPr>
          <p:cNvGrpSpPr/>
          <p:nvPr/>
        </p:nvGrpSpPr>
        <p:grpSpPr>
          <a:xfrm>
            <a:off x="11716654" y="1842730"/>
            <a:ext cx="282240" cy="191160"/>
            <a:chOff x="11716654" y="1842730"/>
            <a:chExt cx="282240" cy="19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38369652-410D-22B3-E67C-25A4AF9A9D83}"/>
                    </a:ext>
                  </a:extLst>
                </p14:cNvPr>
                <p14:cNvContentPartPr/>
                <p14:nvPr/>
              </p14:nvContentPartPr>
              <p14:xfrm>
                <a:off x="11725294" y="1870450"/>
                <a:ext cx="16200" cy="1555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38369652-410D-22B3-E67C-25A4AF9A9D83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1707654" y="1852810"/>
                  <a:ext cx="518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0E8EBC67-7B70-E4B7-161B-D88580ED162E}"/>
                    </a:ext>
                  </a:extLst>
                </p14:cNvPr>
                <p14:cNvContentPartPr/>
                <p14:nvPr/>
              </p14:nvContentPartPr>
              <p14:xfrm>
                <a:off x="11716654" y="1842730"/>
                <a:ext cx="151560" cy="1036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0E8EBC67-7B70-E4B7-161B-D88580ED162E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1699014" y="1824730"/>
                  <a:ext cx="18720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3870F8CB-4CDE-FB44-C68B-E1B8254B08B8}"/>
                    </a:ext>
                  </a:extLst>
                </p14:cNvPr>
                <p14:cNvContentPartPr/>
                <p14:nvPr/>
              </p14:nvContentPartPr>
              <p14:xfrm>
                <a:off x="11887294" y="1857850"/>
                <a:ext cx="111600" cy="1760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3870F8CB-4CDE-FB44-C68B-E1B8254B08B8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1869294" y="1839850"/>
                  <a:ext cx="147240" cy="21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9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4C13F5A0-4DCA-7B2A-C2AA-E096074A130C}"/>
                  </a:ext>
                </a:extLst>
              </p14:cNvPr>
              <p14:cNvContentPartPr/>
              <p14:nvPr/>
            </p14:nvContentPartPr>
            <p14:xfrm>
              <a:off x="8535694" y="2710690"/>
              <a:ext cx="210960" cy="26388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4C13F5A0-4DCA-7B2A-C2AA-E096074A130C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8517694" y="2693050"/>
                <a:ext cx="24660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1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EB0A9D1D-1C3B-F5F4-7CF6-5B78D0664590}"/>
                  </a:ext>
                </a:extLst>
              </p14:cNvPr>
              <p14:cNvContentPartPr/>
              <p14:nvPr/>
            </p14:nvContentPartPr>
            <p14:xfrm>
              <a:off x="8589694" y="2564530"/>
              <a:ext cx="52200" cy="3960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EB0A9D1D-1C3B-F5F4-7CF6-5B78D0664590}"/>
                  </a:ext>
                </a:extLst>
              </p:cNvPr>
              <p:cNvPicPr/>
              <p:nvPr/>
            </p:nvPicPr>
            <p:blipFill>
              <a:blip r:embed="rId322"/>
              <a:stretch>
                <a:fillRect/>
              </a:stretch>
            </p:blipFill>
            <p:spPr>
              <a:xfrm>
                <a:off x="8571694" y="2546530"/>
                <a:ext cx="87840" cy="75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9" name="Group 218">
            <a:extLst>
              <a:ext uri="{FF2B5EF4-FFF2-40B4-BE49-F238E27FC236}">
                <a16:creationId xmlns:a16="http://schemas.microsoft.com/office/drawing/2014/main" id="{2AA4EE46-02DB-9908-E328-07CF1A9590B7}"/>
              </a:ext>
            </a:extLst>
          </p:cNvPr>
          <p:cNvGrpSpPr/>
          <p:nvPr/>
        </p:nvGrpSpPr>
        <p:grpSpPr>
          <a:xfrm>
            <a:off x="8922334" y="2819050"/>
            <a:ext cx="321120" cy="244080"/>
            <a:chOff x="8922334" y="2819050"/>
            <a:chExt cx="321120" cy="24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56F95D9D-6EDC-60FE-9F26-E7CDF546C147}"/>
                    </a:ext>
                  </a:extLst>
                </p14:cNvPr>
                <p14:cNvContentPartPr/>
                <p14:nvPr/>
              </p14:nvContentPartPr>
              <p14:xfrm>
                <a:off x="8922334" y="2867290"/>
                <a:ext cx="27000" cy="19584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56F95D9D-6EDC-60FE-9F26-E7CDF546C147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8904334" y="2849290"/>
                  <a:ext cx="626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14C4869A-88DB-3D50-17F1-30373F485B32}"/>
                    </a:ext>
                  </a:extLst>
                </p14:cNvPr>
                <p14:cNvContentPartPr/>
                <p14:nvPr/>
              </p14:nvContentPartPr>
              <p14:xfrm>
                <a:off x="9099454" y="2819050"/>
                <a:ext cx="80280" cy="1440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14C4869A-88DB-3D50-17F1-30373F485B32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9081814" y="2801410"/>
                  <a:ext cx="1159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8FB26A8A-23F3-7DE9-3A72-73B63722A484}"/>
                    </a:ext>
                  </a:extLst>
                </p14:cNvPr>
                <p14:cNvContentPartPr/>
                <p14:nvPr/>
              </p14:nvContentPartPr>
              <p14:xfrm>
                <a:off x="9143734" y="2895010"/>
                <a:ext cx="99720" cy="1908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8FB26A8A-23F3-7DE9-3A72-73B63722A484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9125734" y="2877010"/>
                  <a:ext cx="135360" cy="5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9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1A3C3A4B-E6B1-7D5A-1008-2AA8E35CA977}"/>
                  </a:ext>
                </a:extLst>
              </p14:cNvPr>
              <p14:cNvContentPartPr/>
              <p14:nvPr/>
            </p14:nvContentPartPr>
            <p14:xfrm>
              <a:off x="9465574" y="2795650"/>
              <a:ext cx="90720" cy="20700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1A3C3A4B-E6B1-7D5A-1008-2AA8E35CA977}"/>
                  </a:ext>
                </a:extLst>
              </p:cNvPr>
              <p:cNvPicPr/>
              <p:nvPr/>
            </p:nvPicPr>
            <p:blipFill>
              <a:blip r:embed="rId330"/>
              <a:stretch>
                <a:fillRect/>
              </a:stretch>
            </p:blipFill>
            <p:spPr>
              <a:xfrm>
                <a:off x="9447934" y="2777650"/>
                <a:ext cx="12636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1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FDFA0ABE-AA02-2513-037F-4887103A75EF}"/>
                  </a:ext>
                </a:extLst>
              </p14:cNvPr>
              <p14:cNvContentPartPr/>
              <p14:nvPr/>
            </p14:nvContentPartPr>
            <p14:xfrm>
              <a:off x="9476734" y="2619970"/>
              <a:ext cx="45360" cy="3492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FDFA0ABE-AA02-2513-037F-4887103A75EF}"/>
                  </a:ext>
                </a:extLst>
              </p:cNvPr>
              <p:cNvPicPr/>
              <p:nvPr/>
            </p:nvPicPr>
            <p:blipFill>
              <a:blip r:embed="rId332"/>
              <a:stretch>
                <a:fillRect/>
              </a:stretch>
            </p:blipFill>
            <p:spPr>
              <a:xfrm>
                <a:off x="9458734" y="2602330"/>
                <a:ext cx="81000" cy="7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5" name="Group 224">
            <a:extLst>
              <a:ext uri="{FF2B5EF4-FFF2-40B4-BE49-F238E27FC236}">
                <a16:creationId xmlns:a16="http://schemas.microsoft.com/office/drawing/2014/main" id="{90B74BDA-6CE7-A255-AFC5-1C531CFA57F4}"/>
              </a:ext>
            </a:extLst>
          </p:cNvPr>
          <p:cNvGrpSpPr/>
          <p:nvPr/>
        </p:nvGrpSpPr>
        <p:grpSpPr>
          <a:xfrm>
            <a:off x="9711094" y="2764330"/>
            <a:ext cx="361080" cy="290160"/>
            <a:chOff x="9711094" y="2764330"/>
            <a:chExt cx="361080" cy="29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DB2AADE5-38B6-D9C3-3631-3D6839AEC837}"/>
                    </a:ext>
                  </a:extLst>
                </p14:cNvPr>
                <p14:cNvContentPartPr/>
                <p14:nvPr/>
              </p14:nvContentPartPr>
              <p14:xfrm>
                <a:off x="9711094" y="2899690"/>
                <a:ext cx="169920" cy="15480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DB2AADE5-38B6-D9C3-3631-3D6839AEC837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9693094" y="2881690"/>
                  <a:ext cx="2055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14CCAFD1-2C15-1B45-49D2-25C2B1CE1E6B}"/>
                    </a:ext>
                  </a:extLst>
                </p14:cNvPr>
                <p14:cNvContentPartPr/>
                <p14:nvPr/>
              </p14:nvContentPartPr>
              <p14:xfrm>
                <a:off x="9953734" y="2851450"/>
                <a:ext cx="117720" cy="2484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14CCAFD1-2C15-1B45-49D2-25C2B1CE1E6B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9936094" y="2833810"/>
                  <a:ext cx="1533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3423E060-97AF-5CF6-3EEE-00B443B6BD27}"/>
                    </a:ext>
                  </a:extLst>
                </p14:cNvPr>
                <p14:cNvContentPartPr/>
                <p14:nvPr/>
              </p14:nvContentPartPr>
              <p14:xfrm>
                <a:off x="10041214" y="2764330"/>
                <a:ext cx="30960" cy="1879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3423E060-97AF-5CF6-3EEE-00B443B6BD27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0023214" y="2746330"/>
                  <a:ext cx="66600" cy="22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9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9C4BC5A7-8427-DAD1-BA3E-A940B8C891DF}"/>
                  </a:ext>
                </a:extLst>
              </p14:cNvPr>
              <p14:cNvContentPartPr/>
              <p14:nvPr/>
            </p14:nvContentPartPr>
            <p14:xfrm>
              <a:off x="10318054" y="2765770"/>
              <a:ext cx="132480" cy="170280"/>
            </p14:xfrm>
          </p:contentPart>
        </mc:Choice>
        <mc:Fallback xmlns=""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9C4BC5A7-8427-DAD1-BA3E-A940B8C891DF}"/>
                  </a:ext>
                </a:extLst>
              </p:cNvPr>
              <p:cNvPicPr/>
              <p:nvPr/>
            </p:nvPicPr>
            <p:blipFill>
              <a:blip r:embed="rId340"/>
              <a:stretch>
                <a:fillRect/>
              </a:stretch>
            </p:blipFill>
            <p:spPr>
              <a:xfrm>
                <a:off x="10300054" y="2747770"/>
                <a:ext cx="16812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1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F07ECE95-4E2A-5D7D-2477-246F6D001BD8}"/>
                  </a:ext>
                </a:extLst>
              </p14:cNvPr>
              <p14:cNvContentPartPr/>
              <p14:nvPr/>
            </p14:nvContentPartPr>
            <p14:xfrm>
              <a:off x="10341454" y="2609530"/>
              <a:ext cx="11520" cy="34200"/>
            </p14:xfrm>
          </p:contentPart>
        </mc:Choice>
        <mc:Fallback xmlns=""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F07ECE95-4E2A-5D7D-2477-246F6D001BD8}"/>
                  </a:ext>
                </a:extLst>
              </p:cNvPr>
              <p:cNvPicPr/>
              <p:nvPr/>
            </p:nvPicPr>
            <p:blipFill>
              <a:blip r:embed="rId342"/>
              <a:stretch>
                <a:fillRect/>
              </a:stretch>
            </p:blipFill>
            <p:spPr>
              <a:xfrm>
                <a:off x="10323814" y="2591890"/>
                <a:ext cx="47160" cy="6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8" name="Group 227">
            <a:extLst>
              <a:ext uri="{FF2B5EF4-FFF2-40B4-BE49-F238E27FC236}">
                <a16:creationId xmlns:a16="http://schemas.microsoft.com/office/drawing/2014/main" id="{4EA3909C-DBB5-756B-8A1A-C73DBA6AF457}"/>
              </a:ext>
            </a:extLst>
          </p:cNvPr>
          <p:cNvGrpSpPr/>
          <p:nvPr/>
        </p:nvGrpSpPr>
        <p:grpSpPr>
          <a:xfrm>
            <a:off x="10604974" y="2799250"/>
            <a:ext cx="146520" cy="279000"/>
            <a:chOff x="10604974" y="2799250"/>
            <a:chExt cx="146520" cy="27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5AAA0806-4337-385C-3F05-37D4D5EAF7B5}"/>
                    </a:ext>
                  </a:extLst>
                </p14:cNvPr>
                <p14:cNvContentPartPr/>
                <p14:nvPr/>
              </p14:nvContentPartPr>
              <p14:xfrm>
                <a:off x="10604974" y="2799250"/>
                <a:ext cx="146520" cy="1515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5AAA0806-4337-385C-3F05-37D4D5EAF7B5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0586974" y="2781610"/>
                  <a:ext cx="1821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59953D05-9FC5-8E74-AEAE-A38D3042DC26}"/>
                    </a:ext>
                  </a:extLst>
                </p14:cNvPr>
                <p14:cNvContentPartPr/>
                <p14:nvPr/>
              </p14:nvContentPartPr>
              <p14:xfrm>
                <a:off x="10722334" y="2889250"/>
                <a:ext cx="19440" cy="18900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59953D05-9FC5-8E74-AEAE-A38D3042DC26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0704694" y="2871250"/>
                  <a:ext cx="55080" cy="224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7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6C37313B-1CFE-EF81-3587-B951D4BEB1D0}"/>
                  </a:ext>
                </a:extLst>
              </p14:cNvPr>
              <p14:cNvContentPartPr/>
              <p14:nvPr/>
            </p14:nvContentPartPr>
            <p14:xfrm>
              <a:off x="8967694" y="3314410"/>
              <a:ext cx="27360" cy="21240"/>
            </p14:xfrm>
          </p:contentPart>
        </mc:Choice>
        <mc:Fallback xmlns=""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6C37313B-1CFE-EF81-3587-B951D4BEB1D0}"/>
                  </a:ext>
                </a:extLst>
              </p:cNvPr>
              <p:cNvPicPr/>
              <p:nvPr/>
            </p:nvPicPr>
            <p:blipFill>
              <a:blip r:embed="rId348"/>
              <a:stretch>
                <a:fillRect/>
              </a:stretch>
            </p:blipFill>
            <p:spPr>
              <a:xfrm>
                <a:off x="8950054" y="3296410"/>
                <a:ext cx="63000" cy="5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7" name="Group 236">
            <a:extLst>
              <a:ext uri="{FF2B5EF4-FFF2-40B4-BE49-F238E27FC236}">
                <a16:creationId xmlns:a16="http://schemas.microsoft.com/office/drawing/2014/main" id="{F863EB7C-CBCF-8D01-119D-BCC69E779F18}"/>
              </a:ext>
            </a:extLst>
          </p:cNvPr>
          <p:cNvGrpSpPr/>
          <p:nvPr/>
        </p:nvGrpSpPr>
        <p:grpSpPr>
          <a:xfrm>
            <a:off x="8910454" y="3481450"/>
            <a:ext cx="385920" cy="379440"/>
            <a:chOff x="8910454" y="3481450"/>
            <a:chExt cx="385920" cy="37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5C91C630-B1EF-4706-2250-8267F308467C}"/>
                    </a:ext>
                  </a:extLst>
                </p14:cNvPr>
                <p14:cNvContentPartPr/>
                <p14:nvPr/>
              </p14:nvContentPartPr>
              <p14:xfrm>
                <a:off x="8910454" y="3481450"/>
                <a:ext cx="82080" cy="31680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5C91C630-B1EF-4706-2250-8267F308467C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8892454" y="3463810"/>
                  <a:ext cx="11772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7E45599E-1EFB-6E88-DEBB-F4238847214F}"/>
                    </a:ext>
                  </a:extLst>
                </p14:cNvPr>
                <p14:cNvContentPartPr/>
                <p14:nvPr/>
              </p14:nvContentPartPr>
              <p14:xfrm>
                <a:off x="9110974" y="3639130"/>
                <a:ext cx="185400" cy="2217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7E45599E-1EFB-6E88-DEBB-F4238847214F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9092974" y="3621490"/>
                  <a:ext cx="221040" cy="25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3E73B5FF-E18E-0C08-1462-5A0E5B1954B5}"/>
              </a:ext>
            </a:extLst>
          </p:cNvPr>
          <p:cNvGrpSpPr/>
          <p:nvPr/>
        </p:nvGrpSpPr>
        <p:grpSpPr>
          <a:xfrm>
            <a:off x="9460894" y="3640570"/>
            <a:ext cx="100080" cy="98280"/>
            <a:chOff x="9460894" y="3640570"/>
            <a:chExt cx="100080" cy="9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BE3AD2F5-5013-A7D0-BB2F-D6B129938C6C}"/>
                    </a:ext>
                  </a:extLst>
                </p14:cNvPr>
                <p14:cNvContentPartPr/>
                <p14:nvPr/>
              </p14:nvContentPartPr>
              <p14:xfrm>
                <a:off x="9466654" y="3640570"/>
                <a:ext cx="62640" cy="2088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BE3AD2F5-5013-A7D0-BB2F-D6B129938C6C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9449014" y="3622930"/>
                  <a:ext cx="982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E834896E-04E8-F9E0-9C7D-B65C21161783}"/>
                    </a:ext>
                  </a:extLst>
                </p14:cNvPr>
                <p14:cNvContentPartPr/>
                <p14:nvPr/>
              </p14:nvContentPartPr>
              <p14:xfrm>
                <a:off x="9460894" y="3724810"/>
                <a:ext cx="100080" cy="140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E834896E-04E8-F9E0-9C7D-B65C21161783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9442894" y="3707170"/>
                  <a:ext cx="135720" cy="49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7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8597E53F-CB31-EABA-A8B8-BCB2DDE91A48}"/>
                  </a:ext>
                </a:extLst>
              </p14:cNvPr>
              <p14:cNvContentPartPr/>
              <p14:nvPr/>
            </p14:nvContentPartPr>
            <p14:xfrm>
              <a:off x="9801814" y="3576490"/>
              <a:ext cx="109080" cy="15192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8597E53F-CB31-EABA-A8B8-BCB2DDE91A48}"/>
                  </a:ext>
                </a:extLst>
              </p:cNvPr>
              <p:cNvPicPr/>
              <p:nvPr/>
            </p:nvPicPr>
            <p:blipFill>
              <a:blip r:embed="rId358"/>
              <a:stretch>
                <a:fillRect/>
              </a:stretch>
            </p:blipFill>
            <p:spPr>
              <a:xfrm>
                <a:off x="9784174" y="3558850"/>
                <a:ext cx="14472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9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F696BF3E-D22F-A8E8-96F7-2854D9B277C5}"/>
                  </a:ext>
                </a:extLst>
              </p14:cNvPr>
              <p14:cNvContentPartPr/>
              <p14:nvPr/>
            </p14:nvContentPartPr>
            <p14:xfrm>
              <a:off x="9813334" y="3425290"/>
              <a:ext cx="21240" cy="2196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F696BF3E-D22F-A8E8-96F7-2854D9B277C5}"/>
                  </a:ext>
                </a:extLst>
              </p:cNvPr>
              <p:cNvPicPr/>
              <p:nvPr/>
            </p:nvPicPr>
            <p:blipFill>
              <a:blip r:embed="rId360"/>
              <a:stretch>
                <a:fillRect/>
              </a:stretch>
            </p:blipFill>
            <p:spPr>
              <a:xfrm>
                <a:off x="9795334" y="3407650"/>
                <a:ext cx="5688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1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7F816E19-C2FB-50DC-E5A8-046C5CC726A0}"/>
                  </a:ext>
                </a:extLst>
              </p14:cNvPr>
              <p14:cNvContentPartPr/>
              <p14:nvPr/>
            </p14:nvContentPartPr>
            <p14:xfrm>
              <a:off x="10075054" y="3640570"/>
              <a:ext cx="139320" cy="24912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7F816E19-C2FB-50DC-E5A8-046C5CC726A0}"/>
                  </a:ext>
                </a:extLst>
              </p:cNvPr>
              <p:cNvPicPr/>
              <p:nvPr/>
            </p:nvPicPr>
            <p:blipFill>
              <a:blip r:embed="rId362"/>
              <a:stretch>
                <a:fillRect/>
              </a:stretch>
            </p:blipFill>
            <p:spPr>
              <a:xfrm>
                <a:off x="10057414" y="3622930"/>
                <a:ext cx="174960" cy="284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48" name="Group 247">
            <a:extLst>
              <a:ext uri="{FF2B5EF4-FFF2-40B4-BE49-F238E27FC236}">
                <a16:creationId xmlns:a16="http://schemas.microsoft.com/office/drawing/2014/main" id="{21B87F94-B505-EF32-BD0C-8E8DEAB7EBD8}"/>
              </a:ext>
            </a:extLst>
          </p:cNvPr>
          <p:cNvGrpSpPr/>
          <p:nvPr/>
        </p:nvGrpSpPr>
        <p:grpSpPr>
          <a:xfrm>
            <a:off x="10364134" y="3599890"/>
            <a:ext cx="169560" cy="110880"/>
            <a:chOff x="10364134" y="3599890"/>
            <a:chExt cx="169560" cy="11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9920B6BC-927D-1075-5C91-13A8C529A9CB}"/>
                    </a:ext>
                  </a:extLst>
                </p14:cNvPr>
                <p14:cNvContentPartPr/>
                <p14:nvPr/>
              </p14:nvContentPartPr>
              <p14:xfrm>
                <a:off x="10364134" y="3666490"/>
                <a:ext cx="169560" cy="1404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9920B6BC-927D-1075-5C91-13A8C529A9CB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0346494" y="3648850"/>
                  <a:ext cx="2052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84EA7B5B-18A4-7362-57FD-5F607BE9354B}"/>
                    </a:ext>
                  </a:extLst>
                </p14:cNvPr>
                <p14:cNvContentPartPr/>
                <p14:nvPr/>
              </p14:nvContentPartPr>
              <p14:xfrm>
                <a:off x="10438294" y="3599890"/>
                <a:ext cx="32400" cy="11088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84EA7B5B-18A4-7362-57FD-5F607BE9354B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0420294" y="3582250"/>
                  <a:ext cx="68040" cy="14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7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507F3BF3-8807-920C-A24A-85BF39EE4A3F}"/>
                  </a:ext>
                </a:extLst>
              </p14:cNvPr>
              <p14:cNvContentPartPr/>
              <p14:nvPr/>
            </p14:nvContentPartPr>
            <p14:xfrm>
              <a:off x="10728814" y="3333850"/>
              <a:ext cx="18000" cy="1116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507F3BF3-8807-920C-A24A-85BF39EE4A3F}"/>
                  </a:ext>
                </a:extLst>
              </p:cNvPr>
              <p:cNvPicPr/>
              <p:nvPr/>
            </p:nvPicPr>
            <p:blipFill>
              <a:blip r:embed="rId368"/>
              <a:stretch>
                <a:fillRect/>
              </a:stretch>
            </p:blipFill>
            <p:spPr>
              <a:xfrm>
                <a:off x="10711174" y="3316210"/>
                <a:ext cx="53640" cy="46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7" name="Group 246">
            <a:extLst>
              <a:ext uri="{FF2B5EF4-FFF2-40B4-BE49-F238E27FC236}">
                <a16:creationId xmlns:a16="http://schemas.microsoft.com/office/drawing/2014/main" id="{76D4DE35-7FAC-9AF2-D04D-D25FEFF13500}"/>
              </a:ext>
            </a:extLst>
          </p:cNvPr>
          <p:cNvGrpSpPr/>
          <p:nvPr/>
        </p:nvGrpSpPr>
        <p:grpSpPr>
          <a:xfrm>
            <a:off x="10736374" y="3511330"/>
            <a:ext cx="362160" cy="210240"/>
            <a:chOff x="10736374" y="3511330"/>
            <a:chExt cx="362160" cy="21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AD59BDD2-C61A-7CCE-94CA-364172B1A96F}"/>
                    </a:ext>
                  </a:extLst>
                </p14:cNvPr>
                <p14:cNvContentPartPr/>
                <p14:nvPr/>
              </p14:nvContentPartPr>
              <p14:xfrm>
                <a:off x="10736374" y="3511330"/>
                <a:ext cx="90720" cy="2102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AD59BDD2-C61A-7CCE-94CA-364172B1A96F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0718734" y="3493330"/>
                  <a:ext cx="12636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C245132C-EC70-C070-270E-ABE81FCFA1FB}"/>
                    </a:ext>
                  </a:extLst>
                </p14:cNvPr>
                <p14:cNvContentPartPr/>
                <p14:nvPr/>
              </p14:nvContentPartPr>
              <p14:xfrm>
                <a:off x="10952734" y="3527530"/>
                <a:ext cx="145800" cy="18828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C245132C-EC70-C070-270E-ABE81FCFA1FB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0935094" y="3509530"/>
                  <a:ext cx="181440" cy="22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3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FB09B067-56A0-A0A8-650D-314C346D65F9}"/>
                  </a:ext>
                </a:extLst>
              </p14:cNvPr>
              <p14:cNvContentPartPr/>
              <p14:nvPr/>
            </p14:nvContentPartPr>
            <p14:xfrm>
              <a:off x="9535414" y="4181650"/>
              <a:ext cx="21240" cy="20520"/>
            </p14:xfrm>
          </p:contentPart>
        </mc:Choice>
        <mc:Fallback xmlns=""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FB09B067-56A0-A0A8-650D-314C346D65F9}"/>
                  </a:ext>
                </a:extLst>
              </p:cNvPr>
              <p:cNvPicPr/>
              <p:nvPr/>
            </p:nvPicPr>
            <p:blipFill>
              <a:blip r:embed="rId374"/>
              <a:stretch>
                <a:fillRect/>
              </a:stretch>
            </p:blipFill>
            <p:spPr>
              <a:xfrm>
                <a:off x="9517414" y="4163650"/>
                <a:ext cx="5688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5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0B366A37-C225-105E-1C14-E247FB097404}"/>
                  </a:ext>
                </a:extLst>
              </p14:cNvPr>
              <p14:cNvContentPartPr/>
              <p14:nvPr/>
            </p14:nvContentPartPr>
            <p14:xfrm>
              <a:off x="9572494" y="4335730"/>
              <a:ext cx="68400" cy="14040"/>
            </p14:xfrm>
          </p:contentPart>
        </mc:Choice>
        <mc:Fallback xmlns=""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0B366A37-C225-105E-1C14-E247FB097404}"/>
                  </a:ext>
                </a:extLst>
              </p:cNvPr>
              <p:cNvPicPr/>
              <p:nvPr/>
            </p:nvPicPr>
            <p:blipFill>
              <a:blip r:embed="rId376"/>
              <a:stretch>
                <a:fillRect/>
              </a:stretch>
            </p:blipFill>
            <p:spPr>
              <a:xfrm>
                <a:off x="9554494" y="4317730"/>
                <a:ext cx="10404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7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17DDF6BF-2330-2D2F-94E6-119FA0A9C590}"/>
                  </a:ext>
                </a:extLst>
              </p14:cNvPr>
              <p14:cNvContentPartPr/>
              <p14:nvPr/>
            </p14:nvContentPartPr>
            <p14:xfrm>
              <a:off x="9656734" y="4475050"/>
              <a:ext cx="20520" cy="155160"/>
            </p14:xfrm>
          </p:contentPart>
        </mc:Choice>
        <mc:Fallback xmlns=""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17DDF6BF-2330-2D2F-94E6-119FA0A9C590}"/>
                  </a:ext>
                </a:extLst>
              </p:cNvPr>
              <p:cNvPicPr/>
              <p:nvPr/>
            </p:nvPicPr>
            <p:blipFill>
              <a:blip r:embed="rId378"/>
              <a:stretch>
                <a:fillRect/>
              </a:stretch>
            </p:blipFill>
            <p:spPr>
              <a:xfrm>
                <a:off x="9639094" y="4457410"/>
                <a:ext cx="5616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9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F2085B97-018A-B754-1969-05DC28E9A651}"/>
                  </a:ext>
                </a:extLst>
              </p14:cNvPr>
              <p14:cNvContentPartPr/>
              <p14:nvPr/>
            </p14:nvContentPartPr>
            <p14:xfrm>
              <a:off x="9335614" y="4971130"/>
              <a:ext cx="39600" cy="63000"/>
            </p14:xfrm>
          </p:contentPart>
        </mc:Choice>
        <mc:Fallback xmlns=""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F2085B97-018A-B754-1969-05DC28E9A651}"/>
                  </a:ext>
                </a:extLst>
              </p:cNvPr>
              <p:cNvPicPr/>
              <p:nvPr/>
            </p:nvPicPr>
            <p:blipFill>
              <a:blip r:embed="rId380"/>
              <a:stretch>
                <a:fillRect/>
              </a:stretch>
            </p:blipFill>
            <p:spPr>
              <a:xfrm>
                <a:off x="9317974" y="4953490"/>
                <a:ext cx="7524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1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99487A53-22D3-6563-91D7-30C86FA90F8C}"/>
                  </a:ext>
                </a:extLst>
              </p14:cNvPr>
              <p14:cNvContentPartPr/>
              <p14:nvPr/>
            </p14:nvContentPartPr>
            <p14:xfrm>
              <a:off x="9032854" y="5047450"/>
              <a:ext cx="74520" cy="188640"/>
            </p14:xfrm>
          </p:contentPart>
        </mc:Choice>
        <mc:Fallback xmlns=""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99487A53-22D3-6563-91D7-30C86FA90F8C}"/>
                  </a:ext>
                </a:extLst>
              </p:cNvPr>
              <p:cNvPicPr/>
              <p:nvPr/>
            </p:nvPicPr>
            <p:blipFill>
              <a:blip r:embed="rId382"/>
              <a:stretch>
                <a:fillRect/>
              </a:stretch>
            </p:blipFill>
            <p:spPr>
              <a:xfrm>
                <a:off x="9015214" y="5029450"/>
                <a:ext cx="11016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3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D5B31F4A-DA2B-8A13-B0B2-FAE7F9AA3C68}"/>
                  </a:ext>
                </a:extLst>
              </p14:cNvPr>
              <p14:cNvContentPartPr/>
              <p14:nvPr/>
            </p14:nvContentPartPr>
            <p14:xfrm>
              <a:off x="9060214" y="4869610"/>
              <a:ext cx="12600" cy="63000"/>
            </p14:xfrm>
          </p:contentPart>
        </mc:Choice>
        <mc:Fallback xmlns=""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D5B31F4A-DA2B-8A13-B0B2-FAE7F9AA3C68}"/>
                  </a:ext>
                </a:extLst>
              </p:cNvPr>
              <p:cNvPicPr/>
              <p:nvPr/>
            </p:nvPicPr>
            <p:blipFill>
              <a:blip r:embed="rId384"/>
              <a:stretch>
                <a:fillRect/>
              </a:stretch>
            </p:blipFill>
            <p:spPr>
              <a:xfrm>
                <a:off x="9042574" y="4851610"/>
                <a:ext cx="48240" cy="98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9" name="Group 258">
            <a:extLst>
              <a:ext uri="{FF2B5EF4-FFF2-40B4-BE49-F238E27FC236}">
                <a16:creationId xmlns:a16="http://schemas.microsoft.com/office/drawing/2014/main" id="{75563C19-3C92-A8EA-1BDE-2837A53E52C8}"/>
              </a:ext>
            </a:extLst>
          </p:cNvPr>
          <p:cNvGrpSpPr/>
          <p:nvPr/>
        </p:nvGrpSpPr>
        <p:grpSpPr>
          <a:xfrm>
            <a:off x="9306454" y="5154730"/>
            <a:ext cx="247320" cy="184680"/>
            <a:chOff x="9306454" y="5154730"/>
            <a:chExt cx="247320" cy="18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5E2F78C8-8DEE-9EFF-7179-E6C4F5D28E64}"/>
                    </a:ext>
                  </a:extLst>
                </p14:cNvPr>
                <p14:cNvContentPartPr/>
                <p14:nvPr/>
              </p14:nvContentPartPr>
              <p14:xfrm>
                <a:off x="9306454" y="5154730"/>
                <a:ext cx="10440" cy="18468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5E2F78C8-8DEE-9EFF-7179-E6C4F5D28E64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9288454" y="5137090"/>
                  <a:ext cx="460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876E2250-C426-46AE-AA0D-949AA1283ED7}"/>
                    </a:ext>
                  </a:extLst>
                </p14:cNvPr>
                <p14:cNvContentPartPr/>
                <p14:nvPr/>
              </p14:nvContentPartPr>
              <p14:xfrm>
                <a:off x="9414094" y="5180290"/>
                <a:ext cx="139680" cy="15588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876E2250-C426-46AE-AA0D-949AA1283ED7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9396094" y="5162290"/>
                  <a:ext cx="175320" cy="19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8CC3FA8E-D61E-6004-43D3-65B2CFB9971B}"/>
              </a:ext>
            </a:extLst>
          </p:cNvPr>
          <p:cNvGrpSpPr/>
          <p:nvPr/>
        </p:nvGrpSpPr>
        <p:grpSpPr>
          <a:xfrm>
            <a:off x="9719734" y="5019730"/>
            <a:ext cx="151920" cy="218520"/>
            <a:chOff x="9719734" y="5019730"/>
            <a:chExt cx="151920" cy="21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47900FA0-F227-6C82-74CB-56C10F7A3770}"/>
                    </a:ext>
                  </a:extLst>
                </p14:cNvPr>
                <p14:cNvContentPartPr/>
                <p14:nvPr/>
              </p14:nvContentPartPr>
              <p14:xfrm>
                <a:off x="9719734" y="5095330"/>
                <a:ext cx="151920" cy="3816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47900FA0-F227-6C82-74CB-56C10F7A3770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9701734" y="5077330"/>
                  <a:ext cx="1875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7A56C5EA-0FA8-85C2-0452-3DEF21334425}"/>
                    </a:ext>
                  </a:extLst>
                </p14:cNvPr>
                <p14:cNvContentPartPr/>
                <p14:nvPr/>
              </p14:nvContentPartPr>
              <p14:xfrm>
                <a:off x="9820894" y="5019730"/>
                <a:ext cx="42480" cy="21852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7A56C5EA-0FA8-85C2-0452-3DEF21334425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9802894" y="5002090"/>
                  <a:ext cx="78120" cy="254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3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4063F050-C9E4-B242-3040-567F04C1DEE2}"/>
                  </a:ext>
                </a:extLst>
              </p14:cNvPr>
              <p14:cNvContentPartPr/>
              <p14:nvPr/>
            </p14:nvContentPartPr>
            <p14:xfrm>
              <a:off x="10064974" y="5013610"/>
              <a:ext cx="123120" cy="158040"/>
            </p14:xfrm>
          </p:contentPart>
        </mc:Choice>
        <mc:Fallback xmlns=""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4063F050-C9E4-B242-3040-567F04C1DEE2}"/>
                  </a:ext>
                </a:extLst>
              </p:cNvPr>
              <p:cNvPicPr/>
              <p:nvPr/>
            </p:nvPicPr>
            <p:blipFill>
              <a:blip r:embed="rId394"/>
              <a:stretch>
                <a:fillRect/>
              </a:stretch>
            </p:blipFill>
            <p:spPr>
              <a:xfrm>
                <a:off x="10046974" y="4995610"/>
                <a:ext cx="15876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5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00C57DDF-6D28-E5EE-84F0-E167B1AA11D6}"/>
                  </a:ext>
                </a:extLst>
              </p14:cNvPr>
              <p14:cNvContentPartPr/>
              <p14:nvPr/>
            </p14:nvContentPartPr>
            <p14:xfrm>
              <a:off x="10081894" y="4904170"/>
              <a:ext cx="18000" cy="8640"/>
            </p14:xfrm>
          </p:contentPart>
        </mc:Choice>
        <mc:Fallback xmlns=""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00C57DDF-6D28-E5EE-84F0-E167B1AA11D6}"/>
                  </a:ext>
                </a:extLst>
              </p:cNvPr>
              <p:cNvPicPr/>
              <p:nvPr/>
            </p:nvPicPr>
            <p:blipFill>
              <a:blip r:embed="rId396"/>
              <a:stretch>
                <a:fillRect/>
              </a:stretch>
            </p:blipFill>
            <p:spPr>
              <a:xfrm>
                <a:off x="10063894" y="4886170"/>
                <a:ext cx="53640" cy="4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3" name="Group 272">
            <a:extLst>
              <a:ext uri="{FF2B5EF4-FFF2-40B4-BE49-F238E27FC236}">
                <a16:creationId xmlns:a16="http://schemas.microsoft.com/office/drawing/2014/main" id="{28D7B87C-E642-584A-B230-A9B193558243}"/>
              </a:ext>
            </a:extLst>
          </p:cNvPr>
          <p:cNvGrpSpPr/>
          <p:nvPr/>
        </p:nvGrpSpPr>
        <p:grpSpPr>
          <a:xfrm>
            <a:off x="10342894" y="5117650"/>
            <a:ext cx="258840" cy="171000"/>
            <a:chOff x="10342894" y="5117650"/>
            <a:chExt cx="258840" cy="17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64F6C15C-4BBA-766B-1837-929382F423C9}"/>
                    </a:ext>
                  </a:extLst>
                </p14:cNvPr>
                <p14:cNvContentPartPr/>
                <p14:nvPr/>
              </p14:nvContentPartPr>
              <p14:xfrm>
                <a:off x="10342894" y="5128450"/>
                <a:ext cx="14040" cy="16020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64F6C15C-4BBA-766B-1837-929382F423C9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10324894" y="5110810"/>
                  <a:ext cx="496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BA71A63A-4A3A-2063-5E2A-47D35FE0B869}"/>
                    </a:ext>
                  </a:extLst>
                </p14:cNvPr>
                <p14:cNvContentPartPr/>
                <p14:nvPr/>
              </p14:nvContentPartPr>
              <p14:xfrm>
                <a:off x="10464934" y="5117650"/>
                <a:ext cx="136800" cy="11016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BA71A63A-4A3A-2063-5E2A-47D35FE0B869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0446934" y="5100010"/>
                  <a:ext cx="172440" cy="14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FBE06F18-A8DC-F730-BB0F-A6101DF2772C}"/>
              </a:ext>
            </a:extLst>
          </p:cNvPr>
          <p:cNvGrpSpPr/>
          <p:nvPr/>
        </p:nvGrpSpPr>
        <p:grpSpPr>
          <a:xfrm>
            <a:off x="10759054" y="5040970"/>
            <a:ext cx="339840" cy="146160"/>
            <a:chOff x="10759054" y="5040970"/>
            <a:chExt cx="339840" cy="14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559C95D7-1172-88A0-7DBD-2A2DF138D4B2}"/>
                    </a:ext>
                  </a:extLst>
                </p14:cNvPr>
                <p14:cNvContentPartPr/>
                <p14:nvPr/>
              </p14:nvContentPartPr>
              <p14:xfrm>
                <a:off x="10759054" y="5052850"/>
                <a:ext cx="77760" cy="3060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559C95D7-1172-88A0-7DBD-2A2DF138D4B2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10741054" y="5035210"/>
                  <a:ext cx="1134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652430F9-4D1C-ABC0-783B-2EE9BDF11757}"/>
                    </a:ext>
                  </a:extLst>
                </p14:cNvPr>
                <p14:cNvContentPartPr/>
                <p14:nvPr/>
              </p14:nvContentPartPr>
              <p14:xfrm>
                <a:off x="10811974" y="5107570"/>
                <a:ext cx="83520" cy="3456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652430F9-4D1C-ABC0-783B-2EE9BDF11757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10793974" y="5089930"/>
                  <a:ext cx="1191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8AFBD649-0099-32B5-B11B-504F9106850B}"/>
                    </a:ext>
                  </a:extLst>
                </p14:cNvPr>
                <p14:cNvContentPartPr/>
                <p14:nvPr/>
              </p14:nvContentPartPr>
              <p14:xfrm>
                <a:off x="11020774" y="5040970"/>
                <a:ext cx="78120" cy="14616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8AFBD649-0099-32B5-B11B-504F9106850B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11003134" y="5023330"/>
                  <a:ext cx="113760" cy="181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7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35B4F07D-DAEA-8AD5-70BF-FB84F33BC0FB}"/>
                  </a:ext>
                </a:extLst>
              </p14:cNvPr>
              <p14:cNvContentPartPr/>
              <p14:nvPr/>
            </p14:nvContentPartPr>
            <p14:xfrm>
              <a:off x="11032654" y="4880410"/>
              <a:ext cx="20880" cy="32760"/>
            </p14:xfrm>
          </p:contentPart>
        </mc:Choice>
        <mc:Fallback xmlns=""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35B4F07D-DAEA-8AD5-70BF-FB84F33BC0FB}"/>
                  </a:ext>
                </a:extLst>
              </p:cNvPr>
              <p:cNvPicPr/>
              <p:nvPr/>
            </p:nvPicPr>
            <p:blipFill>
              <a:blip r:embed="rId408"/>
              <a:stretch>
                <a:fillRect/>
              </a:stretch>
            </p:blipFill>
            <p:spPr>
              <a:xfrm>
                <a:off x="11015014" y="4862770"/>
                <a:ext cx="56520" cy="68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1" name="Group 270">
            <a:extLst>
              <a:ext uri="{FF2B5EF4-FFF2-40B4-BE49-F238E27FC236}">
                <a16:creationId xmlns:a16="http://schemas.microsoft.com/office/drawing/2014/main" id="{BCE5D0E5-1E99-4408-C2DB-30D9883D10E2}"/>
              </a:ext>
            </a:extLst>
          </p:cNvPr>
          <p:cNvGrpSpPr/>
          <p:nvPr/>
        </p:nvGrpSpPr>
        <p:grpSpPr>
          <a:xfrm>
            <a:off x="11246854" y="5132770"/>
            <a:ext cx="394200" cy="269280"/>
            <a:chOff x="11246854" y="5132770"/>
            <a:chExt cx="394200" cy="26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796DC6C9-43E4-A557-5A2E-0B55231693B7}"/>
                    </a:ext>
                  </a:extLst>
                </p14:cNvPr>
                <p14:cNvContentPartPr/>
                <p14:nvPr/>
              </p14:nvContentPartPr>
              <p14:xfrm>
                <a:off x="11291134" y="5132770"/>
                <a:ext cx="39240" cy="26928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796DC6C9-43E4-A557-5A2E-0B55231693B7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11273134" y="5115130"/>
                  <a:ext cx="7488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3D2D3390-A426-1751-ADA1-33FE55D3CDDC}"/>
                    </a:ext>
                  </a:extLst>
                </p14:cNvPr>
                <p14:cNvContentPartPr/>
                <p14:nvPr/>
              </p14:nvContentPartPr>
              <p14:xfrm>
                <a:off x="11246854" y="5288650"/>
                <a:ext cx="86040" cy="1872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3D2D3390-A426-1751-ADA1-33FE55D3CDDC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11229214" y="5271010"/>
                  <a:ext cx="1216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16042E02-0B8E-4254-F7D1-8EA27ADF2327}"/>
                    </a:ext>
                  </a:extLst>
                </p14:cNvPr>
                <p14:cNvContentPartPr/>
                <p14:nvPr/>
              </p14:nvContentPartPr>
              <p14:xfrm>
                <a:off x="11403814" y="5282890"/>
                <a:ext cx="91800" cy="10296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16042E02-0B8E-4254-F7D1-8EA27ADF2327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11385814" y="5264890"/>
                  <a:ext cx="1274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5CF154C9-209C-DBA2-DC34-B68C593180EF}"/>
                    </a:ext>
                  </a:extLst>
                </p14:cNvPr>
                <p14:cNvContentPartPr/>
                <p14:nvPr/>
              </p14:nvContentPartPr>
              <p14:xfrm>
                <a:off x="11553574" y="5153290"/>
                <a:ext cx="33840" cy="20664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5CF154C9-209C-DBA2-DC34-B68C593180EF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11535934" y="5135650"/>
                  <a:ext cx="6948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D28393B0-897F-15C4-AFAE-B3F8BECEAB4D}"/>
                    </a:ext>
                  </a:extLst>
                </p14:cNvPr>
                <p14:cNvContentPartPr/>
                <p14:nvPr/>
              </p14:nvContentPartPr>
              <p14:xfrm>
                <a:off x="11525134" y="5219530"/>
                <a:ext cx="115920" cy="3564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D28393B0-897F-15C4-AFAE-B3F8BECEAB4D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11507134" y="5201890"/>
                  <a:ext cx="151560" cy="71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19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CB946772-DA23-3690-126E-8447E598F6F5}"/>
                  </a:ext>
                </a:extLst>
              </p14:cNvPr>
              <p14:cNvContentPartPr/>
              <p14:nvPr/>
            </p14:nvContentPartPr>
            <p14:xfrm>
              <a:off x="2770440" y="1700760"/>
              <a:ext cx="342000" cy="37260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CB946772-DA23-3690-126E-8447E598F6F5}"/>
                  </a:ext>
                </a:extLst>
              </p:cNvPr>
              <p:cNvPicPr/>
              <p:nvPr/>
            </p:nvPicPr>
            <p:blipFill>
              <a:blip r:embed="rId420"/>
              <a:stretch>
                <a:fillRect/>
              </a:stretch>
            </p:blipFill>
            <p:spPr>
              <a:xfrm>
                <a:off x="2752800" y="1682760"/>
                <a:ext cx="377640" cy="40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2" name="Group 201">
            <a:extLst>
              <a:ext uri="{FF2B5EF4-FFF2-40B4-BE49-F238E27FC236}">
                <a16:creationId xmlns:a16="http://schemas.microsoft.com/office/drawing/2014/main" id="{EB19D1FE-E7EA-44CB-44D8-465855CE234D}"/>
              </a:ext>
            </a:extLst>
          </p:cNvPr>
          <p:cNvGrpSpPr/>
          <p:nvPr/>
        </p:nvGrpSpPr>
        <p:grpSpPr>
          <a:xfrm>
            <a:off x="2796360" y="1748280"/>
            <a:ext cx="745200" cy="880200"/>
            <a:chOff x="2796360" y="1748280"/>
            <a:chExt cx="745200" cy="88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2883133-776F-DE03-8C65-730BF4593050}"/>
                    </a:ext>
                  </a:extLst>
                </p14:cNvPr>
                <p14:cNvContentPartPr/>
                <p14:nvPr/>
              </p14:nvContentPartPr>
              <p14:xfrm>
                <a:off x="2796360" y="1748280"/>
                <a:ext cx="339840" cy="3610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2883133-776F-DE03-8C65-730BF4593050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2778720" y="1730640"/>
                  <a:ext cx="37548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336262A1-0601-001D-20DF-505C46FDF684}"/>
                    </a:ext>
                  </a:extLst>
                </p14:cNvPr>
                <p14:cNvContentPartPr/>
                <p14:nvPr/>
              </p14:nvContentPartPr>
              <p14:xfrm>
                <a:off x="2897520" y="1761960"/>
                <a:ext cx="228600" cy="3247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336262A1-0601-001D-20DF-505C46FDF684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2879880" y="1744320"/>
                  <a:ext cx="26424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14E042A3-5825-F5C4-1FF2-392880F22103}"/>
                    </a:ext>
                  </a:extLst>
                </p14:cNvPr>
                <p14:cNvContentPartPr/>
                <p14:nvPr/>
              </p14:nvContentPartPr>
              <p14:xfrm>
                <a:off x="3149160" y="2231400"/>
                <a:ext cx="13680" cy="3780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14E042A3-5825-F5C4-1FF2-392880F22103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3131160" y="2213760"/>
                  <a:ext cx="4932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A085FAC4-EC89-0143-ABE3-888F0C2E1C42}"/>
                    </a:ext>
                  </a:extLst>
                </p14:cNvPr>
                <p14:cNvContentPartPr/>
                <p14:nvPr/>
              </p14:nvContentPartPr>
              <p14:xfrm>
                <a:off x="3144120" y="2627760"/>
                <a:ext cx="720" cy="72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A085FAC4-EC89-0143-ABE3-888F0C2E1C42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3126480" y="2609760"/>
                  <a:ext cx="363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415D8741-F8C3-92AC-D805-D2DDF7D76905}"/>
                    </a:ext>
                  </a:extLst>
                </p14:cNvPr>
                <p14:cNvContentPartPr/>
                <p14:nvPr/>
              </p14:nvContentPartPr>
              <p14:xfrm>
                <a:off x="3080040" y="2483400"/>
                <a:ext cx="162360" cy="1191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415D8741-F8C3-92AC-D805-D2DDF7D76905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3062400" y="2465760"/>
                  <a:ext cx="19800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A09C5202-830F-C79F-A1C4-70C8EDAFB784}"/>
                    </a:ext>
                  </a:extLst>
                </p14:cNvPr>
                <p14:cNvContentPartPr/>
                <p14:nvPr/>
              </p14:nvContentPartPr>
              <p14:xfrm>
                <a:off x="3239520" y="2113320"/>
                <a:ext cx="290520" cy="2916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A09C5202-830F-C79F-A1C4-70C8EDAFB784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3221880" y="2095320"/>
                  <a:ext cx="3261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977FFDF3-3852-F73F-D3EC-6EA19105922E}"/>
                    </a:ext>
                  </a:extLst>
                </p14:cNvPr>
                <p14:cNvContentPartPr/>
                <p14:nvPr/>
              </p14:nvContentPartPr>
              <p14:xfrm>
                <a:off x="3424920" y="2025480"/>
                <a:ext cx="116640" cy="2152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977FFDF3-3852-F73F-D3EC-6EA19105922E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3406920" y="2007840"/>
                  <a:ext cx="152280" cy="25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67361E57-41A1-42C5-525F-DBD5DA66BE7F}"/>
              </a:ext>
            </a:extLst>
          </p:cNvPr>
          <p:cNvGrpSpPr/>
          <p:nvPr/>
        </p:nvGrpSpPr>
        <p:grpSpPr>
          <a:xfrm>
            <a:off x="386160" y="1698600"/>
            <a:ext cx="1822680" cy="1362600"/>
            <a:chOff x="386160" y="1698600"/>
            <a:chExt cx="1822680" cy="136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0EDDE968-E65F-AF3B-425A-7D702B5F414E}"/>
                    </a:ext>
                  </a:extLst>
                </p14:cNvPr>
                <p14:cNvContentPartPr/>
                <p14:nvPr/>
              </p14:nvContentPartPr>
              <p14:xfrm>
                <a:off x="681720" y="1948440"/>
                <a:ext cx="305280" cy="47988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0EDDE968-E65F-AF3B-425A-7D702B5F414E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664080" y="1930800"/>
                  <a:ext cx="340920" cy="51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35998574-7114-E4EC-C309-EA3AA6A4696B}"/>
                    </a:ext>
                  </a:extLst>
                </p14:cNvPr>
                <p14:cNvContentPartPr/>
                <p14:nvPr/>
              </p14:nvContentPartPr>
              <p14:xfrm>
                <a:off x="792600" y="2256240"/>
                <a:ext cx="258840" cy="2127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35998574-7114-E4EC-C309-EA3AA6A4696B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774960" y="2238240"/>
                  <a:ext cx="29448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16AA7028-EC21-3875-AED3-5E798DBC09C8}"/>
                    </a:ext>
                  </a:extLst>
                </p14:cNvPr>
                <p14:cNvContentPartPr/>
                <p14:nvPr/>
              </p14:nvContentPartPr>
              <p14:xfrm>
                <a:off x="929400" y="1844040"/>
                <a:ext cx="142920" cy="1717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16AA7028-EC21-3875-AED3-5E798DBC09C8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911760" y="1826040"/>
                  <a:ext cx="17856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EB15DA76-587B-997D-1593-8B86C262A232}"/>
                    </a:ext>
                  </a:extLst>
                </p14:cNvPr>
                <p14:cNvContentPartPr/>
                <p14:nvPr/>
              </p14:nvContentPartPr>
              <p14:xfrm>
                <a:off x="901680" y="1766280"/>
                <a:ext cx="38520" cy="3240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EB15DA76-587B-997D-1593-8B86C262A232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883680" y="1748280"/>
                  <a:ext cx="741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A5FE26C8-7381-8DD3-3D4E-64446C4B5B1F}"/>
                    </a:ext>
                  </a:extLst>
                </p14:cNvPr>
                <p14:cNvContentPartPr/>
                <p14:nvPr/>
              </p14:nvContentPartPr>
              <p14:xfrm>
                <a:off x="1073760" y="1998480"/>
                <a:ext cx="55440" cy="723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A5FE26C8-7381-8DD3-3D4E-64446C4B5B1F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1055760" y="1980840"/>
                  <a:ext cx="910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55E6C422-803C-431E-1950-645CC997E71F}"/>
                    </a:ext>
                  </a:extLst>
                </p14:cNvPr>
                <p14:cNvContentPartPr/>
                <p14:nvPr/>
              </p14:nvContentPartPr>
              <p14:xfrm>
                <a:off x="1188600" y="1849440"/>
                <a:ext cx="124920" cy="9468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55E6C422-803C-431E-1950-645CC997E71F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1170600" y="1831800"/>
                  <a:ext cx="1605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3EC8D93B-E2E3-338E-F24A-E26DB0276A33}"/>
                    </a:ext>
                  </a:extLst>
                </p14:cNvPr>
                <p14:cNvContentPartPr/>
                <p14:nvPr/>
              </p14:nvContentPartPr>
              <p14:xfrm>
                <a:off x="1256280" y="1881480"/>
                <a:ext cx="37440" cy="7452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3EC8D93B-E2E3-338E-F24A-E26DB0276A33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1238640" y="1863480"/>
                  <a:ext cx="730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ECB027D0-88A2-D3C4-1797-95A925BCCF97}"/>
                    </a:ext>
                  </a:extLst>
                </p14:cNvPr>
                <p14:cNvContentPartPr/>
                <p14:nvPr/>
              </p14:nvContentPartPr>
              <p14:xfrm>
                <a:off x="1318200" y="1817760"/>
                <a:ext cx="73800" cy="673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ECB027D0-88A2-D3C4-1797-95A925BCCF97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1300200" y="1799760"/>
                  <a:ext cx="1094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C13182BB-38CB-99C8-914D-5F50D6E30464}"/>
                    </a:ext>
                  </a:extLst>
                </p14:cNvPr>
                <p14:cNvContentPartPr/>
                <p14:nvPr/>
              </p14:nvContentPartPr>
              <p14:xfrm>
                <a:off x="1388400" y="1698600"/>
                <a:ext cx="99720" cy="16668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C13182BB-38CB-99C8-914D-5F50D6E30464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1370760" y="1680960"/>
                  <a:ext cx="1353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71915A4D-9056-71D8-CE09-162CE024B1A2}"/>
                    </a:ext>
                  </a:extLst>
                </p14:cNvPr>
                <p14:cNvContentPartPr/>
                <p14:nvPr/>
              </p14:nvContentPartPr>
              <p14:xfrm>
                <a:off x="1424400" y="1723800"/>
                <a:ext cx="57960" cy="11232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71915A4D-9056-71D8-CE09-162CE024B1A2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1406760" y="1705800"/>
                  <a:ext cx="936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D00580C6-1249-EC9F-0EC2-AE340CEEEF17}"/>
                    </a:ext>
                  </a:extLst>
                </p14:cNvPr>
                <p14:cNvContentPartPr/>
                <p14:nvPr/>
              </p14:nvContentPartPr>
              <p14:xfrm>
                <a:off x="956400" y="2461800"/>
                <a:ext cx="20160" cy="58788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D00580C6-1249-EC9F-0EC2-AE340CEEEF17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938760" y="2444160"/>
                  <a:ext cx="55800" cy="62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B5502FDA-441A-5195-209D-718B9B4F8496}"/>
                    </a:ext>
                  </a:extLst>
                </p14:cNvPr>
                <p14:cNvContentPartPr/>
                <p14:nvPr/>
              </p14:nvContentPartPr>
              <p14:xfrm>
                <a:off x="901320" y="2984520"/>
                <a:ext cx="132120" cy="7668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B5502FDA-441A-5195-209D-718B9B4F8496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883320" y="2966520"/>
                  <a:ext cx="1677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33D4653C-6861-AAC1-8DE1-2465A58F593B}"/>
                    </a:ext>
                  </a:extLst>
                </p14:cNvPr>
                <p14:cNvContentPartPr/>
                <p14:nvPr/>
              </p14:nvContentPartPr>
              <p14:xfrm>
                <a:off x="1012920" y="2373960"/>
                <a:ext cx="540720" cy="9612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33D4653C-6861-AAC1-8DE1-2465A58F593B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994920" y="2356320"/>
                  <a:ext cx="5763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5283B1C4-348A-6EE0-5E03-6AFD0AE09465}"/>
                    </a:ext>
                  </a:extLst>
                </p14:cNvPr>
                <p14:cNvContentPartPr/>
                <p14:nvPr/>
              </p14:nvContentPartPr>
              <p14:xfrm>
                <a:off x="1461840" y="2292960"/>
                <a:ext cx="138600" cy="17460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5283B1C4-348A-6EE0-5E03-6AFD0AE09465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1443840" y="2274960"/>
                  <a:ext cx="1742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FE3A6CF8-BBE4-D5AF-550E-6BC3EC25DCFA}"/>
                    </a:ext>
                  </a:extLst>
                </p14:cNvPr>
                <p14:cNvContentPartPr/>
                <p14:nvPr/>
              </p14:nvContentPartPr>
              <p14:xfrm>
                <a:off x="409560" y="2871840"/>
                <a:ext cx="162360" cy="14724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FE3A6CF8-BBE4-D5AF-550E-6BC3EC25DCFA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391920" y="2853840"/>
                  <a:ext cx="1980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A783B00B-64E5-14C9-EB81-8DC129037753}"/>
                    </a:ext>
                  </a:extLst>
                </p14:cNvPr>
                <p14:cNvContentPartPr/>
                <p14:nvPr/>
              </p14:nvContentPartPr>
              <p14:xfrm>
                <a:off x="386160" y="2764560"/>
                <a:ext cx="20160" cy="2772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A783B00B-64E5-14C9-EB81-8DC129037753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368160" y="2746560"/>
                  <a:ext cx="558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FFEFBF62-DA0A-9656-8022-DADCB193F280}"/>
                    </a:ext>
                  </a:extLst>
                </p14:cNvPr>
                <p14:cNvContentPartPr/>
                <p14:nvPr/>
              </p14:nvContentPartPr>
              <p14:xfrm>
                <a:off x="615120" y="2848080"/>
                <a:ext cx="73440" cy="9504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FFEFBF62-DA0A-9656-8022-DADCB193F280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597480" y="2830440"/>
                  <a:ext cx="1090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FD0E1B29-A213-E45A-FD00-73974B65B91B}"/>
                    </a:ext>
                  </a:extLst>
                </p14:cNvPr>
                <p14:cNvContentPartPr/>
                <p14:nvPr/>
              </p14:nvContentPartPr>
              <p14:xfrm>
                <a:off x="602520" y="2767800"/>
                <a:ext cx="232200" cy="10548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FD0E1B29-A213-E45A-FD00-73974B65B91B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584880" y="2750160"/>
                  <a:ext cx="2678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C600ABAA-7535-86C8-E3D3-4DAD5F4FDCF4}"/>
                    </a:ext>
                  </a:extLst>
                </p14:cNvPr>
                <p14:cNvContentPartPr/>
                <p14:nvPr/>
              </p14:nvContentPartPr>
              <p14:xfrm>
                <a:off x="1685040" y="2097480"/>
                <a:ext cx="165960" cy="14508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C600ABAA-7535-86C8-E3D3-4DAD5F4FDCF4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1667400" y="2079840"/>
                  <a:ext cx="2016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AC523F8D-A3BB-904A-3E0B-DF64342520FA}"/>
                    </a:ext>
                  </a:extLst>
                </p14:cNvPr>
                <p14:cNvContentPartPr/>
                <p14:nvPr/>
              </p14:nvContentPartPr>
              <p14:xfrm>
                <a:off x="1682520" y="1973640"/>
                <a:ext cx="18360" cy="2628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AC523F8D-A3BB-904A-3E0B-DF64342520FA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1664520" y="1955640"/>
                  <a:ext cx="540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CAC7ECEC-C31F-02D2-A7A2-F7AE883E1668}"/>
                    </a:ext>
                  </a:extLst>
                </p14:cNvPr>
                <p14:cNvContentPartPr/>
                <p14:nvPr/>
              </p14:nvContentPartPr>
              <p14:xfrm>
                <a:off x="1935240" y="2080560"/>
                <a:ext cx="61560" cy="11232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CAC7ECEC-C31F-02D2-A7A2-F7AE883E1668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1917600" y="2062560"/>
                  <a:ext cx="972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A1685BAA-178F-235D-683B-293AC12B685A}"/>
                    </a:ext>
                  </a:extLst>
                </p14:cNvPr>
                <p14:cNvContentPartPr/>
                <p14:nvPr/>
              </p14:nvContentPartPr>
              <p14:xfrm>
                <a:off x="1900320" y="2012160"/>
                <a:ext cx="141480" cy="8100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A1685BAA-178F-235D-683B-293AC12B685A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1882680" y="1994520"/>
                  <a:ext cx="1771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9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CC564546-5F03-164B-9957-D42C94538B85}"/>
                    </a:ext>
                  </a:extLst>
                </p14:cNvPr>
                <p14:cNvContentPartPr/>
                <p14:nvPr/>
              </p14:nvContentPartPr>
              <p14:xfrm>
                <a:off x="2093280" y="1994160"/>
                <a:ext cx="115560" cy="13392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CC564546-5F03-164B-9957-D42C94538B85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2075280" y="1976520"/>
                  <a:ext cx="151200" cy="16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9" name="Group 298">
            <a:extLst>
              <a:ext uri="{FF2B5EF4-FFF2-40B4-BE49-F238E27FC236}">
                <a16:creationId xmlns:a16="http://schemas.microsoft.com/office/drawing/2014/main" id="{275FCA80-B963-B43E-8F48-B19F5F62400C}"/>
              </a:ext>
            </a:extLst>
          </p:cNvPr>
          <p:cNvGrpSpPr/>
          <p:nvPr/>
        </p:nvGrpSpPr>
        <p:grpSpPr>
          <a:xfrm>
            <a:off x="3143400" y="3200160"/>
            <a:ext cx="580680" cy="909720"/>
            <a:chOff x="3143400" y="3200160"/>
            <a:chExt cx="580680" cy="90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DCD59774-3AF0-B663-3C92-2D9A2DB80BFF}"/>
                    </a:ext>
                  </a:extLst>
                </p14:cNvPr>
                <p14:cNvContentPartPr/>
                <p14:nvPr/>
              </p14:nvContentPartPr>
              <p14:xfrm>
                <a:off x="3211080" y="3200160"/>
                <a:ext cx="33840" cy="44136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DCD59774-3AF0-B663-3C92-2D9A2DB80BFF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3193440" y="3182160"/>
                  <a:ext cx="69480" cy="47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57670DAC-CC26-62D0-1689-8E0B816455A8}"/>
                    </a:ext>
                  </a:extLst>
                </p14:cNvPr>
                <p14:cNvContentPartPr/>
                <p14:nvPr/>
              </p14:nvContentPartPr>
              <p14:xfrm>
                <a:off x="3143400" y="3474120"/>
                <a:ext cx="261000" cy="17496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57670DAC-CC26-62D0-1689-8E0B816455A8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3125400" y="3456120"/>
                  <a:ext cx="29664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FA6CDCA6-34B6-E933-61BC-37A8C1D73AF0}"/>
                    </a:ext>
                  </a:extLst>
                </p14:cNvPr>
                <p14:cNvContentPartPr/>
                <p14:nvPr/>
              </p14:nvContentPartPr>
              <p14:xfrm>
                <a:off x="3202440" y="3667440"/>
                <a:ext cx="44640" cy="44244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FA6CDCA6-34B6-E933-61BC-37A8C1D73AF0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3184800" y="3649440"/>
                  <a:ext cx="80280" cy="47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EFDC4C26-16BB-C3B3-1998-964277850B99}"/>
                    </a:ext>
                  </a:extLst>
                </p14:cNvPr>
                <p14:cNvContentPartPr/>
                <p14:nvPr/>
              </p14:nvContentPartPr>
              <p14:xfrm>
                <a:off x="3150960" y="3981000"/>
                <a:ext cx="152280" cy="10296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EFDC4C26-16BB-C3B3-1998-964277850B99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3132960" y="3963000"/>
                  <a:ext cx="18792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C794FA76-3FFF-58E0-9E4E-C792141C4DAE}"/>
                    </a:ext>
                  </a:extLst>
                </p14:cNvPr>
                <p14:cNvContentPartPr/>
                <p14:nvPr/>
              </p14:nvContentPartPr>
              <p14:xfrm>
                <a:off x="3243120" y="3636120"/>
                <a:ext cx="480960" cy="6048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C794FA76-3FFF-58E0-9E4E-C792141C4DAE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3225120" y="3618480"/>
                  <a:ext cx="5166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67FF5258-FB92-8924-DF27-7A123B5B6E2F}"/>
                    </a:ext>
                  </a:extLst>
                </p14:cNvPr>
                <p14:cNvContentPartPr/>
                <p14:nvPr/>
              </p14:nvContentPartPr>
              <p14:xfrm>
                <a:off x="3592320" y="3548640"/>
                <a:ext cx="131760" cy="23004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67FF5258-FB92-8924-DF27-7A123B5B6E2F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3574320" y="3531000"/>
                  <a:ext cx="167400" cy="26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7" name="Group 306">
            <a:extLst>
              <a:ext uri="{FF2B5EF4-FFF2-40B4-BE49-F238E27FC236}">
                <a16:creationId xmlns:a16="http://schemas.microsoft.com/office/drawing/2014/main" id="{343DB8FF-CEB0-0062-F3AC-7D640D286087}"/>
              </a:ext>
            </a:extLst>
          </p:cNvPr>
          <p:cNvGrpSpPr/>
          <p:nvPr/>
        </p:nvGrpSpPr>
        <p:grpSpPr>
          <a:xfrm>
            <a:off x="6164160" y="4715400"/>
            <a:ext cx="539280" cy="704160"/>
            <a:chOff x="6164160" y="4715400"/>
            <a:chExt cx="539280" cy="70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C335474D-C975-1226-D6E9-B8A5BCB0D422}"/>
                    </a:ext>
                  </a:extLst>
                </p14:cNvPr>
                <p14:cNvContentPartPr/>
                <p14:nvPr/>
              </p14:nvContentPartPr>
              <p14:xfrm>
                <a:off x="6164160" y="5032560"/>
                <a:ext cx="170280" cy="38700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C335474D-C975-1226-D6E9-B8A5BCB0D422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6146160" y="5014920"/>
                  <a:ext cx="20592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B644AF93-4FE7-463A-EA26-0BDF0E85B7A1}"/>
                    </a:ext>
                  </a:extLst>
                </p14:cNvPr>
                <p14:cNvContentPartPr/>
                <p14:nvPr/>
              </p14:nvContentPartPr>
              <p14:xfrm>
                <a:off x="6427680" y="4715400"/>
                <a:ext cx="275760" cy="19296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B644AF93-4FE7-463A-EA26-0BDF0E85B7A1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6409680" y="4697760"/>
                  <a:ext cx="311400" cy="22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5AC9FA8F-8F8A-54EC-8042-AE1E283F4C99}"/>
              </a:ext>
            </a:extLst>
          </p:cNvPr>
          <p:cNvGrpSpPr/>
          <p:nvPr/>
        </p:nvGrpSpPr>
        <p:grpSpPr>
          <a:xfrm>
            <a:off x="5662680" y="5568240"/>
            <a:ext cx="535680" cy="379800"/>
            <a:chOff x="5662680" y="5568240"/>
            <a:chExt cx="535680" cy="37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8B3489C0-7EC3-CF0E-7F65-6A2FEA8F8D4C}"/>
                    </a:ext>
                  </a:extLst>
                </p14:cNvPr>
                <p14:cNvContentPartPr/>
                <p14:nvPr/>
              </p14:nvContentPartPr>
              <p14:xfrm>
                <a:off x="5662680" y="5706840"/>
                <a:ext cx="168840" cy="24120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8B3489C0-7EC3-CF0E-7F65-6A2FEA8F8D4C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5645040" y="5689200"/>
                  <a:ext cx="20448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9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521E1EC6-AEFA-9FF5-C49D-14BD9A8BD36D}"/>
                    </a:ext>
                  </a:extLst>
                </p14:cNvPr>
                <p14:cNvContentPartPr/>
                <p14:nvPr/>
              </p14:nvContentPartPr>
              <p14:xfrm>
                <a:off x="5675280" y="5628000"/>
                <a:ext cx="183240" cy="15984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521E1EC6-AEFA-9FF5-C49D-14BD9A8BD36D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5657640" y="5610000"/>
                  <a:ext cx="2188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AC8A7371-5FAB-A6F1-FFD5-44EE07B8196C}"/>
                    </a:ext>
                  </a:extLst>
                </p14:cNvPr>
                <p14:cNvContentPartPr/>
                <p14:nvPr/>
              </p14:nvContentPartPr>
              <p14:xfrm>
                <a:off x="5948520" y="5640240"/>
                <a:ext cx="90360" cy="12096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AC8A7371-5FAB-A6F1-FFD5-44EE07B8196C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5930520" y="5622240"/>
                  <a:ext cx="1260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801C7837-86F9-3E6C-E2AD-65C52A9E6390}"/>
                    </a:ext>
                  </a:extLst>
                </p14:cNvPr>
                <p14:cNvContentPartPr/>
                <p14:nvPr/>
              </p14:nvContentPartPr>
              <p14:xfrm>
                <a:off x="6081000" y="5568240"/>
                <a:ext cx="117360" cy="11952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801C7837-86F9-3E6C-E2AD-65C52A9E6390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6063360" y="5550240"/>
                  <a:ext cx="153000" cy="155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05">
            <p14:nvContentPartPr>
              <p14:cNvPr id="308" name="Ink 307">
                <a:extLst>
                  <a:ext uri="{FF2B5EF4-FFF2-40B4-BE49-F238E27FC236}">
                    <a16:creationId xmlns:a16="http://schemas.microsoft.com/office/drawing/2014/main" id="{4CECE2FB-9AEC-E039-2194-20C43CDCC31B}"/>
                  </a:ext>
                </a:extLst>
              </p14:cNvPr>
              <p14:cNvContentPartPr/>
              <p14:nvPr/>
            </p14:nvContentPartPr>
            <p14:xfrm>
              <a:off x="6898560" y="4645200"/>
              <a:ext cx="24120" cy="7200"/>
            </p14:xfrm>
          </p:contentPart>
        </mc:Choice>
        <mc:Fallback xmlns="">
          <p:pic>
            <p:nvPicPr>
              <p:cNvPr id="308" name="Ink 307">
                <a:extLst>
                  <a:ext uri="{FF2B5EF4-FFF2-40B4-BE49-F238E27FC236}">
                    <a16:creationId xmlns:a16="http://schemas.microsoft.com/office/drawing/2014/main" id="{4CECE2FB-9AEC-E039-2194-20C43CDCC31B}"/>
                  </a:ext>
                </a:extLst>
              </p:cNvPr>
              <p:cNvPicPr/>
              <p:nvPr/>
            </p:nvPicPr>
            <p:blipFill>
              <a:blip r:embed="rId506"/>
              <a:stretch>
                <a:fillRect/>
              </a:stretch>
            </p:blipFill>
            <p:spPr>
              <a:xfrm>
                <a:off x="6880920" y="4627200"/>
                <a:ext cx="5976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7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9E5F398B-720C-92A3-4B9F-CFD5D3C8040B}"/>
                  </a:ext>
                </a:extLst>
              </p14:cNvPr>
              <p14:cNvContentPartPr/>
              <p14:nvPr/>
            </p14:nvContentPartPr>
            <p14:xfrm>
              <a:off x="6731520" y="5176560"/>
              <a:ext cx="184320" cy="201960"/>
            </p14:xfrm>
          </p:contentPart>
        </mc:Choice>
        <mc:Fallback xmlns=""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9E5F398B-720C-92A3-4B9F-CFD5D3C8040B}"/>
                  </a:ext>
                </a:extLst>
              </p:cNvPr>
              <p:cNvPicPr/>
              <p:nvPr/>
            </p:nvPicPr>
            <p:blipFill>
              <a:blip r:embed="rId508"/>
              <a:stretch>
                <a:fillRect/>
              </a:stretch>
            </p:blipFill>
            <p:spPr>
              <a:xfrm>
                <a:off x="6713880" y="5158560"/>
                <a:ext cx="219960" cy="23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37" name="Group 336">
            <a:extLst>
              <a:ext uri="{FF2B5EF4-FFF2-40B4-BE49-F238E27FC236}">
                <a16:creationId xmlns:a16="http://schemas.microsoft.com/office/drawing/2014/main" id="{A0640BC6-35EE-D24F-3C9D-F16D72887E60}"/>
              </a:ext>
            </a:extLst>
          </p:cNvPr>
          <p:cNvGrpSpPr/>
          <p:nvPr/>
        </p:nvGrpSpPr>
        <p:grpSpPr>
          <a:xfrm>
            <a:off x="7766160" y="104880"/>
            <a:ext cx="1968120" cy="1534680"/>
            <a:chOff x="7766160" y="104880"/>
            <a:chExt cx="1968120" cy="153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9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15D224C3-0FE5-8131-6D53-9AF06E08C5AA}"/>
                    </a:ext>
                  </a:extLst>
                </p14:cNvPr>
                <p14:cNvContentPartPr/>
                <p14:nvPr/>
              </p14:nvContentPartPr>
              <p14:xfrm>
                <a:off x="7766160" y="191640"/>
                <a:ext cx="501840" cy="46548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15D224C3-0FE5-8131-6D53-9AF06E08C5AA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7748160" y="174000"/>
                  <a:ext cx="537480" cy="50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1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05F70A73-BCD2-8241-CEAF-A158D07998A4}"/>
                    </a:ext>
                  </a:extLst>
                </p14:cNvPr>
                <p14:cNvContentPartPr/>
                <p14:nvPr/>
              </p14:nvContentPartPr>
              <p14:xfrm>
                <a:off x="8030400" y="409800"/>
                <a:ext cx="266760" cy="20844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05F70A73-BCD2-8241-CEAF-A158D07998A4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8012760" y="391800"/>
                  <a:ext cx="3024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3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22636C72-A47F-0C6B-6ECB-F292AABE7DAA}"/>
                    </a:ext>
                  </a:extLst>
                </p14:cNvPr>
                <p14:cNvContentPartPr/>
                <p14:nvPr/>
              </p14:nvContentPartPr>
              <p14:xfrm>
                <a:off x="8116080" y="471360"/>
                <a:ext cx="180360" cy="15336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22636C72-A47F-0C6B-6ECB-F292AABE7DAA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8098080" y="453720"/>
                  <a:ext cx="2160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5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3F4F47A7-5246-8120-7BB0-F0212AD1F92C}"/>
                    </a:ext>
                  </a:extLst>
                </p14:cNvPr>
                <p14:cNvContentPartPr/>
                <p14:nvPr/>
              </p14:nvContentPartPr>
              <p14:xfrm>
                <a:off x="8321280" y="616800"/>
                <a:ext cx="32040" cy="11376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3F4F47A7-5246-8120-7BB0-F0212AD1F92C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8303640" y="599160"/>
                  <a:ext cx="676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7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CCE4DBC1-AC41-9729-BC01-6A1B6B91EC91}"/>
                    </a:ext>
                  </a:extLst>
                </p14:cNvPr>
                <p14:cNvContentPartPr/>
                <p14:nvPr/>
              </p14:nvContentPartPr>
              <p14:xfrm>
                <a:off x="8308680" y="625440"/>
                <a:ext cx="310320" cy="27144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CCE4DBC1-AC41-9729-BC01-6A1B6B91EC91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8291040" y="607800"/>
                  <a:ext cx="34596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9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1DFF1790-3B0C-2754-4316-A4D39602AD11}"/>
                    </a:ext>
                  </a:extLst>
                </p14:cNvPr>
                <p14:cNvContentPartPr/>
                <p14:nvPr/>
              </p14:nvContentPartPr>
              <p14:xfrm>
                <a:off x="8303280" y="527520"/>
                <a:ext cx="594360" cy="15228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1DFF1790-3B0C-2754-4316-A4D39602AD11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8285640" y="509520"/>
                  <a:ext cx="63000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1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F7873022-C27F-A75B-FE77-8F11E834850A}"/>
                    </a:ext>
                  </a:extLst>
                </p14:cNvPr>
                <p14:cNvContentPartPr/>
                <p14:nvPr/>
              </p14:nvContentPartPr>
              <p14:xfrm>
                <a:off x="8218320" y="750720"/>
                <a:ext cx="259560" cy="36360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F7873022-C27F-A75B-FE77-8F11E834850A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8200320" y="733080"/>
                  <a:ext cx="29520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3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D0525BF4-F265-A927-6252-E279C8F3885A}"/>
                    </a:ext>
                  </a:extLst>
                </p14:cNvPr>
                <p14:cNvContentPartPr/>
                <p14:nvPr/>
              </p14:nvContentPartPr>
              <p14:xfrm>
                <a:off x="8607120" y="1193520"/>
                <a:ext cx="1800" cy="468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D0525BF4-F265-A927-6252-E279C8F3885A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8589480" y="1175520"/>
                  <a:ext cx="374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5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C4C8DF54-7340-0D1A-DCDB-D06E1ECCDF27}"/>
                    </a:ext>
                  </a:extLst>
                </p14:cNvPr>
                <p14:cNvContentPartPr/>
                <p14:nvPr/>
              </p14:nvContentPartPr>
              <p14:xfrm>
                <a:off x="8605320" y="1043400"/>
                <a:ext cx="373320" cy="15192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C4C8DF54-7340-0D1A-DCDB-D06E1ECCDF27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8587680" y="1025760"/>
                  <a:ext cx="40896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7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093DD007-9BF3-4F2B-0518-17B73C81DDD0}"/>
                    </a:ext>
                  </a:extLst>
                </p14:cNvPr>
                <p14:cNvContentPartPr/>
                <p14:nvPr/>
              </p14:nvContentPartPr>
              <p14:xfrm>
                <a:off x="8910600" y="653160"/>
                <a:ext cx="143280" cy="21816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093DD007-9BF3-4F2B-0518-17B73C81DDD0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8892960" y="635160"/>
                  <a:ext cx="17892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9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B409FC4D-35F2-9FAD-FEBF-A5B809980945}"/>
                    </a:ext>
                  </a:extLst>
                </p14:cNvPr>
                <p14:cNvContentPartPr/>
                <p14:nvPr/>
              </p14:nvContentPartPr>
              <p14:xfrm>
                <a:off x="9020400" y="1100280"/>
                <a:ext cx="178920" cy="21456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B409FC4D-35F2-9FAD-FEBF-A5B809980945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9002760" y="1082640"/>
                  <a:ext cx="2145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1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99F91339-3ECF-0128-1559-49163AF1C338}"/>
                    </a:ext>
                  </a:extLst>
                </p14:cNvPr>
                <p14:cNvContentPartPr/>
                <p14:nvPr/>
              </p14:nvContentPartPr>
              <p14:xfrm>
                <a:off x="9080160" y="1243200"/>
                <a:ext cx="161640" cy="9144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99F91339-3ECF-0128-1559-49163AF1C338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9062520" y="1225200"/>
                  <a:ext cx="1972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3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B3026D3D-5E1C-467C-2231-42718512720E}"/>
                    </a:ext>
                  </a:extLst>
                </p14:cNvPr>
                <p14:cNvContentPartPr/>
                <p14:nvPr/>
              </p14:nvContentPartPr>
              <p14:xfrm>
                <a:off x="8931480" y="978600"/>
                <a:ext cx="731880" cy="66096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B3026D3D-5E1C-467C-2231-42718512720E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8913840" y="960600"/>
                  <a:ext cx="767520" cy="69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5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6493D394-4DD9-ACAC-0C6B-7F1848A42AE5}"/>
                    </a:ext>
                  </a:extLst>
                </p14:cNvPr>
                <p14:cNvContentPartPr/>
                <p14:nvPr/>
              </p14:nvContentPartPr>
              <p14:xfrm>
                <a:off x="8480040" y="265080"/>
                <a:ext cx="95760" cy="9432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6493D394-4DD9-ACAC-0C6B-7F1848A42AE5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8462400" y="247080"/>
                  <a:ext cx="1314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7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99AEC274-98A9-32A7-BB65-7DEDC4D184A5}"/>
                    </a:ext>
                  </a:extLst>
                </p14:cNvPr>
                <p14:cNvContentPartPr/>
                <p14:nvPr/>
              </p14:nvContentPartPr>
              <p14:xfrm>
                <a:off x="8488680" y="104880"/>
                <a:ext cx="12960" cy="3348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99AEC274-98A9-32A7-BB65-7DEDC4D184A5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8470680" y="86880"/>
                  <a:ext cx="486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9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E9B949B2-27CB-C2B2-3DA3-B5D01995E8E3}"/>
                    </a:ext>
                  </a:extLst>
                </p14:cNvPr>
                <p14:cNvContentPartPr/>
                <p14:nvPr/>
              </p14:nvContentPartPr>
              <p14:xfrm>
                <a:off x="8615040" y="269760"/>
                <a:ext cx="58680" cy="8280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E9B949B2-27CB-C2B2-3DA3-B5D01995E8E3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8597400" y="252120"/>
                  <a:ext cx="943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1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C39067BB-3374-41E9-EEAF-F3336ED6C5A5}"/>
                    </a:ext>
                  </a:extLst>
                </p14:cNvPr>
                <p14:cNvContentPartPr/>
                <p14:nvPr/>
              </p14:nvContentPartPr>
              <p14:xfrm>
                <a:off x="8644560" y="251040"/>
                <a:ext cx="168480" cy="7956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C39067BB-3374-41E9-EEAF-F3336ED6C5A5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8626920" y="233040"/>
                  <a:ext cx="2041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3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ACBEA00F-397E-4252-38CC-0E7F4F9C2CDD}"/>
                    </a:ext>
                  </a:extLst>
                </p14:cNvPr>
                <p14:cNvContentPartPr/>
                <p14:nvPr/>
              </p14:nvContentPartPr>
              <p14:xfrm>
                <a:off x="8864160" y="138720"/>
                <a:ext cx="51480" cy="13536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ACBEA00F-397E-4252-38CC-0E7F4F9C2CDD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8846160" y="120720"/>
                  <a:ext cx="871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5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D5C7B625-0C75-2364-8B5A-635B28777DE0}"/>
                    </a:ext>
                  </a:extLst>
                </p14:cNvPr>
                <p14:cNvContentPartPr/>
                <p14:nvPr/>
              </p14:nvContentPartPr>
              <p14:xfrm>
                <a:off x="8880360" y="149160"/>
                <a:ext cx="71640" cy="9288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D5C7B625-0C75-2364-8B5A-635B28777DE0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8862720" y="131520"/>
                  <a:ext cx="10728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7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DD22FE6D-96AA-BF89-8378-0F53A957CC96}"/>
                    </a:ext>
                  </a:extLst>
                </p14:cNvPr>
                <p14:cNvContentPartPr/>
                <p14:nvPr/>
              </p14:nvContentPartPr>
              <p14:xfrm>
                <a:off x="9285360" y="1001280"/>
                <a:ext cx="86760" cy="8856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DD22FE6D-96AA-BF89-8378-0F53A957CC96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9267720" y="983280"/>
                  <a:ext cx="1224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9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DD49F2DE-E3CD-E158-D5AB-0EC1E13F7F07}"/>
                    </a:ext>
                  </a:extLst>
                </p14:cNvPr>
                <p14:cNvContentPartPr/>
                <p14:nvPr/>
              </p14:nvContentPartPr>
              <p14:xfrm>
                <a:off x="9284640" y="868080"/>
                <a:ext cx="15480" cy="1368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DD49F2DE-E3CD-E158-D5AB-0EC1E13F7F07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9267000" y="850080"/>
                  <a:ext cx="511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1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A2539FC2-29CD-A352-A0F0-847B732FC2B1}"/>
                    </a:ext>
                  </a:extLst>
                </p14:cNvPr>
                <p14:cNvContentPartPr/>
                <p14:nvPr/>
              </p14:nvContentPartPr>
              <p14:xfrm>
                <a:off x="9400200" y="945480"/>
                <a:ext cx="74160" cy="6300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A2539FC2-29CD-A352-A0F0-847B732FC2B1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9382200" y="927840"/>
                  <a:ext cx="1098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3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5B2C3E6B-B86D-3274-E52F-01CC4878410B}"/>
                    </a:ext>
                  </a:extLst>
                </p14:cNvPr>
                <p14:cNvContentPartPr/>
                <p14:nvPr/>
              </p14:nvContentPartPr>
              <p14:xfrm>
                <a:off x="9423240" y="939000"/>
                <a:ext cx="86760" cy="10008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5B2C3E6B-B86D-3274-E52F-01CC4878410B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9405600" y="921000"/>
                  <a:ext cx="1224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5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CD8D3CE1-7D36-D636-61FD-F974EF003930}"/>
                    </a:ext>
                  </a:extLst>
                </p14:cNvPr>
                <p14:cNvContentPartPr/>
                <p14:nvPr/>
              </p14:nvContentPartPr>
              <p14:xfrm>
                <a:off x="9533760" y="913800"/>
                <a:ext cx="66960" cy="4788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CD8D3CE1-7D36-D636-61FD-F974EF003930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9516120" y="896160"/>
                  <a:ext cx="1026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7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93508CDC-DF48-46E5-F970-186416746463}"/>
                    </a:ext>
                  </a:extLst>
                </p14:cNvPr>
                <p14:cNvContentPartPr/>
                <p14:nvPr/>
              </p14:nvContentPartPr>
              <p14:xfrm>
                <a:off x="9612960" y="814440"/>
                <a:ext cx="60120" cy="10800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93508CDC-DF48-46E5-F970-186416746463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9594960" y="796800"/>
                  <a:ext cx="957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9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8D4D0952-8192-A61D-B3BB-DB65451C3653}"/>
                    </a:ext>
                  </a:extLst>
                </p14:cNvPr>
                <p14:cNvContentPartPr/>
                <p14:nvPr/>
              </p14:nvContentPartPr>
              <p14:xfrm>
                <a:off x="9634920" y="819840"/>
                <a:ext cx="99360" cy="9576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8D4D0952-8192-A61D-B3BB-DB65451C3653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9617280" y="801840"/>
                  <a:ext cx="135000" cy="131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722776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CA863-8724-5045-F948-37EEB10DC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Touchpad – Network 2 in the demo 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26A26-5204-BCE3-E2BC-9E53052E72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31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14:cNvPr>
              <p14:cNvContentPartPr/>
              <p14:nvPr/>
            </p14:nvContentPartPr>
            <p14:xfrm>
              <a:off x="3171694" y="2166010"/>
              <a:ext cx="42480" cy="19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53694" y="2148010"/>
                <a:ext cx="78120" cy="5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A19A1EB9-876F-2886-1552-BD1628488384}"/>
              </a:ext>
            </a:extLst>
          </p:cNvPr>
          <p:cNvGrpSpPr/>
          <p:nvPr/>
        </p:nvGrpSpPr>
        <p:grpSpPr>
          <a:xfrm>
            <a:off x="2081614" y="1187170"/>
            <a:ext cx="6540840" cy="4528440"/>
            <a:chOff x="2081614" y="1187170"/>
            <a:chExt cx="6540840" cy="452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14:cNvPr>
                <p14:cNvContentPartPr/>
                <p14:nvPr/>
              </p14:nvContentPartPr>
              <p14:xfrm>
                <a:off x="3152254" y="1989610"/>
                <a:ext cx="1321560" cy="270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34254" y="1971610"/>
                  <a:ext cx="13572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14:cNvPr>
                <p14:cNvContentPartPr/>
                <p14:nvPr/>
              </p14:nvContentPartPr>
              <p14:xfrm>
                <a:off x="4469854" y="2020210"/>
                <a:ext cx="104760" cy="137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51854" y="2002210"/>
                  <a:ext cx="1404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14:cNvPr>
                <p14:cNvContentPartPr/>
                <p14:nvPr/>
              </p14:nvContentPartPr>
              <p14:xfrm>
                <a:off x="4542574" y="2063770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24574" y="20457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14:cNvPr>
                <p14:cNvContentPartPr/>
                <p14:nvPr/>
              </p14:nvContentPartPr>
              <p14:xfrm>
                <a:off x="4522414" y="2050090"/>
                <a:ext cx="60120" cy="104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04414" y="2032152"/>
                  <a:ext cx="95760" cy="1395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14:cNvPr>
                <p14:cNvContentPartPr/>
                <p14:nvPr/>
              </p14:nvContentPartPr>
              <p14:xfrm>
                <a:off x="4564534" y="1980970"/>
                <a:ext cx="912240" cy="176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46527" y="1963007"/>
                  <a:ext cx="947894" cy="2123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14:cNvPr>
                <p14:cNvContentPartPr/>
                <p14:nvPr/>
              </p14:nvContentPartPr>
              <p14:xfrm>
                <a:off x="5525374" y="2046850"/>
                <a:ext cx="826920" cy="70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507374" y="2028850"/>
                  <a:ext cx="8625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14:cNvPr>
                <p14:cNvContentPartPr/>
                <p14:nvPr/>
              </p14:nvContentPartPr>
              <p14:xfrm>
                <a:off x="3123454" y="2164210"/>
                <a:ext cx="62280" cy="601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05454" y="2146210"/>
                  <a:ext cx="9792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14:cNvPr>
                <p14:cNvContentPartPr/>
                <p14:nvPr/>
              </p14:nvContentPartPr>
              <p14:xfrm>
                <a:off x="3097894" y="2810770"/>
                <a:ext cx="225720" cy="424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79894" y="2792770"/>
                  <a:ext cx="26136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14:cNvPr>
                <p14:cNvContentPartPr/>
                <p14:nvPr/>
              </p14:nvContentPartPr>
              <p14:xfrm>
                <a:off x="3215614" y="3256450"/>
                <a:ext cx="56520" cy="432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97614" y="3238450"/>
                  <a:ext cx="9216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14:cNvPr>
                <p14:cNvContentPartPr/>
                <p14:nvPr/>
              </p14:nvContentPartPr>
              <p14:xfrm>
                <a:off x="3242974" y="3555250"/>
                <a:ext cx="955440" cy="177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24974" y="3537250"/>
                  <a:ext cx="9910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14:cNvPr>
                <p14:cNvContentPartPr/>
                <p14:nvPr/>
              </p14:nvContentPartPr>
              <p14:xfrm>
                <a:off x="4176094" y="3643090"/>
                <a:ext cx="495720" cy="66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58107" y="3625090"/>
                  <a:ext cx="531334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14:cNvPr>
                <p14:cNvContentPartPr/>
                <p14:nvPr/>
              </p14:nvContentPartPr>
              <p14:xfrm>
                <a:off x="4570294" y="2076730"/>
                <a:ext cx="18000" cy="474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52294" y="2058730"/>
                  <a:ext cx="5364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14:cNvPr>
                <p14:cNvContentPartPr/>
                <p14:nvPr/>
              </p14:nvContentPartPr>
              <p14:xfrm>
                <a:off x="4574974" y="2596930"/>
                <a:ext cx="177480" cy="307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56974" y="2578930"/>
                  <a:ext cx="21312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14:cNvPr>
                <p14:cNvContentPartPr/>
                <p14:nvPr/>
              </p14:nvContentPartPr>
              <p14:xfrm>
                <a:off x="4720414" y="2940010"/>
                <a:ext cx="35640" cy="678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02414" y="2922010"/>
                  <a:ext cx="71280" cy="71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14:cNvPr>
                <p14:cNvContentPartPr/>
                <p14:nvPr/>
              </p14:nvContentPartPr>
              <p14:xfrm>
                <a:off x="4662094" y="3553450"/>
                <a:ext cx="1118880" cy="209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44094" y="3535450"/>
                  <a:ext cx="11545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14:cNvPr>
                <p14:cNvContentPartPr/>
                <p14:nvPr/>
              </p14:nvContentPartPr>
              <p14:xfrm>
                <a:off x="5833534" y="3624370"/>
                <a:ext cx="495720" cy="16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15521" y="3606753"/>
                  <a:ext cx="531386" cy="51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14:cNvPr>
                <p14:cNvContentPartPr/>
                <p14:nvPr/>
              </p14:nvContentPartPr>
              <p14:xfrm>
                <a:off x="6282094" y="2034970"/>
                <a:ext cx="98280" cy="620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64094" y="2016980"/>
                  <a:ext cx="133920" cy="6562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14:cNvPr>
                <p14:cNvContentPartPr/>
                <p14:nvPr/>
              </p14:nvContentPartPr>
              <p14:xfrm>
                <a:off x="6286054" y="2679370"/>
                <a:ext cx="220320" cy="974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268054" y="2661370"/>
                  <a:ext cx="255960" cy="10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14:cNvPr>
                <p14:cNvContentPartPr/>
                <p14:nvPr/>
              </p14:nvContentPartPr>
              <p14:xfrm>
                <a:off x="3208774" y="3739570"/>
                <a:ext cx="38160" cy="662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90774" y="3721570"/>
                  <a:ext cx="73800" cy="69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14:cNvPr>
                <p14:cNvContentPartPr/>
                <p14:nvPr/>
              </p14:nvContentPartPr>
              <p14:xfrm>
                <a:off x="3194374" y="4416730"/>
                <a:ext cx="160920" cy="880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76374" y="4398730"/>
                  <a:ext cx="196560" cy="9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14:cNvPr>
                <p14:cNvContentPartPr/>
                <p14:nvPr/>
              </p14:nvContentPartPr>
              <p14:xfrm>
                <a:off x="4745614" y="3679450"/>
                <a:ext cx="26280" cy="541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27614" y="3661450"/>
                  <a:ext cx="6192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14:cNvPr>
                <p14:cNvContentPartPr/>
                <p14:nvPr/>
              </p14:nvContentPartPr>
              <p14:xfrm>
                <a:off x="4683334" y="4193890"/>
                <a:ext cx="180720" cy="361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65334" y="4175890"/>
                  <a:ext cx="21636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14:cNvPr>
                <p14:cNvContentPartPr/>
                <p14:nvPr/>
              </p14:nvContentPartPr>
              <p14:xfrm>
                <a:off x="4780534" y="4542370"/>
                <a:ext cx="51120" cy="677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62534" y="4524380"/>
                  <a:ext cx="86760" cy="7135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14:cNvPr>
                <p14:cNvContentPartPr/>
                <p14:nvPr/>
              </p14:nvContentPartPr>
              <p14:xfrm>
                <a:off x="3289414" y="5214850"/>
                <a:ext cx="865440" cy="164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71414" y="5196889"/>
                  <a:ext cx="901080" cy="200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14:cNvPr>
                <p14:cNvContentPartPr/>
                <p14:nvPr/>
              </p14:nvContentPartPr>
              <p14:xfrm>
                <a:off x="4198414" y="5226010"/>
                <a:ext cx="642600" cy="80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180414" y="5208090"/>
                  <a:ext cx="678240" cy="1161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14:cNvPr>
                <p14:cNvContentPartPr/>
                <p14:nvPr/>
              </p14:nvContentPartPr>
              <p14:xfrm>
                <a:off x="4911214" y="5098570"/>
                <a:ext cx="984960" cy="137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93221" y="5080570"/>
                  <a:ext cx="1020587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14:cNvPr>
                <p14:cNvContentPartPr/>
                <p14:nvPr/>
              </p14:nvContentPartPr>
              <p14:xfrm>
                <a:off x="5905534" y="5143570"/>
                <a:ext cx="605880" cy="51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887534" y="5125444"/>
                  <a:ext cx="641520" cy="877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14:cNvPr>
                <p14:cNvContentPartPr/>
                <p14:nvPr/>
              </p14:nvContentPartPr>
              <p14:xfrm>
                <a:off x="6391894" y="3657130"/>
                <a:ext cx="88560" cy="640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373821" y="3639130"/>
                  <a:ext cx="124345" cy="67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14:cNvPr>
                <p14:cNvContentPartPr/>
                <p14:nvPr/>
              </p14:nvContentPartPr>
              <p14:xfrm>
                <a:off x="6445894" y="4278490"/>
                <a:ext cx="171720" cy="253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427894" y="4260464"/>
                  <a:ext cx="207360" cy="2894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14:cNvPr>
                <p14:cNvContentPartPr/>
                <p14:nvPr/>
              </p14:nvContentPartPr>
              <p14:xfrm>
                <a:off x="6540574" y="4547410"/>
                <a:ext cx="51120" cy="689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522446" y="4529401"/>
                  <a:ext cx="87013" cy="7254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14:cNvPr>
                <p14:cNvContentPartPr/>
                <p14:nvPr/>
              </p14:nvContentPartPr>
              <p14:xfrm>
                <a:off x="2831494" y="1844890"/>
                <a:ext cx="344520" cy="362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813494" y="1826872"/>
                  <a:ext cx="380160" cy="3981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14:cNvPr>
                <p14:cNvContentPartPr/>
                <p14:nvPr/>
              </p14:nvContentPartPr>
              <p14:xfrm>
                <a:off x="2388334" y="1492450"/>
                <a:ext cx="664200" cy="651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70334" y="1474450"/>
                  <a:ext cx="699840" cy="68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14:cNvPr>
                <p14:cNvContentPartPr/>
                <p14:nvPr/>
              </p14:nvContentPartPr>
              <p14:xfrm>
                <a:off x="2081614" y="1436290"/>
                <a:ext cx="318240" cy="273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063614" y="1418290"/>
                  <a:ext cx="3538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14:cNvPr>
                <p14:cNvContentPartPr/>
                <p14:nvPr/>
              </p14:nvContentPartPr>
              <p14:xfrm>
                <a:off x="2475094" y="1487770"/>
                <a:ext cx="33480" cy="46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457094" y="1469770"/>
                  <a:ext cx="691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14:cNvPr>
                <p14:cNvContentPartPr/>
                <p14:nvPr/>
              </p14:nvContentPartPr>
              <p14:xfrm>
                <a:off x="2572294" y="1319290"/>
                <a:ext cx="146880" cy="212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554250" y="1301259"/>
                  <a:ext cx="182608" cy="2477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14:cNvPr>
                <p14:cNvContentPartPr/>
                <p14:nvPr/>
              </p14:nvContentPartPr>
              <p14:xfrm>
                <a:off x="2815294" y="1187170"/>
                <a:ext cx="173160" cy="215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97294" y="1169170"/>
                  <a:ext cx="2088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14:cNvPr>
                <p14:cNvContentPartPr/>
                <p14:nvPr/>
              </p14:nvContentPartPr>
              <p14:xfrm>
                <a:off x="6540214" y="5132410"/>
                <a:ext cx="600120" cy="292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522203" y="5114410"/>
                  <a:ext cx="635781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14:cNvPr>
                <p14:cNvContentPartPr/>
                <p14:nvPr/>
              </p14:nvContentPartPr>
              <p14:xfrm>
                <a:off x="7011454" y="5214130"/>
                <a:ext cx="316440" cy="501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93474" y="5196130"/>
                  <a:ext cx="35204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14:cNvPr>
                <p14:cNvContentPartPr/>
                <p14:nvPr/>
              </p14:nvContentPartPr>
              <p14:xfrm>
                <a:off x="7105774" y="5322130"/>
                <a:ext cx="362520" cy="338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087774" y="5304130"/>
                  <a:ext cx="39816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14:cNvPr>
                <p14:cNvContentPartPr/>
                <p14:nvPr/>
              </p14:nvContentPartPr>
              <p14:xfrm>
                <a:off x="7730734" y="5305570"/>
                <a:ext cx="277200" cy="335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712734" y="5287570"/>
                  <a:ext cx="3128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14:cNvPr>
                <p14:cNvContentPartPr/>
                <p14:nvPr/>
              </p14:nvContentPartPr>
              <p14:xfrm>
                <a:off x="8089294" y="5407090"/>
                <a:ext cx="25200" cy="235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071294" y="5389117"/>
                  <a:ext cx="60840" cy="2710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14:cNvPr>
                <p14:cNvContentPartPr/>
                <p14:nvPr/>
              </p14:nvContentPartPr>
              <p14:xfrm>
                <a:off x="8091454" y="5321410"/>
                <a:ext cx="264240" cy="212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073454" y="5303410"/>
                  <a:ext cx="2998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14:cNvPr>
                <p14:cNvContentPartPr/>
                <p14:nvPr/>
              </p14:nvContentPartPr>
              <p14:xfrm>
                <a:off x="8465854" y="5323210"/>
                <a:ext cx="36360" cy="225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447854" y="5305181"/>
                  <a:ext cx="72000" cy="2614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14:cNvPr>
                <p14:cNvContentPartPr/>
                <p14:nvPr/>
              </p14:nvContentPartPr>
              <p14:xfrm>
                <a:off x="8488534" y="5327170"/>
                <a:ext cx="133920" cy="243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470582" y="5309170"/>
                  <a:ext cx="169464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67BD6FB-F6D5-4670-181B-A07B6C433560}"/>
              </a:ext>
            </a:extLst>
          </p:cNvPr>
          <p:cNvGrpSpPr/>
          <p:nvPr/>
        </p:nvGrpSpPr>
        <p:grpSpPr>
          <a:xfrm>
            <a:off x="2490214" y="2894290"/>
            <a:ext cx="357120" cy="313200"/>
            <a:chOff x="2490214" y="2894290"/>
            <a:chExt cx="357120" cy="31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14:cNvPr>
                <p14:cNvContentPartPr/>
                <p14:nvPr/>
              </p14:nvContentPartPr>
              <p14:xfrm>
                <a:off x="2527294" y="2894290"/>
                <a:ext cx="24840" cy="313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509294" y="2876290"/>
                  <a:ext cx="6048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14:cNvPr>
                <p14:cNvContentPartPr/>
                <p14:nvPr/>
              </p14:nvContentPartPr>
              <p14:xfrm>
                <a:off x="2490214" y="2904730"/>
                <a:ext cx="285120" cy="168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472214" y="2886730"/>
                  <a:ext cx="3207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14:cNvPr>
                <p14:cNvContentPartPr/>
                <p14:nvPr/>
              </p14:nvContentPartPr>
              <p14:xfrm>
                <a:off x="2829334" y="2975290"/>
                <a:ext cx="18000" cy="166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811334" y="2957290"/>
                  <a:ext cx="5364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CA155A4-AEFE-F774-FDB7-F219A780DA83}"/>
              </a:ext>
            </a:extLst>
          </p:cNvPr>
          <p:cNvGrpSpPr/>
          <p:nvPr/>
        </p:nvGrpSpPr>
        <p:grpSpPr>
          <a:xfrm>
            <a:off x="2601454" y="4453450"/>
            <a:ext cx="333720" cy="289080"/>
            <a:chOff x="2601454" y="4453450"/>
            <a:chExt cx="3337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14:cNvPr>
                <p14:cNvContentPartPr/>
                <p14:nvPr/>
              </p14:nvContentPartPr>
              <p14:xfrm>
                <a:off x="2613694" y="4483330"/>
                <a:ext cx="27000" cy="259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595694" y="4465330"/>
                  <a:ext cx="626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14:cNvPr>
                <p14:cNvContentPartPr/>
                <p14:nvPr/>
              </p14:nvContentPartPr>
              <p14:xfrm>
                <a:off x="2601454" y="4453450"/>
                <a:ext cx="148680" cy="178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583454" y="4435450"/>
                  <a:ext cx="1843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14:cNvPr>
                <p14:cNvContentPartPr/>
                <p14:nvPr/>
              </p14:nvContentPartPr>
              <p14:xfrm>
                <a:off x="2854894" y="4581250"/>
                <a:ext cx="80280" cy="110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836813" y="4563250"/>
                  <a:ext cx="116081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E367ABE-30AD-F828-6414-2DF29E568548}"/>
              </a:ext>
            </a:extLst>
          </p:cNvPr>
          <p:cNvGrpSpPr/>
          <p:nvPr/>
        </p:nvGrpSpPr>
        <p:grpSpPr>
          <a:xfrm>
            <a:off x="3644734" y="1573810"/>
            <a:ext cx="411120" cy="248760"/>
            <a:chOff x="3644734" y="1573810"/>
            <a:chExt cx="411120" cy="24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14:cNvPr>
                <p14:cNvContentPartPr/>
                <p14:nvPr/>
              </p14:nvContentPartPr>
              <p14:xfrm>
                <a:off x="3644734" y="1585330"/>
                <a:ext cx="24840" cy="237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626469" y="1567303"/>
                  <a:ext cx="61004" cy="2729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14:cNvPr>
                <p14:cNvContentPartPr/>
                <p14:nvPr/>
              </p14:nvContentPartPr>
              <p14:xfrm>
                <a:off x="3654094" y="1573810"/>
                <a:ext cx="173160" cy="149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636094" y="1555767"/>
                  <a:ext cx="208800" cy="1854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14:cNvPr>
                <p14:cNvContentPartPr/>
                <p14:nvPr/>
              </p14:nvContentPartPr>
              <p14:xfrm>
                <a:off x="3915814" y="1660210"/>
                <a:ext cx="140040" cy="162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897860" y="1642170"/>
                  <a:ext cx="175589" cy="19807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BCD5526-7242-27CD-4FFB-35749C778D91}"/>
              </a:ext>
            </a:extLst>
          </p:cNvPr>
          <p:cNvGrpSpPr/>
          <p:nvPr/>
        </p:nvGrpSpPr>
        <p:grpSpPr>
          <a:xfrm>
            <a:off x="3765694" y="3200290"/>
            <a:ext cx="369720" cy="270360"/>
            <a:chOff x="3765694" y="3200290"/>
            <a:chExt cx="369720" cy="27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14:cNvPr>
                <p14:cNvContentPartPr/>
                <p14:nvPr/>
              </p14:nvContentPartPr>
              <p14:xfrm>
                <a:off x="3765694" y="3220090"/>
                <a:ext cx="15480" cy="2505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747694" y="3202090"/>
                  <a:ext cx="511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14:cNvPr>
                <p14:cNvContentPartPr/>
                <p14:nvPr/>
              </p14:nvContentPartPr>
              <p14:xfrm>
                <a:off x="3774694" y="3200290"/>
                <a:ext cx="170280" cy="182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756732" y="3182325"/>
                  <a:ext cx="205845" cy="2184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14:cNvPr>
                <p14:cNvContentPartPr/>
                <p14:nvPr/>
              </p14:nvContentPartPr>
              <p14:xfrm>
                <a:off x="4058374" y="3253210"/>
                <a:ext cx="77040" cy="140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040458" y="3235210"/>
                  <a:ext cx="112514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14:cNvPr>
                <p14:cNvContentPartPr/>
                <p14:nvPr/>
              </p14:nvContentPartPr>
              <p14:xfrm>
                <a:off x="4130374" y="3313690"/>
                <a:ext cx="3960" cy="1519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110574" y="3295690"/>
                  <a:ext cx="43164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74C423A-754D-8BC8-4E2B-D3DF2BB13F44}"/>
              </a:ext>
            </a:extLst>
          </p:cNvPr>
          <p:cNvGrpSpPr/>
          <p:nvPr/>
        </p:nvGrpSpPr>
        <p:grpSpPr>
          <a:xfrm>
            <a:off x="3815734" y="4785730"/>
            <a:ext cx="366120" cy="289080"/>
            <a:chOff x="3815734" y="4785730"/>
            <a:chExt cx="3661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14:cNvPr>
                <p14:cNvContentPartPr/>
                <p14:nvPr/>
              </p14:nvContentPartPr>
              <p14:xfrm>
                <a:off x="3815734" y="4837210"/>
                <a:ext cx="53280" cy="237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797734" y="4819210"/>
                  <a:ext cx="889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14:cNvPr>
                <p14:cNvContentPartPr/>
                <p14:nvPr/>
              </p14:nvContentPartPr>
              <p14:xfrm>
                <a:off x="3842014" y="4785730"/>
                <a:ext cx="98640" cy="182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824014" y="4767730"/>
                  <a:ext cx="1342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14:cNvPr>
                <p14:cNvContentPartPr/>
                <p14:nvPr/>
              </p14:nvContentPartPr>
              <p14:xfrm>
                <a:off x="4047574" y="4880050"/>
                <a:ext cx="134280" cy="43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029574" y="4861901"/>
                  <a:ext cx="169920" cy="798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14:cNvPr>
                <p14:cNvContentPartPr/>
                <p14:nvPr/>
              </p14:nvContentPartPr>
              <p14:xfrm>
                <a:off x="4076014" y="4895170"/>
                <a:ext cx="61560" cy="148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057908" y="4877126"/>
                  <a:ext cx="97410" cy="184047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14:cNvPr>
              <p14:cNvContentPartPr/>
              <p14:nvPr/>
            </p14:nvContentPartPr>
            <p14:xfrm>
              <a:off x="5194534" y="1460770"/>
              <a:ext cx="3960" cy="900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176534" y="1443462"/>
                <a:ext cx="39600" cy="43269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73B7A16A-9A1B-7839-410E-B039093371B4}"/>
              </a:ext>
            </a:extLst>
          </p:cNvPr>
          <p:cNvGrpSpPr/>
          <p:nvPr/>
        </p:nvGrpSpPr>
        <p:grpSpPr>
          <a:xfrm>
            <a:off x="4125694" y="2641210"/>
            <a:ext cx="381240" cy="218160"/>
            <a:chOff x="4125694" y="2641210"/>
            <a:chExt cx="381240" cy="21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14:cNvPr>
                <p14:cNvContentPartPr/>
                <p14:nvPr/>
              </p14:nvContentPartPr>
              <p14:xfrm>
                <a:off x="4166014" y="2670370"/>
                <a:ext cx="360" cy="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148014" y="26523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14:cNvPr>
                <p14:cNvContentPartPr/>
                <p14:nvPr/>
              </p14:nvContentPartPr>
              <p14:xfrm>
                <a:off x="4140094" y="2661010"/>
                <a:ext cx="83520" cy="179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122016" y="2642974"/>
                  <a:ext cx="119314" cy="2153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14:cNvPr>
                <p14:cNvContentPartPr/>
                <p14:nvPr/>
              </p14:nvContentPartPr>
              <p14:xfrm>
                <a:off x="4125694" y="2641210"/>
                <a:ext cx="248760" cy="1213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107720" y="2623156"/>
                  <a:ext cx="284348" cy="1570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14:cNvPr>
                <p14:cNvContentPartPr/>
                <p14:nvPr/>
              </p14:nvContentPartPr>
              <p14:xfrm>
                <a:off x="4406494" y="2689810"/>
                <a:ext cx="100440" cy="1695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388494" y="2671810"/>
                  <a:ext cx="13608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BC5A7A0-859E-9016-C872-1F358953159B}"/>
              </a:ext>
            </a:extLst>
          </p:cNvPr>
          <p:cNvGrpSpPr/>
          <p:nvPr/>
        </p:nvGrpSpPr>
        <p:grpSpPr>
          <a:xfrm>
            <a:off x="4315774" y="4301170"/>
            <a:ext cx="356400" cy="290160"/>
            <a:chOff x="4315774" y="4301170"/>
            <a:chExt cx="356400" cy="29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14:cNvPr>
                <p14:cNvContentPartPr/>
                <p14:nvPr/>
              </p14:nvContentPartPr>
              <p14:xfrm>
                <a:off x="4337734" y="4362730"/>
                <a:ext cx="40680" cy="1846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319734" y="4344730"/>
                  <a:ext cx="763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14:cNvPr>
                <p14:cNvContentPartPr/>
                <p14:nvPr/>
              </p14:nvContentPartPr>
              <p14:xfrm>
                <a:off x="4315774" y="4301170"/>
                <a:ext cx="187560" cy="168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297774" y="4283208"/>
                  <a:ext cx="223200" cy="2036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14:cNvPr>
                <p14:cNvContentPartPr/>
                <p14:nvPr/>
              </p14:nvContentPartPr>
              <p14:xfrm>
                <a:off x="4528894" y="4395850"/>
                <a:ext cx="140760" cy="1954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510894" y="4377850"/>
                  <a:ext cx="1764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14:cNvPr>
                <p14:cNvContentPartPr/>
                <p14:nvPr/>
              </p14:nvContentPartPr>
              <p14:xfrm>
                <a:off x="4565254" y="4491970"/>
                <a:ext cx="106920" cy="66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547254" y="4473970"/>
                  <a:ext cx="14256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A267B977-BCBD-FA1A-695B-24070506CED2}"/>
              </a:ext>
            </a:extLst>
          </p:cNvPr>
          <p:cNvGrpSpPr/>
          <p:nvPr/>
        </p:nvGrpSpPr>
        <p:grpSpPr>
          <a:xfrm>
            <a:off x="5195254" y="1475890"/>
            <a:ext cx="539280" cy="308160"/>
            <a:chOff x="5195254" y="1475890"/>
            <a:chExt cx="539280" cy="30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14:cNvPr>
                <p14:cNvContentPartPr/>
                <p14:nvPr/>
              </p14:nvContentPartPr>
              <p14:xfrm>
                <a:off x="5195254" y="1475890"/>
                <a:ext cx="60120" cy="2577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177254" y="1457890"/>
                  <a:ext cx="957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14:cNvPr>
                <p14:cNvContentPartPr/>
                <p14:nvPr/>
              </p14:nvContentPartPr>
              <p14:xfrm>
                <a:off x="5204254" y="1492810"/>
                <a:ext cx="215280" cy="1839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186254" y="1474810"/>
                  <a:ext cx="2509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14:cNvPr>
                <p14:cNvContentPartPr/>
                <p14:nvPr/>
              </p14:nvContentPartPr>
              <p14:xfrm>
                <a:off x="5542294" y="1617730"/>
                <a:ext cx="192240" cy="166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524294" y="1599730"/>
                  <a:ext cx="22788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7BB53F9E-8B66-5A8B-C4F6-12F85559E00D}"/>
              </a:ext>
            </a:extLst>
          </p:cNvPr>
          <p:cNvGrpSpPr/>
          <p:nvPr/>
        </p:nvGrpSpPr>
        <p:grpSpPr>
          <a:xfrm>
            <a:off x="5369134" y="3129730"/>
            <a:ext cx="420120" cy="258480"/>
            <a:chOff x="5369134" y="3129730"/>
            <a:chExt cx="420120" cy="25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14:cNvPr>
                <p14:cNvContentPartPr/>
                <p14:nvPr/>
              </p14:nvContentPartPr>
              <p14:xfrm>
                <a:off x="5372014" y="3191650"/>
                <a:ext cx="50040" cy="1965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354014" y="3173683"/>
                  <a:ext cx="85680" cy="2321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14:cNvPr>
                <p14:cNvContentPartPr/>
                <p14:nvPr/>
              </p14:nvContentPartPr>
              <p14:xfrm>
                <a:off x="5369134" y="3129730"/>
                <a:ext cx="174960" cy="134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351097" y="3111730"/>
                  <a:ext cx="210673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14:cNvPr>
                <p14:cNvContentPartPr/>
                <p14:nvPr/>
              </p14:nvContentPartPr>
              <p14:xfrm>
                <a:off x="5651014" y="3200650"/>
                <a:ext cx="138240" cy="1159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633061" y="3182706"/>
                  <a:ext cx="173787" cy="15145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4A2024D-64E5-82A3-1C98-F4CCFA60A369}"/>
              </a:ext>
            </a:extLst>
          </p:cNvPr>
          <p:cNvGrpSpPr/>
          <p:nvPr/>
        </p:nvGrpSpPr>
        <p:grpSpPr>
          <a:xfrm>
            <a:off x="5576494" y="4614730"/>
            <a:ext cx="498600" cy="306000"/>
            <a:chOff x="5576494" y="4614730"/>
            <a:chExt cx="498600" cy="30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14:cNvPr>
                <p14:cNvContentPartPr/>
                <p14:nvPr/>
              </p14:nvContentPartPr>
              <p14:xfrm>
                <a:off x="5587654" y="4698610"/>
                <a:ext cx="55800" cy="1515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569537" y="4680653"/>
                  <a:ext cx="91671" cy="1871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14:cNvPr>
                <p14:cNvContentPartPr/>
                <p14:nvPr/>
              </p14:nvContentPartPr>
              <p14:xfrm>
                <a:off x="5576494" y="4614730"/>
                <a:ext cx="111600" cy="95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558552" y="4596730"/>
                  <a:ext cx="147125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14:cNvPr>
                <p14:cNvContentPartPr/>
                <p14:nvPr/>
              </p14:nvContentPartPr>
              <p14:xfrm>
                <a:off x="5603494" y="4687810"/>
                <a:ext cx="200880" cy="669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585526" y="4669713"/>
                  <a:ext cx="236456" cy="1027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14:cNvPr>
                <p14:cNvContentPartPr/>
                <p14:nvPr/>
              </p14:nvContentPartPr>
              <p14:xfrm>
                <a:off x="5864494" y="4770250"/>
                <a:ext cx="34920" cy="1504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846494" y="4752207"/>
                  <a:ext cx="70560" cy="1862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14:cNvPr>
                <p14:cNvContentPartPr/>
                <p14:nvPr/>
              </p14:nvContentPartPr>
              <p14:xfrm>
                <a:off x="5938654" y="4737850"/>
                <a:ext cx="136440" cy="144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920654" y="4719850"/>
                  <a:ext cx="17208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B2BCBCA4-9864-AA23-AB1E-2FBF34C83374}"/>
              </a:ext>
            </a:extLst>
          </p:cNvPr>
          <p:cNvGrpSpPr/>
          <p:nvPr/>
        </p:nvGrpSpPr>
        <p:grpSpPr>
          <a:xfrm>
            <a:off x="6770254" y="2677210"/>
            <a:ext cx="389160" cy="259560"/>
            <a:chOff x="6770254" y="2677210"/>
            <a:chExt cx="389160" cy="25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14:cNvPr>
                <p14:cNvContentPartPr/>
                <p14:nvPr/>
              </p14:nvContentPartPr>
              <p14:xfrm>
                <a:off x="6774934" y="2710690"/>
                <a:ext cx="77040" cy="2260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756934" y="2692690"/>
                  <a:ext cx="1126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14:cNvPr>
                <p14:cNvContentPartPr/>
                <p14:nvPr/>
              </p14:nvContentPartPr>
              <p14:xfrm>
                <a:off x="6770254" y="2677210"/>
                <a:ext cx="185040" cy="118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752254" y="2659210"/>
                  <a:ext cx="2206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14:cNvPr>
                <p14:cNvContentPartPr/>
                <p14:nvPr/>
              </p14:nvContentPartPr>
              <p14:xfrm>
                <a:off x="7067974" y="2740570"/>
                <a:ext cx="20520" cy="126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049653" y="2722570"/>
                  <a:ext cx="56796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14:cNvPr>
                <p14:cNvContentPartPr/>
                <p14:nvPr/>
              </p14:nvContentPartPr>
              <p14:xfrm>
                <a:off x="7151494" y="2725090"/>
                <a:ext cx="7920" cy="1350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133494" y="2707090"/>
                  <a:ext cx="43560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C639B13-C389-DB49-FBBB-E4AB9677A479}"/>
              </a:ext>
            </a:extLst>
          </p:cNvPr>
          <p:cNvGrpSpPr/>
          <p:nvPr/>
        </p:nvGrpSpPr>
        <p:grpSpPr>
          <a:xfrm>
            <a:off x="6828214" y="4282450"/>
            <a:ext cx="545040" cy="274320"/>
            <a:chOff x="6828214" y="4282450"/>
            <a:chExt cx="545040" cy="27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14:cNvPr>
                <p14:cNvContentPartPr/>
                <p14:nvPr/>
              </p14:nvContentPartPr>
              <p14:xfrm>
                <a:off x="6847294" y="4338250"/>
                <a:ext cx="37440" cy="2185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829294" y="4320220"/>
                  <a:ext cx="73080" cy="2542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14:cNvPr>
                <p14:cNvContentPartPr/>
                <p14:nvPr/>
              </p14:nvContentPartPr>
              <p14:xfrm>
                <a:off x="6828214" y="4282450"/>
                <a:ext cx="141480" cy="1245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810214" y="4264450"/>
                  <a:ext cx="1771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14:cNvPr>
                <p14:cNvContentPartPr/>
                <p14:nvPr/>
              </p14:nvContentPartPr>
              <p14:xfrm>
                <a:off x="7082014" y="4402690"/>
                <a:ext cx="27360" cy="104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064014" y="4384690"/>
                  <a:ext cx="630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14:cNvPr>
                <p14:cNvContentPartPr/>
                <p14:nvPr/>
              </p14:nvContentPartPr>
              <p14:xfrm>
                <a:off x="7170574" y="4443730"/>
                <a:ext cx="202680" cy="799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152606" y="4425730"/>
                  <a:ext cx="238257" cy="11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D3B0362D-C198-0258-E110-CB3C42AA284E}"/>
              </a:ext>
            </a:extLst>
          </p:cNvPr>
          <p:cNvGrpSpPr/>
          <p:nvPr/>
        </p:nvGrpSpPr>
        <p:grpSpPr>
          <a:xfrm>
            <a:off x="3021214" y="2042170"/>
            <a:ext cx="262440" cy="280440"/>
            <a:chOff x="3021214" y="2042170"/>
            <a:chExt cx="262440" cy="28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986B909-0C02-09A1-D2D4-9B3E23EC9B3D}"/>
                    </a:ext>
                  </a:extLst>
                </p14:cNvPr>
                <p14:cNvContentPartPr/>
                <p14:nvPr/>
              </p14:nvContentPartPr>
              <p14:xfrm>
                <a:off x="3208414" y="2210290"/>
                <a:ext cx="360" cy="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986B909-0C02-09A1-D2D4-9B3E23EC9B3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190414" y="219229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B1B0310-D92A-3592-83B7-A1F876973653}"/>
                    </a:ext>
                  </a:extLst>
                </p14:cNvPr>
                <p14:cNvContentPartPr/>
                <p14:nvPr/>
              </p14:nvContentPartPr>
              <p14:xfrm>
                <a:off x="3021214" y="2042170"/>
                <a:ext cx="262440" cy="2804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B1B0310-D92A-3592-83B7-A1F87697365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003214" y="2024170"/>
                  <a:ext cx="298080" cy="31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82A92A8F-8141-EA92-9C0B-A28DB266B17F}"/>
                  </a:ext>
                </a:extLst>
              </p14:cNvPr>
              <p14:cNvContentPartPr/>
              <p14:nvPr/>
            </p14:nvContentPartPr>
            <p14:xfrm>
              <a:off x="3208054" y="5288650"/>
              <a:ext cx="169560" cy="16668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82A92A8F-8141-EA92-9C0B-A28DB266B17F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3190054" y="5270650"/>
                <a:ext cx="205200" cy="20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64152B8-8B39-7DF7-405F-DA8B33795292}"/>
              </a:ext>
            </a:extLst>
          </p:cNvPr>
          <p:cNvGrpSpPr/>
          <p:nvPr/>
        </p:nvGrpSpPr>
        <p:grpSpPr>
          <a:xfrm>
            <a:off x="3100414" y="3446890"/>
            <a:ext cx="232560" cy="350640"/>
            <a:chOff x="3100414" y="3446890"/>
            <a:chExt cx="232560" cy="35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2BB9BF9-8625-9FCA-16CD-6FE7B4876840}"/>
                    </a:ext>
                  </a:extLst>
                </p14:cNvPr>
                <p14:cNvContentPartPr/>
                <p14:nvPr/>
              </p14:nvContentPartPr>
              <p14:xfrm>
                <a:off x="3100414" y="3446890"/>
                <a:ext cx="232560" cy="3506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2BB9BF9-8625-9FCA-16CD-6FE7B487684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082414" y="3428890"/>
                  <a:ext cx="26820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BD12B6B-A8DC-5280-3B90-91CACB925D2B}"/>
                    </a:ext>
                  </a:extLst>
                </p14:cNvPr>
                <p14:cNvContentPartPr/>
                <p14:nvPr/>
              </p14:nvContentPartPr>
              <p14:xfrm>
                <a:off x="3143974" y="3590530"/>
                <a:ext cx="114480" cy="1224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BD12B6B-A8DC-5280-3B90-91CACB925D2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125974" y="3572477"/>
                  <a:ext cx="150120" cy="15814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A2667C91-14BD-F881-D4EE-5D19D6E2C451}"/>
                  </a:ext>
                </a:extLst>
              </p14:cNvPr>
              <p14:cNvContentPartPr/>
              <p14:nvPr/>
            </p14:nvContentPartPr>
            <p14:xfrm>
              <a:off x="4477414" y="1984930"/>
              <a:ext cx="198720" cy="23112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A2667C91-14BD-F881-D4EE-5D19D6E2C451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4459414" y="1966930"/>
                <a:ext cx="23436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F92D132E-A37F-B636-580A-60C80126F8FF}"/>
                  </a:ext>
                </a:extLst>
              </p14:cNvPr>
              <p14:cNvContentPartPr/>
              <p14:nvPr/>
            </p14:nvContentPartPr>
            <p14:xfrm>
              <a:off x="4633654" y="3551650"/>
              <a:ext cx="213840" cy="21528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F92D132E-A37F-B636-580A-60C80126F8FF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4615654" y="3533650"/>
                <a:ext cx="24948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B1F8126B-E0CC-8531-758C-80D9BB90B3E5}"/>
                  </a:ext>
                </a:extLst>
              </p14:cNvPr>
              <p14:cNvContentPartPr/>
              <p14:nvPr/>
            </p14:nvContentPartPr>
            <p14:xfrm>
              <a:off x="4833454" y="5102890"/>
              <a:ext cx="159480" cy="20952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B1F8126B-E0CC-8531-758C-80D9BB90B3E5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4815454" y="5084890"/>
                <a:ext cx="19512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498AE9FE-922C-6296-117E-9D3256D3D10F}"/>
                  </a:ext>
                </a:extLst>
              </p14:cNvPr>
              <p14:cNvContentPartPr/>
              <p14:nvPr/>
            </p14:nvContentPartPr>
            <p14:xfrm>
              <a:off x="6180574" y="1845970"/>
              <a:ext cx="156240" cy="29088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498AE9FE-922C-6296-117E-9D3256D3D10F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6162532" y="1827970"/>
                <a:ext cx="191962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4F326D04-FD2E-26EE-C309-23B62DC7319D}"/>
                  </a:ext>
                </a:extLst>
              </p14:cNvPr>
              <p14:cNvContentPartPr/>
              <p14:nvPr/>
            </p14:nvContentPartPr>
            <p14:xfrm>
              <a:off x="6242854" y="3560290"/>
              <a:ext cx="254160" cy="21060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4F326D04-FD2E-26EE-C309-23B62DC7319D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6224854" y="3542290"/>
                <a:ext cx="28980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17C3C7DB-3EF4-A7F0-556F-C523483D95F6}"/>
                  </a:ext>
                </a:extLst>
              </p14:cNvPr>
              <p14:cNvContentPartPr/>
              <p14:nvPr/>
            </p14:nvContentPartPr>
            <p14:xfrm>
              <a:off x="6441934" y="5100010"/>
              <a:ext cx="173520" cy="1515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17C3C7DB-3EF4-A7F0-556F-C523483D95F6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6423934" y="5082010"/>
                <a:ext cx="209160" cy="18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ACFF9B9D-AAD4-8952-CF99-894EF4BD9ECF}"/>
              </a:ext>
            </a:extLst>
          </p:cNvPr>
          <p:cNvGrpSpPr/>
          <p:nvPr/>
        </p:nvGrpSpPr>
        <p:grpSpPr>
          <a:xfrm>
            <a:off x="2481214" y="2157010"/>
            <a:ext cx="299880" cy="320400"/>
            <a:chOff x="2481214" y="2157010"/>
            <a:chExt cx="299880" cy="32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019A46F-7FDD-CD9B-943B-B1010DFD171C}"/>
                    </a:ext>
                  </a:extLst>
                </p14:cNvPr>
                <p14:cNvContentPartPr/>
                <p14:nvPr/>
              </p14:nvContentPartPr>
              <p14:xfrm>
                <a:off x="2589574" y="2215690"/>
                <a:ext cx="23040" cy="273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019A46F-7FDD-CD9B-943B-B1010DFD171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571574" y="2197690"/>
                  <a:ext cx="586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6311DC4-2BD1-45EE-EC2D-11F778CAA36C}"/>
                    </a:ext>
                  </a:extLst>
                </p14:cNvPr>
                <p14:cNvContentPartPr/>
                <p14:nvPr/>
              </p14:nvContentPartPr>
              <p14:xfrm>
                <a:off x="2481214" y="2157010"/>
                <a:ext cx="157680" cy="2980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6311DC4-2BD1-45EE-EC2D-11F778CAA36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463214" y="2138988"/>
                  <a:ext cx="193320" cy="3337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7D2675D-0CA8-3918-5A93-67FFA008E179}"/>
                    </a:ext>
                  </a:extLst>
                </p14:cNvPr>
                <p14:cNvContentPartPr/>
                <p14:nvPr/>
              </p14:nvContentPartPr>
              <p14:xfrm>
                <a:off x="2754454" y="2229370"/>
                <a:ext cx="26640" cy="2480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7D2675D-0CA8-3918-5A93-67FFA008E17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736454" y="2211370"/>
                  <a:ext cx="62280" cy="28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E5E323A-00F8-4BFC-3E52-DE332DBF97D9}"/>
              </a:ext>
            </a:extLst>
          </p:cNvPr>
          <p:cNvGrpSpPr/>
          <p:nvPr/>
        </p:nvGrpSpPr>
        <p:grpSpPr>
          <a:xfrm>
            <a:off x="2606494" y="3526450"/>
            <a:ext cx="320400" cy="289440"/>
            <a:chOff x="2606494" y="3526450"/>
            <a:chExt cx="320400" cy="2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637AF97-5B34-D93A-C0D6-417B6D5D7666}"/>
                    </a:ext>
                  </a:extLst>
                </p14:cNvPr>
                <p14:cNvContentPartPr/>
                <p14:nvPr/>
              </p14:nvContentPartPr>
              <p14:xfrm>
                <a:off x="2606494" y="3526450"/>
                <a:ext cx="130680" cy="2894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637AF97-5B34-D93A-C0D6-417B6D5D766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588444" y="3508450"/>
                  <a:ext cx="166418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AF732C0-43FF-2CBE-3F35-78A9705B0DD3}"/>
                    </a:ext>
                  </a:extLst>
                </p14:cNvPr>
                <p14:cNvContentPartPr/>
                <p14:nvPr/>
              </p14:nvContentPartPr>
              <p14:xfrm>
                <a:off x="2827534" y="3555250"/>
                <a:ext cx="99360" cy="1645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AF732C0-43FF-2CBE-3F35-78A9705B0DD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809534" y="3537250"/>
                  <a:ext cx="135000" cy="20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96BAD0DD-1210-7D3E-02F0-7E97738A0558}"/>
              </a:ext>
            </a:extLst>
          </p:cNvPr>
          <p:cNvGrpSpPr/>
          <p:nvPr/>
        </p:nvGrpSpPr>
        <p:grpSpPr>
          <a:xfrm>
            <a:off x="2793334" y="5308450"/>
            <a:ext cx="379440" cy="460440"/>
            <a:chOff x="2793334" y="5308450"/>
            <a:chExt cx="379440" cy="46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F8DA16E-DCC9-FB1F-9C4E-C1649AD944F4}"/>
                    </a:ext>
                  </a:extLst>
                </p14:cNvPr>
                <p14:cNvContentPartPr/>
                <p14:nvPr/>
              </p14:nvContentPartPr>
              <p14:xfrm>
                <a:off x="2793334" y="5308450"/>
                <a:ext cx="160560" cy="383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F8DA16E-DCC9-FB1F-9C4E-C1649AD944F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775374" y="5290467"/>
                  <a:ext cx="196120" cy="4193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7D9DA40-E96F-ACA9-FD6E-B0FC91452AF7}"/>
                    </a:ext>
                  </a:extLst>
                </p14:cNvPr>
                <p14:cNvContentPartPr/>
                <p14:nvPr/>
              </p14:nvContentPartPr>
              <p14:xfrm>
                <a:off x="2796934" y="5700850"/>
                <a:ext cx="3600" cy="7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7D9DA40-E96F-ACA9-FD6E-B0FC91452AF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778934" y="5682850"/>
                  <a:ext cx="392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55788BF-AE39-A7C6-7489-2C5A02CDAA2D}"/>
                    </a:ext>
                  </a:extLst>
                </p14:cNvPr>
                <p14:cNvContentPartPr/>
                <p14:nvPr/>
              </p14:nvContentPartPr>
              <p14:xfrm>
                <a:off x="3001414" y="5457130"/>
                <a:ext cx="171360" cy="3117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55788BF-AE39-A7C6-7489-2C5A02CDAA2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983376" y="5439151"/>
                  <a:ext cx="207075" cy="34735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20B09E50-A16F-32EC-F345-7F72F2C6FB50}"/>
              </a:ext>
            </a:extLst>
          </p:cNvPr>
          <p:cNvGrpSpPr/>
          <p:nvPr/>
        </p:nvGrpSpPr>
        <p:grpSpPr>
          <a:xfrm>
            <a:off x="4491094" y="1523050"/>
            <a:ext cx="369000" cy="361440"/>
            <a:chOff x="4491094" y="1523050"/>
            <a:chExt cx="369000" cy="36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67841D2-61CD-E3F6-13B5-DD448F241102}"/>
                    </a:ext>
                  </a:extLst>
                </p14:cNvPr>
                <p14:cNvContentPartPr/>
                <p14:nvPr/>
              </p14:nvContentPartPr>
              <p14:xfrm>
                <a:off x="4491094" y="1523050"/>
                <a:ext cx="167040" cy="2808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67841D2-61CD-E3F6-13B5-DD448F24110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473094" y="1505050"/>
                  <a:ext cx="2026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318F8A0-DC22-7097-C63D-CA93FB88381F}"/>
                    </a:ext>
                  </a:extLst>
                </p14:cNvPr>
                <p14:cNvContentPartPr/>
                <p14:nvPr/>
              </p14:nvContentPartPr>
              <p14:xfrm>
                <a:off x="4706374" y="1624570"/>
                <a:ext cx="105840" cy="1328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318F8A0-DC22-7097-C63D-CA93FB88381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688374" y="1606521"/>
                  <a:ext cx="141480" cy="1685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FA47D47-AB35-E46C-6580-3DAF8643B533}"/>
                    </a:ext>
                  </a:extLst>
                </p14:cNvPr>
                <p14:cNvContentPartPr/>
                <p14:nvPr/>
              </p14:nvContentPartPr>
              <p14:xfrm>
                <a:off x="4818694" y="1681810"/>
                <a:ext cx="41400" cy="2026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FA47D47-AB35-E46C-6580-3DAF8643B53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800694" y="1663810"/>
                  <a:ext cx="7704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0C407AF7-02B3-D8D0-3AAD-6BD4C981470F}"/>
              </a:ext>
            </a:extLst>
          </p:cNvPr>
          <p:cNvGrpSpPr/>
          <p:nvPr/>
        </p:nvGrpSpPr>
        <p:grpSpPr>
          <a:xfrm>
            <a:off x="4473094" y="3251050"/>
            <a:ext cx="307440" cy="254520"/>
            <a:chOff x="4473094" y="3251050"/>
            <a:chExt cx="307440" cy="25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7DDF948-9465-665E-1B68-DD97B5055966}"/>
                    </a:ext>
                  </a:extLst>
                </p14:cNvPr>
                <p14:cNvContentPartPr/>
                <p14:nvPr/>
              </p14:nvContentPartPr>
              <p14:xfrm>
                <a:off x="4557694" y="3321970"/>
                <a:ext cx="360" cy="3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7DDF948-9465-665E-1B68-DD97B505596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539694" y="33039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28CC199-8AD1-E3D0-A5D0-6A89003C0A59}"/>
                    </a:ext>
                  </a:extLst>
                </p14:cNvPr>
                <p14:cNvContentPartPr/>
                <p14:nvPr/>
              </p14:nvContentPartPr>
              <p14:xfrm>
                <a:off x="4473094" y="3251050"/>
                <a:ext cx="122400" cy="2538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28CC199-8AD1-E3D0-A5D0-6A89003C0A59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4455094" y="3233050"/>
                  <a:ext cx="1580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53B14C7-162A-496C-0769-1D085CB2307F}"/>
                    </a:ext>
                  </a:extLst>
                </p14:cNvPr>
                <p14:cNvContentPartPr/>
                <p14:nvPr/>
              </p14:nvContentPartPr>
              <p14:xfrm>
                <a:off x="4672894" y="3333850"/>
                <a:ext cx="107640" cy="298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53B14C7-162A-496C-0769-1D085CB2307F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654894" y="3315850"/>
                  <a:ext cx="1432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0DF10ED-B6DA-D884-8289-DE012476A1C4}"/>
                    </a:ext>
                  </a:extLst>
                </p14:cNvPr>
                <p14:cNvContentPartPr/>
                <p14:nvPr/>
              </p14:nvContentPartPr>
              <p14:xfrm>
                <a:off x="4662814" y="3339970"/>
                <a:ext cx="115200" cy="1656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0DF10ED-B6DA-D884-8289-DE012476A1C4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644870" y="3321970"/>
                  <a:ext cx="150729" cy="20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8B381425-DB34-5692-4BCD-6FE94F694199}"/>
              </a:ext>
            </a:extLst>
          </p:cNvPr>
          <p:cNvGrpSpPr/>
          <p:nvPr/>
        </p:nvGrpSpPr>
        <p:grpSpPr>
          <a:xfrm>
            <a:off x="4460854" y="4909210"/>
            <a:ext cx="297720" cy="307440"/>
            <a:chOff x="4460854" y="4909210"/>
            <a:chExt cx="297720" cy="30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BCE11C2-BC82-5FB8-0BDB-56E2D726D8B8}"/>
                    </a:ext>
                  </a:extLst>
                </p14:cNvPr>
                <p14:cNvContentPartPr/>
                <p14:nvPr/>
              </p14:nvContentPartPr>
              <p14:xfrm>
                <a:off x="4460854" y="4909210"/>
                <a:ext cx="160560" cy="2768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BCE11C2-BC82-5FB8-0BDB-56E2D726D8B8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4442814" y="4891210"/>
                  <a:ext cx="19628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DA6B80D-243B-6D20-03EC-DA0D2C66221D}"/>
                    </a:ext>
                  </a:extLst>
                </p14:cNvPr>
                <p14:cNvContentPartPr/>
                <p14:nvPr/>
              </p14:nvContentPartPr>
              <p14:xfrm>
                <a:off x="4628614" y="5039170"/>
                <a:ext cx="129960" cy="1774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DA6B80D-243B-6D20-03EC-DA0D2C66221D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610614" y="5021133"/>
                  <a:ext cx="165600" cy="21319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C9164294-3775-F8E9-8605-2475FBE74CC9}"/>
              </a:ext>
            </a:extLst>
          </p:cNvPr>
          <p:cNvGrpSpPr/>
          <p:nvPr/>
        </p:nvGrpSpPr>
        <p:grpSpPr>
          <a:xfrm>
            <a:off x="6519694" y="1553290"/>
            <a:ext cx="444600" cy="411480"/>
            <a:chOff x="6519694" y="1553290"/>
            <a:chExt cx="444600" cy="41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07D6A57-03CF-59A0-812B-9A46CE1158C0}"/>
                    </a:ext>
                  </a:extLst>
                </p14:cNvPr>
                <p14:cNvContentPartPr/>
                <p14:nvPr/>
              </p14:nvContentPartPr>
              <p14:xfrm>
                <a:off x="6519694" y="1553290"/>
                <a:ext cx="149040" cy="3927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07D6A57-03CF-59A0-812B-9A46CE1158C0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501694" y="1535290"/>
                  <a:ext cx="18468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A6B3206-DD09-D6A2-A00D-7B7CDAF25FC9}"/>
                    </a:ext>
                  </a:extLst>
                </p14:cNvPr>
                <p14:cNvContentPartPr/>
                <p14:nvPr/>
              </p14:nvContentPartPr>
              <p14:xfrm>
                <a:off x="6746494" y="1732210"/>
                <a:ext cx="152280" cy="2325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A6B3206-DD09-D6A2-A00D-7B7CDAF25FC9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728536" y="1714182"/>
                  <a:ext cx="187836" cy="2682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9F14AC6-7F9F-B6F9-520B-AE36EF168DE4}"/>
                    </a:ext>
                  </a:extLst>
                </p14:cNvPr>
                <p14:cNvContentPartPr/>
                <p14:nvPr/>
              </p14:nvContentPartPr>
              <p14:xfrm>
                <a:off x="6793654" y="1830490"/>
                <a:ext cx="170640" cy="687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9F14AC6-7F9F-B6F9-520B-AE36EF168DE4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775654" y="1812584"/>
                  <a:ext cx="206280" cy="10421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F034D594-EC19-44C3-E142-725A22CD476E}"/>
              </a:ext>
            </a:extLst>
          </p:cNvPr>
          <p:cNvGrpSpPr/>
          <p:nvPr/>
        </p:nvGrpSpPr>
        <p:grpSpPr>
          <a:xfrm>
            <a:off x="6708334" y="3438250"/>
            <a:ext cx="368280" cy="350280"/>
            <a:chOff x="6708334" y="3438250"/>
            <a:chExt cx="368280" cy="35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3D7B5EA-8F2A-08CC-AC58-E5358E6F437D}"/>
                    </a:ext>
                  </a:extLst>
                </p14:cNvPr>
                <p14:cNvContentPartPr/>
                <p14:nvPr/>
              </p14:nvContentPartPr>
              <p14:xfrm>
                <a:off x="6708334" y="3438250"/>
                <a:ext cx="150120" cy="2815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3D7B5EA-8F2A-08CC-AC58-E5358E6F437D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690334" y="3420250"/>
                  <a:ext cx="18576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6217F03-F2E0-B5AE-98BB-1F26629F91E2}"/>
                    </a:ext>
                  </a:extLst>
                </p14:cNvPr>
                <p14:cNvContentPartPr/>
                <p14:nvPr/>
              </p14:nvContentPartPr>
              <p14:xfrm>
                <a:off x="6947374" y="3571450"/>
                <a:ext cx="129240" cy="2170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6217F03-F2E0-B5AE-98BB-1F26629F91E2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929374" y="3553450"/>
                  <a:ext cx="164880" cy="25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6838E23A-8FAD-6888-10E7-476242E4A346}"/>
              </a:ext>
            </a:extLst>
          </p:cNvPr>
          <p:cNvGrpSpPr/>
          <p:nvPr/>
        </p:nvGrpSpPr>
        <p:grpSpPr>
          <a:xfrm>
            <a:off x="6805534" y="4822090"/>
            <a:ext cx="401400" cy="246240"/>
            <a:chOff x="6805534" y="4822090"/>
            <a:chExt cx="401400" cy="24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87C410C-21EE-6035-7912-747B5B7F236A}"/>
                    </a:ext>
                  </a:extLst>
                </p14:cNvPr>
                <p14:cNvContentPartPr/>
                <p14:nvPr/>
              </p14:nvContentPartPr>
              <p14:xfrm>
                <a:off x="6805534" y="4822090"/>
                <a:ext cx="155160" cy="2365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87C410C-21EE-6035-7912-747B5B7F236A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787492" y="4804090"/>
                  <a:ext cx="190883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86EEF96-E10C-6DBB-0E83-D631909F3483}"/>
                    </a:ext>
                  </a:extLst>
                </p14:cNvPr>
                <p14:cNvContentPartPr/>
                <p14:nvPr/>
              </p14:nvContentPartPr>
              <p14:xfrm>
                <a:off x="7057534" y="4829650"/>
                <a:ext cx="149400" cy="2386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86EEF96-E10C-6DBB-0E83-D631909F3483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7039534" y="4811650"/>
                  <a:ext cx="185040" cy="274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1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D7C3377B-B378-6EC3-F2BD-99C835D2B6C5}"/>
                  </a:ext>
                </a:extLst>
              </p14:cNvPr>
              <p14:cNvContentPartPr/>
              <p14:nvPr/>
            </p14:nvContentPartPr>
            <p14:xfrm>
              <a:off x="2890534" y="1820410"/>
              <a:ext cx="169560" cy="21276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D7C3377B-B378-6EC3-F2BD-99C835D2B6C5}"/>
                  </a:ext>
                </a:extLst>
              </p:cNvPr>
              <p:cNvPicPr/>
              <p:nvPr/>
            </p:nvPicPr>
            <p:blipFill>
              <a:blip r:embed="rId252"/>
              <a:stretch>
                <a:fillRect/>
              </a:stretch>
            </p:blipFill>
            <p:spPr>
              <a:xfrm>
                <a:off x="2872534" y="1802440"/>
                <a:ext cx="205200" cy="2483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7" name="Group 166">
            <a:extLst>
              <a:ext uri="{FF2B5EF4-FFF2-40B4-BE49-F238E27FC236}">
                <a16:creationId xmlns:a16="http://schemas.microsoft.com/office/drawing/2014/main" id="{972CA3E9-0622-9E12-0172-091B087230F1}"/>
              </a:ext>
            </a:extLst>
          </p:cNvPr>
          <p:cNvGrpSpPr/>
          <p:nvPr/>
        </p:nvGrpSpPr>
        <p:grpSpPr>
          <a:xfrm>
            <a:off x="2646094" y="1614130"/>
            <a:ext cx="843840" cy="1023120"/>
            <a:chOff x="2646094" y="1614130"/>
            <a:chExt cx="843840" cy="102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9738C3FA-E817-E05F-B967-B74D4CF7647A}"/>
                    </a:ext>
                  </a:extLst>
                </p14:cNvPr>
                <p14:cNvContentPartPr/>
                <p14:nvPr/>
              </p14:nvContentPartPr>
              <p14:xfrm>
                <a:off x="2734294" y="1614130"/>
                <a:ext cx="18000" cy="442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9738C3FA-E817-E05F-B967-B74D4CF7647A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2671294" y="1551638"/>
                  <a:ext cx="143640" cy="1689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34714AF2-4055-E7BE-B11B-AEC283821E9A}"/>
                    </a:ext>
                  </a:extLst>
                </p14:cNvPr>
                <p14:cNvContentPartPr/>
                <p14:nvPr/>
              </p14:nvContentPartPr>
              <p14:xfrm>
                <a:off x="2646094" y="1619170"/>
                <a:ext cx="441000" cy="4057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34714AF2-4055-E7BE-B11B-AEC283821E9A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2583094" y="1556226"/>
                  <a:ext cx="566640" cy="5312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3D44C103-5476-9F15-C9B0-7126E1937922}"/>
                    </a:ext>
                  </a:extLst>
                </p14:cNvPr>
                <p14:cNvContentPartPr/>
                <p14:nvPr/>
              </p14:nvContentPartPr>
              <p14:xfrm>
                <a:off x="2819254" y="1703050"/>
                <a:ext cx="260640" cy="3697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3D44C103-5476-9F15-C9B0-7126E1937922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2756254" y="1640050"/>
                  <a:ext cx="386280" cy="49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41564764-1115-E18E-6DFA-6B37D0A764C2}"/>
                    </a:ext>
                  </a:extLst>
                </p14:cNvPr>
                <p14:cNvContentPartPr/>
                <p14:nvPr/>
              </p14:nvContentPartPr>
              <p14:xfrm>
                <a:off x="3044974" y="2443210"/>
                <a:ext cx="230760" cy="1940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41564764-1115-E18E-6DFA-6B37D0A764C2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3026974" y="2425243"/>
                  <a:ext cx="266400" cy="2296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38A2656D-9A86-10C5-1882-E4EA99899177}"/>
                    </a:ext>
                  </a:extLst>
                </p14:cNvPr>
                <p14:cNvContentPartPr/>
                <p14:nvPr/>
              </p14:nvContentPartPr>
              <p14:xfrm>
                <a:off x="3029134" y="2489650"/>
                <a:ext cx="118440" cy="1429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38A2656D-9A86-10C5-1882-E4EA99899177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3011189" y="2471695"/>
                  <a:ext cx="153972" cy="1784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CDD81919-071B-AB3D-C2C7-C683237729DE}"/>
                    </a:ext>
                  </a:extLst>
                </p14:cNvPr>
                <p14:cNvContentPartPr/>
                <p14:nvPr/>
              </p14:nvContentPartPr>
              <p14:xfrm>
                <a:off x="3033814" y="2438890"/>
                <a:ext cx="312120" cy="1897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CDD81919-071B-AB3D-C2C7-C683237729DE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3015814" y="2420890"/>
                  <a:ext cx="3477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5C0BCA2-3A9A-90F1-0805-2A0707A97F8E}"/>
                    </a:ext>
                  </a:extLst>
                </p14:cNvPr>
                <p14:cNvContentPartPr/>
                <p14:nvPr/>
              </p14:nvContentPartPr>
              <p14:xfrm>
                <a:off x="3126334" y="2248810"/>
                <a:ext cx="22680" cy="3798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5C0BCA2-3A9A-90F1-0805-2A0707A97F8E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3063334" y="2185810"/>
                  <a:ext cx="148320" cy="50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BE991940-3E4E-3056-9ED2-34C001CCD244}"/>
                    </a:ext>
                  </a:extLst>
                </p14:cNvPr>
                <p14:cNvContentPartPr/>
                <p14:nvPr/>
              </p14:nvContentPartPr>
              <p14:xfrm>
                <a:off x="2988454" y="2375530"/>
                <a:ext cx="306000" cy="2052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BE991940-3E4E-3056-9ED2-34C001CCD244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2925454" y="2312530"/>
                  <a:ext cx="43164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BF28BA4D-1960-5E44-5A24-6D00F2ECA168}"/>
                    </a:ext>
                  </a:extLst>
                </p14:cNvPr>
                <p14:cNvContentPartPr/>
                <p14:nvPr/>
              </p14:nvContentPartPr>
              <p14:xfrm>
                <a:off x="3181054" y="2150530"/>
                <a:ext cx="273240" cy="298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BF28BA4D-1960-5E44-5A24-6D00F2ECA168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3118054" y="2086762"/>
                  <a:ext cx="398880" cy="1570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31D1730B-8D48-398A-A871-1461367AC52B}"/>
                    </a:ext>
                  </a:extLst>
                </p14:cNvPr>
                <p14:cNvContentPartPr/>
                <p14:nvPr/>
              </p14:nvContentPartPr>
              <p14:xfrm>
                <a:off x="3315334" y="1991410"/>
                <a:ext cx="174600" cy="3567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31D1730B-8D48-398A-A871-1461367AC52B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3252334" y="1928410"/>
                  <a:ext cx="300240" cy="48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D985B14A-FC38-9D9F-BC7A-25CA83F9B504}"/>
              </a:ext>
            </a:extLst>
          </p:cNvPr>
          <p:cNvGrpSpPr/>
          <p:nvPr/>
        </p:nvGrpSpPr>
        <p:grpSpPr>
          <a:xfrm>
            <a:off x="3437734" y="1016890"/>
            <a:ext cx="5095440" cy="656280"/>
            <a:chOff x="3437734" y="1016890"/>
            <a:chExt cx="5095440" cy="65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9B0554C2-A6EF-835D-FEB5-5E27CD87891A}"/>
                    </a:ext>
                  </a:extLst>
                </p14:cNvPr>
                <p14:cNvContentPartPr/>
                <p14:nvPr/>
              </p14:nvContentPartPr>
              <p14:xfrm>
                <a:off x="3437734" y="1016890"/>
                <a:ext cx="5029200" cy="5713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9B0554C2-A6EF-835D-FEB5-5E27CD87891A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3419734" y="998890"/>
                  <a:ext cx="5064840" cy="60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C7754583-7CCB-60D3-5C6E-63E5BA39C818}"/>
                    </a:ext>
                  </a:extLst>
                </p14:cNvPr>
                <p14:cNvContentPartPr/>
                <p14:nvPr/>
              </p14:nvContentPartPr>
              <p14:xfrm>
                <a:off x="8329414" y="1442050"/>
                <a:ext cx="203760" cy="2311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C7754583-7CCB-60D3-5C6E-63E5BA39C818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8311414" y="1424050"/>
                  <a:ext cx="239400" cy="266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7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8BEDD319-E08C-7867-28BB-D7E240831130}"/>
                  </a:ext>
                </a:extLst>
              </p14:cNvPr>
              <p14:cNvContentPartPr/>
              <p14:nvPr/>
            </p14:nvContentPartPr>
            <p14:xfrm>
              <a:off x="9015214" y="1440610"/>
              <a:ext cx="19080" cy="1044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8BEDD319-E08C-7867-28BB-D7E240831130}"/>
                  </a:ext>
                </a:extLst>
              </p:cNvPr>
              <p:cNvPicPr/>
              <p:nvPr/>
            </p:nvPicPr>
            <p:blipFill>
              <a:blip r:embed="rId278"/>
              <a:stretch>
                <a:fillRect/>
              </a:stretch>
            </p:blipFill>
            <p:spPr>
              <a:xfrm>
                <a:off x="8997214" y="1422610"/>
                <a:ext cx="54720" cy="4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1" name="Group 180">
            <a:extLst>
              <a:ext uri="{FF2B5EF4-FFF2-40B4-BE49-F238E27FC236}">
                <a16:creationId xmlns:a16="http://schemas.microsoft.com/office/drawing/2014/main" id="{95C23B58-5C76-2F80-F591-685CC01E6A91}"/>
              </a:ext>
            </a:extLst>
          </p:cNvPr>
          <p:cNvGrpSpPr/>
          <p:nvPr/>
        </p:nvGrpSpPr>
        <p:grpSpPr>
          <a:xfrm>
            <a:off x="8960134" y="1625650"/>
            <a:ext cx="813600" cy="545040"/>
            <a:chOff x="8960134" y="1625650"/>
            <a:chExt cx="813600" cy="54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4F5C85CA-BF0D-DBDC-E64A-32F5F73CE2FA}"/>
                    </a:ext>
                  </a:extLst>
                </p14:cNvPr>
                <p14:cNvContentPartPr/>
                <p14:nvPr/>
              </p14:nvContentPartPr>
              <p14:xfrm>
                <a:off x="8960134" y="1625650"/>
                <a:ext cx="104760" cy="3751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4F5C85CA-BF0D-DBDC-E64A-32F5F73CE2FA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8942072" y="1607650"/>
                  <a:ext cx="140523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6F6812C-4792-99CE-B3E5-14981409821A}"/>
                    </a:ext>
                  </a:extLst>
                </p14:cNvPr>
                <p14:cNvContentPartPr/>
                <p14:nvPr/>
              </p14:nvContentPartPr>
              <p14:xfrm>
                <a:off x="9251734" y="1884490"/>
                <a:ext cx="135000" cy="2682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6F6812C-4792-99CE-B3E5-14981409821A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9233686" y="1866490"/>
                  <a:ext cx="170735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D9DAB41F-F8A6-30A5-D7A9-C83533FD2C82}"/>
                    </a:ext>
                  </a:extLst>
                </p14:cNvPr>
                <p14:cNvContentPartPr/>
                <p14:nvPr/>
              </p14:nvContentPartPr>
              <p14:xfrm>
                <a:off x="9117814" y="2005090"/>
                <a:ext cx="167040" cy="6444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D9DAB41F-F8A6-30A5-D7A9-C83533FD2C82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9099775" y="1987090"/>
                  <a:ext cx="202757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E4465D32-F78E-3648-6025-2D175667A2E5}"/>
                    </a:ext>
                  </a:extLst>
                </p14:cNvPr>
                <p14:cNvContentPartPr/>
                <p14:nvPr/>
              </p14:nvContentPartPr>
              <p14:xfrm>
                <a:off x="9489334" y="1981690"/>
                <a:ext cx="97200" cy="1130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E4465D32-F78E-3648-6025-2D175667A2E5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9471334" y="1963690"/>
                  <a:ext cx="1328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6F35B123-7ACA-9ECA-6D41-33075717A081}"/>
                    </a:ext>
                  </a:extLst>
                </p14:cNvPr>
                <p14:cNvContentPartPr/>
                <p14:nvPr/>
              </p14:nvContentPartPr>
              <p14:xfrm>
                <a:off x="9697054" y="1871170"/>
                <a:ext cx="29880" cy="2995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6F35B123-7ACA-9ECA-6D41-33075717A081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9679054" y="1853170"/>
                  <a:ext cx="6552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2FFDD925-D7F7-E735-D510-E8731E29BA76}"/>
                    </a:ext>
                  </a:extLst>
                </p14:cNvPr>
                <p14:cNvContentPartPr/>
                <p14:nvPr/>
              </p14:nvContentPartPr>
              <p14:xfrm>
                <a:off x="9618214" y="1977370"/>
                <a:ext cx="155520" cy="331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2FFDD925-D7F7-E735-D510-E8731E29BA76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9600214" y="1959370"/>
                  <a:ext cx="191160" cy="6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4B35257D-A5F2-962A-9A23-CCE121209C29}"/>
              </a:ext>
            </a:extLst>
          </p:cNvPr>
          <p:cNvGrpSpPr/>
          <p:nvPr/>
        </p:nvGrpSpPr>
        <p:grpSpPr>
          <a:xfrm>
            <a:off x="10056694" y="1727890"/>
            <a:ext cx="155880" cy="104040"/>
            <a:chOff x="10056694" y="1727890"/>
            <a:chExt cx="155880" cy="10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48F00EB7-B20F-6353-FD4B-F541A758E75D}"/>
                    </a:ext>
                  </a:extLst>
                </p14:cNvPr>
                <p14:cNvContentPartPr/>
                <p14:nvPr/>
              </p14:nvContentPartPr>
              <p14:xfrm>
                <a:off x="10056694" y="1727890"/>
                <a:ext cx="142560" cy="241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48F00EB7-B20F-6353-FD4B-F541A758E75D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0038694" y="1709890"/>
                  <a:ext cx="1782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A15DC0A5-F801-13D8-BAAA-7D52EE50F376}"/>
                    </a:ext>
                  </a:extLst>
                </p14:cNvPr>
                <p14:cNvContentPartPr/>
                <p14:nvPr/>
              </p14:nvContentPartPr>
              <p14:xfrm>
                <a:off x="10085134" y="1789450"/>
                <a:ext cx="127440" cy="424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A15DC0A5-F801-13D8-BAAA-7D52EE50F376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0067134" y="1771450"/>
                  <a:ext cx="163080" cy="7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5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DDD4C2BD-3EC4-8DB3-FE22-F2FC6D245961}"/>
                  </a:ext>
                </a:extLst>
              </p14:cNvPr>
              <p14:cNvContentPartPr/>
              <p14:nvPr/>
            </p14:nvContentPartPr>
            <p14:xfrm>
              <a:off x="10504174" y="1613770"/>
              <a:ext cx="111240" cy="26964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DDD4C2BD-3EC4-8DB3-FE22-F2FC6D245961}"/>
                  </a:ext>
                </a:extLst>
              </p:cNvPr>
              <p:cNvPicPr/>
              <p:nvPr/>
            </p:nvPicPr>
            <p:blipFill>
              <a:blip r:embed="rId296"/>
              <a:stretch>
                <a:fillRect/>
              </a:stretch>
            </p:blipFill>
            <p:spPr>
              <a:xfrm>
                <a:off x="10486116" y="1595770"/>
                <a:ext cx="146996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7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CC56B178-93A9-2452-DA42-633741988A88}"/>
                  </a:ext>
                </a:extLst>
              </p14:cNvPr>
              <p14:cNvContentPartPr/>
              <p14:nvPr/>
            </p14:nvContentPartPr>
            <p14:xfrm>
              <a:off x="10514254" y="1464370"/>
              <a:ext cx="26280" cy="432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CC56B178-93A9-2452-DA42-633741988A88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10496254" y="1446370"/>
                <a:ext cx="61920" cy="3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2" name="Group 191">
            <a:extLst>
              <a:ext uri="{FF2B5EF4-FFF2-40B4-BE49-F238E27FC236}">
                <a16:creationId xmlns:a16="http://schemas.microsoft.com/office/drawing/2014/main" id="{1737B190-44D9-1D2A-0079-5AEA1BC50772}"/>
              </a:ext>
            </a:extLst>
          </p:cNvPr>
          <p:cNvGrpSpPr/>
          <p:nvPr/>
        </p:nvGrpSpPr>
        <p:grpSpPr>
          <a:xfrm>
            <a:off x="10691734" y="1716730"/>
            <a:ext cx="618480" cy="430200"/>
            <a:chOff x="10691734" y="1716730"/>
            <a:chExt cx="618480" cy="43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96C29776-927C-7DD3-19EF-662BF700454F}"/>
                    </a:ext>
                  </a:extLst>
                </p14:cNvPr>
                <p14:cNvContentPartPr/>
                <p14:nvPr/>
              </p14:nvContentPartPr>
              <p14:xfrm>
                <a:off x="10698574" y="1894930"/>
                <a:ext cx="12240" cy="20736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96C29776-927C-7DD3-19EF-662BF700454F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0680574" y="1876930"/>
                  <a:ext cx="4788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76AE86F6-3531-2AEE-7DDF-7FC56392DA9A}"/>
                    </a:ext>
                  </a:extLst>
                </p14:cNvPr>
                <p14:cNvContentPartPr/>
                <p14:nvPr/>
              </p14:nvContentPartPr>
              <p14:xfrm>
                <a:off x="10691734" y="1872970"/>
                <a:ext cx="126720" cy="1292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76AE86F6-3531-2AEE-7DDF-7FC56392DA9A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0673734" y="1854970"/>
                  <a:ext cx="1623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ADA18D66-18AC-12CF-04AD-ABC0B447E05F}"/>
                    </a:ext>
                  </a:extLst>
                </p14:cNvPr>
                <p14:cNvContentPartPr/>
                <p14:nvPr/>
              </p14:nvContentPartPr>
              <p14:xfrm>
                <a:off x="10907374" y="1962970"/>
                <a:ext cx="31320" cy="1839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ADA18D66-18AC-12CF-04AD-ABC0B447E05F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0889165" y="1944970"/>
                  <a:ext cx="67374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1F27D6C-B6C8-DE56-9B0F-2A4C578DC75F}"/>
                    </a:ext>
                  </a:extLst>
                </p14:cNvPr>
                <p14:cNvContentPartPr/>
                <p14:nvPr/>
              </p14:nvContentPartPr>
              <p14:xfrm>
                <a:off x="11087374" y="1785130"/>
                <a:ext cx="222840" cy="342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1F27D6C-B6C8-DE56-9B0F-2A4C578DC75F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1069403" y="1767317"/>
                  <a:ext cx="258423" cy="694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E46BF881-48C7-3EFB-A226-8220529E7460}"/>
                    </a:ext>
                  </a:extLst>
                </p14:cNvPr>
                <p14:cNvContentPartPr/>
                <p14:nvPr/>
              </p14:nvContentPartPr>
              <p14:xfrm>
                <a:off x="11224534" y="1716730"/>
                <a:ext cx="39240" cy="2073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E46BF881-48C7-3EFB-A226-8220529E7460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1206534" y="1698730"/>
                  <a:ext cx="74880" cy="24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9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A165EE3C-0C17-9BA7-FB1F-716D6A054C06}"/>
                  </a:ext>
                </a:extLst>
              </p14:cNvPr>
              <p14:cNvContentPartPr/>
              <p14:nvPr/>
            </p14:nvContentPartPr>
            <p14:xfrm>
              <a:off x="11493814" y="1662730"/>
              <a:ext cx="69840" cy="21456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A165EE3C-0C17-9BA7-FB1F-716D6A054C06}"/>
                  </a:ext>
                </a:extLst>
              </p:cNvPr>
              <p:cNvPicPr/>
              <p:nvPr/>
            </p:nvPicPr>
            <p:blipFill>
              <a:blip r:embed="rId310"/>
              <a:stretch>
                <a:fillRect/>
              </a:stretch>
            </p:blipFill>
            <p:spPr>
              <a:xfrm>
                <a:off x="11475721" y="1644730"/>
                <a:ext cx="105665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1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A17EADBC-47E5-62C4-D086-4B13B8CD2EA1}"/>
                  </a:ext>
                </a:extLst>
              </p14:cNvPr>
              <p14:cNvContentPartPr/>
              <p14:nvPr/>
            </p14:nvContentPartPr>
            <p14:xfrm>
              <a:off x="11527294" y="1488850"/>
              <a:ext cx="41400" cy="3744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A17EADBC-47E5-62C4-D086-4B13B8CD2EA1}"/>
                  </a:ext>
                </a:extLst>
              </p:cNvPr>
              <p:cNvPicPr/>
              <p:nvPr/>
            </p:nvPicPr>
            <p:blipFill>
              <a:blip r:embed="rId312"/>
              <a:stretch>
                <a:fillRect/>
              </a:stretch>
            </p:blipFill>
            <p:spPr>
              <a:xfrm>
                <a:off x="11509136" y="1471021"/>
                <a:ext cx="77353" cy="72741"/>
              </a:xfrm>
              <a:prstGeom prst="rect">
                <a:avLst/>
              </a:prstGeom>
            </p:spPr>
          </p:pic>
        </mc:Fallback>
      </mc:AlternateContent>
      <p:grpSp>
        <p:nvGrpSpPr>
          <p:cNvPr id="196" name="Group 195">
            <a:extLst>
              <a:ext uri="{FF2B5EF4-FFF2-40B4-BE49-F238E27FC236}">
                <a16:creationId xmlns:a16="http://schemas.microsoft.com/office/drawing/2014/main" id="{4C6C767F-C377-DCE6-7683-3BACEC7D96F1}"/>
              </a:ext>
            </a:extLst>
          </p:cNvPr>
          <p:cNvGrpSpPr/>
          <p:nvPr/>
        </p:nvGrpSpPr>
        <p:grpSpPr>
          <a:xfrm>
            <a:off x="11716654" y="1842730"/>
            <a:ext cx="282240" cy="191160"/>
            <a:chOff x="11716654" y="1842730"/>
            <a:chExt cx="282240" cy="19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38369652-410D-22B3-E67C-25A4AF9A9D83}"/>
                    </a:ext>
                  </a:extLst>
                </p14:cNvPr>
                <p14:cNvContentPartPr/>
                <p14:nvPr/>
              </p14:nvContentPartPr>
              <p14:xfrm>
                <a:off x="11725294" y="1870450"/>
                <a:ext cx="16200" cy="1555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38369652-410D-22B3-E67C-25A4AF9A9D83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1707294" y="1852450"/>
                  <a:ext cx="518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0E8EBC67-7B70-E4B7-161B-D88580ED162E}"/>
                    </a:ext>
                  </a:extLst>
                </p14:cNvPr>
                <p14:cNvContentPartPr/>
                <p14:nvPr/>
              </p14:nvContentPartPr>
              <p14:xfrm>
                <a:off x="11716654" y="1842730"/>
                <a:ext cx="151560" cy="1036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0E8EBC67-7B70-E4B7-161B-D88580ED162E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1698654" y="1824792"/>
                  <a:ext cx="187200" cy="1391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3870F8CB-4CDE-FB44-C68B-E1B8254B08B8}"/>
                    </a:ext>
                  </a:extLst>
                </p14:cNvPr>
                <p14:cNvContentPartPr/>
                <p14:nvPr/>
              </p14:nvContentPartPr>
              <p14:xfrm>
                <a:off x="11887294" y="1857850"/>
                <a:ext cx="111600" cy="1760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3870F8CB-4CDE-FB44-C68B-E1B8254B08B8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1869294" y="1839850"/>
                  <a:ext cx="147240" cy="21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9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4C13F5A0-4DCA-7B2A-C2AA-E096074A130C}"/>
                  </a:ext>
                </a:extLst>
              </p14:cNvPr>
              <p14:cNvContentPartPr/>
              <p14:nvPr/>
            </p14:nvContentPartPr>
            <p14:xfrm>
              <a:off x="8535694" y="2710690"/>
              <a:ext cx="210960" cy="26388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4C13F5A0-4DCA-7B2A-C2AA-E096074A130C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8517694" y="2692690"/>
                <a:ext cx="24660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1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EB0A9D1D-1C3B-F5F4-7CF6-5B78D0664590}"/>
                  </a:ext>
                </a:extLst>
              </p14:cNvPr>
              <p14:cNvContentPartPr/>
              <p14:nvPr/>
            </p14:nvContentPartPr>
            <p14:xfrm>
              <a:off x="8589694" y="2564530"/>
              <a:ext cx="52200" cy="3960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EB0A9D1D-1C3B-F5F4-7CF6-5B78D0664590}"/>
                  </a:ext>
                </a:extLst>
              </p:cNvPr>
              <p:cNvPicPr/>
              <p:nvPr/>
            </p:nvPicPr>
            <p:blipFill>
              <a:blip r:embed="rId322"/>
              <a:stretch>
                <a:fillRect/>
              </a:stretch>
            </p:blipFill>
            <p:spPr>
              <a:xfrm>
                <a:off x="8571694" y="2546692"/>
                <a:ext cx="87840" cy="74919"/>
              </a:xfrm>
              <a:prstGeom prst="rect">
                <a:avLst/>
              </a:prstGeom>
            </p:spPr>
          </p:pic>
        </mc:Fallback>
      </mc:AlternateContent>
      <p:grpSp>
        <p:nvGrpSpPr>
          <p:cNvPr id="219" name="Group 218">
            <a:extLst>
              <a:ext uri="{FF2B5EF4-FFF2-40B4-BE49-F238E27FC236}">
                <a16:creationId xmlns:a16="http://schemas.microsoft.com/office/drawing/2014/main" id="{2AA4EE46-02DB-9908-E328-07CF1A9590B7}"/>
              </a:ext>
            </a:extLst>
          </p:cNvPr>
          <p:cNvGrpSpPr/>
          <p:nvPr/>
        </p:nvGrpSpPr>
        <p:grpSpPr>
          <a:xfrm>
            <a:off x="8922334" y="2819050"/>
            <a:ext cx="321120" cy="244080"/>
            <a:chOff x="8922334" y="2819050"/>
            <a:chExt cx="321120" cy="24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56F95D9D-6EDC-60FE-9F26-E7CDF546C147}"/>
                    </a:ext>
                  </a:extLst>
                </p14:cNvPr>
                <p14:cNvContentPartPr/>
                <p14:nvPr/>
              </p14:nvContentPartPr>
              <p14:xfrm>
                <a:off x="8922334" y="2867290"/>
                <a:ext cx="27000" cy="19584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56F95D9D-6EDC-60FE-9F26-E7CDF546C147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8904334" y="2849290"/>
                  <a:ext cx="626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14C4869A-88DB-3D50-17F1-30373F485B32}"/>
                    </a:ext>
                  </a:extLst>
                </p14:cNvPr>
                <p14:cNvContentPartPr/>
                <p14:nvPr/>
              </p14:nvContentPartPr>
              <p14:xfrm>
                <a:off x="9099454" y="2819050"/>
                <a:ext cx="80280" cy="1440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14C4869A-88DB-3D50-17F1-30373F485B32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9081454" y="2801050"/>
                  <a:ext cx="1159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8FB26A8A-23F3-7DE9-3A72-73B63722A484}"/>
                    </a:ext>
                  </a:extLst>
                </p14:cNvPr>
                <p14:cNvContentPartPr/>
                <p14:nvPr/>
              </p14:nvContentPartPr>
              <p14:xfrm>
                <a:off x="9143734" y="2895010"/>
                <a:ext cx="99720" cy="1908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8FB26A8A-23F3-7DE9-3A72-73B63722A484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9125734" y="2877343"/>
                  <a:ext cx="135360" cy="540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9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1A3C3A4B-E6B1-7D5A-1008-2AA8E35CA977}"/>
                  </a:ext>
                </a:extLst>
              </p14:cNvPr>
              <p14:cNvContentPartPr/>
              <p14:nvPr/>
            </p14:nvContentPartPr>
            <p14:xfrm>
              <a:off x="9465574" y="2795650"/>
              <a:ext cx="90720" cy="20700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1A3C3A4B-E6B1-7D5A-1008-2AA8E35CA977}"/>
                  </a:ext>
                </a:extLst>
              </p:cNvPr>
              <p:cNvPicPr/>
              <p:nvPr/>
            </p:nvPicPr>
            <p:blipFill>
              <a:blip r:embed="rId330"/>
              <a:stretch>
                <a:fillRect/>
              </a:stretch>
            </p:blipFill>
            <p:spPr>
              <a:xfrm>
                <a:off x="9447574" y="2777681"/>
                <a:ext cx="126360" cy="2425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1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FDFA0ABE-AA02-2513-037F-4887103A75EF}"/>
                  </a:ext>
                </a:extLst>
              </p14:cNvPr>
              <p14:cNvContentPartPr/>
              <p14:nvPr/>
            </p14:nvContentPartPr>
            <p14:xfrm>
              <a:off x="9476734" y="2619970"/>
              <a:ext cx="45360" cy="3492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FDFA0ABE-AA02-2513-037F-4887103A75EF}"/>
                  </a:ext>
                </a:extLst>
              </p:cNvPr>
              <p:cNvPicPr/>
              <p:nvPr/>
            </p:nvPicPr>
            <p:blipFill>
              <a:blip r:embed="rId332"/>
              <a:stretch>
                <a:fillRect/>
              </a:stretch>
            </p:blipFill>
            <p:spPr>
              <a:xfrm>
                <a:off x="9458734" y="2601970"/>
                <a:ext cx="81000" cy="7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5" name="Group 224">
            <a:extLst>
              <a:ext uri="{FF2B5EF4-FFF2-40B4-BE49-F238E27FC236}">
                <a16:creationId xmlns:a16="http://schemas.microsoft.com/office/drawing/2014/main" id="{90B74BDA-6CE7-A255-AFC5-1C531CFA57F4}"/>
              </a:ext>
            </a:extLst>
          </p:cNvPr>
          <p:cNvGrpSpPr/>
          <p:nvPr/>
        </p:nvGrpSpPr>
        <p:grpSpPr>
          <a:xfrm>
            <a:off x="9711094" y="2764330"/>
            <a:ext cx="361080" cy="290160"/>
            <a:chOff x="9711094" y="2764330"/>
            <a:chExt cx="361080" cy="29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DB2AADE5-38B6-D9C3-3631-3D6839AEC837}"/>
                    </a:ext>
                  </a:extLst>
                </p14:cNvPr>
                <p14:cNvContentPartPr/>
                <p14:nvPr/>
              </p14:nvContentPartPr>
              <p14:xfrm>
                <a:off x="9711094" y="2899690"/>
                <a:ext cx="169920" cy="15480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DB2AADE5-38B6-D9C3-3631-3D6839AEC837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9693094" y="2881690"/>
                  <a:ext cx="2055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14CCAFD1-2C15-1B45-49D2-25C2B1CE1E6B}"/>
                    </a:ext>
                  </a:extLst>
                </p14:cNvPr>
                <p14:cNvContentPartPr/>
                <p14:nvPr/>
              </p14:nvContentPartPr>
              <p14:xfrm>
                <a:off x="9953734" y="2851450"/>
                <a:ext cx="117720" cy="2484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14CCAFD1-2C15-1B45-49D2-25C2B1CE1E6B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9935734" y="2833450"/>
                  <a:ext cx="1533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3423E060-97AF-5CF6-3EEE-00B443B6BD27}"/>
                    </a:ext>
                  </a:extLst>
                </p14:cNvPr>
                <p14:cNvContentPartPr/>
                <p14:nvPr/>
              </p14:nvContentPartPr>
              <p14:xfrm>
                <a:off x="10041214" y="2764330"/>
                <a:ext cx="30960" cy="1879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3423E060-97AF-5CF6-3EEE-00B443B6BD27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0023214" y="2746330"/>
                  <a:ext cx="66600" cy="22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9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9C4BC5A7-8427-DAD1-BA3E-A940B8C891DF}"/>
                  </a:ext>
                </a:extLst>
              </p14:cNvPr>
              <p14:cNvContentPartPr/>
              <p14:nvPr/>
            </p14:nvContentPartPr>
            <p14:xfrm>
              <a:off x="10318054" y="2765770"/>
              <a:ext cx="132480" cy="170280"/>
            </p14:xfrm>
          </p:contentPart>
        </mc:Choice>
        <mc:Fallback xmlns=""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9C4BC5A7-8427-DAD1-BA3E-A940B8C891DF}"/>
                  </a:ext>
                </a:extLst>
              </p:cNvPr>
              <p:cNvPicPr/>
              <p:nvPr/>
            </p:nvPicPr>
            <p:blipFill>
              <a:blip r:embed="rId340"/>
              <a:stretch>
                <a:fillRect/>
              </a:stretch>
            </p:blipFill>
            <p:spPr>
              <a:xfrm>
                <a:off x="10300054" y="2747770"/>
                <a:ext cx="16812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1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F07ECE95-4E2A-5D7D-2477-246F6D001BD8}"/>
                  </a:ext>
                </a:extLst>
              </p14:cNvPr>
              <p14:cNvContentPartPr/>
              <p14:nvPr/>
            </p14:nvContentPartPr>
            <p14:xfrm>
              <a:off x="10341454" y="2609530"/>
              <a:ext cx="11520" cy="34200"/>
            </p14:xfrm>
          </p:contentPart>
        </mc:Choice>
        <mc:Fallback xmlns=""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F07ECE95-4E2A-5D7D-2477-246F6D001BD8}"/>
                  </a:ext>
                </a:extLst>
              </p:cNvPr>
              <p:cNvPicPr/>
              <p:nvPr/>
            </p:nvPicPr>
            <p:blipFill>
              <a:blip r:embed="rId342"/>
              <a:stretch>
                <a:fillRect/>
              </a:stretch>
            </p:blipFill>
            <p:spPr>
              <a:xfrm>
                <a:off x="10323454" y="2591530"/>
                <a:ext cx="47160" cy="6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8" name="Group 227">
            <a:extLst>
              <a:ext uri="{FF2B5EF4-FFF2-40B4-BE49-F238E27FC236}">
                <a16:creationId xmlns:a16="http://schemas.microsoft.com/office/drawing/2014/main" id="{4EA3909C-DBB5-756B-8A1A-C73DBA6AF457}"/>
              </a:ext>
            </a:extLst>
          </p:cNvPr>
          <p:cNvGrpSpPr/>
          <p:nvPr/>
        </p:nvGrpSpPr>
        <p:grpSpPr>
          <a:xfrm>
            <a:off x="10604974" y="2799250"/>
            <a:ext cx="146520" cy="279000"/>
            <a:chOff x="10604974" y="2799250"/>
            <a:chExt cx="146520" cy="27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5AAA0806-4337-385C-3F05-37D4D5EAF7B5}"/>
                    </a:ext>
                  </a:extLst>
                </p14:cNvPr>
                <p14:cNvContentPartPr/>
                <p14:nvPr/>
              </p14:nvContentPartPr>
              <p14:xfrm>
                <a:off x="10604974" y="2799250"/>
                <a:ext cx="146520" cy="1515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5AAA0806-4337-385C-3F05-37D4D5EAF7B5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0586974" y="2781250"/>
                  <a:ext cx="1821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59953D05-9FC5-8E74-AEAE-A38D3042DC26}"/>
                    </a:ext>
                  </a:extLst>
                </p14:cNvPr>
                <p14:cNvContentPartPr/>
                <p14:nvPr/>
              </p14:nvContentPartPr>
              <p14:xfrm>
                <a:off x="10722334" y="2889250"/>
                <a:ext cx="19440" cy="18900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59953D05-9FC5-8E74-AEAE-A38D3042DC26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0704334" y="2871284"/>
                  <a:ext cx="55080" cy="224572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7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6C37313B-1CFE-EF81-3587-B951D4BEB1D0}"/>
                  </a:ext>
                </a:extLst>
              </p14:cNvPr>
              <p14:cNvContentPartPr/>
              <p14:nvPr/>
            </p14:nvContentPartPr>
            <p14:xfrm>
              <a:off x="8967694" y="3314410"/>
              <a:ext cx="27360" cy="21240"/>
            </p14:xfrm>
          </p:contentPart>
        </mc:Choice>
        <mc:Fallback xmlns=""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6C37313B-1CFE-EF81-3587-B951D4BEB1D0}"/>
                  </a:ext>
                </a:extLst>
              </p:cNvPr>
              <p:cNvPicPr/>
              <p:nvPr/>
            </p:nvPicPr>
            <p:blipFill>
              <a:blip r:embed="rId348"/>
              <a:stretch>
                <a:fillRect/>
              </a:stretch>
            </p:blipFill>
            <p:spPr>
              <a:xfrm>
                <a:off x="8949454" y="3296410"/>
                <a:ext cx="63475" cy="5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7" name="Group 236">
            <a:extLst>
              <a:ext uri="{FF2B5EF4-FFF2-40B4-BE49-F238E27FC236}">
                <a16:creationId xmlns:a16="http://schemas.microsoft.com/office/drawing/2014/main" id="{F863EB7C-CBCF-8D01-119D-BCC69E779F18}"/>
              </a:ext>
            </a:extLst>
          </p:cNvPr>
          <p:cNvGrpSpPr/>
          <p:nvPr/>
        </p:nvGrpSpPr>
        <p:grpSpPr>
          <a:xfrm>
            <a:off x="8910454" y="3481450"/>
            <a:ext cx="385920" cy="379440"/>
            <a:chOff x="8910454" y="3481450"/>
            <a:chExt cx="385920" cy="37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5C91C630-B1EF-4706-2250-8267F308467C}"/>
                    </a:ext>
                  </a:extLst>
                </p14:cNvPr>
                <p14:cNvContentPartPr/>
                <p14:nvPr/>
              </p14:nvContentPartPr>
              <p14:xfrm>
                <a:off x="8910454" y="3481450"/>
                <a:ext cx="82080" cy="31680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5C91C630-B1EF-4706-2250-8267F308467C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8892454" y="3463450"/>
                  <a:ext cx="11772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7E45599E-1EFB-6E88-DEBB-F4238847214F}"/>
                    </a:ext>
                  </a:extLst>
                </p14:cNvPr>
                <p14:cNvContentPartPr/>
                <p14:nvPr/>
              </p14:nvContentPartPr>
              <p14:xfrm>
                <a:off x="9110974" y="3639130"/>
                <a:ext cx="185400" cy="2217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7E45599E-1EFB-6E88-DEBB-F4238847214F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9092974" y="3621130"/>
                  <a:ext cx="221040" cy="25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3E73B5FF-E18E-0C08-1462-5A0E5B1954B5}"/>
              </a:ext>
            </a:extLst>
          </p:cNvPr>
          <p:cNvGrpSpPr/>
          <p:nvPr/>
        </p:nvGrpSpPr>
        <p:grpSpPr>
          <a:xfrm>
            <a:off x="9460894" y="3640570"/>
            <a:ext cx="100080" cy="98280"/>
            <a:chOff x="9460894" y="3640570"/>
            <a:chExt cx="100080" cy="9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BE3AD2F5-5013-A7D0-BB2F-D6B129938C6C}"/>
                    </a:ext>
                  </a:extLst>
                </p14:cNvPr>
                <p14:cNvContentPartPr/>
                <p14:nvPr/>
              </p14:nvContentPartPr>
              <p14:xfrm>
                <a:off x="9466654" y="3640570"/>
                <a:ext cx="62640" cy="2088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BE3AD2F5-5013-A7D0-BB2F-D6B129938C6C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9448654" y="3622570"/>
                  <a:ext cx="982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E834896E-04E8-F9E0-9C7D-B65C21161783}"/>
                    </a:ext>
                  </a:extLst>
                </p14:cNvPr>
                <p14:cNvContentPartPr/>
                <p14:nvPr/>
              </p14:nvContentPartPr>
              <p14:xfrm>
                <a:off x="9460894" y="3724810"/>
                <a:ext cx="100080" cy="140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E834896E-04E8-F9E0-9C7D-B65C21161783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9442894" y="3706810"/>
                  <a:ext cx="135720" cy="49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7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8597E53F-CB31-EABA-A8B8-BCB2DDE91A48}"/>
                  </a:ext>
                </a:extLst>
              </p14:cNvPr>
              <p14:cNvContentPartPr/>
              <p14:nvPr/>
            </p14:nvContentPartPr>
            <p14:xfrm>
              <a:off x="9801814" y="3576490"/>
              <a:ext cx="109080" cy="15192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8597E53F-CB31-EABA-A8B8-BCB2DDE91A48}"/>
                  </a:ext>
                </a:extLst>
              </p:cNvPr>
              <p:cNvPicPr/>
              <p:nvPr/>
            </p:nvPicPr>
            <p:blipFill>
              <a:blip r:embed="rId358"/>
              <a:stretch>
                <a:fillRect/>
              </a:stretch>
            </p:blipFill>
            <p:spPr>
              <a:xfrm>
                <a:off x="9783814" y="3558490"/>
                <a:ext cx="14472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9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F696BF3E-D22F-A8E8-96F7-2854D9B277C5}"/>
                  </a:ext>
                </a:extLst>
              </p14:cNvPr>
              <p14:cNvContentPartPr/>
              <p14:nvPr/>
            </p14:nvContentPartPr>
            <p14:xfrm>
              <a:off x="9813334" y="3425290"/>
              <a:ext cx="21240" cy="2196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F696BF3E-D22F-A8E8-96F7-2854D9B277C5}"/>
                  </a:ext>
                </a:extLst>
              </p:cNvPr>
              <p:cNvPicPr/>
              <p:nvPr/>
            </p:nvPicPr>
            <p:blipFill>
              <a:blip r:embed="rId360"/>
              <a:stretch>
                <a:fillRect/>
              </a:stretch>
            </p:blipFill>
            <p:spPr>
              <a:xfrm>
                <a:off x="9795334" y="3407290"/>
                <a:ext cx="5688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1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7F816E19-C2FB-50DC-E5A8-046C5CC726A0}"/>
                  </a:ext>
                </a:extLst>
              </p14:cNvPr>
              <p14:cNvContentPartPr/>
              <p14:nvPr/>
            </p14:nvContentPartPr>
            <p14:xfrm>
              <a:off x="10075054" y="3640570"/>
              <a:ext cx="139320" cy="24912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7F816E19-C2FB-50DC-E5A8-046C5CC726A0}"/>
                  </a:ext>
                </a:extLst>
              </p:cNvPr>
              <p:cNvPicPr/>
              <p:nvPr/>
            </p:nvPicPr>
            <p:blipFill>
              <a:blip r:embed="rId362"/>
              <a:stretch>
                <a:fillRect/>
              </a:stretch>
            </p:blipFill>
            <p:spPr>
              <a:xfrm>
                <a:off x="10057007" y="3622570"/>
                <a:ext cx="175052" cy="284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48" name="Group 247">
            <a:extLst>
              <a:ext uri="{FF2B5EF4-FFF2-40B4-BE49-F238E27FC236}">
                <a16:creationId xmlns:a16="http://schemas.microsoft.com/office/drawing/2014/main" id="{21B87F94-B505-EF32-BD0C-8E8DEAB7EBD8}"/>
              </a:ext>
            </a:extLst>
          </p:cNvPr>
          <p:cNvGrpSpPr/>
          <p:nvPr/>
        </p:nvGrpSpPr>
        <p:grpSpPr>
          <a:xfrm>
            <a:off x="10364134" y="3599890"/>
            <a:ext cx="169560" cy="110880"/>
            <a:chOff x="10364134" y="3599890"/>
            <a:chExt cx="169560" cy="11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9920B6BC-927D-1075-5C91-13A8C529A9CB}"/>
                    </a:ext>
                  </a:extLst>
                </p14:cNvPr>
                <p14:cNvContentPartPr/>
                <p14:nvPr/>
              </p14:nvContentPartPr>
              <p14:xfrm>
                <a:off x="10364134" y="3666490"/>
                <a:ext cx="169560" cy="1404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9920B6BC-927D-1075-5C91-13A8C529A9CB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0346096" y="3648490"/>
                  <a:ext cx="205276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84EA7B5B-18A4-7362-57FD-5F607BE9354B}"/>
                    </a:ext>
                  </a:extLst>
                </p14:cNvPr>
                <p14:cNvContentPartPr/>
                <p14:nvPr/>
              </p14:nvContentPartPr>
              <p14:xfrm>
                <a:off x="10438294" y="3599890"/>
                <a:ext cx="32400" cy="11088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84EA7B5B-18A4-7362-57FD-5F607BE9354B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0420492" y="3581890"/>
                  <a:ext cx="67648" cy="14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7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507F3BF3-8807-920C-A24A-85BF39EE4A3F}"/>
                  </a:ext>
                </a:extLst>
              </p14:cNvPr>
              <p14:cNvContentPartPr/>
              <p14:nvPr/>
            </p14:nvContentPartPr>
            <p14:xfrm>
              <a:off x="10728814" y="3333850"/>
              <a:ext cx="18000" cy="1116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507F3BF3-8807-920C-A24A-85BF39EE4A3F}"/>
                  </a:ext>
                </a:extLst>
              </p:cNvPr>
              <p:cNvPicPr/>
              <p:nvPr/>
            </p:nvPicPr>
            <p:blipFill>
              <a:blip r:embed="rId368"/>
              <a:stretch>
                <a:fillRect/>
              </a:stretch>
            </p:blipFill>
            <p:spPr>
              <a:xfrm>
                <a:off x="10710814" y="3315250"/>
                <a:ext cx="53640" cy="47988"/>
              </a:xfrm>
              <a:prstGeom prst="rect">
                <a:avLst/>
              </a:prstGeom>
            </p:spPr>
          </p:pic>
        </mc:Fallback>
      </mc:AlternateContent>
      <p:grpSp>
        <p:nvGrpSpPr>
          <p:cNvPr id="247" name="Group 246">
            <a:extLst>
              <a:ext uri="{FF2B5EF4-FFF2-40B4-BE49-F238E27FC236}">
                <a16:creationId xmlns:a16="http://schemas.microsoft.com/office/drawing/2014/main" id="{76D4DE35-7FAC-9AF2-D04D-D25FEFF13500}"/>
              </a:ext>
            </a:extLst>
          </p:cNvPr>
          <p:cNvGrpSpPr/>
          <p:nvPr/>
        </p:nvGrpSpPr>
        <p:grpSpPr>
          <a:xfrm>
            <a:off x="10736374" y="3511330"/>
            <a:ext cx="362160" cy="210240"/>
            <a:chOff x="10736374" y="3511330"/>
            <a:chExt cx="362160" cy="21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AD59BDD2-C61A-7CCE-94CA-364172B1A96F}"/>
                    </a:ext>
                  </a:extLst>
                </p14:cNvPr>
                <p14:cNvContentPartPr/>
                <p14:nvPr/>
              </p14:nvContentPartPr>
              <p14:xfrm>
                <a:off x="10736374" y="3511330"/>
                <a:ext cx="90720" cy="2102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AD59BDD2-C61A-7CCE-94CA-364172B1A96F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0718374" y="3493330"/>
                  <a:ext cx="12636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C245132C-EC70-C070-270E-ABE81FCFA1FB}"/>
                    </a:ext>
                  </a:extLst>
                </p14:cNvPr>
                <p14:cNvContentPartPr/>
                <p14:nvPr/>
              </p14:nvContentPartPr>
              <p14:xfrm>
                <a:off x="10952734" y="3527530"/>
                <a:ext cx="145800" cy="18828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C245132C-EC70-C070-270E-ABE81FCFA1FB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0934689" y="3509530"/>
                  <a:ext cx="181528" cy="22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3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FB09B067-56A0-A0A8-650D-314C346D65F9}"/>
                  </a:ext>
                </a:extLst>
              </p14:cNvPr>
              <p14:cNvContentPartPr/>
              <p14:nvPr/>
            </p14:nvContentPartPr>
            <p14:xfrm>
              <a:off x="9535414" y="4181650"/>
              <a:ext cx="21240" cy="20520"/>
            </p14:xfrm>
          </p:contentPart>
        </mc:Choice>
        <mc:Fallback xmlns=""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FB09B067-56A0-A0A8-650D-314C346D65F9}"/>
                  </a:ext>
                </a:extLst>
              </p:cNvPr>
              <p:cNvPicPr/>
              <p:nvPr/>
            </p:nvPicPr>
            <p:blipFill>
              <a:blip r:embed="rId374"/>
              <a:stretch>
                <a:fillRect/>
              </a:stretch>
            </p:blipFill>
            <p:spPr>
              <a:xfrm>
                <a:off x="9517414" y="4163650"/>
                <a:ext cx="5688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5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0B366A37-C225-105E-1C14-E247FB097404}"/>
                  </a:ext>
                </a:extLst>
              </p14:cNvPr>
              <p14:cNvContentPartPr/>
              <p14:nvPr/>
            </p14:nvContentPartPr>
            <p14:xfrm>
              <a:off x="9572494" y="4335730"/>
              <a:ext cx="68400" cy="14040"/>
            </p14:xfrm>
          </p:contentPart>
        </mc:Choice>
        <mc:Fallback xmlns=""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0B366A37-C225-105E-1C14-E247FB097404}"/>
                  </a:ext>
                </a:extLst>
              </p:cNvPr>
              <p:cNvPicPr/>
              <p:nvPr/>
            </p:nvPicPr>
            <p:blipFill>
              <a:blip r:embed="rId376"/>
              <a:stretch>
                <a:fillRect/>
              </a:stretch>
            </p:blipFill>
            <p:spPr>
              <a:xfrm>
                <a:off x="9554494" y="4317730"/>
                <a:ext cx="10404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7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17DDF6BF-2330-2D2F-94E6-119FA0A9C590}"/>
                  </a:ext>
                </a:extLst>
              </p14:cNvPr>
              <p14:cNvContentPartPr/>
              <p14:nvPr/>
            </p14:nvContentPartPr>
            <p14:xfrm>
              <a:off x="9656734" y="4475050"/>
              <a:ext cx="20520" cy="155160"/>
            </p14:xfrm>
          </p:contentPart>
        </mc:Choice>
        <mc:Fallback xmlns=""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17DDF6BF-2330-2D2F-94E6-119FA0A9C590}"/>
                  </a:ext>
                </a:extLst>
              </p:cNvPr>
              <p:cNvPicPr/>
              <p:nvPr/>
            </p:nvPicPr>
            <p:blipFill>
              <a:blip r:embed="rId378"/>
              <a:stretch>
                <a:fillRect/>
              </a:stretch>
            </p:blipFill>
            <p:spPr>
              <a:xfrm>
                <a:off x="9638413" y="4457008"/>
                <a:ext cx="56796" cy="1908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9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F2085B97-018A-B754-1969-05DC28E9A651}"/>
                  </a:ext>
                </a:extLst>
              </p14:cNvPr>
              <p14:cNvContentPartPr/>
              <p14:nvPr/>
            </p14:nvContentPartPr>
            <p14:xfrm>
              <a:off x="9335614" y="4971130"/>
              <a:ext cx="39600" cy="63000"/>
            </p14:xfrm>
          </p:contentPart>
        </mc:Choice>
        <mc:Fallback xmlns=""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F2085B97-018A-B754-1969-05DC28E9A651}"/>
                  </a:ext>
                </a:extLst>
              </p:cNvPr>
              <p:cNvPicPr/>
              <p:nvPr/>
            </p:nvPicPr>
            <p:blipFill>
              <a:blip r:embed="rId380"/>
              <a:stretch>
                <a:fillRect/>
              </a:stretch>
            </p:blipFill>
            <p:spPr>
              <a:xfrm>
                <a:off x="9317614" y="4953130"/>
                <a:ext cx="7524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1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99487A53-22D3-6563-91D7-30C86FA90F8C}"/>
                  </a:ext>
                </a:extLst>
              </p14:cNvPr>
              <p14:cNvContentPartPr/>
              <p14:nvPr/>
            </p14:nvContentPartPr>
            <p14:xfrm>
              <a:off x="9032854" y="5047450"/>
              <a:ext cx="74520" cy="188640"/>
            </p14:xfrm>
          </p:contentPart>
        </mc:Choice>
        <mc:Fallback xmlns=""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99487A53-22D3-6563-91D7-30C86FA90F8C}"/>
                  </a:ext>
                </a:extLst>
              </p:cNvPr>
              <p:cNvPicPr/>
              <p:nvPr/>
            </p:nvPicPr>
            <p:blipFill>
              <a:blip r:embed="rId382"/>
              <a:stretch>
                <a:fillRect/>
              </a:stretch>
            </p:blipFill>
            <p:spPr>
              <a:xfrm>
                <a:off x="9014854" y="5029450"/>
                <a:ext cx="11016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3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D5B31F4A-DA2B-8A13-B0B2-FAE7F9AA3C68}"/>
                  </a:ext>
                </a:extLst>
              </p14:cNvPr>
              <p14:cNvContentPartPr/>
              <p14:nvPr/>
            </p14:nvContentPartPr>
            <p14:xfrm>
              <a:off x="9060214" y="4869610"/>
              <a:ext cx="12600" cy="63000"/>
            </p14:xfrm>
          </p:contentPart>
        </mc:Choice>
        <mc:Fallback xmlns=""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D5B31F4A-DA2B-8A13-B0B2-FAE7F9AA3C68}"/>
                  </a:ext>
                </a:extLst>
              </p:cNvPr>
              <p:cNvPicPr/>
              <p:nvPr/>
            </p:nvPicPr>
            <p:blipFill>
              <a:blip r:embed="rId384"/>
              <a:stretch>
                <a:fillRect/>
              </a:stretch>
            </p:blipFill>
            <p:spPr>
              <a:xfrm>
                <a:off x="9042214" y="4851712"/>
                <a:ext cx="48240" cy="98438"/>
              </a:xfrm>
              <a:prstGeom prst="rect">
                <a:avLst/>
              </a:prstGeom>
            </p:spPr>
          </p:pic>
        </mc:Fallback>
      </mc:AlternateContent>
      <p:grpSp>
        <p:nvGrpSpPr>
          <p:cNvPr id="259" name="Group 258">
            <a:extLst>
              <a:ext uri="{FF2B5EF4-FFF2-40B4-BE49-F238E27FC236}">
                <a16:creationId xmlns:a16="http://schemas.microsoft.com/office/drawing/2014/main" id="{75563C19-3C92-A8EA-1BDE-2837A53E52C8}"/>
              </a:ext>
            </a:extLst>
          </p:cNvPr>
          <p:cNvGrpSpPr/>
          <p:nvPr/>
        </p:nvGrpSpPr>
        <p:grpSpPr>
          <a:xfrm>
            <a:off x="9306454" y="5154730"/>
            <a:ext cx="247320" cy="184680"/>
            <a:chOff x="9306454" y="5154730"/>
            <a:chExt cx="247320" cy="18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5E2F78C8-8DEE-9EFF-7179-E6C4F5D28E64}"/>
                    </a:ext>
                  </a:extLst>
                </p14:cNvPr>
                <p14:cNvContentPartPr/>
                <p14:nvPr/>
              </p14:nvContentPartPr>
              <p14:xfrm>
                <a:off x="9306454" y="5154730"/>
                <a:ext cx="10440" cy="18468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5E2F78C8-8DEE-9EFF-7179-E6C4F5D28E64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9289054" y="5136730"/>
                  <a:ext cx="44892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876E2250-C426-46AE-AA0D-949AA1283ED7}"/>
                    </a:ext>
                  </a:extLst>
                </p14:cNvPr>
                <p14:cNvContentPartPr/>
                <p14:nvPr/>
              </p14:nvContentPartPr>
              <p14:xfrm>
                <a:off x="9414094" y="5180290"/>
                <a:ext cx="139680" cy="15588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876E2250-C426-46AE-AA0D-949AA1283ED7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9396094" y="5162290"/>
                  <a:ext cx="175320" cy="19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8CC3FA8E-D61E-6004-43D3-65B2CFB9971B}"/>
              </a:ext>
            </a:extLst>
          </p:cNvPr>
          <p:cNvGrpSpPr/>
          <p:nvPr/>
        </p:nvGrpSpPr>
        <p:grpSpPr>
          <a:xfrm>
            <a:off x="9719734" y="5019730"/>
            <a:ext cx="151920" cy="218520"/>
            <a:chOff x="9719734" y="5019730"/>
            <a:chExt cx="151920" cy="21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47900FA0-F227-6C82-74CB-56C10F7A3770}"/>
                    </a:ext>
                  </a:extLst>
                </p14:cNvPr>
                <p14:cNvContentPartPr/>
                <p14:nvPr/>
              </p14:nvContentPartPr>
              <p14:xfrm>
                <a:off x="9719734" y="5095330"/>
                <a:ext cx="151920" cy="3816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47900FA0-F227-6C82-74CB-56C10F7A3770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9701734" y="5077330"/>
                  <a:ext cx="1875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7A56C5EA-0FA8-85C2-0452-3DEF21334425}"/>
                    </a:ext>
                  </a:extLst>
                </p14:cNvPr>
                <p14:cNvContentPartPr/>
                <p14:nvPr/>
              </p14:nvContentPartPr>
              <p14:xfrm>
                <a:off x="9820894" y="5019730"/>
                <a:ext cx="42480" cy="21852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7A56C5EA-0FA8-85C2-0452-3DEF21334425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9802894" y="5001730"/>
                  <a:ext cx="78120" cy="254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3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4063F050-C9E4-B242-3040-567F04C1DEE2}"/>
                  </a:ext>
                </a:extLst>
              </p14:cNvPr>
              <p14:cNvContentPartPr/>
              <p14:nvPr/>
            </p14:nvContentPartPr>
            <p14:xfrm>
              <a:off x="10064974" y="5013610"/>
              <a:ext cx="123120" cy="158040"/>
            </p14:xfrm>
          </p:contentPart>
        </mc:Choice>
        <mc:Fallback xmlns=""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4063F050-C9E4-B242-3040-567F04C1DEE2}"/>
                  </a:ext>
                </a:extLst>
              </p:cNvPr>
              <p:cNvPicPr/>
              <p:nvPr/>
            </p:nvPicPr>
            <p:blipFill>
              <a:blip r:embed="rId394"/>
              <a:stretch>
                <a:fillRect/>
              </a:stretch>
            </p:blipFill>
            <p:spPr>
              <a:xfrm>
                <a:off x="10046974" y="4995610"/>
                <a:ext cx="15876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5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00C57DDF-6D28-E5EE-84F0-E167B1AA11D6}"/>
                  </a:ext>
                </a:extLst>
              </p14:cNvPr>
              <p14:cNvContentPartPr/>
              <p14:nvPr/>
            </p14:nvContentPartPr>
            <p14:xfrm>
              <a:off x="10081894" y="4904170"/>
              <a:ext cx="18000" cy="8640"/>
            </p14:xfrm>
          </p:contentPart>
        </mc:Choice>
        <mc:Fallback xmlns=""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00C57DDF-6D28-E5EE-84F0-E167B1AA11D6}"/>
                  </a:ext>
                </a:extLst>
              </p:cNvPr>
              <p:cNvPicPr/>
              <p:nvPr/>
            </p:nvPicPr>
            <p:blipFill>
              <a:blip r:embed="rId396"/>
              <a:stretch>
                <a:fillRect/>
              </a:stretch>
            </p:blipFill>
            <p:spPr>
              <a:xfrm>
                <a:off x="10063894" y="4886170"/>
                <a:ext cx="53640" cy="4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3" name="Group 272">
            <a:extLst>
              <a:ext uri="{FF2B5EF4-FFF2-40B4-BE49-F238E27FC236}">
                <a16:creationId xmlns:a16="http://schemas.microsoft.com/office/drawing/2014/main" id="{28D7B87C-E642-584A-B230-A9B193558243}"/>
              </a:ext>
            </a:extLst>
          </p:cNvPr>
          <p:cNvGrpSpPr/>
          <p:nvPr/>
        </p:nvGrpSpPr>
        <p:grpSpPr>
          <a:xfrm>
            <a:off x="10342894" y="5117650"/>
            <a:ext cx="258840" cy="171000"/>
            <a:chOff x="10342894" y="5117650"/>
            <a:chExt cx="258840" cy="17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64F6C15C-4BBA-766B-1837-929382F423C9}"/>
                    </a:ext>
                  </a:extLst>
                </p14:cNvPr>
                <p14:cNvContentPartPr/>
                <p14:nvPr/>
              </p14:nvContentPartPr>
              <p14:xfrm>
                <a:off x="10342894" y="5128450"/>
                <a:ext cx="14040" cy="16020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64F6C15C-4BBA-766B-1837-929382F423C9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10325344" y="5110409"/>
                  <a:ext cx="48789" cy="1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BA71A63A-4A3A-2063-5E2A-47D35FE0B869}"/>
                    </a:ext>
                  </a:extLst>
                </p14:cNvPr>
                <p14:cNvContentPartPr/>
                <p14:nvPr/>
              </p14:nvContentPartPr>
              <p14:xfrm>
                <a:off x="10464934" y="5117650"/>
                <a:ext cx="136800" cy="11016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BA71A63A-4A3A-2063-5E2A-47D35FE0B869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0446934" y="5099650"/>
                  <a:ext cx="172440" cy="14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FBE06F18-A8DC-F730-BB0F-A6101DF2772C}"/>
              </a:ext>
            </a:extLst>
          </p:cNvPr>
          <p:cNvGrpSpPr/>
          <p:nvPr/>
        </p:nvGrpSpPr>
        <p:grpSpPr>
          <a:xfrm>
            <a:off x="10759054" y="5040970"/>
            <a:ext cx="339840" cy="146160"/>
            <a:chOff x="10759054" y="5040970"/>
            <a:chExt cx="339840" cy="14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559C95D7-1172-88A0-7DBD-2A2DF138D4B2}"/>
                    </a:ext>
                  </a:extLst>
                </p14:cNvPr>
                <p14:cNvContentPartPr/>
                <p14:nvPr/>
              </p14:nvContentPartPr>
              <p14:xfrm>
                <a:off x="10759054" y="5052850"/>
                <a:ext cx="77760" cy="3060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559C95D7-1172-88A0-7DBD-2A2DF138D4B2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10741054" y="5034850"/>
                  <a:ext cx="1134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652430F9-4D1C-ABC0-783B-2EE9BDF11757}"/>
                    </a:ext>
                  </a:extLst>
                </p14:cNvPr>
                <p14:cNvContentPartPr/>
                <p14:nvPr/>
              </p14:nvContentPartPr>
              <p14:xfrm>
                <a:off x="10811974" y="5107570"/>
                <a:ext cx="83520" cy="3456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652430F9-4D1C-ABC0-783B-2EE9BDF11757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10793974" y="5089570"/>
                  <a:ext cx="1191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8AFBD649-0099-32B5-B11B-504F9106850B}"/>
                    </a:ext>
                  </a:extLst>
                </p14:cNvPr>
                <p14:cNvContentPartPr/>
                <p14:nvPr/>
              </p14:nvContentPartPr>
              <p14:xfrm>
                <a:off x="11020774" y="5040970"/>
                <a:ext cx="78120" cy="14616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8AFBD649-0099-32B5-B11B-504F9106850B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11002774" y="5022970"/>
                  <a:ext cx="113760" cy="181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7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35B4F07D-DAEA-8AD5-70BF-FB84F33BC0FB}"/>
                  </a:ext>
                </a:extLst>
              </p14:cNvPr>
              <p14:cNvContentPartPr/>
              <p14:nvPr/>
            </p14:nvContentPartPr>
            <p14:xfrm>
              <a:off x="11032654" y="4880410"/>
              <a:ext cx="20880" cy="32760"/>
            </p14:xfrm>
          </p:contentPart>
        </mc:Choice>
        <mc:Fallback xmlns=""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35B4F07D-DAEA-8AD5-70BF-FB84F33BC0FB}"/>
                  </a:ext>
                </a:extLst>
              </p:cNvPr>
              <p:cNvPicPr/>
              <p:nvPr/>
            </p:nvPicPr>
            <p:blipFill>
              <a:blip r:embed="rId408"/>
              <a:stretch>
                <a:fillRect/>
              </a:stretch>
            </p:blipFill>
            <p:spPr>
              <a:xfrm>
                <a:off x="11014654" y="4862210"/>
                <a:ext cx="56520" cy="68796"/>
              </a:xfrm>
              <a:prstGeom prst="rect">
                <a:avLst/>
              </a:prstGeom>
            </p:spPr>
          </p:pic>
        </mc:Fallback>
      </mc:AlternateContent>
      <p:grpSp>
        <p:nvGrpSpPr>
          <p:cNvPr id="271" name="Group 270">
            <a:extLst>
              <a:ext uri="{FF2B5EF4-FFF2-40B4-BE49-F238E27FC236}">
                <a16:creationId xmlns:a16="http://schemas.microsoft.com/office/drawing/2014/main" id="{BCE5D0E5-1E99-4408-C2DB-30D9883D10E2}"/>
              </a:ext>
            </a:extLst>
          </p:cNvPr>
          <p:cNvGrpSpPr/>
          <p:nvPr/>
        </p:nvGrpSpPr>
        <p:grpSpPr>
          <a:xfrm>
            <a:off x="11246854" y="5132770"/>
            <a:ext cx="394200" cy="269280"/>
            <a:chOff x="11246854" y="5132770"/>
            <a:chExt cx="394200" cy="26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796DC6C9-43E4-A557-5A2E-0B55231693B7}"/>
                    </a:ext>
                  </a:extLst>
                </p14:cNvPr>
                <p14:cNvContentPartPr/>
                <p14:nvPr/>
              </p14:nvContentPartPr>
              <p14:xfrm>
                <a:off x="11291134" y="5132770"/>
                <a:ext cx="39240" cy="26928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796DC6C9-43E4-A557-5A2E-0B55231693B7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11273134" y="5114770"/>
                  <a:ext cx="7488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3D2D3390-A426-1751-ADA1-33FE55D3CDDC}"/>
                    </a:ext>
                  </a:extLst>
                </p14:cNvPr>
                <p14:cNvContentPartPr/>
                <p14:nvPr/>
              </p14:nvContentPartPr>
              <p14:xfrm>
                <a:off x="11246854" y="5288650"/>
                <a:ext cx="86040" cy="1872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3D2D3390-A426-1751-ADA1-33FE55D3CDDC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11228778" y="5270650"/>
                  <a:ext cx="12183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16042E02-0B8E-4254-F7D1-8EA27ADF2327}"/>
                    </a:ext>
                  </a:extLst>
                </p14:cNvPr>
                <p14:cNvContentPartPr/>
                <p14:nvPr/>
              </p14:nvContentPartPr>
              <p14:xfrm>
                <a:off x="11403814" y="5282890"/>
                <a:ext cx="91800" cy="10296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16042E02-0B8E-4254-F7D1-8EA27ADF2327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11385814" y="5264890"/>
                  <a:ext cx="1274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5CF154C9-209C-DBA2-DC34-B68C593180EF}"/>
                    </a:ext>
                  </a:extLst>
                </p14:cNvPr>
                <p14:cNvContentPartPr/>
                <p14:nvPr/>
              </p14:nvContentPartPr>
              <p14:xfrm>
                <a:off x="11553574" y="5153290"/>
                <a:ext cx="33840" cy="20664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5CF154C9-209C-DBA2-DC34-B68C593180EF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11535574" y="5135290"/>
                  <a:ext cx="6948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D28393B0-897F-15C4-AFAE-B3F8BECEAB4D}"/>
                    </a:ext>
                  </a:extLst>
                </p14:cNvPr>
                <p14:cNvContentPartPr/>
                <p14:nvPr/>
              </p14:nvContentPartPr>
              <p14:xfrm>
                <a:off x="11525134" y="5219530"/>
                <a:ext cx="115920" cy="3564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D28393B0-897F-15C4-AFAE-B3F8BECEAB4D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11507134" y="5201530"/>
                  <a:ext cx="151560" cy="7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56E96109-8F8C-D098-9F52-A2E91EDB07F5}"/>
              </a:ext>
            </a:extLst>
          </p:cNvPr>
          <p:cNvGrpSpPr/>
          <p:nvPr/>
        </p:nvGrpSpPr>
        <p:grpSpPr>
          <a:xfrm>
            <a:off x="221134" y="2865490"/>
            <a:ext cx="467280" cy="304920"/>
            <a:chOff x="221134" y="2865490"/>
            <a:chExt cx="467280" cy="30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F02EE75C-2CB7-99BD-2311-08D675627A84}"/>
                    </a:ext>
                  </a:extLst>
                </p14:cNvPr>
                <p14:cNvContentPartPr/>
                <p14:nvPr/>
              </p14:nvContentPartPr>
              <p14:xfrm>
                <a:off x="221134" y="2865490"/>
                <a:ext cx="190080" cy="3049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F02EE75C-2CB7-99BD-2311-08D675627A84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203134" y="2847850"/>
                  <a:ext cx="22572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AE7FBF31-D0CE-269B-BC98-BC592CB684A0}"/>
                    </a:ext>
                  </a:extLst>
                </p14:cNvPr>
                <p14:cNvContentPartPr/>
                <p14:nvPr/>
              </p14:nvContentPartPr>
              <p14:xfrm>
                <a:off x="557014" y="2979250"/>
                <a:ext cx="59040" cy="122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AE7FBF31-D0CE-269B-BC98-BC592CB684A0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539374" y="2961610"/>
                  <a:ext cx="946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46625F3D-21FC-4340-A9E6-A22D3DE30B0B}"/>
                    </a:ext>
                  </a:extLst>
                </p14:cNvPr>
                <p14:cNvContentPartPr/>
                <p14:nvPr/>
              </p14:nvContentPartPr>
              <p14:xfrm>
                <a:off x="571774" y="3044050"/>
                <a:ext cx="116640" cy="547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46625F3D-21FC-4340-A9E6-A22D3DE30B0B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553774" y="3026410"/>
                  <a:ext cx="152280" cy="9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ED3F6FC3-EE5A-E46E-7BB8-48D8D7132688}"/>
              </a:ext>
            </a:extLst>
          </p:cNvPr>
          <p:cNvGrpSpPr/>
          <p:nvPr/>
        </p:nvGrpSpPr>
        <p:grpSpPr>
          <a:xfrm>
            <a:off x="869854" y="2860450"/>
            <a:ext cx="332640" cy="307800"/>
            <a:chOff x="869854" y="2860450"/>
            <a:chExt cx="332640" cy="30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F9CAE64D-86C9-5A99-ACF0-0A912D5A952A}"/>
                    </a:ext>
                  </a:extLst>
                </p14:cNvPr>
                <p14:cNvContentPartPr/>
                <p14:nvPr/>
              </p14:nvContentPartPr>
              <p14:xfrm>
                <a:off x="869854" y="2860450"/>
                <a:ext cx="23040" cy="27648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F9CAE64D-86C9-5A99-ACF0-0A912D5A952A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851854" y="2842810"/>
                  <a:ext cx="5868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11190E7A-F5CC-8EEE-84E3-0F2D1DA55402}"/>
                    </a:ext>
                  </a:extLst>
                </p14:cNvPr>
                <p14:cNvContentPartPr/>
                <p14:nvPr/>
              </p14:nvContentPartPr>
              <p14:xfrm>
                <a:off x="1066054" y="2902570"/>
                <a:ext cx="22320" cy="2656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11190E7A-F5CC-8EEE-84E3-0F2D1DA55402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1048054" y="2884570"/>
                  <a:ext cx="5796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D0223A1F-B76F-05A6-0C46-92EE67AD0CB5}"/>
                    </a:ext>
                  </a:extLst>
                </p14:cNvPr>
                <p14:cNvContentPartPr/>
                <p14:nvPr/>
              </p14:nvContentPartPr>
              <p14:xfrm>
                <a:off x="1061014" y="2877730"/>
                <a:ext cx="141480" cy="12600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D0223A1F-B76F-05A6-0C46-92EE67AD0CB5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1043374" y="2860090"/>
                  <a:ext cx="177120" cy="161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1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1B37DD73-0629-4461-D44B-4918AB99B3FC}"/>
                  </a:ext>
                </a:extLst>
              </p14:cNvPr>
              <p14:cNvContentPartPr/>
              <p14:nvPr/>
            </p14:nvContentPartPr>
            <p14:xfrm>
              <a:off x="305014" y="3610690"/>
              <a:ext cx="96840" cy="28260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1B37DD73-0629-4461-D44B-4918AB99B3FC}"/>
                  </a:ext>
                </a:extLst>
              </p:cNvPr>
              <p:cNvPicPr/>
              <p:nvPr/>
            </p:nvPicPr>
            <p:blipFill>
              <a:blip r:embed="rId432"/>
              <a:stretch>
                <a:fillRect/>
              </a:stretch>
            </p:blipFill>
            <p:spPr>
              <a:xfrm>
                <a:off x="287374" y="3593050"/>
                <a:ext cx="132480" cy="31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78" name="Group 277">
            <a:extLst>
              <a:ext uri="{FF2B5EF4-FFF2-40B4-BE49-F238E27FC236}">
                <a16:creationId xmlns:a16="http://schemas.microsoft.com/office/drawing/2014/main" id="{F87D69ED-2714-2914-5254-7C0A8CD8A7D5}"/>
              </a:ext>
            </a:extLst>
          </p:cNvPr>
          <p:cNvGrpSpPr/>
          <p:nvPr/>
        </p:nvGrpSpPr>
        <p:grpSpPr>
          <a:xfrm>
            <a:off x="568534" y="3508810"/>
            <a:ext cx="1633680" cy="456840"/>
            <a:chOff x="568534" y="3508810"/>
            <a:chExt cx="1633680" cy="45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744E4241-6DEE-4DFD-D3CD-1500790F6347}"/>
                    </a:ext>
                  </a:extLst>
                </p14:cNvPr>
                <p14:cNvContentPartPr/>
                <p14:nvPr/>
              </p14:nvContentPartPr>
              <p14:xfrm>
                <a:off x="568534" y="3806170"/>
                <a:ext cx="3960" cy="1533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744E4241-6DEE-4DFD-D3CD-1500790F6347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550894" y="3788170"/>
                  <a:ext cx="396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D35A01C8-AC00-6ABE-0C55-82D0BD75E5E7}"/>
                    </a:ext>
                  </a:extLst>
                </p14:cNvPr>
                <p14:cNvContentPartPr/>
                <p14:nvPr/>
              </p14:nvContentPartPr>
              <p14:xfrm>
                <a:off x="688054" y="3707170"/>
                <a:ext cx="183240" cy="561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D35A01C8-AC00-6ABE-0C55-82D0BD75E5E7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670054" y="3689170"/>
                  <a:ext cx="2188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5A1E25FC-03E9-B6E9-3B25-7A476D6B0FE7}"/>
                    </a:ext>
                  </a:extLst>
                </p14:cNvPr>
                <p14:cNvContentPartPr/>
                <p14:nvPr/>
              </p14:nvContentPartPr>
              <p14:xfrm>
                <a:off x="964174" y="3559210"/>
                <a:ext cx="147960" cy="28980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5A1E25FC-03E9-B6E9-3B25-7A476D6B0FE7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946174" y="3541570"/>
                  <a:ext cx="18360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9EAB66A5-1829-4160-47CC-089360A3EDFB}"/>
                    </a:ext>
                  </a:extLst>
                </p14:cNvPr>
                <p14:cNvContentPartPr/>
                <p14:nvPr/>
              </p14:nvContentPartPr>
              <p14:xfrm>
                <a:off x="1141294" y="3722290"/>
                <a:ext cx="95400" cy="15588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9EAB66A5-1829-4160-47CC-089360A3EDFB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1123654" y="3704650"/>
                  <a:ext cx="13104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48CC7B9E-A8D1-7C0B-4E2D-1EC83E6B7FBB}"/>
                    </a:ext>
                  </a:extLst>
                </p14:cNvPr>
                <p14:cNvContentPartPr/>
                <p14:nvPr/>
              </p14:nvContentPartPr>
              <p14:xfrm>
                <a:off x="1330294" y="3683050"/>
                <a:ext cx="77400" cy="392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48CC7B9E-A8D1-7C0B-4E2D-1EC83E6B7FBB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1312654" y="3665410"/>
                  <a:ext cx="1130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895E3125-0AA6-086C-B852-F52964DF24BA}"/>
                    </a:ext>
                  </a:extLst>
                </p14:cNvPr>
                <p14:cNvContentPartPr/>
                <p14:nvPr/>
              </p14:nvContentPartPr>
              <p14:xfrm>
                <a:off x="1324534" y="3737410"/>
                <a:ext cx="120960" cy="511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895E3125-0AA6-086C-B852-F52964DF24BA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1306534" y="3719770"/>
                  <a:ext cx="1566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18636E61-A45D-1890-9DF4-E4F7A9869FED}"/>
                    </a:ext>
                  </a:extLst>
                </p14:cNvPr>
                <p14:cNvContentPartPr/>
                <p14:nvPr/>
              </p14:nvContentPartPr>
              <p14:xfrm>
                <a:off x="1574734" y="3638770"/>
                <a:ext cx="71280" cy="17352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18636E61-A45D-1890-9DF4-E4F7A9869FED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1557094" y="3621130"/>
                  <a:ext cx="1069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97DB3FD4-AB61-309B-14BE-2C423C9265E7}"/>
                    </a:ext>
                  </a:extLst>
                </p14:cNvPr>
                <p14:cNvContentPartPr/>
                <p14:nvPr/>
              </p14:nvContentPartPr>
              <p14:xfrm>
                <a:off x="1583374" y="3508810"/>
                <a:ext cx="23040" cy="115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97DB3FD4-AB61-309B-14BE-2C423C9265E7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1565734" y="3490810"/>
                  <a:ext cx="586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C94933D8-9D42-BC2F-4903-175C9B98CAAC}"/>
                    </a:ext>
                  </a:extLst>
                </p14:cNvPr>
                <p14:cNvContentPartPr/>
                <p14:nvPr/>
              </p14:nvContentPartPr>
              <p14:xfrm>
                <a:off x="1782814" y="3798610"/>
                <a:ext cx="26280" cy="16704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C94933D8-9D42-BC2F-4903-175C9B98CAAC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1764814" y="3780610"/>
                  <a:ext cx="6192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001CB42F-8AA8-D897-45B6-7B0CD22F7B4C}"/>
                    </a:ext>
                  </a:extLst>
                </p14:cNvPr>
                <p14:cNvContentPartPr/>
                <p14:nvPr/>
              </p14:nvContentPartPr>
              <p14:xfrm>
                <a:off x="1969654" y="3574690"/>
                <a:ext cx="9720" cy="24120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001CB42F-8AA8-D897-45B6-7B0CD22F7B4C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1951654" y="3557050"/>
                  <a:ext cx="4536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C68F03F4-BBC2-0FF4-BCD6-B7B3F4CC83CB}"/>
                    </a:ext>
                  </a:extLst>
                </p14:cNvPr>
                <p14:cNvContentPartPr/>
                <p14:nvPr/>
              </p14:nvContentPartPr>
              <p14:xfrm>
                <a:off x="1935094" y="3545530"/>
                <a:ext cx="192240" cy="17280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C68F03F4-BBC2-0FF4-BCD6-B7B3F4CC83CB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1917094" y="3527890"/>
                  <a:ext cx="2278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F72E4A49-85F9-FCB2-910F-07958D321383}"/>
                    </a:ext>
                  </a:extLst>
                </p14:cNvPr>
                <p14:cNvContentPartPr/>
                <p14:nvPr/>
              </p14:nvContentPartPr>
              <p14:xfrm>
                <a:off x="2184574" y="3689170"/>
                <a:ext cx="17640" cy="18072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F72E4A49-85F9-FCB2-910F-07958D321383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2166934" y="3671530"/>
                  <a:ext cx="53280" cy="216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57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772E5E77-8DEB-F098-A65F-509A96C15BF1}"/>
                  </a:ext>
                </a:extLst>
              </p14:cNvPr>
              <p14:cNvContentPartPr/>
              <p14:nvPr/>
            </p14:nvContentPartPr>
            <p14:xfrm>
              <a:off x="799654" y="4306930"/>
              <a:ext cx="11520" cy="17640"/>
            </p14:xfrm>
          </p:contentPart>
        </mc:Choice>
        <mc:Fallback xmlns=""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772E5E77-8DEB-F098-A65F-509A96C15BF1}"/>
                  </a:ext>
                </a:extLst>
              </p:cNvPr>
              <p:cNvPicPr/>
              <p:nvPr/>
            </p:nvPicPr>
            <p:blipFill>
              <a:blip r:embed="rId458"/>
              <a:stretch>
                <a:fillRect/>
              </a:stretch>
            </p:blipFill>
            <p:spPr>
              <a:xfrm>
                <a:off x="781654" y="4288930"/>
                <a:ext cx="4716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9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7C4252B9-C1AF-40C2-E718-AA606E4215B8}"/>
                  </a:ext>
                </a:extLst>
              </p14:cNvPr>
              <p14:cNvContentPartPr/>
              <p14:nvPr/>
            </p14:nvContentPartPr>
            <p14:xfrm>
              <a:off x="831334" y="4509970"/>
              <a:ext cx="23760" cy="8640"/>
            </p14:xfrm>
          </p:contentPart>
        </mc:Choice>
        <mc:Fallback xmlns=""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7C4252B9-C1AF-40C2-E718-AA606E4215B8}"/>
                  </a:ext>
                </a:extLst>
              </p:cNvPr>
              <p:cNvPicPr/>
              <p:nvPr/>
            </p:nvPicPr>
            <p:blipFill>
              <a:blip r:embed="rId460"/>
              <a:stretch>
                <a:fillRect/>
              </a:stretch>
            </p:blipFill>
            <p:spPr>
              <a:xfrm>
                <a:off x="813694" y="4492330"/>
                <a:ext cx="5940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1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3E4C5C64-CBA4-65AB-1FA5-772C861E1105}"/>
                  </a:ext>
                </a:extLst>
              </p14:cNvPr>
              <p14:cNvContentPartPr/>
              <p14:nvPr/>
            </p14:nvContentPartPr>
            <p14:xfrm>
              <a:off x="840694" y="4682770"/>
              <a:ext cx="33120" cy="227880"/>
            </p14:xfrm>
          </p:contentPart>
        </mc:Choice>
        <mc:Fallback xmlns=""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3E4C5C64-CBA4-65AB-1FA5-772C861E1105}"/>
                  </a:ext>
                </a:extLst>
              </p:cNvPr>
              <p:cNvPicPr/>
              <p:nvPr/>
            </p:nvPicPr>
            <p:blipFill>
              <a:blip r:embed="rId462"/>
              <a:stretch>
                <a:fillRect/>
              </a:stretch>
            </p:blipFill>
            <p:spPr>
              <a:xfrm>
                <a:off x="823054" y="4664770"/>
                <a:ext cx="68760" cy="263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00" name="Group 299">
            <a:extLst>
              <a:ext uri="{FF2B5EF4-FFF2-40B4-BE49-F238E27FC236}">
                <a16:creationId xmlns:a16="http://schemas.microsoft.com/office/drawing/2014/main" id="{2C4E6C41-211B-E6C2-DBD4-A514FDAC8F43}"/>
              </a:ext>
            </a:extLst>
          </p:cNvPr>
          <p:cNvGrpSpPr/>
          <p:nvPr/>
        </p:nvGrpSpPr>
        <p:grpSpPr>
          <a:xfrm>
            <a:off x="254974" y="5033050"/>
            <a:ext cx="2226960" cy="521280"/>
            <a:chOff x="254974" y="5033050"/>
            <a:chExt cx="2226960" cy="52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89D5E702-7678-E261-2CE3-E1B362B15A47}"/>
                    </a:ext>
                  </a:extLst>
                </p14:cNvPr>
                <p14:cNvContentPartPr/>
                <p14:nvPr/>
              </p14:nvContentPartPr>
              <p14:xfrm>
                <a:off x="254974" y="5114050"/>
                <a:ext cx="159480" cy="30348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89D5E702-7678-E261-2CE3-E1B362B15A47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237334" y="5096050"/>
                  <a:ext cx="19512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CB6FEB42-0EB0-E3FE-085C-45F176927267}"/>
                    </a:ext>
                  </a:extLst>
                </p14:cNvPr>
                <p14:cNvContentPartPr/>
                <p14:nvPr/>
              </p14:nvContentPartPr>
              <p14:xfrm>
                <a:off x="492934" y="5283970"/>
                <a:ext cx="108360" cy="23112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CB6FEB42-0EB0-E3FE-085C-45F176927267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475294" y="5265970"/>
                  <a:ext cx="14400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7801FE35-CA83-12DC-811C-D66B1EA0CF75}"/>
                    </a:ext>
                  </a:extLst>
                </p14:cNvPr>
                <p14:cNvContentPartPr/>
                <p14:nvPr/>
              </p14:nvContentPartPr>
              <p14:xfrm>
                <a:off x="730174" y="5249410"/>
                <a:ext cx="167400" cy="3600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7801FE35-CA83-12DC-811C-D66B1EA0CF75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712534" y="5231410"/>
                  <a:ext cx="2030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78A00F44-4AA9-D982-4D1F-7E32770DCD3D}"/>
                    </a:ext>
                  </a:extLst>
                </p14:cNvPr>
                <p14:cNvContentPartPr/>
                <p14:nvPr/>
              </p14:nvContentPartPr>
              <p14:xfrm>
                <a:off x="979294" y="5078410"/>
                <a:ext cx="151200" cy="31392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78A00F44-4AA9-D982-4D1F-7E32770DCD3D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961294" y="5060770"/>
                  <a:ext cx="18684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E3E31869-AD49-121F-43F3-FCD83A55E2A9}"/>
                    </a:ext>
                  </a:extLst>
                </p14:cNvPr>
                <p14:cNvContentPartPr/>
                <p14:nvPr/>
              </p14:nvContentPartPr>
              <p14:xfrm>
                <a:off x="1143454" y="5321050"/>
                <a:ext cx="120240" cy="22536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E3E31869-AD49-121F-43F3-FCD83A55E2A9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1125454" y="5303050"/>
                  <a:ext cx="1558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CBF9B2AF-91FA-31D2-B4C6-1A821BD66AAA}"/>
                    </a:ext>
                  </a:extLst>
                </p14:cNvPr>
                <p14:cNvContentPartPr/>
                <p14:nvPr/>
              </p14:nvContentPartPr>
              <p14:xfrm>
                <a:off x="1364134" y="5268130"/>
                <a:ext cx="76320" cy="3744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CBF9B2AF-91FA-31D2-B4C6-1A821BD66AAA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1346134" y="5250130"/>
                  <a:ext cx="1119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858817D1-FDC9-1CC9-5C2B-798FDAF264E8}"/>
                    </a:ext>
                  </a:extLst>
                </p14:cNvPr>
                <p14:cNvContentPartPr/>
                <p14:nvPr/>
              </p14:nvContentPartPr>
              <p14:xfrm>
                <a:off x="1406614" y="5358130"/>
                <a:ext cx="116280" cy="3276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858817D1-FDC9-1CC9-5C2B-798FDAF264E8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1388614" y="5340130"/>
                  <a:ext cx="1519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B32AB889-8882-7143-8EFE-205E3649D7D1}"/>
                    </a:ext>
                  </a:extLst>
                </p14:cNvPr>
                <p14:cNvContentPartPr/>
                <p14:nvPr/>
              </p14:nvContentPartPr>
              <p14:xfrm>
                <a:off x="1615774" y="5199370"/>
                <a:ext cx="65160" cy="22392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B32AB889-8882-7143-8EFE-205E3649D7D1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1597774" y="5181730"/>
                  <a:ext cx="1008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9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710C8367-F1C4-C854-A423-23D5BC725780}"/>
                    </a:ext>
                  </a:extLst>
                </p14:cNvPr>
                <p14:cNvContentPartPr/>
                <p14:nvPr/>
              </p14:nvContentPartPr>
              <p14:xfrm>
                <a:off x="1657174" y="5033050"/>
                <a:ext cx="8280" cy="2304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710C8367-F1C4-C854-A423-23D5BC725780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1639534" y="5015050"/>
                  <a:ext cx="439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701009F3-C74E-ECCD-7863-198EDA9C9C7A}"/>
                    </a:ext>
                  </a:extLst>
                </p14:cNvPr>
                <p14:cNvContentPartPr/>
                <p14:nvPr/>
              </p14:nvContentPartPr>
              <p14:xfrm>
                <a:off x="1797934" y="5430490"/>
                <a:ext cx="22320" cy="12384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701009F3-C74E-ECCD-7863-198EDA9C9C7A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1780294" y="5412850"/>
                  <a:ext cx="5796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515C91AE-7336-2C90-2CC0-BDA104F41A66}"/>
                    </a:ext>
                  </a:extLst>
                </p14:cNvPr>
                <p14:cNvContentPartPr/>
                <p14:nvPr/>
              </p14:nvContentPartPr>
              <p14:xfrm>
                <a:off x="1876054" y="5388730"/>
                <a:ext cx="121680" cy="15912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515C91AE-7336-2C90-2CC0-BDA104F41A66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1858414" y="5371090"/>
                  <a:ext cx="1573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EAD539D8-912B-5258-69C5-BDA978E63B8D}"/>
                    </a:ext>
                  </a:extLst>
                </p14:cNvPr>
                <p14:cNvContentPartPr/>
                <p14:nvPr/>
              </p14:nvContentPartPr>
              <p14:xfrm>
                <a:off x="2082694" y="5155450"/>
                <a:ext cx="19440" cy="20772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EAD539D8-912B-5258-69C5-BDA978E63B8D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2064694" y="5137810"/>
                  <a:ext cx="5508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04DBF84C-1B32-FBE3-6134-B17CD3150BE3}"/>
                    </a:ext>
                  </a:extLst>
                </p14:cNvPr>
                <p14:cNvContentPartPr/>
                <p14:nvPr/>
              </p14:nvContentPartPr>
              <p14:xfrm>
                <a:off x="2071174" y="5077690"/>
                <a:ext cx="173520" cy="18720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04DBF84C-1B32-FBE3-6134-B17CD3150BE3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2053534" y="5059690"/>
                  <a:ext cx="2091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A7517D7C-32D6-1D81-DA3C-C7A570CE3568}"/>
                    </a:ext>
                  </a:extLst>
                </p14:cNvPr>
                <p14:cNvContentPartPr/>
                <p14:nvPr/>
              </p14:nvContentPartPr>
              <p14:xfrm>
                <a:off x="2298334" y="5299450"/>
                <a:ext cx="12240" cy="19584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A7517D7C-32D6-1D81-DA3C-C7A570CE3568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2280694" y="5281810"/>
                  <a:ext cx="478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EC8B5640-DE01-7994-19A6-9570B73A3E00}"/>
                    </a:ext>
                  </a:extLst>
                </p14:cNvPr>
                <p14:cNvContentPartPr/>
                <p14:nvPr/>
              </p14:nvContentPartPr>
              <p14:xfrm>
                <a:off x="2402734" y="5309530"/>
                <a:ext cx="79200" cy="14508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EC8B5640-DE01-7994-19A6-9570B73A3E00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2385094" y="5291890"/>
                  <a:ext cx="114840" cy="180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93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9739DEAB-92D9-45C7-CC01-007BB10ECBF3}"/>
                  </a:ext>
                </a:extLst>
              </p14:cNvPr>
              <p14:cNvContentPartPr/>
              <p14:nvPr/>
            </p14:nvContentPartPr>
            <p14:xfrm>
              <a:off x="3070320" y="2691480"/>
              <a:ext cx="349920" cy="67248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9739DEAB-92D9-45C7-CC01-007BB10ECBF3}"/>
                  </a:ext>
                </a:extLst>
              </p:cNvPr>
              <p:cNvPicPr/>
              <p:nvPr/>
            </p:nvPicPr>
            <p:blipFill>
              <a:blip r:embed="rId494"/>
              <a:stretch>
                <a:fillRect/>
              </a:stretch>
            </p:blipFill>
            <p:spPr>
              <a:xfrm>
                <a:off x="3016680" y="2583840"/>
                <a:ext cx="457560" cy="88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5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F8DE18F1-2A02-0C13-1337-4BC1B531897A}"/>
                  </a:ext>
                </a:extLst>
              </p14:cNvPr>
              <p14:cNvContentPartPr/>
              <p14:nvPr/>
            </p14:nvContentPartPr>
            <p14:xfrm>
              <a:off x="2994720" y="4346760"/>
              <a:ext cx="438480" cy="53352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F8DE18F1-2A02-0C13-1337-4BC1B531897A}"/>
                  </a:ext>
                </a:extLst>
              </p:cNvPr>
              <p:cNvPicPr/>
              <p:nvPr/>
            </p:nvPicPr>
            <p:blipFill>
              <a:blip r:embed="rId496"/>
              <a:stretch>
                <a:fillRect/>
              </a:stretch>
            </p:blipFill>
            <p:spPr>
              <a:xfrm>
                <a:off x="2941080" y="4238760"/>
                <a:ext cx="546120" cy="74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7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B1A7753F-8444-1C3E-8084-655A714632C9}"/>
                  </a:ext>
                </a:extLst>
              </p14:cNvPr>
              <p14:cNvContentPartPr/>
              <p14:nvPr/>
            </p14:nvContentPartPr>
            <p14:xfrm>
              <a:off x="4632720" y="4143000"/>
              <a:ext cx="307080" cy="486720"/>
            </p14:xfrm>
          </p:contentPart>
        </mc:Choice>
        <mc:Fallback xmlns=""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B1A7753F-8444-1C3E-8084-655A714632C9}"/>
                  </a:ext>
                </a:extLst>
              </p:cNvPr>
              <p:cNvPicPr/>
              <p:nvPr/>
            </p:nvPicPr>
            <p:blipFill>
              <a:blip r:embed="rId498"/>
              <a:stretch>
                <a:fillRect/>
              </a:stretch>
            </p:blipFill>
            <p:spPr>
              <a:xfrm>
                <a:off x="4578720" y="4035000"/>
                <a:ext cx="414720" cy="70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9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BFFFBAA6-754A-460A-3734-13B3A02B170E}"/>
                  </a:ext>
                </a:extLst>
              </p14:cNvPr>
              <p14:cNvContentPartPr/>
              <p14:nvPr/>
            </p14:nvContentPartPr>
            <p14:xfrm>
              <a:off x="3692040" y="5192400"/>
              <a:ext cx="529920" cy="403560"/>
            </p14:xfrm>
          </p:contentPart>
        </mc:Choice>
        <mc:Fallback xmlns=""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BFFFBAA6-754A-460A-3734-13B3A02B170E}"/>
                  </a:ext>
                </a:extLst>
              </p:cNvPr>
              <p:cNvPicPr/>
              <p:nvPr/>
            </p:nvPicPr>
            <p:blipFill>
              <a:blip r:embed="rId500"/>
              <a:stretch>
                <a:fillRect/>
              </a:stretch>
            </p:blipFill>
            <p:spPr>
              <a:xfrm>
                <a:off x="3638400" y="5084760"/>
                <a:ext cx="637560" cy="61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1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696D9AEB-183E-6E7F-D53C-820DBD117779}"/>
                  </a:ext>
                </a:extLst>
              </p14:cNvPr>
              <p14:cNvContentPartPr/>
              <p14:nvPr/>
            </p14:nvContentPartPr>
            <p14:xfrm>
              <a:off x="4444080" y="2511480"/>
              <a:ext cx="214920" cy="277920"/>
            </p14:xfrm>
          </p:contentPart>
        </mc:Choice>
        <mc:Fallback xmlns=""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696D9AEB-183E-6E7F-D53C-820DBD117779}"/>
                  </a:ext>
                </a:extLst>
              </p:cNvPr>
              <p:cNvPicPr/>
              <p:nvPr/>
            </p:nvPicPr>
            <p:blipFill>
              <a:blip r:embed="rId502"/>
              <a:stretch>
                <a:fillRect/>
              </a:stretch>
            </p:blipFill>
            <p:spPr>
              <a:xfrm>
                <a:off x="4390080" y="2403480"/>
                <a:ext cx="322560" cy="49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3">
            <p14:nvContentPartPr>
              <p14:cNvPr id="301" name="Ink 300">
                <a:extLst>
                  <a:ext uri="{FF2B5EF4-FFF2-40B4-BE49-F238E27FC236}">
                    <a16:creationId xmlns:a16="http://schemas.microsoft.com/office/drawing/2014/main" id="{8F0320B3-9FB1-827D-0ADF-9F70E512A388}"/>
                  </a:ext>
                </a:extLst>
              </p14:cNvPr>
              <p14:cNvContentPartPr/>
              <p14:nvPr/>
            </p14:nvContentPartPr>
            <p14:xfrm>
              <a:off x="4600320" y="2605080"/>
              <a:ext cx="219240" cy="427680"/>
            </p14:xfrm>
          </p:contentPart>
        </mc:Choice>
        <mc:Fallback xmlns="">
          <p:pic>
            <p:nvPicPr>
              <p:cNvPr id="301" name="Ink 300">
                <a:extLst>
                  <a:ext uri="{FF2B5EF4-FFF2-40B4-BE49-F238E27FC236}">
                    <a16:creationId xmlns:a16="http://schemas.microsoft.com/office/drawing/2014/main" id="{8F0320B3-9FB1-827D-0ADF-9F70E512A388}"/>
                  </a:ext>
                </a:extLst>
              </p:cNvPr>
              <p:cNvPicPr/>
              <p:nvPr/>
            </p:nvPicPr>
            <p:blipFill>
              <a:blip r:embed="rId504"/>
              <a:stretch>
                <a:fillRect/>
              </a:stretch>
            </p:blipFill>
            <p:spPr>
              <a:xfrm>
                <a:off x="4546320" y="2497080"/>
                <a:ext cx="326880" cy="64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5">
            <p14:nvContentPartPr>
              <p14:cNvPr id="302" name="Ink 301">
                <a:extLst>
                  <a:ext uri="{FF2B5EF4-FFF2-40B4-BE49-F238E27FC236}">
                    <a16:creationId xmlns:a16="http://schemas.microsoft.com/office/drawing/2014/main" id="{B199C964-057B-452F-76A4-AFCD39754725}"/>
                  </a:ext>
                </a:extLst>
              </p14:cNvPr>
              <p14:cNvContentPartPr/>
              <p14:nvPr/>
            </p14:nvContentPartPr>
            <p14:xfrm>
              <a:off x="5112960" y="1918920"/>
              <a:ext cx="352440" cy="230040"/>
            </p14:xfrm>
          </p:contentPart>
        </mc:Choice>
        <mc:Fallback xmlns="">
          <p:pic>
            <p:nvPicPr>
              <p:cNvPr id="302" name="Ink 301">
                <a:extLst>
                  <a:ext uri="{FF2B5EF4-FFF2-40B4-BE49-F238E27FC236}">
                    <a16:creationId xmlns:a16="http://schemas.microsoft.com/office/drawing/2014/main" id="{B199C964-057B-452F-76A4-AFCD39754725}"/>
                  </a:ext>
                </a:extLst>
              </p:cNvPr>
              <p:cNvPicPr/>
              <p:nvPr/>
            </p:nvPicPr>
            <p:blipFill>
              <a:blip r:embed="rId506"/>
              <a:stretch>
                <a:fillRect/>
              </a:stretch>
            </p:blipFill>
            <p:spPr>
              <a:xfrm>
                <a:off x="5059320" y="1811280"/>
                <a:ext cx="460080" cy="44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7">
            <p14:nvContentPartPr>
              <p14:cNvPr id="303" name="Ink 302">
                <a:extLst>
                  <a:ext uri="{FF2B5EF4-FFF2-40B4-BE49-F238E27FC236}">
                    <a16:creationId xmlns:a16="http://schemas.microsoft.com/office/drawing/2014/main" id="{45C93C1F-52BE-7E1B-95B0-CB360635D9A6}"/>
                  </a:ext>
                </a:extLst>
              </p14:cNvPr>
              <p14:cNvContentPartPr/>
              <p14:nvPr/>
            </p14:nvContentPartPr>
            <p14:xfrm>
              <a:off x="5291160" y="3493200"/>
              <a:ext cx="630000" cy="331200"/>
            </p14:xfrm>
          </p:contentPart>
        </mc:Choice>
        <mc:Fallback xmlns="">
          <p:pic>
            <p:nvPicPr>
              <p:cNvPr id="303" name="Ink 302">
                <a:extLst>
                  <a:ext uri="{FF2B5EF4-FFF2-40B4-BE49-F238E27FC236}">
                    <a16:creationId xmlns:a16="http://schemas.microsoft.com/office/drawing/2014/main" id="{45C93C1F-52BE-7E1B-95B0-CB360635D9A6}"/>
                  </a:ext>
                </a:extLst>
              </p:cNvPr>
              <p:cNvPicPr/>
              <p:nvPr/>
            </p:nvPicPr>
            <p:blipFill>
              <a:blip r:embed="rId508"/>
              <a:stretch>
                <a:fillRect/>
              </a:stretch>
            </p:blipFill>
            <p:spPr>
              <a:xfrm>
                <a:off x="5237160" y="3385560"/>
                <a:ext cx="737640" cy="54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9">
            <p14:nvContentPartPr>
              <p14:cNvPr id="304" name="Ink 303">
                <a:extLst>
                  <a:ext uri="{FF2B5EF4-FFF2-40B4-BE49-F238E27FC236}">
                    <a16:creationId xmlns:a16="http://schemas.microsoft.com/office/drawing/2014/main" id="{1F9743D3-C8AA-716C-93ED-4C9915702978}"/>
                  </a:ext>
                </a:extLst>
              </p14:cNvPr>
              <p14:cNvContentPartPr/>
              <p14:nvPr/>
            </p14:nvContentPartPr>
            <p14:xfrm>
              <a:off x="6234000" y="2699040"/>
              <a:ext cx="259920" cy="428760"/>
            </p14:xfrm>
          </p:contentPart>
        </mc:Choice>
        <mc:Fallback xmlns="">
          <p:pic>
            <p:nvPicPr>
              <p:cNvPr id="304" name="Ink 303">
                <a:extLst>
                  <a:ext uri="{FF2B5EF4-FFF2-40B4-BE49-F238E27FC236}">
                    <a16:creationId xmlns:a16="http://schemas.microsoft.com/office/drawing/2014/main" id="{1F9743D3-C8AA-716C-93ED-4C9915702978}"/>
                  </a:ext>
                </a:extLst>
              </p:cNvPr>
              <p:cNvPicPr/>
              <p:nvPr/>
            </p:nvPicPr>
            <p:blipFill>
              <a:blip r:embed="rId510"/>
              <a:stretch>
                <a:fillRect/>
              </a:stretch>
            </p:blipFill>
            <p:spPr>
              <a:xfrm>
                <a:off x="6180360" y="2591040"/>
                <a:ext cx="367560" cy="64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1">
            <p14:nvContentPartPr>
              <p14:cNvPr id="305" name="Ink 304">
                <a:extLst>
                  <a:ext uri="{FF2B5EF4-FFF2-40B4-BE49-F238E27FC236}">
                    <a16:creationId xmlns:a16="http://schemas.microsoft.com/office/drawing/2014/main" id="{7C8A0E5F-9AFA-5855-3D13-F48235F8F8A9}"/>
                  </a:ext>
                </a:extLst>
              </p14:cNvPr>
              <p14:cNvContentPartPr/>
              <p14:nvPr/>
            </p14:nvContentPartPr>
            <p14:xfrm>
              <a:off x="6415080" y="4266840"/>
              <a:ext cx="343080" cy="372600"/>
            </p14:xfrm>
          </p:contentPart>
        </mc:Choice>
        <mc:Fallback xmlns="">
          <p:pic>
            <p:nvPicPr>
              <p:cNvPr id="305" name="Ink 304">
                <a:extLst>
                  <a:ext uri="{FF2B5EF4-FFF2-40B4-BE49-F238E27FC236}">
                    <a16:creationId xmlns:a16="http://schemas.microsoft.com/office/drawing/2014/main" id="{7C8A0E5F-9AFA-5855-3D13-F48235F8F8A9}"/>
                  </a:ext>
                </a:extLst>
              </p:cNvPr>
              <p:cNvPicPr/>
              <p:nvPr/>
            </p:nvPicPr>
            <p:blipFill>
              <a:blip r:embed="rId512"/>
              <a:stretch>
                <a:fillRect/>
              </a:stretch>
            </p:blipFill>
            <p:spPr>
              <a:xfrm>
                <a:off x="6361080" y="4158840"/>
                <a:ext cx="450720" cy="58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3">
            <p14:nvContentPartPr>
              <p14:cNvPr id="306" name="Ink 305">
                <a:extLst>
                  <a:ext uri="{FF2B5EF4-FFF2-40B4-BE49-F238E27FC236}">
                    <a16:creationId xmlns:a16="http://schemas.microsoft.com/office/drawing/2014/main" id="{427FF3DC-7FEB-C4C9-B96D-880552998206}"/>
                  </a:ext>
                </a:extLst>
              </p14:cNvPr>
              <p14:cNvContentPartPr/>
              <p14:nvPr/>
            </p14:nvContentPartPr>
            <p14:xfrm>
              <a:off x="5536680" y="5008800"/>
              <a:ext cx="495720" cy="271080"/>
            </p14:xfrm>
          </p:contentPart>
        </mc:Choice>
        <mc:Fallback xmlns="">
          <p:pic>
            <p:nvPicPr>
              <p:cNvPr id="306" name="Ink 305">
                <a:extLst>
                  <a:ext uri="{FF2B5EF4-FFF2-40B4-BE49-F238E27FC236}">
                    <a16:creationId xmlns:a16="http://schemas.microsoft.com/office/drawing/2014/main" id="{427FF3DC-7FEB-C4C9-B96D-880552998206}"/>
                  </a:ext>
                </a:extLst>
              </p:cNvPr>
              <p:cNvPicPr/>
              <p:nvPr/>
            </p:nvPicPr>
            <p:blipFill>
              <a:blip r:embed="rId514"/>
              <a:stretch>
                <a:fillRect/>
              </a:stretch>
            </p:blipFill>
            <p:spPr>
              <a:xfrm>
                <a:off x="5483040" y="4901160"/>
                <a:ext cx="603360" cy="48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5">
            <p14:nvContentPartPr>
              <p14:cNvPr id="307" name="Ink 306">
                <a:extLst>
                  <a:ext uri="{FF2B5EF4-FFF2-40B4-BE49-F238E27FC236}">
                    <a16:creationId xmlns:a16="http://schemas.microsoft.com/office/drawing/2014/main" id="{640E0D79-7DBA-2CAE-47ED-A5418825C92A}"/>
                  </a:ext>
                </a:extLst>
              </p14:cNvPr>
              <p14:cNvContentPartPr/>
              <p14:nvPr/>
            </p14:nvContentPartPr>
            <p14:xfrm>
              <a:off x="94920" y="2698680"/>
              <a:ext cx="1307160" cy="712800"/>
            </p14:xfrm>
          </p:contentPart>
        </mc:Choice>
        <mc:Fallback xmlns="">
          <p:pic>
            <p:nvPicPr>
              <p:cNvPr id="307" name="Ink 306">
                <a:extLst>
                  <a:ext uri="{FF2B5EF4-FFF2-40B4-BE49-F238E27FC236}">
                    <a16:creationId xmlns:a16="http://schemas.microsoft.com/office/drawing/2014/main" id="{640E0D79-7DBA-2CAE-47ED-A5418825C92A}"/>
                  </a:ext>
                </a:extLst>
              </p:cNvPr>
              <p:cNvPicPr/>
              <p:nvPr/>
            </p:nvPicPr>
            <p:blipFill>
              <a:blip r:embed="rId516"/>
              <a:stretch>
                <a:fillRect/>
              </a:stretch>
            </p:blipFill>
            <p:spPr>
              <a:xfrm>
                <a:off x="40920" y="2591040"/>
                <a:ext cx="1414800" cy="9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7">
            <p14:nvContentPartPr>
              <p14:cNvPr id="308" name="Ink 307">
                <a:extLst>
                  <a:ext uri="{FF2B5EF4-FFF2-40B4-BE49-F238E27FC236}">
                    <a16:creationId xmlns:a16="http://schemas.microsoft.com/office/drawing/2014/main" id="{CEBADE68-416E-5B9D-84AC-BA60989B9100}"/>
                  </a:ext>
                </a:extLst>
              </p14:cNvPr>
              <p14:cNvContentPartPr/>
              <p14:nvPr/>
            </p14:nvContentPartPr>
            <p14:xfrm>
              <a:off x="241440" y="3035640"/>
              <a:ext cx="48600" cy="26280"/>
            </p14:xfrm>
          </p:contentPart>
        </mc:Choice>
        <mc:Fallback xmlns="">
          <p:pic>
            <p:nvPicPr>
              <p:cNvPr id="308" name="Ink 307">
                <a:extLst>
                  <a:ext uri="{FF2B5EF4-FFF2-40B4-BE49-F238E27FC236}">
                    <a16:creationId xmlns:a16="http://schemas.microsoft.com/office/drawing/2014/main" id="{CEBADE68-416E-5B9D-84AC-BA60989B9100}"/>
                  </a:ext>
                </a:extLst>
              </p:cNvPr>
              <p:cNvPicPr/>
              <p:nvPr/>
            </p:nvPicPr>
            <p:blipFill>
              <a:blip r:embed="rId518"/>
              <a:stretch>
                <a:fillRect/>
              </a:stretch>
            </p:blipFill>
            <p:spPr>
              <a:xfrm>
                <a:off x="187800" y="2927640"/>
                <a:ext cx="156240" cy="24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9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0631EF93-41D1-0715-EB43-AD0C9C76FC93}"/>
                  </a:ext>
                </a:extLst>
              </p14:cNvPr>
              <p14:cNvContentPartPr/>
              <p14:nvPr/>
            </p14:nvContentPartPr>
            <p14:xfrm>
              <a:off x="3494040" y="2016840"/>
              <a:ext cx="477000" cy="312120"/>
            </p14:xfrm>
          </p:contentPart>
        </mc:Choice>
        <mc:Fallback xmlns=""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0631EF93-41D1-0715-EB43-AD0C9C76FC93}"/>
                  </a:ext>
                </a:extLst>
              </p:cNvPr>
              <p:cNvPicPr/>
              <p:nvPr/>
            </p:nvPicPr>
            <p:blipFill>
              <a:blip r:embed="rId520"/>
              <a:stretch>
                <a:fillRect/>
              </a:stretch>
            </p:blipFill>
            <p:spPr>
              <a:xfrm>
                <a:off x="3440040" y="1908840"/>
                <a:ext cx="584640" cy="527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220051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CA863-8724-5045-F948-37EEB10DC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Touchpad – Network 2 in the demo 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26A26-5204-BCE3-E2BC-9E53052E72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32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14:cNvPr>
              <p14:cNvContentPartPr/>
              <p14:nvPr/>
            </p14:nvContentPartPr>
            <p14:xfrm>
              <a:off x="1374699" y="2126253"/>
              <a:ext cx="42480" cy="19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56699" y="2108253"/>
                <a:ext cx="78120" cy="5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A19A1EB9-876F-2886-1552-BD1628488384}"/>
              </a:ext>
            </a:extLst>
          </p:cNvPr>
          <p:cNvGrpSpPr/>
          <p:nvPr/>
        </p:nvGrpSpPr>
        <p:grpSpPr>
          <a:xfrm>
            <a:off x="284619" y="1147413"/>
            <a:ext cx="6540840" cy="4528440"/>
            <a:chOff x="2081614" y="1187170"/>
            <a:chExt cx="6540840" cy="452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14:cNvPr>
                <p14:cNvContentPartPr/>
                <p14:nvPr/>
              </p14:nvContentPartPr>
              <p14:xfrm>
                <a:off x="3152254" y="1989610"/>
                <a:ext cx="1321560" cy="270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34254" y="1971610"/>
                  <a:ext cx="13572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14:cNvPr>
                <p14:cNvContentPartPr/>
                <p14:nvPr/>
              </p14:nvContentPartPr>
              <p14:xfrm>
                <a:off x="4469854" y="2020210"/>
                <a:ext cx="104760" cy="137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51854" y="2002210"/>
                  <a:ext cx="1404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14:cNvPr>
                <p14:cNvContentPartPr/>
                <p14:nvPr/>
              </p14:nvContentPartPr>
              <p14:xfrm>
                <a:off x="4542574" y="2063770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24574" y="20457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14:cNvPr>
                <p14:cNvContentPartPr/>
                <p14:nvPr/>
              </p14:nvContentPartPr>
              <p14:xfrm>
                <a:off x="4522414" y="2050090"/>
                <a:ext cx="60120" cy="104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04414" y="2032152"/>
                  <a:ext cx="95760" cy="1395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14:cNvPr>
                <p14:cNvContentPartPr/>
                <p14:nvPr/>
              </p14:nvContentPartPr>
              <p14:xfrm>
                <a:off x="4564534" y="1980970"/>
                <a:ext cx="912240" cy="176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46527" y="1963007"/>
                  <a:ext cx="947894" cy="2123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14:cNvPr>
                <p14:cNvContentPartPr/>
                <p14:nvPr/>
              </p14:nvContentPartPr>
              <p14:xfrm>
                <a:off x="5525374" y="2046850"/>
                <a:ext cx="826920" cy="70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507374" y="2028850"/>
                  <a:ext cx="8625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14:cNvPr>
                <p14:cNvContentPartPr/>
                <p14:nvPr/>
              </p14:nvContentPartPr>
              <p14:xfrm>
                <a:off x="3123454" y="2164210"/>
                <a:ext cx="62280" cy="601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05454" y="2146210"/>
                  <a:ext cx="9792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14:cNvPr>
                <p14:cNvContentPartPr/>
                <p14:nvPr/>
              </p14:nvContentPartPr>
              <p14:xfrm>
                <a:off x="3097894" y="2810770"/>
                <a:ext cx="225720" cy="424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79894" y="2792770"/>
                  <a:ext cx="26136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14:cNvPr>
                <p14:cNvContentPartPr/>
                <p14:nvPr/>
              </p14:nvContentPartPr>
              <p14:xfrm>
                <a:off x="3215614" y="3256450"/>
                <a:ext cx="56520" cy="432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97614" y="3238450"/>
                  <a:ext cx="9216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14:cNvPr>
                <p14:cNvContentPartPr/>
                <p14:nvPr/>
              </p14:nvContentPartPr>
              <p14:xfrm>
                <a:off x="3242974" y="3555250"/>
                <a:ext cx="955440" cy="177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24974" y="3537250"/>
                  <a:ext cx="9910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14:cNvPr>
                <p14:cNvContentPartPr/>
                <p14:nvPr/>
              </p14:nvContentPartPr>
              <p14:xfrm>
                <a:off x="4176094" y="3643090"/>
                <a:ext cx="495720" cy="66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58107" y="3625090"/>
                  <a:ext cx="531334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14:cNvPr>
                <p14:cNvContentPartPr/>
                <p14:nvPr/>
              </p14:nvContentPartPr>
              <p14:xfrm>
                <a:off x="4570294" y="2076730"/>
                <a:ext cx="18000" cy="474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52294" y="2058730"/>
                  <a:ext cx="5364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14:cNvPr>
                <p14:cNvContentPartPr/>
                <p14:nvPr/>
              </p14:nvContentPartPr>
              <p14:xfrm>
                <a:off x="4574974" y="2596930"/>
                <a:ext cx="177480" cy="307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56974" y="2578930"/>
                  <a:ext cx="21312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14:cNvPr>
                <p14:cNvContentPartPr/>
                <p14:nvPr/>
              </p14:nvContentPartPr>
              <p14:xfrm>
                <a:off x="4720414" y="2940010"/>
                <a:ext cx="35640" cy="678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02414" y="2922010"/>
                  <a:ext cx="71280" cy="71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14:cNvPr>
                <p14:cNvContentPartPr/>
                <p14:nvPr/>
              </p14:nvContentPartPr>
              <p14:xfrm>
                <a:off x="4662094" y="3553450"/>
                <a:ext cx="1118880" cy="209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44094" y="3535450"/>
                  <a:ext cx="11545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14:cNvPr>
                <p14:cNvContentPartPr/>
                <p14:nvPr/>
              </p14:nvContentPartPr>
              <p14:xfrm>
                <a:off x="5833534" y="3624370"/>
                <a:ext cx="495720" cy="16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15521" y="3606753"/>
                  <a:ext cx="531386" cy="51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14:cNvPr>
                <p14:cNvContentPartPr/>
                <p14:nvPr/>
              </p14:nvContentPartPr>
              <p14:xfrm>
                <a:off x="6282094" y="2034970"/>
                <a:ext cx="98280" cy="620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64094" y="2016980"/>
                  <a:ext cx="133920" cy="6562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14:cNvPr>
                <p14:cNvContentPartPr/>
                <p14:nvPr/>
              </p14:nvContentPartPr>
              <p14:xfrm>
                <a:off x="6286054" y="2679370"/>
                <a:ext cx="220320" cy="974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268054" y="2661370"/>
                  <a:ext cx="255960" cy="10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14:cNvPr>
                <p14:cNvContentPartPr/>
                <p14:nvPr/>
              </p14:nvContentPartPr>
              <p14:xfrm>
                <a:off x="3208774" y="3739570"/>
                <a:ext cx="38160" cy="662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90774" y="3721570"/>
                  <a:ext cx="73800" cy="69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14:cNvPr>
                <p14:cNvContentPartPr/>
                <p14:nvPr/>
              </p14:nvContentPartPr>
              <p14:xfrm>
                <a:off x="3194374" y="4416730"/>
                <a:ext cx="160920" cy="880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76374" y="4398730"/>
                  <a:ext cx="196560" cy="9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14:cNvPr>
                <p14:cNvContentPartPr/>
                <p14:nvPr/>
              </p14:nvContentPartPr>
              <p14:xfrm>
                <a:off x="4745614" y="3679450"/>
                <a:ext cx="26280" cy="541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27614" y="3661450"/>
                  <a:ext cx="6192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14:cNvPr>
                <p14:cNvContentPartPr/>
                <p14:nvPr/>
              </p14:nvContentPartPr>
              <p14:xfrm>
                <a:off x="4683334" y="4193890"/>
                <a:ext cx="180720" cy="361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65334" y="4175890"/>
                  <a:ext cx="21636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14:cNvPr>
                <p14:cNvContentPartPr/>
                <p14:nvPr/>
              </p14:nvContentPartPr>
              <p14:xfrm>
                <a:off x="4780534" y="4542370"/>
                <a:ext cx="51120" cy="677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62534" y="4524380"/>
                  <a:ext cx="86760" cy="7135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14:cNvPr>
                <p14:cNvContentPartPr/>
                <p14:nvPr/>
              </p14:nvContentPartPr>
              <p14:xfrm>
                <a:off x="3289414" y="5214850"/>
                <a:ext cx="865440" cy="164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71414" y="5196889"/>
                  <a:ext cx="901080" cy="200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14:cNvPr>
                <p14:cNvContentPartPr/>
                <p14:nvPr/>
              </p14:nvContentPartPr>
              <p14:xfrm>
                <a:off x="4198414" y="5226010"/>
                <a:ext cx="642600" cy="80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180414" y="5208090"/>
                  <a:ext cx="678240" cy="1161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14:cNvPr>
                <p14:cNvContentPartPr/>
                <p14:nvPr/>
              </p14:nvContentPartPr>
              <p14:xfrm>
                <a:off x="4911214" y="5098570"/>
                <a:ext cx="984960" cy="137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93221" y="5080570"/>
                  <a:ext cx="1020587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14:cNvPr>
                <p14:cNvContentPartPr/>
                <p14:nvPr/>
              </p14:nvContentPartPr>
              <p14:xfrm>
                <a:off x="5905534" y="5143570"/>
                <a:ext cx="605880" cy="51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887534" y="5125444"/>
                  <a:ext cx="641520" cy="877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14:cNvPr>
                <p14:cNvContentPartPr/>
                <p14:nvPr/>
              </p14:nvContentPartPr>
              <p14:xfrm>
                <a:off x="6391894" y="3657130"/>
                <a:ext cx="88560" cy="640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373821" y="3639130"/>
                  <a:ext cx="124345" cy="67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14:cNvPr>
                <p14:cNvContentPartPr/>
                <p14:nvPr/>
              </p14:nvContentPartPr>
              <p14:xfrm>
                <a:off x="6445894" y="4278490"/>
                <a:ext cx="171720" cy="253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427894" y="4260464"/>
                  <a:ext cx="207360" cy="2894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14:cNvPr>
                <p14:cNvContentPartPr/>
                <p14:nvPr/>
              </p14:nvContentPartPr>
              <p14:xfrm>
                <a:off x="6540574" y="4547410"/>
                <a:ext cx="51120" cy="689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522446" y="4529401"/>
                  <a:ext cx="87013" cy="7254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14:cNvPr>
                <p14:cNvContentPartPr/>
                <p14:nvPr/>
              </p14:nvContentPartPr>
              <p14:xfrm>
                <a:off x="2831494" y="1844890"/>
                <a:ext cx="344520" cy="362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813494" y="1826872"/>
                  <a:ext cx="380160" cy="3981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14:cNvPr>
                <p14:cNvContentPartPr/>
                <p14:nvPr/>
              </p14:nvContentPartPr>
              <p14:xfrm>
                <a:off x="2388334" y="1492450"/>
                <a:ext cx="664200" cy="651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70334" y="1474450"/>
                  <a:ext cx="699840" cy="68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14:cNvPr>
                <p14:cNvContentPartPr/>
                <p14:nvPr/>
              </p14:nvContentPartPr>
              <p14:xfrm>
                <a:off x="2081614" y="1436290"/>
                <a:ext cx="318240" cy="273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063614" y="1418290"/>
                  <a:ext cx="3538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14:cNvPr>
                <p14:cNvContentPartPr/>
                <p14:nvPr/>
              </p14:nvContentPartPr>
              <p14:xfrm>
                <a:off x="2475094" y="1487770"/>
                <a:ext cx="33480" cy="46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457094" y="1469770"/>
                  <a:ext cx="691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14:cNvPr>
                <p14:cNvContentPartPr/>
                <p14:nvPr/>
              </p14:nvContentPartPr>
              <p14:xfrm>
                <a:off x="2572294" y="1319290"/>
                <a:ext cx="146880" cy="212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554250" y="1301259"/>
                  <a:ext cx="182608" cy="2477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14:cNvPr>
                <p14:cNvContentPartPr/>
                <p14:nvPr/>
              </p14:nvContentPartPr>
              <p14:xfrm>
                <a:off x="2815294" y="1187170"/>
                <a:ext cx="173160" cy="215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97294" y="1169170"/>
                  <a:ext cx="2088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14:cNvPr>
                <p14:cNvContentPartPr/>
                <p14:nvPr/>
              </p14:nvContentPartPr>
              <p14:xfrm>
                <a:off x="6540214" y="5132410"/>
                <a:ext cx="600120" cy="292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522203" y="5114410"/>
                  <a:ext cx="635781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14:cNvPr>
                <p14:cNvContentPartPr/>
                <p14:nvPr/>
              </p14:nvContentPartPr>
              <p14:xfrm>
                <a:off x="7011454" y="5214130"/>
                <a:ext cx="316440" cy="501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93474" y="5196130"/>
                  <a:ext cx="35204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14:cNvPr>
                <p14:cNvContentPartPr/>
                <p14:nvPr/>
              </p14:nvContentPartPr>
              <p14:xfrm>
                <a:off x="7105774" y="5322130"/>
                <a:ext cx="362520" cy="338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087774" y="5304130"/>
                  <a:ext cx="39816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14:cNvPr>
                <p14:cNvContentPartPr/>
                <p14:nvPr/>
              </p14:nvContentPartPr>
              <p14:xfrm>
                <a:off x="7730734" y="5305570"/>
                <a:ext cx="277200" cy="335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712734" y="5287570"/>
                  <a:ext cx="3128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14:cNvPr>
                <p14:cNvContentPartPr/>
                <p14:nvPr/>
              </p14:nvContentPartPr>
              <p14:xfrm>
                <a:off x="8089294" y="5407090"/>
                <a:ext cx="25200" cy="235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071294" y="5389117"/>
                  <a:ext cx="60840" cy="2710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14:cNvPr>
                <p14:cNvContentPartPr/>
                <p14:nvPr/>
              </p14:nvContentPartPr>
              <p14:xfrm>
                <a:off x="8091454" y="5321410"/>
                <a:ext cx="264240" cy="212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073454" y="5303410"/>
                  <a:ext cx="2998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14:cNvPr>
                <p14:cNvContentPartPr/>
                <p14:nvPr/>
              </p14:nvContentPartPr>
              <p14:xfrm>
                <a:off x="8465854" y="5323210"/>
                <a:ext cx="36360" cy="225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447854" y="5305181"/>
                  <a:ext cx="72000" cy="2614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14:cNvPr>
                <p14:cNvContentPartPr/>
                <p14:nvPr/>
              </p14:nvContentPartPr>
              <p14:xfrm>
                <a:off x="8488534" y="5327170"/>
                <a:ext cx="133920" cy="243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470582" y="5309170"/>
                  <a:ext cx="169464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67BD6FB-F6D5-4670-181B-A07B6C433560}"/>
              </a:ext>
            </a:extLst>
          </p:cNvPr>
          <p:cNvGrpSpPr/>
          <p:nvPr/>
        </p:nvGrpSpPr>
        <p:grpSpPr>
          <a:xfrm>
            <a:off x="693219" y="2854533"/>
            <a:ext cx="357120" cy="313200"/>
            <a:chOff x="2490214" y="2894290"/>
            <a:chExt cx="357120" cy="31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14:cNvPr>
                <p14:cNvContentPartPr/>
                <p14:nvPr/>
              </p14:nvContentPartPr>
              <p14:xfrm>
                <a:off x="2527294" y="2894290"/>
                <a:ext cx="24840" cy="313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509294" y="2876290"/>
                  <a:ext cx="6048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14:cNvPr>
                <p14:cNvContentPartPr/>
                <p14:nvPr/>
              </p14:nvContentPartPr>
              <p14:xfrm>
                <a:off x="2490214" y="2904730"/>
                <a:ext cx="285120" cy="168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472214" y="2886730"/>
                  <a:ext cx="3207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14:cNvPr>
                <p14:cNvContentPartPr/>
                <p14:nvPr/>
              </p14:nvContentPartPr>
              <p14:xfrm>
                <a:off x="2829334" y="2975290"/>
                <a:ext cx="18000" cy="166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811334" y="2957290"/>
                  <a:ext cx="5364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CA155A4-AEFE-F774-FDB7-F219A780DA83}"/>
              </a:ext>
            </a:extLst>
          </p:cNvPr>
          <p:cNvGrpSpPr/>
          <p:nvPr/>
        </p:nvGrpSpPr>
        <p:grpSpPr>
          <a:xfrm>
            <a:off x="804459" y="4413693"/>
            <a:ext cx="333720" cy="289080"/>
            <a:chOff x="2601454" y="4453450"/>
            <a:chExt cx="3337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14:cNvPr>
                <p14:cNvContentPartPr/>
                <p14:nvPr/>
              </p14:nvContentPartPr>
              <p14:xfrm>
                <a:off x="2613694" y="4483330"/>
                <a:ext cx="27000" cy="259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595694" y="4465330"/>
                  <a:ext cx="626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14:cNvPr>
                <p14:cNvContentPartPr/>
                <p14:nvPr/>
              </p14:nvContentPartPr>
              <p14:xfrm>
                <a:off x="2601454" y="4453450"/>
                <a:ext cx="148680" cy="178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583454" y="4435450"/>
                  <a:ext cx="1843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14:cNvPr>
                <p14:cNvContentPartPr/>
                <p14:nvPr/>
              </p14:nvContentPartPr>
              <p14:xfrm>
                <a:off x="2854894" y="4581250"/>
                <a:ext cx="80280" cy="110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836813" y="4563250"/>
                  <a:ext cx="116081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E367ABE-30AD-F828-6414-2DF29E568548}"/>
              </a:ext>
            </a:extLst>
          </p:cNvPr>
          <p:cNvGrpSpPr/>
          <p:nvPr/>
        </p:nvGrpSpPr>
        <p:grpSpPr>
          <a:xfrm>
            <a:off x="1847739" y="1534053"/>
            <a:ext cx="411120" cy="248760"/>
            <a:chOff x="3644734" y="1573810"/>
            <a:chExt cx="411120" cy="24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14:cNvPr>
                <p14:cNvContentPartPr/>
                <p14:nvPr/>
              </p14:nvContentPartPr>
              <p14:xfrm>
                <a:off x="3644734" y="1585330"/>
                <a:ext cx="24840" cy="237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626469" y="1567303"/>
                  <a:ext cx="61004" cy="2729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14:cNvPr>
                <p14:cNvContentPartPr/>
                <p14:nvPr/>
              </p14:nvContentPartPr>
              <p14:xfrm>
                <a:off x="3654094" y="1573810"/>
                <a:ext cx="173160" cy="149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636094" y="1555767"/>
                  <a:ext cx="208800" cy="1854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14:cNvPr>
                <p14:cNvContentPartPr/>
                <p14:nvPr/>
              </p14:nvContentPartPr>
              <p14:xfrm>
                <a:off x="3915814" y="1660210"/>
                <a:ext cx="140040" cy="162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897860" y="1642170"/>
                  <a:ext cx="175589" cy="19807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BCD5526-7242-27CD-4FFB-35749C778D91}"/>
              </a:ext>
            </a:extLst>
          </p:cNvPr>
          <p:cNvGrpSpPr/>
          <p:nvPr/>
        </p:nvGrpSpPr>
        <p:grpSpPr>
          <a:xfrm>
            <a:off x="1968699" y="3160533"/>
            <a:ext cx="369720" cy="270360"/>
            <a:chOff x="3765694" y="3200290"/>
            <a:chExt cx="369720" cy="27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14:cNvPr>
                <p14:cNvContentPartPr/>
                <p14:nvPr/>
              </p14:nvContentPartPr>
              <p14:xfrm>
                <a:off x="3765694" y="3220090"/>
                <a:ext cx="15480" cy="2505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747694" y="3202090"/>
                  <a:ext cx="511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14:cNvPr>
                <p14:cNvContentPartPr/>
                <p14:nvPr/>
              </p14:nvContentPartPr>
              <p14:xfrm>
                <a:off x="3774694" y="3200290"/>
                <a:ext cx="170280" cy="182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756732" y="3182325"/>
                  <a:ext cx="205845" cy="2184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14:cNvPr>
                <p14:cNvContentPartPr/>
                <p14:nvPr/>
              </p14:nvContentPartPr>
              <p14:xfrm>
                <a:off x="4058374" y="3253210"/>
                <a:ext cx="77040" cy="140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040458" y="3235210"/>
                  <a:ext cx="112514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14:cNvPr>
                <p14:cNvContentPartPr/>
                <p14:nvPr/>
              </p14:nvContentPartPr>
              <p14:xfrm>
                <a:off x="4130374" y="3313690"/>
                <a:ext cx="3960" cy="1519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110574" y="3295690"/>
                  <a:ext cx="43164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74C423A-754D-8BC8-4E2B-D3DF2BB13F44}"/>
              </a:ext>
            </a:extLst>
          </p:cNvPr>
          <p:cNvGrpSpPr/>
          <p:nvPr/>
        </p:nvGrpSpPr>
        <p:grpSpPr>
          <a:xfrm>
            <a:off x="2018739" y="4745973"/>
            <a:ext cx="366120" cy="289080"/>
            <a:chOff x="3815734" y="4785730"/>
            <a:chExt cx="3661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14:cNvPr>
                <p14:cNvContentPartPr/>
                <p14:nvPr/>
              </p14:nvContentPartPr>
              <p14:xfrm>
                <a:off x="3815734" y="4837210"/>
                <a:ext cx="53280" cy="237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797734" y="4819210"/>
                  <a:ext cx="889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14:cNvPr>
                <p14:cNvContentPartPr/>
                <p14:nvPr/>
              </p14:nvContentPartPr>
              <p14:xfrm>
                <a:off x="3842014" y="4785730"/>
                <a:ext cx="98640" cy="182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824014" y="4767730"/>
                  <a:ext cx="1342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14:cNvPr>
                <p14:cNvContentPartPr/>
                <p14:nvPr/>
              </p14:nvContentPartPr>
              <p14:xfrm>
                <a:off x="4047574" y="4880050"/>
                <a:ext cx="134280" cy="43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029574" y="4861901"/>
                  <a:ext cx="169920" cy="798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14:cNvPr>
                <p14:cNvContentPartPr/>
                <p14:nvPr/>
              </p14:nvContentPartPr>
              <p14:xfrm>
                <a:off x="4076014" y="4895170"/>
                <a:ext cx="61560" cy="148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057908" y="4877126"/>
                  <a:ext cx="97410" cy="184047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14:cNvPr>
              <p14:cNvContentPartPr/>
              <p14:nvPr/>
            </p14:nvContentPartPr>
            <p14:xfrm>
              <a:off x="3397539" y="1421013"/>
              <a:ext cx="3960" cy="900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3379539" y="1403705"/>
                <a:ext cx="39600" cy="43269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73B7A16A-9A1B-7839-410E-B039093371B4}"/>
              </a:ext>
            </a:extLst>
          </p:cNvPr>
          <p:cNvGrpSpPr/>
          <p:nvPr/>
        </p:nvGrpSpPr>
        <p:grpSpPr>
          <a:xfrm>
            <a:off x="2328699" y="2601453"/>
            <a:ext cx="381240" cy="218160"/>
            <a:chOff x="4125694" y="2641210"/>
            <a:chExt cx="381240" cy="21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14:cNvPr>
                <p14:cNvContentPartPr/>
                <p14:nvPr/>
              </p14:nvContentPartPr>
              <p14:xfrm>
                <a:off x="4166014" y="2670370"/>
                <a:ext cx="360" cy="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148014" y="26523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14:cNvPr>
                <p14:cNvContentPartPr/>
                <p14:nvPr/>
              </p14:nvContentPartPr>
              <p14:xfrm>
                <a:off x="4140094" y="2661010"/>
                <a:ext cx="83520" cy="179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122016" y="2642974"/>
                  <a:ext cx="119314" cy="2153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14:cNvPr>
                <p14:cNvContentPartPr/>
                <p14:nvPr/>
              </p14:nvContentPartPr>
              <p14:xfrm>
                <a:off x="4125694" y="2641210"/>
                <a:ext cx="248760" cy="1213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107720" y="2623156"/>
                  <a:ext cx="284348" cy="1570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14:cNvPr>
                <p14:cNvContentPartPr/>
                <p14:nvPr/>
              </p14:nvContentPartPr>
              <p14:xfrm>
                <a:off x="4406494" y="2689810"/>
                <a:ext cx="100440" cy="1695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388494" y="2671810"/>
                  <a:ext cx="13608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BC5A7A0-859E-9016-C872-1F358953159B}"/>
              </a:ext>
            </a:extLst>
          </p:cNvPr>
          <p:cNvGrpSpPr/>
          <p:nvPr/>
        </p:nvGrpSpPr>
        <p:grpSpPr>
          <a:xfrm>
            <a:off x="2518779" y="4261413"/>
            <a:ext cx="356400" cy="290160"/>
            <a:chOff x="4315774" y="4301170"/>
            <a:chExt cx="356400" cy="29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14:cNvPr>
                <p14:cNvContentPartPr/>
                <p14:nvPr/>
              </p14:nvContentPartPr>
              <p14:xfrm>
                <a:off x="4337734" y="4362730"/>
                <a:ext cx="40680" cy="1846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319734" y="4344730"/>
                  <a:ext cx="763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14:cNvPr>
                <p14:cNvContentPartPr/>
                <p14:nvPr/>
              </p14:nvContentPartPr>
              <p14:xfrm>
                <a:off x="4315774" y="4301170"/>
                <a:ext cx="187560" cy="168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297774" y="4283208"/>
                  <a:ext cx="223200" cy="2036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14:cNvPr>
                <p14:cNvContentPartPr/>
                <p14:nvPr/>
              </p14:nvContentPartPr>
              <p14:xfrm>
                <a:off x="4528894" y="4395850"/>
                <a:ext cx="140760" cy="1954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510894" y="4377850"/>
                  <a:ext cx="1764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14:cNvPr>
                <p14:cNvContentPartPr/>
                <p14:nvPr/>
              </p14:nvContentPartPr>
              <p14:xfrm>
                <a:off x="4565254" y="4491970"/>
                <a:ext cx="106920" cy="66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547254" y="4473970"/>
                  <a:ext cx="14256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A267B977-BCBD-FA1A-695B-24070506CED2}"/>
              </a:ext>
            </a:extLst>
          </p:cNvPr>
          <p:cNvGrpSpPr/>
          <p:nvPr/>
        </p:nvGrpSpPr>
        <p:grpSpPr>
          <a:xfrm>
            <a:off x="3398259" y="1436133"/>
            <a:ext cx="539280" cy="308160"/>
            <a:chOff x="5195254" y="1475890"/>
            <a:chExt cx="539280" cy="30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14:cNvPr>
                <p14:cNvContentPartPr/>
                <p14:nvPr/>
              </p14:nvContentPartPr>
              <p14:xfrm>
                <a:off x="5195254" y="1475890"/>
                <a:ext cx="60120" cy="2577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177254" y="1457890"/>
                  <a:ext cx="957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14:cNvPr>
                <p14:cNvContentPartPr/>
                <p14:nvPr/>
              </p14:nvContentPartPr>
              <p14:xfrm>
                <a:off x="5204254" y="1492810"/>
                <a:ext cx="215280" cy="1839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186254" y="1474810"/>
                  <a:ext cx="2509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14:cNvPr>
                <p14:cNvContentPartPr/>
                <p14:nvPr/>
              </p14:nvContentPartPr>
              <p14:xfrm>
                <a:off x="5542294" y="1617730"/>
                <a:ext cx="192240" cy="166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524294" y="1599730"/>
                  <a:ext cx="22788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7BB53F9E-8B66-5A8B-C4F6-12F85559E00D}"/>
              </a:ext>
            </a:extLst>
          </p:cNvPr>
          <p:cNvGrpSpPr/>
          <p:nvPr/>
        </p:nvGrpSpPr>
        <p:grpSpPr>
          <a:xfrm>
            <a:off x="3572139" y="3089973"/>
            <a:ext cx="420120" cy="258480"/>
            <a:chOff x="5369134" y="3129730"/>
            <a:chExt cx="420120" cy="25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14:cNvPr>
                <p14:cNvContentPartPr/>
                <p14:nvPr/>
              </p14:nvContentPartPr>
              <p14:xfrm>
                <a:off x="5372014" y="3191650"/>
                <a:ext cx="50040" cy="1965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354014" y="3173683"/>
                  <a:ext cx="85680" cy="2321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14:cNvPr>
                <p14:cNvContentPartPr/>
                <p14:nvPr/>
              </p14:nvContentPartPr>
              <p14:xfrm>
                <a:off x="5369134" y="3129730"/>
                <a:ext cx="174960" cy="134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351097" y="3111730"/>
                  <a:ext cx="210673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14:cNvPr>
                <p14:cNvContentPartPr/>
                <p14:nvPr/>
              </p14:nvContentPartPr>
              <p14:xfrm>
                <a:off x="5651014" y="3200650"/>
                <a:ext cx="138240" cy="1159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633061" y="3182706"/>
                  <a:ext cx="173787" cy="15145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4A2024D-64E5-82A3-1C98-F4CCFA60A369}"/>
              </a:ext>
            </a:extLst>
          </p:cNvPr>
          <p:cNvGrpSpPr/>
          <p:nvPr/>
        </p:nvGrpSpPr>
        <p:grpSpPr>
          <a:xfrm>
            <a:off x="3779499" y="4574973"/>
            <a:ext cx="498600" cy="306000"/>
            <a:chOff x="5576494" y="4614730"/>
            <a:chExt cx="498600" cy="30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14:cNvPr>
                <p14:cNvContentPartPr/>
                <p14:nvPr/>
              </p14:nvContentPartPr>
              <p14:xfrm>
                <a:off x="5587654" y="4698610"/>
                <a:ext cx="55800" cy="1515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569537" y="4680653"/>
                  <a:ext cx="91671" cy="1871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14:cNvPr>
                <p14:cNvContentPartPr/>
                <p14:nvPr/>
              </p14:nvContentPartPr>
              <p14:xfrm>
                <a:off x="5576494" y="4614730"/>
                <a:ext cx="111600" cy="95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558552" y="4596730"/>
                  <a:ext cx="147125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14:cNvPr>
                <p14:cNvContentPartPr/>
                <p14:nvPr/>
              </p14:nvContentPartPr>
              <p14:xfrm>
                <a:off x="5603494" y="4687810"/>
                <a:ext cx="200880" cy="669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585526" y="4669713"/>
                  <a:ext cx="236456" cy="1027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14:cNvPr>
                <p14:cNvContentPartPr/>
                <p14:nvPr/>
              </p14:nvContentPartPr>
              <p14:xfrm>
                <a:off x="5864494" y="4770250"/>
                <a:ext cx="34920" cy="1504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846494" y="4752207"/>
                  <a:ext cx="70560" cy="1862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14:cNvPr>
                <p14:cNvContentPartPr/>
                <p14:nvPr/>
              </p14:nvContentPartPr>
              <p14:xfrm>
                <a:off x="5938654" y="4737850"/>
                <a:ext cx="136440" cy="144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920654" y="4719850"/>
                  <a:ext cx="17208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B2BCBCA4-9864-AA23-AB1E-2FBF34C83374}"/>
              </a:ext>
            </a:extLst>
          </p:cNvPr>
          <p:cNvGrpSpPr/>
          <p:nvPr/>
        </p:nvGrpSpPr>
        <p:grpSpPr>
          <a:xfrm>
            <a:off x="4973259" y="2637453"/>
            <a:ext cx="389160" cy="259560"/>
            <a:chOff x="6770254" y="2677210"/>
            <a:chExt cx="389160" cy="25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14:cNvPr>
                <p14:cNvContentPartPr/>
                <p14:nvPr/>
              </p14:nvContentPartPr>
              <p14:xfrm>
                <a:off x="6774934" y="2710690"/>
                <a:ext cx="77040" cy="2260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756934" y="2692690"/>
                  <a:ext cx="1126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14:cNvPr>
                <p14:cNvContentPartPr/>
                <p14:nvPr/>
              </p14:nvContentPartPr>
              <p14:xfrm>
                <a:off x="6770254" y="2677210"/>
                <a:ext cx="185040" cy="118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752254" y="2659210"/>
                  <a:ext cx="2206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14:cNvPr>
                <p14:cNvContentPartPr/>
                <p14:nvPr/>
              </p14:nvContentPartPr>
              <p14:xfrm>
                <a:off x="7067974" y="2740570"/>
                <a:ext cx="20520" cy="126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049653" y="2722570"/>
                  <a:ext cx="56796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14:cNvPr>
                <p14:cNvContentPartPr/>
                <p14:nvPr/>
              </p14:nvContentPartPr>
              <p14:xfrm>
                <a:off x="7151494" y="2725090"/>
                <a:ext cx="7920" cy="1350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133494" y="2707090"/>
                  <a:ext cx="43560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C639B13-C389-DB49-FBBB-E4AB9677A479}"/>
              </a:ext>
            </a:extLst>
          </p:cNvPr>
          <p:cNvGrpSpPr/>
          <p:nvPr/>
        </p:nvGrpSpPr>
        <p:grpSpPr>
          <a:xfrm>
            <a:off x="5031219" y="4242693"/>
            <a:ext cx="545040" cy="274320"/>
            <a:chOff x="6828214" y="4282450"/>
            <a:chExt cx="545040" cy="27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14:cNvPr>
                <p14:cNvContentPartPr/>
                <p14:nvPr/>
              </p14:nvContentPartPr>
              <p14:xfrm>
                <a:off x="6847294" y="4338250"/>
                <a:ext cx="37440" cy="2185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829294" y="4320220"/>
                  <a:ext cx="73080" cy="2542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14:cNvPr>
                <p14:cNvContentPartPr/>
                <p14:nvPr/>
              </p14:nvContentPartPr>
              <p14:xfrm>
                <a:off x="6828214" y="4282450"/>
                <a:ext cx="141480" cy="1245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810214" y="4264450"/>
                  <a:ext cx="1771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14:cNvPr>
                <p14:cNvContentPartPr/>
                <p14:nvPr/>
              </p14:nvContentPartPr>
              <p14:xfrm>
                <a:off x="7082014" y="4402690"/>
                <a:ext cx="27360" cy="104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064014" y="4384690"/>
                  <a:ext cx="630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14:cNvPr>
                <p14:cNvContentPartPr/>
                <p14:nvPr/>
              </p14:nvContentPartPr>
              <p14:xfrm>
                <a:off x="7170574" y="4443730"/>
                <a:ext cx="202680" cy="799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152606" y="4425730"/>
                  <a:ext cx="238257" cy="11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D3B0362D-C198-0258-E110-CB3C42AA284E}"/>
              </a:ext>
            </a:extLst>
          </p:cNvPr>
          <p:cNvGrpSpPr/>
          <p:nvPr/>
        </p:nvGrpSpPr>
        <p:grpSpPr>
          <a:xfrm>
            <a:off x="1224219" y="2002413"/>
            <a:ext cx="262440" cy="280440"/>
            <a:chOff x="3021214" y="2042170"/>
            <a:chExt cx="262440" cy="28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986B909-0C02-09A1-D2D4-9B3E23EC9B3D}"/>
                    </a:ext>
                  </a:extLst>
                </p14:cNvPr>
                <p14:cNvContentPartPr/>
                <p14:nvPr/>
              </p14:nvContentPartPr>
              <p14:xfrm>
                <a:off x="3208414" y="2210290"/>
                <a:ext cx="360" cy="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986B909-0C02-09A1-D2D4-9B3E23EC9B3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190414" y="219229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B1B0310-D92A-3592-83B7-A1F876973653}"/>
                    </a:ext>
                  </a:extLst>
                </p14:cNvPr>
                <p14:cNvContentPartPr/>
                <p14:nvPr/>
              </p14:nvContentPartPr>
              <p14:xfrm>
                <a:off x="3021214" y="2042170"/>
                <a:ext cx="262440" cy="2804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B1B0310-D92A-3592-83B7-A1F87697365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003214" y="2024170"/>
                  <a:ext cx="298080" cy="31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82A92A8F-8141-EA92-9C0B-A28DB266B17F}"/>
                  </a:ext>
                </a:extLst>
              </p14:cNvPr>
              <p14:cNvContentPartPr/>
              <p14:nvPr/>
            </p14:nvContentPartPr>
            <p14:xfrm>
              <a:off x="1411059" y="5248893"/>
              <a:ext cx="169560" cy="16668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82A92A8F-8141-EA92-9C0B-A28DB266B17F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1393059" y="5230893"/>
                <a:ext cx="205200" cy="20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64152B8-8B39-7DF7-405F-DA8B33795292}"/>
              </a:ext>
            </a:extLst>
          </p:cNvPr>
          <p:cNvGrpSpPr/>
          <p:nvPr/>
        </p:nvGrpSpPr>
        <p:grpSpPr>
          <a:xfrm>
            <a:off x="1303419" y="3407133"/>
            <a:ext cx="232560" cy="350640"/>
            <a:chOff x="3100414" y="3446890"/>
            <a:chExt cx="232560" cy="35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2BB9BF9-8625-9FCA-16CD-6FE7B4876840}"/>
                    </a:ext>
                  </a:extLst>
                </p14:cNvPr>
                <p14:cNvContentPartPr/>
                <p14:nvPr/>
              </p14:nvContentPartPr>
              <p14:xfrm>
                <a:off x="3100414" y="3446890"/>
                <a:ext cx="232560" cy="3506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2BB9BF9-8625-9FCA-16CD-6FE7B487684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082414" y="3428890"/>
                  <a:ext cx="26820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BD12B6B-A8DC-5280-3B90-91CACB925D2B}"/>
                    </a:ext>
                  </a:extLst>
                </p14:cNvPr>
                <p14:cNvContentPartPr/>
                <p14:nvPr/>
              </p14:nvContentPartPr>
              <p14:xfrm>
                <a:off x="3143974" y="3590530"/>
                <a:ext cx="114480" cy="1224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BD12B6B-A8DC-5280-3B90-91CACB925D2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125974" y="3572477"/>
                  <a:ext cx="150120" cy="15814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A2667C91-14BD-F881-D4EE-5D19D6E2C451}"/>
                  </a:ext>
                </a:extLst>
              </p14:cNvPr>
              <p14:cNvContentPartPr/>
              <p14:nvPr/>
            </p14:nvContentPartPr>
            <p14:xfrm>
              <a:off x="2680419" y="1945173"/>
              <a:ext cx="198720" cy="23112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A2667C91-14BD-F881-D4EE-5D19D6E2C451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2662419" y="1927173"/>
                <a:ext cx="23436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F92D132E-A37F-B636-580A-60C80126F8FF}"/>
                  </a:ext>
                </a:extLst>
              </p14:cNvPr>
              <p14:cNvContentPartPr/>
              <p14:nvPr/>
            </p14:nvContentPartPr>
            <p14:xfrm>
              <a:off x="2836659" y="3511893"/>
              <a:ext cx="213840" cy="21528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F92D132E-A37F-B636-580A-60C80126F8FF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2818659" y="3493893"/>
                <a:ext cx="24948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B1F8126B-E0CC-8531-758C-80D9BB90B3E5}"/>
                  </a:ext>
                </a:extLst>
              </p14:cNvPr>
              <p14:cNvContentPartPr/>
              <p14:nvPr/>
            </p14:nvContentPartPr>
            <p14:xfrm>
              <a:off x="3036459" y="5063133"/>
              <a:ext cx="159480" cy="20952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B1F8126B-E0CC-8531-758C-80D9BB90B3E5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3018459" y="5045133"/>
                <a:ext cx="19512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498AE9FE-922C-6296-117E-9D3256D3D10F}"/>
                  </a:ext>
                </a:extLst>
              </p14:cNvPr>
              <p14:cNvContentPartPr/>
              <p14:nvPr/>
            </p14:nvContentPartPr>
            <p14:xfrm>
              <a:off x="4383579" y="1806213"/>
              <a:ext cx="156240" cy="29088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498AE9FE-922C-6296-117E-9D3256D3D10F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4365537" y="1788213"/>
                <a:ext cx="191962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4F326D04-FD2E-26EE-C309-23B62DC7319D}"/>
                  </a:ext>
                </a:extLst>
              </p14:cNvPr>
              <p14:cNvContentPartPr/>
              <p14:nvPr/>
            </p14:nvContentPartPr>
            <p14:xfrm>
              <a:off x="4445859" y="3520533"/>
              <a:ext cx="254160" cy="21060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4F326D04-FD2E-26EE-C309-23B62DC7319D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4427859" y="3502533"/>
                <a:ext cx="28980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17C3C7DB-3EF4-A7F0-556F-C523483D95F6}"/>
                  </a:ext>
                </a:extLst>
              </p14:cNvPr>
              <p14:cNvContentPartPr/>
              <p14:nvPr/>
            </p14:nvContentPartPr>
            <p14:xfrm>
              <a:off x="4644939" y="5060253"/>
              <a:ext cx="173520" cy="1515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17C3C7DB-3EF4-A7F0-556F-C523483D95F6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4626939" y="5042253"/>
                <a:ext cx="209160" cy="18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ACFF9B9D-AAD4-8952-CF99-894EF4BD9ECF}"/>
              </a:ext>
            </a:extLst>
          </p:cNvPr>
          <p:cNvGrpSpPr/>
          <p:nvPr/>
        </p:nvGrpSpPr>
        <p:grpSpPr>
          <a:xfrm>
            <a:off x="684219" y="2117253"/>
            <a:ext cx="299880" cy="320400"/>
            <a:chOff x="2481214" y="2157010"/>
            <a:chExt cx="299880" cy="32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019A46F-7FDD-CD9B-943B-B1010DFD171C}"/>
                    </a:ext>
                  </a:extLst>
                </p14:cNvPr>
                <p14:cNvContentPartPr/>
                <p14:nvPr/>
              </p14:nvContentPartPr>
              <p14:xfrm>
                <a:off x="2589574" y="2215690"/>
                <a:ext cx="23040" cy="273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019A46F-7FDD-CD9B-943B-B1010DFD171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571574" y="2197690"/>
                  <a:ext cx="586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6311DC4-2BD1-45EE-EC2D-11F778CAA36C}"/>
                    </a:ext>
                  </a:extLst>
                </p14:cNvPr>
                <p14:cNvContentPartPr/>
                <p14:nvPr/>
              </p14:nvContentPartPr>
              <p14:xfrm>
                <a:off x="2481214" y="2157010"/>
                <a:ext cx="157680" cy="2980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6311DC4-2BD1-45EE-EC2D-11F778CAA36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463214" y="2138988"/>
                  <a:ext cx="193320" cy="3337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7D2675D-0CA8-3918-5A93-67FFA008E179}"/>
                    </a:ext>
                  </a:extLst>
                </p14:cNvPr>
                <p14:cNvContentPartPr/>
                <p14:nvPr/>
              </p14:nvContentPartPr>
              <p14:xfrm>
                <a:off x="2754454" y="2229370"/>
                <a:ext cx="26640" cy="2480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7D2675D-0CA8-3918-5A93-67FFA008E17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736454" y="2211370"/>
                  <a:ext cx="62280" cy="28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E5E323A-00F8-4BFC-3E52-DE332DBF97D9}"/>
              </a:ext>
            </a:extLst>
          </p:cNvPr>
          <p:cNvGrpSpPr/>
          <p:nvPr/>
        </p:nvGrpSpPr>
        <p:grpSpPr>
          <a:xfrm>
            <a:off x="809499" y="3486693"/>
            <a:ext cx="320400" cy="289440"/>
            <a:chOff x="2606494" y="3526450"/>
            <a:chExt cx="320400" cy="2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637AF97-5B34-D93A-C0D6-417B6D5D7666}"/>
                    </a:ext>
                  </a:extLst>
                </p14:cNvPr>
                <p14:cNvContentPartPr/>
                <p14:nvPr/>
              </p14:nvContentPartPr>
              <p14:xfrm>
                <a:off x="2606494" y="3526450"/>
                <a:ext cx="130680" cy="2894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637AF97-5B34-D93A-C0D6-417B6D5D766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588444" y="3508450"/>
                  <a:ext cx="166418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AF732C0-43FF-2CBE-3F35-78A9705B0DD3}"/>
                    </a:ext>
                  </a:extLst>
                </p14:cNvPr>
                <p14:cNvContentPartPr/>
                <p14:nvPr/>
              </p14:nvContentPartPr>
              <p14:xfrm>
                <a:off x="2827534" y="3555250"/>
                <a:ext cx="99360" cy="1645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AF732C0-43FF-2CBE-3F35-78A9705B0DD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809534" y="3537250"/>
                  <a:ext cx="135000" cy="20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96BAD0DD-1210-7D3E-02F0-7E97738A0558}"/>
              </a:ext>
            </a:extLst>
          </p:cNvPr>
          <p:cNvGrpSpPr/>
          <p:nvPr/>
        </p:nvGrpSpPr>
        <p:grpSpPr>
          <a:xfrm>
            <a:off x="996339" y="5268693"/>
            <a:ext cx="379440" cy="460440"/>
            <a:chOff x="2793334" y="5308450"/>
            <a:chExt cx="379440" cy="46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F8DA16E-DCC9-FB1F-9C4E-C1649AD944F4}"/>
                    </a:ext>
                  </a:extLst>
                </p14:cNvPr>
                <p14:cNvContentPartPr/>
                <p14:nvPr/>
              </p14:nvContentPartPr>
              <p14:xfrm>
                <a:off x="2793334" y="5308450"/>
                <a:ext cx="160560" cy="383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F8DA16E-DCC9-FB1F-9C4E-C1649AD944F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775374" y="5290467"/>
                  <a:ext cx="196120" cy="4193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7D9DA40-E96F-ACA9-FD6E-B0FC91452AF7}"/>
                    </a:ext>
                  </a:extLst>
                </p14:cNvPr>
                <p14:cNvContentPartPr/>
                <p14:nvPr/>
              </p14:nvContentPartPr>
              <p14:xfrm>
                <a:off x="2796934" y="5700850"/>
                <a:ext cx="3600" cy="7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7D9DA40-E96F-ACA9-FD6E-B0FC91452AF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778934" y="5682850"/>
                  <a:ext cx="392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55788BF-AE39-A7C6-7489-2C5A02CDAA2D}"/>
                    </a:ext>
                  </a:extLst>
                </p14:cNvPr>
                <p14:cNvContentPartPr/>
                <p14:nvPr/>
              </p14:nvContentPartPr>
              <p14:xfrm>
                <a:off x="3001414" y="5457130"/>
                <a:ext cx="171360" cy="3117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55788BF-AE39-A7C6-7489-2C5A02CDAA2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983376" y="5439151"/>
                  <a:ext cx="207075" cy="34735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20B09E50-A16F-32EC-F345-7F72F2C6FB50}"/>
              </a:ext>
            </a:extLst>
          </p:cNvPr>
          <p:cNvGrpSpPr/>
          <p:nvPr/>
        </p:nvGrpSpPr>
        <p:grpSpPr>
          <a:xfrm>
            <a:off x="2694099" y="1483293"/>
            <a:ext cx="369000" cy="361440"/>
            <a:chOff x="4491094" y="1523050"/>
            <a:chExt cx="369000" cy="36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67841D2-61CD-E3F6-13B5-DD448F241102}"/>
                    </a:ext>
                  </a:extLst>
                </p14:cNvPr>
                <p14:cNvContentPartPr/>
                <p14:nvPr/>
              </p14:nvContentPartPr>
              <p14:xfrm>
                <a:off x="4491094" y="1523050"/>
                <a:ext cx="167040" cy="2808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67841D2-61CD-E3F6-13B5-DD448F24110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473094" y="1505050"/>
                  <a:ext cx="2026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318F8A0-DC22-7097-C63D-CA93FB88381F}"/>
                    </a:ext>
                  </a:extLst>
                </p14:cNvPr>
                <p14:cNvContentPartPr/>
                <p14:nvPr/>
              </p14:nvContentPartPr>
              <p14:xfrm>
                <a:off x="4706374" y="1624570"/>
                <a:ext cx="105840" cy="1328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318F8A0-DC22-7097-C63D-CA93FB88381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688374" y="1606521"/>
                  <a:ext cx="141480" cy="1685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FA47D47-AB35-E46C-6580-3DAF8643B533}"/>
                    </a:ext>
                  </a:extLst>
                </p14:cNvPr>
                <p14:cNvContentPartPr/>
                <p14:nvPr/>
              </p14:nvContentPartPr>
              <p14:xfrm>
                <a:off x="4818694" y="1681810"/>
                <a:ext cx="41400" cy="2026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FA47D47-AB35-E46C-6580-3DAF8643B53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800694" y="1663810"/>
                  <a:ext cx="7704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0C407AF7-02B3-D8D0-3AAD-6BD4C981470F}"/>
              </a:ext>
            </a:extLst>
          </p:cNvPr>
          <p:cNvGrpSpPr/>
          <p:nvPr/>
        </p:nvGrpSpPr>
        <p:grpSpPr>
          <a:xfrm>
            <a:off x="2676099" y="3211293"/>
            <a:ext cx="307440" cy="254520"/>
            <a:chOff x="4473094" y="3251050"/>
            <a:chExt cx="307440" cy="25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7DDF948-9465-665E-1B68-DD97B5055966}"/>
                    </a:ext>
                  </a:extLst>
                </p14:cNvPr>
                <p14:cNvContentPartPr/>
                <p14:nvPr/>
              </p14:nvContentPartPr>
              <p14:xfrm>
                <a:off x="4557694" y="3321970"/>
                <a:ext cx="360" cy="3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7DDF948-9465-665E-1B68-DD97B505596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539694" y="33039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28CC199-8AD1-E3D0-A5D0-6A89003C0A59}"/>
                    </a:ext>
                  </a:extLst>
                </p14:cNvPr>
                <p14:cNvContentPartPr/>
                <p14:nvPr/>
              </p14:nvContentPartPr>
              <p14:xfrm>
                <a:off x="4473094" y="3251050"/>
                <a:ext cx="122400" cy="2538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28CC199-8AD1-E3D0-A5D0-6A89003C0A59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4455094" y="3233050"/>
                  <a:ext cx="1580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53B14C7-162A-496C-0769-1D085CB2307F}"/>
                    </a:ext>
                  </a:extLst>
                </p14:cNvPr>
                <p14:cNvContentPartPr/>
                <p14:nvPr/>
              </p14:nvContentPartPr>
              <p14:xfrm>
                <a:off x="4672894" y="3333850"/>
                <a:ext cx="107640" cy="298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53B14C7-162A-496C-0769-1D085CB2307F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654894" y="3315850"/>
                  <a:ext cx="1432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0DF10ED-B6DA-D884-8289-DE012476A1C4}"/>
                    </a:ext>
                  </a:extLst>
                </p14:cNvPr>
                <p14:cNvContentPartPr/>
                <p14:nvPr/>
              </p14:nvContentPartPr>
              <p14:xfrm>
                <a:off x="4662814" y="3339970"/>
                <a:ext cx="115200" cy="1656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0DF10ED-B6DA-D884-8289-DE012476A1C4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644870" y="3321970"/>
                  <a:ext cx="150729" cy="20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8B381425-DB34-5692-4BCD-6FE94F694199}"/>
              </a:ext>
            </a:extLst>
          </p:cNvPr>
          <p:cNvGrpSpPr/>
          <p:nvPr/>
        </p:nvGrpSpPr>
        <p:grpSpPr>
          <a:xfrm>
            <a:off x="2663859" y="4869453"/>
            <a:ext cx="297720" cy="307440"/>
            <a:chOff x="4460854" y="4909210"/>
            <a:chExt cx="297720" cy="30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BCE11C2-BC82-5FB8-0BDB-56E2D726D8B8}"/>
                    </a:ext>
                  </a:extLst>
                </p14:cNvPr>
                <p14:cNvContentPartPr/>
                <p14:nvPr/>
              </p14:nvContentPartPr>
              <p14:xfrm>
                <a:off x="4460854" y="4909210"/>
                <a:ext cx="160560" cy="2768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BCE11C2-BC82-5FB8-0BDB-56E2D726D8B8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4442814" y="4891210"/>
                  <a:ext cx="19628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DA6B80D-243B-6D20-03EC-DA0D2C66221D}"/>
                    </a:ext>
                  </a:extLst>
                </p14:cNvPr>
                <p14:cNvContentPartPr/>
                <p14:nvPr/>
              </p14:nvContentPartPr>
              <p14:xfrm>
                <a:off x="4628614" y="5039170"/>
                <a:ext cx="129960" cy="1774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DA6B80D-243B-6D20-03EC-DA0D2C66221D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610614" y="5021133"/>
                  <a:ext cx="165600" cy="21319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C9164294-3775-F8E9-8605-2475FBE74CC9}"/>
              </a:ext>
            </a:extLst>
          </p:cNvPr>
          <p:cNvGrpSpPr/>
          <p:nvPr/>
        </p:nvGrpSpPr>
        <p:grpSpPr>
          <a:xfrm>
            <a:off x="4722699" y="1513533"/>
            <a:ext cx="444600" cy="411480"/>
            <a:chOff x="6519694" y="1553290"/>
            <a:chExt cx="444600" cy="41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07D6A57-03CF-59A0-812B-9A46CE1158C0}"/>
                    </a:ext>
                  </a:extLst>
                </p14:cNvPr>
                <p14:cNvContentPartPr/>
                <p14:nvPr/>
              </p14:nvContentPartPr>
              <p14:xfrm>
                <a:off x="6519694" y="1553290"/>
                <a:ext cx="149040" cy="3927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07D6A57-03CF-59A0-812B-9A46CE1158C0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501694" y="1535290"/>
                  <a:ext cx="18468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A6B3206-DD09-D6A2-A00D-7B7CDAF25FC9}"/>
                    </a:ext>
                  </a:extLst>
                </p14:cNvPr>
                <p14:cNvContentPartPr/>
                <p14:nvPr/>
              </p14:nvContentPartPr>
              <p14:xfrm>
                <a:off x="6746494" y="1732210"/>
                <a:ext cx="152280" cy="2325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A6B3206-DD09-D6A2-A00D-7B7CDAF25FC9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728536" y="1714182"/>
                  <a:ext cx="187836" cy="2682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9F14AC6-7F9F-B6F9-520B-AE36EF168DE4}"/>
                    </a:ext>
                  </a:extLst>
                </p14:cNvPr>
                <p14:cNvContentPartPr/>
                <p14:nvPr/>
              </p14:nvContentPartPr>
              <p14:xfrm>
                <a:off x="6793654" y="1830490"/>
                <a:ext cx="170640" cy="687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9F14AC6-7F9F-B6F9-520B-AE36EF168DE4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775654" y="1812584"/>
                  <a:ext cx="206280" cy="10421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F034D594-EC19-44C3-E142-725A22CD476E}"/>
              </a:ext>
            </a:extLst>
          </p:cNvPr>
          <p:cNvGrpSpPr/>
          <p:nvPr/>
        </p:nvGrpSpPr>
        <p:grpSpPr>
          <a:xfrm>
            <a:off x="4911339" y="3398493"/>
            <a:ext cx="368280" cy="350280"/>
            <a:chOff x="6708334" y="3438250"/>
            <a:chExt cx="368280" cy="35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3D7B5EA-8F2A-08CC-AC58-E5358E6F437D}"/>
                    </a:ext>
                  </a:extLst>
                </p14:cNvPr>
                <p14:cNvContentPartPr/>
                <p14:nvPr/>
              </p14:nvContentPartPr>
              <p14:xfrm>
                <a:off x="6708334" y="3438250"/>
                <a:ext cx="150120" cy="2815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3D7B5EA-8F2A-08CC-AC58-E5358E6F437D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690334" y="3420250"/>
                  <a:ext cx="18576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6217F03-F2E0-B5AE-98BB-1F26629F91E2}"/>
                    </a:ext>
                  </a:extLst>
                </p14:cNvPr>
                <p14:cNvContentPartPr/>
                <p14:nvPr/>
              </p14:nvContentPartPr>
              <p14:xfrm>
                <a:off x="6947374" y="3571450"/>
                <a:ext cx="129240" cy="2170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6217F03-F2E0-B5AE-98BB-1F26629F91E2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929374" y="3553450"/>
                  <a:ext cx="164880" cy="25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6838E23A-8FAD-6888-10E7-476242E4A346}"/>
              </a:ext>
            </a:extLst>
          </p:cNvPr>
          <p:cNvGrpSpPr/>
          <p:nvPr/>
        </p:nvGrpSpPr>
        <p:grpSpPr>
          <a:xfrm>
            <a:off x="5008539" y="4782333"/>
            <a:ext cx="401400" cy="246240"/>
            <a:chOff x="6805534" y="4822090"/>
            <a:chExt cx="401400" cy="24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87C410C-21EE-6035-7912-747B5B7F236A}"/>
                    </a:ext>
                  </a:extLst>
                </p14:cNvPr>
                <p14:cNvContentPartPr/>
                <p14:nvPr/>
              </p14:nvContentPartPr>
              <p14:xfrm>
                <a:off x="6805534" y="4822090"/>
                <a:ext cx="155160" cy="2365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87C410C-21EE-6035-7912-747B5B7F236A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787492" y="4804090"/>
                  <a:ext cx="190883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86EEF96-E10C-6DBB-0E83-D631909F3483}"/>
                    </a:ext>
                  </a:extLst>
                </p14:cNvPr>
                <p14:cNvContentPartPr/>
                <p14:nvPr/>
              </p14:nvContentPartPr>
              <p14:xfrm>
                <a:off x="7057534" y="4829650"/>
                <a:ext cx="149400" cy="2386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86EEF96-E10C-6DBB-0E83-D631909F3483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7039534" y="4811650"/>
                  <a:ext cx="185040" cy="2743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55" name="Picture 154" descr="A piece of paper with writing on it&#10;&#10;Description automatically generated">
            <a:extLst>
              <a:ext uri="{FF2B5EF4-FFF2-40B4-BE49-F238E27FC236}">
                <a16:creationId xmlns:a16="http://schemas.microsoft.com/office/drawing/2014/main" id="{2267BCD0-DBB7-FE77-6BB5-43FE22166CF2}"/>
              </a:ext>
            </a:extLst>
          </p:cNvPr>
          <p:cNvPicPr>
            <a:picLocks noChangeAspect="1"/>
          </p:cNvPicPr>
          <p:nvPr/>
        </p:nvPicPr>
        <p:blipFill rotWithShape="1">
          <a:blip r:embed="rId25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00" t="30875" r="20355" b="38201"/>
          <a:stretch/>
        </p:blipFill>
        <p:spPr>
          <a:xfrm>
            <a:off x="6651245" y="1152993"/>
            <a:ext cx="5408192" cy="393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2652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CA863-8724-5045-F948-37EEB10DC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Touchpad – Network 2 in the demo 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26A26-5204-BCE3-E2BC-9E53052E72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33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14:cNvPr>
              <p14:cNvContentPartPr/>
              <p14:nvPr/>
            </p14:nvContentPartPr>
            <p14:xfrm>
              <a:off x="1374699" y="2126253"/>
              <a:ext cx="42480" cy="19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56699" y="2108253"/>
                <a:ext cx="78120" cy="5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A19A1EB9-876F-2886-1552-BD1628488384}"/>
              </a:ext>
            </a:extLst>
          </p:cNvPr>
          <p:cNvGrpSpPr/>
          <p:nvPr/>
        </p:nvGrpSpPr>
        <p:grpSpPr>
          <a:xfrm>
            <a:off x="284619" y="1147413"/>
            <a:ext cx="6540840" cy="4528440"/>
            <a:chOff x="2081614" y="1187170"/>
            <a:chExt cx="6540840" cy="452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14:cNvPr>
                <p14:cNvContentPartPr/>
                <p14:nvPr/>
              </p14:nvContentPartPr>
              <p14:xfrm>
                <a:off x="3152254" y="1989610"/>
                <a:ext cx="1321560" cy="270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34254" y="1971610"/>
                  <a:ext cx="13572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14:cNvPr>
                <p14:cNvContentPartPr/>
                <p14:nvPr/>
              </p14:nvContentPartPr>
              <p14:xfrm>
                <a:off x="4469854" y="2020210"/>
                <a:ext cx="104760" cy="137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51854" y="2002210"/>
                  <a:ext cx="1404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14:cNvPr>
                <p14:cNvContentPartPr/>
                <p14:nvPr/>
              </p14:nvContentPartPr>
              <p14:xfrm>
                <a:off x="4542574" y="2063770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24574" y="20457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14:cNvPr>
                <p14:cNvContentPartPr/>
                <p14:nvPr/>
              </p14:nvContentPartPr>
              <p14:xfrm>
                <a:off x="4522414" y="2050090"/>
                <a:ext cx="60120" cy="104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04414" y="2032152"/>
                  <a:ext cx="95760" cy="1395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14:cNvPr>
                <p14:cNvContentPartPr/>
                <p14:nvPr/>
              </p14:nvContentPartPr>
              <p14:xfrm>
                <a:off x="4564534" y="1980970"/>
                <a:ext cx="912240" cy="176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46527" y="1963007"/>
                  <a:ext cx="947894" cy="2123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14:cNvPr>
                <p14:cNvContentPartPr/>
                <p14:nvPr/>
              </p14:nvContentPartPr>
              <p14:xfrm>
                <a:off x="5525374" y="2046850"/>
                <a:ext cx="826920" cy="70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507374" y="2028850"/>
                  <a:ext cx="8625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14:cNvPr>
                <p14:cNvContentPartPr/>
                <p14:nvPr/>
              </p14:nvContentPartPr>
              <p14:xfrm>
                <a:off x="3123454" y="2164210"/>
                <a:ext cx="62280" cy="601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05454" y="2146210"/>
                  <a:ext cx="9792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14:cNvPr>
                <p14:cNvContentPartPr/>
                <p14:nvPr/>
              </p14:nvContentPartPr>
              <p14:xfrm>
                <a:off x="3097894" y="2810770"/>
                <a:ext cx="225720" cy="424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79894" y="2792770"/>
                  <a:ext cx="26136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14:cNvPr>
                <p14:cNvContentPartPr/>
                <p14:nvPr/>
              </p14:nvContentPartPr>
              <p14:xfrm>
                <a:off x="3215614" y="3256450"/>
                <a:ext cx="56520" cy="432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97614" y="3238450"/>
                  <a:ext cx="9216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14:cNvPr>
                <p14:cNvContentPartPr/>
                <p14:nvPr/>
              </p14:nvContentPartPr>
              <p14:xfrm>
                <a:off x="3242974" y="3555250"/>
                <a:ext cx="955440" cy="177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24974" y="3537250"/>
                  <a:ext cx="9910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14:cNvPr>
                <p14:cNvContentPartPr/>
                <p14:nvPr/>
              </p14:nvContentPartPr>
              <p14:xfrm>
                <a:off x="4176094" y="3643090"/>
                <a:ext cx="495720" cy="66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58107" y="3625090"/>
                  <a:ext cx="531334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14:cNvPr>
                <p14:cNvContentPartPr/>
                <p14:nvPr/>
              </p14:nvContentPartPr>
              <p14:xfrm>
                <a:off x="4570294" y="2076730"/>
                <a:ext cx="18000" cy="474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52294" y="2058730"/>
                  <a:ext cx="5364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14:cNvPr>
                <p14:cNvContentPartPr/>
                <p14:nvPr/>
              </p14:nvContentPartPr>
              <p14:xfrm>
                <a:off x="4574974" y="2596930"/>
                <a:ext cx="177480" cy="307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56974" y="2578930"/>
                  <a:ext cx="21312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14:cNvPr>
                <p14:cNvContentPartPr/>
                <p14:nvPr/>
              </p14:nvContentPartPr>
              <p14:xfrm>
                <a:off x="4720414" y="2940010"/>
                <a:ext cx="35640" cy="678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02414" y="2922010"/>
                  <a:ext cx="71280" cy="71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14:cNvPr>
                <p14:cNvContentPartPr/>
                <p14:nvPr/>
              </p14:nvContentPartPr>
              <p14:xfrm>
                <a:off x="4662094" y="3553450"/>
                <a:ext cx="1118880" cy="209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44094" y="3535450"/>
                  <a:ext cx="11545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14:cNvPr>
                <p14:cNvContentPartPr/>
                <p14:nvPr/>
              </p14:nvContentPartPr>
              <p14:xfrm>
                <a:off x="5833534" y="3624370"/>
                <a:ext cx="495720" cy="16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15521" y="3606753"/>
                  <a:ext cx="531386" cy="51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14:cNvPr>
                <p14:cNvContentPartPr/>
                <p14:nvPr/>
              </p14:nvContentPartPr>
              <p14:xfrm>
                <a:off x="6282094" y="2034970"/>
                <a:ext cx="98280" cy="620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64094" y="2016980"/>
                  <a:ext cx="133920" cy="6562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14:cNvPr>
                <p14:cNvContentPartPr/>
                <p14:nvPr/>
              </p14:nvContentPartPr>
              <p14:xfrm>
                <a:off x="6286054" y="2679370"/>
                <a:ext cx="220320" cy="974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268054" y="2661370"/>
                  <a:ext cx="255960" cy="10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14:cNvPr>
                <p14:cNvContentPartPr/>
                <p14:nvPr/>
              </p14:nvContentPartPr>
              <p14:xfrm>
                <a:off x="3208774" y="3739570"/>
                <a:ext cx="38160" cy="662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90774" y="3721570"/>
                  <a:ext cx="73800" cy="69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14:cNvPr>
                <p14:cNvContentPartPr/>
                <p14:nvPr/>
              </p14:nvContentPartPr>
              <p14:xfrm>
                <a:off x="3194374" y="4416730"/>
                <a:ext cx="160920" cy="880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76374" y="4398730"/>
                  <a:ext cx="196560" cy="9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14:cNvPr>
                <p14:cNvContentPartPr/>
                <p14:nvPr/>
              </p14:nvContentPartPr>
              <p14:xfrm>
                <a:off x="4745614" y="3679450"/>
                <a:ext cx="26280" cy="541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27614" y="3661450"/>
                  <a:ext cx="6192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14:cNvPr>
                <p14:cNvContentPartPr/>
                <p14:nvPr/>
              </p14:nvContentPartPr>
              <p14:xfrm>
                <a:off x="4683334" y="4193890"/>
                <a:ext cx="180720" cy="361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65334" y="4175890"/>
                  <a:ext cx="21636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14:cNvPr>
                <p14:cNvContentPartPr/>
                <p14:nvPr/>
              </p14:nvContentPartPr>
              <p14:xfrm>
                <a:off x="4780534" y="4542370"/>
                <a:ext cx="51120" cy="677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62534" y="4524380"/>
                  <a:ext cx="86760" cy="7135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14:cNvPr>
                <p14:cNvContentPartPr/>
                <p14:nvPr/>
              </p14:nvContentPartPr>
              <p14:xfrm>
                <a:off x="3289414" y="5214850"/>
                <a:ext cx="865440" cy="164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71414" y="5196889"/>
                  <a:ext cx="901080" cy="200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14:cNvPr>
                <p14:cNvContentPartPr/>
                <p14:nvPr/>
              </p14:nvContentPartPr>
              <p14:xfrm>
                <a:off x="4198414" y="5226010"/>
                <a:ext cx="642600" cy="80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180414" y="5208090"/>
                  <a:ext cx="678240" cy="1161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14:cNvPr>
                <p14:cNvContentPartPr/>
                <p14:nvPr/>
              </p14:nvContentPartPr>
              <p14:xfrm>
                <a:off x="4911214" y="5098570"/>
                <a:ext cx="984960" cy="137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93221" y="5080570"/>
                  <a:ext cx="1020587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14:cNvPr>
                <p14:cNvContentPartPr/>
                <p14:nvPr/>
              </p14:nvContentPartPr>
              <p14:xfrm>
                <a:off x="5905534" y="5143570"/>
                <a:ext cx="605880" cy="51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887534" y="5125444"/>
                  <a:ext cx="641520" cy="877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14:cNvPr>
                <p14:cNvContentPartPr/>
                <p14:nvPr/>
              </p14:nvContentPartPr>
              <p14:xfrm>
                <a:off x="6391894" y="3657130"/>
                <a:ext cx="88560" cy="640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373821" y="3639130"/>
                  <a:ext cx="124345" cy="67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14:cNvPr>
                <p14:cNvContentPartPr/>
                <p14:nvPr/>
              </p14:nvContentPartPr>
              <p14:xfrm>
                <a:off x="6445894" y="4278490"/>
                <a:ext cx="171720" cy="253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427894" y="4260464"/>
                  <a:ext cx="207360" cy="2894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14:cNvPr>
                <p14:cNvContentPartPr/>
                <p14:nvPr/>
              </p14:nvContentPartPr>
              <p14:xfrm>
                <a:off x="6540574" y="4547410"/>
                <a:ext cx="51120" cy="689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522446" y="4529401"/>
                  <a:ext cx="87013" cy="7254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14:cNvPr>
                <p14:cNvContentPartPr/>
                <p14:nvPr/>
              </p14:nvContentPartPr>
              <p14:xfrm>
                <a:off x="2831494" y="1844890"/>
                <a:ext cx="344520" cy="362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813494" y="1826872"/>
                  <a:ext cx="380160" cy="3981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14:cNvPr>
                <p14:cNvContentPartPr/>
                <p14:nvPr/>
              </p14:nvContentPartPr>
              <p14:xfrm>
                <a:off x="2388334" y="1492450"/>
                <a:ext cx="664200" cy="651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70334" y="1474450"/>
                  <a:ext cx="699840" cy="68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14:cNvPr>
                <p14:cNvContentPartPr/>
                <p14:nvPr/>
              </p14:nvContentPartPr>
              <p14:xfrm>
                <a:off x="2081614" y="1436290"/>
                <a:ext cx="318240" cy="273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063614" y="1418290"/>
                  <a:ext cx="3538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14:cNvPr>
                <p14:cNvContentPartPr/>
                <p14:nvPr/>
              </p14:nvContentPartPr>
              <p14:xfrm>
                <a:off x="2475094" y="1487770"/>
                <a:ext cx="33480" cy="46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457094" y="1469770"/>
                  <a:ext cx="691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14:cNvPr>
                <p14:cNvContentPartPr/>
                <p14:nvPr/>
              </p14:nvContentPartPr>
              <p14:xfrm>
                <a:off x="2572294" y="1319290"/>
                <a:ext cx="146880" cy="212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554250" y="1301259"/>
                  <a:ext cx="182608" cy="2477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14:cNvPr>
                <p14:cNvContentPartPr/>
                <p14:nvPr/>
              </p14:nvContentPartPr>
              <p14:xfrm>
                <a:off x="2815294" y="1187170"/>
                <a:ext cx="173160" cy="215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97294" y="1169170"/>
                  <a:ext cx="2088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14:cNvPr>
                <p14:cNvContentPartPr/>
                <p14:nvPr/>
              </p14:nvContentPartPr>
              <p14:xfrm>
                <a:off x="6540214" y="5132410"/>
                <a:ext cx="600120" cy="292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522203" y="5114410"/>
                  <a:ext cx="635781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14:cNvPr>
                <p14:cNvContentPartPr/>
                <p14:nvPr/>
              </p14:nvContentPartPr>
              <p14:xfrm>
                <a:off x="7011454" y="5214130"/>
                <a:ext cx="316440" cy="501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93474" y="5196130"/>
                  <a:ext cx="35204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14:cNvPr>
                <p14:cNvContentPartPr/>
                <p14:nvPr/>
              </p14:nvContentPartPr>
              <p14:xfrm>
                <a:off x="7105774" y="5322130"/>
                <a:ext cx="362520" cy="338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087774" y="5304130"/>
                  <a:ext cx="39816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14:cNvPr>
                <p14:cNvContentPartPr/>
                <p14:nvPr/>
              </p14:nvContentPartPr>
              <p14:xfrm>
                <a:off x="7730734" y="5305570"/>
                <a:ext cx="277200" cy="335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712734" y="5287570"/>
                  <a:ext cx="3128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14:cNvPr>
                <p14:cNvContentPartPr/>
                <p14:nvPr/>
              </p14:nvContentPartPr>
              <p14:xfrm>
                <a:off x="8089294" y="5407090"/>
                <a:ext cx="25200" cy="235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071294" y="5389117"/>
                  <a:ext cx="60840" cy="2710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14:cNvPr>
                <p14:cNvContentPartPr/>
                <p14:nvPr/>
              </p14:nvContentPartPr>
              <p14:xfrm>
                <a:off x="8091454" y="5321410"/>
                <a:ext cx="264240" cy="212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073454" y="5303410"/>
                  <a:ext cx="2998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14:cNvPr>
                <p14:cNvContentPartPr/>
                <p14:nvPr/>
              </p14:nvContentPartPr>
              <p14:xfrm>
                <a:off x="8465854" y="5323210"/>
                <a:ext cx="36360" cy="225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447854" y="5305181"/>
                  <a:ext cx="72000" cy="2614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14:cNvPr>
                <p14:cNvContentPartPr/>
                <p14:nvPr/>
              </p14:nvContentPartPr>
              <p14:xfrm>
                <a:off x="8488534" y="5327170"/>
                <a:ext cx="133920" cy="243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470582" y="5309170"/>
                  <a:ext cx="169464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67BD6FB-F6D5-4670-181B-A07B6C433560}"/>
              </a:ext>
            </a:extLst>
          </p:cNvPr>
          <p:cNvGrpSpPr/>
          <p:nvPr/>
        </p:nvGrpSpPr>
        <p:grpSpPr>
          <a:xfrm>
            <a:off x="693219" y="2854533"/>
            <a:ext cx="357120" cy="313200"/>
            <a:chOff x="2490214" y="2894290"/>
            <a:chExt cx="357120" cy="31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14:cNvPr>
                <p14:cNvContentPartPr/>
                <p14:nvPr/>
              </p14:nvContentPartPr>
              <p14:xfrm>
                <a:off x="2527294" y="2894290"/>
                <a:ext cx="24840" cy="313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509294" y="2876290"/>
                  <a:ext cx="6048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14:cNvPr>
                <p14:cNvContentPartPr/>
                <p14:nvPr/>
              </p14:nvContentPartPr>
              <p14:xfrm>
                <a:off x="2490214" y="2904730"/>
                <a:ext cx="285120" cy="168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472214" y="2886730"/>
                  <a:ext cx="3207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14:cNvPr>
                <p14:cNvContentPartPr/>
                <p14:nvPr/>
              </p14:nvContentPartPr>
              <p14:xfrm>
                <a:off x="2829334" y="2975290"/>
                <a:ext cx="18000" cy="166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811334" y="2957290"/>
                  <a:ext cx="5364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CA155A4-AEFE-F774-FDB7-F219A780DA83}"/>
              </a:ext>
            </a:extLst>
          </p:cNvPr>
          <p:cNvGrpSpPr/>
          <p:nvPr/>
        </p:nvGrpSpPr>
        <p:grpSpPr>
          <a:xfrm>
            <a:off x="804459" y="4413693"/>
            <a:ext cx="333720" cy="289080"/>
            <a:chOff x="2601454" y="4453450"/>
            <a:chExt cx="3337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14:cNvPr>
                <p14:cNvContentPartPr/>
                <p14:nvPr/>
              </p14:nvContentPartPr>
              <p14:xfrm>
                <a:off x="2613694" y="4483330"/>
                <a:ext cx="27000" cy="259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595694" y="4465330"/>
                  <a:ext cx="626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14:cNvPr>
                <p14:cNvContentPartPr/>
                <p14:nvPr/>
              </p14:nvContentPartPr>
              <p14:xfrm>
                <a:off x="2601454" y="4453450"/>
                <a:ext cx="148680" cy="178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583454" y="4435450"/>
                  <a:ext cx="1843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14:cNvPr>
                <p14:cNvContentPartPr/>
                <p14:nvPr/>
              </p14:nvContentPartPr>
              <p14:xfrm>
                <a:off x="2854894" y="4581250"/>
                <a:ext cx="80280" cy="110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836813" y="4563250"/>
                  <a:ext cx="116081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E367ABE-30AD-F828-6414-2DF29E568548}"/>
              </a:ext>
            </a:extLst>
          </p:cNvPr>
          <p:cNvGrpSpPr/>
          <p:nvPr/>
        </p:nvGrpSpPr>
        <p:grpSpPr>
          <a:xfrm>
            <a:off x="1847739" y="1534053"/>
            <a:ext cx="411120" cy="248760"/>
            <a:chOff x="3644734" y="1573810"/>
            <a:chExt cx="411120" cy="24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14:cNvPr>
                <p14:cNvContentPartPr/>
                <p14:nvPr/>
              </p14:nvContentPartPr>
              <p14:xfrm>
                <a:off x="3644734" y="1585330"/>
                <a:ext cx="24840" cy="237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626469" y="1567303"/>
                  <a:ext cx="61004" cy="2729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14:cNvPr>
                <p14:cNvContentPartPr/>
                <p14:nvPr/>
              </p14:nvContentPartPr>
              <p14:xfrm>
                <a:off x="3654094" y="1573810"/>
                <a:ext cx="173160" cy="149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636094" y="1555767"/>
                  <a:ext cx="208800" cy="1854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14:cNvPr>
                <p14:cNvContentPartPr/>
                <p14:nvPr/>
              </p14:nvContentPartPr>
              <p14:xfrm>
                <a:off x="3915814" y="1660210"/>
                <a:ext cx="140040" cy="162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897860" y="1642170"/>
                  <a:ext cx="175589" cy="19807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BCD5526-7242-27CD-4FFB-35749C778D91}"/>
              </a:ext>
            </a:extLst>
          </p:cNvPr>
          <p:cNvGrpSpPr/>
          <p:nvPr/>
        </p:nvGrpSpPr>
        <p:grpSpPr>
          <a:xfrm>
            <a:off x="1968699" y="3160533"/>
            <a:ext cx="369720" cy="270360"/>
            <a:chOff x="3765694" y="3200290"/>
            <a:chExt cx="369720" cy="27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14:cNvPr>
                <p14:cNvContentPartPr/>
                <p14:nvPr/>
              </p14:nvContentPartPr>
              <p14:xfrm>
                <a:off x="3765694" y="3220090"/>
                <a:ext cx="15480" cy="2505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747694" y="3202090"/>
                  <a:ext cx="511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14:cNvPr>
                <p14:cNvContentPartPr/>
                <p14:nvPr/>
              </p14:nvContentPartPr>
              <p14:xfrm>
                <a:off x="3774694" y="3200290"/>
                <a:ext cx="170280" cy="182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756732" y="3182325"/>
                  <a:ext cx="205845" cy="2184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14:cNvPr>
                <p14:cNvContentPartPr/>
                <p14:nvPr/>
              </p14:nvContentPartPr>
              <p14:xfrm>
                <a:off x="4058374" y="3253210"/>
                <a:ext cx="77040" cy="140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040458" y="3235210"/>
                  <a:ext cx="112514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14:cNvPr>
                <p14:cNvContentPartPr/>
                <p14:nvPr/>
              </p14:nvContentPartPr>
              <p14:xfrm>
                <a:off x="4130374" y="3313690"/>
                <a:ext cx="3960" cy="1519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110574" y="3295690"/>
                  <a:ext cx="43164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74C423A-754D-8BC8-4E2B-D3DF2BB13F44}"/>
              </a:ext>
            </a:extLst>
          </p:cNvPr>
          <p:cNvGrpSpPr/>
          <p:nvPr/>
        </p:nvGrpSpPr>
        <p:grpSpPr>
          <a:xfrm>
            <a:off x="2018739" y="4745973"/>
            <a:ext cx="366120" cy="289080"/>
            <a:chOff x="3815734" y="4785730"/>
            <a:chExt cx="3661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14:cNvPr>
                <p14:cNvContentPartPr/>
                <p14:nvPr/>
              </p14:nvContentPartPr>
              <p14:xfrm>
                <a:off x="3815734" y="4837210"/>
                <a:ext cx="53280" cy="237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797734" y="4819210"/>
                  <a:ext cx="889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14:cNvPr>
                <p14:cNvContentPartPr/>
                <p14:nvPr/>
              </p14:nvContentPartPr>
              <p14:xfrm>
                <a:off x="3842014" y="4785730"/>
                <a:ext cx="98640" cy="182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824014" y="4767730"/>
                  <a:ext cx="1342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14:cNvPr>
                <p14:cNvContentPartPr/>
                <p14:nvPr/>
              </p14:nvContentPartPr>
              <p14:xfrm>
                <a:off x="4047574" y="4880050"/>
                <a:ext cx="134280" cy="43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029574" y="4861901"/>
                  <a:ext cx="169920" cy="798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14:cNvPr>
                <p14:cNvContentPartPr/>
                <p14:nvPr/>
              </p14:nvContentPartPr>
              <p14:xfrm>
                <a:off x="4076014" y="4895170"/>
                <a:ext cx="61560" cy="148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057908" y="4877126"/>
                  <a:ext cx="97410" cy="184047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14:cNvPr>
              <p14:cNvContentPartPr/>
              <p14:nvPr/>
            </p14:nvContentPartPr>
            <p14:xfrm>
              <a:off x="3397539" y="1421013"/>
              <a:ext cx="3960" cy="900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3379539" y="1403705"/>
                <a:ext cx="39600" cy="43269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73B7A16A-9A1B-7839-410E-B039093371B4}"/>
              </a:ext>
            </a:extLst>
          </p:cNvPr>
          <p:cNvGrpSpPr/>
          <p:nvPr/>
        </p:nvGrpSpPr>
        <p:grpSpPr>
          <a:xfrm>
            <a:off x="2328699" y="2601453"/>
            <a:ext cx="381240" cy="218160"/>
            <a:chOff x="4125694" y="2641210"/>
            <a:chExt cx="381240" cy="21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14:cNvPr>
                <p14:cNvContentPartPr/>
                <p14:nvPr/>
              </p14:nvContentPartPr>
              <p14:xfrm>
                <a:off x="4166014" y="2670370"/>
                <a:ext cx="360" cy="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148014" y="26523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14:cNvPr>
                <p14:cNvContentPartPr/>
                <p14:nvPr/>
              </p14:nvContentPartPr>
              <p14:xfrm>
                <a:off x="4140094" y="2661010"/>
                <a:ext cx="83520" cy="179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122016" y="2642974"/>
                  <a:ext cx="119314" cy="2153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14:cNvPr>
                <p14:cNvContentPartPr/>
                <p14:nvPr/>
              </p14:nvContentPartPr>
              <p14:xfrm>
                <a:off x="4125694" y="2641210"/>
                <a:ext cx="248760" cy="1213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107720" y="2623156"/>
                  <a:ext cx="284348" cy="1570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14:cNvPr>
                <p14:cNvContentPartPr/>
                <p14:nvPr/>
              </p14:nvContentPartPr>
              <p14:xfrm>
                <a:off x="4406494" y="2689810"/>
                <a:ext cx="100440" cy="1695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388494" y="2671810"/>
                  <a:ext cx="13608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BC5A7A0-859E-9016-C872-1F358953159B}"/>
              </a:ext>
            </a:extLst>
          </p:cNvPr>
          <p:cNvGrpSpPr/>
          <p:nvPr/>
        </p:nvGrpSpPr>
        <p:grpSpPr>
          <a:xfrm>
            <a:off x="2518779" y="4261413"/>
            <a:ext cx="356400" cy="290160"/>
            <a:chOff x="4315774" y="4301170"/>
            <a:chExt cx="356400" cy="29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14:cNvPr>
                <p14:cNvContentPartPr/>
                <p14:nvPr/>
              </p14:nvContentPartPr>
              <p14:xfrm>
                <a:off x="4337734" y="4362730"/>
                <a:ext cx="40680" cy="1846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319734" y="4344730"/>
                  <a:ext cx="763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14:cNvPr>
                <p14:cNvContentPartPr/>
                <p14:nvPr/>
              </p14:nvContentPartPr>
              <p14:xfrm>
                <a:off x="4315774" y="4301170"/>
                <a:ext cx="187560" cy="168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297774" y="4283208"/>
                  <a:ext cx="223200" cy="2036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14:cNvPr>
                <p14:cNvContentPartPr/>
                <p14:nvPr/>
              </p14:nvContentPartPr>
              <p14:xfrm>
                <a:off x="4528894" y="4395850"/>
                <a:ext cx="140760" cy="1954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510894" y="4377850"/>
                  <a:ext cx="1764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14:cNvPr>
                <p14:cNvContentPartPr/>
                <p14:nvPr/>
              </p14:nvContentPartPr>
              <p14:xfrm>
                <a:off x="4565254" y="4491970"/>
                <a:ext cx="106920" cy="66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547254" y="4473970"/>
                  <a:ext cx="14256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A267B977-BCBD-FA1A-695B-24070506CED2}"/>
              </a:ext>
            </a:extLst>
          </p:cNvPr>
          <p:cNvGrpSpPr/>
          <p:nvPr/>
        </p:nvGrpSpPr>
        <p:grpSpPr>
          <a:xfrm>
            <a:off x="3398259" y="1436133"/>
            <a:ext cx="539280" cy="308160"/>
            <a:chOff x="5195254" y="1475890"/>
            <a:chExt cx="539280" cy="30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14:cNvPr>
                <p14:cNvContentPartPr/>
                <p14:nvPr/>
              </p14:nvContentPartPr>
              <p14:xfrm>
                <a:off x="5195254" y="1475890"/>
                <a:ext cx="60120" cy="2577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177254" y="1457890"/>
                  <a:ext cx="957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14:cNvPr>
                <p14:cNvContentPartPr/>
                <p14:nvPr/>
              </p14:nvContentPartPr>
              <p14:xfrm>
                <a:off x="5204254" y="1492810"/>
                <a:ext cx="215280" cy="1839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186254" y="1474810"/>
                  <a:ext cx="2509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14:cNvPr>
                <p14:cNvContentPartPr/>
                <p14:nvPr/>
              </p14:nvContentPartPr>
              <p14:xfrm>
                <a:off x="5542294" y="1617730"/>
                <a:ext cx="192240" cy="166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524294" y="1599730"/>
                  <a:ext cx="22788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7BB53F9E-8B66-5A8B-C4F6-12F85559E00D}"/>
              </a:ext>
            </a:extLst>
          </p:cNvPr>
          <p:cNvGrpSpPr/>
          <p:nvPr/>
        </p:nvGrpSpPr>
        <p:grpSpPr>
          <a:xfrm>
            <a:off x="3572139" y="3089973"/>
            <a:ext cx="420120" cy="258480"/>
            <a:chOff x="5369134" y="3129730"/>
            <a:chExt cx="420120" cy="25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14:cNvPr>
                <p14:cNvContentPartPr/>
                <p14:nvPr/>
              </p14:nvContentPartPr>
              <p14:xfrm>
                <a:off x="5372014" y="3191650"/>
                <a:ext cx="50040" cy="1965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354014" y="3173683"/>
                  <a:ext cx="85680" cy="2321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14:cNvPr>
                <p14:cNvContentPartPr/>
                <p14:nvPr/>
              </p14:nvContentPartPr>
              <p14:xfrm>
                <a:off x="5369134" y="3129730"/>
                <a:ext cx="174960" cy="134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351097" y="3111730"/>
                  <a:ext cx="210673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14:cNvPr>
                <p14:cNvContentPartPr/>
                <p14:nvPr/>
              </p14:nvContentPartPr>
              <p14:xfrm>
                <a:off x="5651014" y="3200650"/>
                <a:ext cx="138240" cy="1159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633061" y="3182706"/>
                  <a:ext cx="173787" cy="15145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4A2024D-64E5-82A3-1C98-F4CCFA60A369}"/>
              </a:ext>
            </a:extLst>
          </p:cNvPr>
          <p:cNvGrpSpPr/>
          <p:nvPr/>
        </p:nvGrpSpPr>
        <p:grpSpPr>
          <a:xfrm>
            <a:off x="3779499" y="4574973"/>
            <a:ext cx="498600" cy="306000"/>
            <a:chOff x="5576494" y="4614730"/>
            <a:chExt cx="498600" cy="30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14:cNvPr>
                <p14:cNvContentPartPr/>
                <p14:nvPr/>
              </p14:nvContentPartPr>
              <p14:xfrm>
                <a:off x="5587654" y="4698610"/>
                <a:ext cx="55800" cy="1515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569537" y="4680653"/>
                  <a:ext cx="91671" cy="1871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14:cNvPr>
                <p14:cNvContentPartPr/>
                <p14:nvPr/>
              </p14:nvContentPartPr>
              <p14:xfrm>
                <a:off x="5576494" y="4614730"/>
                <a:ext cx="111600" cy="95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558552" y="4596730"/>
                  <a:ext cx="147125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14:cNvPr>
                <p14:cNvContentPartPr/>
                <p14:nvPr/>
              </p14:nvContentPartPr>
              <p14:xfrm>
                <a:off x="5603494" y="4687810"/>
                <a:ext cx="200880" cy="669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585526" y="4669713"/>
                  <a:ext cx="236456" cy="1027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14:cNvPr>
                <p14:cNvContentPartPr/>
                <p14:nvPr/>
              </p14:nvContentPartPr>
              <p14:xfrm>
                <a:off x="5864494" y="4770250"/>
                <a:ext cx="34920" cy="1504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846494" y="4752207"/>
                  <a:ext cx="70560" cy="1862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14:cNvPr>
                <p14:cNvContentPartPr/>
                <p14:nvPr/>
              </p14:nvContentPartPr>
              <p14:xfrm>
                <a:off x="5938654" y="4737850"/>
                <a:ext cx="136440" cy="144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920654" y="4719850"/>
                  <a:ext cx="17208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B2BCBCA4-9864-AA23-AB1E-2FBF34C83374}"/>
              </a:ext>
            </a:extLst>
          </p:cNvPr>
          <p:cNvGrpSpPr/>
          <p:nvPr/>
        </p:nvGrpSpPr>
        <p:grpSpPr>
          <a:xfrm>
            <a:off x="4973259" y="2637453"/>
            <a:ext cx="389160" cy="259560"/>
            <a:chOff x="6770254" y="2677210"/>
            <a:chExt cx="389160" cy="25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14:cNvPr>
                <p14:cNvContentPartPr/>
                <p14:nvPr/>
              </p14:nvContentPartPr>
              <p14:xfrm>
                <a:off x="6774934" y="2710690"/>
                <a:ext cx="77040" cy="2260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756934" y="2692690"/>
                  <a:ext cx="1126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14:cNvPr>
                <p14:cNvContentPartPr/>
                <p14:nvPr/>
              </p14:nvContentPartPr>
              <p14:xfrm>
                <a:off x="6770254" y="2677210"/>
                <a:ext cx="185040" cy="118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752254" y="2659210"/>
                  <a:ext cx="2206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14:cNvPr>
                <p14:cNvContentPartPr/>
                <p14:nvPr/>
              </p14:nvContentPartPr>
              <p14:xfrm>
                <a:off x="7067974" y="2740570"/>
                <a:ext cx="20520" cy="126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049653" y="2722570"/>
                  <a:ext cx="56796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14:cNvPr>
                <p14:cNvContentPartPr/>
                <p14:nvPr/>
              </p14:nvContentPartPr>
              <p14:xfrm>
                <a:off x="7151494" y="2725090"/>
                <a:ext cx="7920" cy="1350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133494" y="2707090"/>
                  <a:ext cx="43560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C639B13-C389-DB49-FBBB-E4AB9677A479}"/>
              </a:ext>
            </a:extLst>
          </p:cNvPr>
          <p:cNvGrpSpPr/>
          <p:nvPr/>
        </p:nvGrpSpPr>
        <p:grpSpPr>
          <a:xfrm>
            <a:off x="5031219" y="4242693"/>
            <a:ext cx="545040" cy="274320"/>
            <a:chOff x="6828214" y="4282450"/>
            <a:chExt cx="545040" cy="27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14:cNvPr>
                <p14:cNvContentPartPr/>
                <p14:nvPr/>
              </p14:nvContentPartPr>
              <p14:xfrm>
                <a:off x="6847294" y="4338250"/>
                <a:ext cx="37440" cy="2185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829294" y="4320220"/>
                  <a:ext cx="73080" cy="2542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14:cNvPr>
                <p14:cNvContentPartPr/>
                <p14:nvPr/>
              </p14:nvContentPartPr>
              <p14:xfrm>
                <a:off x="6828214" y="4282450"/>
                <a:ext cx="141480" cy="1245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810214" y="4264450"/>
                  <a:ext cx="1771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14:cNvPr>
                <p14:cNvContentPartPr/>
                <p14:nvPr/>
              </p14:nvContentPartPr>
              <p14:xfrm>
                <a:off x="7082014" y="4402690"/>
                <a:ext cx="27360" cy="104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064014" y="4384690"/>
                  <a:ext cx="630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14:cNvPr>
                <p14:cNvContentPartPr/>
                <p14:nvPr/>
              </p14:nvContentPartPr>
              <p14:xfrm>
                <a:off x="7170574" y="4443730"/>
                <a:ext cx="202680" cy="799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152606" y="4425730"/>
                  <a:ext cx="238257" cy="11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D3B0362D-C198-0258-E110-CB3C42AA284E}"/>
              </a:ext>
            </a:extLst>
          </p:cNvPr>
          <p:cNvGrpSpPr/>
          <p:nvPr/>
        </p:nvGrpSpPr>
        <p:grpSpPr>
          <a:xfrm>
            <a:off x="1224219" y="2002413"/>
            <a:ext cx="262440" cy="280440"/>
            <a:chOff x="3021214" y="2042170"/>
            <a:chExt cx="262440" cy="28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986B909-0C02-09A1-D2D4-9B3E23EC9B3D}"/>
                    </a:ext>
                  </a:extLst>
                </p14:cNvPr>
                <p14:cNvContentPartPr/>
                <p14:nvPr/>
              </p14:nvContentPartPr>
              <p14:xfrm>
                <a:off x="3208414" y="2210290"/>
                <a:ext cx="360" cy="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986B909-0C02-09A1-D2D4-9B3E23EC9B3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190414" y="219229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B1B0310-D92A-3592-83B7-A1F876973653}"/>
                    </a:ext>
                  </a:extLst>
                </p14:cNvPr>
                <p14:cNvContentPartPr/>
                <p14:nvPr/>
              </p14:nvContentPartPr>
              <p14:xfrm>
                <a:off x="3021214" y="2042170"/>
                <a:ext cx="262440" cy="2804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B1B0310-D92A-3592-83B7-A1F87697365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003214" y="2024170"/>
                  <a:ext cx="298080" cy="31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82A92A8F-8141-EA92-9C0B-A28DB266B17F}"/>
                  </a:ext>
                </a:extLst>
              </p14:cNvPr>
              <p14:cNvContentPartPr/>
              <p14:nvPr/>
            </p14:nvContentPartPr>
            <p14:xfrm>
              <a:off x="1411059" y="5248893"/>
              <a:ext cx="169560" cy="16668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82A92A8F-8141-EA92-9C0B-A28DB266B17F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1393059" y="5230893"/>
                <a:ext cx="205200" cy="20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64152B8-8B39-7DF7-405F-DA8B33795292}"/>
              </a:ext>
            </a:extLst>
          </p:cNvPr>
          <p:cNvGrpSpPr/>
          <p:nvPr/>
        </p:nvGrpSpPr>
        <p:grpSpPr>
          <a:xfrm>
            <a:off x="1303419" y="3407133"/>
            <a:ext cx="232560" cy="350640"/>
            <a:chOff x="3100414" y="3446890"/>
            <a:chExt cx="232560" cy="35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2BB9BF9-8625-9FCA-16CD-6FE7B4876840}"/>
                    </a:ext>
                  </a:extLst>
                </p14:cNvPr>
                <p14:cNvContentPartPr/>
                <p14:nvPr/>
              </p14:nvContentPartPr>
              <p14:xfrm>
                <a:off x="3100414" y="3446890"/>
                <a:ext cx="232560" cy="3506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2BB9BF9-8625-9FCA-16CD-6FE7B487684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082414" y="3428890"/>
                  <a:ext cx="26820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BD12B6B-A8DC-5280-3B90-91CACB925D2B}"/>
                    </a:ext>
                  </a:extLst>
                </p14:cNvPr>
                <p14:cNvContentPartPr/>
                <p14:nvPr/>
              </p14:nvContentPartPr>
              <p14:xfrm>
                <a:off x="3143974" y="3590530"/>
                <a:ext cx="114480" cy="1224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BD12B6B-A8DC-5280-3B90-91CACB925D2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125974" y="3572477"/>
                  <a:ext cx="150120" cy="15814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A2667C91-14BD-F881-D4EE-5D19D6E2C451}"/>
                  </a:ext>
                </a:extLst>
              </p14:cNvPr>
              <p14:cNvContentPartPr/>
              <p14:nvPr/>
            </p14:nvContentPartPr>
            <p14:xfrm>
              <a:off x="2680419" y="1945173"/>
              <a:ext cx="198720" cy="23112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A2667C91-14BD-F881-D4EE-5D19D6E2C451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2662419" y="1927173"/>
                <a:ext cx="23436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F92D132E-A37F-B636-580A-60C80126F8FF}"/>
                  </a:ext>
                </a:extLst>
              </p14:cNvPr>
              <p14:cNvContentPartPr/>
              <p14:nvPr/>
            </p14:nvContentPartPr>
            <p14:xfrm>
              <a:off x="2836659" y="3511893"/>
              <a:ext cx="213840" cy="21528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F92D132E-A37F-B636-580A-60C80126F8FF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2818659" y="3493893"/>
                <a:ext cx="24948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B1F8126B-E0CC-8531-758C-80D9BB90B3E5}"/>
                  </a:ext>
                </a:extLst>
              </p14:cNvPr>
              <p14:cNvContentPartPr/>
              <p14:nvPr/>
            </p14:nvContentPartPr>
            <p14:xfrm>
              <a:off x="3036459" y="5063133"/>
              <a:ext cx="159480" cy="20952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B1F8126B-E0CC-8531-758C-80D9BB90B3E5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3018459" y="5045133"/>
                <a:ext cx="19512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498AE9FE-922C-6296-117E-9D3256D3D10F}"/>
                  </a:ext>
                </a:extLst>
              </p14:cNvPr>
              <p14:cNvContentPartPr/>
              <p14:nvPr/>
            </p14:nvContentPartPr>
            <p14:xfrm>
              <a:off x="4383579" y="1806213"/>
              <a:ext cx="156240" cy="29088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498AE9FE-922C-6296-117E-9D3256D3D10F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4365537" y="1788213"/>
                <a:ext cx="191962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4F326D04-FD2E-26EE-C309-23B62DC7319D}"/>
                  </a:ext>
                </a:extLst>
              </p14:cNvPr>
              <p14:cNvContentPartPr/>
              <p14:nvPr/>
            </p14:nvContentPartPr>
            <p14:xfrm>
              <a:off x="4445859" y="3520533"/>
              <a:ext cx="254160" cy="21060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4F326D04-FD2E-26EE-C309-23B62DC7319D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4427859" y="3502533"/>
                <a:ext cx="28980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17C3C7DB-3EF4-A7F0-556F-C523483D95F6}"/>
                  </a:ext>
                </a:extLst>
              </p14:cNvPr>
              <p14:cNvContentPartPr/>
              <p14:nvPr/>
            </p14:nvContentPartPr>
            <p14:xfrm>
              <a:off x="4644939" y="5060253"/>
              <a:ext cx="173520" cy="1515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17C3C7DB-3EF4-A7F0-556F-C523483D95F6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4626939" y="5042253"/>
                <a:ext cx="209160" cy="18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ACFF9B9D-AAD4-8952-CF99-894EF4BD9ECF}"/>
              </a:ext>
            </a:extLst>
          </p:cNvPr>
          <p:cNvGrpSpPr/>
          <p:nvPr/>
        </p:nvGrpSpPr>
        <p:grpSpPr>
          <a:xfrm>
            <a:off x="684219" y="2117253"/>
            <a:ext cx="299880" cy="320400"/>
            <a:chOff x="2481214" y="2157010"/>
            <a:chExt cx="299880" cy="32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019A46F-7FDD-CD9B-943B-B1010DFD171C}"/>
                    </a:ext>
                  </a:extLst>
                </p14:cNvPr>
                <p14:cNvContentPartPr/>
                <p14:nvPr/>
              </p14:nvContentPartPr>
              <p14:xfrm>
                <a:off x="2589574" y="2215690"/>
                <a:ext cx="23040" cy="273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019A46F-7FDD-CD9B-943B-B1010DFD171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571574" y="2197690"/>
                  <a:ext cx="586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6311DC4-2BD1-45EE-EC2D-11F778CAA36C}"/>
                    </a:ext>
                  </a:extLst>
                </p14:cNvPr>
                <p14:cNvContentPartPr/>
                <p14:nvPr/>
              </p14:nvContentPartPr>
              <p14:xfrm>
                <a:off x="2481214" y="2157010"/>
                <a:ext cx="157680" cy="2980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6311DC4-2BD1-45EE-EC2D-11F778CAA36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463214" y="2138988"/>
                  <a:ext cx="193320" cy="3337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7D2675D-0CA8-3918-5A93-67FFA008E179}"/>
                    </a:ext>
                  </a:extLst>
                </p14:cNvPr>
                <p14:cNvContentPartPr/>
                <p14:nvPr/>
              </p14:nvContentPartPr>
              <p14:xfrm>
                <a:off x="2754454" y="2229370"/>
                <a:ext cx="26640" cy="2480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7D2675D-0CA8-3918-5A93-67FFA008E17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736454" y="2211370"/>
                  <a:ext cx="62280" cy="28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E5E323A-00F8-4BFC-3E52-DE332DBF97D9}"/>
              </a:ext>
            </a:extLst>
          </p:cNvPr>
          <p:cNvGrpSpPr/>
          <p:nvPr/>
        </p:nvGrpSpPr>
        <p:grpSpPr>
          <a:xfrm>
            <a:off x="809499" y="3486693"/>
            <a:ext cx="320400" cy="289440"/>
            <a:chOff x="2606494" y="3526450"/>
            <a:chExt cx="320400" cy="2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637AF97-5B34-D93A-C0D6-417B6D5D7666}"/>
                    </a:ext>
                  </a:extLst>
                </p14:cNvPr>
                <p14:cNvContentPartPr/>
                <p14:nvPr/>
              </p14:nvContentPartPr>
              <p14:xfrm>
                <a:off x="2606494" y="3526450"/>
                <a:ext cx="130680" cy="2894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637AF97-5B34-D93A-C0D6-417B6D5D766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588444" y="3508450"/>
                  <a:ext cx="166418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AF732C0-43FF-2CBE-3F35-78A9705B0DD3}"/>
                    </a:ext>
                  </a:extLst>
                </p14:cNvPr>
                <p14:cNvContentPartPr/>
                <p14:nvPr/>
              </p14:nvContentPartPr>
              <p14:xfrm>
                <a:off x="2827534" y="3555250"/>
                <a:ext cx="99360" cy="1645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AF732C0-43FF-2CBE-3F35-78A9705B0DD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809534" y="3537250"/>
                  <a:ext cx="135000" cy="20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96BAD0DD-1210-7D3E-02F0-7E97738A0558}"/>
              </a:ext>
            </a:extLst>
          </p:cNvPr>
          <p:cNvGrpSpPr/>
          <p:nvPr/>
        </p:nvGrpSpPr>
        <p:grpSpPr>
          <a:xfrm>
            <a:off x="996339" y="5268693"/>
            <a:ext cx="379440" cy="460440"/>
            <a:chOff x="2793334" y="5308450"/>
            <a:chExt cx="379440" cy="46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F8DA16E-DCC9-FB1F-9C4E-C1649AD944F4}"/>
                    </a:ext>
                  </a:extLst>
                </p14:cNvPr>
                <p14:cNvContentPartPr/>
                <p14:nvPr/>
              </p14:nvContentPartPr>
              <p14:xfrm>
                <a:off x="2793334" y="5308450"/>
                <a:ext cx="160560" cy="383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F8DA16E-DCC9-FB1F-9C4E-C1649AD944F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775374" y="5290467"/>
                  <a:ext cx="196120" cy="4193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7D9DA40-E96F-ACA9-FD6E-B0FC91452AF7}"/>
                    </a:ext>
                  </a:extLst>
                </p14:cNvPr>
                <p14:cNvContentPartPr/>
                <p14:nvPr/>
              </p14:nvContentPartPr>
              <p14:xfrm>
                <a:off x="2796934" y="5700850"/>
                <a:ext cx="3600" cy="7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7D9DA40-E96F-ACA9-FD6E-B0FC91452AF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778934" y="5682850"/>
                  <a:ext cx="392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55788BF-AE39-A7C6-7489-2C5A02CDAA2D}"/>
                    </a:ext>
                  </a:extLst>
                </p14:cNvPr>
                <p14:cNvContentPartPr/>
                <p14:nvPr/>
              </p14:nvContentPartPr>
              <p14:xfrm>
                <a:off x="3001414" y="5457130"/>
                <a:ext cx="171360" cy="3117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55788BF-AE39-A7C6-7489-2C5A02CDAA2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983376" y="5439151"/>
                  <a:ext cx="207075" cy="34735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20B09E50-A16F-32EC-F345-7F72F2C6FB50}"/>
              </a:ext>
            </a:extLst>
          </p:cNvPr>
          <p:cNvGrpSpPr/>
          <p:nvPr/>
        </p:nvGrpSpPr>
        <p:grpSpPr>
          <a:xfrm>
            <a:off x="2694099" y="1483293"/>
            <a:ext cx="369000" cy="361440"/>
            <a:chOff x="4491094" y="1523050"/>
            <a:chExt cx="369000" cy="36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67841D2-61CD-E3F6-13B5-DD448F241102}"/>
                    </a:ext>
                  </a:extLst>
                </p14:cNvPr>
                <p14:cNvContentPartPr/>
                <p14:nvPr/>
              </p14:nvContentPartPr>
              <p14:xfrm>
                <a:off x="4491094" y="1523050"/>
                <a:ext cx="167040" cy="2808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67841D2-61CD-E3F6-13B5-DD448F24110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473094" y="1505050"/>
                  <a:ext cx="2026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318F8A0-DC22-7097-C63D-CA93FB88381F}"/>
                    </a:ext>
                  </a:extLst>
                </p14:cNvPr>
                <p14:cNvContentPartPr/>
                <p14:nvPr/>
              </p14:nvContentPartPr>
              <p14:xfrm>
                <a:off x="4706374" y="1624570"/>
                <a:ext cx="105840" cy="1328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318F8A0-DC22-7097-C63D-CA93FB88381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688374" y="1606521"/>
                  <a:ext cx="141480" cy="1685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FA47D47-AB35-E46C-6580-3DAF8643B533}"/>
                    </a:ext>
                  </a:extLst>
                </p14:cNvPr>
                <p14:cNvContentPartPr/>
                <p14:nvPr/>
              </p14:nvContentPartPr>
              <p14:xfrm>
                <a:off x="4818694" y="1681810"/>
                <a:ext cx="41400" cy="2026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FA47D47-AB35-E46C-6580-3DAF8643B53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800694" y="1663810"/>
                  <a:ext cx="7704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0C407AF7-02B3-D8D0-3AAD-6BD4C981470F}"/>
              </a:ext>
            </a:extLst>
          </p:cNvPr>
          <p:cNvGrpSpPr/>
          <p:nvPr/>
        </p:nvGrpSpPr>
        <p:grpSpPr>
          <a:xfrm>
            <a:off x="2676099" y="3211293"/>
            <a:ext cx="307440" cy="254520"/>
            <a:chOff x="4473094" y="3251050"/>
            <a:chExt cx="307440" cy="25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7DDF948-9465-665E-1B68-DD97B5055966}"/>
                    </a:ext>
                  </a:extLst>
                </p14:cNvPr>
                <p14:cNvContentPartPr/>
                <p14:nvPr/>
              </p14:nvContentPartPr>
              <p14:xfrm>
                <a:off x="4557694" y="3321970"/>
                <a:ext cx="360" cy="3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7DDF948-9465-665E-1B68-DD97B505596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539694" y="33039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28CC199-8AD1-E3D0-A5D0-6A89003C0A59}"/>
                    </a:ext>
                  </a:extLst>
                </p14:cNvPr>
                <p14:cNvContentPartPr/>
                <p14:nvPr/>
              </p14:nvContentPartPr>
              <p14:xfrm>
                <a:off x="4473094" y="3251050"/>
                <a:ext cx="122400" cy="2538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28CC199-8AD1-E3D0-A5D0-6A89003C0A59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4455094" y="3233050"/>
                  <a:ext cx="1580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53B14C7-162A-496C-0769-1D085CB2307F}"/>
                    </a:ext>
                  </a:extLst>
                </p14:cNvPr>
                <p14:cNvContentPartPr/>
                <p14:nvPr/>
              </p14:nvContentPartPr>
              <p14:xfrm>
                <a:off x="4672894" y="3333850"/>
                <a:ext cx="107640" cy="298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53B14C7-162A-496C-0769-1D085CB2307F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654894" y="3315850"/>
                  <a:ext cx="1432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0DF10ED-B6DA-D884-8289-DE012476A1C4}"/>
                    </a:ext>
                  </a:extLst>
                </p14:cNvPr>
                <p14:cNvContentPartPr/>
                <p14:nvPr/>
              </p14:nvContentPartPr>
              <p14:xfrm>
                <a:off x="4662814" y="3339970"/>
                <a:ext cx="115200" cy="1656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0DF10ED-B6DA-D884-8289-DE012476A1C4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644870" y="3321970"/>
                  <a:ext cx="150729" cy="20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8B381425-DB34-5692-4BCD-6FE94F694199}"/>
              </a:ext>
            </a:extLst>
          </p:cNvPr>
          <p:cNvGrpSpPr/>
          <p:nvPr/>
        </p:nvGrpSpPr>
        <p:grpSpPr>
          <a:xfrm>
            <a:off x="2663859" y="4869453"/>
            <a:ext cx="297720" cy="307440"/>
            <a:chOff x="4460854" y="4909210"/>
            <a:chExt cx="297720" cy="30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BCE11C2-BC82-5FB8-0BDB-56E2D726D8B8}"/>
                    </a:ext>
                  </a:extLst>
                </p14:cNvPr>
                <p14:cNvContentPartPr/>
                <p14:nvPr/>
              </p14:nvContentPartPr>
              <p14:xfrm>
                <a:off x="4460854" y="4909210"/>
                <a:ext cx="160560" cy="2768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BCE11C2-BC82-5FB8-0BDB-56E2D726D8B8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4442814" y="4891210"/>
                  <a:ext cx="19628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DA6B80D-243B-6D20-03EC-DA0D2C66221D}"/>
                    </a:ext>
                  </a:extLst>
                </p14:cNvPr>
                <p14:cNvContentPartPr/>
                <p14:nvPr/>
              </p14:nvContentPartPr>
              <p14:xfrm>
                <a:off x="4628614" y="5039170"/>
                <a:ext cx="129960" cy="1774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DA6B80D-243B-6D20-03EC-DA0D2C66221D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610614" y="5021133"/>
                  <a:ext cx="165600" cy="21319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C9164294-3775-F8E9-8605-2475FBE74CC9}"/>
              </a:ext>
            </a:extLst>
          </p:cNvPr>
          <p:cNvGrpSpPr/>
          <p:nvPr/>
        </p:nvGrpSpPr>
        <p:grpSpPr>
          <a:xfrm>
            <a:off x="4722699" y="1513533"/>
            <a:ext cx="444600" cy="411480"/>
            <a:chOff x="6519694" y="1553290"/>
            <a:chExt cx="444600" cy="41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07D6A57-03CF-59A0-812B-9A46CE1158C0}"/>
                    </a:ext>
                  </a:extLst>
                </p14:cNvPr>
                <p14:cNvContentPartPr/>
                <p14:nvPr/>
              </p14:nvContentPartPr>
              <p14:xfrm>
                <a:off x="6519694" y="1553290"/>
                <a:ext cx="149040" cy="3927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07D6A57-03CF-59A0-812B-9A46CE1158C0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501694" y="1535290"/>
                  <a:ext cx="18468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A6B3206-DD09-D6A2-A00D-7B7CDAF25FC9}"/>
                    </a:ext>
                  </a:extLst>
                </p14:cNvPr>
                <p14:cNvContentPartPr/>
                <p14:nvPr/>
              </p14:nvContentPartPr>
              <p14:xfrm>
                <a:off x="6746494" y="1732210"/>
                <a:ext cx="152280" cy="2325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A6B3206-DD09-D6A2-A00D-7B7CDAF25FC9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728536" y="1714182"/>
                  <a:ext cx="187836" cy="2682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9F14AC6-7F9F-B6F9-520B-AE36EF168DE4}"/>
                    </a:ext>
                  </a:extLst>
                </p14:cNvPr>
                <p14:cNvContentPartPr/>
                <p14:nvPr/>
              </p14:nvContentPartPr>
              <p14:xfrm>
                <a:off x="6793654" y="1830490"/>
                <a:ext cx="170640" cy="687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9F14AC6-7F9F-B6F9-520B-AE36EF168DE4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775654" y="1812584"/>
                  <a:ext cx="206280" cy="10421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F034D594-EC19-44C3-E142-725A22CD476E}"/>
              </a:ext>
            </a:extLst>
          </p:cNvPr>
          <p:cNvGrpSpPr/>
          <p:nvPr/>
        </p:nvGrpSpPr>
        <p:grpSpPr>
          <a:xfrm>
            <a:off x="4911339" y="3398493"/>
            <a:ext cx="368280" cy="350280"/>
            <a:chOff x="6708334" y="3438250"/>
            <a:chExt cx="368280" cy="35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3D7B5EA-8F2A-08CC-AC58-E5358E6F437D}"/>
                    </a:ext>
                  </a:extLst>
                </p14:cNvPr>
                <p14:cNvContentPartPr/>
                <p14:nvPr/>
              </p14:nvContentPartPr>
              <p14:xfrm>
                <a:off x="6708334" y="3438250"/>
                <a:ext cx="150120" cy="2815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3D7B5EA-8F2A-08CC-AC58-E5358E6F437D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690334" y="3420250"/>
                  <a:ext cx="18576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6217F03-F2E0-B5AE-98BB-1F26629F91E2}"/>
                    </a:ext>
                  </a:extLst>
                </p14:cNvPr>
                <p14:cNvContentPartPr/>
                <p14:nvPr/>
              </p14:nvContentPartPr>
              <p14:xfrm>
                <a:off x="6947374" y="3571450"/>
                <a:ext cx="129240" cy="2170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6217F03-F2E0-B5AE-98BB-1F26629F91E2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929374" y="3553450"/>
                  <a:ext cx="164880" cy="25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6838E23A-8FAD-6888-10E7-476242E4A346}"/>
              </a:ext>
            </a:extLst>
          </p:cNvPr>
          <p:cNvGrpSpPr/>
          <p:nvPr/>
        </p:nvGrpSpPr>
        <p:grpSpPr>
          <a:xfrm>
            <a:off x="5008539" y="4782333"/>
            <a:ext cx="401400" cy="246240"/>
            <a:chOff x="6805534" y="4822090"/>
            <a:chExt cx="401400" cy="24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87C410C-21EE-6035-7912-747B5B7F236A}"/>
                    </a:ext>
                  </a:extLst>
                </p14:cNvPr>
                <p14:cNvContentPartPr/>
                <p14:nvPr/>
              </p14:nvContentPartPr>
              <p14:xfrm>
                <a:off x="6805534" y="4822090"/>
                <a:ext cx="155160" cy="2365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87C410C-21EE-6035-7912-747B5B7F236A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787492" y="4804090"/>
                  <a:ext cx="190883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86EEF96-E10C-6DBB-0E83-D631909F3483}"/>
                    </a:ext>
                  </a:extLst>
                </p14:cNvPr>
                <p14:cNvContentPartPr/>
                <p14:nvPr/>
              </p14:nvContentPartPr>
              <p14:xfrm>
                <a:off x="7057534" y="4829650"/>
                <a:ext cx="149400" cy="2386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86EEF96-E10C-6DBB-0E83-D631909F3483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7039534" y="4811650"/>
                  <a:ext cx="185040" cy="2743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55" name="Picture 154" descr="A piece of paper with writing on it&#10;&#10;Description automatically generated">
            <a:extLst>
              <a:ext uri="{FF2B5EF4-FFF2-40B4-BE49-F238E27FC236}">
                <a16:creationId xmlns:a16="http://schemas.microsoft.com/office/drawing/2014/main" id="{2267BCD0-DBB7-FE77-6BB5-43FE22166CF2}"/>
              </a:ext>
            </a:extLst>
          </p:cNvPr>
          <p:cNvPicPr>
            <a:picLocks noChangeAspect="1"/>
          </p:cNvPicPr>
          <p:nvPr/>
        </p:nvPicPr>
        <p:blipFill rotWithShape="1">
          <a:blip r:embed="rId2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00" t="30875" r="20355" b="38201"/>
          <a:stretch/>
        </p:blipFill>
        <p:spPr>
          <a:xfrm>
            <a:off x="6651245" y="1152993"/>
            <a:ext cx="5408192" cy="393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0007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CA863-8724-5045-F948-37EEB10DC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Touchpad – Network 2 in the demo 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26A26-5204-BCE3-E2BC-9E53052E72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34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14:cNvPr>
              <p14:cNvContentPartPr/>
              <p14:nvPr/>
            </p14:nvContentPartPr>
            <p14:xfrm>
              <a:off x="3171694" y="2166010"/>
              <a:ext cx="42480" cy="19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53694" y="2148010"/>
                <a:ext cx="78120" cy="5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A19A1EB9-876F-2886-1552-BD1628488384}"/>
              </a:ext>
            </a:extLst>
          </p:cNvPr>
          <p:cNvGrpSpPr/>
          <p:nvPr/>
        </p:nvGrpSpPr>
        <p:grpSpPr>
          <a:xfrm>
            <a:off x="2081614" y="1187170"/>
            <a:ext cx="6540840" cy="4528440"/>
            <a:chOff x="2081614" y="1187170"/>
            <a:chExt cx="6540840" cy="452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14:cNvPr>
                <p14:cNvContentPartPr/>
                <p14:nvPr/>
              </p14:nvContentPartPr>
              <p14:xfrm>
                <a:off x="3152254" y="1989610"/>
                <a:ext cx="1321560" cy="270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34254" y="1971610"/>
                  <a:ext cx="13572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14:cNvPr>
                <p14:cNvContentPartPr/>
                <p14:nvPr/>
              </p14:nvContentPartPr>
              <p14:xfrm>
                <a:off x="4469854" y="2020210"/>
                <a:ext cx="104760" cy="137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51854" y="2002210"/>
                  <a:ext cx="1404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14:cNvPr>
                <p14:cNvContentPartPr/>
                <p14:nvPr/>
              </p14:nvContentPartPr>
              <p14:xfrm>
                <a:off x="4542574" y="2063770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24574" y="20457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14:cNvPr>
                <p14:cNvContentPartPr/>
                <p14:nvPr/>
              </p14:nvContentPartPr>
              <p14:xfrm>
                <a:off x="4522414" y="2050090"/>
                <a:ext cx="60120" cy="104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04414" y="2032152"/>
                  <a:ext cx="95760" cy="1395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14:cNvPr>
                <p14:cNvContentPartPr/>
                <p14:nvPr/>
              </p14:nvContentPartPr>
              <p14:xfrm>
                <a:off x="4564534" y="1980970"/>
                <a:ext cx="912240" cy="176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46527" y="1963007"/>
                  <a:ext cx="947894" cy="2123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14:cNvPr>
                <p14:cNvContentPartPr/>
                <p14:nvPr/>
              </p14:nvContentPartPr>
              <p14:xfrm>
                <a:off x="5525374" y="2046850"/>
                <a:ext cx="826920" cy="70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507374" y="2028850"/>
                  <a:ext cx="8625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14:cNvPr>
                <p14:cNvContentPartPr/>
                <p14:nvPr/>
              </p14:nvContentPartPr>
              <p14:xfrm>
                <a:off x="3123454" y="2164210"/>
                <a:ext cx="62280" cy="601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05454" y="2146210"/>
                  <a:ext cx="9792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14:cNvPr>
                <p14:cNvContentPartPr/>
                <p14:nvPr/>
              </p14:nvContentPartPr>
              <p14:xfrm>
                <a:off x="3097894" y="2810770"/>
                <a:ext cx="225720" cy="424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79894" y="2792770"/>
                  <a:ext cx="26136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14:cNvPr>
                <p14:cNvContentPartPr/>
                <p14:nvPr/>
              </p14:nvContentPartPr>
              <p14:xfrm>
                <a:off x="3215614" y="3256450"/>
                <a:ext cx="56520" cy="432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97614" y="3238450"/>
                  <a:ext cx="9216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14:cNvPr>
                <p14:cNvContentPartPr/>
                <p14:nvPr/>
              </p14:nvContentPartPr>
              <p14:xfrm>
                <a:off x="3242974" y="3555250"/>
                <a:ext cx="955440" cy="177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24974" y="3537250"/>
                  <a:ext cx="9910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14:cNvPr>
                <p14:cNvContentPartPr/>
                <p14:nvPr/>
              </p14:nvContentPartPr>
              <p14:xfrm>
                <a:off x="4176094" y="3643090"/>
                <a:ext cx="495720" cy="66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58107" y="3625090"/>
                  <a:ext cx="531334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14:cNvPr>
                <p14:cNvContentPartPr/>
                <p14:nvPr/>
              </p14:nvContentPartPr>
              <p14:xfrm>
                <a:off x="4570294" y="2076730"/>
                <a:ext cx="18000" cy="474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52294" y="2058730"/>
                  <a:ext cx="5364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14:cNvPr>
                <p14:cNvContentPartPr/>
                <p14:nvPr/>
              </p14:nvContentPartPr>
              <p14:xfrm>
                <a:off x="4574974" y="2596930"/>
                <a:ext cx="177480" cy="307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56974" y="2578930"/>
                  <a:ext cx="21312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14:cNvPr>
                <p14:cNvContentPartPr/>
                <p14:nvPr/>
              </p14:nvContentPartPr>
              <p14:xfrm>
                <a:off x="4720414" y="2940010"/>
                <a:ext cx="35640" cy="678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02414" y="2922010"/>
                  <a:ext cx="71280" cy="71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14:cNvPr>
                <p14:cNvContentPartPr/>
                <p14:nvPr/>
              </p14:nvContentPartPr>
              <p14:xfrm>
                <a:off x="4662094" y="3553450"/>
                <a:ext cx="1118880" cy="209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44094" y="3535450"/>
                  <a:ext cx="11545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14:cNvPr>
                <p14:cNvContentPartPr/>
                <p14:nvPr/>
              </p14:nvContentPartPr>
              <p14:xfrm>
                <a:off x="5833534" y="3624370"/>
                <a:ext cx="495720" cy="16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15521" y="3606753"/>
                  <a:ext cx="531386" cy="51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14:cNvPr>
                <p14:cNvContentPartPr/>
                <p14:nvPr/>
              </p14:nvContentPartPr>
              <p14:xfrm>
                <a:off x="6282094" y="2034970"/>
                <a:ext cx="98280" cy="620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64094" y="2016980"/>
                  <a:ext cx="133920" cy="6562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14:cNvPr>
                <p14:cNvContentPartPr/>
                <p14:nvPr/>
              </p14:nvContentPartPr>
              <p14:xfrm>
                <a:off x="6286054" y="2679370"/>
                <a:ext cx="220320" cy="974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268054" y="2661370"/>
                  <a:ext cx="255960" cy="10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14:cNvPr>
                <p14:cNvContentPartPr/>
                <p14:nvPr/>
              </p14:nvContentPartPr>
              <p14:xfrm>
                <a:off x="3208774" y="3739570"/>
                <a:ext cx="38160" cy="662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90774" y="3721570"/>
                  <a:ext cx="73800" cy="69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14:cNvPr>
                <p14:cNvContentPartPr/>
                <p14:nvPr/>
              </p14:nvContentPartPr>
              <p14:xfrm>
                <a:off x="3194374" y="4416730"/>
                <a:ext cx="160920" cy="880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76374" y="4398730"/>
                  <a:ext cx="196560" cy="9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14:cNvPr>
                <p14:cNvContentPartPr/>
                <p14:nvPr/>
              </p14:nvContentPartPr>
              <p14:xfrm>
                <a:off x="4745614" y="3679450"/>
                <a:ext cx="26280" cy="541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27614" y="3661450"/>
                  <a:ext cx="6192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14:cNvPr>
                <p14:cNvContentPartPr/>
                <p14:nvPr/>
              </p14:nvContentPartPr>
              <p14:xfrm>
                <a:off x="4683334" y="4193890"/>
                <a:ext cx="180720" cy="361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65334" y="4175890"/>
                  <a:ext cx="21636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14:cNvPr>
                <p14:cNvContentPartPr/>
                <p14:nvPr/>
              </p14:nvContentPartPr>
              <p14:xfrm>
                <a:off x="4780534" y="4542370"/>
                <a:ext cx="51120" cy="677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62534" y="4524380"/>
                  <a:ext cx="86760" cy="7135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14:cNvPr>
                <p14:cNvContentPartPr/>
                <p14:nvPr/>
              </p14:nvContentPartPr>
              <p14:xfrm>
                <a:off x="3289414" y="5214850"/>
                <a:ext cx="865440" cy="164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71414" y="5196889"/>
                  <a:ext cx="901080" cy="200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14:cNvPr>
                <p14:cNvContentPartPr/>
                <p14:nvPr/>
              </p14:nvContentPartPr>
              <p14:xfrm>
                <a:off x="4198414" y="5226010"/>
                <a:ext cx="642600" cy="80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180414" y="5208090"/>
                  <a:ext cx="678240" cy="1161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14:cNvPr>
                <p14:cNvContentPartPr/>
                <p14:nvPr/>
              </p14:nvContentPartPr>
              <p14:xfrm>
                <a:off x="4911214" y="5098570"/>
                <a:ext cx="984960" cy="137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93221" y="5080570"/>
                  <a:ext cx="1020587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14:cNvPr>
                <p14:cNvContentPartPr/>
                <p14:nvPr/>
              </p14:nvContentPartPr>
              <p14:xfrm>
                <a:off x="5905534" y="5143570"/>
                <a:ext cx="605880" cy="51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887534" y="5125444"/>
                  <a:ext cx="641520" cy="877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14:cNvPr>
                <p14:cNvContentPartPr/>
                <p14:nvPr/>
              </p14:nvContentPartPr>
              <p14:xfrm>
                <a:off x="6391894" y="3657130"/>
                <a:ext cx="88560" cy="640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373821" y="3639130"/>
                  <a:ext cx="124345" cy="67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14:cNvPr>
                <p14:cNvContentPartPr/>
                <p14:nvPr/>
              </p14:nvContentPartPr>
              <p14:xfrm>
                <a:off x="6445894" y="4278490"/>
                <a:ext cx="171720" cy="253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427894" y="4260464"/>
                  <a:ext cx="207360" cy="2894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14:cNvPr>
                <p14:cNvContentPartPr/>
                <p14:nvPr/>
              </p14:nvContentPartPr>
              <p14:xfrm>
                <a:off x="6540574" y="4547410"/>
                <a:ext cx="51120" cy="689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522446" y="4529401"/>
                  <a:ext cx="87013" cy="7254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14:cNvPr>
                <p14:cNvContentPartPr/>
                <p14:nvPr/>
              </p14:nvContentPartPr>
              <p14:xfrm>
                <a:off x="2831494" y="1844890"/>
                <a:ext cx="344520" cy="362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813494" y="1826872"/>
                  <a:ext cx="380160" cy="3981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14:cNvPr>
                <p14:cNvContentPartPr/>
                <p14:nvPr/>
              </p14:nvContentPartPr>
              <p14:xfrm>
                <a:off x="2388334" y="1492450"/>
                <a:ext cx="664200" cy="651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70334" y="1474450"/>
                  <a:ext cx="699840" cy="68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14:cNvPr>
                <p14:cNvContentPartPr/>
                <p14:nvPr/>
              </p14:nvContentPartPr>
              <p14:xfrm>
                <a:off x="2081614" y="1436290"/>
                <a:ext cx="318240" cy="273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063614" y="1418290"/>
                  <a:ext cx="3538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14:cNvPr>
                <p14:cNvContentPartPr/>
                <p14:nvPr/>
              </p14:nvContentPartPr>
              <p14:xfrm>
                <a:off x="2475094" y="1487770"/>
                <a:ext cx="33480" cy="46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457094" y="1469770"/>
                  <a:ext cx="691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14:cNvPr>
                <p14:cNvContentPartPr/>
                <p14:nvPr/>
              </p14:nvContentPartPr>
              <p14:xfrm>
                <a:off x="2572294" y="1319290"/>
                <a:ext cx="146880" cy="212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554250" y="1301259"/>
                  <a:ext cx="182608" cy="2477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14:cNvPr>
                <p14:cNvContentPartPr/>
                <p14:nvPr/>
              </p14:nvContentPartPr>
              <p14:xfrm>
                <a:off x="2815294" y="1187170"/>
                <a:ext cx="173160" cy="215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97294" y="1169170"/>
                  <a:ext cx="2088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14:cNvPr>
                <p14:cNvContentPartPr/>
                <p14:nvPr/>
              </p14:nvContentPartPr>
              <p14:xfrm>
                <a:off x="6540214" y="5132410"/>
                <a:ext cx="600120" cy="292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522203" y="5114410"/>
                  <a:ext cx="635781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14:cNvPr>
                <p14:cNvContentPartPr/>
                <p14:nvPr/>
              </p14:nvContentPartPr>
              <p14:xfrm>
                <a:off x="7011454" y="5214130"/>
                <a:ext cx="316440" cy="501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93474" y="5196130"/>
                  <a:ext cx="35204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14:cNvPr>
                <p14:cNvContentPartPr/>
                <p14:nvPr/>
              </p14:nvContentPartPr>
              <p14:xfrm>
                <a:off x="7105774" y="5322130"/>
                <a:ext cx="362520" cy="338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087774" y="5304130"/>
                  <a:ext cx="39816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14:cNvPr>
                <p14:cNvContentPartPr/>
                <p14:nvPr/>
              </p14:nvContentPartPr>
              <p14:xfrm>
                <a:off x="7730734" y="5305570"/>
                <a:ext cx="277200" cy="335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712734" y="5287570"/>
                  <a:ext cx="3128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14:cNvPr>
                <p14:cNvContentPartPr/>
                <p14:nvPr/>
              </p14:nvContentPartPr>
              <p14:xfrm>
                <a:off x="8089294" y="5407090"/>
                <a:ext cx="25200" cy="235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071294" y="5389117"/>
                  <a:ext cx="60840" cy="2710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14:cNvPr>
                <p14:cNvContentPartPr/>
                <p14:nvPr/>
              </p14:nvContentPartPr>
              <p14:xfrm>
                <a:off x="8091454" y="5321410"/>
                <a:ext cx="264240" cy="212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073454" y="5303410"/>
                  <a:ext cx="2998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14:cNvPr>
                <p14:cNvContentPartPr/>
                <p14:nvPr/>
              </p14:nvContentPartPr>
              <p14:xfrm>
                <a:off x="8465854" y="5323210"/>
                <a:ext cx="36360" cy="225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447854" y="5305181"/>
                  <a:ext cx="72000" cy="2614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14:cNvPr>
                <p14:cNvContentPartPr/>
                <p14:nvPr/>
              </p14:nvContentPartPr>
              <p14:xfrm>
                <a:off x="8488534" y="5327170"/>
                <a:ext cx="133920" cy="243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470582" y="5309170"/>
                  <a:ext cx="169464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67BD6FB-F6D5-4670-181B-A07B6C433560}"/>
              </a:ext>
            </a:extLst>
          </p:cNvPr>
          <p:cNvGrpSpPr/>
          <p:nvPr/>
        </p:nvGrpSpPr>
        <p:grpSpPr>
          <a:xfrm>
            <a:off x="2490214" y="2894290"/>
            <a:ext cx="357120" cy="313200"/>
            <a:chOff x="2490214" y="2894290"/>
            <a:chExt cx="357120" cy="31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14:cNvPr>
                <p14:cNvContentPartPr/>
                <p14:nvPr/>
              </p14:nvContentPartPr>
              <p14:xfrm>
                <a:off x="2527294" y="2894290"/>
                <a:ext cx="24840" cy="313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509294" y="2876290"/>
                  <a:ext cx="6048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14:cNvPr>
                <p14:cNvContentPartPr/>
                <p14:nvPr/>
              </p14:nvContentPartPr>
              <p14:xfrm>
                <a:off x="2490214" y="2904730"/>
                <a:ext cx="285120" cy="168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472214" y="2886730"/>
                  <a:ext cx="3207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14:cNvPr>
                <p14:cNvContentPartPr/>
                <p14:nvPr/>
              </p14:nvContentPartPr>
              <p14:xfrm>
                <a:off x="2829334" y="2975290"/>
                <a:ext cx="18000" cy="166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811334" y="2957290"/>
                  <a:ext cx="5364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CA155A4-AEFE-F774-FDB7-F219A780DA83}"/>
              </a:ext>
            </a:extLst>
          </p:cNvPr>
          <p:cNvGrpSpPr/>
          <p:nvPr/>
        </p:nvGrpSpPr>
        <p:grpSpPr>
          <a:xfrm>
            <a:off x="2601454" y="4453450"/>
            <a:ext cx="333720" cy="289080"/>
            <a:chOff x="2601454" y="4453450"/>
            <a:chExt cx="3337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14:cNvPr>
                <p14:cNvContentPartPr/>
                <p14:nvPr/>
              </p14:nvContentPartPr>
              <p14:xfrm>
                <a:off x="2613694" y="4483330"/>
                <a:ext cx="27000" cy="259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595694" y="4465330"/>
                  <a:ext cx="626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14:cNvPr>
                <p14:cNvContentPartPr/>
                <p14:nvPr/>
              </p14:nvContentPartPr>
              <p14:xfrm>
                <a:off x="2601454" y="4453450"/>
                <a:ext cx="148680" cy="178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583454" y="4435450"/>
                  <a:ext cx="1843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14:cNvPr>
                <p14:cNvContentPartPr/>
                <p14:nvPr/>
              </p14:nvContentPartPr>
              <p14:xfrm>
                <a:off x="2854894" y="4581250"/>
                <a:ext cx="80280" cy="110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836813" y="4563250"/>
                  <a:ext cx="116081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E367ABE-30AD-F828-6414-2DF29E568548}"/>
              </a:ext>
            </a:extLst>
          </p:cNvPr>
          <p:cNvGrpSpPr/>
          <p:nvPr/>
        </p:nvGrpSpPr>
        <p:grpSpPr>
          <a:xfrm>
            <a:off x="3644734" y="1573810"/>
            <a:ext cx="411120" cy="248760"/>
            <a:chOff x="3644734" y="1573810"/>
            <a:chExt cx="411120" cy="24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14:cNvPr>
                <p14:cNvContentPartPr/>
                <p14:nvPr/>
              </p14:nvContentPartPr>
              <p14:xfrm>
                <a:off x="3644734" y="1585330"/>
                <a:ext cx="24840" cy="237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626469" y="1567303"/>
                  <a:ext cx="61004" cy="2729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14:cNvPr>
                <p14:cNvContentPartPr/>
                <p14:nvPr/>
              </p14:nvContentPartPr>
              <p14:xfrm>
                <a:off x="3654094" y="1573810"/>
                <a:ext cx="173160" cy="149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636094" y="1555767"/>
                  <a:ext cx="208800" cy="1854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14:cNvPr>
                <p14:cNvContentPartPr/>
                <p14:nvPr/>
              </p14:nvContentPartPr>
              <p14:xfrm>
                <a:off x="3915814" y="1660210"/>
                <a:ext cx="140040" cy="162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897860" y="1642170"/>
                  <a:ext cx="175589" cy="19807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BCD5526-7242-27CD-4FFB-35749C778D91}"/>
              </a:ext>
            </a:extLst>
          </p:cNvPr>
          <p:cNvGrpSpPr/>
          <p:nvPr/>
        </p:nvGrpSpPr>
        <p:grpSpPr>
          <a:xfrm>
            <a:off x="3765694" y="3200290"/>
            <a:ext cx="369720" cy="270360"/>
            <a:chOff x="3765694" y="3200290"/>
            <a:chExt cx="369720" cy="27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14:cNvPr>
                <p14:cNvContentPartPr/>
                <p14:nvPr/>
              </p14:nvContentPartPr>
              <p14:xfrm>
                <a:off x="3765694" y="3220090"/>
                <a:ext cx="15480" cy="2505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747694" y="3202090"/>
                  <a:ext cx="511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14:cNvPr>
                <p14:cNvContentPartPr/>
                <p14:nvPr/>
              </p14:nvContentPartPr>
              <p14:xfrm>
                <a:off x="3774694" y="3200290"/>
                <a:ext cx="170280" cy="182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756732" y="3182325"/>
                  <a:ext cx="205845" cy="2184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14:cNvPr>
                <p14:cNvContentPartPr/>
                <p14:nvPr/>
              </p14:nvContentPartPr>
              <p14:xfrm>
                <a:off x="4058374" y="3253210"/>
                <a:ext cx="77040" cy="140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040458" y="3235210"/>
                  <a:ext cx="112514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14:cNvPr>
                <p14:cNvContentPartPr/>
                <p14:nvPr/>
              </p14:nvContentPartPr>
              <p14:xfrm>
                <a:off x="4130374" y="3313690"/>
                <a:ext cx="3960" cy="1519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110574" y="3295690"/>
                  <a:ext cx="43164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74C423A-754D-8BC8-4E2B-D3DF2BB13F44}"/>
              </a:ext>
            </a:extLst>
          </p:cNvPr>
          <p:cNvGrpSpPr/>
          <p:nvPr/>
        </p:nvGrpSpPr>
        <p:grpSpPr>
          <a:xfrm>
            <a:off x="3815734" y="4785730"/>
            <a:ext cx="366120" cy="289080"/>
            <a:chOff x="3815734" y="4785730"/>
            <a:chExt cx="3661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14:cNvPr>
                <p14:cNvContentPartPr/>
                <p14:nvPr/>
              </p14:nvContentPartPr>
              <p14:xfrm>
                <a:off x="3815734" y="4837210"/>
                <a:ext cx="53280" cy="237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797734" y="4819210"/>
                  <a:ext cx="889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14:cNvPr>
                <p14:cNvContentPartPr/>
                <p14:nvPr/>
              </p14:nvContentPartPr>
              <p14:xfrm>
                <a:off x="3842014" y="4785730"/>
                <a:ext cx="98640" cy="182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824014" y="4767730"/>
                  <a:ext cx="1342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14:cNvPr>
                <p14:cNvContentPartPr/>
                <p14:nvPr/>
              </p14:nvContentPartPr>
              <p14:xfrm>
                <a:off x="4047574" y="4880050"/>
                <a:ext cx="134280" cy="43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029574" y="4861901"/>
                  <a:ext cx="169920" cy="798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14:cNvPr>
                <p14:cNvContentPartPr/>
                <p14:nvPr/>
              </p14:nvContentPartPr>
              <p14:xfrm>
                <a:off x="4076014" y="4895170"/>
                <a:ext cx="61560" cy="148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057908" y="4877126"/>
                  <a:ext cx="97410" cy="184047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14:cNvPr>
              <p14:cNvContentPartPr/>
              <p14:nvPr/>
            </p14:nvContentPartPr>
            <p14:xfrm>
              <a:off x="5194534" y="1460770"/>
              <a:ext cx="3960" cy="900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176534" y="1443462"/>
                <a:ext cx="39600" cy="43269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73B7A16A-9A1B-7839-410E-B039093371B4}"/>
              </a:ext>
            </a:extLst>
          </p:cNvPr>
          <p:cNvGrpSpPr/>
          <p:nvPr/>
        </p:nvGrpSpPr>
        <p:grpSpPr>
          <a:xfrm>
            <a:off x="4125694" y="2641210"/>
            <a:ext cx="381240" cy="218160"/>
            <a:chOff x="4125694" y="2641210"/>
            <a:chExt cx="381240" cy="21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14:cNvPr>
                <p14:cNvContentPartPr/>
                <p14:nvPr/>
              </p14:nvContentPartPr>
              <p14:xfrm>
                <a:off x="4166014" y="2670370"/>
                <a:ext cx="360" cy="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148014" y="26523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14:cNvPr>
                <p14:cNvContentPartPr/>
                <p14:nvPr/>
              </p14:nvContentPartPr>
              <p14:xfrm>
                <a:off x="4140094" y="2661010"/>
                <a:ext cx="83520" cy="179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122016" y="2642974"/>
                  <a:ext cx="119314" cy="2153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14:cNvPr>
                <p14:cNvContentPartPr/>
                <p14:nvPr/>
              </p14:nvContentPartPr>
              <p14:xfrm>
                <a:off x="4125694" y="2641210"/>
                <a:ext cx="248760" cy="1213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107720" y="2623156"/>
                  <a:ext cx="284348" cy="1570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14:cNvPr>
                <p14:cNvContentPartPr/>
                <p14:nvPr/>
              </p14:nvContentPartPr>
              <p14:xfrm>
                <a:off x="4406494" y="2689810"/>
                <a:ext cx="100440" cy="1695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388494" y="2671810"/>
                  <a:ext cx="13608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BC5A7A0-859E-9016-C872-1F358953159B}"/>
              </a:ext>
            </a:extLst>
          </p:cNvPr>
          <p:cNvGrpSpPr/>
          <p:nvPr/>
        </p:nvGrpSpPr>
        <p:grpSpPr>
          <a:xfrm>
            <a:off x="4315774" y="4301170"/>
            <a:ext cx="356400" cy="290160"/>
            <a:chOff x="4315774" y="4301170"/>
            <a:chExt cx="356400" cy="29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14:cNvPr>
                <p14:cNvContentPartPr/>
                <p14:nvPr/>
              </p14:nvContentPartPr>
              <p14:xfrm>
                <a:off x="4337734" y="4362730"/>
                <a:ext cx="40680" cy="1846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319734" y="4344730"/>
                  <a:ext cx="763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14:cNvPr>
                <p14:cNvContentPartPr/>
                <p14:nvPr/>
              </p14:nvContentPartPr>
              <p14:xfrm>
                <a:off x="4315774" y="4301170"/>
                <a:ext cx="187560" cy="168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297774" y="4283208"/>
                  <a:ext cx="223200" cy="2036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14:cNvPr>
                <p14:cNvContentPartPr/>
                <p14:nvPr/>
              </p14:nvContentPartPr>
              <p14:xfrm>
                <a:off x="4528894" y="4395850"/>
                <a:ext cx="140760" cy="1954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510894" y="4377850"/>
                  <a:ext cx="1764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14:cNvPr>
                <p14:cNvContentPartPr/>
                <p14:nvPr/>
              </p14:nvContentPartPr>
              <p14:xfrm>
                <a:off x="4565254" y="4491970"/>
                <a:ext cx="106920" cy="66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547254" y="4473970"/>
                  <a:ext cx="14256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A267B977-BCBD-FA1A-695B-24070506CED2}"/>
              </a:ext>
            </a:extLst>
          </p:cNvPr>
          <p:cNvGrpSpPr/>
          <p:nvPr/>
        </p:nvGrpSpPr>
        <p:grpSpPr>
          <a:xfrm>
            <a:off x="5195254" y="1475890"/>
            <a:ext cx="539280" cy="308160"/>
            <a:chOff x="5195254" y="1475890"/>
            <a:chExt cx="539280" cy="30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14:cNvPr>
                <p14:cNvContentPartPr/>
                <p14:nvPr/>
              </p14:nvContentPartPr>
              <p14:xfrm>
                <a:off x="5195254" y="1475890"/>
                <a:ext cx="60120" cy="2577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177254" y="1457890"/>
                  <a:ext cx="957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14:cNvPr>
                <p14:cNvContentPartPr/>
                <p14:nvPr/>
              </p14:nvContentPartPr>
              <p14:xfrm>
                <a:off x="5204254" y="1492810"/>
                <a:ext cx="215280" cy="1839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186254" y="1474810"/>
                  <a:ext cx="2509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14:cNvPr>
                <p14:cNvContentPartPr/>
                <p14:nvPr/>
              </p14:nvContentPartPr>
              <p14:xfrm>
                <a:off x="5542294" y="1617730"/>
                <a:ext cx="192240" cy="166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524294" y="1599730"/>
                  <a:ext cx="22788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7BB53F9E-8B66-5A8B-C4F6-12F85559E00D}"/>
              </a:ext>
            </a:extLst>
          </p:cNvPr>
          <p:cNvGrpSpPr/>
          <p:nvPr/>
        </p:nvGrpSpPr>
        <p:grpSpPr>
          <a:xfrm>
            <a:off x="5369134" y="3129730"/>
            <a:ext cx="420120" cy="258480"/>
            <a:chOff x="5369134" y="3129730"/>
            <a:chExt cx="420120" cy="25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14:cNvPr>
                <p14:cNvContentPartPr/>
                <p14:nvPr/>
              </p14:nvContentPartPr>
              <p14:xfrm>
                <a:off x="5372014" y="3191650"/>
                <a:ext cx="50040" cy="1965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354014" y="3173683"/>
                  <a:ext cx="85680" cy="2321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14:cNvPr>
                <p14:cNvContentPartPr/>
                <p14:nvPr/>
              </p14:nvContentPartPr>
              <p14:xfrm>
                <a:off x="5369134" y="3129730"/>
                <a:ext cx="174960" cy="134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351097" y="3111730"/>
                  <a:ext cx="210673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14:cNvPr>
                <p14:cNvContentPartPr/>
                <p14:nvPr/>
              </p14:nvContentPartPr>
              <p14:xfrm>
                <a:off x="5651014" y="3200650"/>
                <a:ext cx="138240" cy="1159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633061" y="3182706"/>
                  <a:ext cx="173787" cy="15145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4A2024D-64E5-82A3-1C98-F4CCFA60A369}"/>
              </a:ext>
            </a:extLst>
          </p:cNvPr>
          <p:cNvGrpSpPr/>
          <p:nvPr/>
        </p:nvGrpSpPr>
        <p:grpSpPr>
          <a:xfrm>
            <a:off x="5576494" y="4614730"/>
            <a:ext cx="498600" cy="306000"/>
            <a:chOff x="5576494" y="4614730"/>
            <a:chExt cx="498600" cy="30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14:cNvPr>
                <p14:cNvContentPartPr/>
                <p14:nvPr/>
              </p14:nvContentPartPr>
              <p14:xfrm>
                <a:off x="5587654" y="4698610"/>
                <a:ext cx="55800" cy="1515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569537" y="4680653"/>
                  <a:ext cx="91671" cy="1871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14:cNvPr>
                <p14:cNvContentPartPr/>
                <p14:nvPr/>
              </p14:nvContentPartPr>
              <p14:xfrm>
                <a:off x="5576494" y="4614730"/>
                <a:ext cx="111600" cy="95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558552" y="4596730"/>
                  <a:ext cx="147125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14:cNvPr>
                <p14:cNvContentPartPr/>
                <p14:nvPr/>
              </p14:nvContentPartPr>
              <p14:xfrm>
                <a:off x="5603494" y="4687810"/>
                <a:ext cx="200880" cy="669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585526" y="4669713"/>
                  <a:ext cx="236456" cy="1027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14:cNvPr>
                <p14:cNvContentPartPr/>
                <p14:nvPr/>
              </p14:nvContentPartPr>
              <p14:xfrm>
                <a:off x="5864494" y="4770250"/>
                <a:ext cx="34920" cy="1504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846494" y="4752207"/>
                  <a:ext cx="70560" cy="1862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14:cNvPr>
                <p14:cNvContentPartPr/>
                <p14:nvPr/>
              </p14:nvContentPartPr>
              <p14:xfrm>
                <a:off x="5938654" y="4737850"/>
                <a:ext cx="136440" cy="144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920654" y="4719850"/>
                  <a:ext cx="17208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B2BCBCA4-9864-AA23-AB1E-2FBF34C83374}"/>
              </a:ext>
            </a:extLst>
          </p:cNvPr>
          <p:cNvGrpSpPr/>
          <p:nvPr/>
        </p:nvGrpSpPr>
        <p:grpSpPr>
          <a:xfrm>
            <a:off x="6770254" y="2677210"/>
            <a:ext cx="389160" cy="259560"/>
            <a:chOff x="6770254" y="2677210"/>
            <a:chExt cx="389160" cy="25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14:cNvPr>
                <p14:cNvContentPartPr/>
                <p14:nvPr/>
              </p14:nvContentPartPr>
              <p14:xfrm>
                <a:off x="6774934" y="2710690"/>
                <a:ext cx="77040" cy="2260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756934" y="2692690"/>
                  <a:ext cx="1126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14:cNvPr>
                <p14:cNvContentPartPr/>
                <p14:nvPr/>
              </p14:nvContentPartPr>
              <p14:xfrm>
                <a:off x="6770254" y="2677210"/>
                <a:ext cx="185040" cy="118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752254" y="2659210"/>
                  <a:ext cx="2206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14:cNvPr>
                <p14:cNvContentPartPr/>
                <p14:nvPr/>
              </p14:nvContentPartPr>
              <p14:xfrm>
                <a:off x="7067974" y="2740570"/>
                <a:ext cx="20520" cy="126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049653" y="2722570"/>
                  <a:ext cx="56796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14:cNvPr>
                <p14:cNvContentPartPr/>
                <p14:nvPr/>
              </p14:nvContentPartPr>
              <p14:xfrm>
                <a:off x="7151494" y="2725090"/>
                <a:ext cx="7920" cy="1350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133494" y="2707090"/>
                  <a:ext cx="43560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C639B13-C389-DB49-FBBB-E4AB9677A479}"/>
              </a:ext>
            </a:extLst>
          </p:cNvPr>
          <p:cNvGrpSpPr/>
          <p:nvPr/>
        </p:nvGrpSpPr>
        <p:grpSpPr>
          <a:xfrm>
            <a:off x="6828214" y="4282450"/>
            <a:ext cx="545040" cy="274320"/>
            <a:chOff x="6828214" y="4282450"/>
            <a:chExt cx="545040" cy="27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14:cNvPr>
                <p14:cNvContentPartPr/>
                <p14:nvPr/>
              </p14:nvContentPartPr>
              <p14:xfrm>
                <a:off x="6847294" y="4338250"/>
                <a:ext cx="37440" cy="2185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829294" y="4320220"/>
                  <a:ext cx="73080" cy="2542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14:cNvPr>
                <p14:cNvContentPartPr/>
                <p14:nvPr/>
              </p14:nvContentPartPr>
              <p14:xfrm>
                <a:off x="6828214" y="4282450"/>
                <a:ext cx="141480" cy="1245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810214" y="4264450"/>
                  <a:ext cx="1771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14:cNvPr>
                <p14:cNvContentPartPr/>
                <p14:nvPr/>
              </p14:nvContentPartPr>
              <p14:xfrm>
                <a:off x="7082014" y="4402690"/>
                <a:ext cx="27360" cy="104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064014" y="4384690"/>
                  <a:ext cx="630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14:cNvPr>
                <p14:cNvContentPartPr/>
                <p14:nvPr/>
              </p14:nvContentPartPr>
              <p14:xfrm>
                <a:off x="7170574" y="4443730"/>
                <a:ext cx="202680" cy="799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152606" y="4425730"/>
                  <a:ext cx="238257" cy="11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D3B0362D-C198-0258-E110-CB3C42AA284E}"/>
              </a:ext>
            </a:extLst>
          </p:cNvPr>
          <p:cNvGrpSpPr/>
          <p:nvPr/>
        </p:nvGrpSpPr>
        <p:grpSpPr>
          <a:xfrm>
            <a:off x="3021214" y="2042170"/>
            <a:ext cx="262440" cy="280440"/>
            <a:chOff x="3021214" y="2042170"/>
            <a:chExt cx="262440" cy="28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986B909-0C02-09A1-D2D4-9B3E23EC9B3D}"/>
                    </a:ext>
                  </a:extLst>
                </p14:cNvPr>
                <p14:cNvContentPartPr/>
                <p14:nvPr/>
              </p14:nvContentPartPr>
              <p14:xfrm>
                <a:off x="3208414" y="2210290"/>
                <a:ext cx="360" cy="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986B909-0C02-09A1-D2D4-9B3E23EC9B3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190414" y="219229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B1B0310-D92A-3592-83B7-A1F876973653}"/>
                    </a:ext>
                  </a:extLst>
                </p14:cNvPr>
                <p14:cNvContentPartPr/>
                <p14:nvPr/>
              </p14:nvContentPartPr>
              <p14:xfrm>
                <a:off x="3021214" y="2042170"/>
                <a:ext cx="262440" cy="2804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B1B0310-D92A-3592-83B7-A1F87697365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003214" y="2024170"/>
                  <a:ext cx="298080" cy="31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82A92A8F-8141-EA92-9C0B-A28DB266B17F}"/>
                  </a:ext>
                </a:extLst>
              </p14:cNvPr>
              <p14:cNvContentPartPr/>
              <p14:nvPr/>
            </p14:nvContentPartPr>
            <p14:xfrm>
              <a:off x="3208054" y="5288650"/>
              <a:ext cx="169560" cy="16668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82A92A8F-8141-EA92-9C0B-A28DB266B17F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3190054" y="5270650"/>
                <a:ext cx="205200" cy="20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64152B8-8B39-7DF7-405F-DA8B33795292}"/>
              </a:ext>
            </a:extLst>
          </p:cNvPr>
          <p:cNvGrpSpPr/>
          <p:nvPr/>
        </p:nvGrpSpPr>
        <p:grpSpPr>
          <a:xfrm>
            <a:off x="3100414" y="3446890"/>
            <a:ext cx="232560" cy="350640"/>
            <a:chOff x="3100414" y="3446890"/>
            <a:chExt cx="232560" cy="35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2BB9BF9-8625-9FCA-16CD-6FE7B4876840}"/>
                    </a:ext>
                  </a:extLst>
                </p14:cNvPr>
                <p14:cNvContentPartPr/>
                <p14:nvPr/>
              </p14:nvContentPartPr>
              <p14:xfrm>
                <a:off x="3100414" y="3446890"/>
                <a:ext cx="232560" cy="3506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2BB9BF9-8625-9FCA-16CD-6FE7B487684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082414" y="3428890"/>
                  <a:ext cx="26820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BD12B6B-A8DC-5280-3B90-91CACB925D2B}"/>
                    </a:ext>
                  </a:extLst>
                </p14:cNvPr>
                <p14:cNvContentPartPr/>
                <p14:nvPr/>
              </p14:nvContentPartPr>
              <p14:xfrm>
                <a:off x="3143974" y="3590530"/>
                <a:ext cx="114480" cy="1224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BD12B6B-A8DC-5280-3B90-91CACB925D2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125974" y="3572477"/>
                  <a:ext cx="150120" cy="15814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A2667C91-14BD-F881-D4EE-5D19D6E2C451}"/>
                  </a:ext>
                </a:extLst>
              </p14:cNvPr>
              <p14:cNvContentPartPr/>
              <p14:nvPr/>
            </p14:nvContentPartPr>
            <p14:xfrm>
              <a:off x="4477414" y="1984930"/>
              <a:ext cx="198720" cy="23112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A2667C91-14BD-F881-D4EE-5D19D6E2C451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4459414" y="1966930"/>
                <a:ext cx="23436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F92D132E-A37F-B636-580A-60C80126F8FF}"/>
                  </a:ext>
                </a:extLst>
              </p14:cNvPr>
              <p14:cNvContentPartPr/>
              <p14:nvPr/>
            </p14:nvContentPartPr>
            <p14:xfrm>
              <a:off x="4633654" y="3551650"/>
              <a:ext cx="213840" cy="21528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F92D132E-A37F-B636-580A-60C80126F8FF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4615654" y="3533650"/>
                <a:ext cx="24948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B1F8126B-E0CC-8531-758C-80D9BB90B3E5}"/>
                  </a:ext>
                </a:extLst>
              </p14:cNvPr>
              <p14:cNvContentPartPr/>
              <p14:nvPr/>
            </p14:nvContentPartPr>
            <p14:xfrm>
              <a:off x="4833454" y="5102890"/>
              <a:ext cx="159480" cy="20952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B1F8126B-E0CC-8531-758C-80D9BB90B3E5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4815454" y="5084890"/>
                <a:ext cx="19512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498AE9FE-922C-6296-117E-9D3256D3D10F}"/>
                  </a:ext>
                </a:extLst>
              </p14:cNvPr>
              <p14:cNvContentPartPr/>
              <p14:nvPr/>
            </p14:nvContentPartPr>
            <p14:xfrm>
              <a:off x="6180574" y="1845970"/>
              <a:ext cx="156240" cy="29088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498AE9FE-922C-6296-117E-9D3256D3D10F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6162532" y="1827970"/>
                <a:ext cx="191962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4F326D04-FD2E-26EE-C309-23B62DC7319D}"/>
                  </a:ext>
                </a:extLst>
              </p14:cNvPr>
              <p14:cNvContentPartPr/>
              <p14:nvPr/>
            </p14:nvContentPartPr>
            <p14:xfrm>
              <a:off x="6242854" y="3560290"/>
              <a:ext cx="254160" cy="21060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4F326D04-FD2E-26EE-C309-23B62DC7319D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6224854" y="3542290"/>
                <a:ext cx="28980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17C3C7DB-3EF4-A7F0-556F-C523483D95F6}"/>
                  </a:ext>
                </a:extLst>
              </p14:cNvPr>
              <p14:cNvContentPartPr/>
              <p14:nvPr/>
            </p14:nvContentPartPr>
            <p14:xfrm>
              <a:off x="6441934" y="5100010"/>
              <a:ext cx="173520" cy="1515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17C3C7DB-3EF4-A7F0-556F-C523483D95F6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6423934" y="5082010"/>
                <a:ext cx="209160" cy="18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ACFF9B9D-AAD4-8952-CF99-894EF4BD9ECF}"/>
              </a:ext>
            </a:extLst>
          </p:cNvPr>
          <p:cNvGrpSpPr/>
          <p:nvPr/>
        </p:nvGrpSpPr>
        <p:grpSpPr>
          <a:xfrm>
            <a:off x="2481214" y="2157010"/>
            <a:ext cx="299880" cy="320400"/>
            <a:chOff x="2481214" y="2157010"/>
            <a:chExt cx="299880" cy="32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019A46F-7FDD-CD9B-943B-B1010DFD171C}"/>
                    </a:ext>
                  </a:extLst>
                </p14:cNvPr>
                <p14:cNvContentPartPr/>
                <p14:nvPr/>
              </p14:nvContentPartPr>
              <p14:xfrm>
                <a:off x="2589574" y="2215690"/>
                <a:ext cx="23040" cy="273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019A46F-7FDD-CD9B-943B-B1010DFD171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571574" y="2197690"/>
                  <a:ext cx="586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6311DC4-2BD1-45EE-EC2D-11F778CAA36C}"/>
                    </a:ext>
                  </a:extLst>
                </p14:cNvPr>
                <p14:cNvContentPartPr/>
                <p14:nvPr/>
              </p14:nvContentPartPr>
              <p14:xfrm>
                <a:off x="2481214" y="2157010"/>
                <a:ext cx="157680" cy="2980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6311DC4-2BD1-45EE-EC2D-11F778CAA36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463214" y="2138988"/>
                  <a:ext cx="193320" cy="3337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7D2675D-0CA8-3918-5A93-67FFA008E179}"/>
                    </a:ext>
                  </a:extLst>
                </p14:cNvPr>
                <p14:cNvContentPartPr/>
                <p14:nvPr/>
              </p14:nvContentPartPr>
              <p14:xfrm>
                <a:off x="2754454" y="2229370"/>
                <a:ext cx="26640" cy="2480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7D2675D-0CA8-3918-5A93-67FFA008E17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736454" y="2211370"/>
                  <a:ext cx="62280" cy="28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E5E323A-00F8-4BFC-3E52-DE332DBF97D9}"/>
              </a:ext>
            </a:extLst>
          </p:cNvPr>
          <p:cNvGrpSpPr/>
          <p:nvPr/>
        </p:nvGrpSpPr>
        <p:grpSpPr>
          <a:xfrm>
            <a:off x="2606494" y="3526450"/>
            <a:ext cx="320400" cy="289440"/>
            <a:chOff x="2606494" y="3526450"/>
            <a:chExt cx="320400" cy="2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637AF97-5B34-D93A-C0D6-417B6D5D7666}"/>
                    </a:ext>
                  </a:extLst>
                </p14:cNvPr>
                <p14:cNvContentPartPr/>
                <p14:nvPr/>
              </p14:nvContentPartPr>
              <p14:xfrm>
                <a:off x="2606494" y="3526450"/>
                <a:ext cx="130680" cy="2894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637AF97-5B34-D93A-C0D6-417B6D5D766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588444" y="3508450"/>
                  <a:ext cx="166418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AF732C0-43FF-2CBE-3F35-78A9705B0DD3}"/>
                    </a:ext>
                  </a:extLst>
                </p14:cNvPr>
                <p14:cNvContentPartPr/>
                <p14:nvPr/>
              </p14:nvContentPartPr>
              <p14:xfrm>
                <a:off x="2827534" y="3555250"/>
                <a:ext cx="99360" cy="1645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AF732C0-43FF-2CBE-3F35-78A9705B0DD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809534" y="3537250"/>
                  <a:ext cx="135000" cy="20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96BAD0DD-1210-7D3E-02F0-7E97738A0558}"/>
              </a:ext>
            </a:extLst>
          </p:cNvPr>
          <p:cNvGrpSpPr/>
          <p:nvPr/>
        </p:nvGrpSpPr>
        <p:grpSpPr>
          <a:xfrm>
            <a:off x="2793334" y="5308450"/>
            <a:ext cx="379440" cy="460440"/>
            <a:chOff x="2793334" y="5308450"/>
            <a:chExt cx="379440" cy="46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F8DA16E-DCC9-FB1F-9C4E-C1649AD944F4}"/>
                    </a:ext>
                  </a:extLst>
                </p14:cNvPr>
                <p14:cNvContentPartPr/>
                <p14:nvPr/>
              </p14:nvContentPartPr>
              <p14:xfrm>
                <a:off x="2793334" y="5308450"/>
                <a:ext cx="160560" cy="383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F8DA16E-DCC9-FB1F-9C4E-C1649AD944F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775374" y="5290467"/>
                  <a:ext cx="196120" cy="4193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7D9DA40-E96F-ACA9-FD6E-B0FC91452AF7}"/>
                    </a:ext>
                  </a:extLst>
                </p14:cNvPr>
                <p14:cNvContentPartPr/>
                <p14:nvPr/>
              </p14:nvContentPartPr>
              <p14:xfrm>
                <a:off x="2796934" y="5700850"/>
                <a:ext cx="3600" cy="7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7D9DA40-E96F-ACA9-FD6E-B0FC91452AF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778934" y="5682850"/>
                  <a:ext cx="392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55788BF-AE39-A7C6-7489-2C5A02CDAA2D}"/>
                    </a:ext>
                  </a:extLst>
                </p14:cNvPr>
                <p14:cNvContentPartPr/>
                <p14:nvPr/>
              </p14:nvContentPartPr>
              <p14:xfrm>
                <a:off x="3001414" y="5457130"/>
                <a:ext cx="171360" cy="3117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55788BF-AE39-A7C6-7489-2C5A02CDAA2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983376" y="5439151"/>
                  <a:ext cx="207075" cy="34735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20B09E50-A16F-32EC-F345-7F72F2C6FB50}"/>
              </a:ext>
            </a:extLst>
          </p:cNvPr>
          <p:cNvGrpSpPr/>
          <p:nvPr/>
        </p:nvGrpSpPr>
        <p:grpSpPr>
          <a:xfrm>
            <a:off x="4491094" y="1523050"/>
            <a:ext cx="369000" cy="361440"/>
            <a:chOff x="4491094" y="1523050"/>
            <a:chExt cx="369000" cy="36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67841D2-61CD-E3F6-13B5-DD448F241102}"/>
                    </a:ext>
                  </a:extLst>
                </p14:cNvPr>
                <p14:cNvContentPartPr/>
                <p14:nvPr/>
              </p14:nvContentPartPr>
              <p14:xfrm>
                <a:off x="4491094" y="1523050"/>
                <a:ext cx="167040" cy="2808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67841D2-61CD-E3F6-13B5-DD448F24110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473094" y="1505050"/>
                  <a:ext cx="2026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318F8A0-DC22-7097-C63D-CA93FB88381F}"/>
                    </a:ext>
                  </a:extLst>
                </p14:cNvPr>
                <p14:cNvContentPartPr/>
                <p14:nvPr/>
              </p14:nvContentPartPr>
              <p14:xfrm>
                <a:off x="4706374" y="1624570"/>
                <a:ext cx="105840" cy="1328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318F8A0-DC22-7097-C63D-CA93FB88381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688374" y="1606521"/>
                  <a:ext cx="141480" cy="1685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FA47D47-AB35-E46C-6580-3DAF8643B533}"/>
                    </a:ext>
                  </a:extLst>
                </p14:cNvPr>
                <p14:cNvContentPartPr/>
                <p14:nvPr/>
              </p14:nvContentPartPr>
              <p14:xfrm>
                <a:off x="4818694" y="1681810"/>
                <a:ext cx="41400" cy="2026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FA47D47-AB35-E46C-6580-3DAF8643B53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800694" y="1663810"/>
                  <a:ext cx="7704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0C407AF7-02B3-D8D0-3AAD-6BD4C981470F}"/>
              </a:ext>
            </a:extLst>
          </p:cNvPr>
          <p:cNvGrpSpPr/>
          <p:nvPr/>
        </p:nvGrpSpPr>
        <p:grpSpPr>
          <a:xfrm>
            <a:off x="4473094" y="3251050"/>
            <a:ext cx="307440" cy="254520"/>
            <a:chOff x="4473094" y="3251050"/>
            <a:chExt cx="307440" cy="25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7DDF948-9465-665E-1B68-DD97B5055966}"/>
                    </a:ext>
                  </a:extLst>
                </p14:cNvPr>
                <p14:cNvContentPartPr/>
                <p14:nvPr/>
              </p14:nvContentPartPr>
              <p14:xfrm>
                <a:off x="4557694" y="3321970"/>
                <a:ext cx="360" cy="3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7DDF948-9465-665E-1B68-DD97B505596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539694" y="33039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28CC199-8AD1-E3D0-A5D0-6A89003C0A59}"/>
                    </a:ext>
                  </a:extLst>
                </p14:cNvPr>
                <p14:cNvContentPartPr/>
                <p14:nvPr/>
              </p14:nvContentPartPr>
              <p14:xfrm>
                <a:off x="4473094" y="3251050"/>
                <a:ext cx="122400" cy="2538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28CC199-8AD1-E3D0-A5D0-6A89003C0A59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4455094" y="3233050"/>
                  <a:ext cx="1580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53B14C7-162A-496C-0769-1D085CB2307F}"/>
                    </a:ext>
                  </a:extLst>
                </p14:cNvPr>
                <p14:cNvContentPartPr/>
                <p14:nvPr/>
              </p14:nvContentPartPr>
              <p14:xfrm>
                <a:off x="4672894" y="3333850"/>
                <a:ext cx="107640" cy="298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53B14C7-162A-496C-0769-1D085CB2307F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654894" y="3315850"/>
                  <a:ext cx="1432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0DF10ED-B6DA-D884-8289-DE012476A1C4}"/>
                    </a:ext>
                  </a:extLst>
                </p14:cNvPr>
                <p14:cNvContentPartPr/>
                <p14:nvPr/>
              </p14:nvContentPartPr>
              <p14:xfrm>
                <a:off x="4662814" y="3339970"/>
                <a:ext cx="115200" cy="1656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0DF10ED-B6DA-D884-8289-DE012476A1C4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644870" y="3321970"/>
                  <a:ext cx="150729" cy="20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8B381425-DB34-5692-4BCD-6FE94F694199}"/>
              </a:ext>
            </a:extLst>
          </p:cNvPr>
          <p:cNvGrpSpPr/>
          <p:nvPr/>
        </p:nvGrpSpPr>
        <p:grpSpPr>
          <a:xfrm>
            <a:off x="4460854" y="4909210"/>
            <a:ext cx="297720" cy="307440"/>
            <a:chOff x="4460854" y="4909210"/>
            <a:chExt cx="297720" cy="30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BCE11C2-BC82-5FB8-0BDB-56E2D726D8B8}"/>
                    </a:ext>
                  </a:extLst>
                </p14:cNvPr>
                <p14:cNvContentPartPr/>
                <p14:nvPr/>
              </p14:nvContentPartPr>
              <p14:xfrm>
                <a:off x="4460854" y="4909210"/>
                <a:ext cx="160560" cy="2768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BCE11C2-BC82-5FB8-0BDB-56E2D726D8B8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4442814" y="4891210"/>
                  <a:ext cx="19628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DA6B80D-243B-6D20-03EC-DA0D2C66221D}"/>
                    </a:ext>
                  </a:extLst>
                </p14:cNvPr>
                <p14:cNvContentPartPr/>
                <p14:nvPr/>
              </p14:nvContentPartPr>
              <p14:xfrm>
                <a:off x="4628614" y="5039170"/>
                <a:ext cx="129960" cy="1774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DA6B80D-243B-6D20-03EC-DA0D2C66221D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610614" y="5021133"/>
                  <a:ext cx="165600" cy="21319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C9164294-3775-F8E9-8605-2475FBE74CC9}"/>
              </a:ext>
            </a:extLst>
          </p:cNvPr>
          <p:cNvGrpSpPr/>
          <p:nvPr/>
        </p:nvGrpSpPr>
        <p:grpSpPr>
          <a:xfrm>
            <a:off x="6519694" y="1553290"/>
            <a:ext cx="444600" cy="411480"/>
            <a:chOff x="6519694" y="1553290"/>
            <a:chExt cx="444600" cy="41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07D6A57-03CF-59A0-812B-9A46CE1158C0}"/>
                    </a:ext>
                  </a:extLst>
                </p14:cNvPr>
                <p14:cNvContentPartPr/>
                <p14:nvPr/>
              </p14:nvContentPartPr>
              <p14:xfrm>
                <a:off x="6519694" y="1553290"/>
                <a:ext cx="149040" cy="3927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07D6A57-03CF-59A0-812B-9A46CE1158C0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501694" y="1535290"/>
                  <a:ext cx="18468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A6B3206-DD09-D6A2-A00D-7B7CDAF25FC9}"/>
                    </a:ext>
                  </a:extLst>
                </p14:cNvPr>
                <p14:cNvContentPartPr/>
                <p14:nvPr/>
              </p14:nvContentPartPr>
              <p14:xfrm>
                <a:off x="6746494" y="1732210"/>
                <a:ext cx="152280" cy="2325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A6B3206-DD09-D6A2-A00D-7B7CDAF25FC9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728536" y="1714182"/>
                  <a:ext cx="187836" cy="2682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9F14AC6-7F9F-B6F9-520B-AE36EF168DE4}"/>
                    </a:ext>
                  </a:extLst>
                </p14:cNvPr>
                <p14:cNvContentPartPr/>
                <p14:nvPr/>
              </p14:nvContentPartPr>
              <p14:xfrm>
                <a:off x="6793654" y="1830490"/>
                <a:ext cx="170640" cy="687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9F14AC6-7F9F-B6F9-520B-AE36EF168DE4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775654" y="1812584"/>
                  <a:ext cx="206280" cy="10421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F034D594-EC19-44C3-E142-725A22CD476E}"/>
              </a:ext>
            </a:extLst>
          </p:cNvPr>
          <p:cNvGrpSpPr/>
          <p:nvPr/>
        </p:nvGrpSpPr>
        <p:grpSpPr>
          <a:xfrm>
            <a:off x="6708334" y="3438250"/>
            <a:ext cx="368280" cy="350280"/>
            <a:chOff x="6708334" y="3438250"/>
            <a:chExt cx="368280" cy="35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3D7B5EA-8F2A-08CC-AC58-E5358E6F437D}"/>
                    </a:ext>
                  </a:extLst>
                </p14:cNvPr>
                <p14:cNvContentPartPr/>
                <p14:nvPr/>
              </p14:nvContentPartPr>
              <p14:xfrm>
                <a:off x="6708334" y="3438250"/>
                <a:ext cx="150120" cy="2815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3D7B5EA-8F2A-08CC-AC58-E5358E6F437D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690334" y="3420250"/>
                  <a:ext cx="18576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6217F03-F2E0-B5AE-98BB-1F26629F91E2}"/>
                    </a:ext>
                  </a:extLst>
                </p14:cNvPr>
                <p14:cNvContentPartPr/>
                <p14:nvPr/>
              </p14:nvContentPartPr>
              <p14:xfrm>
                <a:off x="6947374" y="3571450"/>
                <a:ext cx="129240" cy="2170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6217F03-F2E0-B5AE-98BB-1F26629F91E2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929374" y="3553450"/>
                  <a:ext cx="164880" cy="25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6838E23A-8FAD-6888-10E7-476242E4A346}"/>
              </a:ext>
            </a:extLst>
          </p:cNvPr>
          <p:cNvGrpSpPr/>
          <p:nvPr/>
        </p:nvGrpSpPr>
        <p:grpSpPr>
          <a:xfrm>
            <a:off x="6805534" y="4822090"/>
            <a:ext cx="401400" cy="246240"/>
            <a:chOff x="6805534" y="4822090"/>
            <a:chExt cx="401400" cy="24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87C410C-21EE-6035-7912-747B5B7F236A}"/>
                    </a:ext>
                  </a:extLst>
                </p14:cNvPr>
                <p14:cNvContentPartPr/>
                <p14:nvPr/>
              </p14:nvContentPartPr>
              <p14:xfrm>
                <a:off x="6805534" y="4822090"/>
                <a:ext cx="155160" cy="2365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87C410C-21EE-6035-7912-747B5B7F236A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787492" y="4804090"/>
                  <a:ext cx="190883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86EEF96-E10C-6DBB-0E83-D631909F3483}"/>
                    </a:ext>
                  </a:extLst>
                </p14:cNvPr>
                <p14:cNvContentPartPr/>
                <p14:nvPr/>
              </p14:nvContentPartPr>
              <p14:xfrm>
                <a:off x="7057534" y="4829650"/>
                <a:ext cx="149400" cy="2386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86EEF96-E10C-6DBB-0E83-D631909F3483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7039534" y="4811650"/>
                  <a:ext cx="185040" cy="2743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53" name="Picture 152" descr="A white paper with black numbers and symbols&#10;&#10;Description automatically generated">
            <a:extLst>
              <a:ext uri="{FF2B5EF4-FFF2-40B4-BE49-F238E27FC236}">
                <a16:creationId xmlns:a16="http://schemas.microsoft.com/office/drawing/2014/main" id="{06621E05-0F8A-4B8E-0A39-83B8509E0B46}"/>
              </a:ext>
            </a:extLst>
          </p:cNvPr>
          <p:cNvPicPr>
            <a:picLocks noChangeAspect="1"/>
          </p:cNvPicPr>
          <p:nvPr/>
        </p:nvPicPr>
        <p:blipFill>
          <a:blip r:embed="rId2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826" y="1008440"/>
            <a:ext cx="3867858" cy="5509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7764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CA863-8724-5045-F948-37EEB10DC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Touchpad – Network 2 in the demo 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26A26-5204-BCE3-E2BC-9E53052E72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35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14:cNvPr>
              <p14:cNvContentPartPr/>
              <p14:nvPr/>
            </p14:nvContentPartPr>
            <p14:xfrm>
              <a:off x="3171694" y="2166010"/>
              <a:ext cx="42480" cy="19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53694" y="2148010"/>
                <a:ext cx="78120" cy="5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A19A1EB9-876F-2886-1552-BD1628488384}"/>
              </a:ext>
            </a:extLst>
          </p:cNvPr>
          <p:cNvGrpSpPr/>
          <p:nvPr/>
        </p:nvGrpSpPr>
        <p:grpSpPr>
          <a:xfrm>
            <a:off x="2081614" y="1187170"/>
            <a:ext cx="6540840" cy="4528440"/>
            <a:chOff x="2081614" y="1187170"/>
            <a:chExt cx="6540840" cy="452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14:cNvPr>
                <p14:cNvContentPartPr/>
                <p14:nvPr/>
              </p14:nvContentPartPr>
              <p14:xfrm>
                <a:off x="3152254" y="1989610"/>
                <a:ext cx="1321560" cy="270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34254" y="1971610"/>
                  <a:ext cx="13572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14:cNvPr>
                <p14:cNvContentPartPr/>
                <p14:nvPr/>
              </p14:nvContentPartPr>
              <p14:xfrm>
                <a:off x="4469854" y="2020210"/>
                <a:ext cx="104760" cy="137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51854" y="2002210"/>
                  <a:ext cx="1404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14:cNvPr>
                <p14:cNvContentPartPr/>
                <p14:nvPr/>
              </p14:nvContentPartPr>
              <p14:xfrm>
                <a:off x="4542574" y="2063770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24574" y="20457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14:cNvPr>
                <p14:cNvContentPartPr/>
                <p14:nvPr/>
              </p14:nvContentPartPr>
              <p14:xfrm>
                <a:off x="4522414" y="2050090"/>
                <a:ext cx="60120" cy="104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04414" y="2032152"/>
                  <a:ext cx="95760" cy="1395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14:cNvPr>
                <p14:cNvContentPartPr/>
                <p14:nvPr/>
              </p14:nvContentPartPr>
              <p14:xfrm>
                <a:off x="4564534" y="1980970"/>
                <a:ext cx="912240" cy="176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46527" y="1963007"/>
                  <a:ext cx="947894" cy="2123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14:cNvPr>
                <p14:cNvContentPartPr/>
                <p14:nvPr/>
              </p14:nvContentPartPr>
              <p14:xfrm>
                <a:off x="5525374" y="2046850"/>
                <a:ext cx="826920" cy="70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507374" y="2028850"/>
                  <a:ext cx="8625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14:cNvPr>
                <p14:cNvContentPartPr/>
                <p14:nvPr/>
              </p14:nvContentPartPr>
              <p14:xfrm>
                <a:off x="3123454" y="2164210"/>
                <a:ext cx="62280" cy="601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05454" y="2146210"/>
                  <a:ext cx="9792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14:cNvPr>
                <p14:cNvContentPartPr/>
                <p14:nvPr/>
              </p14:nvContentPartPr>
              <p14:xfrm>
                <a:off x="3097894" y="2810770"/>
                <a:ext cx="225720" cy="424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79894" y="2792770"/>
                  <a:ext cx="26136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14:cNvPr>
                <p14:cNvContentPartPr/>
                <p14:nvPr/>
              </p14:nvContentPartPr>
              <p14:xfrm>
                <a:off x="3215614" y="3256450"/>
                <a:ext cx="56520" cy="432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97614" y="3238450"/>
                  <a:ext cx="9216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14:cNvPr>
                <p14:cNvContentPartPr/>
                <p14:nvPr/>
              </p14:nvContentPartPr>
              <p14:xfrm>
                <a:off x="3242974" y="3555250"/>
                <a:ext cx="955440" cy="177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24974" y="3537250"/>
                  <a:ext cx="9910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14:cNvPr>
                <p14:cNvContentPartPr/>
                <p14:nvPr/>
              </p14:nvContentPartPr>
              <p14:xfrm>
                <a:off x="4176094" y="3643090"/>
                <a:ext cx="495720" cy="66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58107" y="3625090"/>
                  <a:ext cx="531334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14:cNvPr>
                <p14:cNvContentPartPr/>
                <p14:nvPr/>
              </p14:nvContentPartPr>
              <p14:xfrm>
                <a:off x="4570294" y="2076730"/>
                <a:ext cx="18000" cy="474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52294" y="2058730"/>
                  <a:ext cx="5364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14:cNvPr>
                <p14:cNvContentPartPr/>
                <p14:nvPr/>
              </p14:nvContentPartPr>
              <p14:xfrm>
                <a:off x="4574974" y="2596930"/>
                <a:ext cx="177480" cy="307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56974" y="2578930"/>
                  <a:ext cx="21312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14:cNvPr>
                <p14:cNvContentPartPr/>
                <p14:nvPr/>
              </p14:nvContentPartPr>
              <p14:xfrm>
                <a:off x="4720414" y="2940010"/>
                <a:ext cx="35640" cy="678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02414" y="2922010"/>
                  <a:ext cx="71280" cy="71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14:cNvPr>
                <p14:cNvContentPartPr/>
                <p14:nvPr/>
              </p14:nvContentPartPr>
              <p14:xfrm>
                <a:off x="4662094" y="3553450"/>
                <a:ext cx="1118880" cy="209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44094" y="3535450"/>
                  <a:ext cx="11545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14:cNvPr>
                <p14:cNvContentPartPr/>
                <p14:nvPr/>
              </p14:nvContentPartPr>
              <p14:xfrm>
                <a:off x="5833534" y="3624370"/>
                <a:ext cx="495720" cy="16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15521" y="3606753"/>
                  <a:ext cx="531386" cy="51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14:cNvPr>
                <p14:cNvContentPartPr/>
                <p14:nvPr/>
              </p14:nvContentPartPr>
              <p14:xfrm>
                <a:off x="6282094" y="2034970"/>
                <a:ext cx="98280" cy="620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64094" y="2016980"/>
                  <a:ext cx="133920" cy="6562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14:cNvPr>
                <p14:cNvContentPartPr/>
                <p14:nvPr/>
              </p14:nvContentPartPr>
              <p14:xfrm>
                <a:off x="6286054" y="2679370"/>
                <a:ext cx="220320" cy="974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268054" y="2661370"/>
                  <a:ext cx="255960" cy="10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14:cNvPr>
                <p14:cNvContentPartPr/>
                <p14:nvPr/>
              </p14:nvContentPartPr>
              <p14:xfrm>
                <a:off x="3208774" y="3739570"/>
                <a:ext cx="38160" cy="662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90774" y="3721570"/>
                  <a:ext cx="73800" cy="69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14:cNvPr>
                <p14:cNvContentPartPr/>
                <p14:nvPr/>
              </p14:nvContentPartPr>
              <p14:xfrm>
                <a:off x="3194374" y="4416730"/>
                <a:ext cx="160920" cy="880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76374" y="4398730"/>
                  <a:ext cx="196560" cy="9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14:cNvPr>
                <p14:cNvContentPartPr/>
                <p14:nvPr/>
              </p14:nvContentPartPr>
              <p14:xfrm>
                <a:off x="4745614" y="3679450"/>
                <a:ext cx="26280" cy="541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27614" y="3661450"/>
                  <a:ext cx="6192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14:cNvPr>
                <p14:cNvContentPartPr/>
                <p14:nvPr/>
              </p14:nvContentPartPr>
              <p14:xfrm>
                <a:off x="4683334" y="4193890"/>
                <a:ext cx="180720" cy="361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65334" y="4175890"/>
                  <a:ext cx="21636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14:cNvPr>
                <p14:cNvContentPartPr/>
                <p14:nvPr/>
              </p14:nvContentPartPr>
              <p14:xfrm>
                <a:off x="4780534" y="4542370"/>
                <a:ext cx="51120" cy="677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62534" y="4524380"/>
                  <a:ext cx="86760" cy="7135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14:cNvPr>
                <p14:cNvContentPartPr/>
                <p14:nvPr/>
              </p14:nvContentPartPr>
              <p14:xfrm>
                <a:off x="3289414" y="5214850"/>
                <a:ext cx="865440" cy="164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71414" y="5196889"/>
                  <a:ext cx="901080" cy="200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14:cNvPr>
                <p14:cNvContentPartPr/>
                <p14:nvPr/>
              </p14:nvContentPartPr>
              <p14:xfrm>
                <a:off x="4198414" y="5226010"/>
                <a:ext cx="642600" cy="80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180414" y="5208090"/>
                  <a:ext cx="678240" cy="1161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14:cNvPr>
                <p14:cNvContentPartPr/>
                <p14:nvPr/>
              </p14:nvContentPartPr>
              <p14:xfrm>
                <a:off x="4911214" y="5098570"/>
                <a:ext cx="984960" cy="137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93221" y="5080570"/>
                  <a:ext cx="1020587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14:cNvPr>
                <p14:cNvContentPartPr/>
                <p14:nvPr/>
              </p14:nvContentPartPr>
              <p14:xfrm>
                <a:off x="5905534" y="5143570"/>
                <a:ext cx="605880" cy="51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887534" y="5125444"/>
                  <a:ext cx="641520" cy="877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14:cNvPr>
                <p14:cNvContentPartPr/>
                <p14:nvPr/>
              </p14:nvContentPartPr>
              <p14:xfrm>
                <a:off x="6391894" y="3657130"/>
                <a:ext cx="88560" cy="640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373821" y="3639130"/>
                  <a:ext cx="124345" cy="67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14:cNvPr>
                <p14:cNvContentPartPr/>
                <p14:nvPr/>
              </p14:nvContentPartPr>
              <p14:xfrm>
                <a:off x="6445894" y="4278490"/>
                <a:ext cx="171720" cy="253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427894" y="4260464"/>
                  <a:ext cx="207360" cy="2894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14:cNvPr>
                <p14:cNvContentPartPr/>
                <p14:nvPr/>
              </p14:nvContentPartPr>
              <p14:xfrm>
                <a:off x="6540574" y="4547410"/>
                <a:ext cx="51120" cy="689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522446" y="4529401"/>
                  <a:ext cx="87013" cy="7254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14:cNvPr>
                <p14:cNvContentPartPr/>
                <p14:nvPr/>
              </p14:nvContentPartPr>
              <p14:xfrm>
                <a:off x="2831494" y="1844890"/>
                <a:ext cx="344520" cy="362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813494" y="1826872"/>
                  <a:ext cx="380160" cy="3981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14:cNvPr>
                <p14:cNvContentPartPr/>
                <p14:nvPr/>
              </p14:nvContentPartPr>
              <p14:xfrm>
                <a:off x="2388334" y="1492450"/>
                <a:ext cx="664200" cy="651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70334" y="1474450"/>
                  <a:ext cx="699840" cy="68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14:cNvPr>
                <p14:cNvContentPartPr/>
                <p14:nvPr/>
              </p14:nvContentPartPr>
              <p14:xfrm>
                <a:off x="2081614" y="1436290"/>
                <a:ext cx="318240" cy="273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063614" y="1418290"/>
                  <a:ext cx="3538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14:cNvPr>
                <p14:cNvContentPartPr/>
                <p14:nvPr/>
              </p14:nvContentPartPr>
              <p14:xfrm>
                <a:off x="2475094" y="1487770"/>
                <a:ext cx="33480" cy="46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457094" y="1469770"/>
                  <a:ext cx="691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14:cNvPr>
                <p14:cNvContentPartPr/>
                <p14:nvPr/>
              </p14:nvContentPartPr>
              <p14:xfrm>
                <a:off x="2572294" y="1319290"/>
                <a:ext cx="146880" cy="212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554250" y="1301259"/>
                  <a:ext cx="182608" cy="2477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14:cNvPr>
                <p14:cNvContentPartPr/>
                <p14:nvPr/>
              </p14:nvContentPartPr>
              <p14:xfrm>
                <a:off x="2815294" y="1187170"/>
                <a:ext cx="173160" cy="215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97294" y="1169170"/>
                  <a:ext cx="2088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14:cNvPr>
                <p14:cNvContentPartPr/>
                <p14:nvPr/>
              </p14:nvContentPartPr>
              <p14:xfrm>
                <a:off x="6540214" y="5132410"/>
                <a:ext cx="600120" cy="292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522203" y="5114410"/>
                  <a:ext cx="635781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14:cNvPr>
                <p14:cNvContentPartPr/>
                <p14:nvPr/>
              </p14:nvContentPartPr>
              <p14:xfrm>
                <a:off x="7011454" y="5214130"/>
                <a:ext cx="316440" cy="501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93474" y="5196130"/>
                  <a:ext cx="35204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14:cNvPr>
                <p14:cNvContentPartPr/>
                <p14:nvPr/>
              </p14:nvContentPartPr>
              <p14:xfrm>
                <a:off x="7105774" y="5322130"/>
                <a:ext cx="362520" cy="338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087774" y="5304130"/>
                  <a:ext cx="39816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14:cNvPr>
                <p14:cNvContentPartPr/>
                <p14:nvPr/>
              </p14:nvContentPartPr>
              <p14:xfrm>
                <a:off x="7730734" y="5305570"/>
                <a:ext cx="277200" cy="335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712734" y="5287570"/>
                  <a:ext cx="3128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14:cNvPr>
                <p14:cNvContentPartPr/>
                <p14:nvPr/>
              </p14:nvContentPartPr>
              <p14:xfrm>
                <a:off x="8089294" y="5407090"/>
                <a:ext cx="25200" cy="235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071294" y="5389117"/>
                  <a:ext cx="60840" cy="2710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14:cNvPr>
                <p14:cNvContentPartPr/>
                <p14:nvPr/>
              </p14:nvContentPartPr>
              <p14:xfrm>
                <a:off x="8091454" y="5321410"/>
                <a:ext cx="264240" cy="212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073454" y="5303410"/>
                  <a:ext cx="2998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14:cNvPr>
                <p14:cNvContentPartPr/>
                <p14:nvPr/>
              </p14:nvContentPartPr>
              <p14:xfrm>
                <a:off x="8465854" y="5323210"/>
                <a:ext cx="36360" cy="225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447854" y="5305181"/>
                  <a:ext cx="72000" cy="2614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14:cNvPr>
                <p14:cNvContentPartPr/>
                <p14:nvPr/>
              </p14:nvContentPartPr>
              <p14:xfrm>
                <a:off x="8488534" y="5327170"/>
                <a:ext cx="133920" cy="243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470582" y="5309170"/>
                  <a:ext cx="169464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67BD6FB-F6D5-4670-181B-A07B6C433560}"/>
              </a:ext>
            </a:extLst>
          </p:cNvPr>
          <p:cNvGrpSpPr/>
          <p:nvPr/>
        </p:nvGrpSpPr>
        <p:grpSpPr>
          <a:xfrm>
            <a:off x="2490214" y="2894290"/>
            <a:ext cx="357120" cy="313200"/>
            <a:chOff x="2490214" y="2894290"/>
            <a:chExt cx="357120" cy="31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14:cNvPr>
                <p14:cNvContentPartPr/>
                <p14:nvPr/>
              </p14:nvContentPartPr>
              <p14:xfrm>
                <a:off x="2527294" y="2894290"/>
                <a:ext cx="24840" cy="313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509294" y="2876290"/>
                  <a:ext cx="6048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14:cNvPr>
                <p14:cNvContentPartPr/>
                <p14:nvPr/>
              </p14:nvContentPartPr>
              <p14:xfrm>
                <a:off x="2490214" y="2904730"/>
                <a:ext cx="285120" cy="168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472214" y="2886730"/>
                  <a:ext cx="3207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14:cNvPr>
                <p14:cNvContentPartPr/>
                <p14:nvPr/>
              </p14:nvContentPartPr>
              <p14:xfrm>
                <a:off x="2829334" y="2975290"/>
                <a:ext cx="18000" cy="166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811334" y="2957290"/>
                  <a:ext cx="5364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CA155A4-AEFE-F774-FDB7-F219A780DA83}"/>
              </a:ext>
            </a:extLst>
          </p:cNvPr>
          <p:cNvGrpSpPr/>
          <p:nvPr/>
        </p:nvGrpSpPr>
        <p:grpSpPr>
          <a:xfrm>
            <a:off x="2601454" y="4453450"/>
            <a:ext cx="333720" cy="289080"/>
            <a:chOff x="2601454" y="4453450"/>
            <a:chExt cx="3337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14:cNvPr>
                <p14:cNvContentPartPr/>
                <p14:nvPr/>
              </p14:nvContentPartPr>
              <p14:xfrm>
                <a:off x="2613694" y="4483330"/>
                <a:ext cx="27000" cy="259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595694" y="4465330"/>
                  <a:ext cx="626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14:cNvPr>
                <p14:cNvContentPartPr/>
                <p14:nvPr/>
              </p14:nvContentPartPr>
              <p14:xfrm>
                <a:off x="2601454" y="4453450"/>
                <a:ext cx="148680" cy="178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583454" y="4435450"/>
                  <a:ext cx="1843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14:cNvPr>
                <p14:cNvContentPartPr/>
                <p14:nvPr/>
              </p14:nvContentPartPr>
              <p14:xfrm>
                <a:off x="2854894" y="4581250"/>
                <a:ext cx="80280" cy="110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836813" y="4563250"/>
                  <a:ext cx="116081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E367ABE-30AD-F828-6414-2DF29E568548}"/>
              </a:ext>
            </a:extLst>
          </p:cNvPr>
          <p:cNvGrpSpPr/>
          <p:nvPr/>
        </p:nvGrpSpPr>
        <p:grpSpPr>
          <a:xfrm>
            <a:off x="3644734" y="1573810"/>
            <a:ext cx="411120" cy="248760"/>
            <a:chOff x="3644734" y="1573810"/>
            <a:chExt cx="411120" cy="24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14:cNvPr>
                <p14:cNvContentPartPr/>
                <p14:nvPr/>
              </p14:nvContentPartPr>
              <p14:xfrm>
                <a:off x="3644734" y="1585330"/>
                <a:ext cx="24840" cy="237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626469" y="1567303"/>
                  <a:ext cx="61004" cy="2729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14:cNvPr>
                <p14:cNvContentPartPr/>
                <p14:nvPr/>
              </p14:nvContentPartPr>
              <p14:xfrm>
                <a:off x="3654094" y="1573810"/>
                <a:ext cx="173160" cy="149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636094" y="1555767"/>
                  <a:ext cx="208800" cy="1854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14:cNvPr>
                <p14:cNvContentPartPr/>
                <p14:nvPr/>
              </p14:nvContentPartPr>
              <p14:xfrm>
                <a:off x="3915814" y="1660210"/>
                <a:ext cx="140040" cy="162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897860" y="1642170"/>
                  <a:ext cx="175589" cy="19807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BCD5526-7242-27CD-4FFB-35749C778D91}"/>
              </a:ext>
            </a:extLst>
          </p:cNvPr>
          <p:cNvGrpSpPr/>
          <p:nvPr/>
        </p:nvGrpSpPr>
        <p:grpSpPr>
          <a:xfrm>
            <a:off x="3765694" y="3200290"/>
            <a:ext cx="369720" cy="270360"/>
            <a:chOff x="3765694" y="3200290"/>
            <a:chExt cx="369720" cy="27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14:cNvPr>
                <p14:cNvContentPartPr/>
                <p14:nvPr/>
              </p14:nvContentPartPr>
              <p14:xfrm>
                <a:off x="3765694" y="3220090"/>
                <a:ext cx="15480" cy="2505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747694" y="3202090"/>
                  <a:ext cx="511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14:cNvPr>
                <p14:cNvContentPartPr/>
                <p14:nvPr/>
              </p14:nvContentPartPr>
              <p14:xfrm>
                <a:off x="3774694" y="3200290"/>
                <a:ext cx="170280" cy="182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756732" y="3182325"/>
                  <a:ext cx="205845" cy="2184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14:cNvPr>
                <p14:cNvContentPartPr/>
                <p14:nvPr/>
              </p14:nvContentPartPr>
              <p14:xfrm>
                <a:off x="4058374" y="3253210"/>
                <a:ext cx="77040" cy="140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040458" y="3235210"/>
                  <a:ext cx="112514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14:cNvPr>
                <p14:cNvContentPartPr/>
                <p14:nvPr/>
              </p14:nvContentPartPr>
              <p14:xfrm>
                <a:off x="4130374" y="3313690"/>
                <a:ext cx="3960" cy="1519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110574" y="3295690"/>
                  <a:ext cx="43164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74C423A-754D-8BC8-4E2B-D3DF2BB13F44}"/>
              </a:ext>
            </a:extLst>
          </p:cNvPr>
          <p:cNvGrpSpPr/>
          <p:nvPr/>
        </p:nvGrpSpPr>
        <p:grpSpPr>
          <a:xfrm>
            <a:off x="3815734" y="4785730"/>
            <a:ext cx="366120" cy="289080"/>
            <a:chOff x="3815734" y="4785730"/>
            <a:chExt cx="3661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14:cNvPr>
                <p14:cNvContentPartPr/>
                <p14:nvPr/>
              </p14:nvContentPartPr>
              <p14:xfrm>
                <a:off x="3815734" y="4837210"/>
                <a:ext cx="53280" cy="237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797734" y="4819210"/>
                  <a:ext cx="889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14:cNvPr>
                <p14:cNvContentPartPr/>
                <p14:nvPr/>
              </p14:nvContentPartPr>
              <p14:xfrm>
                <a:off x="3842014" y="4785730"/>
                <a:ext cx="98640" cy="182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824014" y="4767730"/>
                  <a:ext cx="1342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14:cNvPr>
                <p14:cNvContentPartPr/>
                <p14:nvPr/>
              </p14:nvContentPartPr>
              <p14:xfrm>
                <a:off x="4047574" y="4880050"/>
                <a:ext cx="134280" cy="43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029574" y="4861901"/>
                  <a:ext cx="169920" cy="798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14:cNvPr>
                <p14:cNvContentPartPr/>
                <p14:nvPr/>
              </p14:nvContentPartPr>
              <p14:xfrm>
                <a:off x="4076014" y="4895170"/>
                <a:ext cx="61560" cy="148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057908" y="4877126"/>
                  <a:ext cx="97410" cy="184047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14:cNvPr>
              <p14:cNvContentPartPr/>
              <p14:nvPr/>
            </p14:nvContentPartPr>
            <p14:xfrm>
              <a:off x="5194534" y="1460770"/>
              <a:ext cx="3960" cy="900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176534" y="1443462"/>
                <a:ext cx="39600" cy="43269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73B7A16A-9A1B-7839-410E-B039093371B4}"/>
              </a:ext>
            </a:extLst>
          </p:cNvPr>
          <p:cNvGrpSpPr/>
          <p:nvPr/>
        </p:nvGrpSpPr>
        <p:grpSpPr>
          <a:xfrm>
            <a:off x="4125694" y="2641210"/>
            <a:ext cx="381240" cy="218160"/>
            <a:chOff x="4125694" y="2641210"/>
            <a:chExt cx="381240" cy="21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14:cNvPr>
                <p14:cNvContentPartPr/>
                <p14:nvPr/>
              </p14:nvContentPartPr>
              <p14:xfrm>
                <a:off x="4166014" y="2670370"/>
                <a:ext cx="360" cy="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148014" y="26523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14:cNvPr>
                <p14:cNvContentPartPr/>
                <p14:nvPr/>
              </p14:nvContentPartPr>
              <p14:xfrm>
                <a:off x="4140094" y="2661010"/>
                <a:ext cx="83520" cy="179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122016" y="2642974"/>
                  <a:ext cx="119314" cy="2153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14:cNvPr>
                <p14:cNvContentPartPr/>
                <p14:nvPr/>
              </p14:nvContentPartPr>
              <p14:xfrm>
                <a:off x="4125694" y="2641210"/>
                <a:ext cx="248760" cy="1213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107720" y="2623156"/>
                  <a:ext cx="284348" cy="1570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14:cNvPr>
                <p14:cNvContentPartPr/>
                <p14:nvPr/>
              </p14:nvContentPartPr>
              <p14:xfrm>
                <a:off x="4406494" y="2689810"/>
                <a:ext cx="100440" cy="1695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388494" y="2671810"/>
                  <a:ext cx="13608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BC5A7A0-859E-9016-C872-1F358953159B}"/>
              </a:ext>
            </a:extLst>
          </p:cNvPr>
          <p:cNvGrpSpPr/>
          <p:nvPr/>
        </p:nvGrpSpPr>
        <p:grpSpPr>
          <a:xfrm>
            <a:off x="4315774" y="4301170"/>
            <a:ext cx="356400" cy="290160"/>
            <a:chOff x="4315774" y="4301170"/>
            <a:chExt cx="356400" cy="29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14:cNvPr>
                <p14:cNvContentPartPr/>
                <p14:nvPr/>
              </p14:nvContentPartPr>
              <p14:xfrm>
                <a:off x="4337734" y="4362730"/>
                <a:ext cx="40680" cy="1846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319734" y="4344730"/>
                  <a:ext cx="763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14:cNvPr>
                <p14:cNvContentPartPr/>
                <p14:nvPr/>
              </p14:nvContentPartPr>
              <p14:xfrm>
                <a:off x="4315774" y="4301170"/>
                <a:ext cx="187560" cy="168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297774" y="4283208"/>
                  <a:ext cx="223200" cy="2036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14:cNvPr>
                <p14:cNvContentPartPr/>
                <p14:nvPr/>
              </p14:nvContentPartPr>
              <p14:xfrm>
                <a:off x="4528894" y="4395850"/>
                <a:ext cx="140760" cy="1954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510894" y="4377850"/>
                  <a:ext cx="1764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14:cNvPr>
                <p14:cNvContentPartPr/>
                <p14:nvPr/>
              </p14:nvContentPartPr>
              <p14:xfrm>
                <a:off x="4565254" y="4491970"/>
                <a:ext cx="106920" cy="66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547254" y="4473970"/>
                  <a:ext cx="14256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A267B977-BCBD-FA1A-695B-24070506CED2}"/>
              </a:ext>
            </a:extLst>
          </p:cNvPr>
          <p:cNvGrpSpPr/>
          <p:nvPr/>
        </p:nvGrpSpPr>
        <p:grpSpPr>
          <a:xfrm>
            <a:off x="5195254" y="1475890"/>
            <a:ext cx="539280" cy="308160"/>
            <a:chOff x="5195254" y="1475890"/>
            <a:chExt cx="539280" cy="30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14:cNvPr>
                <p14:cNvContentPartPr/>
                <p14:nvPr/>
              </p14:nvContentPartPr>
              <p14:xfrm>
                <a:off x="5195254" y="1475890"/>
                <a:ext cx="60120" cy="2577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177254" y="1457890"/>
                  <a:ext cx="957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14:cNvPr>
                <p14:cNvContentPartPr/>
                <p14:nvPr/>
              </p14:nvContentPartPr>
              <p14:xfrm>
                <a:off x="5204254" y="1492810"/>
                <a:ext cx="215280" cy="1839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186254" y="1474810"/>
                  <a:ext cx="2509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14:cNvPr>
                <p14:cNvContentPartPr/>
                <p14:nvPr/>
              </p14:nvContentPartPr>
              <p14:xfrm>
                <a:off x="5542294" y="1617730"/>
                <a:ext cx="192240" cy="166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524294" y="1599730"/>
                  <a:ext cx="22788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7BB53F9E-8B66-5A8B-C4F6-12F85559E00D}"/>
              </a:ext>
            </a:extLst>
          </p:cNvPr>
          <p:cNvGrpSpPr/>
          <p:nvPr/>
        </p:nvGrpSpPr>
        <p:grpSpPr>
          <a:xfrm>
            <a:off x="5369134" y="3129730"/>
            <a:ext cx="420120" cy="258480"/>
            <a:chOff x="5369134" y="3129730"/>
            <a:chExt cx="420120" cy="25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14:cNvPr>
                <p14:cNvContentPartPr/>
                <p14:nvPr/>
              </p14:nvContentPartPr>
              <p14:xfrm>
                <a:off x="5372014" y="3191650"/>
                <a:ext cx="50040" cy="1965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354014" y="3173683"/>
                  <a:ext cx="85680" cy="2321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14:cNvPr>
                <p14:cNvContentPartPr/>
                <p14:nvPr/>
              </p14:nvContentPartPr>
              <p14:xfrm>
                <a:off x="5369134" y="3129730"/>
                <a:ext cx="174960" cy="134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351097" y="3111730"/>
                  <a:ext cx="210673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14:cNvPr>
                <p14:cNvContentPartPr/>
                <p14:nvPr/>
              </p14:nvContentPartPr>
              <p14:xfrm>
                <a:off x="5651014" y="3200650"/>
                <a:ext cx="138240" cy="1159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633061" y="3182706"/>
                  <a:ext cx="173787" cy="15145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4A2024D-64E5-82A3-1C98-F4CCFA60A369}"/>
              </a:ext>
            </a:extLst>
          </p:cNvPr>
          <p:cNvGrpSpPr/>
          <p:nvPr/>
        </p:nvGrpSpPr>
        <p:grpSpPr>
          <a:xfrm>
            <a:off x="5576494" y="4614730"/>
            <a:ext cx="498600" cy="306000"/>
            <a:chOff x="5576494" y="4614730"/>
            <a:chExt cx="498600" cy="30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14:cNvPr>
                <p14:cNvContentPartPr/>
                <p14:nvPr/>
              </p14:nvContentPartPr>
              <p14:xfrm>
                <a:off x="5587654" y="4698610"/>
                <a:ext cx="55800" cy="1515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569537" y="4680653"/>
                  <a:ext cx="91671" cy="1871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14:cNvPr>
                <p14:cNvContentPartPr/>
                <p14:nvPr/>
              </p14:nvContentPartPr>
              <p14:xfrm>
                <a:off x="5576494" y="4614730"/>
                <a:ext cx="111600" cy="95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558552" y="4596730"/>
                  <a:ext cx="147125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14:cNvPr>
                <p14:cNvContentPartPr/>
                <p14:nvPr/>
              </p14:nvContentPartPr>
              <p14:xfrm>
                <a:off x="5603494" y="4687810"/>
                <a:ext cx="200880" cy="669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585526" y="4669713"/>
                  <a:ext cx="236456" cy="1027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14:cNvPr>
                <p14:cNvContentPartPr/>
                <p14:nvPr/>
              </p14:nvContentPartPr>
              <p14:xfrm>
                <a:off x="5864494" y="4770250"/>
                <a:ext cx="34920" cy="1504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846494" y="4752207"/>
                  <a:ext cx="70560" cy="1862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14:cNvPr>
                <p14:cNvContentPartPr/>
                <p14:nvPr/>
              </p14:nvContentPartPr>
              <p14:xfrm>
                <a:off x="5938654" y="4737850"/>
                <a:ext cx="136440" cy="144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920654" y="4719850"/>
                  <a:ext cx="17208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B2BCBCA4-9864-AA23-AB1E-2FBF34C83374}"/>
              </a:ext>
            </a:extLst>
          </p:cNvPr>
          <p:cNvGrpSpPr/>
          <p:nvPr/>
        </p:nvGrpSpPr>
        <p:grpSpPr>
          <a:xfrm>
            <a:off x="6770254" y="2677210"/>
            <a:ext cx="389160" cy="259560"/>
            <a:chOff x="6770254" y="2677210"/>
            <a:chExt cx="389160" cy="25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14:cNvPr>
                <p14:cNvContentPartPr/>
                <p14:nvPr/>
              </p14:nvContentPartPr>
              <p14:xfrm>
                <a:off x="6774934" y="2710690"/>
                <a:ext cx="77040" cy="2260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756934" y="2692690"/>
                  <a:ext cx="1126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14:cNvPr>
                <p14:cNvContentPartPr/>
                <p14:nvPr/>
              </p14:nvContentPartPr>
              <p14:xfrm>
                <a:off x="6770254" y="2677210"/>
                <a:ext cx="185040" cy="118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752254" y="2659210"/>
                  <a:ext cx="2206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14:cNvPr>
                <p14:cNvContentPartPr/>
                <p14:nvPr/>
              </p14:nvContentPartPr>
              <p14:xfrm>
                <a:off x="7067974" y="2740570"/>
                <a:ext cx="20520" cy="126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049653" y="2722570"/>
                  <a:ext cx="56796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14:cNvPr>
                <p14:cNvContentPartPr/>
                <p14:nvPr/>
              </p14:nvContentPartPr>
              <p14:xfrm>
                <a:off x="7151494" y="2725090"/>
                <a:ext cx="7920" cy="1350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133494" y="2707090"/>
                  <a:ext cx="43560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C639B13-C389-DB49-FBBB-E4AB9677A479}"/>
              </a:ext>
            </a:extLst>
          </p:cNvPr>
          <p:cNvGrpSpPr/>
          <p:nvPr/>
        </p:nvGrpSpPr>
        <p:grpSpPr>
          <a:xfrm>
            <a:off x="6828214" y="4282450"/>
            <a:ext cx="545040" cy="274320"/>
            <a:chOff x="6828214" y="4282450"/>
            <a:chExt cx="545040" cy="27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14:cNvPr>
                <p14:cNvContentPartPr/>
                <p14:nvPr/>
              </p14:nvContentPartPr>
              <p14:xfrm>
                <a:off x="6847294" y="4338250"/>
                <a:ext cx="37440" cy="2185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829294" y="4320220"/>
                  <a:ext cx="73080" cy="2542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14:cNvPr>
                <p14:cNvContentPartPr/>
                <p14:nvPr/>
              </p14:nvContentPartPr>
              <p14:xfrm>
                <a:off x="6828214" y="4282450"/>
                <a:ext cx="141480" cy="1245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810214" y="4264450"/>
                  <a:ext cx="1771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14:cNvPr>
                <p14:cNvContentPartPr/>
                <p14:nvPr/>
              </p14:nvContentPartPr>
              <p14:xfrm>
                <a:off x="7082014" y="4402690"/>
                <a:ext cx="27360" cy="104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064014" y="4384690"/>
                  <a:ext cx="630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14:cNvPr>
                <p14:cNvContentPartPr/>
                <p14:nvPr/>
              </p14:nvContentPartPr>
              <p14:xfrm>
                <a:off x="7170574" y="4443730"/>
                <a:ext cx="202680" cy="799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152606" y="4425730"/>
                  <a:ext cx="238257" cy="11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D3B0362D-C198-0258-E110-CB3C42AA284E}"/>
              </a:ext>
            </a:extLst>
          </p:cNvPr>
          <p:cNvGrpSpPr/>
          <p:nvPr/>
        </p:nvGrpSpPr>
        <p:grpSpPr>
          <a:xfrm>
            <a:off x="3021214" y="2042170"/>
            <a:ext cx="262440" cy="280440"/>
            <a:chOff x="3021214" y="2042170"/>
            <a:chExt cx="262440" cy="28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986B909-0C02-09A1-D2D4-9B3E23EC9B3D}"/>
                    </a:ext>
                  </a:extLst>
                </p14:cNvPr>
                <p14:cNvContentPartPr/>
                <p14:nvPr/>
              </p14:nvContentPartPr>
              <p14:xfrm>
                <a:off x="3208414" y="2210290"/>
                <a:ext cx="360" cy="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986B909-0C02-09A1-D2D4-9B3E23EC9B3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190414" y="219229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B1B0310-D92A-3592-83B7-A1F876973653}"/>
                    </a:ext>
                  </a:extLst>
                </p14:cNvPr>
                <p14:cNvContentPartPr/>
                <p14:nvPr/>
              </p14:nvContentPartPr>
              <p14:xfrm>
                <a:off x="3021214" y="2042170"/>
                <a:ext cx="262440" cy="2804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B1B0310-D92A-3592-83B7-A1F87697365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003214" y="2024170"/>
                  <a:ext cx="298080" cy="31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82A92A8F-8141-EA92-9C0B-A28DB266B17F}"/>
                  </a:ext>
                </a:extLst>
              </p14:cNvPr>
              <p14:cNvContentPartPr/>
              <p14:nvPr/>
            </p14:nvContentPartPr>
            <p14:xfrm>
              <a:off x="3208054" y="5288650"/>
              <a:ext cx="169560" cy="16668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82A92A8F-8141-EA92-9C0B-A28DB266B17F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3190054" y="5270650"/>
                <a:ext cx="205200" cy="20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64152B8-8B39-7DF7-405F-DA8B33795292}"/>
              </a:ext>
            </a:extLst>
          </p:cNvPr>
          <p:cNvGrpSpPr/>
          <p:nvPr/>
        </p:nvGrpSpPr>
        <p:grpSpPr>
          <a:xfrm>
            <a:off x="3100414" y="3446890"/>
            <a:ext cx="232560" cy="350640"/>
            <a:chOff x="3100414" y="3446890"/>
            <a:chExt cx="232560" cy="35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2BB9BF9-8625-9FCA-16CD-6FE7B4876840}"/>
                    </a:ext>
                  </a:extLst>
                </p14:cNvPr>
                <p14:cNvContentPartPr/>
                <p14:nvPr/>
              </p14:nvContentPartPr>
              <p14:xfrm>
                <a:off x="3100414" y="3446890"/>
                <a:ext cx="232560" cy="3506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2BB9BF9-8625-9FCA-16CD-6FE7B487684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082414" y="3428890"/>
                  <a:ext cx="26820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BD12B6B-A8DC-5280-3B90-91CACB925D2B}"/>
                    </a:ext>
                  </a:extLst>
                </p14:cNvPr>
                <p14:cNvContentPartPr/>
                <p14:nvPr/>
              </p14:nvContentPartPr>
              <p14:xfrm>
                <a:off x="3143974" y="3590530"/>
                <a:ext cx="114480" cy="1224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BD12B6B-A8DC-5280-3B90-91CACB925D2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125974" y="3572477"/>
                  <a:ext cx="150120" cy="15814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A2667C91-14BD-F881-D4EE-5D19D6E2C451}"/>
                  </a:ext>
                </a:extLst>
              </p14:cNvPr>
              <p14:cNvContentPartPr/>
              <p14:nvPr/>
            </p14:nvContentPartPr>
            <p14:xfrm>
              <a:off x="4477414" y="1984930"/>
              <a:ext cx="198720" cy="23112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A2667C91-14BD-F881-D4EE-5D19D6E2C451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4459414" y="1966930"/>
                <a:ext cx="23436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F92D132E-A37F-B636-580A-60C80126F8FF}"/>
                  </a:ext>
                </a:extLst>
              </p14:cNvPr>
              <p14:cNvContentPartPr/>
              <p14:nvPr/>
            </p14:nvContentPartPr>
            <p14:xfrm>
              <a:off x="4633654" y="3551650"/>
              <a:ext cx="213840" cy="21528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F92D132E-A37F-B636-580A-60C80126F8FF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4615654" y="3533650"/>
                <a:ext cx="24948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B1F8126B-E0CC-8531-758C-80D9BB90B3E5}"/>
                  </a:ext>
                </a:extLst>
              </p14:cNvPr>
              <p14:cNvContentPartPr/>
              <p14:nvPr/>
            </p14:nvContentPartPr>
            <p14:xfrm>
              <a:off x="4833454" y="5102890"/>
              <a:ext cx="159480" cy="20952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B1F8126B-E0CC-8531-758C-80D9BB90B3E5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4815454" y="5084890"/>
                <a:ext cx="19512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498AE9FE-922C-6296-117E-9D3256D3D10F}"/>
                  </a:ext>
                </a:extLst>
              </p14:cNvPr>
              <p14:cNvContentPartPr/>
              <p14:nvPr/>
            </p14:nvContentPartPr>
            <p14:xfrm>
              <a:off x="6180574" y="1845970"/>
              <a:ext cx="156240" cy="29088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498AE9FE-922C-6296-117E-9D3256D3D10F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6162532" y="1827970"/>
                <a:ext cx="191962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4F326D04-FD2E-26EE-C309-23B62DC7319D}"/>
                  </a:ext>
                </a:extLst>
              </p14:cNvPr>
              <p14:cNvContentPartPr/>
              <p14:nvPr/>
            </p14:nvContentPartPr>
            <p14:xfrm>
              <a:off x="6242854" y="3560290"/>
              <a:ext cx="254160" cy="21060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4F326D04-FD2E-26EE-C309-23B62DC7319D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6224854" y="3542290"/>
                <a:ext cx="28980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17C3C7DB-3EF4-A7F0-556F-C523483D95F6}"/>
                  </a:ext>
                </a:extLst>
              </p14:cNvPr>
              <p14:cNvContentPartPr/>
              <p14:nvPr/>
            </p14:nvContentPartPr>
            <p14:xfrm>
              <a:off x="6441934" y="5100010"/>
              <a:ext cx="173520" cy="1515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17C3C7DB-3EF4-A7F0-556F-C523483D95F6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6423934" y="5082010"/>
                <a:ext cx="209160" cy="18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ACFF9B9D-AAD4-8952-CF99-894EF4BD9ECF}"/>
              </a:ext>
            </a:extLst>
          </p:cNvPr>
          <p:cNvGrpSpPr/>
          <p:nvPr/>
        </p:nvGrpSpPr>
        <p:grpSpPr>
          <a:xfrm>
            <a:off x="2481214" y="2157010"/>
            <a:ext cx="299880" cy="320400"/>
            <a:chOff x="2481214" y="2157010"/>
            <a:chExt cx="299880" cy="32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019A46F-7FDD-CD9B-943B-B1010DFD171C}"/>
                    </a:ext>
                  </a:extLst>
                </p14:cNvPr>
                <p14:cNvContentPartPr/>
                <p14:nvPr/>
              </p14:nvContentPartPr>
              <p14:xfrm>
                <a:off x="2589574" y="2215690"/>
                <a:ext cx="23040" cy="273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019A46F-7FDD-CD9B-943B-B1010DFD171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571574" y="2197690"/>
                  <a:ext cx="586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6311DC4-2BD1-45EE-EC2D-11F778CAA36C}"/>
                    </a:ext>
                  </a:extLst>
                </p14:cNvPr>
                <p14:cNvContentPartPr/>
                <p14:nvPr/>
              </p14:nvContentPartPr>
              <p14:xfrm>
                <a:off x="2481214" y="2157010"/>
                <a:ext cx="157680" cy="2980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6311DC4-2BD1-45EE-EC2D-11F778CAA36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463214" y="2138988"/>
                  <a:ext cx="193320" cy="3337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7D2675D-0CA8-3918-5A93-67FFA008E179}"/>
                    </a:ext>
                  </a:extLst>
                </p14:cNvPr>
                <p14:cNvContentPartPr/>
                <p14:nvPr/>
              </p14:nvContentPartPr>
              <p14:xfrm>
                <a:off x="2754454" y="2229370"/>
                <a:ext cx="26640" cy="2480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7D2675D-0CA8-3918-5A93-67FFA008E17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736454" y="2211370"/>
                  <a:ext cx="62280" cy="28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E5E323A-00F8-4BFC-3E52-DE332DBF97D9}"/>
              </a:ext>
            </a:extLst>
          </p:cNvPr>
          <p:cNvGrpSpPr/>
          <p:nvPr/>
        </p:nvGrpSpPr>
        <p:grpSpPr>
          <a:xfrm>
            <a:off x="2606494" y="3526450"/>
            <a:ext cx="320400" cy="289440"/>
            <a:chOff x="2606494" y="3526450"/>
            <a:chExt cx="320400" cy="2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637AF97-5B34-D93A-C0D6-417B6D5D7666}"/>
                    </a:ext>
                  </a:extLst>
                </p14:cNvPr>
                <p14:cNvContentPartPr/>
                <p14:nvPr/>
              </p14:nvContentPartPr>
              <p14:xfrm>
                <a:off x="2606494" y="3526450"/>
                <a:ext cx="130680" cy="2894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637AF97-5B34-D93A-C0D6-417B6D5D766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588444" y="3508450"/>
                  <a:ext cx="166418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AF732C0-43FF-2CBE-3F35-78A9705B0DD3}"/>
                    </a:ext>
                  </a:extLst>
                </p14:cNvPr>
                <p14:cNvContentPartPr/>
                <p14:nvPr/>
              </p14:nvContentPartPr>
              <p14:xfrm>
                <a:off x="2827534" y="3555250"/>
                <a:ext cx="99360" cy="1645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AF732C0-43FF-2CBE-3F35-78A9705B0DD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809534" y="3537250"/>
                  <a:ext cx="135000" cy="20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96BAD0DD-1210-7D3E-02F0-7E97738A0558}"/>
              </a:ext>
            </a:extLst>
          </p:cNvPr>
          <p:cNvGrpSpPr/>
          <p:nvPr/>
        </p:nvGrpSpPr>
        <p:grpSpPr>
          <a:xfrm>
            <a:off x="2793334" y="5308450"/>
            <a:ext cx="379440" cy="460440"/>
            <a:chOff x="2793334" y="5308450"/>
            <a:chExt cx="379440" cy="46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F8DA16E-DCC9-FB1F-9C4E-C1649AD944F4}"/>
                    </a:ext>
                  </a:extLst>
                </p14:cNvPr>
                <p14:cNvContentPartPr/>
                <p14:nvPr/>
              </p14:nvContentPartPr>
              <p14:xfrm>
                <a:off x="2793334" y="5308450"/>
                <a:ext cx="160560" cy="383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F8DA16E-DCC9-FB1F-9C4E-C1649AD944F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775374" y="5290467"/>
                  <a:ext cx="196120" cy="4193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7D9DA40-E96F-ACA9-FD6E-B0FC91452AF7}"/>
                    </a:ext>
                  </a:extLst>
                </p14:cNvPr>
                <p14:cNvContentPartPr/>
                <p14:nvPr/>
              </p14:nvContentPartPr>
              <p14:xfrm>
                <a:off x="2796934" y="5700850"/>
                <a:ext cx="3600" cy="7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7D9DA40-E96F-ACA9-FD6E-B0FC91452AF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778934" y="5682850"/>
                  <a:ext cx="392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55788BF-AE39-A7C6-7489-2C5A02CDAA2D}"/>
                    </a:ext>
                  </a:extLst>
                </p14:cNvPr>
                <p14:cNvContentPartPr/>
                <p14:nvPr/>
              </p14:nvContentPartPr>
              <p14:xfrm>
                <a:off x="3001414" y="5457130"/>
                <a:ext cx="171360" cy="3117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55788BF-AE39-A7C6-7489-2C5A02CDAA2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983376" y="5439151"/>
                  <a:ext cx="207075" cy="34735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20B09E50-A16F-32EC-F345-7F72F2C6FB50}"/>
              </a:ext>
            </a:extLst>
          </p:cNvPr>
          <p:cNvGrpSpPr/>
          <p:nvPr/>
        </p:nvGrpSpPr>
        <p:grpSpPr>
          <a:xfrm>
            <a:off x="4491094" y="1523050"/>
            <a:ext cx="369000" cy="361440"/>
            <a:chOff x="4491094" y="1523050"/>
            <a:chExt cx="369000" cy="36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67841D2-61CD-E3F6-13B5-DD448F241102}"/>
                    </a:ext>
                  </a:extLst>
                </p14:cNvPr>
                <p14:cNvContentPartPr/>
                <p14:nvPr/>
              </p14:nvContentPartPr>
              <p14:xfrm>
                <a:off x="4491094" y="1523050"/>
                <a:ext cx="167040" cy="2808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67841D2-61CD-E3F6-13B5-DD448F24110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473094" y="1505050"/>
                  <a:ext cx="2026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318F8A0-DC22-7097-C63D-CA93FB88381F}"/>
                    </a:ext>
                  </a:extLst>
                </p14:cNvPr>
                <p14:cNvContentPartPr/>
                <p14:nvPr/>
              </p14:nvContentPartPr>
              <p14:xfrm>
                <a:off x="4706374" y="1624570"/>
                <a:ext cx="105840" cy="1328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318F8A0-DC22-7097-C63D-CA93FB88381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688374" y="1606521"/>
                  <a:ext cx="141480" cy="1685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FA47D47-AB35-E46C-6580-3DAF8643B533}"/>
                    </a:ext>
                  </a:extLst>
                </p14:cNvPr>
                <p14:cNvContentPartPr/>
                <p14:nvPr/>
              </p14:nvContentPartPr>
              <p14:xfrm>
                <a:off x="4818694" y="1681810"/>
                <a:ext cx="41400" cy="2026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FA47D47-AB35-E46C-6580-3DAF8643B53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800694" y="1663810"/>
                  <a:ext cx="7704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0C407AF7-02B3-D8D0-3AAD-6BD4C981470F}"/>
              </a:ext>
            </a:extLst>
          </p:cNvPr>
          <p:cNvGrpSpPr/>
          <p:nvPr/>
        </p:nvGrpSpPr>
        <p:grpSpPr>
          <a:xfrm>
            <a:off x="4473094" y="3251050"/>
            <a:ext cx="307440" cy="254520"/>
            <a:chOff x="4473094" y="3251050"/>
            <a:chExt cx="307440" cy="25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7DDF948-9465-665E-1B68-DD97B5055966}"/>
                    </a:ext>
                  </a:extLst>
                </p14:cNvPr>
                <p14:cNvContentPartPr/>
                <p14:nvPr/>
              </p14:nvContentPartPr>
              <p14:xfrm>
                <a:off x="4557694" y="3321970"/>
                <a:ext cx="360" cy="3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7DDF948-9465-665E-1B68-DD97B505596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539694" y="33039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28CC199-8AD1-E3D0-A5D0-6A89003C0A59}"/>
                    </a:ext>
                  </a:extLst>
                </p14:cNvPr>
                <p14:cNvContentPartPr/>
                <p14:nvPr/>
              </p14:nvContentPartPr>
              <p14:xfrm>
                <a:off x="4473094" y="3251050"/>
                <a:ext cx="122400" cy="2538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28CC199-8AD1-E3D0-A5D0-6A89003C0A59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4455094" y="3233050"/>
                  <a:ext cx="1580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53B14C7-162A-496C-0769-1D085CB2307F}"/>
                    </a:ext>
                  </a:extLst>
                </p14:cNvPr>
                <p14:cNvContentPartPr/>
                <p14:nvPr/>
              </p14:nvContentPartPr>
              <p14:xfrm>
                <a:off x="4672894" y="3333850"/>
                <a:ext cx="107640" cy="298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53B14C7-162A-496C-0769-1D085CB2307F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654894" y="3315850"/>
                  <a:ext cx="1432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0DF10ED-B6DA-D884-8289-DE012476A1C4}"/>
                    </a:ext>
                  </a:extLst>
                </p14:cNvPr>
                <p14:cNvContentPartPr/>
                <p14:nvPr/>
              </p14:nvContentPartPr>
              <p14:xfrm>
                <a:off x="4662814" y="3339970"/>
                <a:ext cx="115200" cy="1656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0DF10ED-B6DA-D884-8289-DE012476A1C4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644870" y="3321970"/>
                  <a:ext cx="150729" cy="20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8B381425-DB34-5692-4BCD-6FE94F694199}"/>
              </a:ext>
            </a:extLst>
          </p:cNvPr>
          <p:cNvGrpSpPr/>
          <p:nvPr/>
        </p:nvGrpSpPr>
        <p:grpSpPr>
          <a:xfrm>
            <a:off x="4460854" y="4909210"/>
            <a:ext cx="297720" cy="307440"/>
            <a:chOff x="4460854" y="4909210"/>
            <a:chExt cx="297720" cy="30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BCE11C2-BC82-5FB8-0BDB-56E2D726D8B8}"/>
                    </a:ext>
                  </a:extLst>
                </p14:cNvPr>
                <p14:cNvContentPartPr/>
                <p14:nvPr/>
              </p14:nvContentPartPr>
              <p14:xfrm>
                <a:off x="4460854" y="4909210"/>
                <a:ext cx="160560" cy="2768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BCE11C2-BC82-5FB8-0BDB-56E2D726D8B8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4442814" y="4891210"/>
                  <a:ext cx="19628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DA6B80D-243B-6D20-03EC-DA0D2C66221D}"/>
                    </a:ext>
                  </a:extLst>
                </p14:cNvPr>
                <p14:cNvContentPartPr/>
                <p14:nvPr/>
              </p14:nvContentPartPr>
              <p14:xfrm>
                <a:off x="4628614" y="5039170"/>
                <a:ext cx="129960" cy="1774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DA6B80D-243B-6D20-03EC-DA0D2C66221D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610614" y="5021133"/>
                  <a:ext cx="165600" cy="21319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C9164294-3775-F8E9-8605-2475FBE74CC9}"/>
              </a:ext>
            </a:extLst>
          </p:cNvPr>
          <p:cNvGrpSpPr/>
          <p:nvPr/>
        </p:nvGrpSpPr>
        <p:grpSpPr>
          <a:xfrm>
            <a:off x="6519694" y="1553290"/>
            <a:ext cx="444600" cy="411480"/>
            <a:chOff x="6519694" y="1553290"/>
            <a:chExt cx="444600" cy="41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07D6A57-03CF-59A0-812B-9A46CE1158C0}"/>
                    </a:ext>
                  </a:extLst>
                </p14:cNvPr>
                <p14:cNvContentPartPr/>
                <p14:nvPr/>
              </p14:nvContentPartPr>
              <p14:xfrm>
                <a:off x="6519694" y="1553290"/>
                <a:ext cx="149040" cy="3927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07D6A57-03CF-59A0-812B-9A46CE1158C0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501694" y="1535290"/>
                  <a:ext cx="18468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A6B3206-DD09-D6A2-A00D-7B7CDAF25FC9}"/>
                    </a:ext>
                  </a:extLst>
                </p14:cNvPr>
                <p14:cNvContentPartPr/>
                <p14:nvPr/>
              </p14:nvContentPartPr>
              <p14:xfrm>
                <a:off x="6746494" y="1732210"/>
                <a:ext cx="152280" cy="2325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A6B3206-DD09-D6A2-A00D-7B7CDAF25FC9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728536" y="1714182"/>
                  <a:ext cx="187836" cy="2682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9F14AC6-7F9F-B6F9-520B-AE36EF168DE4}"/>
                    </a:ext>
                  </a:extLst>
                </p14:cNvPr>
                <p14:cNvContentPartPr/>
                <p14:nvPr/>
              </p14:nvContentPartPr>
              <p14:xfrm>
                <a:off x="6793654" y="1830490"/>
                <a:ext cx="170640" cy="687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9F14AC6-7F9F-B6F9-520B-AE36EF168DE4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775654" y="1812584"/>
                  <a:ext cx="206280" cy="10421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F034D594-EC19-44C3-E142-725A22CD476E}"/>
              </a:ext>
            </a:extLst>
          </p:cNvPr>
          <p:cNvGrpSpPr/>
          <p:nvPr/>
        </p:nvGrpSpPr>
        <p:grpSpPr>
          <a:xfrm>
            <a:off x="6708334" y="3438250"/>
            <a:ext cx="368280" cy="350280"/>
            <a:chOff x="6708334" y="3438250"/>
            <a:chExt cx="368280" cy="35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3D7B5EA-8F2A-08CC-AC58-E5358E6F437D}"/>
                    </a:ext>
                  </a:extLst>
                </p14:cNvPr>
                <p14:cNvContentPartPr/>
                <p14:nvPr/>
              </p14:nvContentPartPr>
              <p14:xfrm>
                <a:off x="6708334" y="3438250"/>
                <a:ext cx="150120" cy="2815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3D7B5EA-8F2A-08CC-AC58-E5358E6F437D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690334" y="3420250"/>
                  <a:ext cx="18576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6217F03-F2E0-B5AE-98BB-1F26629F91E2}"/>
                    </a:ext>
                  </a:extLst>
                </p14:cNvPr>
                <p14:cNvContentPartPr/>
                <p14:nvPr/>
              </p14:nvContentPartPr>
              <p14:xfrm>
                <a:off x="6947374" y="3571450"/>
                <a:ext cx="129240" cy="2170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6217F03-F2E0-B5AE-98BB-1F26629F91E2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929374" y="3553450"/>
                  <a:ext cx="164880" cy="25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6838E23A-8FAD-6888-10E7-476242E4A346}"/>
              </a:ext>
            </a:extLst>
          </p:cNvPr>
          <p:cNvGrpSpPr/>
          <p:nvPr/>
        </p:nvGrpSpPr>
        <p:grpSpPr>
          <a:xfrm>
            <a:off x="6805534" y="4822090"/>
            <a:ext cx="401400" cy="246240"/>
            <a:chOff x="6805534" y="4822090"/>
            <a:chExt cx="401400" cy="24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87C410C-21EE-6035-7912-747B5B7F236A}"/>
                    </a:ext>
                  </a:extLst>
                </p14:cNvPr>
                <p14:cNvContentPartPr/>
                <p14:nvPr/>
              </p14:nvContentPartPr>
              <p14:xfrm>
                <a:off x="6805534" y="4822090"/>
                <a:ext cx="155160" cy="2365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87C410C-21EE-6035-7912-747B5B7F236A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787492" y="4804090"/>
                  <a:ext cx="190883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86EEF96-E10C-6DBB-0E83-D631909F3483}"/>
                    </a:ext>
                  </a:extLst>
                </p14:cNvPr>
                <p14:cNvContentPartPr/>
                <p14:nvPr/>
              </p14:nvContentPartPr>
              <p14:xfrm>
                <a:off x="7057534" y="4829650"/>
                <a:ext cx="149400" cy="2386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86EEF96-E10C-6DBB-0E83-D631909F3483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7039534" y="4811650"/>
                  <a:ext cx="185040" cy="2743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55" name="Picture 154" descr="A screenshot of a math test&#10;&#10;Description automatically generated">
            <a:extLst>
              <a:ext uri="{FF2B5EF4-FFF2-40B4-BE49-F238E27FC236}">
                <a16:creationId xmlns:a16="http://schemas.microsoft.com/office/drawing/2014/main" id="{46A89DB5-AD3E-B9C9-40CA-70EF6AD9139B}"/>
              </a:ext>
            </a:extLst>
          </p:cNvPr>
          <p:cNvPicPr>
            <a:picLocks noChangeAspect="1"/>
          </p:cNvPicPr>
          <p:nvPr/>
        </p:nvPicPr>
        <p:blipFill>
          <a:blip r:embed="rId2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8814" y="840336"/>
            <a:ext cx="2769661" cy="5861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7309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E10F0-04BC-5A6B-F84C-BBAF99FDA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Equivalent circuits</a:t>
            </a:r>
          </a:p>
        </p:txBody>
      </p:sp>
      <p:pic>
        <p:nvPicPr>
          <p:cNvPr id="6" name="Content Placeholder 5" descr="A diagram of a black box&#10;&#10;Description automatically generated">
            <a:extLst>
              <a:ext uri="{FF2B5EF4-FFF2-40B4-BE49-F238E27FC236}">
                <a16:creationId xmlns:a16="http://schemas.microsoft.com/office/drawing/2014/main" id="{FED7D7D0-C46C-0077-4E5C-CA4CD515B8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352" y="1812897"/>
            <a:ext cx="10107368" cy="305817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E953C0-F8FE-71F5-D6D4-57C081893C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36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7133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3A8E1-6F31-3374-7A58-8BBF85C6B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Thevenin’s equivalent circuit</a:t>
            </a:r>
          </a:p>
        </p:txBody>
      </p:sp>
      <p:pic>
        <p:nvPicPr>
          <p:cNvPr id="6" name="Content Placeholder 5" descr="A diagram of a circuit&#10;&#10;Description automatically generated">
            <a:extLst>
              <a:ext uri="{FF2B5EF4-FFF2-40B4-BE49-F238E27FC236}">
                <a16:creationId xmlns:a16="http://schemas.microsoft.com/office/drawing/2014/main" id="{64BFC027-7C85-B220-72EB-80B9E8CA38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4573" y="1176793"/>
            <a:ext cx="6287035" cy="500017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21D2A8-ED2B-1EAA-7297-155906297C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37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9747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1C1E1-ABB8-6B5C-67D4-C4207C484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Norton’s equivalent circuit</a:t>
            </a:r>
          </a:p>
        </p:txBody>
      </p:sp>
      <p:pic>
        <p:nvPicPr>
          <p:cNvPr id="6" name="Content Placeholder 5" descr="A diagram of a circuit&#10;&#10;Description automatically generated">
            <a:extLst>
              <a:ext uri="{FF2B5EF4-FFF2-40B4-BE49-F238E27FC236}">
                <a16:creationId xmlns:a16="http://schemas.microsoft.com/office/drawing/2014/main" id="{3C5A0A12-2B81-0D07-24E1-6BDB4246EF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385" y="1571183"/>
            <a:ext cx="5553486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E0F0F3-CAC1-D731-45D2-E8B8833F4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38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8585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B7284-6480-AFA2-D32C-85EE156E6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Capacitors </a:t>
            </a:r>
          </a:p>
        </p:txBody>
      </p:sp>
      <p:pic>
        <p:nvPicPr>
          <p:cNvPr id="6" name="Content Placeholder 5" descr="A diagram of a capacitor&#10;&#10;Description automatically generated">
            <a:extLst>
              <a:ext uri="{FF2B5EF4-FFF2-40B4-BE49-F238E27FC236}">
                <a16:creationId xmlns:a16="http://schemas.microsoft.com/office/drawing/2014/main" id="{9AEEE8CC-210C-5F12-CF21-778D8A3101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39" y="1795026"/>
            <a:ext cx="11073401" cy="326794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56E9A-D2E9-FF09-9DD3-1D1392C1A9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39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85021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C5C7A-BACF-CE70-CA01-6BB2C155C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Capacitors </a:t>
            </a:r>
          </a:p>
        </p:txBody>
      </p:sp>
      <p:pic>
        <p:nvPicPr>
          <p:cNvPr id="6" name="Content Placeholder 5" descr="A diagram of a capacitor&#10;&#10;Description automatically generated">
            <a:extLst>
              <a:ext uri="{FF2B5EF4-FFF2-40B4-BE49-F238E27FC236}">
                <a16:creationId xmlns:a16="http://schemas.microsoft.com/office/drawing/2014/main" id="{CFC8D6A8-1C0B-2257-8B15-2A10F13C3B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822" y="1411231"/>
            <a:ext cx="3687426" cy="323233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2566A-8B72-14E8-856F-2D5CF83C22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40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Picture 7" descr="A diagram of electrical wiring&#10;&#10;Description automatically generated">
            <a:extLst>
              <a:ext uri="{FF2B5EF4-FFF2-40B4-BE49-F238E27FC236}">
                <a16:creationId xmlns:a16="http://schemas.microsoft.com/office/drawing/2014/main" id="{669A0189-6DC2-151E-28DD-F33B5A3C29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6921" y="1300886"/>
            <a:ext cx="4003574" cy="3660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852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A86C8-C731-3D40-F142-DC56C18F4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Inductors </a:t>
            </a:r>
          </a:p>
        </p:txBody>
      </p:sp>
      <p:pic>
        <p:nvPicPr>
          <p:cNvPr id="6" name="Content Placeholder 5" descr="Diagram of an air-core inductor&#10;&#10;Description automatically generated">
            <a:extLst>
              <a:ext uri="{FF2B5EF4-FFF2-40B4-BE49-F238E27FC236}">
                <a16:creationId xmlns:a16="http://schemas.microsoft.com/office/drawing/2014/main" id="{F4A15D06-5BF5-E85E-820E-A2C8520335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758" y="1554511"/>
            <a:ext cx="10416484" cy="337529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236D20-072D-2D29-881B-49AC4180D7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41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34012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6C773-9BD3-CCC7-875D-786ECB303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Inductors </a:t>
            </a:r>
          </a:p>
        </p:txBody>
      </p:sp>
      <p:pic>
        <p:nvPicPr>
          <p:cNvPr id="6" name="Content Placeholder 5" descr="A black and white logo&#10;&#10;Description automatically generated">
            <a:extLst>
              <a:ext uri="{FF2B5EF4-FFF2-40B4-BE49-F238E27FC236}">
                <a16:creationId xmlns:a16="http://schemas.microsoft.com/office/drawing/2014/main" id="{06D0ED81-235E-7456-2BB3-9341E95354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948" y="2343055"/>
            <a:ext cx="4092295" cy="137934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5E82B-4E41-8529-AA29-A7EB6AA525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42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Picture 7" descr="A diagram of a electrical component&#10;&#10;Description automatically generated">
            <a:extLst>
              <a:ext uri="{FF2B5EF4-FFF2-40B4-BE49-F238E27FC236}">
                <a16:creationId xmlns:a16="http://schemas.microsoft.com/office/drawing/2014/main" id="{CC0F3822-26D5-4367-320D-68A3C81705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2143" y="2010707"/>
            <a:ext cx="2304737" cy="212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711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285750" indent="-285750">
          <a:buFont typeface="Arial" charset="0"/>
          <a:buChar char="•"/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23156</TotalTime>
  <Words>221</Words>
  <Application>Microsoft Office PowerPoint</Application>
  <PresentationFormat>Widescreen</PresentationFormat>
  <Paragraphs>87</Paragraphs>
  <Slides>42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Arial</vt:lpstr>
      <vt:lpstr>Calibri</vt:lpstr>
      <vt:lpstr>PT Sans</vt:lpstr>
      <vt:lpstr>Times New Roman</vt:lpstr>
      <vt:lpstr>Office Theme</vt:lpstr>
      <vt:lpstr>ECE 105: Introduction to Electrical Engineering</vt:lpstr>
      <vt:lpstr>Voltage divider</vt:lpstr>
      <vt:lpstr>Voltage divider</vt:lpstr>
      <vt:lpstr>Current divider</vt:lpstr>
      <vt:lpstr>Current divider</vt:lpstr>
      <vt:lpstr>Measuring voltage, current, resistance</vt:lpstr>
      <vt:lpstr>Finding nodes</vt:lpstr>
      <vt:lpstr>Finding nodes</vt:lpstr>
      <vt:lpstr>Find the node connected to the source</vt:lpstr>
      <vt:lpstr>Find other nodes </vt:lpstr>
      <vt:lpstr>Merge elements sharing the same nodes</vt:lpstr>
      <vt:lpstr>Practice problems</vt:lpstr>
      <vt:lpstr>Practice problems</vt:lpstr>
      <vt:lpstr>Practice problems</vt:lpstr>
      <vt:lpstr>Practice</vt:lpstr>
      <vt:lpstr>Practice </vt:lpstr>
      <vt:lpstr>Fuse</vt:lpstr>
      <vt:lpstr>PowerPoint Presentation</vt:lpstr>
      <vt:lpstr>Nodal analysis</vt:lpstr>
      <vt:lpstr>Label nodes</vt:lpstr>
      <vt:lpstr>Label currents</vt:lpstr>
      <vt:lpstr>Voltage drop directions</vt:lpstr>
      <vt:lpstr>Write equations based on KCL and Ohm’s law </vt:lpstr>
      <vt:lpstr>Write equations based on KCL and Ohm’s law </vt:lpstr>
      <vt:lpstr>Write equations based on KCL and Ohm’s law </vt:lpstr>
      <vt:lpstr>Solve for unknowns </vt:lpstr>
      <vt:lpstr>Touchpad – Network 2 in the demo board</vt:lpstr>
      <vt:lpstr>Touchpad – Network 2 in the demo board</vt:lpstr>
      <vt:lpstr>Touchpad – Network 2 in the demo board</vt:lpstr>
      <vt:lpstr>Touchpad – Network 2 in the demo board</vt:lpstr>
      <vt:lpstr>Touchpad – Network 2 in the demo board</vt:lpstr>
      <vt:lpstr>Touchpad – Network 2 in the demo board</vt:lpstr>
      <vt:lpstr>Touchpad – Network 2 in the demo board</vt:lpstr>
      <vt:lpstr>Touchpad – Network 2 in the demo board</vt:lpstr>
      <vt:lpstr>Touchpad – Network 2 in the demo board</vt:lpstr>
      <vt:lpstr>Equivalent circuits</vt:lpstr>
      <vt:lpstr>Thevenin’s equivalent circuit</vt:lpstr>
      <vt:lpstr>Norton’s equivalent circuit</vt:lpstr>
      <vt:lpstr>Capacitors </vt:lpstr>
      <vt:lpstr>Capacitors </vt:lpstr>
      <vt:lpstr>Inductors </vt:lpstr>
      <vt:lpstr>Inductors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Yasser Khan</dc:creator>
  <cp:lastModifiedBy>Yasser Khan</cp:lastModifiedBy>
  <cp:revision>926</cp:revision>
  <cp:lastPrinted>2017-03-30T23:40:26Z</cp:lastPrinted>
  <dcterms:created xsi:type="dcterms:W3CDTF">2014-02-24T21:19:39Z</dcterms:created>
  <dcterms:modified xsi:type="dcterms:W3CDTF">2026-02-04T02:28:26Z</dcterms:modified>
</cp:coreProperties>
</file>